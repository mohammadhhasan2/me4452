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heme/theme2.xml" ContentType="application/vnd.openxmlformats-officedocument.theme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1"/>
  </p:sldMasterIdLst>
  <p:notesMasterIdLst>
    <p:notesMasterId r:id="rId24"/>
  </p:notesMasterIdLst>
  <p:sldIdLst>
    <p:sldId id="315" r:id="rId2"/>
    <p:sldId id="343" r:id="rId3"/>
    <p:sldId id="484" r:id="rId4"/>
    <p:sldId id="485" r:id="rId5"/>
    <p:sldId id="483" r:id="rId6"/>
    <p:sldId id="486" r:id="rId7"/>
    <p:sldId id="487" r:id="rId8"/>
    <p:sldId id="488" r:id="rId9"/>
    <p:sldId id="489" r:id="rId10"/>
    <p:sldId id="490" r:id="rId11"/>
    <p:sldId id="491" r:id="rId12"/>
    <p:sldId id="494" r:id="rId13"/>
    <p:sldId id="493" r:id="rId14"/>
    <p:sldId id="496" r:id="rId15"/>
    <p:sldId id="495" r:id="rId16"/>
    <p:sldId id="497" r:id="rId17"/>
    <p:sldId id="499" r:id="rId18"/>
    <p:sldId id="502" r:id="rId19"/>
    <p:sldId id="500" r:id="rId20"/>
    <p:sldId id="501" r:id="rId21"/>
    <p:sldId id="460" r:id="rId22"/>
    <p:sldId id="373" r:id="rId23"/>
  </p:sldIdLst>
  <p:sldSz cx="9144000" cy="5143500" type="screen16x9"/>
  <p:notesSz cx="9236075" cy="7010400"/>
  <p:custDataLst>
    <p:tags r:id="rId25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284"/>
    <a:srgbClr val="8B92DE"/>
    <a:srgbClr val="EAAB00"/>
    <a:srgbClr val="C6C0B7"/>
    <a:srgbClr val="3B3523"/>
    <a:srgbClr val="F0EED7"/>
    <a:srgbClr val="857756"/>
    <a:srgbClr val="7E7462"/>
    <a:srgbClr val="273015"/>
    <a:srgbClr val="4F51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>
      <p:cViewPr varScale="1">
        <p:scale>
          <a:sx n="159" d="100"/>
          <a:sy n="159" d="100"/>
        </p:scale>
        <p:origin x="82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Hasan" userId="d4b62e5f-30fe-45a7-8f36-1981bbe99191" providerId="ADAL" clId="{487EB926-6A3E-51BF-A762-EF06D8678B1B}"/>
    <pc:docChg chg="custSel modSld">
      <pc:chgData name="Mohammad Hasan" userId="d4b62e5f-30fe-45a7-8f36-1981bbe99191" providerId="ADAL" clId="{487EB926-6A3E-51BF-A762-EF06D8678B1B}" dt="2026-10-30T22:56:09.702" v="19" actId="478"/>
      <pc:docMkLst>
        <pc:docMk/>
      </pc:docMkLst>
      <pc:sldChg chg="delSp mod">
        <pc:chgData name="Mohammad Hasan" userId="d4b62e5f-30fe-45a7-8f36-1981bbe99191" providerId="ADAL" clId="{487EB926-6A3E-51BF-A762-EF06D8678B1B}" dt="2026-10-30T22:55:11.706" v="1" actId="478"/>
        <pc:sldMkLst>
          <pc:docMk/>
          <pc:sldMk cId="2825408408" sldId="483"/>
        </pc:sldMkLst>
        <pc:inkChg chg="del">
          <ac:chgData name="Mohammad Hasan" userId="d4b62e5f-30fe-45a7-8f36-1981bbe99191" providerId="ADAL" clId="{487EB926-6A3E-51BF-A762-EF06D8678B1B}" dt="2026-10-30T22:55:09.925" v="0" actId="478"/>
          <ac:inkMkLst>
            <pc:docMk/>
            <pc:sldMk cId="2825408408" sldId="483"/>
            <ac:inkMk id="22" creationId="{9191CF07-B938-6036-42D1-075E0B799416}"/>
          </ac:inkMkLst>
        </pc:inkChg>
        <pc:inkChg chg="del">
          <ac:chgData name="Mohammad Hasan" userId="d4b62e5f-30fe-45a7-8f36-1981bbe99191" providerId="ADAL" clId="{487EB926-6A3E-51BF-A762-EF06D8678B1B}" dt="2026-10-30T22:55:09.925" v="0" actId="478"/>
          <ac:inkMkLst>
            <pc:docMk/>
            <pc:sldMk cId="2825408408" sldId="483"/>
            <ac:inkMk id="49" creationId="{2AAEFF7D-8BCD-5BE2-87EA-C9065E048C73}"/>
          </ac:inkMkLst>
        </pc:inkChg>
        <pc:inkChg chg="del">
          <ac:chgData name="Mohammad Hasan" userId="d4b62e5f-30fe-45a7-8f36-1981bbe99191" providerId="ADAL" clId="{487EB926-6A3E-51BF-A762-EF06D8678B1B}" dt="2026-10-30T22:55:09.925" v="0" actId="478"/>
          <ac:inkMkLst>
            <pc:docMk/>
            <pc:sldMk cId="2825408408" sldId="483"/>
            <ac:inkMk id="80" creationId="{44E43D1C-8CB4-98C0-35F5-C7CA90F4F32B}"/>
          </ac:inkMkLst>
        </pc:inkChg>
        <pc:inkChg chg="del">
          <ac:chgData name="Mohammad Hasan" userId="d4b62e5f-30fe-45a7-8f36-1981bbe99191" providerId="ADAL" clId="{487EB926-6A3E-51BF-A762-EF06D8678B1B}" dt="2026-10-30T22:55:09.925" v="0" actId="478"/>
          <ac:inkMkLst>
            <pc:docMk/>
            <pc:sldMk cId="2825408408" sldId="483"/>
            <ac:inkMk id="100" creationId="{859A0EE6-D117-02C0-687F-564AEC43EACD}"/>
          </ac:inkMkLst>
        </pc:inkChg>
        <pc:inkChg chg="del">
          <ac:chgData name="Mohammad Hasan" userId="d4b62e5f-30fe-45a7-8f36-1981bbe99191" providerId="ADAL" clId="{487EB926-6A3E-51BF-A762-EF06D8678B1B}" dt="2026-10-30T22:55:09.925" v="0" actId="478"/>
          <ac:inkMkLst>
            <pc:docMk/>
            <pc:sldMk cId="2825408408" sldId="483"/>
            <ac:inkMk id="101" creationId="{22C7FD89-7DF9-BF81-DCD4-5E4F5EE50719}"/>
          </ac:inkMkLst>
        </pc:inkChg>
        <pc:inkChg chg="del">
          <ac:chgData name="Mohammad Hasan" userId="d4b62e5f-30fe-45a7-8f36-1981bbe99191" providerId="ADAL" clId="{487EB926-6A3E-51BF-A762-EF06D8678B1B}" dt="2026-10-30T22:55:09.925" v="0" actId="478"/>
          <ac:inkMkLst>
            <pc:docMk/>
            <pc:sldMk cId="2825408408" sldId="483"/>
            <ac:inkMk id="118" creationId="{667E9165-AE48-346F-8095-B8646EB1B756}"/>
          </ac:inkMkLst>
        </pc:inkChg>
        <pc:inkChg chg="del">
          <ac:chgData name="Mohammad Hasan" userId="d4b62e5f-30fe-45a7-8f36-1981bbe99191" providerId="ADAL" clId="{487EB926-6A3E-51BF-A762-EF06D8678B1B}" dt="2026-10-30T22:55:09.925" v="0" actId="478"/>
          <ac:inkMkLst>
            <pc:docMk/>
            <pc:sldMk cId="2825408408" sldId="483"/>
            <ac:inkMk id="149" creationId="{E92F5F74-E59D-B54D-A194-CAB8F31691C1}"/>
          </ac:inkMkLst>
        </pc:inkChg>
        <pc:inkChg chg="del">
          <ac:chgData name="Mohammad Hasan" userId="d4b62e5f-30fe-45a7-8f36-1981bbe99191" providerId="ADAL" clId="{487EB926-6A3E-51BF-A762-EF06D8678B1B}" dt="2026-10-30T22:55:09.925" v="0" actId="478"/>
          <ac:inkMkLst>
            <pc:docMk/>
            <pc:sldMk cId="2825408408" sldId="483"/>
            <ac:inkMk id="153" creationId="{898084C1-4412-4D60-4A98-718E54E9FDC1}"/>
          </ac:inkMkLst>
        </pc:inkChg>
        <pc:inkChg chg="del">
          <ac:chgData name="Mohammad Hasan" userId="d4b62e5f-30fe-45a7-8f36-1981bbe99191" providerId="ADAL" clId="{487EB926-6A3E-51BF-A762-EF06D8678B1B}" dt="2026-10-30T22:55:09.925" v="0" actId="478"/>
          <ac:inkMkLst>
            <pc:docMk/>
            <pc:sldMk cId="2825408408" sldId="483"/>
            <ac:inkMk id="178" creationId="{EBC6BE92-D4EE-6EC7-755F-6B006D43F39F}"/>
          </ac:inkMkLst>
        </pc:inkChg>
        <pc:inkChg chg="del">
          <ac:chgData name="Mohammad Hasan" userId="d4b62e5f-30fe-45a7-8f36-1981bbe99191" providerId="ADAL" clId="{487EB926-6A3E-51BF-A762-EF06D8678B1B}" dt="2026-10-30T22:55:09.925" v="0" actId="478"/>
          <ac:inkMkLst>
            <pc:docMk/>
            <pc:sldMk cId="2825408408" sldId="483"/>
            <ac:inkMk id="179" creationId="{CD9ED7CB-B6D6-9BEA-7B3E-155CC2665967}"/>
          </ac:inkMkLst>
        </pc:inkChg>
        <pc:inkChg chg="del">
          <ac:chgData name="Mohammad Hasan" userId="d4b62e5f-30fe-45a7-8f36-1981bbe99191" providerId="ADAL" clId="{487EB926-6A3E-51BF-A762-EF06D8678B1B}" dt="2026-10-30T22:55:11.706" v="1" actId="478"/>
          <ac:inkMkLst>
            <pc:docMk/>
            <pc:sldMk cId="2825408408" sldId="483"/>
            <ac:inkMk id="187" creationId="{41E61126-D11C-5F2E-0F53-463C3959A30D}"/>
          </ac:inkMkLst>
        </pc:inkChg>
        <pc:inkChg chg="del">
          <ac:chgData name="Mohammad Hasan" userId="d4b62e5f-30fe-45a7-8f36-1981bbe99191" providerId="ADAL" clId="{487EB926-6A3E-51BF-A762-EF06D8678B1B}" dt="2026-10-30T22:55:11.706" v="1" actId="478"/>
          <ac:inkMkLst>
            <pc:docMk/>
            <pc:sldMk cId="2825408408" sldId="483"/>
            <ac:inkMk id="219" creationId="{61719199-70CB-799C-E8AD-33BAD86F05F5}"/>
          </ac:inkMkLst>
        </pc:inkChg>
        <pc:inkChg chg="del">
          <ac:chgData name="Mohammad Hasan" userId="d4b62e5f-30fe-45a7-8f36-1981bbe99191" providerId="ADAL" clId="{487EB926-6A3E-51BF-A762-EF06D8678B1B}" dt="2026-10-30T22:55:11.706" v="1" actId="478"/>
          <ac:inkMkLst>
            <pc:docMk/>
            <pc:sldMk cId="2825408408" sldId="483"/>
            <ac:inkMk id="220" creationId="{145B12E2-5649-4C97-5D42-1896BED6F575}"/>
          </ac:inkMkLst>
        </pc:inkChg>
        <pc:inkChg chg="del">
          <ac:chgData name="Mohammad Hasan" userId="d4b62e5f-30fe-45a7-8f36-1981bbe99191" providerId="ADAL" clId="{487EB926-6A3E-51BF-A762-EF06D8678B1B}" dt="2026-10-30T22:55:11.706" v="1" actId="478"/>
          <ac:inkMkLst>
            <pc:docMk/>
            <pc:sldMk cId="2825408408" sldId="483"/>
            <ac:inkMk id="221" creationId="{DD7CB19F-6867-A262-5B3B-0595989CB9D5}"/>
          </ac:inkMkLst>
        </pc:inkChg>
        <pc:inkChg chg="del">
          <ac:chgData name="Mohammad Hasan" userId="d4b62e5f-30fe-45a7-8f36-1981bbe99191" providerId="ADAL" clId="{487EB926-6A3E-51BF-A762-EF06D8678B1B}" dt="2026-10-30T22:55:11.706" v="1" actId="478"/>
          <ac:inkMkLst>
            <pc:docMk/>
            <pc:sldMk cId="2825408408" sldId="483"/>
            <ac:inkMk id="223" creationId="{C5C3394A-94FA-BD18-E436-F6DE57C801AB}"/>
          </ac:inkMkLst>
        </pc:inkChg>
        <pc:inkChg chg="del">
          <ac:chgData name="Mohammad Hasan" userId="d4b62e5f-30fe-45a7-8f36-1981bbe99191" providerId="ADAL" clId="{487EB926-6A3E-51BF-A762-EF06D8678B1B}" dt="2026-10-30T22:55:11.706" v="1" actId="478"/>
          <ac:inkMkLst>
            <pc:docMk/>
            <pc:sldMk cId="2825408408" sldId="483"/>
            <ac:inkMk id="227" creationId="{AAFB4EE3-4723-D773-9AA4-71222B53AA33}"/>
          </ac:inkMkLst>
        </pc:inkChg>
        <pc:inkChg chg="del">
          <ac:chgData name="Mohammad Hasan" userId="d4b62e5f-30fe-45a7-8f36-1981bbe99191" providerId="ADAL" clId="{487EB926-6A3E-51BF-A762-EF06D8678B1B}" dt="2026-10-30T22:55:11.706" v="1" actId="478"/>
          <ac:inkMkLst>
            <pc:docMk/>
            <pc:sldMk cId="2825408408" sldId="483"/>
            <ac:inkMk id="242" creationId="{F584D4F5-7A3A-61A5-3BAA-EB652EA59156}"/>
          </ac:inkMkLst>
        </pc:inkChg>
        <pc:inkChg chg="del">
          <ac:chgData name="Mohammad Hasan" userId="d4b62e5f-30fe-45a7-8f36-1981bbe99191" providerId="ADAL" clId="{487EB926-6A3E-51BF-A762-EF06D8678B1B}" dt="2026-10-30T22:55:11.706" v="1" actId="478"/>
          <ac:inkMkLst>
            <pc:docMk/>
            <pc:sldMk cId="2825408408" sldId="483"/>
            <ac:inkMk id="243" creationId="{9314B5AC-DA43-D14D-3FB6-1EC08685DE2E}"/>
          </ac:inkMkLst>
        </pc:inkChg>
        <pc:inkChg chg="del">
          <ac:chgData name="Mohammad Hasan" userId="d4b62e5f-30fe-45a7-8f36-1981bbe99191" providerId="ADAL" clId="{487EB926-6A3E-51BF-A762-EF06D8678B1B}" dt="2026-10-30T22:55:11.706" v="1" actId="478"/>
          <ac:inkMkLst>
            <pc:docMk/>
            <pc:sldMk cId="2825408408" sldId="483"/>
            <ac:inkMk id="244" creationId="{5999BCCF-E4FB-F4DF-3254-455D840EA95E}"/>
          </ac:inkMkLst>
        </pc:inkChg>
        <pc:inkChg chg="del">
          <ac:chgData name="Mohammad Hasan" userId="d4b62e5f-30fe-45a7-8f36-1981bbe99191" providerId="ADAL" clId="{487EB926-6A3E-51BF-A762-EF06D8678B1B}" dt="2026-10-30T22:55:11.706" v="1" actId="478"/>
          <ac:inkMkLst>
            <pc:docMk/>
            <pc:sldMk cId="2825408408" sldId="483"/>
            <ac:inkMk id="260" creationId="{343A402B-70F2-07C5-97F3-3074BA64606A}"/>
          </ac:inkMkLst>
        </pc:inkChg>
      </pc:sldChg>
      <pc:sldChg chg="delSp mod">
        <pc:chgData name="Mohammad Hasan" userId="d4b62e5f-30fe-45a7-8f36-1981bbe99191" providerId="ADAL" clId="{487EB926-6A3E-51BF-A762-EF06D8678B1B}" dt="2026-10-30T22:55:18.460" v="3" actId="478"/>
        <pc:sldMkLst>
          <pc:docMk/>
          <pc:sldMk cId="2051287928" sldId="486"/>
        </pc:sldMkLst>
        <pc:inkChg chg="del">
          <ac:chgData name="Mohammad Hasan" userId="d4b62e5f-30fe-45a7-8f36-1981bbe99191" providerId="ADAL" clId="{487EB926-6A3E-51BF-A762-EF06D8678B1B}" dt="2026-10-30T22:55:16.159" v="2" actId="478"/>
          <ac:inkMkLst>
            <pc:docMk/>
            <pc:sldMk cId="2051287928" sldId="486"/>
            <ac:inkMk id="28" creationId="{9DBBEE77-FBB2-746F-8DD8-9F88D5A113DC}"/>
          </ac:inkMkLst>
        </pc:inkChg>
        <pc:inkChg chg="del">
          <ac:chgData name="Mohammad Hasan" userId="d4b62e5f-30fe-45a7-8f36-1981bbe99191" providerId="ADAL" clId="{487EB926-6A3E-51BF-A762-EF06D8678B1B}" dt="2026-10-30T22:55:16.159" v="2" actId="478"/>
          <ac:inkMkLst>
            <pc:docMk/>
            <pc:sldMk cId="2051287928" sldId="486"/>
            <ac:inkMk id="30" creationId="{8EE2FC4C-F91D-006D-7977-990291EB13A7}"/>
          </ac:inkMkLst>
        </pc:inkChg>
        <pc:inkChg chg="del">
          <ac:chgData name="Mohammad Hasan" userId="d4b62e5f-30fe-45a7-8f36-1981bbe99191" providerId="ADAL" clId="{487EB926-6A3E-51BF-A762-EF06D8678B1B}" dt="2026-10-30T22:55:16.159" v="2" actId="478"/>
          <ac:inkMkLst>
            <pc:docMk/>
            <pc:sldMk cId="2051287928" sldId="486"/>
            <ac:inkMk id="43" creationId="{678F7466-CB40-3E25-51EA-505411593DBE}"/>
          </ac:inkMkLst>
        </pc:inkChg>
        <pc:inkChg chg="del">
          <ac:chgData name="Mohammad Hasan" userId="d4b62e5f-30fe-45a7-8f36-1981bbe99191" providerId="ADAL" clId="{487EB926-6A3E-51BF-A762-EF06D8678B1B}" dt="2026-10-30T22:55:16.159" v="2" actId="478"/>
          <ac:inkMkLst>
            <pc:docMk/>
            <pc:sldMk cId="2051287928" sldId="486"/>
            <ac:inkMk id="75" creationId="{94120C18-9B96-884C-18D9-DFD2C7386D11}"/>
          </ac:inkMkLst>
        </pc:inkChg>
        <pc:inkChg chg="del">
          <ac:chgData name="Mohammad Hasan" userId="d4b62e5f-30fe-45a7-8f36-1981bbe99191" providerId="ADAL" clId="{487EB926-6A3E-51BF-A762-EF06D8678B1B}" dt="2026-10-30T22:55:16.159" v="2" actId="478"/>
          <ac:inkMkLst>
            <pc:docMk/>
            <pc:sldMk cId="2051287928" sldId="486"/>
            <ac:inkMk id="105" creationId="{C40A0E63-6FA1-7A92-7E29-9267B32CE687}"/>
          </ac:inkMkLst>
        </pc:inkChg>
        <pc:inkChg chg="del">
          <ac:chgData name="Mohammad Hasan" userId="d4b62e5f-30fe-45a7-8f36-1981bbe99191" providerId="ADAL" clId="{487EB926-6A3E-51BF-A762-EF06D8678B1B}" dt="2026-10-30T22:55:16.159" v="2" actId="478"/>
          <ac:inkMkLst>
            <pc:docMk/>
            <pc:sldMk cId="2051287928" sldId="486"/>
            <ac:inkMk id="126" creationId="{8CDE8C6A-1157-D4CE-B4A0-E72A82B17904}"/>
          </ac:inkMkLst>
        </pc:inkChg>
        <pc:inkChg chg="del">
          <ac:chgData name="Mohammad Hasan" userId="d4b62e5f-30fe-45a7-8f36-1981bbe99191" providerId="ADAL" clId="{487EB926-6A3E-51BF-A762-EF06D8678B1B}" dt="2026-10-30T22:55:16.159" v="2" actId="478"/>
          <ac:inkMkLst>
            <pc:docMk/>
            <pc:sldMk cId="2051287928" sldId="486"/>
            <ac:inkMk id="130" creationId="{E9EF2949-F539-0FFE-4B25-FF7696C2EF7D}"/>
          </ac:inkMkLst>
        </pc:inkChg>
        <pc:inkChg chg="del">
          <ac:chgData name="Mohammad Hasan" userId="d4b62e5f-30fe-45a7-8f36-1981bbe99191" providerId="ADAL" clId="{487EB926-6A3E-51BF-A762-EF06D8678B1B}" dt="2026-10-30T22:55:16.159" v="2" actId="478"/>
          <ac:inkMkLst>
            <pc:docMk/>
            <pc:sldMk cId="2051287928" sldId="486"/>
            <ac:inkMk id="138" creationId="{76E9106C-BC2C-306E-26DE-C91680BAF740}"/>
          </ac:inkMkLst>
        </pc:inkChg>
        <pc:inkChg chg="del">
          <ac:chgData name="Mohammad Hasan" userId="d4b62e5f-30fe-45a7-8f36-1981bbe99191" providerId="ADAL" clId="{487EB926-6A3E-51BF-A762-EF06D8678B1B}" dt="2026-10-30T22:55:16.159" v="2" actId="478"/>
          <ac:inkMkLst>
            <pc:docMk/>
            <pc:sldMk cId="2051287928" sldId="486"/>
            <ac:inkMk id="194" creationId="{2B1CC87D-5DF8-210D-C59E-2F8406F68762}"/>
          </ac:inkMkLst>
        </pc:inkChg>
        <pc:inkChg chg="del">
          <ac:chgData name="Mohammad Hasan" userId="d4b62e5f-30fe-45a7-8f36-1981bbe99191" providerId="ADAL" clId="{487EB926-6A3E-51BF-A762-EF06D8678B1B}" dt="2026-10-30T22:55:18.460" v="3" actId="478"/>
          <ac:inkMkLst>
            <pc:docMk/>
            <pc:sldMk cId="2051287928" sldId="486"/>
            <ac:inkMk id="201" creationId="{3EF1AAC0-EB7C-68A5-27BF-184A4E78E5FA}"/>
          </ac:inkMkLst>
        </pc:inkChg>
        <pc:inkChg chg="del">
          <ac:chgData name="Mohammad Hasan" userId="d4b62e5f-30fe-45a7-8f36-1981bbe99191" providerId="ADAL" clId="{487EB926-6A3E-51BF-A762-EF06D8678B1B}" dt="2026-10-30T22:55:18.460" v="3" actId="478"/>
          <ac:inkMkLst>
            <pc:docMk/>
            <pc:sldMk cId="2051287928" sldId="486"/>
            <ac:inkMk id="249" creationId="{1786D6E7-8695-AFE8-2A38-CC813A2C7D7F}"/>
          </ac:inkMkLst>
        </pc:inkChg>
        <pc:inkChg chg="del">
          <ac:chgData name="Mohammad Hasan" userId="d4b62e5f-30fe-45a7-8f36-1981bbe99191" providerId="ADAL" clId="{487EB926-6A3E-51BF-A762-EF06D8678B1B}" dt="2026-10-30T22:55:18.460" v="3" actId="478"/>
          <ac:inkMkLst>
            <pc:docMk/>
            <pc:sldMk cId="2051287928" sldId="486"/>
            <ac:inkMk id="254" creationId="{46256976-AFAD-623E-97C1-CD606950856C}"/>
          </ac:inkMkLst>
        </pc:inkChg>
        <pc:inkChg chg="del">
          <ac:chgData name="Mohammad Hasan" userId="d4b62e5f-30fe-45a7-8f36-1981bbe99191" providerId="ADAL" clId="{487EB926-6A3E-51BF-A762-EF06D8678B1B}" dt="2026-10-30T22:55:18.460" v="3" actId="478"/>
          <ac:inkMkLst>
            <pc:docMk/>
            <pc:sldMk cId="2051287928" sldId="486"/>
            <ac:inkMk id="294" creationId="{0653F201-DD67-41FA-BFA0-B644F6E3A973}"/>
          </ac:inkMkLst>
        </pc:inkChg>
        <pc:inkChg chg="del">
          <ac:chgData name="Mohammad Hasan" userId="d4b62e5f-30fe-45a7-8f36-1981bbe99191" providerId="ADAL" clId="{487EB926-6A3E-51BF-A762-EF06D8678B1B}" dt="2026-10-30T22:55:18.460" v="3" actId="478"/>
          <ac:inkMkLst>
            <pc:docMk/>
            <pc:sldMk cId="2051287928" sldId="486"/>
            <ac:inkMk id="354" creationId="{6A958741-EEA0-04E5-71A9-8FBFC95068DB}"/>
          </ac:inkMkLst>
        </pc:inkChg>
        <pc:inkChg chg="del">
          <ac:chgData name="Mohammad Hasan" userId="d4b62e5f-30fe-45a7-8f36-1981bbe99191" providerId="ADAL" clId="{487EB926-6A3E-51BF-A762-EF06D8678B1B}" dt="2026-10-30T22:55:18.460" v="3" actId="478"/>
          <ac:inkMkLst>
            <pc:docMk/>
            <pc:sldMk cId="2051287928" sldId="486"/>
            <ac:inkMk id="362" creationId="{10CD2B86-2ECD-E1F8-35F6-8E6B89A73763}"/>
          </ac:inkMkLst>
        </pc:inkChg>
        <pc:inkChg chg="del">
          <ac:chgData name="Mohammad Hasan" userId="d4b62e5f-30fe-45a7-8f36-1981bbe99191" providerId="ADAL" clId="{487EB926-6A3E-51BF-A762-EF06D8678B1B}" dt="2026-10-30T22:55:18.460" v="3" actId="478"/>
          <ac:inkMkLst>
            <pc:docMk/>
            <pc:sldMk cId="2051287928" sldId="486"/>
            <ac:inkMk id="390" creationId="{21841AE3-CF8E-8275-548F-D09E2F632A56}"/>
          </ac:inkMkLst>
        </pc:inkChg>
        <pc:inkChg chg="del">
          <ac:chgData name="Mohammad Hasan" userId="d4b62e5f-30fe-45a7-8f36-1981bbe99191" providerId="ADAL" clId="{487EB926-6A3E-51BF-A762-EF06D8678B1B}" dt="2026-10-30T22:55:16.159" v="2" actId="478"/>
          <ac:inkMkLst>
            <pc:docMk/>
            <pc:sldMk cId="2051287928" sldId="486"/>
            <ac:inkMk id="399" creationId="{3FB46A88-5509-6E57-5B4C-F9AFC42A8A2F}"/>
          </ac:inkMkLst>
        </pc:inkChg>
        <pc:inkChg chg="del">
          <ac:chgData name="Mohammad Hasan" userId="d4b62e5f-30fe-45a7-8f36-1981bbe99191" providerId="ADAL" clId="{487EB926-6A3E-51BF-A762-EF06D8678B1B}" dt="2026-10-30T22:55:18.460" v="3" actId="478"/>
          <ac:inkMkLst>
            <pc:docMk/>
            <pc:sldMk cId="2051287928" sldId="486"/>
            <ac:inkMk id="416" creationId="{5F2492C4-0255-DF3F-2511-6578421C337E}"/>
          </ac:inkMkLst>
        </pc:inkChg>
        <pc:inkChg chg="del">
          <ac:chgData name="Mohammad Hasan" userId="d4b62e5f-30fe-45a7-8f36-1981bbe99191" providerId="ADAL" clId="{487EB926-6A3E-51BF-A762-EF06D8678B1B}" dt="2026-10-30T22:55:18.460" v="3" actId="478"/>
          <ac:inkMkLst>
            <pc:docMk/>
            <pc:sldMk cId="2051287928" sldId="486"/>
            <ac:inkMk id="438" creationId="{3E41B7C1-4520-D454-88C5-6880726ADBDD}"/>
          </ac:inkMkLst>
        </pc:inkChg>
        <pc:inkChg chg="del">
          <ac:chgData name="Mohammad Hasan" userId="d4b62e5f-30fe-45a7-8f36-1981bbe99191" providerId="ADAL" clId="{487EB926-6A3E-51BF-A762-EF06D8678B1B}" dt="2026-10-30T22:55:18.460" v="3" actId="478"/>
          <ac:inkMkLst>
            <pc:docMk/>
            <pc:sldMk cId="2051287928" sldId="486"/>
            <ac:inkMk id="449" creationId="{46CB0631-6516-016C-AED8-53FF30E2EA6B}"/>
          </ac:inkMkLst>
        </pc:inkChg>
      </pc:sldChg>
      <pc:sldChg chg="delSp mod">
        <pc:chgData name="Mohammad Hasan" userId="d4b62e5f-30fe-45a7-8f36-1981bbe99191" providerId="ADAL" clId="{487EB926-6A3E-51BF-A762-EF06D8678B1B}" dt="2026-10-30T22:55:24.829" v="5" actId="478"/>
        <pc:sldMkLst>
          <pc:docMk/>
          <pc:sldMk cId="2608099985" sldId="487"/>
        </pc:sldMkLst>
        <pc:inkChg chg="del">
          <ac:chgData name="Mohammad Hasan" userId="d4b62e5f-30fe-45a7-8f36-1981bbe99191" providerId="ADAL" clId="{487EB926-6A3E-51BF-A762-EF06D8678B1B}" dt="2026-10-30T22:55:22.433" v="4" actId="478"/>
          <ac:inkMkLst>
            <pc:docMk/>
            <pc:sldMk cId="2608099985" sldId="487"/>
            <ac:inkMk id="15" creationId="{7A22C875-CB0E-8474-E6AF-57AE629681E7}"/>
          </ac:inkMkLst>
        </pc:inkChg>
        <pc:inkChg chg="del">
          <ac:chgData name="Mohammad Hasan" userId="d4b62e5f-30fe-45a7-8f36-1981bbe99191" providerId="ADAL" clId="{487EB926-6A3E-51BF-A762-EF06D8678B1B}" dt="2026-10-30T22:55:24.829" v="5" actId="478"/>
          <ac:inkMkLst>
            <pc:docMk/>
            <pc:sldMk cId="2608099985" sldId="487"/>
            <ac:inkMk id="24" creationId="{3A0AB2E7-D327-3B4E-9FE2-8AB47546A1E8}"/>
          </ac:inkMkLst>
        </pc:inkChg>
        <pc:inkChg chg="del">
          <ac:chgData name="Mohammad Hasan" userId="d4b62e5f-30fe-45a7-8f36-1981bbe99191" providerId="ADAL" clId="{487EB926-6A3E-51BF-A762-EF06D8678B1B}" dt="2026-10-30T22:55:22.433" v="4" actId="478"/>
          <ac:inkMkLst>
            <pc:docMk/>
            <pc:sldMk cId="2608099985" sldId="487"/>
            <ac:inkMk id="50" creationId="{783D95C1-D3A8-8A4E-23B1-7A231F407487}"/>
          </ac:inkMkLst>
        </pc:inkChg>
        <pc:inkChg chg="del">
          <ac:chgData name="Mohammad Hasan" userId="d4b62e5f-30fe-45a7-8f36-1981bbe99191" providerId="ADAL" clId="{487EB926-6A3E-51BF-A762-EF06D8678B1B}" dt="2026-10-30T22:55:22.433" v="4" actId="478"/>
          <ac:inkMkLst>
            <pc:docMk/>
            <pc:sldMk cId="2608099985" sldId="487"/>
            <ac:inkMk id="69" creationId="{3FF317D7-CC03-D5F6-FE99-C77735DEAE0C}"/>
          </ac:inkMkLst>
        </pc:inkChg>
        <pc:inkChg chg="del">
          <ac:chgData name="Mohammad Hasan" userId="d4b62e5f-30fe-45a7-8f36-1981bbe99191" providerId="ADAL" clId="{487EB926-6A3E-51BF-A762-EF06D8678B1B}" dt="2026-10-30T22:55:22.433" v="4" actId="478"/>
          <ac:inkMkLst>
            <pc:docMk/>
            <pc:sldMk cId="2608099985" sldId="487"/>
            <ac:inkMk id="90" creationId="{2CDCEC64-D1FC-BF99-5C4A-708E0CD03BDA}"/>
          </ac:inkMkLst>
        </pc:inkChg>
        <pc:inkChg chg="del">
          <ac:chgData name="Mohammad Hasan" userId="d4b62e5f-30fe-45a7-8f36-1981bbe99191" providerId="ADAL" clId="{487EB926-6A3E-51BF-A762-EF06D8678B1B}" dt="2026-10-30T22:55:22.433" v="4" actId="478"/>
          <ac:inkMkLst>
            <pc:docMk/>
            <pc:sldMk cId="2608099985" sldId="487"/>
            <ac:inkMk id="93" creationId="{AA0E76E6-7990-0408-D10E-D1FF77915D9F}"/>
          </ac:inkMkLst>
        </pc:inkChg>
        <pc:inkChg chg="del">
          <ac:chgData name="Mohammad Hasan" userId="d4b62e5f-30fe-45a7-8f36-1981bbe99191" providerId="ADAL" clId="{487EB926-6A3E-51BF-A762-EF06D8678B1B}" dt="2026-10-30T22:55:22.433" v="4" actId="478"/>
          <ac:inkMkLst>
            <pc:docMk/>
            <pc:sldMk cId="2608099985" sldId="487"/>
            <ac:inkMk id="124" creationId="{06CE9EF2-8848-04DA-FDD6-CFEF8D2C8ABF}"/>
          </ac:inkMkLst>
        </pc:inkChg>
        <pc:inkChg chg="del">
          <ac:chgData name="Mohammad Hasan" userId="d4b62e5f-30fe-45a7-8f36-1981bbe99191" providerId="ADAL" clId="{487EB926-6A3E-51BF-A762-EF06D8678B1B}" dt="2026-10-30T22:55:22.433" v="4" actId="478"/>
          <ac:inkMkLst>
            <pc:docMk/>
            <pc:sldMk cId="2608099985" sldId="487"/>
            <ac:inkMk id="140" creationId="{D8F26665-C4DE-BDC4-7D82-3E79CD73A31A}"/>
          </ac:inkMkLst>
        </pc:inkChg>
        <pc:inkChg chg="del">
          <ac:chgData name="Mohammad Hasan" userId="d4b62e5f-30fe-45a7-8f36-1981bbe99191" providerId="ADAL" clId="{487EB926-6A3E-51BF-A762-EF06D8678B1B}" dt="2026-10-30T22:55:22.433" v="4" actId="478"/>
          <ac:inkMkLst>
            <pc:docMk/>
            <pc:sldMk cId="2608099985" sldId="487"/>
            <ac:inkMk id="141" creationId="{D74E463B-4513-5FBD-6036-E9C76833532C}"/>
          </ac:inkMkLst>
        </pc:inkChg>
        <pc:inkChg chg="del">
          <ac:chgData name="Mohammad Hasan" userId="d4b62e5f-30fe-45a7-8f36-1981bbe99191" providerId="ADAL" clId="{487EB926-6A3E-51BF-A762-EF06D8678B1B}" dt="2026-10-30T22:55:22.433" v="4" actId="478"/>
          <ac:inkMkLst>
            <pc:docMk/>
            <pc:sldMk cId="2608099985" sldId="487"/>
            <ac:inkMk id="142" creationId="{162DED49-EC62-4269-32F2-798F8D59428A}"/>
          </ac:inkMkLst>
        </pc:inkChg>
        <pc:inkChg chg="del">
          <ac:chgData name="Mohammad Hasan" userId="d4b62e5f-30fe-45a7-8f36-1981bbe99191" providerId="ADAL" clId="{487EB926-6A3E-51BF-A762-EF06D8678B1B}" dt="2026-10-30T22:55:22.433" v="4" actId="478"/>
          <ac:inkMkLst>
            <pc:docMk/>
            <pc:sldMk cId="2608099985" sldId="487"/>
            <ac:inkMk id="178" creationId="{F740DFF6-655C-A541-F388-C429CD21ED62}"/>
          </ac:inkMkLst>
        </pc:inkChg>
        <pc:inkChg chg="del">
          <ac:chgData name="Mohammad Hasan" userId="d4b62e5f-30fe-45a7-8f36-1981bbe99191" providerId="ADAL" clId="{487EB926-6A3E-51BF-A762-EF06D8678B1B}" dt="2026-10-30T22:55:24.829" v="5" actId="478"/>
          <ac:inkMkLst>
            <pc:docMk/>
            <pc:sldMk cId="2608099985" sldId="487"/>
            <ac:inkMk id="244" creationId="{E65E5EA2-D31A-4991-BF5E-E622BDF35CD2}"/>
          </ac:inkMkLst>
        </pc:inkChg>
        <pc:inkChg chg="del">
          <ac:chgData name="Mohammad Hasan" userId="d4b62e5f-30fe-45a7-8f36-1981bbe99191" providerId="ADAL" clId="{487EB926-6A3E-51BF-A762-EF06D8678B1B}" dt="2026-10-30T22:55:24.829" v="5" actId="478"/>
          <ac:inkMkLst>
            <pc:docMk/>
            <pc:sldMk cId="2608099985" sldId="487"/>
            <ac:inkMk id="274" creationId="{14C4D203-D35F-99E3-CF3D-5D4946DD55BB}"/>
          </ac:inkMkLst>
        </pc:inkChg>
        <pc:inkChg chg="del">
          <ac:chgData name="Mohammad Hasan" userId="d4b62e5f-30fe-45a7-8f36-1981bbe99191" providerId="ADAL" clId="{487EB926-6A3E-51BF-A762-EF06D8678B1B}" dt="2026-10-30T22:55:24.829" v="5" actId="478"/>
          <ac:inkMkLst>
            <pc:docMk/>
            <pc:sldMk cId="2608099985" sldId="487"/>
            <ac:inkMk id="275" creationId="{36A434EA-C0E7-9287-2891-08735827FD09}"/>
          </ac:inkMkLst>
        </pc:inkChg>
        <pc:inkChg chg="del">
          <ac:chgData name="Mohammad Hasan" userId="d4b62e5f-30fe-45a7-8f36-1981bbe99191" providerId="ADAL" clId="{487EB926-6A3E-51BF-A762-EF06D8678B1B}" dt="2026-10-30T22:55:24.829" v="5" actId="478"/>
          <ac:inkMkLst>
            <pc:docMk/>
            <pc:sldMk cId="2608099985" sldId="487"/>
            <ac:inkMk id="295" creationId="{9F4AC3BD-F879-046B-0F01-D6A831F78B94}"/>
          </ac:inkMkLst>
        </pc:inkChg>
        <pc:inkChg chg="del">
          <ac:chgData name="Mohammad Hasan" userId="d4b62e5f-30fe-45a7-8f36-1981bbe99191" providerId="ADAL" clId="{487EB926-6A3E-51BF-A762-EF06D8678B1B}" dt="2026-10-30T22:55:24.829" v="5" actId="478"/>
          <ac:inkMkLst>
            <pc:docMk/>
            <pc:sldMk cId="2608099985" sldId="487"/>
            <ac:inkMk id="307" creationId="{9E38F20D-1C14-6607-0186-47C16F02096D}"/>
          </ac:inkMkLst>
        </pc:inkChg>
        <pc:inkChg chg="del">
          <ac:chgData name="Mohammad Hasan" userId="d4b62e5f-30fe-45a7-8f36-1981bbe99191" providerId="ADAL" clId="{487EB926-6A3E-51BF-A762-EF06D8678B1B}" dt="2026-10-30T22:55:24.829" v="5" actId="478"/>
          <ac:inkMkLst>
            <pc:docMk/>
            <pc:sldMk cId="2608099985" sldId="487"/>
            <ac:inkMk id="312" creationId="{74D851DC-6880-5210-F5A7-930EEEED7572}"/>
          </ac:inkMkLst>
        </pc:inkChg>
        <pc:inkChg chg="del">
          <ac:chgData name="Mohammad Hasan" userId="d4b62e5f-30fe-45a7-8f36-1981bbe99191" providerId="ADAL" clId="{487EB926-6A3E-51BF-A762-EF06D8678B1B}" dt="2026-10-30T22:55:24.829" v="5" actId="478"/>
          <ac:inkMkLst>
            <pc:docMk/>
            <pc:sldMk cId="2608099985" sldId="487"/>
            <ac:inkMk id="338" creationId="{31393BC8-C85C-CDDC-57E9-78D4B90F2D2D}"/>
          </ac:inkMkLst>
        </pc:inkChg>
        <pc:inkChg chg="del">
          <ac:chgData name="Mohammad Hasan" userId="d4b62e5f-30fe-45a7-8f36-1981bbe99191" providerId="ADAL" clId="{487EB926-6A3E-51BF-A762-EF06D8678B1B}" dt="2026-10-30T22:55:24.829" v="5" actId="478"/>
          <ac:inkMkLst>
            <pc:docMk/>
            <pc:sldMk cId="2608099985" sldId="487"/>
            <ac:inkMk id="384" creationId="{5B6C90F9-7286-C399-78F1-A9DEBDDD5D36}"/>
          </ac:inkMkLst>
        </pc:inkChg>
        <pc:inkChg chg="del">
          <ac:chgData name="Mohammad Hasan" userId="d4b62e5f-30fe-45a7-8f36-1981bbe99191" providerId="ADAL" clId="{487EB926-6A3E-51BF-A762-EF06D8678B1B}" dt="2026-10-30T22:55:24.829" v="5" actId="478"/>
          <ac:inkMkLst>
            <pc:docMk/>
            <pc:sldMk cId="2608099985" sldId="487"/>
            <ac:inkMk id="402" creationId="{A9834277-E7A5-4F71-8B27-67F83A561F1B}"/>
          </ac:inkMkLst>
        </pc:inkChg>
      </pc:sldChg>
      <pc:sldChg chg="delSp mod">
        <pc:chgData name="Mohammad Hasan" userId="d4b62e5f-30fe-45a7-8f36-1981bbe99191" providerId="ADAL" clId="{487EB926-6A3E-51BF-A762-EF06D8678B1B}" dt="2026-10-30T22:55:30.285" v="7" actId="478"/>
        <pc:sldMkLst>
          <pc:docMk/>
          <pc:sldMk cId="1243013368" sldId="488"/>
        </pc:sldMkLst>
        <pc:inkChg chg="del">
          <ac:chgData name="Mohammad Hasan" userId="d4b62e5f-30fe-45a7-8f36-1981bbe99191" providerId="ADAL" clId="{487EB926-6A3E-51BF-A762-EF06D8678B1B}" dt="2026-10-30T22:55:28.189" v="6" actId="478"/>
          <ac:inkMkLst>
            <pc:docMk/>
            <pc:sldMk cId="1243013368" sldId="488"/>
            <ac:inkMk id="24" creationId="{862894F8-2C62-44B0-38DE-E56F50D3D6B3}"/>
          </ac:inkMkLst>
        </pc:inkChg>
        <pc:inkChg chg="del">
          <ac:chgData name="Mohammad Hasan" userId="d4b62e5f-30fe-45a7-8f36-1981bbe99191" providerId="ADAL" clId="{487EB926-6A3E-51BF-A762-EF06D8678B1B}" dt="2026-10-30T22:55:28.189" v="6" actId="478"/>
          <ac:inkMkLst>
            <pc:docMk/>
            <pc:sldMk cId="1243013368" sldId="488"/>
            <ac:inkMk id="31" creationId="{30285EAD-EEE3-1283-E7E7-BC874C6218F4}"/>
          </ac:inkMkLst>
        </pc:inkChg>
        <pc:inkChg chg="del">
          <ac:chgData name="Mohammad Hasan" userId="d4b62e5f-30fe-45a7-8f36-1981bbe99191" providerId="ADAL" clId="{487EB926-6A3E-51BF-A762-EF06D8678B1B}" dt="2026-10-30T22:55:28.189" v="6" actId="478"/>
          <ac:inkMkLst>
            <pc:docMk/>
            <pc:sldMk cId="1243013368" sldId="488"/>
            <ac:inkMk id="60" creationId="{7B8D992C-D488-86C7-3F30-288B99213603}"/>
          </ac:inkMkLst>
        </pc:inkChg>
        <pc:inkChg chg="del">
          <ac:chgData name="Mohammad Hasan" userId="d4b62e5f-30fe-45a7-8f36-1981bbe99191" providerId="ADAL" clId="{487EB926-6A3E-51BF-A762-EF06D8678B1B}" dt="2026-10-30T22:55:28.189" v="6" actId="478"/>
          <ac:inkMkLst>
            <pc:docMk/>
            <pc:sldMk cId="1243013368" sldId="488"/>
            <ac:inkMk id="66" creationId="{CBCAB238-BA5B-DBAA-7D52-3ACFC6AC1FBD}"/>
          </ac:inkMkLst>
        </pc:inkChg>
        <pc:inkChg chg="del">
          <ac:chgData name="Mohammad Hasan" userId="d4b62e5f-30fe-45a7-8f36-1981bbe99191" providerId="ADAL" clId="{487EB926-6A3E-51BF-A762-EF06D8678B1B}" dt="2026-10-30T22:55:28.189" v="6" actId="478"/>
          <ac:inkMkLst>
            <pc:docMk/>
            <pc:sldMk cId="1243013368" sldId="488"/>
            <ac:inkMk id="77" creationId="{DAC7CEAE-48A4-C07B-1441-02DE175025F8}"/>
          </ac:inkMkLst>
        </pc:inkChg>
        <pc:inkChg chg="del">
          <ac:chgData name="Mohammad Hasan" userId="d4b62e5f-30fe-45a7-8f36-1981bbe99191" providerId="ADAL" clId="{487EB926-6A3E-51BF-A762-EF06D8678B1B}" dt="2026-10-30T22:55:28.189" v="6" actId="478"/>
          <ac:inkMkLst>
            <pc:docMk/>
            <pc:sldMk cId="1243013368" sldId="488"/>
            <ac:inkMk id="82" creationId="{68DC0361-02C3-3E36-FDBC-1D2E46CF2EE9}"/>
          </ac:inkMkLst>
        </pc:inkChg>
        <pc:inkChg chg="del">
          <ac:chgData name="Mohammad Hasan" userId="d4b62e5f-30fe-45a7-8f36-1981bbe99191" providerId="ADAL" clId="{487EB926-6A3E-51BF-A762-EF06D8678B1B}" dt="2026-10-30T22:55:28.189" v="6" actId="478"/>
          <ac:inkMkLst>
            <pc:docMk/>
            <pc:sldMk cId="1243013368" sldId="488"/>
            <ac:inkMk id="85" creationId="{F677848F-F05C-B8EB-013B-9B7218096C1E}"/>
          </ac:inkMkLst>
        </pc:inkChg>
        <pc:inkChg chg="del">
          <ac:chgData name="Mohammad Hasan" userId="d4b62e5f-30fe-45a7-8f36-1981bbe99191" providerId="ADAL" clId="{487EB926-6A3E-51BF-A762-EF06D8678B1B}" dt="2026-10-30T22:55:28.189" v="6" actId="478"/>
          <ac:inkMkLst>
            <pc:docMk/>
            <pc:sldMk cId="1243013368" sldId="488"/>
            <ac:inkMk id="87" creationId="{50FC5E12-80B3-4C42-5278-441AC6BE4DF6}"/>
          </ac:inkMkLst>
        </pc:inkChg>
        <pc:inkChg chg="del">
          <ac:chgData name="Mohammad Hasan" userId="d4b62e5f-30fe-45a7-8f36-1981bbe99191" providerId="ADAL" clId="{487EB926-6A3E-51BF-A762-EF06D8678B1B}" dt="2026-10-30T22:55:28.189" v="6" actId="478"/>
          <ac:inkMkLst>
            <pc:docMk/>
            <pc:sldMk cId="1243013368" sldId="488"/>
            <ac:inkMk id="94" creationId="{4087586F-E4AC-BEA4-3EA3-1135E8A7D580}"/>
          </ac:inkMkLst>
        </pc:inkChg>
        <pc:inkChg chg="del">
          <ac:chgData name="Mohammad Hasan" userId="d4b62e5f-30fe-45a7-8f36-1981bbe99191" providerId="ADAL" clId="{487EB926-6A3E-51BF-A762-EF06D8678B1B}" dt="2026-10-30T22:55:28.189" v="6" actId="478"/>
          <ac:inkMkLst>
            <pc:docMk/>
            <pc:sldMk cId="1243013368" sldId="488"/>
            <ac:inkMk id="102" creationId="{0073AB0E-8F5B-8F53-46D5-D88EB8ABF185}"/>
          </ac:inkMkLst>
        </pc:inkChg>
        <pc:inkChg chg="del">
          <ac:chgData name="Mohammad Hasan" userId="d4b62e5f-30fe-45a7-8f36-1981bbe99191" providerId="ADAL" clId="{487EB926-6A3E-51BF-A762-EF06D8678B1B}" dt="2026-10-30T22:55:30.285" v="7" actId="478"/>
          <ac:inkMkLst>
            <pc:docMk/>
            <pc:sldMk cId="1243013368" sldId="488"/>
            <ac:inkMk id="165" creationId="{C2C4862C-3A4A-72E4-C422-3F2D43D24F1A}"/>
          </ac:inkMkLst>
        </pc:inkChg>
        <pc:inkChg chg="del">
          <ac:chgData name="Mohammad Hasan" userId="d4b62e5f-30fe-45a7-8f36-1981bbe99191" providerId="ADAL" clId="{487EB926-6A3E-51BF-A762-EF06D8678B1B}" dt="2026-10-30T22:55:30.285" v="7" actId="478"/>
          <ac:inkMkLst>
            <pc:docMk/>
            <pc:sldMk cId="1243013368" sldId="488"/>
            <ac:inkMk id="222" creationId="{8C6198E4-414B-45B1-42D4-AEC9C6B902B4}"/>
          </ac:inkMkLst>
        </pc:inkChg>
        <pc:inkChg chg="del">
          <ac:chgData name="Mohammad Hasan" userId="d4b62e5f-30fe-45a7-8f36-1981bbe99191" providerId="ADAL" clId="{487EB926-6A3E-51BF-A762-EF06D8678B1B}" dt="2026-10-30T22:55:30.285" v="7" actId="478"/>
          <ac:inkMkLst>
            <pc:docMk/>
            <pc:sldMk cId="1243013368" sldId="488"/>
            <ac:inkMk id="228" creationId="{EDEB2360-F877-6335-A869-1AD662DE7CAA}"/>
          </ac:inkMkLst>
        </pc:inkChg>
        <pc:inkChg chg="del">
          <ac:chgData name="Mohammad Hasan" userId="d4b62e5f-30fe-45a7-8f36-1981bbe99191" providerId="ADAL" clId="{487EB926-6A3E-51BF-A762-EF06D8678B1B}" dt="2026-10-30T22:55:30.285" v="7" actId="478"/>
          <ac:inkMkLst>
            <pc:docMk/>
            <pc:sldMk cId="1243013368" sldId="488"/>
            <ac:inkMk id="231" creationId="{4EB07AA1-67F4-045E-3531-432796B7818D}"/>
          </ac:inkMkLst>
        </pc:inkChg>
        <pc:inkChg chg="del">
          <ac:chgData name="Mohammad Hasan" userId="d4b62e5f-30fe-45a7-8f36-1981bbe99191" providerId="ADAL" clId="{487EB926-6A3E-51BF-A762-EF06D8678B1B}" dt="2026-10-30T22:55:30.285" v="7" actId="478"/>
          <ac:inkMkLst>
            <pc:docMk/>
            <pc:sldMk cId="1243013368" sldId="488"/>
            <ac:inkMk id="239" creationId="{C8B0F638-4E75-9249-CC7B-B470720B827F}"/>
          </ac:inkMkLst>
        </pc:inkChg>
        <pc:inkChg chg="del">
          <ac:chgData name="Mohammad Hasan" userId="d4b62e5f-30fe-45a7-8f36-1981bbe99191" providerId="ADAL" clId="{487EB926-6A3E-51BF-A762-EF06D8678B1B}" dt="2026-10-30T22:55:30.285" v="7" actId="478"/>
          <ac:inkMkLst>
            <pc:docMk/>
            <pc:sldMk cId="1243013368" sldId="488"/>
            <ac:inkMk id="254" creationId="{E25B509A-3F15-240F-EA29-35C3B1D08B28}"/>
          </ac:inkMkLst>
        </pc:inkChg>
        <pc:inkChg chg="del">
          <ac:chgData name="Mohammad Hasan" userId="d4b62e5f-30fe-45a7-8f36-1981bbe99191" providerId="ADAL" clId="{487EB926-6A3E-51BF-A762-EF06D8678B1B}" dt="2026-10-30T22:55:30.285" v="7" actId="478"/>
          <ac:inkMkLst>
            <pc:docMk/>
            <pc:sldMk cId="1243013368" sldId="488"/>
            <ac:inkMk id="274" creationId="{52A2D577-52A5-100C-9B3B-5AAE56083C81}"/>
          </ac:inkMkLst>
        </pc:inkChg>
        <pc:inkChg chg="del">
          <ac:chgData name="Mohammad Hasan" userId="d4b62e5f-30fe-45a7-8f36-1981bbe99191" providerId="ADAL" clId="{487EB926-6A3E-51BF-A762-EF06D8678B1B}" dt="2026-10-30T22:55:30.285" v="7" actId="478"/>
          <ac:inkMkLst>
            <pc:docMk/>
            <pc:sldMk cId="1243013368" sldId="488"/>
            <ac:inkMk id="288" creationId="{2541C670-95C1-2134-9627-90B3A57D9531}"/>
          </ac:inkMkLst>
        </pc:inkChg>
        <pc:inkChg chg="del">
          <ac:chgData name="Mohammad Hasan" userId="d4b62e5f-30fe-45a7-8f36-1981bbe99191" providerId="ADAL" clId="{487EB926-6A3E-51BF-A762-EF06D8678B1B}" dt="2026-10-30T22:55:30.285" v="7" actId="478"/>
          <ac:inkMkLst>
            <pc:docMk/>
            <pc:sldMk cId="1243013368" sldId="488"/>
            <ac:inkMk id="356" creationId="{5A1AC95E-D858-BF36-AE78-A46700027A82}"/>
          </ac:inkMkLst>
        </pc:inkChg>
        <pc:inkChg chg="del">
          <ac:chgData name="Mohammad Hasan" userId="d4b62e5f-30fe-45a7-8f36-1981bbe99191" providerId="ADAL" clId="{487EB926-6A3E-51BF-A762-EF06D8678B1B}" dt="2026-10-30T22:55:30.285" v="7" actId="478"/>
          <ac:inkMkLst>
            <pc:docMk/>
            <pc:sldMk cId="1243013368" sldId="488"/>
            <ac:inkMk id="369" creationId="{B53FB399-ADCB-8B49-4E8C-9924A481548D}"/>
          </ac:inkMkLst>
        </pc:inkChg>
      </pc:sldChg>
      <pc:sldChg chg="delSp mod">
        <pc:chgData name="Mohammad Hasan" userId="d4b62e5f-30fe-45a7-8f36-1981bbe99191" providerId="ADAL" clId="{487EB926-6A3E-51BF-A762-EF06D8678B1B}" dt="2026-10-30T22:55:37.845" v="9" actId="478"/>
        <pc:sldMkLst>
          <pc:docMk/>
          <pc:sldMk cId="781672581" sldId="489"/>
        </pc:sldMkLst>
        <pc:inkChg chg="del">
          <ac:chgData name="Mohammad Hasan" userId="d4b62e5f-30fe-45a7-8f36-1981bbe99191" providerId="ADAL" clId="{487EB926-6A3E-51BF-A762-EF06D8678B1B}" dt="2026-10-30T22:55:35.501" v="8" actId="478"/>
          <ac:inkMkLst>
            <pc:docMk/>
            <pc:sldMk cId="781672581" sldId="489"/>
            <ac:inkMk id="2" creationId="{CA667808-250F-A442-5E8A-440CA65D78E5}"/>
          </ac:inkMkLst>
        </pc:inkChg>
        <pc:inkChg chg="del">
          <ac:chgData name="Mohammad Hasan" userId="d4b62e5f-30fe-45a7-8f36-1981bbe99191" providerId="ADAL" clId="{487EB926-6A3E-51BF-A762-EF06D8678B1B}" dt="2026-10-30T22:55:35.501" v="8" actId="478"/>
          <ac:inkMkLst>
            <pc:docMk/>
            <pc:sldMk cId="781672581" sldId="489"/>
            <ac:inkMk id="46" creationId="{CCED6F80-C57E-D747-2C76-BD3FFD6257DA}"/>
          </ac:inkMkLst>
        </pc:inkChg>
        <pc:inkChg chg="del">
          <ac:chgData name="Mohammad Hasan" userId="d4b62e5f-30fe-45a7-8f36-1981bbe99191" providerId="ADAL" clId="{487EB926-6A3E-51BF-A762-EF06D8678B1B}" dt="2026-10-30T22:55:35.501" v="8" actId="478"/>
          <ac:inkMkLst>
            <pc:docMk/>
            <pc:sldMk cId="781672581" sldId="489"/>
            <ac:inkMk id="47" creationId="{348F7228-0D98-8AB8-71CD-DB36694CCE55}"/>
          </ac:inkMkLst>
        </pc:inkChg>
        <pc:inkChg chg="del">
          <ac:chgData name="Mohammad Hasan" userId="d4b62e5f-30fe-45a7-8f36-1981bbe99191" providerId="ADAL" clId="{487EB926-6A3E-51BF-A762-EF06D8678B1B}" dt="2026-10-30T22:55:35.501" v="8" actId="478"/>
          <ac:inkMkLst>
            <pc:docMk/>
            <pc:sldMk cId="781672581" sldId="489"/>
            <ac:inkMk id="48" creationId="{4985156B-2FB5-3209-47B7-0A76D902E97D}"/>
          </ac:inkMkLst>
        </pc:inkChg>
        <pc:inkChg chg="del">
          <ac:chgData name="Mohammad Hasan" userId="d4b62e5f-30fe-45a7-8f36-1981bbe99191" providerId="ADAL" clId="{487EB926-6A3E-51BF-A762-EF06D8678B1B}" dt="2026-10-30T22:55:35.501" v="8" actId="478"/>
          <ac:inkMkLst>
            <pc:docMk/>
            <pc:sldMk cId="781672581" sldId="489"/>
            <ac:inkMk id="49" creationId="{C86F543D-5722-7216-8E5D-CD0A3DAA5839}"/>
          </ac:inkMkLst>
        </pc:inkChg>
        <pc:inkChg chg="del">
          <ac:chgData name="Mohammad Hasan" userId="d4b62e5f-30fe-45a7-8f36-1981bbe99191" providerId="ADAL" clId="{487EB926-6A3E-51BF-A762-EF06D8678B1B}" dt="2026-10-30T22:55:35.501" v="8" actId="478"/>
          <ac:inkMkLst>
            <pc:docMk/>
            <pc:sldMk cId="781672581" sldId="489"/>
            <ac:inkMk id="69" creationId="{543BB23B-5552-1FB7-80D0-57BF5B30BCC8}"/>
          </ac:inkMkLst>
        </pc:inkChg>
        <pc:inkChg chg="del">
          <ac:chgData name="Mohammad Hasan" userId="d4b62e5f-30fe-45a7-8f36-1981bbe99191" providerId="ADAL" clId="{487EB926-6A3E-51BF-A762-EF06D8678B1B}" dt="2026-10-30T22:55:37.845" v="9" actId="478"/>
          <ac:inkMkLst>
            <pc:docMk/>
            <pc:sldMk cId="781672581" sldId="489"/>
            <ac:inkMk id="90" creationId="{7305D681-9C6B-43E5-62F0-91DF25647796}"/>
          </ac:inkMkLst>
        </pc:inkChg>
        <pc:inkChg chg="del">
          <ac:chgData name="Mohammad Hasan" userId="d4b62e5f-30fe-45a7-8f36-1981bbe99191" providerId="ADAL" clId="{487EB926-6A3E-51BF-A762-EF06D8678B1B}" dt="2026-10-30T22:55:35.501" v="8" actId="478"/>
          <ac:inkMkLst>
            <pc:docMk/>
            <pc:sldMk cId="781672581" sldId="489"/>
            <ac:inkMk id="94" creationId="{49347555-2038-E7E8-DE20-54390DD1181C}"/>
          </ac:inkMkLst>
        </pc:inkChg>
        <pc:inkChg chg="del">
          <ac:chgData name="Mohammad Hasan" userId="d4b62e5f-30fe-45a7-8f36-1981bbe99191" providerId="ADAL" clId="{487EB926-6A3E-51BF-A762-EF06D8678B1B}" dt="2026-10-30T22:55:35.501" v="8" actId="478"/>
          <ac:inkMkLst>
            <pc:docMk/>
            <pc:sldMk cId="781672581" sldId="489"/>
            <ac:inkMk id="95" creationId="{9F36773D-A19F-7A4E-4294-4CEF16554B73}"/>
          </ac:inkMkLst>
        </pc:inkChg>
        <pc:inkChg chg="del">
          <ac:chgData name="Mohammad Hasan" userId="d4b62e5f-30fe-45a7-8f36-1981bbe99191" providerId="ADAL" clId="{487EB926-6A3E-51BF-A762-EF06D8678B1B}" dt="2026-10-30T22:55:35.501" v="8" actId="478"/>
          <ac:inkMkLst>
            <pc:docMk/>
            <pc:sldMk cId="781672581" sldId="489"/>
            <ac:inkMk id="117" creationId="{25EBD056-F54D-970B-B8F5-F6E3648AEAB4}"/>
          </ac:inkMkLst>
        </pc:inkChg>
        <pc:inkChg chg="del">
          <ac:chgData name="Mohammad Hasan" userId="d4b62e5f-30fe-45a7-8f36-1981bbe99191" providerId="ADAL" clId="{487EB926-6A3E-51BF-A762-EF06D8678B1B}" dt="2026-10-30T22:55:35.501" v="8" actId="478"/>
          <ac:inkMkLst>
            <pc:docMk/>
            <pc:sldMk cId="781672581" sldId="489"/>
            <ac:inkMk id="118" creationId="{9FCB4F4A-ECB1-E87D-DC14-29ACBDACC7D9}"/>
          </ac:inkMkLst>
        </pc:inkChg>
        <pc:inkChg chg="del">
          <ac:chgData name="Mohammad Hasan" userId="d4b62e5f-30fe-45a7-8f36-1981bbe99191" providerId="ADAL" clId="{487EB926-6A3E-51BF-A762-EF06D8678B1B}" dt="2026-10-30T22:55:37.845" v="9" actId="478"/>
          <ac:inkMkLst>
            <pc:docMk/>
            <pc:sldMk cId="781672581" sldId="489"/>
            <ac:inkMk id="188" creationId="{4FDE4D31-25EE-6B66-D038-A6A512ACA52C}"/>
          </ac:inkMkLst>
        </pc:inkChg>
        <pc:inkChg chg="del">
          <ac:chgData name="Mohammad Hasan" userId="d4b62e5f-30fe-45a7-8f36-1981bbe99191" providerId="ADAL" clId="{487EB926-6A3E-51BF-A762-EF06D8678B1B}" dt="2026-10-30T22:55:37.845" v="9" actId="478"/>
          <ac:inkMkLst>
            <pc:docMk/>
            <pc:sldMk cId="781672581" sldId="489"/>
            <ac:inkMk id="216" creationId="{65DADA16-0708-D43B-6A25-ECF163E0DFBA}"/>
          </ac:inkMkLst>
        </pc:inkChg>
        <pc:inkChg chg="del">
          <ac:chgData name="Mohammad Hasan" userId="d4b62e5f-30fe-45a7-8f36-1981bbe99191" providerId="ADAL" clId="{487EB926-6A3E-51BF-A762-EF06D8678B1B}" dt="2026-10-30T22:55:37.845" v="9" actId="478"/>
          <ac:inkMkLst>
            <pc:docMk/>
            <pc:sldMk cId="781672581" sldId="489"/>
            <ac:inkMk id="249" creationId="{500716A9-54BA-3751-4BB8-2A35F21C589C}"/>
          </ac:inkMkLst>
        </pc:inkChg>
        <pc:inkChg chg="del">
          <ac:chgData name="Mohammad Hasan" userId="d4b62e5f-30fe-45a7-8f36-1981bbe99191" providerId="ADAL" clId="{487EB926-6A3E-51BF-A762-EF06D8678B1B}" dt="2026-10-30T22:55:37.845" v="9" actId="478"/>
          <ac:inkMkLst>
            <pc:docMk/>
            <pc:sldMk cId="781672581" sldId="489"/>
            <ac:inkMk id="251" creationId="{2095C53E-B0AD-DE15-6039-DFF22184CD9F}"/>
          </ac:inkMkLst>
        </pc:inkChg>
        <pc:inkChg chg="del">
          <ac:chgData name="Mohammad Hasan" userId="d4b62e5f-30fe-45a7-8f36-1981bbe99191" providerId="ADAL" clId="{487EB926-6A3E-51BF-A762-EF06D8678B1B}" dt="2026-10-30T22:55:37.845" v="9" actId="478"/>
          <ac:inkMkLst>
            <pc:docMk/>
            <pc:sldMk cId="781672581" sldId="489"/>
            <ac:inkMk id="261" creationId="{0387D910-7EFC-508E-248B-96C24996C8E9}"/>
          </ac:inkMkLst>
        </pc:inkChg>
        <pc:inkChg chg="del">
          <ac:chgData name="Mohammad Hasan" userId="d4b62e5f-30fe-45a7-8f36-1981bbe99191" providerId="ADAL" clId="{487EB926-6A3E-51BF-A762-EF06D8678B1B}" dt="2026-10-30T22:55:37.845" v="9" actId="478"/>
          <ac:inkMkLst>
            <pc:docMk/>
            <pc:sldMk cId="781672581" sldId="489"/>
            <ac:inkMk id="262" creationId="{AFA52F0A-89A4-850D-7225-4E5DF9B2780E}"/>
          </ac:inkMkLst>
        </pc:inkChg>
        <pc:inkChg chg="del">
          <ac:chgData name="Mohammad Hasan" userId="d4b62e5f-30fe-45a7-8f36-1981bbe99191" providerId="ADAL" clId="{487EB926-6A3E-51BF-A762-EF06D8678B1B}" dt="2026-10-30T22:55:37.845" v="9" actId="478"/>
          <ac:inkMkLst>
            <pc:docMk/>
            <pc:sldMk cId="781672581" sldId="489"/>
            <ac:inkMk id="297" creationId="{656E4A4D-64EA-D323-6B70-0CEE3C8C99C2}"/>
          </ac:inkMkLst>
        </pc:inkChg>
        <pc:inkChg chg="del">
          <ac:chgData name="Mohammad Hasan" userId="d4b62e5f-30fe-45a7-8f36-1981bbe99191" providerId="ADAL" clId="{487EB926-6A3E-51BF-A762-EF06D8678B1B}" dt="2026-10-30T22:55:37.845" v="9" actId="478"/>
          <ac:inkMkLst>
            <pc:docMk/>
            <pc:sldMk cId="781672581" sldId="489"/>
            <ac:inkMk id="324" creationId="{CB9145EC-EB3A-90A7-51CE-0230E0747609}"/>
          </ac:inkMkLst>
        </pc:inkChg>
        <pc:inkChg chg="del">
          <ac:chgData name="Mohammad Hasan" userId="d4b62e5f-30fe-45a7-8f36-1981bbe99191" providerId="ADAL" clId="{487EB926-6A3E-51BF-A762-EF06D8678B1B}" dt="2026-10-30T22:55:37.845" v="9" actId="478"/>
          <ac:inkMkLst>
            <pc:docMk/>
            <pc:sldMk cId="781672581" sldId="489"/>
            <ac:inkMk id="347" creationId="{63E5AF45-4166-9D7A-E413-D341DBFD700B}"/>
          </ac:inkMkLst>
        </pc:inkChg>
      </pc:sldChg>
      <pc:sldChg chg="delSp mod">
        <pc:chgData name="Mohammad Hasan" userId="d4b62e5f-30fe-45a7-8f36-1981bbe99191" providerId="ADAL" clId="{487EB926-6A3E-51BF-A762-EF06D8678B1B}" dt="2026-10-30T22:55:43.192" v="11" actId="478"/>
        <pc:sldMkLst>
          <pc:docMk/>
          <pc:sldMk cId="890905933" sldId="490"/>
        </pc:sldMkLst>
        <pc:inkChg chg="del">
          <ac:chgData name="Mohammad Hasan" userId="d4b62e5f-30fe-45a7-8f36-1981bbe99191" providerId="ADAL" clId="{487EB926-6A3E-51BF-A762-EF06D8678B1B}" dt="2026-10-30T22:55:40.609" v="10" actId="478"/>
          <ac:inkMkLst>
            <pc:docMk/>
            <pc:sldMk cId="890905933" sldId="490"/>
            <ac:inkMk id="30" creationId="{E28F5FFA-A473-3797-FF7D-84C5E1AE750C}"/>
          </ac:inkMkLst>
        </pc:inkChg>
        <pc:inkChg chg="del">
          <ac:chgData name="Mohammad Hasan" userId="d4b62e5f-30fe-45a7-8f36-1981bbe99191" providerId="ADAL" clId="{487EB926-6A3E-51BF-A762-EF06D8678B1B}" dt="2026-10-30T22:55:40.609" v="10" actId="478"/>
          <ac:inkMkLst>
            <pc:docMk/>
            <pc:sldMk cId="890905933" sldId="490"/>
            <ac:inkMk id="48" creationId="{C6C14C4D-BA39-94D3-50A5-4477889A16A9}"/>
          </ac:inkMkLst>
        </pc:inkChg>
        <pc:inkChg chg="del">
          <ac:chgData name="Mohammad Hasan" userId="d4b62e5f-30fe-45a7-8f36-1981bbe99191" providerId="ADAL" clId="{487EB926-6A3E-51BF-A762-EF06D8678B1B}" dt="2026-10-30T22:55:40.609" v="10" actId="478"/>
          <ac:inkMkLst>
            <pc:docMk/>
            <pc:sldMk cId="890905933" sldId="490"/>
            <ac:inkMk id="51" creationId="{D6FE9B43-EE16-A198-4696-3126E46C82AA}"/>
          </ac:inkMkLst>
        </pc:inkChg>
        <pc:inkChg chg="del">
          <ac:chgData name="Mohammad Hasan" userId="d4b62e5f-30fe-45a7-8f36-1981bbe99191" providerId="ADAL" clId="{487EB926-6A3E-51BF-A762-EF06D8678B1B}" dt="2026-10-30T22:55:40.609" v="10" actId="478"/>
          <ac:inkMkLst>
            <pc:docMk/>
            <pc:sldMk cId="890905933" sldId="490"/>
            <ac:inkMk id="54" creationId="{89799373-B98B-A1AD-C7E3-DFAC09A8CA68}"/>
          </ac:inkMkLst>
        </pc:inkChg>
        <pc:inkChg chg="del">
          <ac:chgData name="Mohammad Hasan" userId="d4b62e5f-30fe-45a7-8f36-1981bbe99191" providerId="ADAL" clId="{487EB926-6A3E-51BF-A762-EF06D8678B1B}" dt="2026-10-30T22:55:40.609" v="10" actId="478"/>
          <ac:inkMkLst>
            <pc:docMk/>
            <pc:sldMk cId="890905933" sldId="490"/>
            <ac:inkMk id="57" creationId="{AFCD3E4E-831F-17D4-EEE7-D8D0531836FF}"/>
          </ac:inkMkLst>
        </pc:inkChg>
        <pc:inkChg chg="del">
          <ac:chgData name="Mohammad Hasan" userId="d4b62e5f-30fe-45a7-8f36-1981bbe99191" providerId="ADAL" clId="{487EB926-6A3E-51BF-A762-EF06D8678B1B}" dt="2026-10-30T22:55:40.609" v="10" actId="478"/>
          <ac:inkMkLst>
            <pc:docMk/>
            <pc:sldMk cId="890905933" sldId="490"/>
            <ac:inkMk id="139" creationId="{09D8A8DA-63C5-F252-5C85-9EE44685773D}"/>
          </ac:inkMkLst>
        </pc:inkChg>
        <pc:inkChg chg="del">
          <ac:chgData name="Mohammad Hasan" userId="d4b62e5f-30fe-45a7-8f36-1981bbe99191" providerId="ADAL" clId="{487EB926-6A3E-51BF-A762-EF06D8678B1B}" dt="2026-10-30T22:55:40.609" v="10" actId="478"/>
          <ac:inkMkLst>
            <pc:docMk/>
            <pc:sldMk cId="890905933" sldId="490"/>
            <ac:inkMk id="147" creationId="{529CC7DA-F318-2F7D-3BE6-693E9B8F28C7}"/>
          </ac:inkMkLst>
        </pc:inkChg>
        <pc:inkChg chg="del">
          <ac:chgData name="Mohammad Hasan" userId="d4b62e5f-30fe-45a7-8f36-1981bbe99191" providerId="ADAL" clId="{487EB926-6A3E-51BF-A762-EF06D8678B1B}" dt="2026-10-30T22:55:43.192" v="11" actId="478"/>
          <ac:inkMkLst>
            <pc:docMk/>
            <pc:sldMk cId="890905933" sldId="490"/>
            <ac:inkMk id="181" creationId="{2632293E-8DFD-2493-AAE5-3522448629AF}"/>
          </ac:inkMkLst>
        </pc:inkChg>
        <pc:inkChg chg="del">
          <ac:chgData name="Mohammad Hasan" userId="d4b62e5f-30fe-45a7-8f36-1981bbe99191" providerId="ADAL" clId="{487EB926-6A3E-51BF-A762-EF06D8678B1B}" dt="2026-10-30T22:55:43.192" v="11" actId="478"/>
          <ac:inkMkLst>
            <pc:docMk/>
            <pc:sldMk cId="890905933" sldId="490"/>
            <ac:inkMk id="182" creationId="{2B5B10B4-5878-2168-E6F4-1454AF190488}"/>
          </ac:inkMkLst>
        </pc:inkChg>
        <pc:inkChg chg="del">
          <ac:chgData name="Mohammad Hasan" userId="d4b62e5f-30fe-45a7-8f36-1981bbe99191" providerId="ADAL" clId="{487EB926-6A3E-51BF-A762-EF06D8678B1B}" dt="2026-10-30T22:55:43.192" v="11" actId="478"/>
          <ac:inkMkLst>
            <pc:docMk/>
            <pc:sldMk cId="890905933" sldId="490"/>
            <ac:inkMk id="190" creationId="{28BB623C-5171-6B90-F4BC-6F74E5568D47}"/>
          </ac:inkMkLst>
        </pc:inkChg>
        <pc:inkChg chg="del">
          <ac:chgData name="Mohammad Hasan" userId="d4b62e5f-30fe-45a7-8f36-1981bbe99191" providerId="ADAL" clId="{487EB926-6A3E-51BF-A762-EF06D8678B1B}" dt="2026-10-30T22:55:40.609" v="10" actId="478"/>
          <ac:inkMkLst>
            <pc:docMk/>
            <pc:sldMk cId="890905933" sldId="490"/>
            <ac:inkMk id="238" creationId="{945F5298-1F09-5EA4-A104-85B828A73BAF}"/>
          </ac:inkMkLst>
        </pc:inkChg>
        <pc:inkChg chg="del">
          <ac:chgData name="Mohammad Hasan" userId="d4b62e5f-30fe-45a7-8f36-1981bbe99191" providerId="ADAL" clId="{487EB926-6A3E-51BF-A762-EF06D8678B1B}" dt="2026-10-30T22:55:40.609" v="10" actId="478"/>
          <ac:inkMkLst>
            <pc:docMk/>
            <pc:sldMk cId="890905933" sldId="490"/>
            <ac:inkMk id="248" creationId="{1A10A0B0-807E-A16F-B924-3F0986C7E4E9}"/>
          </ac:inkMkLst>
        </pc:inkChg>
        <pc:inkChg chg="del">
          <ac:chgData name="Mohammad Hasan" userId="d4b62e5f-30fe-45a7-8f36-1981bbe99191" providerId="ADAL" clId="{487EB926-6A3E-51BF-A762-EF06D8678B1B}" dt="2026-10-30T22:55:40.609" v="10" actId="478"/>
          <ac:inkMkLst>
            <pc:docMk/>
            <pc:sldMk cId="890905933" sldId="490"/>
            <ac:inkMk id="250" creationId="{9471AEB2-1358-6FB5-2B67-9B72F7CA8C15}"/>
          </ac:inkMkLst>
        </pc:inkChg>
        <pc:inkChg chg="del">
          <ac:chgData name="Mohammad Hasan" userId="d4b62e5f-30fe-45a7-8f36-1981bbe99191" providerId="ADAL" clId="{487EB926-6A3E-51BF-A762-EF06D8678B1B}" dt="2026-10-30T22:55:43.192" v="11" actId="478"/>
          <ac:inkMkLst>
            <pc:docMk/>
            <pc:sldMk cId="890905933" sldId="490"/>
            <ac:inkMk id="418" creationId="{1AAEFE3D-2072-8D96-9449-429AB1EFA81C}"/>
          </ac:inkMkLst>
        </pc:inkChg>
        <pc:inkChg chg="del">
          <ac:chgData name="Mohammad Hasan" userId="d4b62e5f-30fe-45a7-8f36-1981bbe99191" providerId="ADAL" clId="{487EB926-6A3E-51BF-A762-EF06D8678B1B}" dt="2026-10-30T22:55:43.192" v="11" actId="478"/>
          <ac:inkMkLst>
            <pc:docMk/>
            <pc:sldMk cId="890905933" sldId="490"/>
            <ac:inkMk id="441" creationId="{EECEADFC-233B-E154-67AA-1C5143CBE271}"/>
          </ac:inkMkLst>
        </pc:inkChg>
        <pc:inkChg chg="del">
          <ac:chgData name="Mohammad Hasan" userId="d4b62e5f-30fe-45a7-8f36-1981bbe99191" providerId="ADAL" clId="{487EB926-6A3E-51BF-A762-EF06D8678B1B}" dt="2026-10-30T22:55:43.192" v="11" actId="478"/>
          <ac:inkMkLst>
            <pc:docMk/>
            <pc:sldMk cId="890905933" sldId="490"/>
            <ac:inkMk id="442" creationId="{F81C143F-A79F-93FA-768B-E51BFB2B15BE}"/>
          </ac:inkMkLst>
        </pc:inkChg>
        <pc:inkChg chg="del">
          <ac:chgData name="Mohammad Hasan" userId="d4b62e5f-30fe-45a7-8f36-1981bbe99191" providerId="ADAL" clId="{487EB926-6A3E-51BF-A762-EF06D8678B1B}" dt="2026-10-30T22:55:43.192" v="11" actId="478"/>
          <ac:inkMkLst>
            <pc:docMk/>
            <pc:sldMk cId="890905933" sldId="490"/>
            <ac:inkMk id="475" creationId="{AF6934D5-4EC2-B11F-AAE5-4D07CC7CA9CD}"/>
          </ac:inkMkLst>
        </pc:inkChg>
        <pc:inkChg chg="del">
          <ac:chgData name="Mohammad Hasan" userId="d4b62e5f-30fe-45a7-8f36-1981bbe99191" providerId="ADAL" clId="{487EB926-6A3E-51BF-A762-EF06D8678B1B}" dt="2026-10-30T22:55:43.192" v="11" actId="478"/>
          <ac:inkMkLst>
            <pc:docMk/>
            <pc:sldMk cId="890905933" sldId="490"/>
            <ac:inkMk id="501" creationId="{FE55AB86-FA91-E5C9-BFFF-FE56E8EA84C9}"/>
          </ac:inkMkLst>
        </pc:inkChg>
        <pc:inkChg chg="del">
          <ac:chgData name="Mohammad Hasan" userId="d4b62e5f-30fe-45a7-8f36-1981bbe99191" providerId="ADAL" clId="{487EB926-6A3E-51BF-A762-EF06D8678B1B}" dt="2026-10-30T22:55:43.192" v="11" actId="478"/>
          <ac:inkMkLst>
            <pc:docMk/>
            <pc:sldMk cId="890905933" sldId="490"/>
            <ac:inkMk id="543" creationId="{C5D35233-2ABA-3BC7-F5DB-958AC6A231E4}"/>
          </ac:inkMkLst>
        </pc:inkChg>
        <pc:inkChg chg="del">
          <ac:chgData name="Mohammad Hasan" userId="d4b62e5f-30fe-45a7-8f36-1981bbe99191" providerId="ADAL" clId="{487EB926-6A3E-51BF-A762-EF06D8678B1B}" dt="2026-10-30T22:55:43.192" v="11" actId="478"/>
          <ac:inkMkLst>
            <pc:docMk/>
            <pc:sldMk cId="890905933" sldId="490"/>
            <ac:inkMk id="552" creationId="{F0CECA8B-438C-C8AF-DC8A-4395D9FB4376}"/>
          </ac:inkMkLst>
        </pc:inkChg>
      </pc:sldChg>
      <pc:sldChg chg="delSp mod">
        <pc:chgData name="Mohammad Hasan" userId="d4b62e5f-30fe-45a7-8f36-1981bbe99191" providerId="ADAL" clId="{487EB926-6A3E-51BF-A762-EF06D8678B1B}" dt="2026-10-30T22:55:48.627" v="13" actId="478"/>
        <pc:sldMkLst>
          <pc:docMk/>
          <pc:sldMk cId="1629315758" sldId="491"/>
        </pc:sldMkLst>
        <pc:inkChg chg="del">
          <ac:chgData name="Mohammad Hasan" userId="d4b62e5f-30fe-45a7-8f36-1981bbe99191" providerId="ADAL" clId="{487EB926-6A3E-51BF-A762-EF06D8678B1B}" dt="2026-10-30T22:55:46.226" v="12" actId="478"/>
          <ac:inkMkLst>
            <pc:docMk/>
            <pc:sldMk cId="1629315758" sldId="491"/>
            <ac:inkMk id="28" creationId="{A4766EA4-6D53-C104-7C8A-F02AF4F9B49D}"/>
          </ac:inkMkLst>
        </pc:inkChg>
        <pc:inkChg chg="del">
          <ac:chgData name="Mohammad Hasan" userId="d4b62e5f-30fe-45a7-8f36-1981bbe99191" providerId="ADAL" clId="{487EB926-6A3E-51BF-A762-EF06D8678B1B}" dt="2026-10-30T22:55:48.627" v="13" actId="478"/>
          <ac:inkMkLst>
            <pc:docMk/>
            <pc:sldMk cId="1629315758" sldId="491"/>
            <ac:inkMk id="71" creationId="{58959421-EF94-010F-CDFC-39C6CADE82F1}"/>
          </ac:inkMkLst>
        </pc:inkChg>
        <pc:inkChg chg="del">
          <ac:chgData name="Mohammad Hasan" userId="d4b62e5f-30fe-45a7-8f36-1981bbe99191" providerId="ADAL" clId="{487EB926-6A3E-51BF-A762-EF06D8678B1B}" dt="2026-10-30T22:55:48.627" v="13" actId="478"/>
          <ac:inkMkLst>
            <pc:docMk/>
            <pc:sldMk cId="1629315758" sldId="491"/>
            <ac:inkMk id="87" creationId="{19F4F762-852F-1AEF-D9AC-6989952122C1}"/>
          </ac:inkMkLst>
        </pc:inkChg>
        <pc:inkChg chg="del">
          <ac:chgData name="Mohammad Hasan" userId="d4b62e5f-30fe-45a7-8f36-1981bbe99191" providerId="ADAL" clId="{487EB926-6A3E-51BF-A762-EF06D8678B1B}" dt="2026-10-30T22:55:48.627" v="13" actId="478"/>
          <ac:inkMkLst>
            <pc:docMk/>
            <pc:sldMk cId="1629315758" sldId="491"/>
            <ac:inkMk id="108" creationId="{DBF90340-DAD1-2419-60D0-2960E1E062EF}"/>
          </ac:inkMkLst>
        </pc:inkChg>
        <pc:inkChg chg="del">
          <ac:chgData name="Mohammad Hasan" userId="d4b62e5f-30fe-45a7-8f36-1981bbe99191" providerId="ADAL" clId="{487EB926-6A3E-51BF-A762-EF06D8678B1B}" dt="2026-10-30T22:55:48.627" v="13" actId="478"/>
          <ac:inkMkLst>
            <pc:docMk/>
            <pc:sldMk cId="1629315758" sldId="491"/>
            <ac:inkMk id="148" creationId="{54069BD5-AF7E-6A36-A78F-F18BF2C9ACC8}"/>
          </ac:inkMkLst>
        </pc:inkChg>
        <pc:inkChg chg="del">
          <ac:chgData name="Mohammad Hasan" userId="d4b62e5f-30fe-45a7-8f36-1981bbe99191" providerId="ADAL" clId="{487EB926-6A3E-51BF-A762-EF06D8678B1B}" dt="2026-10-30T22:55:48.627" v="13" actId="478"/>
          <ac:inkMkLst>
            <pc:docMk/>
            <pc:sldMk cId="1629315758" sldId="491"/>
            <ac:inkMk id="188" creationId="{904CD655-9823-78F3-E755-F3A67602860F}"/>
          </ac:inkMkLst>
        </pc:inkChg>
        <pc:inkChg chg="del">
          <ac:chgData name="Mohammad Hasan" userId="d4b62e5f-30fe-45a7-8f36-1981bbe99191" providerId="ADAL" clId="{487EB926-6A3E-51BF-A762-EF06D8678B1B}" dt="2026-10-30T22:55:48.627" v="13" actId="478"/>
          <ac:inkMkLst>
            <pc:docMk/>
            <pc:sldMk cId="1629315758" sldId="491"/>
            <ac:inkMk id="203" creationId="{95A789E4-13CC-141B-4269-A748BD5A129A}"/>
          </ac:inkMkLst>
        </pc:inkChg>
        <pc:inkChg chg="del">
          <ac:chgData name="Mohammad Hasan" userId="d4b62e5f-30fe-45a7-8f36-1981bbe99191" providerId="ADAL" clId="{487EB926-6A3E-51BF-A762-EF06D8678B1B}" dt="2026-10-30T22:55:48.627" v="13" actId="478"/>
          <ac:inkMkLst>
            <pc:docMk/>
            <pc:sldMk cId="1629315758" sldId="491"/>
            <ac:inkMk id="265" creationId="{CCD97F5D-4DA6-EC4A-6E59-0FC4E139B353}"/>
          </ac:inkMkLst>
        </pc:inkChg>
        <pc:inkChg chg="del">
          <ac:chgData name="Mohammad Hasan" userId="d4b62e5f-30fe-45a7-8f36-1981bbe99191" providerId="ADAL" clId="{487EB926-6A3E-51BF-A762-EF06D8678B1B}" dt="2026-10-30T22:55:48.627" v="13" actId="478"/>
          <ac:inkMkLst>
            <pc:docMk/>
            <pc:sldMk cId="1629315758" sldId="491"/>
            <ac:inkMk id="277" creationId="{4AD760C1-224D-B657-14E4-06058A26840D}"/>
          </ac:inkMkLst>
        </pc:inkChg>
        <pc:inkChg chg="del">
          <ac:chgData name="Mohammad Hasan" userId="d4b62e5f-30fe-45a7-8f36-1981bbe99191" providerId="ADAL" clId="{487EB926-6A3E-51BF-A762-EF06D8678B1B}" dt="2026-10-30T22:55:48.627" v="13" actId="478"/>
          <ac:inkMkLst>
            <pc:docMk/>
            <pc:sldMk cId="1629315758" sldId="491"/>
            <ac:inkMk id="295" creationId="{E5E757F8-03FE-5B44-AD73-9405FC642F2F}"/>
          </ac:inkMkLst>
        </pc:inkChg>
        <pc:inkChg chg="del">
          <ac:chgData name="Mohammad Hasan" userId="d4b62e5f-30fe-45a7-8f36-1981bbe99191" providerId="ADAL" clId="{487EB926-6A3E-51BF-A762-EF06D8678B1B}" dt="2026-10-30T22:55:46.226" v="12" actId="478"/>
          <ac:inkMkLst>
            <pc:docMk/>
            <pc:sldMk cId="1629315758" sldId="491"/>
            <ac:inkMk id="394" creationId="{410D151D-6639-1D22-1197-9297F00937D9}"/>
          </ac:inkMkLst>
        </pc:inkChg>
        <pc:inkChg chg="del">
          <ac:chgData name="Mohammad Hasan" userId="d4b62e5f-30fe-45a7-8f36-1981bbe99191" providerId="ADAL" clId="{487EB926-6A3E-51BF-A762-EF06D8678B1B}" dt="2026-10-30T22:55:46.226" v="12" actId="478"/>
          <ac:inkMkLst>
            <pc:docMk/>
            <pc:sldMk cId="1629315758" sldId="491"/>
            <ac:inkMk id="396" creationId="{35172CFD-15CB-0BB1-874D-54409AA99BA2}"/>
          </ac:inkMkLst>
        </pc:inkChg>
        <pc:inkChg chg="del">
          <ac:chgData name="Mohammad Hasan" userId="d4b62e5f-30fe-45a7-8f36-1981bbe99191" providerId="ADAL" clId="{487EB926-6A3E-51BF-A762-EF06D8678B1B}" dt="2026-10-30T22:55:46.226" v="12" actId="478"/>
          <ac:inkMkLst>
            <pc:docMk/>
            <pc:sldMk cId="1629315758" sldId="491"/>
            <ac:inkMk id="433" creationId="{91E4BDF9-FFE1-8FDF-DB1F-2D4FECEFF848}"/>
          </ac:inkMkLst>
        </pc:inkChg>
        <pc:inkChg chg="del">
          <ac:chgData name="Mohammad Hasan" userId="d4b62e5f-30fe-45a7-8f36-1981bbe99191" providerId="ADAL" clId="{487EB926-6A3E-51BF-A762-EF06D8678B1B}" dt="2026-10-30T22:55:46.226" v="12" actId="478"/>
          <ac:inkMkLst>
            <pc:docMk/>
            <pc:sldMk cId="1629315758" sldId="491"/>
            <ac:inkMk id="450" creationId="{67BBEDD2-A612-D8D5-B5DA-4CA778F7476F}"/>
          </ac:inkMkLst>
        </pc:inkChg>
        <pc:inkChg chg="del">
          <ac:chgData name="Mohammad Hasan" userId="d4b62e5f-30fe-45a7-8f36-1981bbe99191" providerId="ADAL" clId="{487EB926-6A3E-51BF-A762-EF06D8678B1B}" dt="2026-10-30T22:55:46.226" v="12" actId="478"/>
          <ac:inkMkLst>
            <pc:docMk/>
            <pc:sldMk cId="1629315758" sldId="491"/>
            <ac:inkMk id="475" creationId="{753D2B56-265F-2BEA-4941-00058E9D8AEA}"/>
          </ac:inkMkLst>
        </pc:inkChg>
        <pc:inkChg chg="del">
          <ac:chgData name="Mohammad Hasan" userId="d4b62e5f-30fe-45a7-8f36-1981bbe99191" providerId="ADAL" clId="{487EB926-6A3E-51BF-A762-EF06D8678B1B}" dt="2026-10-30T22:55:46.226" v="12" actId="478"/>
          <ac:inkMkLst>
            <pc:docMk/>
            <pc:sldMk cId="1629315758" sldId="491"/>
            <ac:inkMk id="480" creationId="{F75222B0-69E1-03F8-6B1C-D65182F3B43E}"/>
          </ac:inkMkLst>
        </pc:inkChg>
        <pc:inkChg chg="del">
          <ac:chgData name="Mohammad Hasan" userId="d4b62e5f-30fe-45a7-8f36-1981bbe99191" providerId="ADAL" clId="{487EB926-6A3E-51BF-A762-EF06D8678B1B}" dt="2026-10-30T22:55:46.226" v="12" actId="478"/>
          <ac:inkMkLst>
            <pc:docMk/>
            <pc:sldMk cId="1629315758" sldId="491"/>
            <ac:inkMk id="520" creationId="{2BBF5E10-EB4B-FA72-B289-63A2650F3F60}"/>
          </ac:inkMkLst>
        </pc:inkChg>
        <pc:inkChg chg="del">
          <ac:chgData name="Mohammad Hasan" userId="d4b62e5f-30fe-45a7-8f36-1981bbe99191" providerId="ADAL" clId="{487EB926-6A3E-51BF-A762-EF06D8678B1B}" dt="2026-10-30T22:55:46.226" v="12" actId="478"/>
          <ac:inkMkLst>
            <pc:docMk/>
            <pc:sldMk cId="1629315758" sldId="491"/>
            <ac:inkMk id="530" creationId="{1F7187A2-9B3A-DBF4-526D-1612C2894AA7}"/>
          </ac:inkMkLst>
        </pc:inkChg>
        <pc:inkChg chg="del">
          <ac:chgData name="Mohammad Hasan" userId="d4b62e5f-30fe-45a7-8f36-1981bbe99191" providerId="ADAL" clId="{487EB926-6A3E-51BF-A762-EF06D8678B1B}" dt="2026-10-30T22:55:46.226" v="12" actId="478"/>
          <ac:inkMkLst>
            <pc:docMk/>
            <pc:sldMk cId="1629315758" sldId="491"/>
            <ac:inkMk id="595" creationId="{4FA31316-DC97-D5DE-6E6F-D6952475559E}"/>
          </ac:inkMkLst>
        </pc:inkChg>
        <pc:inkChg chg="del">
          <ac:chgData name="Mohammad Hasan" userId="d4b62e5f-30fe-45a7-8f36-1981bbe99191" providerId="ADAL" clId="{487EB926-6A3E-51BF-A762-EF06D8678B1B}" dt="2026-10-30T22:55:48.627" v="13" actId="478"/>
          <ac:inkMkLst>
            <pc:docMk/>
            <pc:sldMk cId="1629315758" sldId="491"/>
            <ac:inkMk id="605" creationId="{529ED1DD-1894-7C9E-B44B-88FF9102508E}"/>
          </ac:inkMkLst>
        </pc:inkChg>
      </pc:sldChg>
      <pc:sldChg chg="delSp mod">
        <pc:chgData name="Mohammad Hasan" userId="d4b62e5f-30fe-45a7-8f36-1981bbe99191" providerId="ADAL" clId="{487EB926-6A3E-51BF-A762-EF06D8678B1B}" dt="2026-10-30T22:55:56.254" v="15" actId="478"/>
        <pc:sldMkLst>
          <pc:docMk/>
          <pc:sldMk cId="2890654216" sldId="493"/>
        </pc:sldMkLst>
        <pc:inkChg chg="del">
          <ac:chgData name="Mohammad Hasan" userId="d4b62e5f-30fe-45a7-8f36-1981bbe99191" providerId="ADAL" clId="{487EB926-6A3E-51BF-A762-EF06D8678B1B}" dt="2026-10-30T22:55:54.471" v="14" actId="478"/>
          <ac:inkMkLst>
            <pc:docMk/>
            <pc:sldMk cId="2890654216" sldId="493"/>
            <ac:inkMk id="25" creationId="{61969BFB-C2D3-583E-D675-78967F376478}"/>
          </ac:inkMkLst>
        </pc:inkChg>
        <pc:inkChg chg="del">
          <ac:chgData name="Mohammad Hasan" userId="d4b62e5f-30fe-45a7-8f36-1981bbe99191" providerId="ADAL" clId="{487EB926-6A3E-51BF-A762-EF06D8678B1B}" dt="2026-10-30T22:55:54.471" v="14" actId="478"/>
          <ac:inkMkLst>
            <pc:docMk/>
            <pc:sldMk cId="2890654216" sldId="493"/>
            <ac:inkMk id="28" creationId="{B6247A76-99C0-73A5-42F6-6332A83B4650}"/>
          </ac:inkMkLst>
        </pc:inkChg>
        <pc:inkChg chg="del">
          <ac:chgData name="Mohammad Hasan" userId="d4b62e5f-30fe-45a7-8f36-1981bbe99191" providerId="ADAL" clId="{487EB926-6A3E-51BF-A762-EF06D8678B1B}" dt="2026-10-30T22:55:54.471" v="14" actId="478"/>
          <ac:inkMkLst>
            <pc:docMk/>
            <pc:sldMk cId="2890654216" sldId="493"/>
            <ac:inkMk id="45" creationId="{10033476-E4DB-24C4-0B35-86E43D2E275D}"/>
          </ac:inkMkLst>
        </pc:inkChg>
        <pc:inkChg chg="del">
          <ac:chgData name="Mohammad Hasan" userId="d4b62e5f-30fe-45a7-8f36-1981bbe99191" providerId="ADAL" clId="{487EB926-6A3E-51BF-A762-EF06D8678B1B}" dt="2026-10-30T22:55:54.471" v="14" actId="478"/>
          <ac:inkMkLst>
            <pc:docMk/>
            <pc:sldMk cId="2890654216" sldId="493"/>
            <ac:inkMk id="52" creationId="{7657173B-ECF2-996F-0F9A-B0B9ACB774E9}"/>
          </ac:inkMkLst>
        </pc:inkChg>
        <pc:inkChg chg="del">
          <ac:chgData name="Mohammad Hasan" userId="d4b62e5f-30fe-45a7-8f36-1981bbe99191" providerId="ADAL" clId="{487EB926-6A3E-51BF-A762-EF06D8678B1B}" dt="2026-10-30T22:55:54.471" v="14" actId="478"/>
          <ac:inkMkLst>
            <pc:docMk/>
            <pc:sldMk cId="2890654216" sldId="493"/>
            <ac:inkMk id="59" creationId="{0C5D98E7-92CE-DEAF-36C0-E4C2F6F2A50B}"/>
          </ac:inkMkLst>
        </pc:inkChg>
        <pc:inkChg chg="del">
          <ac:chgData name="Mohammad Hasan" userId="d4b62e5f-30fe-45a7-8f36-1981bbe99191" providerId="ADAL" clId="{487EB926-6A3E-51BF-A762-EF06D8678B1B}" dt="2026-10-30T22:55:54.471" v="14" actId="478"/>
          <ac:inkMkLst>
            <pc:docMk/>
            <pc:sldMk cId="2890654216" sldId="493"/>
            <ac:inkMk id="89" creationId="{21C77521-47CC-6DCB-E431-01314B5E2E2B}"/>
          </ac:inkMkLst>
        </pc:inkChg>
        <pc:inkChg chg="del">
          <ac:chgData name="Mohammad Hasan" userId="d4b62e5f-30fe-45a7-8f36-1981bbe99191" providerId="ADAL" clId="{487EB926-6A3E-51BF-A762-EF06D8678B1B}" dt="2026-10-30T22:55:54.471" v="14" actId="478"/>
          <ac:inkMkLst>
            <pc:docMk/>
            <pc:sldMk cId="2890654216" sldId="493"/>
            <ac:inkMk id="90" creationId="{F8320A65-3BC4-EA7F-6764-2EF541F6CDB9}"/>
          </ac:inkMkLst>
        </pc:inkChg>
        <pc:inkChg chg="del">
          <ac:chgData name="Mohammad Hasan" userId="d4b62e5f-30fe-45a7-8f36-1981bbe99191" providerId="ADAL" clId="{487EB926-6A3E-51BF-A762-EF06D8678B1B}" dt="2026-10-30T22:55:54.471" v="14" actId="478"/>
          <ac:inkMkLst>
            <pc:docMk/>
            <pc:sldMk cId="2890654216" sldId="493"/>
            <ac:inkMk id="93" creationId="{6C39AA31-2F90-B1BC-B22E-67D906677E0F}"/>
          </ac:inkMkLst>
        </pc:inkChg>
        <pc:inkChg chg="del">
          <ac:chgData name="Mohammad Hasan" userId="d4b62e5f-30fe-45a7-8f36-1981bbe99191" providerId="ADAL" clId="{487EB926-6A3E-51BF-A762-EF06D8678B1B}" dt="2026-10-30T22:55:54.471" v="14" actId="478"/>
          <ac:inkMkLst>
            <pc:docMk/>
            <pc:sldMk cId="2890654216" sldId="493"/>
            <ac:inkMk id="94" creationId="{734000F9-611E-A0E6-1735-FF613EC24B3E}"/>
          </ac:inkMkLst>
        </pc:inkChg>
        <pc:inkChg chg="del">
          <ac:chgData name="Mohammad Hasan" userId="d4b62e5f-30fe-45a7-8f36-1981bbe99191" providerId="ADAL" clId="{487EB926-6A3E-51BF-A762-EF06D8678B1B}" dt="2026-10-30T22:55:54.471" v="14" actId="478"/>
          <ac:inkMkLst>
            <pc:docMk/>
            <pc:sldMk cId="2890654216" sldId="493"/>
            <ac:inkMk id="120" creationId="{505880B8-9A01-7518-2277-D400C9983767}"/>
          </ac:inkMkLst>
        </pc:inkChg>
        <pc:inkChg chg="del">
          <ac:chgData name="Mohammad Hasan" userId="d4b62e5f-30fe-45a7-8f36-1981bbe99191" providerId="ADAL" clId="{487EB926-6A3E-51BF-A762-EF06D8678B1B}" dt="2026-10-30T22:55:56.254" v="15" actId="478"/>
          <ac:inkMkLst>
            <pc:docMk/>
            <pc:sldMk cId="2890654216" sldId="493"/>
            <ac:inkMk id="129" creationId="{12860F11-9003-73EB-CDA5-1108ED0C447E}"/>
          </ac:inkMkLst>
        </pc:inkChg>
        <pc:inkChg chg="del">
          <ac:chgData name="Mohammad Hasan" userId="d4b62e5f-30fe-45a7-8f36-1981bbe99191" providerId="ADAL" clId="{487EB926-6A3E-51BF-A762-EF06D8678B1B}" dt="2026-10-30T22:55:56.254" v="15" actId="478"/>
          <ac:inkMkLst>
            <pc:docMk/>
            <pc:sldMk cId="2890654216" sldId="493"/>
            <ac:inkMk id="148" creationId="{4230705B-DF96-8784-9798-ED3574D2476C}"/>
          </ac:inkMkLst>
        </pc:inkChg>
        <pc:inkChg chg="del">
          <ac:chgData name="Mohammad Hasan" userId="d4b62e5f-30fe-45a7-8f36-1981bbe99191" providerId="ADAL" clId="{487EB926-6A3E-51BF-A762-EF06D8678B1B}" dt="2026-10-30T22:55:56.254" v="15" actId="478"/>
          <ac:inkMkLst>
            <pc:docMk/>
            <pc:sldMk cId="2890654216" sldId="493"/>
            <ac:inkMk id="149" creationId="{5F87D580-3D64-A433-8FBE-8AF8F1C6938B}"/>
          </ac:inkMkLst>
        </pc:inkChg>
        <pc:inkChg chg="del">
          <ac:chgData name="Mohammad Hasan" userId="d4b62e5f-30fe-45a7-8f36-1981bbe99191" providerId="ADAL" clId="{487EB926-6A3E-51BF-A762-EF06D8678B1B}" dt="2026-10-30T22:55:56.254" v="15" actId="478"/>
          <ac:inkMkLst>
            <pc:docMk/>
            <pc:sldMk cId="2890654216" sldId="493"/>
            <ac:inkMk id="168" creationId="{D4E60276-B772-1726-E9E7-23B3279B60C3}"/>
          </ac:inkMkLst>
        </pc:inkChg>
        <pc:inkChg chg="del">
          <ac:chgData name="Mohammad Hasan" userId="d4b62e5f-30fe-45a7-8f36-1981bbe99191" providerId="ADAL" clId="{487EB926-6A3E-51BF-A762-EF06D8678B1B}" dt="2026-10-30T22:55:56.254" v="15" actId="478"/>
          <ac:inkMkLst>
            <pc:docMk/>
            <pc:sldMk cId="2890654216" sldId="493"/>
            <ac:inkMk id="173" creationId="{6CC18CDD-175E-79FB-8212-DC2798C6FA05}"/>
          </ac:inkMkLst>
        </pc:inkChg>
        <pc:inkChg chg="del">
          <ac:chgData name="Mohammad Hasan" userId="d4b62e5f-30fe-45a7-8f36-1981bbe99191" providerId="ADAL" clId="{487EB926-6A3E-51BF-A762-EF06D8678B1B}" dt="2026-10-30T22:55:56.254" v="15" actId="478"/>
          <ac:inkMkLst>
            <pc:docMk/>
            <pc:sldMk cId="2890654216" sldId="493"/>
            <ac:inkMk id="184" creationId="{942979DA-74A5-C17D-D5C2-B3AD371E9BBA}"/>
          </ac:inkMkLst>
        </pc:inkChg>
        <pc:inkChg chg="del">
          <ac:chgData name="Mohammad Hasan" userId="d4b62e5f-30fe-45a7-8f36-1981bbe99191" providerId="ADAL" clId="{487EB926-6A3E-51BF-A762-EF06D8678B1B}" dt="2026-10-30T22:55:56.254" v="15" actId="478"/>
          <ac:inkMkLst>
            <pc:docMk/>
            <pc:sldMk cId="2890654216" sldId="493"/>
            <ac:inkMk id="185" creationId="{5F46CA04-CEC6-3F60-B17C-CBFBECC5B98E}"/>
          </ac:inkMkLst>
        </pc:inkChg>
        <pc:inkChg chg="del">
          <ac:chgData name="Mohammad Hasan" userId="d4b62e5f-30fe-45a7-8f36-1981bbe99191" providerId="ADAL" clId="{487EB926-6A3E-51BF-A762-EF06D8678B1B}" dt="2026-10-30T22:55:56.254" v="15" actId="478"/>
          <ac:inkMkLst>
            <pc:docMk/>
            <pc:sldMk cId="2890654216" sldId="493"/>
            <ac:inkMk id="195" creationId="{EF000FA1-CA8A-B12A-999B-1304F6895AF5}"/>
          </ac:inkMkLst>
        </pc:inkChg>
        <pc:inkChg chg="del">
          <ac:chgData name="Mohammad Hasan" userId="d4b62e5f-30fe-45a7-8f36-1981bbe99191" providerId="ADAL" clId="{487EB926-6A3E-51BF-A762-EF06D8678B1B}" dt="2026-10-30T22:55:56.254" v="15" actId="478"/>
          <ac:inkMkLst>
            <pc:docMk/>
            <pc:sldMk cId="2890654216" sldId="493"/>
            <ac:inkMk id="196" creationId="{0E37EF70-DE89-0CA8-56B1-58E41E12C9D3}"/>
          </ac:inkMkLst>
        </pc:inkChg>
        <pc:inkChg chg="del">
          <ac:chgData name="Mohammad Hasan" userId="d4b62e5f-30fe-45a7-8f36-1981bbe99191" providerId="ADAL" clId="{487EB926-6A3E-51BF-A762-EF06D8678B1B}" dt="2026-10-30T22:55:56.254" v="15" actId="478"/>
          <ac:inkMkLst>
            <pc:docMk/>
            <pc:sldMk cId="2890654216" sldId="493"/>
            <ac:inkMk id="256" creationId="{710842A3-6422-0341-BE66-FFBBE8DFAB54}"/>
          </ac:inkMkLst>
        </pc:inkChg>
      </pc:sldChg>
      <pc:sldChg chg="delSp mod">
        <pc:chgData name="Mohammad Hasan" userId="d4b62e5f-30fe-45a7-8f36-1981bbe99191" providerId="ADAL" clId="{487EB926-6A3E-51BF-A762-EF06D8678B1B}" dt="2026-10-30T22:56:05.219" v="17" actId="478"/>
        <pc:sldMkLst>
          <pc:docMk/>
          <pc:sldMk cId="220522299" sldId="495"/>
        </pc:sldMkLst>
        <pc:inkChg chg="del">
          <ac:chgData name="Mohammad Hasan" userId="d4b62e5f-30fe-45a7-8f36-1981bbe99191" providerId="ADAL" clId="{487EB926-6A3E-51BF-A762-EF06D8678B1B}" dt="2026-10-30T22:56:03.353" v="16" actId="478"/>
          <ac:inkMkLst>
            <pc:docMk/>
            <pc:sldMk cId="220522299" sldId="495"/>
            <ac:inkMk id="15" creationId="{5BFD53AC-F4F4-528F-6909-C7CCE7AB8494}"/>
          </ac:inkMkLst>
        </pc:inkChg>
        <pc:inkChg chg="del">
          <ac:chgData name="Mohammad Hasan" userId="d4b62e5f-30fe-45a7-8f36-1981bbe99191" providerId="ADAL" clId="{487EB926-6A3E-51BF-A762-EF06D8678B1B}" dt="2026-10-30T22:56:03.353" v="16" actId="478"/>
          <ac:inkMkLst>
            <pc:docMk/>
            <pc:sldMk cId="220522299" sldId="495"/>
            <ac:inkMk id="25" creationId="{95BC55A1-383D-2F2F-8E79-E04CF69B19DA}"/>
          </ac:inkMkLst>
        </pc:inkChg>
        <pc:inkChg chg="del">
          <ac:chgData name="Mohammad Hasan" userId="d4b62e5f-30fe-45a7-8f36-1981bbe99191" providerId="ADAL" clId="{487EB926-6A3E-51BF-A762-EF06D8678B1B}" dt="2026-10-30T22:56:03.353" v="16" actId="478"/>
          <ac:inkMkLst>
            <pc:docMk/>
            <pc:sldMk cId="220522299" sldId="495"/>
            <ac:inkMk id="46" creationId="{ACDE872B-BF2C-E125-CABD-347FFFF4F4C8}"/>
          </ac:inkMkLst>
        </pc:inkChg>
        <pc:inkChg chg="del">
          <ac:chgData name="Mohammad Hasan" userId="d4b62e5f-30fe-45a7-8f36-1981bbe99191" providerId="ADAL" clId="{487EB926-6A3E-51BF-A762-EF06D8678B1B}" dt="2026-10-30T22:56:03.353" v="16" actId="478"/>
          <ac:inkMkLst>
            <pc:docMk/>
            <pc:sldMk cId="220522299" sldId="495"/>
            <ac:inkMk id="54" creationId="{18E44EB8-0A4F-BD30-9D8A-22C170F19FBA}"/>
          </ac:inkMkLst>
        </pc:inkChg>
        <pc:inkChg chg="del">
          <ac:chgData name="Mohammad Hasan" userId="d4b62e5f-30fe-45a7-8f36-1981bbe99191" providerId="ADAL" clId="{487EB926-6A3E-51BF-A762-EF06D8678B1B}" dt="2026-10-30T22:56:03.353" v="16" actId="478"/>
          <ac:inkMkLst>
            <pc:docMk/>
            <pc:sldMk cId="220522299" sldId="495"/>
            <ac:inkMk id="61" creationId="{F5E3890A-B13A-94C1-DFEE-CAAD92CD8CF7}"/>
          </ac:inkMkLst>
        </pc:inkChg>
        <pc:inkChg chg="del">
          <ac:chgData name="Mohammad Hasan" userId="d4b62e5f-30fe-45a7-8f36-1981bbe99191" providerId="ADAL" clId="{487EB926-6A3E-51BF-A762-EF06D8678B1B}" dt="2026-10-30T22:56:03.353" v="16" actId="478"/>
          <ac:inkMkLst>
            <pc:docMk/>
            <pc:sldMk cId="220522299" sldId="495"/>
            <ac:inkMk id="109" creationId="{465B9988-15D3-7884-2946-7F2493364982}"/>
          </ac:inkMkLst>
        </pc:inkChg>
        <pc:inkChg chg="del">
          <ac:chgData name="Mohammad Hasan" userId="d4b62e5f-30fe-45a7-8f36-1981bbe99191" providerId="ADAL" clId="{487EB926-6A3E-51BF-A762-EF06D8678B1B}" dt="2026-10-30T22:56:03.353" v="16" actId="478"/>
          <ac:inkMkLst>
            <pc:docMk/>
            <pc:sldMk cId="220522299" sldId="495"/>
            <ac:inkMk id="144" creationId="{A2AFC89E-ED36-BF37-649B-1C985F422830}"/>
          </ac:inkMkLst>
        </pc:inkChg>
        <pc:inkChg chg="del">
          <ac:chgData name="Mohammad Hasan" userId="d4b62e5f-30fe-45a7-8f36-1981bbe99191" providerId="ADAL" clId="{487EB926-6A3E-51BF-A762-EF06D8678B1B}" dt="2026-10-30T22:56:03.353" v="16" actId="478"/>
          <ac:inkMkLst>
            <pc:docMk/>
            <pc:sldMk cId="220522299" sldId="495"/>
            <ac:inkMk id="185" creationId="{A56A72A2-ED5F-BD6A-0188-03444E199AF3}"/>
          </ac:inkMkLst>
        </pc:inkChg>
        <pc:inkChg chg="del">
          <ac:chgData name="Mohammad Hasan" userId="d4b62e5f-30fe-45a7-8f36-1981bbe99191" providerId="ADAL" clId="{487EB926-6A3E-51BF-A762-EF06D8678B1B}" dt="2026-10-30T22:56:03.353" v="16" actId="478"/>
          <ac:inkMkLst>
            <pc:docMk/>
            <pc:sldMk cId="220522299" sldId="495"/>
            <ac:inkMk id="186" creationId="{3FB504AF-474D-4809-43F2-72141963CE75}"/>
          </ac:inkMkLst>
        </pc:inkChg>
        <pc:inkChg chg="del">
          <ac:chgData name="Mohammad Hasan" userId="d4b62e5f-30fe-45a7-8f36-1981bbe99191" providerId="ADAL" clId="{487EB926-6A3E-51BF-A762-EF06D8678B1B}" dt="2026-10-30T22:56:03.353" v="16" actId="478"/>
          <ac:inkMkLst>
            <pc:docMk/>
            <pc:sldMk cId="220522299" sldId="495"/>
            <ac:inkMk id="201" creationId="{8AAEDF27-4290-D113-A9EB-6DE8CB66C9F5}"/>
          </ac:inkMkLst>
        </pc:inkChg>
        <pc:inkChg chg="del">
          <ac:chgData name="Mohammad Hasan" userId="d4b62e5f-30fe-45a7-8f36-1981bbe99191" providerId="ADAL" clId="{487EB926-6A3E-51BF-A762-EF06D8678B1B}" dt="2026-10-30T22:56:05.219" v="17" actId="478"/>
          <ac:inkMkLst>
            <pc:docMk/>
            <pc:sldMk cId="220522299" sldId="495"/>
            <ac:inkMk id="228" creationId="{B2C63AD7-95B5-5845-1F8E-AE02381E7DFC}"/>
          </ac:inkMkLst>
        </pc:inkChg>
        <pc:inkChg chg="del">
          <ac:chgData name="Mohammad Hasan" userId="d4b62e5f-30fe-45a7-8f36-1981bbe99191" providerId="ADAL" clId="{487EB926-6A3E-51BF-A762-EF06D8678B1B}" dt="2026-10-30T22:56:05.219" v="17" actId="478"/>
          <ac:inkMkLst>
            <pc:docMk/>
            <pc:sldMk cId="220522299" sldId="495"/>
            <ac:inkMk id="245" creationId="{49AD7F33-D06A-44C9-CB39-A66A29235B90}"/>
          </ac:inkMkLst>
        </pc:inkChg>
        <pc:inkChg chg="del">
          <ac:chgData name="Mohammad Hasan" userId="d4b62e5f-30fe-45a7-8f36-1981bbe99191" providerId="ADAL" clId="{487EB926-6A3E-51BF-A762-EF06D8678B1B}" dt="2026-10-30T22:56:05.219" v="17" actId="478"/>
          <ac:inkMkLst>
            <pc:docMk/>
            <pc:sldMk cId="220522299" sldId="495"/>
            <ac:inkMk id="266" creationId="{41291FD4-1D72-968C-D020-F2633F2CBF37}"/>
          </ac:inkMkLst>
        </pc:inkChg>
        <pc:inkChg chg="del">
          <ac:chgData name="Mohammad Hasan" userId="d4b62e5f-30fe-45a7-8f36-1981bbe99191" providerId="ADAL" clId="{487EB926-6A3E-51BF-A762-EF06D8678B1B}" dt="2026-10-30T22:56:05.219" v="17" actId="478"/>
          <ac:inkMkLst>
            <pc:docMk/>
            <pc:sldMk cId="220522299" sldId="495"/>
            <ac:inkMk id="267" creationId="{F5DCE06E-AD25-776F-A870-8C55B43D3D07}"/>
          </ac:inkMkLst>
        </pc:inkChg>
        <pc:inkChg chg="del">
          <ac:chgData name="Mohammad Hasan" userId="d4b62e5f-30fe-45a7-8f36-1981bbe99191" providerId="ADAL" clId="{487EB926-6A3E-51BF-A762-EF06D8678B1B}" dt="2026-10-30T22:56:05.219" v="17" actId="478"/>
          <ac:inkMkLst>
            <pc:docMk/>
            <pc:sldMk cId="220522299" sldId="495"/>
            <ac:inkMk id="287" creationId="{EC10AEEB-AF08-2A87-7E30-BB99A471DB58}"/>
          </ac:inkMkLst>
        </pc:inkChg>
        <pc:inkChg chg="del">
          <ac:chgData name="Mohammad Hasan" userId="d4b62e5f-30fe-45a7-8f36-1981bbe99191" providerId="ADAL" clId="{487EB926-6A3E-51BF-A762-EF06D8678B1B}" dt="2026-10-30T22:56:05.219" v="17" actId="478"/>
          <ac:inkMkLst>
            <pc:docMk/>
            <pc:sldMk cId="220522299" sldId="495"/>
            <ac:inkMk id="308" creationId="{420FA2F2-CDC7-F8FB-28C4-A4822227A4B1}"/>
          </ac:inkMkLst>
        </pc:inkChg>
        <pc:inkChg chg="del">
          <ac:chgData name="Mohammad Hasan" userId="d4b62e5f-30fe-45a7-8f36-1981bbe99191" providerId="ADAL" clId="{487EB926-6A3E-51BF-A762-EF06D8678B1B}" dt="2026-10-30T22:56:05.219" v="17" actId="478"/>
          <ac:inkMkLst>
            <pc:docMk/>
            <pc:sldMk cId="220522299" sldId="495"/>
            <ac:inkMk id="323" creationId="{6C4F757B-C31D-E1E4-D816-B2346F1280C2}"/>
          </ac:inkMkLst>
        </pc:inkChg>
        <pc:inkChg chg="del">
          <ac:chgData name="Mohammad Hasan" userId="d4b62e5f-30fe-45a7-8f36-1981bbe99191" providerId="ADAL" clId="{487EB926-6A3E-51BF-A762-EF06D8678B1B}" dt="2026-10-30T22:56:05.219" v="17" actId="478"/>
          <ac:inkMkLst>
            <pc:docMk/>
            <pc:sldMk cId="220522299" sldId="495"/>
            <ac:inkMk id="324" creationId="{6387191C-3D9C-8693-61FB-3A6965BD910C}"/>
          </ac:inkMkLst>
        </pc:inkChg>
        <pc:inkChg chg="del">
          <ac:chgData name="Mohammad Hasan" userId="d4b62e5f-30fe-45a7-8f36-1981bbe99191" providerId="ADAL" clId="{487EB926-6A3E-51BF-A762-EF06D8678B1B}" dt="2026-10-30T22:56:05.219" v="17" actId="478"/>
          <ac:inkMkLst>
            <pc:docMk/>
            <pc:sldMk cId="220522299" sldId="495"/>
            <ac:inkMk id="330" creationId="{DDE17DE6-C1FA-7A49-0C1B-9BB1B1EA13EE}"/>
          </ac:inkMkLst>
        </pc:inkChg>
        <pc:inkChg chg="del">
          <ac:chgData name="Mohammad Hasan" userId="d4b62e5f-30fe-45a7-8f36-1981bbe99191" providerId="ADAL" clId="{487EB926-6A3E-51BF-A762-EF06D8678B1B}" dt="2026-10-30T22:56:05.219" v="17" actId="478"/>
          <ac:inkMkLst>
            <pc:docMk/>
            <pc:sldMk cId="220522299" sldId="495"/>
            <ac:inkMk id="331" creationId="{455D0960-B433-0FF0-BCC2-234742CF5FAB}"/>
          </ac:inkMkLst>
        </pc:inkChg>
      </pc:sldChg>
      <pc:sldChg chg="delSp mod">
        <pc:chgData name="Mohammad Hasan" userId="d4b62e5f-30fe-45a7-8f36-1981bbe99191" providerId="ADAL" clId="{487EB926-6A3E-51BF-A762-EF06D8678B1B}" dt="2026-10-30T22:56:09.702" v="19" actId="478"/>
        <pc:sldMkLst>
          <pc:docMk/>
          <pc:sldMk cId="858904242" sldId="497"/>
        </pc:sldMkLst>
        <pc:inkChg chg="del">
          <ac:chgData name="Mohammad Hasan" userId="d4b62e5f-30fe-45a7-8f36-1981bbe99191" providerId="ADAL" clId="{487EB926-6A3E-51BF-A762-EF06D8678B1B}" dt="2026-10-30T22:56:08.019" v="18" actId="478"/>
          <ac:inkMkLst>
            <pc:docMk/>
            <pc:sldMk cId="858904242" sldId="497"/>
            <ac:inkMk id="49" creationId="{586E70B8-DB13-1E57-56C8-E884BEB79A38}"/>
          </ac:inkMkLst>
        </pc:inkChg>
        <pc:inkChg chg="del">
          <ac:chgData name="Mohammad Hasan" userId="d4b62e5f-30fe-45a7-8f36-1981bbe99191" providerId="ADAL" clId="{487EB926-6A3E-51BF-A762-EF06D8678B1B}" dt="2026-10-30T22:56:08.019" v="18" actId="478"/>
          <ac:inkMkLst>
            <pc:docMk/>
            <pc:sldMk cId="858904242" sldId="497"/>
            <ac:inkMk id="61" creationId="{EDBD1527-AA24-CD6C-1208-C7F33F4E2DA4}"/>
          </ac:inkMkLst>
        </pc:inkChg>
        <pc:inkChg chg="del">
          <ac:chgData name="Mohammad Hasan" userId="d4b62e5f-30fe-45a7-8f36-1981bbe99191" providerId="ADAL" clId="{487EB926-6A3E-51BF-A762-EF06D8678B1B}" dt="2026-10-30T22:56:08.019" v="18" actId="478"/>
          <ac:inkMkLst>
            <pc:docMk/>
            <pc:sldMk cId="858904242" sldId="497"/>
            <ac:inkMk id="71" creationId="{F2A44CCA-BA8A-D738-8A4E-3D2509FD8F97}"/>
          </ac:inkMkLst>
        </pc:inkChg>
        <pc:inkChg chg="del">
          <ac:chgData name="Mohammad Hasan" userId="d4b62e5f-30fe-45a7-8f36-1981bbe99191" providerId="ADAL" clId="{487EB926-6A3E-51BF-A762-EF06D8678B1B}" dt="2026-10-30T22:56:08.019" v="18" actId="478"/>
          <ac:inkMkLst>
            <pc:docMk/>
            <pc:sldMk cId="858904242" sldId="497"/>
            <ac:inkMk id="72" creationId="{03747D0B-C2DA-5D63-FA6D-BFD3C15C9213}"/>
          </ac:inkMkLst>
        </pc:inkChg>
        <pc:inkChg chg="del">
          <ac:chgData name="Mohammad Hasan" userId="d4b62e5f-30fe-45a7-8f36-1981bbe99191" providerId="ADAL" clId="{487EB926-6A3E-51BF-A762-EF06D8678B1B}" dt="2026-10-30T22:56:08.019" v="18" actId="478"/>
          <ac:inkMkLst>
            <pc:docMk/>
            <pc:sldMk cId="858904242" sldId="497"/>
            <ac:inkMk id="76" creationId="{798D813B-33E8-D6DD-92A4-5FF74B383640}"/>
          </ac:inkMkLst>
        </pc:inkChg>
        <pc:inkChg chg="del">
          <ac:chgData name="Mohammad Hasan" userId="d4b62e5f-30fe-45a7-8f36-1981bbe99191" providerId="ADAL" clId="{487EB926-6A3E-51BF-A762-EF06D8678B1B}" dt="2026-10-30T22:56:08.019" v="18" actId="478"/>
          <ac:inkMkLst>
            <pc:docMk/>
            <pc:sldMk cId="858904242" sldId="497"/>
            <ac:inkMk id="83" creationId="{C976D19A-4D8F-D086-A703-80E442D37294}"/>
          </ac:inkMkLst>
        </pc:inkChg>
        <pc:inkChg chg="del">
          <ac:chgData name="Mohammad Hasan" userId="d4b62e5f-30fe-45a7-8f36-1981bbe99191" providerId="ADAL" clId="{487EB926-6A3E-51BF-A762-EF06D8678B1B}" dt="2026-10-30T22:56:08.019" v="18" actId="478"/>
          <ac:inkMkLst>
            <pc:docMk/>
            <pc:sldMk cId="858904242" sldId="497"/>
            <ac:inkMk id="92" creationId="{4F4538E5-1D12-B21E-DDA7-03DCC32CB9E5}"/>
          </ac:inkMkLst>
        </pc:inkChg>
        <pc:inkChg chg="del">
          <ac:chgData name="Mohammad Hasan" userId="d4b62e5f-30fe-45a7-8f36-1981bbe99191" providerId="ADAL" clId="{487EB926-6A3E-51BF-A762-EF06D8678B1B}" dt="2026-10-30T22:56:08.019" v="18" actId="478"/>
          <ac:inkMkLst>
            <pc:docMk/>
            <pc:sldMk cId="858904242" sldId="497"/>
            <ac:inkMk id="131" creationId="{83B9F1E9-2069-D67D-05B6-1EEF721DEF61}"/>
          </ac:inkMkLst>
        </pc:inkChg>
        <pc:inkChg chg="del">
          <ac:chgData name="Mohammad Hasan" userId="d4b62e5f-30fe-45a7-8f36-1981bbe99191" providerId="ADAL" clId="{487EB926-6A3E-51BF-A762-EF06D8678B1B}" dt="2026-10-30T22:56:08.019" v="18" actId="478"/>
          <ac:inkMkLst>
            <pc:docMk/>
            <pc:sldMk cId="858904242" sldId="497"/>
            <ac:inkMk id="149" creationId="{4D0A86B7-1972-9A53-FDFB-05DA664738B7}"/>
          </ac:inkMkLst>
        </pc:inkChg>
        <pc:inkChg chg="del">
          <ac:chgData name="Mohammad Hasan" userId="d4b62e5f-30fe-45a7-8f36-1981bbe99191" providerId="ADAL" clId="{487EB926-6A3E-51BF-A762-EF06D8678B1B}" dt="2026-10-30T22:56:08.019" v="18" actId="478"/>
          <ac:inkMkLst>
            <pc:docMk/>
            <pc:sldMk cId="858904242" sldId="497"/>
            <ac:inkMk id="237" creationId="{7F125DDD-61EF-13E7-B0D6-17E83E286D32}"/>
          </ac:inkMkLst>
        </pc:inkChg>
        <pc:inkChg chg="del">
          <ac:chgData name="Mohammad Hasan" userId="d4b62e5f-30fe-45a7-8f36-1981bbe99191" providerId="ADAL" clId="{487EB926-6A3E-51BF-A762-EF06D8678B1B}" dt="2026-10-30T22:56:09.702" v="19" actId="478"/>
          <ac:inkMkLst>
            <pc:docMk/>
            <pc:sldMk cId="858904242" sldId="497"/>
            <ac:inkMk id="340" creationId="{0C2D7523-3D64-BA9B-56FD-883ADC7DBBDA}"/>
          </ac:inkMkLst>
        </pc:inkChg>
        <pc:inkChg chg="del">
          <ac:chgData name="Mohammad Hasan" userId="d4b62e5f-30fe-45a7-8f36-1981bbe99191" providerId="ADAL" clId="{487EB926-6A3E-51BF-A762-EF06D8678B1B}" dt="2026-10-30T22:56:09.702" v="19" actId="478"/>
          <ac:inkMkLst>
            <pc:docMk/>
            <pc:sldMk cId="858904242" sldId="497"/>
            <ac:inkMk id="342" creationId="{6A1FF081-C842-9639-38B5-01E809FE4196}"/>
          </ac:inkMkLst>
        </pc:inkChg>
        <pc:inkChg chg="del">
          <ac:chgData name="Mohammad Hasan" userId="d4b62e5f-30fe-45a7-8f36-1981bbe99191" providerId="ADAL" clId="{487EB926-6A3E-51BF-A762-EF06D8678B1B}" dt="2026-10-30T22:56:09.702" v="19" actId="478"/>
          <ac:inkMkLst>
            <pc:docMk/>
            <pc:sldMk cId="858904242" sldId="497"/>
            <ac:inkMk id="345" creationId="{14931409-FC6E-5170-4DCB-899EE9165D47}"/>
          </ac:inkMkLst>
        </pc:inkChg>
        <pc:inkChg chg="del">
          <ac:chgData name="Mohammad Hasan" userId="d4b62e5f-30fe-45a7-8f36-1981bbe99191" providerId="ADAL" clId="{487EB926-6A3E-51BF-A762-EF06D8678B1B}" dt="2026-10-30T22:56:09.702" v="19" actId="478"/>
          <ac:inkMkLst>
            <pc:docMk/>
            <pc:sldMk cId="858904242" sldId="497"/>
            <ac:inkMk id="349" creationId="{A74B1DE9-025B-91AC-86A8-D01AE99C4304}"/>
          </ac:inkMkLst>
        </pc:inkChg>
        <pc:inkChg chg="del">
          <ac:chgData name="Mohammad Hasan" userId="d4b62e5f-30fe-45a7-8f36-1981bbe99191" providerId="ADAL" clId="{487EB926-6A3E-51BF-A762-EF06D8678B1B}" dt="2026-10-30T22:56:09.702" v="19" actId="478"/>
          <ac:inkMkLst>
            <pc:docMk/>
            <pc:sldMk cId="858904242" sldId="497"/>
            <ac:inkMk id="360" creationId="{A0C8E758-4DE7-2AC2-7C7F-9E4EB83B5E7F}"/>
          </ac:inkMkLst>
        </pc:inkChg>
        <pc:inkChg chg="del">
          <ac:chgData name="Mohammad Hasan" userId="d4b62e5f-30fe-45a7-8f36-1981bbe99191" providerId="ADAL" clId="{487EB926-6A3E-51BF-A762-EF06D8678B1B}" dt="2026-10-30T22:56:09.702" v="19" actId="478"/>
          <ac:inkMkLst>
            <pc:docMk/>
            <pc:sldMk cId="858904242" sldId="497"/>
            <ac:inkMk id="376" creationId="{E773C2B6-54EC-7C5D-09DE-2389D3766CD0}"/>
          </ac:inkMkLst>
        </pc:inkChg>
        <pc:inkChg chg="del">
          <ac:chgData name="Mohammad Hasan" userId="d4b62e5f-30fe-45a7-8f36-1981bbe99191" providerId="ADAL" clId="{487EB926-6A3E-51BF-A762-EF06D8678B1B}" dt="2026-10-30T22:56:09.702" v="19" actId="478"/>
          <ac:inkMkLst>
            <pc:docMk/>
            <pc:sldMk cId="858904242" sldId="497"/>
            <ac:inkMk id="381" creationId="{F312C02F-C457-9F43-4546-AE520CA28243}"/>
          </ac:inkMkLst>
        </pc:inkChg>
        <pc:inkChg chg="del">
          <ac:chgData name="Mohammad Hasan" userId="d4b62e5f-30fe-45a7-8f36-1981bbe99191" providerId="ADAL" clId="{487EB926-6A3E-51BF-A762-EF06D8678B1B}" dt="2026-10-30T22:56:09.702" v="19" actId="478"/>
          <ac:inkMkLst>
            <pc:docMk/>
            <pc:sldMk cId="858904242" sldId="497"/>
            <ac:inkMk id="392" creationId="{B794D9B3-445A-77A7-366F-EE7389416F50}"/>
          </ac:inkMkLst>
        </pc:inkChg>
        <pc:inkChg chg="del">
          <ac:chgData name="Mohammad Hasan" userId="d4b62e5f-30fe-45a7-8f36-1981bbe99191" providerId="ADAL" clId="{487EB926-6A3E-51BF-A762-EF06D8678B1B}" dt="2026-10-30T22:56:09.702" v="19" actId="478"/>
          <ac:inkMkLst>
            <pc:docMk/>
            <pc:sldMk cId="858904242" sldId="497"/>
            <ac:inkMk id="398" creationId="{32F5F748-81FE-D445-9A6B-2AAC2D310362}"/>
          </ac:inkMkLst>
        </pc:inkChg>
        <pc:inkChg chg="del">
          <ac:chgData name="Mohammad Hasan" userId="d4b62e5f-30fe-45a7-8f36-1981bbe99191" providerId="ADAL" clId="{487EB926-6A3E-51BF-A762-EF06D8678B1B}" dt="2026-10-30T22:56:09.702" v="19" actId="478"/>
          <ac:inkMkLst>
            <pc:docMk/>
            <pc:sldMk cId="858904242" sldId="497"/>
            <ac:inkMk id="430" creationId="{9CA069E2-BA2C-65FA-93B5-10DF162DC767}"/>
          </ac:inkMkLst>
        </pc:ink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75-4CA1-AFBF-A3E9F95F45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875-4CA1-AFBF-A3E9F95F45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875-4CA1-AFBF-A3E9F95F45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4220736"/>
        <c:axId val="146502112"/>
      </c:barChart>
      <c:catAx>
        <c:axId val="1742207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146502112"/>
        <c:crosses val="autoZero"/>
        <c:auto val="1"/>
        <c:lblAlgn val="ctr"/>
        <c:lblOffset val="100"/>
        <c:noMultiLvlLbl val="0"/>
      </c:catAx>
      <c:valAx>
        <c:axId val="146502112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174220736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67469879518072284"/>
          <c:y val="0.32344213649851633"/>
          <c:w val="0.28915662650602408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06-4755-B39D-439C5442E7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06-4755-B39D-439C5442E7D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A06-4755-B39D-439C5442E7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1362160"/>
        <c:axId val="251362552"/>
      </c:barChart>
      <c:catAx>
        <c:axId val="2513621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2552"/>
        <c:crosses val="autoZero"/>
        <c:auto val="1"/>
        <c:lblAlgn val="ctr"/>
        <c:lblOffset val="100"/>
        <c:noMultiLvlLbl val="0"/>
      </c:catAx>
      <c:valAx>
        <c:axId val="251362552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2160"/>
        <c:crosses val="autoZero"/>
        <c:crossBetween val="between"/>
      </c:valAx>
      <c:spPr>
        <a:solidFill>
          <a:srgbClr val="F2F2F2"/>
        </a:solidFill>
        <a:ln w="25385">
          <a:noFill/>
        </a:ln>
      </c:spPr>
    </c:plotArea>
    <c:legend>
      <c:legendPos val="r"/>
      <c:layout>
        <c:manualLayout>
          <c:xMode val="edge"/>
          <c:yMode val="edge"/>
          <c:x val="0.67469879518072284"/>
          <c:y val="0.32344213649851633"/>
          <c:w val="0.28915662650602408"/>
          <c:h val="0.37982195845697331"/>
        </c:manualLayout>
      </c:layout>
      <c:overlay val="0"/>
      <c:spPr>
        <a:noFill/>
        <a:ln w="25385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EC-4472-834A-CD78B91F17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EC-4472-834A-CD78B91F17C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EC-4472-834A-CD78B91F17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1363336"/>
        <c:axId val="251363728"/>
      </c:barChart>
      <c:catAx>
        <c:axId val="2513633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3728"/>
        <c:crosses val="autoZero"/>
        <c:auto val="1"/>
        <c:lblAlgn val="ctr"/>
        <c:lblOffset val="100"/>
        <c:noMultiLvlLbl val="0"/>
      </c:catAx>
      <c:valAx>
        <c:axId val="251363728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3336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84421534936998854"/>
          <c:y val="0.34421364985163205"/>
          <c:w val="0.13745704467353953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7A-48D0-BD55-17F64B850A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80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27A-48D0-BD55-17F64B850A7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27A-48D0-BD55-17F64B850A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364512"/>
        <c:axId val="251364904"/>
      </c:lineChart>
      <c:catAx>
        <c:axId val="2513645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4904"/>
        <c:crosses val="autoZero"/>
        <c:auto val="1"/>
        <c:lblAlgn val="ctr"/>
        <c:lblOffset val="100"/>
        <c:noMultiLvlLbl val="0"/>
      </c:catAx>
      <c:valAx>
        <c:axId val="251364904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4512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66987951807228918"/>
          <c:y val="0.32344213649851633"/>
          <c:w val="0.29638554216867469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77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136-4F72-A118-34CB4C66CE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77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136-4F72-A118-34CB4C66CEA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77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136-4F72-A118-34CB4C66CE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365688"/>
        <c:axId val="251989008"/>
      </c:lineChart>
      <c:catAx>
        <c:axId val="2513656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89008"/>
        <c:crosses val="autoZero"/>
        <c:auto val="1"/>
        <c:lblAlgn val="ctr"/>
        <c:lblOffset val="100"/>
        <c:noMultiLvlLbl val="0"/>
      </c:catAx>
      <c:valAx>
        <c:axId val="251989008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5688"/>
        <c:crosses val="autoZero"/>
        <c:crossBetween val="between"/>
      </c:valAx>
      <c:spPr>
        <a:solidFill>
          <a:srgbClr val="F2F2F2"/>
        </a:solidFill>
        <a:ln w="25385">
          <a:noFill/>
        </a:ln>
      </c:spPr>
    </c:plotArea>
    <c:legend>
      <c:legendPos val="r"/>
      <c:layout>
        <c:manualLayout>
          <c:xMode val="edge"/>
          <c:yMode val="edge"/>
          <c:x val="0.66987951807228918"/>
          <c:y val="0.32344213649851633"/>
          <c:w val="0.29638554216867469"/>
          <c:h val="0.37982195845697331"/>
        </c:manualLayout>
      </c:layout>
      <c:overlay val="0"/>
      <c:spPr>
        <a:noFill/>
        <a:ln w="25385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580-4918-B3E2-DDF92CD730A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80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580-4918-B3E2-DDF92CD730A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580-4918-B3E2-DDF92CD730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989792"/>
        <c:axId val="251990184"/>
      </c:lineChart>
      <c:catAx>
        <c:axId val="2519897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90184"/>
        <c:crosses val="autoZero"/>
        <c:auto val="1"/>
        <c:lblAlgn val="ctr"/>
        <c:lblOffset val="100"/>
        <c:noMultiLvlLbl val="0"/>
      </c:catAx>
      <c:valAx>
        <c:axId val="251990184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89792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84077892325315007"/>
          <c:y val="0.34421364985163205"/>
          <c:w val="0.14089347079037801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02088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32400" y="0"/>
            <a:ext cx="4002088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22FB6A-490F-4111-A206-DEEE4C4B3FDD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6188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3925" y="3373438"/>
            <a:ext cx="7388225" cy="2760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9563"/>
            <a:ext cx="4002088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32400" y="6659563"/>
            <a:ext cx="4002088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8B74E-131A-480B-93D4-B718A5EEA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and Introductions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058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204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EoM</a:t>
            </a:r>
            <a:r>
              <a:rPr lang="en-US" dirty="0"/>
              <a:t>: Equation of motion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233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green 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060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white 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6197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white 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68541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763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100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492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386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mall first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97175"/>
            <a:ext cx="7699375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9176" y="2796888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629176" y="1586575"/>
            <a:ext cx="7792510" cy="11251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chemeClr val="tx1">
                    <a:tint val="75000"/>
                  </a:schemeClr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4D28C2B7-260A-4959-9A53-DAB58A9ED79E}" type="datetime1">
              <a:rPr lang="en-US" smtClean="0"/>
              <a:t>10/30/26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D92EBE0-0249-4044-84F4-57F8D69799D7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8315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mall first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97175"/>
            <a:ext cx="7699375" cy="0"/>
          </a:xfrm>
          <a:prstGeom prst="line">
            <a:avLst/>
          </a:prstGeom>
          <a:ln w="285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9176" y="2796888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629176" y="1586575"/>
            <a:ext cx="7792510" cy="11251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rgbClr val="FFFFFF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8044B52-DC41-452D-81DE-C4050E96D070}" type="datetime1">
              <a:rPr lang="en-US" smtClean="0"/>
              <a:t>10/30/26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7EB4627-764E-4956-AAA8-9BF00A666F4A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097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large first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89238"/>
            <a:ext cx="7699375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/>
          <p:cNvSpPr>
            <a:spLocks noGrp="1"/>
          </p:cNvSpPr>
          <p:nvPr>
            <p:ph type="body" idx="13"/>
          </p:nvPr>
        </p:nvSpPr>
        <p:spPr>
          <a:xfrm>
            <a:off x="722316" y="2848823"/>
            <a:ext cx="7792510" cy="954209"/>
          </a:xfrm>
        </p:spPr>
        <p:txBody>
          <a:bodyPr>
            <a:normAutofit/>
          </a:bodyPr>
          <a:lstStyle>
            <a:lvl1pPr marL="0" indent="0" algn="r">
              <a:buNone/>
              <a:defRPr sz="2400" b="0" i="1" baseline="0">
                <a:solidFill>
                  <a:schemeClr val="tx1">
                    <a:tint val="75000"/>
                  </a:schemeClr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629176" y="1989546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2D73FC4-C9B9-4C51-AA51-ADA91826A3DD}" type="datetime1">
              <a:rPr lang="en-US" smtClean="0"/>
              <a:t>10/30/26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674670A-36EC-42D0-9FB9-ADC0562D6DC7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4419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large first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89238"/>
            <a:ext cx="7699375" cy="0"/>
          </a:xfrm>
          <a:prstGeom prst="line">
            <a:avLst/>
          </a:prstGeom>
          <a:ln w="285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/>
          <p:cNvSpPr>
            <a:spLocks noGrp="1"/>
          </p:cNvSpPr>
          <p:nvPr>
            <p:ph type="body" idx="13"/>
          </p:nvPr>
        </p:nvSpPr>
        <p:spPr>
          <a:xfrm>
            <a:off x="722316" y="2848823"/>
            <a:ext cx="7792510" cy="954209"/>
          </a:xfrm>
        </p:spPr>
        <p:txBody>
          <a:bodyPr>
            <a:normAutofit/>
          </a:bodyPr>
          <a:lstStyle>
            <a:lvl1pPr marL="0" indent="0" algn="r">
              <a:buNone/>
              <a:defRPr sz="2400" b="0" i="1" baseline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629176" y="1989546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0BD1211A-9CE7-4E8F-9AB3-FC229049A63C}" type="datetime1">
              <a:rPr lang="en-US" smtClean="0"/>
              <a:t>10/30/26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ECA8F18-7321-4B36-A83D-9376A560E5CB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0286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,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8318119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78"/>
          <a:stretch/>
        </p:blipFill>
        <p:spPr>
          <a:xfrm>
            <a:off x="8291512" y="4771619"/>
            <a:ext cx="852488" cy="342123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4014441" y="4788791"/>
            <a:ext cx="41812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0" i="1">
                <a:solidFill>
                  <a:schemeClr val="bg1">
                    <a:lumMod val="95000"/>
                  </a:schemeClr>
                </a:solidFill>
              </a:rPr>
              <a:t>ME 4452 Machine Learning in Mechanical Engineering</a:t>
            </a:r>
          </a:p>
        </p:txBody>
      </p:sp>
      <p:cxnSp>
        <p:nvCxnSpPr>
          <p:cNvPr id="10" name="Straight Connecto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261032" y="4794992"/>
            <a:ext cx="0" cy="295169"/>
          </a:xfrm>
          <a:prstGeom prst="line">
            <a:avLst/>
          </a:prstGeom>
          <a:ln w="9525"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75545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text, one colum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8318119" cy="3650177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78"/>
          <a:stretch/>
        </p:blipFill>
        <p:spPr>
          <a:xfrm>
            <a:off x="8291512" y="4771619"/>
            <a:ext cx="852488" cy="34212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261032" y="4794992"/>
            <a:ext cx="0" cy="295169"/>
          </a:xfrm>
          <a:prstGeom prst="line">
            <a:avLst/>
          </a:prstGeom>
          <a:ln w="9525"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5000131" y="4788791"/>
            <a:ext cx="3195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0" i="1">
                <a:solidFill>
                  <a:schemeClr val="bg1">
                    <a:lumMod val="95000"/>
                  </a:schemeClr>
                </a:solidFill>
              </a:rPr>
              <a:t>Department Name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757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,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Straight Connector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1372973"/>
            <a:ext cx="3944283" cy="3182602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27"/>
          </p:nvPr>
        </p:nvSpPr>
        <p:spPr>
          <a:xfrm>
            <a:off x="4783707" y="1372973"/>
            <a:ext cx="3944283" cy="3182602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/>
          </p:nvPr>
        </p:nvSpPr>
        <p:spPr>
          <a:xfrm>
            <a:off x="4783970" y="850858"/>
            <a:ext cx="3944020" cy="384603"/>
          </a:xfrm>
        </p:spPr>
        <p:txBody>
          <a:bodyPr anchor="b">
            <a:normAutofit/>
          </a:bodyPr>
          <a:lstStyle>
            <a:lvl1pPr marL="0" indent="0">
              <a:buNone/>
              <a:defRPr sz="2100" b="1" i="1" baseline="0">
                <a:solidFill>
                  <a:srgbClr val="29551A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30"/>
          </p:nvPr>
        </p:nvSpPr>
        <p:spPr>
          <a:xfrm>
            <a:off x="423863" y="850858"/>
            <a:ext cx="3944020" cy="384603"/>
          </a:xfrm>
        </p:spPr>
        <p:txBody>
          <a:bodyPr anchor="b">
            <a:normAutofit/>
          </a:bodyPr>
          <a:lstStyle>
            <a:lvl1pPr marL="0" indent="0">
              <a:buNone/>
              <a:defRPr sz="2100" b="1" i="1" baseline="0">
                <a:solidFill>
                  <a:srgbClr val="29551A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3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771C787-8B4C-4AFC-AB2B-E8B32E4F9E13}" type="datetime1">
              <a:rPr lang="en-US" smtClean="0"/>
              <a:t>10/30/26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3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F65B8BC-C975-44DF-9EAB-CC5566988564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55774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591285"/>
            <a:ext cx="9144000" cy="4108974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7C35B14C-DC21-45FD-96B5-A57C3FAFCC49}" type="datetime1">
              <a:rPr lang="en-US" smtClean="0"/>
              <a:t>10/30/26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30BC5C7-E9D8-4217-A430-5196F1B45A1B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5122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E73F47F-18AB-43F9-8F50-A370BCA2D027}" type="datetime1">
              <a:rPr lang="en-US" smtClean="0"/>
              <a:t>10/30/26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ABDAD4C-F747-4892-9E02-B351A936328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58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39"/>
          </p:nvPr>
        </p:nvSpPr>
        <p:spPr>
          <a:xfrm>
            <a:off x="1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0"/>
          </p:nvPr>
        </p:nvSpPr>
        <p:spPr>
          <a:xfrm>
            <a:off x="4590289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F6F468F2-F510-45C5-B43F-D0119B9D67AB}" type="datetime1">
              <a:rPr lang="en-US" smtClean="0"/>
              <a:t>10/30/26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2DF5F8B-1960-4890-8C1E-FCDF926B53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066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39"/>
          </p:nvPr>
        </p:nvSpPr>
        <p:spPr>
          <a:xfrm>
            <a:off x="1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0"/>
          </p:nvPr>
        </p:nvSpPr>
        <p:spPr>
          <a:xfrm>
            <a:off x="4590289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4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F2B1312-F3D9-46A4-A38C-8A8E391D2291}" type="datetime1">
              <a:rPr lang="en-US" smtClean="0"/>
              <a:t>10/30/26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03CD76E-11F5-4F71-855B-93A5E04DA0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14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661147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4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704BD63-F5AC-48AD-8254-910A4091EB66}" type="datetime1">
              <a:rPr lang="en-US" smtClean="0"/>
              <a:t>10/30/26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912C530F-F3F6-443B-A1B9-1325A18A852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4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0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59122519-350A-4416-BA27-CADC4D4FF918}" type="datetime1">
              <a:rPr lang="en-US" smtClean="0"/>
              <a:t>10/30/26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F2F584E-2F61-4D96-A427-222AAD1B533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501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591284"/>
            <a:ext cx="4553712" cy="203911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661147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0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46"/>
          </p:nvPr>
        </p:nvSpPr>
        <p:spPr>
          <a:xfrm>
            <a:off x="2295144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4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C31BB4D-A3FD-4DC6-A152-9228FEFA00F4}" type="datetime1">
              <a:rPr lang="en-US" smtClean="0"/>
              <a:t>10/30/26</a:t>
            </a:fld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A9B3B996-7AF6-4BC9-9324-7E488133B3A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78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0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0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3"/>
          </p:nvPr>
        </p:nvSpPr>
        <p:spPr>
          <a:xfrm>
            <a:off x="6885433" y="0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idx="46"/>
          </p:nvPr>
        </p:nvSpPr>
        <p:spPr>
          <a:xfrm>
            <a:off x="4590289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47"/>
          </p:nvPr>
        </p:nvSpPr>
        <p:spPr>
          <a:xfrm>
            <a:off x="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49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3E351CA-C82C-4663-93DF-2CA6F191E599}" type="datetime1">
              <a:rPr lang="en-US" smtClean="0"/>
              <a:t>10/30/26</a:t>
            </a:fld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50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C3968613-2F53-4FB9-9064-B0746BA197E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02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0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46"/>
          </p:nvPr>
        </p:nvSpPr>
        <p:spPr>
          <a:xfrm>
            <a:off x="2295144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7"/>
          </p:nvPr>
        </p:nvSpPr>
        <p:spPr>
          <a:xfrm>
            <a:off x="0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idx="49"/>
          </p:nvPr>
        </p:nvSpPr>
        <p:spPr>
          <a:xfrm>
            <a:off x="4590288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idx="50"/>
          </p:nvPr>
        </p:nvSpPr>
        <p:spPr>
          <a:xfrm>
            <a:off x="6885432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5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39B5916C-A037-4F53-A414-564B4EEC9E1B}" type="datetime1">
              <a:rPr lang="en-US" smtClean="0"/>
              <a:t>10/30/26</a:t>
            </a:fld>
            <a:endParaRPr lang="en-US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5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995253CE-9904-4998-823A-D3AFE445E1E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985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7"/>
          </p:nvPr>
        </p:nvSpPr>
        <p:spPr>
          <a:xfrm>
            <a:off x="0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9"/>
          </p:nvPr>
        </p:nvSpPr>
        <p:spPr>
          <a:xfrm>
            <a:off x="4590289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50"/>
          </p:nvPr>
        </p:nvSpPr>
        <p:spPr>
          <a:xfrm>
            <a:off x="6885433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51"/>
          </p:nvPr>
        </p:nvSpPr>
        <p:spPr>
          <a:xfrm>
            <a:off x="0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idx="52"/>
          </p:nvPr>
        </p:nvSpPr>
        <p:spPr>
          <a:xfrm>
            <a:off x="2295144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5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E7C0071-1FD0-47FF-A4AA-2148D9E25892}" type="datetime1">
              <a:rPr lang="en-US" smtClean="0"/>
              <a:t>10/30/26</a:t>
            </a:fld>
            <a:endParaRPr lang="en-US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5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07A2222B-2BEB-48DC-B544-2F3217AEB91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22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 right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4590288" y="1749"/>
            <a:ext cx="4553712" cy="469851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0C53833-DFE9-45F3-9A06-63816F630DBF}" type="datetime1">
              <a:rPr lang="en-US" smtClean="0"/>
              <a:t>10/30/26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0547C88-426F-4B95-8EF2-ABB470937AB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903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 left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0" y="1749"/>
            <a:ext cx="4553712" cy="469851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C0F3201-D3AC-4B80-BAA2-70789CD27765}" type="datetime1">
              <a:rPr lang="en-US" smtClean="0"/>
              <a:t>10/30/26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8063367-8FD0-4EFA-9B8F-D392316BCEF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2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s right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4590288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44"/>
          </p:nvPr>
        </p:nvSpPr>
        <p:spPr>
          <a:xfrm>
            <a:off x="4590288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5"/>
          </p:nvPr>
        </p:nvSpPr>
        <p:spPr>
          <a:xfrm>
            <a:off x="688608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46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5BD1A5F-979B-4B06-9411-BCF73A709CFC}" type="datetime1">
              <a:rPr lang="en-US" smtClean="0"/>
              <a:t>10/30/26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7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1F8ED6C-9AC5-4882-95C1-FC3FECECD54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8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s left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43"/>
          </p:nvPr>
        </p:nvSpPr>
        <p:spPr>
          <a:xfrm>
            <a:off x="0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idx="44"/>
          </p:nvPr>
        </p:nvSpPr>
        <p:spPr>
          <a:xfrm>
            <a:off x="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5"/>
          </p:nvPr>
        </p:nvSpPr>
        <p:spPr>
          <a:xfrm>
            <a:off x="2295792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46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311C50E9-50BF-46F6-B8B5-6B981E2391CC}" type="datetime1">
              <a:rPr lang="en-US" smtClean="0"/>
              <a:t>10/30/26</a:t>
            </a:fld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7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469214E2-411F-4CCB-9AB1-176E7EF56AD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853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s right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Picture Placeholder 2"/>
          <p:cNvSpPr>
            <a:spLocks noGrp="1"/>
          </p:cNvSpPr>
          <p:nvPr>
            <p:ph type="pic" idx="44"/>
          </p:nvPr>
        </p:nvSpPr>
        <p:spPr>
          <a:xfrm>
            <a:off x="4590288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5"/>
          </p:nvPr>
        </p:nvSpPr>
        <p:spPr>
          <a:xfrm>
            <a:off x="688608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6"/>
          </p:nvPr>
        </p:nvSpPr>
        <p:spPr>
          <a:xfrm>
            <a:off x="4590288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7"/>
          </p:nvPr>
        </p:nvSpPr>
        <p:spPr>
          <a:xfrm>
            <a:off x="688608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48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AF0F807-10E6-412A-9E8A-7578CC54180E}" type="datetime1">
              <a:rPr lang="en-US" smtClean="0"/>
              <a:t>10/30/26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9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5B71A1D6-CBC1-4D43-99C1-B8E922BEC27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697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s left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44"/>
          </p:nvPr>
        </p:nvSpPr>
        <p:spPr>
          <a:xfrm>
            <a:off x="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2295792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6"/>
          </p:nvPr>
        </p:nvSpPr>
        <p:spPr>
          <a:xfrm>
            <a:off x="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7"/>
          </p:nvPr>
        </p:nvSpPr>
        <p:spPr>
          <a:xfrm>
            <a:off x="2295792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48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9159CAF-A62E-4CC4-B611-E3F701ED0C7E}" type="datetime1">
              <a:rPr lang="en-US" smtClean="0"/>
              <a:t>10/30/26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9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39A1D63-2D20-4501-9B59-5B207FF26C7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035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, bar graph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aphicFrame>
        <p:nvGraphicFramePr>
          <p:cNvPr id="2" name="Chart 4"/>
          <p:cNvGraphicFramePr>
            <a:graphicFrameLocks/>
          </p:cNvGraphicFramePr>
          <p:nvPr/>
        </p:nvGraphicFramePr>
        <p:xfrm>
          <a:off x="4797425" y="904875"/>
          <a:ext cx="3944938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0407DD2-95E4-42A3-B6BB-CD714D017AD7}" type="datetime1">
              <a:rPr lang="en-US" smtClean="0"/>
              <a:t>10/30/26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CD770F84-B03B-4446-8121-43BDF066046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47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ight, bar graph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3943350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783707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872F6A1-975A-49A4-9945-50AF390241BA}" type="datetime1">
              <a:rPr lang="en-US" smtClean="0"/>
              <a:t>10/30/26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35E862A-697B-4840-A5B5-5FEEF4E48ED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994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bar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8304212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EAE188A-4D63-400D-ABBD-D2D012BDCD15}" type="datetime1">
              <a:rPr lang="en-US" smtClean="0"/>
              <a:t>10/30/26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2A97726B-1234-427D-89E0-501CF7381A9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332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, line graph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Chart 5"/>
          <p:cNvGraphicFramePr>
            <a:graphicFrameLocks/>
          </p:cNvGraphicFramePr>
          <p:nvPr/>
        </p:nvGraphicFramePr>
        <p:xfrm>
          <a:off x="4797425" y="904875"/>
          <a:ext cx="3944938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4405EEA-9A0A-4B19-94E3-702F602CEF4E}" type="datetime1">
              <a:rPr lang="en-US" smtClean="0"/>
              <a:t>10/30/26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E1BC488-4F9B-486E-BEAF-B2B891EC7A2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2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ight, line graph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3943350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783707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AF6D083A-4B13-46FE-893B-68D7CDF39AD3}" type="datetime1">
              <a:rPr lang="en-US" smtClean="0"/>
              <a:t>10/30/26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B0A966F-C68B-4C02-98F2-62145451C28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ine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8304212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1C89CDC-80D8-4542-9161-88E0E6FE50AF}" type="datetime1">
              <a:rPr lang="en-US" smtClean="0"/>
              <a:t>10/30/26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5CA62FE-4E2D-42B2-9D14-7EC37747199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71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 right (1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98325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 left (1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4626129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93504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s right (2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4636012" y="1728664"/>
            <a:ext cx="4507991" cy="3414836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8497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s left (2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3" y="1728664"/>
            <a:ext cx="4507991" cy="3414836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idx="24"/>
          </p:nvPr>
        </p:nvSpPr>
        <p:spPr>
          <a:xfrm>
            <a:off x="4626129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478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 right (1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256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 left (1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idx="10"/>
          </p:nvPr>
        </p:nvSpPr>
        <p:spPr>
          <a:xfrm>
            <a:off x="4642565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8632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s right (2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4636012" y="1732788"/>
            <a:ext cx="4507991" cy="3410712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5813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s left (2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-3180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-3180" y="1732788"/>
            <a:ext cx="4507991" cy="3410712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idx="24"/>
          </p:nvPr>
        </p:nvSpPr>
        <p:spPr>
          <a:xfrm>
            <a:off x="4642565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9810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black 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CF076B5-DE80-4212-89E0-8468B8E49686}" type="datetime1">
              <a:rPr lang="en-US" smtClean="0"/>
              <a:t>10/30/26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DF768FB-1179-4F15-B986-28BC8D5DD81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537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white on green)">
    <p:bg>
      <p:bgPr>
        <a:solidFill>
          <a:srgbClr val="143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924E081-C21B-4512-A36B-8A680E10DB92}" type="datetime1">
              <a:rPr lang="en-US" smtClean="0"/>
              <a:t>10/30/26</a:t>
            </a:fld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A88F2E9-B851-4DFA-93C4-86BB45129EE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8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white on black)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D7CA327-0034-42B2-B548-D933C5E8C997}" type="datetime1">
              <a:rPr lang="en-US" smtClean="0"/>
              <a:t>10/30/26</a:t>
            </a:fld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47D816C-1382-4552-849F-5EAB9818A0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11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ags" Target="../tags/tag2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46188"/>
            <a:ext cx="8229600" cy="334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4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4745" r:id="rId1"/>
    <p:sldLayoutId id="2147484746" r:id="rId2"/>
    <p:sldLayoutId id="2147484747" r:id="rId3"/>
    <p:sldLayoutId id="2147484748" r:id="rId4"/>
    <p:sldLayoutId id="2147484749" r:id="rId5"/>
    <p:sldLayoutId id="2147484750" r:id="rId6"/>
    <p:sldLayoutId id="2147484751" r:id="rId7"/>
    <p:sldLayoutId id="2147484752" r:id="rId8"/>
    <p:sldLayoutId id="2147484753" r:id="rId9"/>
    <p:sldLayoutId id="2147484754" r:id="rId10"/>
    <p:sldLayoutId id="2147484755" r:id="rId11"/>
    <p:sldLayoutId id="2147484786" r:id="rId12"/>
    <p:sldLayoutId id="2147484756" r:id="rId13"/>
    <p:sldLayoutId id="2147484757" r:id="rId14"/>
    <p:sldLayoutId id="2147484758" r:id="rId15"/>
    <p:sldLayoutId id="2147484759" r:id="rId16"/>
    <p:sldLayoutId id="2147484760" r:id="rId17"/>
    <p:sldLayoutId id="2147484761" r:id="rId18"/>
    <p:sldLayoutId id="2147484762" r:id="rId19"/>
    <p:sldLayoutId id="2147484763" r:id="rId20"/>
    <p:sldLayoutId id="2147484764" r:id="rId21"/>
    <p:sldLayoutId id="2147484765" r:id="rId22"/>
    <p:sldLayoutId id="2147484766" r:id="rId23"/>
    <p:sldLayoutId id="2147484767" r:id="rId24"/>
    <p:sldLayoutId id="2147484768" r:id="rId25"/>
    <p:sldLayoutId id="2147484769" r:id="rId26"/>
    <p:sldLayoutId id="2147484770" r:id="rId27"/>
    <p:sldLayoutId id="2147484771" r:id="rId28"/>
    <p:sldLayoutId id="2147484772" r:id="rId29"/>
    <p:sldLayoutId id="2147484773" r:id="rId30"/>
    <p:sldLayoutId id="2147484774" r:id="rId31"/>
    <p:sldLayoutId id="2147484775" r:id="rId32"/>
    <p:sldLayoutId id="2147484776" r:id="rId33"/>
    <p:sldLayoutId id="2147484777" r:id="rId34"/>
    <p:sldLayoutId id="2147484778" r:id="rId35"/>
    <p:sldLayoutId id="2147484741" r:id="rId36"/>
    <p:sldLayoutId id="2147484742" r:id="rId37"/>
    <p:sldLayoutId id="2147484743" r:id="rId38"/>
    <p:sldLayoutId id="2147484744" r:id="rId39"/>
    <p:sldLayoutId id="2147484779" r:id="rId40"/>
    <p:sldLayoutId id="2147484780" r:id="rId41"/>
    <p:sldLayoutId id="2147484781" r:id="rId42"/>
    <p:sldLayoutId id="2147484782" r:id="rId43"/>
    <p:sldLayoutId id="2147484783" r:id="rId44"/>
    <p:sldLayoutId id="2147484784" r:id="rId45"/>
    <p:sldLayoutId id="2147484785" r:id="rId4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rgbClr val="29551A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rgbClr val="595959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gi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at is AI and Machine Learning?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en-US" sz="1600"/>
              <a:t>Instructor: Mohammad Hasan</a:t>
            </a:r>
          </a:p>
          <a:p>
            <a:r>
              <a:rPr lang="en-US" sz="1600"/>
              <a:t>Office: 13-240</a:t>
            </a:r>
          </a:p>
          <a:p>
            <a:r>
              <a:rPr lang="en-US" sz="1600"/>
              <a:t>11/02/26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29176" y="1600724"/>
            <a:ext cx="7792510" cy="1277277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System Identification:</a:t>
            </a:r>
            <a:br>
              <a:rPr lang="en-US" sz="2800" dirty="0"/>
            </a:br>
            <a:r>
              <a:rPr lang="en-US" sz="2700" dirty="0"/>
              <a:t>Sparse Identification of Nonlinear Dynamics (SINDy)</a:t>
            </a:r>
            <a:endParaRPr lang="en-US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6257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D21F68-F379-2CEB-B79D-D7DFCF008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auto">
          <a:xfrm>
            <a:off x="6117021" y="4966138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endParaRPr lang="en-US" sz="2800">
              <a:solidFill>
                <a:srgbClr val="29551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38198D-9296-08EF-03DC-11B15B97F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auto">
          <a:xfrm>
            <a:off x="5691352" y="4918841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endParaRPr lang="en-US" sz="2800">
              <a:solidFill>
                <a:srgbClr val="29551A"/>
              </a:solidFill>
            </a:endParaRP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5DB94517-4C63-03C1-2745-86CA2F2BC5FA}"/>
              </a:ext>
            </a:extLst>
          </p:cNvPr>
          <p:cNvSpPr txBox="1">
            <a:spLocks/>
          </p:cNvSpPr>
          <p:nvPr/>
        </p:nvSpPr>
        <p:spPr bwMode="auto">
          <a:xfrm>
            <a:off x="473691" y="683457"/>
            <a:ext cx="8196617" cy="3650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rgbClr val="595959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rgbClr val="595959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rgbClr val="595959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rgbClr val="595959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rgbClr val="595959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Modeling Dynamical Systems</a:t>
            </a:r>
          </a:p>
          <a:p>
            <a:endParaRPr lang="en-US" dirty="0"/>
          </a:p>
          <a:p>
            <a:r>
              <a:rPr lang="en-US" dirty="0"/>
              <a:t>SINDy for a single ODE</a:t>
            </a:r>
          </a:p>
          <a:p>
            <a:endParaRPr lang="en-US" dirty="0"/>
          </a:p>
          <a:p>
            <a:r>
              <a:rPr lang="en-US" dirty="0"/>
              <a:t>SINDy for a system of ODEs</a:t>
            </a:r>
          </a:p>
          <a:p>
            <a:endParaRPr lang="en-US" dirty="0"/>
          </a:p>
          <a:p>
            <a:r>
              <a:rPr lang="en-US" dirty="0"/>
              <a:t>SINDy for PDEs</a:t>
            </a:r>
          </a:p>
        </p:txBody>
      </p:sp>
    </p:spTree>
    <p:extLst>
      <p:ext uri="{BB962C8B-B14F-4D97-AF65-F5344CB8AC3E}">
        <p14:creationId xmlns:p14="http://schemas.microsoft.com/office/powerpoint/2010/main" val="3110887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1E5E72-4582-67E7-2F5F-365DD0B1CB11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423600" y="905398"/>
            <a:ext cx="5036167" cy="3650177"/>
          </a:xfrm>
        </p:spPr>
        <p:txBody>
          <a:bodyPr/>
          <a:lstStyle/>
          <a:p>
            <a:r>
              <a:rPr lang="en-US"/>
              <a:t>We have seen how to approximate data using ML models.</a:t>
            </a:r>
          </a:p>
          <a:p>
            <a:endParaRPr lang="en-US"/>
          </a:p>
          <a:p>
            <a:r>
              <a:rPr lang="en-US"/>
              <a:t>Example: linear regression, neural networks, etc.</a:t>
            </a:r>
          </a:p>
          <a:p>
            <a:endParaRPr lang="en-US"/>
          </a:p>
          <a:p>
            <a:r>
              <a:rPr lang="en-US"/>
              <a:t>Why do we create models?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F06367-2768-E04A-3766-CD983A7DD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Identification and Modeling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8FB66E-403F-9970-F594-DCAB808F0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8201" y="2569098"/>
            <a:ext cx="2207087" cy="20186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5F4C72-66AC-1AC1-ED73-98D716743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8650" y="748341"/>
            <a:ext cx="3435350" cy="166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458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B285E0C-37FF-042F-9D3B-7AEB72B2439E}"/>
                  </a:ext>
                </a:extLst>
              </p:cNvPr>
              <p:cNvSpPr>
                <a:spLocks noGrp="1"/>
              </p:cNvSpPr>
              <p:nvPr>
                <p:ph idx="26"/>
              </p:nvPr>
            </p:nvSpPr>
            <p:spPr/>
            <p:txBody>
              <a:bodyPr/>
              <a:lstStyle/>
              <a:p>
                <a:r>
                  <a:rPr lang="en-US"/>
                  <a:t>Dynamical systems change with time.</a:t>
                </a:r>
              </a:p>
              <a:p>
                <a:endParaRPr lang="en-US"/>
              </a:p>
              <a:p>
                <a:r>
                  <a:rPr lang="en-US"/>
                  <a:t>Suppose our dynamical system properties are only functions of time </a:t>
                </a:r>
                <a:r>
                  <a:rPr lang="en-US">
                    <a:sym typeface="Wingdings" pitchFamily="2" charset="2"/>
                  </a:rPr>
                  <a:t> we can model it as ordinary differential equations (ODEs)</a:t>
                </a:r>
                <a:endParaRPr lang="en-US"/>
              </a:p>
              <a:p>
                <a:endParaRPr lang="en-US"/>
              </a:p>
              <a:p>
                <a:r>
                  <a:rPr lang="en-US"/>
                  <a:t>Often, dynamical systems have the following form: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acc>
                        <m:accPr>
                          <m:chr m:val="⃗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)=</m:t>
                      </m:r>
                      <m:acc>
                        <m:accPr>
                          <m:chr m:val="⃗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”</a:t>
                </a:r>
                <a:r>
                  <a:rPr lang="en-US" i="1"/>
                  <a:t>The time change in the system state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i="1"/>
                  <a:t> is a function of its previous states</a:t>
                </a:r>
                <a:r>
                  <a:rPr lang="en-US"/>
                  <a:t>” 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B285E0C-37FF-042F-9D3B-7AEB72B243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26"/>
              </p:nvPr>
            </p:nvSpPr>
            <p:spPr>
              <a:blipFill>
                <a:blip r:embed="rId2"/>
                <a:stretch>
                  <a:fillRect l="-659" t="-836" b="-6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AD7A338-08F3-8FE8-C378-E34574FAD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Modeling System Dynamics (ODE)</a:t>
            </a:r>
          </a:p>
        </p:txBody>
      </p:sp>
    </p:spTree>
    <p:extLst>
      <p:ext uri="{BB962C8B-B14F-4D97-AF65-F5344CB8AC3E}">
        <p14:creationId xmlns:p14="http://schemas.microsoft.com/office/powerpoint/2010/main" val="1119189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85103-A4D5-9CB3-3238-1778D5013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3569C001-511D-1B46-1790-57B3E7057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a system EOM (ODE)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E282B65-E728-50F2-E546-CAAF3CFFA391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2E464FD-DC45-3207-9BCF-1C4458DEED81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3A6C31B-D821-D6F4-90A5-075C567698A4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DDDA7E6-7623-F90E-B573-EF4550100421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4ADF8CA-70AF-CC92-DAD1-73354E12FDB3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CE69CD7-1510-8F36-5DF6-A743FE35DCD8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A3A6D71-53D6-E2D7-5CC8-792ABEDD59BF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221FA3E-788A-F9E4-3A7A-4EFEB9B99650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2540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3AEBC-9739-29A0-7648-9BFD230B0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93C39118-6B5F-A77B-0E7B-D93CB4C89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Linear Models for Identification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71ECF6D-3525-15BA-2C74-B3C244714CF1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C8969D2-7D9F-AB63-3875-780E442F6994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0F7F2D2-58CB-0488-17F4-DEFE4FFD913E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ED42F2F-7EF4-BCF7-09DA-F23C4F9B3949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4AAAC02-4E07-DD61-5D95-6C56C8A764E5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8AB5B6F-7297-C8F5-A3D8-62FA28823905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5598FC7-3034-F0A4-15CA-9903E5B4966C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12EFABD-682F-E854-8B2E-150AD9B70D9E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51287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2FD2F-739E-355E-1238-4D3B879E7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A986C4F4-B1AA-171B-7FF4-4C17A7E53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Candidate Library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781B6EB-A2AD-18A3-FA00-CF79617C9D1C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BEDFC5D-1EB8-D85B-F0BD-9DD0B921F712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9E5AA11-1A67-7C47-5DC0-E6E77E036651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7127600-F1C8-DA6A-4DD8-FF540AD2523B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1B99EB8-4554-A503-06EA-E38F550798D0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0017E9E-7BEC-F371-0354-3296408EA8BD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F91088E-803D-D8C3-7259-5BD73B1B2DB1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1B01E86-AFD3-B336-4EB9-E094A9386DCB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080999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E3F78-CAC9-3CD6-87B9-4AC6149A7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49A65E73-F1B8-5039-2B39-CCE47E732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Sparse Identification of Nonlinear </a:t>
            </a:r>
            <a:r>
              <a:rPr lang="en-US" dirty="0" err="1"/>
              <a:t>Sytems</a:t>
            </a:r>
            <a:r>
              <a:rPr lang="en-US" dirty="0"/>
              <a:t> (SINDy)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EBE8282-CCD5-E415-1467-25EFE2E0648D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0C4C6BE-FDFD-B5D5-C56F-BC8B3250CC24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04569CD-6905-69C9-D5EE-558231462271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10665B1-748F-A40F-2A28-95382E283F8C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8649031-C854-AA42-656D-64FC3DA5B403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2463DC-6BAA-0D6D-FC41-53F5010FD695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2DE59B4-466E-885E-B635-B472C013BAC6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CAFD18B-BA21-43B7-6C8C-5FFECF6227E4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430133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1B3F5-6677-2286-10DD-566658BF6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BF3F6CD9-97DB-D563-CDFC-4841500CA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SINDy for Systems of ODEs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22F124C-02EE-2C71-102D-38FC4A5C4DA4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B97776A-6B0E-D05A-A136-C6D18C78A9EB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5A25108-B12C-0082-98E0-4C2D1BCC7784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113E6ED-79DC-5FE0-F37D-7AE112127175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56EE20B-9E5F-2AFE-2C4E-BD955819C7D9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4A5F2DC-4621-08C1-FF4B-F0A55CD548E9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D7404B3-86E1-00D7-4B22-28C59832808A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8FD6F79-6A6F-6941-8B14-16BE01EAF5EA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816725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5A1AF-22F0-515B-CE3D-DB5BD34BE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44BD5BC9-3D18-F0CD-6202-55969D5D4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SINDy for Systems of ODEs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927F487-8FC9-351A-ACCC-F24D93C93FCC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591704F-9356-B42F-33E2-00E7927BCB79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B154175-5C33-031D-BB43-56B068C98092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F1DDB7C-FFAF-7799-67E2-380222B599F8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0D69086-E87E-D47D-22B0-BAA5FD86CDA3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FF0C35E-2276-09B0-1727-136FC013FFAC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CC175DB-0845-34A5-2307-F3AF42235510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1C5ED30-EE54-8B87-205F-8B993F117B56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909059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27702-40BE-5479-6124-877B206F1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9B27DFFD-D46A-AB00-AC35-DE946E028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SINDy for Systems of ODEs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2DFC7AD-BC65-881F-7AB3-44538A872CF2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10E187A-D454-A3FF-602B-275F45BBF0ED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1958B16-B3B6-0004-AB53-CBFA483C3535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3651D3A-F83F-D48C-3696-751B2B673B05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C437649-4B0F-3F9E-5766-FA012AD9E60E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0B57D12-0C62-36CD-A1F1-9EA99D50BA71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155CF63-44E2-A3F9-3172-9ED53176F3EB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E557B30-965E-A184-91ED-5704C0D01920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293157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A942326-F007-F525-2923-8C38E1755C5E}"/>
                  </a:ext>
                </a:extLst>
              </p:cNvPr>
              <p:cNvSpPr>
                <a:spLocks noGrp="1"/>
              </p:cNvSpPr>
              <p:nvPr>
                <p:ph idx="26"/>
              </p:nvPr>
            </p:nvSpPr>
            <p:spPr>
              <a:xfrm>
                <a:off x="423600" y="656747"/>
                <a:ext cx="8318119" cy="4011506"/>
              </a:xfrm>
            </p:spPr>
            <p:txBody>
              <a:bodyPr/>
              <a:lstStyle/>
              <a:p>
                <a:r>
                  <a:rPr lang="en-US" dirty="0"/>
                  <a:t>One example of a complex system to consider is the Lorenz System (Model of atmospheric convection):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  <m:oMath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  <m:oMath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Here: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b="0" dirty="0"/>
                  <a:t>: Rate of convection overturning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b="0" dirty="0"/>
                  <a:t>: Horizontal temperature variation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b="0" dirty="0"/>
                  <a:t>: Vertical temperature variation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1600" dirty="0"/>
                  <a:t>: Prandtl number (Ratio of momentum diffusivity to thermal diffusivity)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600" dirty="0"/>
                  <a:t>: Rayleigh number (Normalized temperature difference between the top and bottom)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600" dirty="0"/>
                  <a:t>: Geometric factor (A dimensionless parameter related to the physical proportions of the convection layer)</a:t>
                </a:r>
                <a:endParaRPr lang="en-US" sz="1600" b="0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A942326-F007-F525-2923-8C38E1755C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26"/>
              </p:nvPr>
            </p:nvSpPr>
            <p:spPr>
              <a:xfrm>
                <a:off x="423600" y="656747"/>
                <a:ext cx="8318119" cy="4011506"/>
              </a:xfrm>
              <a:blipFill>
                <a:blip r:embed="rId2"/>
                <a:stretch>
                  <a:fillRect l="-762" t="-946" b="-12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48F216BE-7D71-EED6-5BEF-FB12CD21C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SINDy for System of ODEs</a:t>
            </a:r>
          </a:p>
        </p:txBody>
      </p:sp>
    </p:spTree>
    <p:extLst>
      <p:ext uri="{BB962C8B-B14F-4D97-AF65-F5344CB8AC3E}">
        <p14:creationId xmlns:p14="http://schemas.microsoft.com/office/powerpoint/2010/main" val="1058349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64CCD-D4E9-D8E0-227A-FAA373EA0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19C172F3-0389-AF70-C744-DD6E4EFC8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Lorenz System Library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FB592A-84D5-C693-5959-21D8856A9D8F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423600" y="905398"/>
            <a:ext cx="8318119" cy="3650177"/>
          </a:xfrm>
        </p:spPr>
        <p:txBody>
          <a:bodyPr/>
          <a:lstStyle/>
          <a:p>
            <a:r>
              <a:rPr lang="en-US" dirty="0"/>
              <a:t>Really, we need to find a system model starting by constructing an appropriate library.</a:t>
            </a:r>
          </a:p>
          <a:p>
            <a:r>
              <a:rPr lang="en-US" dirty="0"/>
              <a:t>Looking at the actual equation, the library should contain: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AEBB91F-0D8B-4BA6-248E-5112BE216F11}"/>
              </a:ext>
            </a:extLst>
          </p:cNvPr>
          <p:cNvGrpSpPr/>
          <p:nvPr/>
        </p:nvGrpSpPr>
        <p:grpSpPr>
          <a:xfrm>
            <a:off x="403189" y="2634532"/>
            <a:ext cx="8070574" cy="1606164"/>
            <a:chOff x="403189" y="2634532"/>
            <a:chExt cx="8070574" cy="1606164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FDB1A39-6946-6D0F-87BF-26EEF67C1747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A79EC6C-2A68-44D6-FCB0-BD8C7BAA2CFE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6424B8E-E087-A2C0-10E7-CF587D76520B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B106BEA-EB8F-D165-08FD-11AFB626C23C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06542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E374A20-7852-F139-F245-F615FBBE6E49}"/>
                  </a:ext>
                </a:extLst>
              </p:cNvPr>
              <p:cNvSpPr>
                <a:spLocks noGrp="1"/>
              </p:cNvSpPr>
              <p:nvPr>
                <p:ph idx="26"/>
              </p:nvPr>
            </p:nvSpPr>
            <p:spPr>
              <a:xfrm>
                <a:off x="423600" y="608621"/>
                <a:ext cx="8318119" cy="4051611"/>
              </a:xfrm>
            </p:spPr>
            <p:txBody>
              <a:bodyPr/>
              <a:lstStyle/>
              <a:p>
                <a:r>
                  <a:rPr lang="en-US" dirty="0"/>
                  <a:t>Sometimes, the dynamics of the system are functions of time and space.</a:t>
                </a:r>
              </a:p>
              <a:p>
                <a:endParaRPr lang="en-US" dirty="0"/>
              </a:p>
              <a:p>
                <a:r>
                  <a:rPr lang="en-US" dirty="0"/>
                  <a:t>In this case, the system dynamics are represented by spatial and temporal derivatives (ex: The Navier-Stokes equations, conduction equations, wave equations, Schrodinger equations)</a:t>
                </a:r>
              </a:p>
              <a:p>
                <a:endParaRPr lang="en-US" dirty="0"/>
              </a:p>
              <a:p>
                <a:r>
                  <a:rPr lang="en-US" dirty="0"/>
                  <a:t>The shape of the dynamical system equations remain somewhat the same: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Υ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Υ</m:t>
                    </m:r>
                  </m:oMath>
                </a14:m>
                <a:r>
                  <a:rPr lang="en-US" dirty="0"/>
                  <a:t>: Capital Upsilon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E374A20-7852-F139-F245-F615FBBE6E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26"/>
              </p:nvPr>
            </p:nvSpPr>
            <p:spPr>
              <a:xfrm>
                <a:off x="423600" y="608621"/>
                <a:ext cx="8318119" cy="4051611"/>
              </a:xfrm>
              <a:blipFill>
                <a:blip r:embed="rId2"/>
                <a:stretch>
                  <a:fillRect l="-610" t="-940" b="-6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43D3EF2-F155-675F-2A2C-40CF1EE7D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Discovering Partial Differential Equations (PDEs)</a:t>
            </a:r>
          </a:p>
        </p:txBody>
      </p:sp>
    </p:spTree>
    <p:extLst>
      <p:ext uri="{BB962C8B-B14F-4D97-AF65-F5344CB8AC3E}">
        <p14:creationId xmlns:p14="http://schemas.microsoft.com/office/powerpoint/2010/main" val="1759074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37611-C391-F7F1-9D7A-F5DEB44CB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C33A5C-5621-3D6A-2003-BDA21630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Discovering Partial Differential Equations (PDEs)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3619A28-A16D-113A-140B-322E237F853D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62811A8-AEFB-2A7D-4840-BDE02CE13ED6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B77CBFB-A48C-D69E-77B7-2BD73900267F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36652FF-9F16-820D-3DC6-760A814EE35D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F41D904-263A-FD6E-0CED-961380F6893F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06F4664-9D8E-B4C2-F888-C9A7A991E8DE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C3548F9-CED7-E38B-DC94-B047ED6F0D30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E82D3DD-5DE1-4F3A-BECA-4F4E4765AAE7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05222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259AE-08A6-34D9-7165-698294EF0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BC1C5D1-5835-DE77-D068-63BA5F4B7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Discovering Partial Differential Equations (PDEs)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15F8247-FA55-9F78-C81C-20D6BAC58748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FE52E0C-37F3-1FBA-3E56-60DA81CD4DA6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6F13E75-1706-3B94-13FD-73974205A2CB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E50065A-C482-60C6-B348-2A074CA343FA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A2CC56F-9E0D-2248-3C86-A132AFA0F2E8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5BE50B6-27DB-C009-7DB2-2C3E9F40DDD8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7996385-0EA1-B8F1-6CAA-F9C2769873C4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22672C5-7C63-3ACB-96FC-AFE20C135402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589042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80A6812-6891-4CE3-8111-04F2A02049C8}"/>
                  </a:ext>
                </a:extLst>
              </p:cNvPr>
              <p:cNvSpPr>
                <a:spLocks noGrp="1"/>
              </p:cNvSpPr>
              <p:nvPr>
                <p:ph idx="26"/>
              </p:nvPr>
            </p:nvSpPr>
            <p:spPr>
              <a:xfrm>
                <a:off x="423600" y="736957"/>
                <a:ext cx="8318119" cy="3931296"/>
              </a:xfrm>
            </p:spPr>
            <p:txBody>
              <a:bodyPr/>
              <a:lstStyle/>
              <a:p>
                <a:r>
                  <a:rPr lang="en-US" dirty="0"/>
                  <a:t>Here, we will consider the </a:t>
                </a:r>
                <a:r>
                  <a:rPr lang="en-US" dirty="0" err="1"/>
                  <a:t>Korteweg</a:t>
                </a:r>
                <a:r>
                  <a:rPr lang="en-US" dirty="0"/>
                  <a:t>–de Vries (</a:t>
                </a:r>
                <a:r>
                  <a:rPr lang="en-US" dirty="0" err="1"/>
                  <a:t>KdV</a:t>
                </a:r>
                <a:r>
                  <a:rPr lang="en-US" dirty="0"/>
                  <a:t>) equation, which describes how a long, shallow-water wave changes as it travels: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+6 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𝑥𝑥𝑥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the wave height as a function of location and time,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6 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 nonlinear motion term,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𝑥𝑥𝑥</m:t>
                        </m:r>
                      </m:sub>
                    </m:sSub>
                  </m:oMath>
                </a14:m>
                <a:r>
                  <a:rPr lang="en-US" dirty="0"/>
                  <a:t> represent dispersion.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motion occurs in pulses called soliton: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0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i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i="0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i="0" dirty="0" smtClean="0">
                                  <a:latin typeface="Cambria Math" panose="02040503050406030204" pitchFamily="18" charset="0"/>
                                </a:rPr>
                                <m:t>sech</m:t>
                              </m:r>
                            </m:e>
                            <m:sup>
                              <m:r>
                                <a:rPr lang="en-US" i="0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US" i="0" dirty="0" smtClean="0"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</m:func>
                      <m:d>
                        <m:dPr>
                          <m:begChr m:val="["/>
                          <m:endChr m:val="]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i="0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𝑐𝑡</m:t>
                              </m:r>
                              <m:r>
                                <a:rPr lang="en-US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d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80A6812-6891-4CE3-8111-04F2A02049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26"/>
              </p:nvPr>
            </p:nvSpPr>
            <p:spPr>
              <a:xfrm>
                <a:off x="423600" y="736957"/>
                <a:ext cx="8318119" cy="3931296"/>
              </a:xfrm>
              <a:blipFill>
                <a:blip r:embed="rId2"/>
                <a:stretch>
                  <a:fillRect l="-762" t="-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07F0F09-4410-4671-6764-4D324D8C5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PDE Equation Example</a:t>
            </a:r>
          </a:p>
        </p:txBody>
      </p:sp>
      <p:pic>
        <p:nvPicPr>
          <p:cNvPr id="4" name="Picture 3" descr="Solution of KdV equation. | Download Scientific Diagram">
            <a:extLst>
              <a:ext uri="{FF2B5EF4-FFF2-40B4-BE49-F238E27FC236}">
                <a16:creationId xmlns:a16="http://schemas.microsoft.com/office/drawing/2014/main" id="{00413B77-67D6-73AE-67F6-8F4A1823F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747" y="2441729"/>
            <a:ext cx="1285131" cy="1127640"/>
          </a:xfrm>
          <a:prstGeom prst="rect">
            <a:avLst/>
          </a:prstGeom>
        </p:spPr>
      </p:pic>
      <p:pic>
        <p:nvPicPr>
          <p:cNvPr id="5" name="Picture 4" descr="One and two KdV solitons traveling over time">
            <a:extLst>
              <a:ext uri="{FF2B5EF4-FFF2-40B4-BE49-F238E27FC236}">
                <a16:creationId xmlns:a16="http://schemas.microsoft.com/office/drawing/2014/main" id="{74058D85-77DB-FA6F-79D0-55995131A8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7346" y="2441729"/>
            <a:ext cx="3236495" cy="125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392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A4B3B4-4D81-8ED1-39C1-29F4A70ABBB8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423600" y="736957"/>
            <a:ext cx="8318119" cy="3835043"/>
          </a:xfrm>
        </p:spPr>
        <p:txBody>
          <a:bodyPr/>
          <a:lstStyle/>
          <a:p>
            <a:r>
              <a:rPr lang="en-US" dirty="0"/>
              <a:t>Differential equations can be constructed from raw data.</a:t>
            </a:r>
          </a:p>
          <a:p>
            <a:endParaRPr lang="en-US" dirty="0"/>
          </a:p>
          <a:p>
            <a:r>
              <a:rPr lang="en-US" dirty="0"/>
              <a:t>SINDy is one approach of system identification that uses a library of functions and generalized linear regression to find the </a:t>
            </a:r>
            <a:r>
              <a:rPr lang="en-US" dirty="0" err="1"/>
              <a:t>EoM</a:t>
            </a:r>
            <a:r>
              <a:rPr lang="en-US" dirty="0"/>
              <a:t>. (ODE or PDE)</a:t>
            </a:r>
          </a:p>
          <a:p>
            <a:endParaRPr lang="en-US" dirty="0"/>
          </a:p>
          <a:p>
            <a:r>
              <a:rPr lang="en-US" dirty="0"/>
              <a:t>Regularization can be used to create sparse representation for system identification.</a:t>
            </a:r>
          </a:p>
          <a:p>
            <a:endParaRPr lang="en-US" dirty="0"/>
          </a:p>
          <a:p>
            <a:r>
              <a:rPr lang="en-US" dirty="0"/>
              <a:t>Noise management strategies are needed when taking time derivatives to reduce model degradation.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A0A0391-03A2-DE25-DA00-FB599D89B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305101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979521-1D03-7F77-D26C-BB2D493F0AB9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343389" y="746661"/>
            <a:ext cx="8318119" cy="3738410"/>
          </a:xfrm>
        </p:spPr>
        <p:txBody>
          <a:bodyPr/>
          <a:lstStyle/>
          <a:p>
            <a:r>
              <a:rPr lang="en-US" dirty="0"/>
              <a:t>SINDy can be used for systems that are higher derivative of time (for example, 2</a:t>
            </a:r>
            <a:r>
              <a:rPr lang="en-US" baseline="30000" dirty="0"/>
              <a:t>nd</a:t>
            </a:r>
            <a:r>
              <a:rPr lang="en-US" dirty="0"/>
              <a:t> order in time).</a:t>
            </a:r>
          </a:p>
          <a:p>
            <a:endParaRPr lang="en-US" dirty="0"/>
          </a:p>
          <a:p>
            <a:r>
              <a:rPr lang="en-US" dirty="0"/>
              <a:t>Derivatives are tricky. Taking numerical time derivatives is a noise-amplifying process.</a:t>
            </a:r>
          </a:p>
          <a:p>
            <a:r>
              <a:rPr lang="en-US" dirty="0"/>
              <a:t>Higher order derivatives = more noise.</a:t>
            </a:r>
          </a:p>
          <a:p>
            <a:r>
              <a:rPr lang="en-US" dirty="0"/>
              <a:t>Too much noise will degradation of model quality.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6715F4-5271-9CEE-6F81-49BB79DEF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Nuances For SINDy</a:t>
            </a:r>
          </a:p>
        </p:txBody>
      </p:sp>
      <p:pic>
        <p:nvPicPr>
          <p:cNvPr id="4" name="Picture 3" descr="A toy example illustrating the effect of noise on derivatives computed with a second order finite difference method">
            <a:extLst>
              <a:ext uri="{FF2B5EF4-FFF2-40B4-BE49-F238E27FC236}">
                <a16:creationId xmlns:a16="http://schemas.microsoft.com/office/drawing/2014/main" id="{3146EFFE-9857-8FF8-048A-7A7BF6A57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2174" y="3256425"/>
            <a:ext cx="5153525" cy="18302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DBE2B3-073A-288F-859E-1F680D9A5B20}"/>
              </a:ext>
            </a:extLst>
          </p:cNvPr>
          <p:cNvSpPr txBox="1"/>
          <p:nvPr/>
        </p:nvSpPr>
        <p:spPr bwMode="auto">
          <a:xfrm>
            <a:off x="948301" y="4870080"/>
            <a:ext cx="2053390" cy="13505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r>
              <a:rPr lang="en-US" sz="2800" dirty="0">
                <a:solidFill>
                  <a:srgbClr val="29551A"/>
                </a:solidFill>
              </a:rPr>
              <a:t>https://</a:t>
            </a:r>
            <a:r>
              <a:rPr lang="en-US" sz="2800" dirty="0" err="1">
                <a:solidFill>
                  <a:srgbClr val="29551A"/>
                </a:solidFill>
              </a:rPr>
              <a:t>pysindy.readthedocs.io</a:t>
            </a:r>
            <a:r>
              <a:rPr lang="en-US" sz="2800" dirty="0">
                <a:solidFill>
                  <a:srgbClr val="29551A"/>
                </a:solidFill>
              </a:rPr>
              <a:t>/</a:t>
            </a:r>
            <a:r>
              <a:rPr lang="en-US" sz="2800" dirty="0" err="1">
                <a:solidFill>
                  <a:srgbClr val="29551A"/>
                </a:solidFill>
              </a:rPr>
              <a:t>en</a:t>
            </a:r>
            <a:r>
              <a:rPr lang="en-US" sz="2800" dirty="0">
                <a:solidFill>
                  <a:srgbClr val="29551A"/>
                </a:solidFill>
              </a:rPr>
              <a:t>/latest/</a:t>
            </a:r>
            <a:r>
              <a:rPr lang="en-US" sz="2800" dirty="0" err="1">
                <a:solidFill>
                  <a:srgbClr val="29551A"/>
                </a:solidFill>
              </a:rPr>
              <a:t>tips.html</a:t>
            </a:r>
            <a:endParaRPr lang="en-US" sz="2800" dirty="0">
              <a:solidFill>
                <a:srgbClr val="2955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462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4CF110-C29A-EEC4-4688-C94AFCFD0231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Options to improve performance for when taking time derivatives:</a:t>
            </a:r>
          </a:p>
          <a:p>
            <a:pPr lvl="2">
              <a:buFontTx/>
              <a:buChar char="-"/>
            </a:pPr>
            <a:r>
              <a:rPr lang="en-US" dirty="0"/>
              <a:t>Apply a smoothing filter.</a:t>
            </a:r>
          </a:p>
          <a:p>
            <a:pPr lvl="2">
              <a:buFontTx/>
              <a:buChar char="-"/>
            </a:pPr>
            <a:r>
              <a:rPr lang="en-US" dirty="0"/>
              <a:t>Fit a local polynomial to the data and apply derivative to the polynomial.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96B688-CF7D-6A52-0660-629FC381F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Nuances For SINDy</a:t>
            </a:r>
          </a:p>
        </p:txBody>
      </p:sp>
      <p:pic>
        <p:nvPicPr>
          <p:cNvPr id="4" name="Picture 3" descr="Noisy displacement and three derivative estimates">
            <a:extLst>
              <a:ext uri="{FF2B5EF4-FFF2-40B4-BE49-F238E27FC236}">
                <a16:creationId xmlns:a16="http://schemas.microsoft.com/office/drawing/2014/main" id="{024660AC-F0A8-3994-6637-98E61DC63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1830" y="2013283"/>
            <a:ext cx="4544501" cy="2650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43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6E1C1-2562-5FD3-75B9-249E0C153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364533-E1FF-0D97-A533-4D7D88EA45BE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i="1" dirty="0"/>
              <a:t>Data-Driven Science and Engineering, Machine Learning, Dynamical Systems, and Control</a:t>
            </a:r>
            <a:r>
              <a:rPr lang="en-US" dirty="0"/>
              <a:t>. S. Brunton and J. Kutz, Second Edition. Section 7.3.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rgbClr val="29551A"/>
                </a:solidFill>
              </a:rPr>
              <a:t>https://</a:t>
            </a:r>
            <a:r>
              <a:rPr lang="en-US" dirty="0" err="1">
                <a:solidFill>
                  <a:srgbClr val="29551A"/>
                </a:solidFill>
              </a:rPr>
              <a:t>pysindy.readthedocs.io</a:t>
            </a:r>
            <a:r>
              <a:rPr lang="en-US" dirty="0">
                <a:solidFill>
                  <a:srgbClr val="29551A"/>
                </a:solidFill>
              </a:rPr>
              <a:t>/</a:t>
            </a:r>
            <a:r>
              <a:rPr lang="en-US" dirty="0" err="1">
                <a:solidFill>
                  <a:srgbClr val="29551A"/>
                </a:solidFill>
              </a:rPr>
              <a:t>en</a:t>
            </a:r>
            <a:r>
              <a:rPr lang="en-US" dirty="0">
                <a:solidFill>
                  <a:srgbClr val="29551A"/>
                </a:solidFill>
              </a:rPr>
              <a:t>/latest/</a:t>
            </a:r>
            <a:r>
              <a:rPr lang="en-US" dirty="0" err="1">
                <a:solidFill>
                  <a:srgbClr val="29551A"/>
                </a:solidFill>
              </a:rPr>
              <a:t>tips.html</a:t>
            </a:r>
            <a:endParaRPr lang="en-US" dirty="0">
              <a:solidFill>
                <a:srgbClr val="29551A"/>
              </a:solidFill>
            </a:endParaRP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0AD47E-0E2B-CA86-9394-B8961ADBF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62490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76C07-D41A-AEFA-B42E-48C3DBC6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53156F-1A2F-8505-D207-92180BBBD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Extra notes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B7336C1-5220-AC4A-445F-99497361E25F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70EE114-1063-253B-FB2C-BFA39DC3EF20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EFBB1F5-906F-0250-0D16-77C4DC5D9A16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F31AFC-1484-5785-3E87-671DAC523D16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086074F-80CB-D98B-5737-52C190287FFE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965DB92-0732-96C5-B36D-D7853A6F6C83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003FED1-AAB1-F690-CB81-9E9A6B7731BE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BD5393A-A68F-5765-F267-E302B784B23C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3543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CP_PPT_STANDARD_V1" val="bFGnCw1I"/>
  <p:tag name="ARTICULATE_PROJECT_OPEN" val="0"/>
  <p:tag name="ARTICULATE_SLIDE_COUNT" val="6"/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P_ppt_standard_v1">
  <a:themeElements>
    <a:clrScheme name="Cal Poly Theme 1">
      <a:dk1>
        <a:srgbClr val="000000"/>
      </a:dk1>
      <a:lt1>
        <a:sysClr val="window" lastClr="FFFFFF"/>
      </a:lt1>
      <a:dk2>
        <a:srgbClr val="143B1E"/>
      </a:dk2>
      <a:lt2>
        <a:srgbClr val="EEECE1"/>
      </a:lt2>
      <a:accent1>
        <a:srgbClr val="857756"/>
      </a:accent1>
      <a:accent2>
        <a:srgbClr val="7E7462"/>
      </a:accent2>
      <a:accent3>
        <a:srgbClr val="3B3523"/>
      </a:accent3>
      <a:accent4>
        <a:srgbClr val="4F512F"/>
      </a:accent4>
      <a:accent5>
        <a:srgbClr val="273015"/>
      </a:accent5>
      <a:accent6>
        <a:srgbClr val="C6C0B7"/>
      </a:accent6>
      <a:hlink>
        <a:srgbClr val="857756"/>
      </a:hlink>
      <a:folHlink>
        <a:srgbClr val="7E7462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  <a:ext uri="{FAA26D3D-D897-4be2-8F04-BA451C77F1D7}">
            <ma14:placeholderFlag xmlns="" xmlns:ma14="http://schemas.microsoft.com/office/mac/drawingml/2011/main" val="1"/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normAutofit/>
      </a:bodyPr>
      <a:lstStyle>
        <a:defPPr>
          <a:defRPr sz="2800" dirty="0" smtClean="0">
            <a:solidFill>
              <a:srgbClr val="29551A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711</Words>
  <Application>Microsoft Macintosh PowerPoint</Application>
  <PresentationFormat>On-screen Show (16:9)</PresentationFormat>
  <Paragraphs>97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Cambria Math</vt:lpstr>
      <vt:lpstr>Palatino Linotype</vt:lpstr>
      <vt:lpstr>Wingdings</vt:lpstr>
      <vt:lpstr>CP_ppt_standard_v1</vt:lpstr>
      <vt:lpstr>System Identification: Sparse Identification of Nonlinear Dynamics (SINDy)</vt:lpstr>
      <vt:lpstr>Overview</vt:lpstr>
      <vt:lpstr>System Identification and Modeling</vt:lpstr>
      <vt:lpstr>Modeling System Dynamics (ODE)</vt:lpstr>
      <vt:lpstr>Identifying a system EOM (ODE)</vt:lpstr>
      <vt:lpstr>Generalized Linear Models for Identification</vt:lpstr>
      <vt:lpstr>Candidate Library</vt:lpstr>
      <vt:lpstr>Sparse Identification of Nonlinear Sytems (SINDy) </vt:lpstr>
      <vt:lpstr>SINDy for Systems of ODEs</vt:lpstr>
      <vt:lpstr>SINDy for Systems of ODEs</vt:lpstr>
      <vt:lpstr>SINDy for Systems of ODEs</vt:lpstr>
      <vt:lpstr>Example: SINDy for System of ODEs</vt:lpstr>
      <vt:lpstr>Lorenz System Library</vt:lpstr>
      <vt:lpstr>Discovering Partial Differential Equations (PDEs)</vt:lpstr>
      <vt:lpstr>Discovering Partial Differential Equations (PDEs)</vt:lpstr>
      <vt:lpstr>Discovering Partial Differential Equations (PDEs)</vt:lpstr>
      <vt:lpstr>PDE Equation Example</vt:lpstr>
      <vt:lpstr>Conclusion</vt:lpstr>
      <vt:lpstr>Nuances For SINDy</vt:lpstr>
      <vt:lpstr>Nuances For SINDy</vt:lpstr>
      <vt:lpstr>References</vt:lpstr>
      <vt:lpstr>Extra notes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AI and Machine Learning?</dc:title>
  <cp:lastModifiedBy>Mohammad Hasan</cp:lastModifiedBy>
  <cp:revision>2</cp:revision>
  <dcterms:modified xsi:type="dcterms:W3CDTF">2026-10-30T22:56:15Z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118AC62C-6063-445C-83E0-64D5A29EA3D4</vt:lpwstr>
  </property>
  <property fmtid="{D5CDD505-2E9C-101B-9397-08002B2CF9AE}" pid="3" name="ArticulatePath">
    <vt:lpwstr>Unconscious Bias in the Engineering Faculty Search Process_v3</vt:lpwstr>
  </property>
</Properties>
</file>