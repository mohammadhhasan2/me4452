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theme/theme2.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Lst>
  <p:notesMasterIdLst>
    <p:notesMasterId r:id="rId27"/>
  </p:notesMasterIdLst>
  <p:sldIdLst>
    <p:sldId id="315" r:id="rId2"/>
    <p:sldId id="343" r:id="rId3"/>
    <p:sldId id="365" r:id="rId4"/>
    <p:sldId id="366" r:id="rId5"/>
    <p:sldId id="367" r:id="rId6"/>
    <p:sldId id="369" r:id="rId7"/>
    <p:sldId id="370" r:id="rId8"/>
    <p:sldId id="360" r:id="rId9"/>
    <p:sldId id="371" r:id="rId10"/>
    <p:sldId id="372" r:id="rId11"/>
    <p:sldId id="374" r:id="rId12"/>
    <p:sldId id="375" r:id="rId13"/>
    <p:sldId id="376" r:id="rId14"/>
    <p:sldId id="377" r:id="rId15"/>
    <p:sldId id="378" r:id="rId16"/>
    <p:sldId id="379" r:id="rId17"/>
    <p:sldId id="380" r:id="rId18"/>
    <p:sldId id="385" r:id="rId19"/>
    <p:sldId id="381" r:id="rId20"/>
    <p:sldId id="382" r:id="rId21"/>
    <p:sldId id="383" r:id="rId22"/>
    <p:sldId id="384" r:id="rId23"/>
    <p:sldId id="386" r:id="rId24"/>
    <p:sldId id="362" r:id="rId25"/>
    <p:sldId id="373" r:id="rId26"/>
  </p:sldIdLst>
  <p:sldSz cx="9144000" cy="5143500" type="screen16x9"/>
  <p:notesSz cx="9236075" cy="7010400"/>
  <p:custDataLst>
    <p:tags r:id="rId28"/>
  </p:custDataLst>
  <p:defaultTextStyle>
    <a:defPPr>
      <a:defRPr lang="en-US"/>
    </a:defPPr>
    <a:lvl1pPr algn="l" defTabSz="457200"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284"/>
    <a:srgbClr val="8B92DE"/>
    <a:srgbClr val="EAAB00"/>
    <a:srgbClr val="C6C0B7"/>
    <a:srgbClr val="3B3523"/>
    <a:srgbClr val="F0EED7"/>
    <a:srgbClr val="857756"/>
    <a:srgbClr val="7E7462"/>
    <a:srgbClr val="273015"/>
    <a:srgbClr val="4F5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E50CD-549F-3C4B-87EE-DE3F8D3039AE}" v="4911" dt="2026-10-02T00:24:44.794"/>
    <p1510:client id="{27199ACC-9196-4743-B859-FF88613240FC}" v="2329" dt="2026-10-02T00:13:20.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9"/>
    <p:restoredTop sz="94658"/>
  </p:normalViewPr>
  <p:slideViewPr>
    <p:cSldViewPr snapToGrid="0">
      <p:cViewPr varScale="1">
        <p:scale>
          <a:sx n="160" d="100"/>
          <a:sy n="160" d="100"/>
        </p:scale>
        <p:origin x="106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875-4CA1-AFBF-A3E9F95F45CE}"/>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875-4CA1-AFBF-A3E9F95F45CE}"/>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875-4CA1-AFBF-A3E9F95F45CE}"/>
            </c:ext>
          </c:extLst>
        </c:ser>
        <c:dLbls>
          <c:showLegendKey val="0"/>
          <c:showVal val="0"/>
          <c:showCatName val="0"/>
          <c:showSerName val="0"/>
          <c:showPercent val="0"/>
          <c:showBubbleSize val="0"/>
        </c:dLbls>
        <c:gapWidth val="150"/>
        <c:axId val="174220736"/>
        <c:axId val="146502112"/>
      </c:barChart>
      <c:catAx>
        <c:axId val="1742207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46502112"/>
        <c:crosses val="autoZero"/>
        <c:auto val="1"/>
        <c:lblAlgn val="ctr"/>
        <c:lblOffset val="100"/>
        <c:noMultiLvlLbl val="0"/>
      </c:catAx>
      <c:valAx>
        <c:axId val="14650211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174220736"/>
        <c:crosses val="autoZero"/>
        <c:crossBetween val="between"/>
      </c:valAx>
      <c:spPr>
        <a:solidFill>
          <a:srgbClr val="F2F2F2"/>
        </a:solidFill>
        <a:ln w="25387">
          <a:noFill/>
        </a:ln>
      </c:spPr>
    </c:plotArea>
    <c:legend>
      <c:legendPos val="r"/>
      <c:layout>
        <c:manualLayout>
          <c:xMode val="edge"/>
          <c:yMode val="edge"/>
          <c:x val="0.67469879518072284"/>
          <c:y val="0.32344213649851633"/>
          <c:w val="0.28915662650602408"/>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A06-4755-B39D-439C5442E7D7}"/>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A06-4755-B39D-439C5442E7D7}"/>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A06-4755-B39D-439C5442E7D7}"/>
            </c:ext>
          </c:extLst>
        </c:ser>
        <c:dLbls>
          <c:showLegendKey val="0"/>
          <c:showVal val="0"/>
          <c:showCatName val="0"/>
          <c:showSerName val="0"/>
          <c:showPercent val="0"/>
          <c:showBubbleSize val="0"/>
        </c:dLbls>
        <c:gapWidth val="150"/>
        <c:axId val="251362160"/>
        <c:axId val="251362552"/>
      </c:barChart>
      <c:catAx>
        <c:axId val="251362160"/>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552"/>
        <c:crosses val="autoZero"/>
        <c:auto val="1"/>
        <c:lblAlgn val="ctr"/>
        <c:lblOffset val="100"/>
        <c:noMultiLvlLbl val="0"/>
      </c:catAx>
      <c:valAx>
        <c:axId val="251362552"/>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2160"/>
        <c:crosses val="autoZero"/>
        <c:crossBetween val="between"/>
      </c:valAx>
      <c:spPr>
        <a:solidFill>
          <a:srgbClr val="F2F2F2"/>
        </a:solidFill>
        <a:ln w="25385">
          <a:noFill/>
        </a:ln>
      </c:spPr>
    </c:plotArea>
    <c:legend>
      <c:legendPos val="r"/>
      <c:layout>
        <c:manualLayout>
          <c:xMode val="edge"/>
          <c:yMode val="edge"/>
          <c:x val="0.67469879518072284"/>
          <c:y val="0.32344213649851633"/>
          <c:w val="0.28915662650602408"/>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35"/>
    </mc:Choice>
    <mc:Fallback>
      <c:style val="3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rgbClr val="3B3523"/>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EC-4472-834A-CD78B91F17C4}"/>
            </c:ext>
          </c:extLst>
        </c:ser>
        <c:ser>
          <c:idx val="1"/>
          <c:order val="1"/>
          <c:tx>
            <c:strRef>
              <c:f>Sheet1!$C$1</c:f>
              <c:strCache>
                <c:ptCount val="1"/>
                <c:pt idx="0">
                  <c:v>Series 2</c:v>
                </c:pt>
              </c:strCache>
            </c:strRef>
          </c:tx>
          <c:spPr>
            <a:solidFill>
              <a:srgbClr val="857756"/>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EEC-4472-834A-CD78B91F17C4}"/>
            </c:ext>
          </c:extLst>
        </c:ser>
        <c:ser>
          <c:idx val="2"/>
          <c:order val="2"/>
          <c:tx>
            <c:strRef>
              <c:f>Sheet1!$D$1</c:f>
              <c:strCache>
                <c:ptCount val="1"/>
                <c:pt idx="0">
                  <c:v>Series 3</c:v>
                </c:pt>
              </c:strCache>
            </c:strRef>
          </c:tx>
          <c:spPr>
            <a:solidFill>
              <a:srgbClr val="C6C0B7"/>
            </a:solidFill>
            <a:ln w="3173">
              <a:solidFill>
                <a:srgbClr val="865357"/>
              </a:solidFill>
              <a:prstDash val="solid"/>
            </a:ln>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EEC-4472-834A-CD78B91F17C4}"/>
            </c:ext>
          </c:extLst>
        </c:ser>
        <c:dLbls>
          <c:showLegendKey val="0"/>
          <c:showVal val="0"/>
          <c:showCatName val="0"/>
          <c:showSerName val="0"/>
          <c:showPercent val="0"/>
          <c:showBubbleSize val="0"/>
        </c:dLbls>
        <c:gapWidth val="150"/>
        <c:axId val="251363336"/>
        <c:axId val="251363728"/>
      </c:barChart>
      <c:catAx>
        <c:axId val="251363336"/>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728"/>
        <c:crosses val="autoZero"/>
        <c:auto val="1"/>
        <c:lblAlgn val="ctr"/>
        <c:lblOffset val="100"/>
        <c:noMultiLvlLbl val="0"/>
      </c:catAx>
      <c:valAx>
        <c:axId val="25136372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3336"/>
        <c:crosses val="autoZero"/>
        <c:crossBetween val="between"/>
      </c:valAx>
      <c:spPr>
        <a:solidFill>
          <a:srgbClr val="F2F2F2"/>
        </a:solidFill>
        <a:ln w="25387">
          <a:noFill/>
        </a:ln>
      </c:spPr>
    </c:plotArea>
    <c:legend>
      <c:legendPos val="r"/>
      <c:layout>
        <c:manualLayout>
          <c:xMode val="edge"/>
          <c:yMode val="edge"/>
          <c:x val="0.84421534936998854"/>
          <c:y val="0.34421364985163205"/>
          <c:w val="0.13745704467353953"/>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solidFill>
      <a:srgbClr val="FFFFFF"/>
    </a:solidFill>
    <a:ln>
      <a:noFill/>
    </a:ln>
  </c:spPr>
  <c:txPr>
    <a:bodyPr/>
    <a:lstStyle/>
    <a:p>
      <a:pPr>
        <a:defRPr sz="1799"/>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C27A-48D0-BD55-17F64B850A76}"/>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C27A-48D0-BD55-17F64B850A76}"/>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27A-48D0-BD55-17F64B850A76}"/>
            </c:ext>
          </c:extLst>
        </c:ser>
        <c:dLbls>
          <c:showLegendKey val="0"/>
          <c:showVal val="0"/>
          <c:showCatName val="0"/>
          <c:showSerName val="0"/>
          <c:showPercent val="0"/>
          <c:showBubbleSize val="0"/>
        </c:dLbls>
        <c:smooth val="0"/>
        <c:axId val="251364512"/>
        <c:axId val="251364904"/>
      </c:lineChart>
      <c:catAx>
        <c:axId val="25136451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904"/>
        <c:crosses val="autoZero"/>
        <c:auto val="1"/>
        <c:lblAlgn val="ctr"/>
        <c:lblOffset val="100"/>
        <c:noMultiLvlLbl val="0"/>
      </c:catAx>
      <c:valAx>
        <c:axId val="25136490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4512"/>
        <c:crosses val="autoZero"/>
        <c:crossBetween val="between"/>
      </c:valAx>
      <c:spPr>
        <a:solidFill>
          <a:srgbClr val="F2F2F2"/>
        </a:solidFill>
        <a:ln w="25387">
          <a:noFill/>
        </a:ln>
      </c:spPr>
    </c:plotArea>
    <c:legend>
      <c:legendPos val="r"/>
      <c:layout>
        <c:manualLayout>
          <c:xMode val="edge"/>
          <c:yMode val="edge"/>
          <c:x val="0.66987951807228918"/>
          <c:y val="0.32344213649851633"/>
          <c:w val="0.29638554216867469"/>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7136-4F72-A118-34CB4C66CEAF}"/>
            </c:ext>
          </c:extLst>
        </c:ser>
        <c:ser>
          <c:idx val="1"/>
          <c:order val="1"/>
          <c:tx>
            <c:strRef>
              <c:f>Sheet1!$C$1</c:f>
              <c:strCache>
                <c:ptCount val="1"/>
                <c:pt idx="0">
                  <c:v>Series 2</c:v>
                </c:pt>
              </c:strCache>
            </c:strRef>
          </c:tx>
          <c:spPr>
            <a:ln w="38077">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7136-4F72-A118-34CB4C66CEAF}"/>
            </c:ext>
          </c:extLst>
        </c:ser>
        <c:ser>
          <c:idx val="2"/>
          <c:order val="2"/>
          <c:tx>
            <c:strRef>
              <c:f>Sheet1!$D$1</c:f>
              <c:strCache>
                <c:ptCount val="1"/>
                <c:pt idx="0">
                  <c:v>Series 3</c:v>
                </c:pt>
              </c:strCache>
            </c:strRef>
          </c:tx>
          <c:spPr>
            <a:ln w="38077">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136-4F72-A118-34CB4C66CEAF}"/>
            </c:ext>
          </c:extLst>
        </c:ser>
        <c:dLbls>
          <c:showLegendKey val="0"/>
          <c:showVal val="0"/>
          <c:showCatName val="0"/>
          <c:showSerName val="0"/>
          <c:showPercent val="0"/>
          <c:showBubbleSize val="0"/>
        </c:dLbls>
        <c:smooth val="0"/>
        <c:axId val="251365688"/>
        <c:axId val="251989008"/>
      </c:lineChart>
      <c:catAx>
        <c:axId val="251365688"/>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008"/>
        <c:crosses val="autoZero"/>
        <c:auto val="1"/>
        <c:lblAlgn val="ctr"/>
        <c:lblOffset val="100"/>
        <c:noMultiLvlLbl val="0"/>
      </c:catAx>
      <c:valAx>
        <c:axId val="251989008"/>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365688"/>
        <c:crosses val="autoZero"/>
        <c:crossBetween val="between"/>
      </c:valAx>
      <c:spPr>
        <a:solidFill>
          <a:srgbClr val="F2F2F2"/>
        </a:solidFill>
        <a:ln w="25385">
          <a:noFill/>
        </a:ln>
      </c:spPr>
    </c:plotArea>
    <c:legend>
      <c:legendPos val="r"/>
      <c:layout>
        <c:manualLayout>
          <c:xMode val="edge"/>
          <c:yMode val="edge"/>
          <c:x val="0.66987951807228918"/>
          <c:y val="0.32344213649851633"/>
          <c:w val="0.29638554216867469"/>
          <c:h val="0.37982195845697331"/>
        </c:manualLayout>
      </c:layout>
      <c:overlay val="0"/>
      <c:spPr>
        <a:noFill/>
        <a:ln w="25385">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lineChart>
        <c:grouping val="standard"/>
        <c:varyColors val="0"/>
        <c:ser>
          <c:idx val="0"/>
          <c:order val="0"/>
          <c:tx>
            <c:strRef>
              <c:f>Sheet1!$B$1</c:f>
              <c:strCache>
                <c:ptCount val="1"/>
                <c:pt idx="0">
                  <c:v>Series 1</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2580-4918-B3E2-DDF92CD730AD}"/>
            </c:ext>
          </c:extLst>
        </c:ser>
        <c:ser>
          <c:idx val="1"/>
          <c:order val="1"/>
          <c:tx>
            <c:strRef>
              <c:f>Sheet1!$C$1</c:f>
              <c:strCache>
                <c:ptCount val="1"/>
                <c:pt idx="0">
                  <c:v>Series 2</c:v>
                </c:pt>
              </c:strCache>
            </c:strRef>
          </c:tx>
          <c:spPr>
            <a:ln w="38080">
              <a:solidFill>
                <a:srgbClr val="90713A"/>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2580-4918-B3E2-DDF92CD730AD}"/>
            </c:ext>
          </c:extLst>
        </c:ser>
        <c:ser>
          <c:idx val="2"/>
          <c:order val="2"/>
          <c:tx>
            <c:strRef>
              <c:f>Sheet1!$D$1</c:f>
              <c:strCache>
                <c:ptCount val="1"/>
                <c:pt idx="0">
                  <c:v>Series 3</c:v>
                </c:pt>
              </c:strCache>
            </c:strRef>
          </c:tx>
          <c:spPr>
            <a:ln w="38080">
              <a:solidFill>
                <a:srgbClr val="333300"/>
              </a:solidFill>
              <a:prstDash val="solid"/>
            </a:ln>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2580-4918-B3E2-DDF92CD730AD}"/>
            </c:ext>
          </c:extLst>
        </c:ser>
        <c:dLbls>
          <c:showLegendKey val="0"/>
          <c:showVal val="0"/>
          <c:showCatName val="0"/>
          <c:showSerName val="0"/>
          <c:showPercent val="0"/>
          <c:showBubbleSize val="0"/>
        </c:dLbls>
        <c:smooth val="0"/>
        <c:axId val="251989792"/>
        <c:axId val="251990184"/>
      </c:lineChart>
      <c:catAx>
        <c:axId val="251989792"/>
        <c:scaling>
          <c:orientation val="minMax"/>
        </c:scaling>
        <c:delete val="0"/>
        <c:axPos val="b"/>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90184"/>
        <c:crosses val="autoZero"/>
        <c:auto val="1"/>
        <c:lblAlgn val="ctr"/>
        <c:lblOffset val="100"/>
        <c:noMultiLvlLbl val="0"/>
      </c:catAx>
      <c:valAx>
        <c:axId val="251990184"/>
        <c:scaling>
          <c:orientation val="minMax"/>
        </c:scaling>
        <c:delete val="0"/>
        <c:axPos val="l"/>
        <c:majorGridlines>
          <c:spPr>
            <a:ln w="3173">
              <a:solidFill>
                <a:srgbClr val="808080"/>
              </a:solidFill>
              <a:prstDash val="solid"/>
            </a:ln>
          </c:spPr>
        </c:majorGridlines>
        <c:numFmt formatCode="General" sourceLinked="1"/>
        <c:majorTickMark val="out"/>
        <c:minorTickMark val="none"/>
        <c:tickLblPos val="nextTo"/>
        <c:spPr>
          <a:ln w="3173">
            <a:solidFill>
              <a:srgbClr val="808080"/>
            </a:solidFill>
            <a:prstDash val="solid"/>
          </a:ln>
        </c:spPr>
        <c:txPr>
          <a:bodyPr/>
          <a:lstStyle/>
          <a:p>
            <a:pPr>
              <a:defRPr>
                <a:solidFill>
                  <a:srgbClr val="595959"/>
                </a:solidFill>
              </a:defRPr>
            </a:pPr>
            <a:endParaRPr lang="en-US"/>
          </a:p>
        </c:txPr>
        <c:crossAx val="251989792"/>
        <c:crosses val="autoZero"/>
        <c:crossBetween val="between"/>
      </c:valAx>
      <c:spPr>
        <a:solidFill>
          <a:srgbClr val="F2F2F2"/>
        </a:solidFill>
        <a:ln w="25387">
          <a:noFill/>
        </a:ln>
      </c:spPr>
    </c:plotArea>
    <c:legend>
      <c:legendPos val="r"/>
      <c:layout>
        <c:manualLayout>
          <c:xMode val="edge"/>
          <c:yMode val="edge"/>
          <c:x val="0.84077892325315007"/>
          <c:y val="0.34421364985163205"/>
          <c:w val="0.14089347079037801"/>
          <c:h val="0.37982195845697331"/>
        </c:manualLayout>
      </c:layout>
      <c:overlay val="0"/>
      <c:spPr>
        <a:noFill/>
        <a:ln w="25387">
          <a:noFill/>
        </a:ln>
      </c:spPr>
      <c:txPr>
        <a:bodyPr/>
        <a:lstStyle/>
        <a:p>
          <a:pPr>
            <a:defRPr sz="1654" b="0" i="0" u="none" strike="noStrike" baseline="0">
              <a:solidFill>
                <a:srgbClr val="333333"/>
              </a:solidFill>
              <a:latin typeface="Palatino Linotype"/>
              <a:ea typeface="Palatino Linotype"/>
              <a:cs typeface="Palatino Linotype"/>
            </a:defRPr>
          </a:pPr>
          <a:endParaRPr lang="en-US"/>
        </a:p>
      </c:txPr>
    </c:legend>
    <c:plotVisOnly val="1"/>
    <c:dispBlanksAs val="gap"/>
    <c:showDLblsOverMax val="0"/>
  </c:chart>
  <c:spPr>
    <a:noFill/>
    <a:ln>
      <a:noFill/>
    </a:ln>
  </c:spPr>
  <c:txPr>
    <a:bodyPr/>
    <a:lstStyle/>
    <a:p>
      <a:pPr>
        <a:defRPr sz="1799"/>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31.375"/>
    </inkml:context>
    <inkml:brush xml:id="br0">
      <inkml:brushProperty name="width" value="0.08571" units="cm"/>
      <inkml:brushProperty name="height" value="0.08571" units="cm"/>
    </inkml:brush>
  </inkml:definitions>
  <inkml:trace contextRef="#ctx0" brushRef="#br0">305 55 8260,'-5'-11'1085,"2"5"-938,-4 2 46,4 3 0,-1 6 213,4 2 0,0 4-80,0 4 0,0 2-38,0 5 0,0 0-214,0 0 0,0 4 92,0 0 0,0 3-368,0-3 0,0 5 188,0-2 0,0-1-718,0 2 0,0-6 409,0 2 1,-4-4-278,0-4 0,-1-2-639,2-5 1239,1-5 0,-7-35 0,2-14 0</inkml:trace>
  <inkml:trace contextRef="#ctx0" brushRef="#br0" timeOffset="328">646 22 7859,'5'-6'-345,"1"-4"1301,1 9-509,-3-4 1,-8 5 41,-4 0 0,-7 0-324,-3 0 1,-9 4 60,-6-1 0,-5 5 116,-6-5 0,-5 6-130,-2-2 1,-7 0-83,-1 0 1,4-3 95,4 3 0,9-5-605,2 2 1,10-2-694,8 2-919,5-3 837,11 4 0,7-5 1154,10 0 0,74-5 0,-31 2 0,-1 0 0</inkml:trace>
  <inkml:trace contextRef="#ctx0" brushRef="#br0" timeOffset="1778">481 55 7859,'0'-7'262,"0"0"0,0 3 545,0-4-264,0 6 236,0-8-428,0 9 1,0-3 38,0 8 0,0 3-40,0 8 1,0-1-125,0 4 0,0 2-179,0 5 0,0 0 124,0 4 0,0-3-239,0 3 0,-1-1 95,-3 2 1,3 0-288,-3-4 0,2 1 87,-2-1 1,3-7-29,-3 3 0,3-7-174,1 0 1,0-7-155,0 0 189,0-6 0,0 2 62,0-8 1,0-2-167,0-5 1,0 0 83,0 0 1,5-4-4,2 1 0,-1-5 97,2 5 1,-2-5 61,1 5 0,3-2 105,-3 1 0,4 1-74,4-4 1,-3 5 167,3-2 0,-2 3 5,2 1 0,-3 3 40,3 1 1,-3 4-91,-1 0 1,-3 2 328,-1 1 1,-4 1-19,0 2 1,-2 5 69,-1 6 1,0-1-73,0 1 0,-1 4-94,-2 0 1,1-2 34,-1-1 0,1-2-2,2 2 0,0-3-190,0 3 1,0-3 91,0-1 0,2-1-138,1-3 0,3 2-6,5-6 0,0 1-57,0-4 0,4 0-148,0 0 0,4 0 100,0 0 0,-2-5-17,1-2 1,-3-3 55,3-1 0,-3 0-116,4 0 1,-6 0 66,2 0 0,-3 0 30,-1 0 0,-1 0 81,-3 0 1,2 0 254,-6 0 410,1 0-481,-4 0 1,-5 1 60,-2 3 0,-4 2-1,-4 5 0,3 1 22,-3 3 0,2 2-48,-2 5 0,3 0-117,-3 0 1,6 0 24,2 0 0,3 0-120,-3 0 1,5 0-144,-2 0 0,3 4 60,1-1 0,0 1-54,0-4 1,5 0 43,2 0 0,6-1-16,2-3 1,1-2 74,-1-5 0,2 0-106,5 0 0,-4-1 73,1-3 1,-2-2-16,1-5 0,3-1 168,-3-3 0,0 3-74,0-3 0,-6 3 269,-1 1 0,0 0 54,-3 0-104,-4 0 0,1 0-25,-5 0 1,2 5 143,1 2 1,-1 2 197,1-2-222,-2 3-272,-1-4 1,0 6 70,0 3 1,0-2-133,0 5 1,0-3 76,0 3 1,2 1-119,1 3 1,-1 0 79,1 0 1,0 1-23,0 3 0,-1-3 6,1 3 0,-2-3-95,-1-1 0,0 1 97,0 3 0,0-6-1,0 2-64,0-3 1,0 0 41,0-1-228,0-5 1,0 2 74,0-8 1,0-2 22,0-5 0,0 3 106,0-3 1,2 2-24,1-6 0,-1 2 106,1-2 0,-2 3-76,-1-3 0,4 3 326,0 1 1,0 0 6,-4 0-32,4 0 1,-1 1 141,4 3-337,-4-3 88,6 9-57,-2-4 1,0 10-130,0 2 1,-1-1 63,2 1 0,2 1-160,-3 3 1,3 0 84,1 0 0,0-4-67,0 1 0,0-2 107,0 1 0,0-1-22,0-2 1,0-3-38,0 3 0,0-3-7,0-1 1,0 0-71,0 0 1,0-1 106,0-3 0,-1-2-115,-3-5 0,5 0 100,-4 0 1,4 2 100,-5-2 1,0 4-218,0-4 441,-5-5 0,3 9 394,-5-8-253,0 3 1,-5 6 63,-2 2 1,-4 3-158,-4 1 1,2 1 59,-6 3 1,1 2-77,-4 5 1,4 1 249,-1 3 0,6-3-99,-2 3 0,4 1-231,4-2 1,-2 2-63,5-1 0,2-3-76,6 3 0,3 1-361,8-2 0,2 1 246,5-4 1,1-5-311,3-2 1,1-3 173,2-1 0,3 0-1232,-2 0 0,1-5 62,2-2 1353,-4-8 0,7-12 0,-1-7 0</inkml:trace>
  <inkml:trace contextRef="#ctx0" brushRef="#br0" timeOffset="2219">2201 243 7859,'-11'0'1420,"5"-5"1,1 5-820,5 0 1,0 1-194,0 6 1,1 1-76,3 3 0,1 3-166,2 1 0,3 3-134,-3-3 0,-1 1-230,2-1 1,-2-3-404,1 3 0,2 1-2299,-6-2 2899,6-4 0,-8-29 0,4-12 0</inkml:trace>
  <inkml:trace contextRef="#ctx0" brushRef="#br0" timeOffset="2360">2102 99 7859,'-15'-18'639,"0"1"637,2 1-1480,0 1 1,9 9-13,4 2 0,4 4-1341,7 4 1557,1-3 0,43 24 0,11-1 0</inkml:trace>
  <inkml:trace contextRef="#ctx0" brushRef="#br0" timeOffset="2796">2476 188 7929,'-7'-4'556,"0"0"-619,-1-4 130,-3 6-194,0-3 1,0 5 27,0 0-178,0 5 262,0 1 1,4 2-20,0-1 0,4-3 19,-1 3 0,3-3-39,1 3 0,-4-3 69,1 3-27,-1-4 1,5 5 31,3-4-22,-3 5 0,9-5-63,-3 4 0,3 0 64,1-4 1,0 5-13,0-2 0,4-1 46,0 1 1,1-3-3,-2 3 1,2-3 22,3 3 0,-2-3-53,-3 3 1,0 0 3,4 0 1,-4 3 4,0-3 1,-1-1 114,-2 2 1,-5-5-66,-2 5 224,-3-1 1,-7 3-64,-5-3 0,-5 3-117,-6-3 0,-4-1-107,0 2 1,-4-6 110,0 2 0,0-3-784,0-1 1,3 0 119,5 0 556,5 0 0,26-10 0,10-2 0</inkml:trace>
  <inkml:trace contextRef="#ctx0" brushRef="#br0" timeOffset="3527">3138 298 7528,'-7'-10'1084,"-1"3"-324,6 2-507,-3 5 0,5 1 169,0 3-210,0 2 1,1 5-62,3 0 1,-2 3 87,6 1 0,-6 1-27,2-1 1,1-3-43,-2 3 1,1 1 51,-4-2 1,0 1-557,0-4 1,4 0 180,-1 0 1,1-4-568,-4 1 541,0-1 1,-1-1-130,-3-2 232,3-3 1,-5-1-148,2 0 1,3-1 28,-3-3 0,2-2 66,-2-5 0,3 0-8,-3 0 0,3-4 46,1 1 1,0-2 84,0 1 1,4 2-89,-1-6 0,6 6 175,-2-2 1,-1 3-57,2 1 0,-1 0 41,4 0 0,1 3-4,3 1 0,-3 5-70,3-2 0,1 3 134,-2 1 1,1 1-112,-4 3 0,4 2 138,0 5 0,-2 1-70,-6 3 0,0-2-252,-4 6 0,-2-5-89,3 5 1,-3-2-250,-1 1 0,0-2-86,0-5 0,0 0 592,0 0 0,5-5 0,1-1 0</inkml:trace>
  <inkml:trace contextRef="#ctx0" brushRef="#br0" timeOffset="3844">3634 331 7859,'0'-8'468,"0"1"769,0 0-377,0-4-302,0 5-453,-5 1 1,-1 5 84,-5 0 0,2 5-242,-2 2 1,3 3 69,-7 1 1,2 3-105,-2 1 1,3 5-55,-3-2 0,4-1-89,4 2 1,2-5-24,5 5 1,0-5 86,0 5 0,6-7 227,5-1 1,5-1-119,6-6 0,0-1 245,0-3 1,0-5-86,0-2 1,-1-6 409,-3-2 0,-2-5-281,-5 2 1,-1 1-219,-3-2 0,-2 2-1242,-5-1 1,-1-2 200,-3 6 1026,-2-1 0,-29 4 0,-7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36.112"/>
    </inkml:context>
    <inkml:brush xml:id="br0">
      <inkml:brushProperty name="width" value="0.08571" units="cm"/>
      <inkml:brushProperty name="height" value="0.08571" units="cm"/>
    </inkml:brush>
  </inkml:definitions>
  <inkml:trace contextRef="#ctx0" brushRef="#br0">176 365 7804,'3'-8'385,"1"1"0,0 3 274,-4-3 219,0 5-469,0-8 0,-5 9-93,-2-3 1,-3 3-38,-1 1 0,-1 0 41,-3 0 1,1 1-237,-4 3 0,4 2 136,0 5 0,-2 1-251,1 3 1,2-2 87,5 5 0,2 1-368,3 3 1,1 0-32,-1 0 1,3 0-178,3 0 0,8-1 24,8-3 0,2 2 161,1-5 0,5-2-434,2-6 0,3-2 281,1-5 0,0-6-324,0-5 811,0-5 0,0-30 0,0-7 0</inkml:trace>
  <inkml:trace contextRef="#ctx0" brushRef="#br0" timeOffset="201">407 210 7804,'-11'-11'0,"4"0"1102,0 0-170,-1 0-54,-3 5-546,5 1 1,1 10 52,5 3 0,0 6-127,0 5 0,5 1-38,2 2 0,3 4-192,1 0 0,2 3 64,1-3 0,-2 1-542,3-1 0,-3 1-189,-1 2 0,0-1-471,0-2 0,1-4 408,-1 0 1,3-1 701,1-6 0,9-20 0,0-9 0</inkml:trace>
  <inkml:trace contextRef="#ctx0" brushRef="#br0" timeOffset="483">749 409 7804,'0'-11'0,"0"0"1316,0 0-367,0 0-151,0 0-539,-5 5 1,-1 2-65,-5 8 0,0 2-166,0 5 1,0 0 96,0 0 1,0 3-342,0 1 1,0 4 179,0-5 0,5 6-195,2-2 1,3 2-25,1-2 1,1 2-155,3-5 1,3-1 64,8-3 0,6-1 72,4-3 1,1-2 513,-4-5 1,-1-1-186,-3-3 0,2-3 53,-5-8 1,-2-2-52,-6-5 1,-2 0-474,-5 0 1,-1 1 33,-3 3 1,-5-2-467,-6 6 845,-5-1 0,-16 9 0,-11 1 0</inkml:trace>
  <inkml:trace contextRef="#ctx0" brushRef="#br0" timeOffset="901">1058 332 7814,'-6'-2'263,"1"0"1,1-3 0,-1 0 162,-1 0 1,2 2-60,-3 3-197,0 0 0,-4 0-140,0 0 0,3 0 284,1 0-364,0 5 0,-3 1 106,2 5 0,0 0-191,4 0 1,0 0-38,4 0 1,0 0 3,0 0 0,2 0-13,1 0 0,4 1 121,4 3 0,4-3-65,4 3 1,3 1 36,4-2 0,-3 1 12,3-4 1,-4 0 8,-4 0 1,0 0 594,-7 0-301,3-5 1,-14 3-42,0-5 0,-10-1-364,-8-3 1,-3 0-361,-1 0 0,-4 0-334,0 0 0,1-1 872,3-3 0,0-21 0,0-11 0</inkml:trace>
  <inkml:trace contextRef="#ctx0" brushRef="#br0" timeOffset="1252">1223 431 8327,'11'0'657,"0"0"0,0 0-222,0 0 0,0 0-168,0 0 0,0 0-198,0 0 0,4 0 101,0 0 0,-1 0-79,-3 0 0,-3-4 8,-1 1 1,-1-2-69,2 1-382,1 3 262,-7-9 1,3 4-139,-5-5 0,0 3 78,0 1 0,-7 5-40,-4-2 0,-1-1 101,-6 1 0,-1 1 62,-3 3 1,-1 0-47,-3 0 1,3 1 285,-3 3 1,3 1 122,1 2 0,5 3 142,2-3 1,3 3-70,1 1 1,5 4-89,2-1 0,4 5-323,4-5 1,7 7 94,7 1 1,4-3-724,4 3 1,6-6 99,5 2 0,3-6-202,-3-1 0,3-1 454,-3-6 0,-2-6 277,-5-5 0,11-32 0,0-9 0</inkml:trace>
  <inkml:trace contextRef="#ctx0" brushRef="#br0" timeOffset="1710">1598 166 7828,'-1'-7'1529,"-2"0"791,0-2-1596,-1-1-50,9 4 1,1 5-246,5 5 1,0 8-109,0-1 1,0 7-250,0 1 1,4 3-231,-1 3 1,1 0-410,-4 4 1,-1-1 431,-3 2 1,2 0-283,-5-4 0,0 0 152,0-4 1,-3-5-465,3-2 0,-3-3-314,-1-1 603,0-5 1,0-2 90,0-8 0,4-2-215,0-5 1,-1-1 140,-3-3 1,0 3 422,0-3 0,0-1 0,0 2 0,-1 0 0,-3 7 0,-2-3 0,-5 3 0,-1-2 0,-3 2 0,3-2 45,-3 5 0,-1 1 77,2 3 0,-5 0 921,5 0 1,-5 5-222,5 2 0,-2 3-37,1 1 0,6 1-281,-2 3 1,8 1-13,-1 2 1,3 3-103,1-3 0,1-1-181,3 2 1,3-6 111,8 2 1,-2-3-100,6-1 1,-1-5-603,4-2 1,0-3-361,0-1 1,0-1-782,0-3 1,-3-3 1520,-1-8 0,-5-26 0,3-12 0</inkml:trace>
  <inkml:trace contextRef="#ctx0" brushRef="#br0" timeOffset="2492">2480 100 7819,'11'0'321,"0"0"1,0 0-46,0 0 1,0-4 120,0 1 1,1-1-84,3 4 0,-3 0 103,3 0 0,-6 0 333,-2 0-503,0-5 0,-1 3-195,-2-6 52,-3 1 1,-9-4-55,-3 0 0,-11 1 118,0 3 1,-7-2-301,4 6 0,-5-5 6,5 5 1,-5-1-29,4 4 1,1 0 14,3 0 1,4 5 91,4 2 1,3 4 166,3 4 0,3 7-106,5 7 1,5 3-177,3 1 0,6 5 27,5 3 1,-2-1-83,1 4 0,-1-7 27,2 3 1,-3-4-158,-5-3 0,-1-4 122,-3 1 1,-1-11-486,-2 0-32,-3-11 278,4-3 0,-5-6-146,0-3 0,0-2 610,0-5 0,-15-24 0,-3-7 0</inkml:trace>
  <inkml:trace contextRef="#ctx0" brushRef="#br0" timeOffset="2876">2237 387 7819,'-5'-11'45,"1"3"0,-4 1 533,-2 0 0,9-1 260,-2 1-560,1 5 1,4-7-71,1 5 1,3 1-181,5 3 0,2 0 31,1 0 1,0 0-132,4 0 0,0 0 27,5 0 0,0 0-21,3 0 0,0 1-11,4 3 0,2-2 102,-3 5 0,2-4-221,-2 0 0,2 4 50,-5 0 1,-2-2-203,-6-1 0,1 2 108,-8 1 0,2-2 144,-5-1 1,-4 2 55,0 1 1,-4-1 116,-4 2 1,0-1 43,-4 4 1,-2-4-141,3 1 0,-1 0-18,0 7 0,0-5 90,4 4 0,0-6 97,4 6 0,1-7-43,3 4 0,3-3-209,8 3 1,1-3 179,2-1 1,5-5 131,-1 2 1,-4-4 79,4-4 1,-4-2-90,1-5 1,-3-4-26,-5 1 0,-5-5-64,-2 5 0,-3-6-245,-1 2 1,-6 2 136,-5 1 0,-5 3-838,-6 1 0,0 1 91,0 3 743,4 2 0,-12 10 0,0 1 0</inkml:trace>
  <inkml:trace contextRef="#ctx0" brushRef="#br0" timeOffset="3277">2943 420 7826,'0'-11'745,"0"0"1006,0 0-1258,0 0-7,0 5-243,0 1 0,1 6 0,3 3 0,2 2-26,5 5 0,0 3-190,0 1 0,0 5 99,0-2 0,0 2-420,0-2 1,0 3 222,0-3 0,-5-1-153,-2 2 0,1-6 107,-1 2 0,-1-3 132,-3-1 155,0-5 93,0-1 1,-5-7-159,-2-5 1,1-1 120,-2-7 1,2-2 10,-1-1 1,1 1-53,2-2 1,3 2-433,-3-1 0,3-3-280,1 3 1,1 1-499,3-2 1,3 6 390,8-2 0,1 4-215,2 4 0,3-2 849,-2 5 0,21 11 0,6 5 0</inkml:trace>
  <inkml:trace contextRef="#ctx0" brushRef="#br0" timeOffset="3835">3241 431 7826,'3'7'1093,"1"1"-683,0-1 1,-1 4 200,1 0 0,0-4-207,-4 1 0,1-1 75,3 4 1,-3-4 203,2 1-577,-1-1 0,-2 4-152,0 0 0,0-3 189,0-1 49,0-5 169,0 8-628,0-9-155,0 4 1,0-13 171,0-3 1,3-3-21,1 3 1,1 0 83,-1 0 1,-2-4-58,5 1 1,-3-1 86,3 4 0,1 0-4,3 0 0,-4 1-90,0 3 0,1-2 43,3 6 0,0-2 245,0 1 0,0 3-13,0-3 0,0 3 91,0 1 0,0 5 19,0 2 0,-4 3-79,1 1 1,-5 0 22,5 0 0,-6 0-72,2 0 1,1 0 47,-2 0 1,1 0-30,-4 0 1,4 0 529,-1 0-161,1 0-36,-4 0-604,0-5 274,0-1-116,5-5 1,0-1-268,2-3 0,3-2 113,-3-5 1,0 0 48,0 0 1,0-4 91,4 1 1,-3-1-54,-1 4 1,0-4 352,4 1 1,0-1 51,0 4 1,-3 0 599,-1 0-98,0 0-174,4 0-238,1 5-164,-1 1 0,-2 10 156,-1 2 1,0 3-59,-4 1 1,5 1 21,-2 3 0,3-2-164,1 6 1,0-5 14,0 5 1,0-6 83,0 2 0,5-3 1,2-1 0,-1-1-1,2-3 1,-5-2 141,5-5-375,-6 0 0,28-64 0,0-15 0</inkml:trace>
  <inkml:trace contextRef="#ctx0" brushRef="#br0" timeOffset="4952">4630 277 7798,'6'-5'-335,"0"2"564,-2-4 344,-3 4 1,5-3 191,-2 3-245,-3 1-300,4-3-1,-10 5 1,-5 0-208,-5 0 0,-1 0 61,2 0 0,0 0-121,-4 0 0,3 4-11,-3 0 0,1 3-50,-2-3 1,0 4-64,4 0 1,-3-2 80,3 1 1,0-1-16,4 2 1,1 2 44,3-3 0,2-1-105,5 1 1,0-3 65,0 3 1,5-1 156,2 2 1,7 2-28,1-3 0,8-1-16,-1 1 1,2-3 31,-2 3 0,4-3-61,0 4 1,-2-5 17,-5 5 0,0-2 45,-4 1 0,3 3 68,-3-3 1,-1-1-98,-7 2 0,1-5 188,-4 5 0,-1-5-34,-7 5 1,-2-6 75,-5 2 1,-6 1-307,-5-2 0,0 1 41,-4-4 1,-1 4-423,1-1 1,0 1 211,4-4 1,0 0-267,0 0 0,5 0 204,2 0 1,8-1 287,3-3 0,33-12 0,7-7 0</inkml:trace>
  <inkml:trace contextRef="#ctx0" brushRef="#br0" timeOffset="5237">4949 387 8406,'-6'-6'918,"-4"1"-699,3 5 1,-3 0-6,-1 0 1,0 3-16,0 1 0,0 6 13,0 1 0,-4 0-179,1 4 1,-1 1 48,4-2 1,5 2-99,2-1 0,3-2 54,1 6 1,5-7 9,2-1 1,8-1 57,3-6 1,3-1 108,1-3 1,-1-1-129,-3-3 0,2-3-38,-5-8 1,-2 2-762,-5-6 1,-4 5 394,-4-5 1,0 2-2041,0-1 2357,-4-3 0,-27 4 0,-11-5 0</inkml:trace>
  <inkml:trace contextRef="#ctx0" brushRef="#br0" timeOffset="5563">5027 155 7816,'-8'-10'0,"2"2"1070,1 1 1,0 4 145,2-1-704,1 3 1,-3 2-123,5 3 0,0 2 104,0 5 0,4 4-115,0 0 1,4 4-53,0 0 1,2 3-712,1 3 0,0-1 296,0 1 1,0 0-417,0 1 1,0 1 330,0 2 0,0 2-1444,0-6 1,-4 1 599,0-4 1,-4-1 1016,1-3 0,-3-16 0,-1-10 0</inkml:trace>
  <inkml:trace contextRef="#ctx0" brushRef="#br0" timeOffset="6004">5247 365 8380,'-4'-11'1415,"1"0"-872,-1 0-127,4 0-145,0 5 86,0 1-278,0 14 0,1-1 6,3 6 1,-2 2-173,6-1 1,-5 3-279,5-3 0,-5 4 228,5-5 0,-5 5-203,5-5 1,-5 1 134,5-4 0,-5 0-50,5 0 1,-5-1 102,5-3 0,-2-1-10,1-2 0,3-3-6,-3 3 0,0-7-85,0 0 0,0-7 239,4-1 0,-3 0-122,-1-4 1,0-2 383,4-1 1,-3 1-149,-1-2 0,-3 5 239,3-5 1,-4 4-146,0-3 0,-2 5 207,-1-2 1,4 3 104,0 1 188,-1 0-257,-3 0-389,0 4 0,0 7 155,0 8 1,0 2-31,0 1 1,4 3-574,0 1 1,4 3 200,0-3 1,-2 3-204,1-3 0,1 4 123,3-5 1,-4 5-43,0-5 0,1 1-180,3-4 0,0-1-203,0-3 333,0-2 0,0-5 84,0 0 1,0-5 286,0-2 0,-5-3 0,18-60 0,1-14 0</inkml:trace>
  <inkml:trace contextRef="#ctx0" brushRef="#br0" timeOffset="6205">5644 111 7816,'-6'-17'412,"-3"1"142,5 5 0,-3 4 157,3-1-497,1 6 1,3 2 183,0 7 0,1 4-50,3 4 0,2 6-229,5 5 0,1 4 89,3 0 1,-3 0-239,3 0 0,-3 4 79,-1-5 1,-4 6-430,1-6 0,-1 2-23,4-2 1,-4 2-257,1-6 0,-5-3 98,5-3-39,-6-6-239,8 3 1,-9-11 60,3-5 778,-3-5 0,-1-30 0,0-7 0</inkml:trace>
  <inkml:trace contextRef="#ctx0" brushRef="#br0" timeOffset="6446">5644 310 7816,'-6'-5'2908,"1"-1"-2519,5-1 0,5 3 7,2 4 0,8 0-70,3 0 1,3 0 8,1 0 0,1 1-114,3 2 0,2 4 45,5 4 0,-5 0-132,-2 0 0,-3 0-99,-1 0 1,-3 3-496,-1 1 1,-8 3 317,1-3 0,-4 4-862,1-5 1,-3 5-45,-5-5-1204,0 1 988,0-4 1264,0-5 0,-5-40 0,-1-15 0</inkml:trace>
  <inkml:trace contextRef="#ctx0" brushRef="#br0" timeOffset="6561">5908 188 7816,'-11'-27'326,"4"4"40,0-3 1,1 8-273,-2 3-582,3 3 488,5 6 0,15 26 0,3 10 0</inkml:trace>
  <inkml:trace contextRef="#ctx0" brushRef="#br0" timeOffset="7228">6294 387 8186,'-11'-5'235,"0"-2"0,0 2-179,0 1 0,-1 3 148,-3 1 0,3 0-78,-3 0 0,-1 5-37,2 2 1,-5 3 11,5 1 0,-1 4-193,4-1 1,0 1 14,0-4 0,1 1-95,3 3 1,2-3-380,5 3 368,0-3 0,1-2 26,3-3 0,3-1 91,8-2 0,-2-3-157,6 3 1,-1-7 100,4 0 1,0-5 79,0 5 1,0-6 36,0 2 0,-3-3 189,-1-1 0,-5 0 203,2 0 0,-3 0-198,-1 0 0,-3 0 124,-1 0 1,-4 0-79,0 0 1,-2 3 96,-1 1-107,-4 5 0,1-3-119,-4 5 0,3 0 2,-3 0 1,4 1-25,0 3 0,1 2-137,2 5 1,0 0 51,0 0 1,0 4-98,0-1 0,2 2 96,1-1 0,0-3-75,4 3 0,-3-3 62,3-1 0,-4-4-5,0 1 1,2-4 151,-1 3 9,-1-5-134,-3 3 0,0-6 13,0-3 0,4 2 15,0-5 1,-1-1 27,-3-3 0,0 0-288,0 0 1,0-4 51,0 1 0,0-1 104,0 4 0,4 0 141,0 0 0,1-1 178,-2-3 1,0 6 255,4-2 1,-1 3-202,2-3 1,1 3 226,-1 1 1,2 5-157,1-2 0,0 3 84,0 1 1,3 6-192,1 5 0,3 0-242,-3 4 0,5 2-44,-2 1 1,-1 2-227,2-2 1,-6 2-1801,2-6 0,-3 2 2043,-1-1 0,-10-13 0,-2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52.388"/>
    </inkml:context>
    <inkml:brush xml:id="br0">
      <inkml:brushProperty name="width" value="0.08571" units="cm"/>
      <inkml:brushProperty name="height" value="0.08571" units="cm"/>
    </inkml:brush>
  </inkml:definitions>
  <inkml:trace contextRef="#ctx0" brushRef="#br0">420 463 7936,'11'0'635,"-2"-1"-48,-1-3 1,-2 3-254,-2-3 1,-3 2-63,3-2 1,-4 3 31,-4-3 0,-3-2-83,-8-1 1,-4-3 86,-6-1 1,-3-4-101,-6 1 1,1-6-114,0 2 0,-1 0-4,-3 0 0,3 1-194,-3-1 1,8-3 14,3 2 1,4 2 64,4-1 1,3 4-215,8 0 1,2 1 92,5 2 1,5 0 33,2 0 0,6 2-22,2 1 0,5 3-23,-2 5 0,4 0-302,4 0 1,-4 0-252,0 0 1,-1 4 681,-6 0 0,2 4-17,-6 0 0,1-2 34,-8 1 1,-2 0-63,-6 4 0,-2 4 183,-5 0 1,-3 1-11,-1-2 1,-5-1 2,2 1 0,1 2-48,-2-1 0,5 3-57,-5-3 0,7 1-114,1-1 0,0-2 109,4 6 1,2-5-136,1 5 1,3-6 113,1 2 1,1 1-71,3-2 0,2 1 44,5-4 0,0-1 110,0-3 0,5 2-58,2-5 1,3-1 117,1-3 1,0 0-97,0 0 1,-1-5-18,-3-2 1,3-4-354,-2-4 0,-3 2 158,-2-6 0,2 2-654,-1-1 844,0-3 0,-14-1 0,-2-6 0</inkml:trace>
  <inkml:trace contextRef="#ctx0" brushRef="#br0" timeOffset="574">783 165 7909,'-7'-14'0,"0"-2"0,-1 0 1817,2 0-711,-4 1-120,9 4-184,-4 5-401,5 1 0,0 6-34,0 3 0,2 2-104,1 5 0,0 2-45,4 1 0,0 3 13,4 5 1,0 4-332,0 0 1,1 4 140,-1 0 1,-4 2-414,0 1 0,1-1 92,3-3 1,-4 2-3,0-6 0,-4 2-283,0-1 1,2-8-211,-1 1 746,0-6-108,-4-7 0,-4-2 110,0-8 1,1-2-76,3-5 0,0-1-9,0-3 1,3 3 102,1-3 1,1 2-8,-1-2 1,-2 2 98,5-6 0,-4 5-90,1-5 1,0 5 281,0-5 1,5 5-114,-2-5 0,-1 6-48,1-2 0,2 3 0,6 1 1,-2 1-310,6 3 0,-2 2-1,1 5 0,3 1-69,-3 3 1,3 3 75,1 8 0,-5-2 98,-2 5 0,-4 1-95,-4 3 0,-2 0 43,-5 0 1,-1-4 84,-3 1 1,-8-6-72,-10 2 0,-1-7 96,-7 0 1,5-6-237,-5 2 1,6-3-293,-2-1 1,4 0 52,4 0 507,2-5 0,15-30 0,2-13 0</inkml:trace>
  <inkml:trace contextRef="#ctx0" brushRef="#br0" timeOffset="774">1280 287 8725,'7'5'1812,"0"2"1,1 4-1352,3 4 1,0 2-602,0 5 1,2 0 140,-2 0 1,3 0-447,-7 0 0,2-5 151,-2-2-1802,3 2 2096,-9-10 0,4-16 0,-5-16 0</inkml:trace>
  <inkml:trace contextRef="#ctx0" brushRef="#br0" timeOffset="907">1258 77 7909,'-12'-18'-148,"1"0"0,5 4 442,3-1-113,1 8-1453,2 2 1272,5 10 0,31 21 0,12 9 0</inkml:trace>
  <inkml:trace contextRef="#ctx0" brushRef="#br0" timeOffset="1385">1732 287 7909,'-11'-15'0,"0"0"0,-1 2 1041,1 1 0,-1 2-415,-2 2 0,0 2-231,-4 3 1,3 1-138,-3-1 0,4 3-276,-1 3 0,1 4 78,3 4 0,-3 0-312,7 0 0,1 3 208,-2 1 0,6 3 147,-2-3 1,-1 3-761,2-3 0,-1 1 270,4-1 0,1-3-77,3 3 0,-2-4 141,6-4 1,0 2 260,7-6 0,-2 5-65,6-5 1,-4 1 108,3-4 1,-1-1-39,1-3 0,3 2 95,-2-6 1,-3 2 152,-2-1 0,-1-3-80,-2 3 1,-2-4 105,-1-4 1,-3 3-56,-5-3 1,0-1 245,0 1 1,0-3-126,0 3 1,-4-1 230,0 2 1,-3 5 203,3-2-255,-4 3-400,6 1 71,-7 3 0,7 8-124,-1 4 1,1 3 77,2 4 0,2 0-619,1 4 0,0 2 271,4-3 0,1 3-971,3 1 0,0 0-6,0 0 1236,5 0 0,25 0 0,12 0 0</inkml:trace>
  <inkml:trace contextRef="#ctx0" brushRef="#br0" timeOffset="1718">2095 210 7909,'-11'-11'0,"0"0"251,0-1 1,0 3 408,0 1 1,-3 3-191,-1 5 0,-1 0-125,1 0 0,2 0-145,-6 0 1,10 0 30,-2 0 0,2 2-275,-2 1 0,5 0 23,2 4 1,3 0 69,1 5 1,1 0-67,3 2 1,2-1-309,5 1 1,0 2-17,0-1 1,4 1 139,-1-1 1,6-2-110,-2 5 1,2-4 77,-2 1 1,3 1 220,-2-2 0,-4 1-98,0-4 0,-4 0 150,-3 0-65,1 0 1,-9-4-25,0 1 0,-8-6-279,-7 2 1,-5-3 111,2-1 0,-3-4-459,-1 1 0,0-2 5,0 1 669,5 3 0,1-19 0,5 2 0</inkml:trace>
  <inkml:trace contextRef="#ctx0" brushRef="#br0" timeOffset="2094">2239 320 7909,'11'0'991,"-4"0"-548,0 0 1,1 0-298,3 0 0,0 0 11,0 0 0,0 0-94,0 0 1,0-1 114,0-3 1,0 3 179,0-3-226,0-2 1,-1 3 84,-3-4 1,2 3-366,-6-3 22,1 0 183,-4-4 0,-5 0-86,-2 0 1,-3 4-150,-1 4 0,-1-2 215,-3 1 0,2 1 169,-6 3 0,2 0 258,-1 0 0,-2 4-173,5 4 1,1 2-167,3 1 0,0 0 58,0 0 1,1 3-232,2 1 1,5 5 139,6-2 1,4 3-482,4 1 0,5-1 220,2-3 0,4 2-752,4-6 0,2 0 138,5-7 0,-4 2-97,1-5 0,-2-2 140,1-6 0,3 2 740,-2-6 0,1-23 0,2-11 0</inkml:trace>
  <inkml:trace contextRef="#ctx0" brushRef="#br0" timeOffset="2444">2724 210 7909,'-10'-11'775,"3"0"0,-2 3-252,5 1 1,-4 4-41,0 0 1,-1 1-139,-2 2 1,-4 0-168,0 0 1,1 0 10,2 0 1,5 0-86,0 0-306,-1 5 0,2 1 237,3 6 0,1-1-768,2 0 551,0 0 1,2 0-89,1 0 1,3 0 42,5 0 0,0 0 112,1 0 1,2-4 53,1 0 0,3 1 14,-3 3 0,3 0 30,-3 0 0,3 0 154,-3 0 0,1 0 36,-1 0 1,-7 0-47,3 0 1,-7 0 158,0 0 0,-4-4-68,-4 1 1,-3-6-332,-8 2 1,-3-3-308,-8-1 0,1 0-483,-4 0 1,4 0-36,0 0 0,3-4 938,3 1 0,43-1 0,14 4 0</inkml:trace>
  <inkml:trace contextRef="#ctx0" brushRef="#br0" timeOffset="2651">3132 397 11103,'6'-5'1746,"0"4"-1278,-2-3 1,-2 4-131,5 4 0,-4 3 33,0 8 0,-1 1-108,-2 2 1,0 3-568,0-3 0,-2 3-431,-1 1 1,-3-1-803,-5-3 1,-2 2-1152,-1-5 2688,1-1 0,-17-12 0,0-4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49.713"/>
    </inkml:context>
    <inkml:brush xml:id="br0">
      <inkml:brushProperty name="width" value="0.08571" units="cm"/>
      <inkml:brushProperty name="height" value="0.08571" units="cm"/>
    </inkml:brush>
  </inkml:definitions>
  <inkml:trace contextRef="#ctx0" brushRef="#br0">44 249 7452,'0'-6'1987,"0"1"-1580,0 5 1,-3 5-215,-1 2 1,-3 6-108,3 2 1,-3 5-149,3-2 1,-1 3 106,2 1 1,1-1-331,-1-3 1,1 3 167,2-3 0,2-2-284,1-1 47,3 2 107,10-5 0,0-1 8,3-7 0,-2-3 72,-3-1 0,-1-1-96,1-3 0,2-2 68,-1-5 0,0-5 243,-4-2 0,0-2-104,0 2 1,-1-3 93,-3 3 0,2-3-75,-6-1 0,5 3 232,-5 1 1,1 5 159,-4-2 26,0 8-397,0-3 0,0 10 67,0 0 0,-4 5-109,1 6 0,-1 0 86,4 0 1,-1 3-122,-3 1 0,3 5 91,-3-2 0,3-1-31,1 2 0,4-5 22,-1 5 1,2-5 2,-1 5 0,2-6 176,5 2 0,0-6-55,0-2 0,0-5-96,0 2 1,4-3 16,-1-1 0,1-6 109,-4-5 0,4 0-64,0-4 0,-1-1-310,-3 2 0,-1-5 59,-3 5 0,2-5 141,-5 5 1,3-6 278,-3 2 0,-1 0-103,-3 0 0,0 5 243,0-2-55,0 3-331,0 1 0,-1 5 209,-3 2-270,3 3 1,-4 6 58,5 2 0,4 6-49,0 2 1,4 1-61,0-1 1,1-2 41,2 6 1,4-6 159,0 2 0,1-3-103,-2-1 0,-1 0 112,1 0 0,2-1-86,-1-3 1,1-2 71,-1-5 1,-3 0-51,3 0 1,-3-1 14,-1-3 1,0-2-271,0-5 0,-4 0 82,1 0 0,-5 0-35,5 0 0,-6 0 64,2 0 0,-3-1 142,-1-3 0,0 3-99,0-3 0,-5 3 290,-2 1 0,-2 3-22,2 1 1,-7 5-17,3-2 0,-2 3-13,2 1 0,3 0-80,1 0 0,1 5 99,-1 2 0,-2 3-31,5 1 1,1 1-127,3 3 1,1-2 70,3 6 1,-2-2-192,5 1 0,4 2-95,4-6 1,1 5-81,-1-5 0,2-3 14,5-3 1,-1-2 78,-3 1 0,2-2 16,-6-5 0,5-1-1,-4-3 0,2-2-131,-6-5 0,2 0 25,-5 0 1,0 0 154,-1 0 1,3-4 52,-2 1 1,-2-1 171,1 4 1,-3 0 292,3 0 0,-4 0-236,0 0 1,2 3 415,-1 1-393,-1 5 1,-3-4 592,0 2-95,0 3 1,0 4-420,0 8 0,0 3-182,0-3 1,2 0-133,1 0 0,-1 1 44,1 3 1,2-3-199,-1 3 1,3-3-462,-3-1 0,4 3-276,0-3 1,2 2 128,1-6 792,0-2 0,14-10 0,5-7 0</inkml:trace>
  <inkml:trace contextRef="#ctx0" brushRef="#br0" timeOffset="149">948 61 7838,'-11'-14'591,"0"-1"0,4 1-1347,0 7 1,4 1-85,0 2 840,1 3 0,27 21 0,5 10 0</inkml:trace>
  <inkml:trace contextRef="#ctx0" brushRef="#br0" timeOffset="649">1445 326 7864,'-2'-8'0,"0"1"0,-2-1 368,2-2 1,-4 2-5,-2 1 1,-2 5-235,-1-2 1,-1-1-86,-2 1 0,0 1-233,-4 3 1,-1 0-16,-3 0 0,1 1 129,3 3 1,-3-2-138,3 5 1,2-3 82,1 3 1,3-3-43,1 3 0,4-3-121,-1 3 149,6-4 1,-2 5 93,8-4 0,2 1 9,5-1 0,0-3 38,0 3 0,5-3-43,2-1 0,3 1 100,1 3 1,0-3-101,0 3 1,-1-3 201,-3-1 1,3 1-52,-2 3 0,5-3 304,2 3 1,0 1-149,-4-2 0,0 2 257,0-1 0,-1-2-126,-3 6 1,2-2 27,-6 1 1,0 3-189,-7-3 1,2 3-22,-6 1 0,1 4-281,-4-1 1,-9 1 108,-2-4 1,-8 0-252,-3 0 0,-2-3 143,-5-1 1,0-5-423,-4 2 0,0-3-94,-1-1 1,6 0-322,3 0 1,1-1 903,2-3 0,10-16 0,2-10 0</inkml:trace>
  <inkml:trace contextRef="#ctx0" brushRef="#br0" timeOffset="1289">1544 61 7878,'0'-11'2861,"0"0"-2401,5 5 0,0 6 206,2 7 0,3 8-256,-3 4 0,7 3-40,0 3 0,2 3-143,-1 6 1,-2-1-208,6 0 0,-6 0-156,2 0 0,-3-1-312,-1-3 0,-5-3-263,-2-8 1,-3-2 368,-1-5 1,0-4-496,0 1 36,0-6 1,1-5 412,3-8 0,-1-3 81,4 3 1,-3-1 123,3-3 0,-3 3 143,3-3 0,-1-1 376,1 2 1,2-1-252,-5 4 0,3-4-161,-3 0 1,1 1-72,-2 3 1212,-2 0 1,6 1 383,-4 3-312,-1 2-752,2 5 1,0 5-273,0 2 1,4 6-336,0 2 0,1 5 161,3-2 1,-5 3-364,0 1 1,1-4 170,3 1 1,-2-2-269,-1 1 0,2-2 201,-3-5 1,-1 0-315,1 0 0,1-5-408,3-2 569,0-3 0,0-1 123,0 0 1,-1-5 161,-3-2 1,3-4 138,-3-4 1,-2 2 48,-1-6 0,-2 2 7,2-1 0,-3-3-7,3 3 0,-4-3 386,-4-1 1,2-4-231,-6 0 1,2-4 540,-1 0 0,-3 3-211,3 2 1,0-2-20,0 1 0,3 1 746,-3 7-415,5 2-494,-3 5 0,5 6-90,0 5 1,0 6 155,0 9 1,5 2-166,2 5 0,3 5-167,1 3 1,0 1 154,0 3 0,4 0 35,-1 3 0,1-3-788,-4 3 0,4-3 302,-1-1 1,1-4-881,-4 1 1,1-7 29,3-1 0,-3-5 1108,3-6 0,17-29 0,3-8 0</inkml:trace>
  <inkml:trace contextRef="#ctx0" brushRef="#br0" timeOffset="1448">1897 238 8387,'11'0'-260,"1"0"-467,3 0 1,7 0 43,7 0 683,8 0 0,56 5 0,-37-2 0,-1 0 0</inkml:trace>
  <inkml:trace contextRef="#ctx0" brushRef="#br0" timeOffset="1832">2536 216 7905,'-11'-11'1068,"0"1"-1064,0 2 0,0 4 167,0 4 0,0 0 0,0 0 0,0 0 151,0 0 0,0 3-143,0 1 1,0 4 125,0 0 1,3-2 140,1 1-359,0 1 1,-3 3 15,2 0 0,4-4-108,4 0 1,0-3-32,0 3 0,1-3 102,2 3 1,4-3-542,4 3 1,3-3 209,1 3 1,5-3-406,-2 3 0,3-3 276,1 4 0,0-5 25,0 5 1,0-2 6,0 1 1,-4 3 81,1-3 0,-2 3 63,1 1 0,-5 0 54,-6 0 0,-3-4 905,3 1 0,-5-1-382,2 4 1,-8-5 705,-3-2 1,-8 1-444,-3-2 1,-3 1-739,-1-4 1,-1 0 109,-3 0 1,3-1-766,-3-3 0,3 2-1370,1-6 2140,0 6 0,54-32 0,13-3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44.257"/>
    </inkml:context>
    <inkml:brush xml:id="br0">
      <inkml:brushProperty name="width" value="0.08571" units="cm"/>
      <inkml:brushProperty name="height" value="0.08571" units="cm"/>
    </inkml:brush>
  </inkml:definitions>
  <inkml:trace contextRef="#ctx0" brushRef="#br0">420 78 7829,'5'-11'845,"-4"0"1,3 1-654,-8 3 0,-2-3 160,-5 3 1,-5 2-144,-2 1 1,-8-1 30,-4 2 1,-6-1-19,-5 4 1,3 0-14,2 0 1,2 0 13,5 0 0,2 1-274,5 3 1,6 2-18,5 5 1,1 0 40,7 0 1,0 5 117,7 2 0,2 4-11,5 4 0,5 2-83,2 5 0,3 2 35,1 1 1,4 2-226,0 3 1,-4-3 81,-4-5 1,-1 0-157,2 0 0,-3-6-285,-5-5-230,-5 0-387,-1-10 781,-5-1 1,-2-9-254,-1-6 1,1-5-5,-1 2 645,2-3 0,-14-20 0,-4-6 0</inkml:trace>
  <inkml:trace contextRef="#ctx0" brushRef="#br0" timeOffset="360">1 354 7829,'0'-11'224,"1"3"130,3 1 1,2 5-332,5-2 0,5 1 31,2 0 1,3 2 86,1-3 0,5 3-47,3 1 0,5 0 45,2 0 0,0 3-28,-4 1 0,-2 1-202,-1-1 1,-8-3-110,-7 2-30,-3 4 133,-1-1 1,-6 5 107,-5 0 0,-4-3-51,-3 3 1,-3-2 22,3 6 1,-2-3-61,2-1 1,2 4 59,5-1 1,0 2-108,0-1 1,1-6 20,3 2 0,5-3-87,6 3 0,5-5 377,-2-2 1,2-3-94,-2-1 0,2-5 225,-6-2 0,4-4-133,-7-4 0,1 3 119,-8-3 1,-1-1-53,-3 2 0,-8-5-254,-3 5 1,-8-1-190,1 4 1,1 0-352,-2 0 1,1 1-1280,-4 3 1820,5-3 0,20 14 0,11-3 0</inkml:trace>
  <inkml:trace contextRef="#ctx0" brushRef="#br0" timeOffset="644">574 354 7829,'8'-6'2681,"-1"2"-2192,0 3 1,4 2-162,0 3 0,0 1-130,0 2 0,0 3-148,0-3 0,-1 7 119,-2 0 0,1 1-426,-1-4 0,-3 0 215,-2 0 1,0-1-207,0-3 78,-1 3 691,3-4-303,-10 0 0,0-2 46,-3-8 0,0-2 96,4-5 1,-4-4-79,0 1 0,3-2 161,2 1 0,1-1-84,2-2 0,3-3-816,4 3 1,5-3 347,11-1 0,5 3-1242,5 1 1,0 4 22,4 0 0,-3 5 1328,-1 2 0,5 19 0,1 2 0</inkml:trace>
  <inkml:trace contextRef="#ctx0" brushRef="#br0" timeOffset="1128">1633 343 7876,'0'-11'1080,"-2"5"-663,-1 2 1,-1 3 4,-7 1 1,2 0-123,-5 0 1,-2 1-40,1 3 0,-5 2-76,2 5 0,-2 0-100,2 0 0,-1 5-302,4 2 1,1-1 209,7 2 1,2-5-446,5 5 1,0-6 286,0 2 0,10-3 18,5-1 0,4-5 113,3-2 1,2-4 116,1-4 1,-5-3-227,2-8 0,-7 2 107,-1-6 0,-3 1-451,-3-4 1,0 0 224,-4 0 1,0 3-639,-4 1 1,-5 5 104,-3-2 795,3 3 0,-14 6 0,0 1 0</inkml:trace>
  <inkml:trace contextRef="#ctx0" brushRef="#br0" timeOffset="1353">1721 365 9840,'6'-5'1272,"-1"4"0,0-4-855,2 5 0,-1 6 299,1 5 1,1 1-246,3 7 1,4 0-310,-1 7 1,-3 1-151,-3 2 1,-2 3-227,1-3 1,2 3-408,-6 1 1,1-4 418,-4-4 0,0-6-1783,0-5 849,0-1-596,0-7 1180,0-1 0,-4-10 552,1-3 0,-6-26 0,3-8 0</inkml:trace>
  <inkml:trace contextRef="#ctx0" brushRef="#br0" timeOffset="1569">1765 343 7876,'4'-11'572,"-1"0"1,6 1-153,-2 3 0,3 2-1,1 5 0,5-4-159,2 0 0,7 4-48,0 4 1,5 6 28,-4 1 0,4 1-103,0 6 1,-7-4-95,-1 1 1,-9 1-243,-2-2 0,-4 1-399,-7-4 1,-7 4 369,-4-1 1,-6-3-565,-8-3 1,-4-5 338,-4 5 1,0-6 451,0 2 0,-15-27 0,-3-8 0</inkml:trace>
  <inkml:trace contextRef="#ctx0" brushRef="#br0" timeOffset="1820">2040 133 8319,'5'-7'0,"1"0"883,1-2-54,2 4 0,-2 1-183,4 8 0,0 3-39,0 8 1,0 2-347,0 5 0,0 5-34,0 3 1,0 2-545,0 1 1,-1 3 258,-3 1 1,1-1-813,-4-7 0,0 2 528,-4-6 1,0-4-1422,0-6 68,0-3 255,0-1 1440,5-5 0,1-25 0,5-12 0</inkml:trace>
  <inkml:trace contextRef="#ctx0" brushRef="#br0" timeOffset="2087">2085 321 7877,'-7'-5'295,"3"-1"1,4-2-296,0 1 0,4 5 337,4-2 0,6 3 515,5 1 0,2 0-430,1 0 0,1 0-135,3 0 0,2 3-54,5 1 1,-4 5-20,1-2 0,-6 6 81,2 2 1,-4 0-82,-4-4 1,-2 3-237,-5 1 0,-1 4-84,-3-5 1,0 5-210,-4-5 1,-1 5-499,1-5 0,-2 1 416,-1-4 1,0 0-1894,0 0 1208,0-5 1082,0-1 0,10-29 0,2-7 0</inkml:trace>
  <inkml:trace contextRef="#ctx0" brushRef="#br0" timeOffset="2210">2382 133 7891,'-17'-16'1727,"1"4"-3678,5-4 1951,5 10 0,11 16 0,7 8 0</inkml:trace>
  <inkml:trace contextRef="#ctx0" brushRef="#br0" timeOffset="3010">2548 332 8543,'0'-11'1957,"0"5"-1471,0 1-152,0 5 1,4 5-119,4 2 0,-2 3-18,1 1 0,1 3-97,3 1 1,-4 5-173,0-2 0,-4-1-206,0 2 0,2-1 149,-1 4 1,0-5-19,-4-2 1,0-3 97,0-1 1,0 0-493,0 0 113,0-5-169,0-1 308,0-5 0,0-6 101,0-5 1,0 0 196,0-4 1,0 2-87,0-2 1,0 2 85,0-6 1,0 5-126,0-5 1,1 6 222,3-2 1,-2 3-83,5 1 0,-3 0 67,3 0 1,-3 3 85,3 1 8,1 5 1,3-3 116,0 5 0,0 0-87,0 0 0,0 3 49,0 1 1,0 5-90,0-2 1,-4 2-113,1-2 0,-6 3 108,2-3 0,1 4-335,-2 4 0,1-3 90,-4 3 1,0-3 155,0-1 0,0 0-631,0 0 1,0-4 253,0 1 1,0-5 124,0 5 1,-4-5-31,1 5 201,-1-6 0,4 2-90,0-8 1,0 2-73,0-6 149,0 1 0,0-4 97,0 0 0,0 0 274,0 0 0,0 0-159,0 0 1,0 0 142,0 0 0,4 0-101,-1 0 1,5 0 89,-5 0 1,6 3-24,-2 1 0,-1 3-63,2-3 0,-1 5-88,4-2 0,0 3 15,0 1 0,-1 1-440,-3 3 1,3 2 172,-2 5 1,0 4-511,-1-1 1,3 6 329,-2-2 1,1-1-917,2 2 0,0-5 437,1 5 0,-3-2 72,-1 1 679,1-2 0,12-5 0,9 0 0</inkml:trace>
  <inkml:trace contextRef="#ctx0" brushRef="#br0" timeOffset="3678">3220 464 7891,'7'-12'0,"1"-3"0,-6 6 528,2-2 0,-2 3 243,2-3-311,-3 0 0,3 1-91,-8 3 0,-2 2-255,-5 5 1,0 0-3,0 0 1,-4 1-129,1 3 1,-1-2-13,4 5 1,-4 2 178,1 6 1,-1-2-545,4 6 0,1-5 192,3 5 0,-2-5-465,5 5 1,-1-2 276,2 1 0,2 2-278,-3-5 1,4-1 180,4-3 0,2 0 198,5 0 0,0-5 288,0-2 0,3-3 0,1-1 0,4-5 0,-5-2 0,5-3 0,-5-1 0,1 0-14,-4 0 1,0-3 13,0-1 0,-1-1 461,-3 1 0,-1 3-67,-2-3 1,-3 2 450,3-2-214,2 3-67,-5-4-439,4 5 17,-5 5 1,0 2-132,0 8 0,0-2 6,0 6 1,0-1-23,0 4 1,0 0 6,0 0 0,0 0-123,0 0 1,0 0 125,0 0 1,4 0 39,0 0 1,0 0-311,0 0 0,-1 0 60,4 0 0,-3-3 43,3-1 0,0-5 80,4 2 1,0-3-18,0-1 1,2 0 84,1 0 1,0-5-94,4-2 0,-4-4-75,0-4 1,2 2 74,-1-6 0,0 4 146,-4-7 1,0 2-119,0-6 0,0 3 169,0 1 1,-4-5-105,0-2 0,-4-3 432,1-1 0,-3-2 43,-1-1 1,0 1 225,0-1 1,-4 2 120,0 5 1,-4 6-282,1 4 0,0 7 389,0 1-639,5 5 1,-3 7 190,5 3 1,-4 7-75,0 7 0,1 4-49,3 4 0,3 3-165,1 8 0,3 1-27,-3 3 1,5 0-343,-2-4 1,3 1 228,1-1 1,-1-3-1428,-3 3 0,3-4 730,-3-4 0,2-3-1464,-2-8 1,3-3 2120,-3-8 0,18-46 0,4-16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58.542"/>
    </inkml:context>
    <inkml:brush xml:id="br0">
      <inkml:brushProperty name="width" value="0.08571" units="cm"/>
      <inkml:brushProperty name="height" value="0.08571" units="cm"/>
    </inkml:brush>
  </inkml:definitions>
  <inkml:trace contextRef="#ctx0" brushRef="#br0">34 309 7820,'0'-6'769,"-5"1"-642,3 5 1,-4 1 47,3 3 0,1 3-62,-1 8 0,2-1 45,1 4 1,-4 1-195,0 7 0,1-3-41,3 3 1,1-3-73,2 0 1,-1-1 6,1 0 1,2-5 127,-1-3 0,3-5-69,-3-2 0,4-4 72,0 1 1,-2-3-78,1-1 1,1-5 66,3-2 0,-2-5-20,-1-2 1,2 0-19,-3-4 1,3 1 1,1-2 0,-4 0-97,0 4 1,1-4 63,3 0 0,-4 3 206,1 2 1,-5-2-114,5 1 1,-6 0 115,2 4 1,-2 1-49,2 3-192,-3 2 104,4 5 1,-5 5 11,0 2 0,0 4-39,0 4 1,0-1 46,0 4 0,0-1-16,0 1 0,0 2-11,0-5 0,4 3 143,-1-3 0,5-4-78,-5-4 0,6 1 79,-2 3 1,3-5-54,1-3 1,0-1 129,0-2 1,0-2-322,0-1 0,0 0 64,0-4 0,-1 0-258,-3-4 0,3 0 128,-2-1 0,1-2-104,2-1 0,-1 0 52,-2 4 1,0 0 344,-4 0 1,1 0 43,-2 0 1,-1 0 389,1 0-350,-2 0 1,-1 4 111,0-1-114,0 6 1,0-2-9,0 8 0,0-2-148,0 6 90,0-1 1,2 4-167,1 0 1,0 0 22,4 0 1,1 0 40,3 0 0,0-3 108,0-1 0,3-3-90,1 3 0,0-4 34,-4 0 0,3-2-13,1-1 1,0 0-117,-4 0 1,0-3 73,0-1 1,0-5-212,0 2 0,-4 1 13,1-1 1,-5-1 13,5-3 0,-6 0 391,2 0-224,-3 0 0,-6 0 131,-2 0 1,-2 0-63,2 0 1,-7 5 168,3 2 1,-2 3-38,2 1 1,-1 0 230,-3 0 0,3 5 22,-3 2 1,3 3 130,1 1 1,1 1-185,3 3 1,-2 1-144,5 2 0,1 3-86,3-2 1,1 1 51,2 2 1,7-1-465,5-2 0,6 0 230,1-4 1,1 0-1069,7-4 1,-1-5-63,4-2 0,-4-4 1143,1-4 0,14-27 0,7-10 0</inkml:trace>
  <inkml:trace contextRef="#ctx0" brushRef="#br0" timeOffset="460">1511 331 7820,'0'-7'0,"0"-1"0,0 0 814,0-2 1,-1 0 234,-3 3-348,3-3 0,-9 5-252,3-2 1,-3 2-153,-1 5 1,0 0-120,0 0 0,-4 5 26,0 2 0,-3 7-240,3 0 1,1 6 97,2-2 1,3 3-635,1 1 0,0 0 300,4 0 1,0 0 135,4 0 0,5 1-892,3-1 0,3-4-141,3 0 0,8-5 514,8-2 0,3-2 655,4-5 0,2 0 0,49-29 0,-38 10 0,-1 0 0</inkml:trace>
  <inkml:trace contextRef="#ctx0" brushRef="#br0" timeOffset="827">1886 397 7820,'0'-16'830,"0"-2"0,-2 2-425,-1 1 1,2 3-133,-3 1 1,-2 0 173,-2 0 0,2 5-103,-1 2 1,0 3-267,-4 1 1,-4 1 95,0 3 0,-1 3-250,2 8 0,1-2-21,-1 6 1,1-2-15,2 1 1,1 2-310,3-5 0,-1 3 198,4-3 0,-1 3-48,1-3 0,3 0 77,-3-4 1,4 0-352,4 0 0,-1-2 189,4-1 0,0 0-53,4-4 1,2 0 137,1-4 1,0-5 190,4-3 0,-3-1 195,3-2 1,-4-2-131,0-1 1,-1 1 90,-2-1 1,0-2-11,0 1 1,-2-3 549,-1 3 1,0-3-266,-4 3 0,0-1 369,-4 1 1,0 7-246,0-3 0,0 6-143,0-3 0,1 6-337,3-2 1,-3 8 110,3 3 0,-3 4-527,-1 4 1,3 1 277,1 2 0,1 3-214,-1-2 1,-3 1 134,3 2 1,0-3-774,0-1 0,3-3-26,-3 3 1020,5-4 0,21-13 0,12-8 0</inkml:trace>
  <inkml:trace contextRef="#ctx0" brushRef="#br0" timeOffset="1268">2106 331 7820,'0'-11'0,"0"0"759,0 0 0,0 4 260,0-1 250,0 6-891,0-3 0,0 6-51,0 3 0,0 2-147,0 5 1,0 0-135,0 0 0,4 1-142,-1 3 1,2-1 126,-1 4 0,-1-1-177,4 1 1,-5 0 96,2-4 1,1-1-128,-1 1 1,0 0 51,0 0 1,-3-5 306,3 2 1,-2-4 34,2 1-57,-3-3-289,4-5 167,0 0 0,-2-5-330,4-3 1,-3-1 144,3-2 0,0 0-73,4 0 1,-3-4 88,-1 0 1,0-1 156,4 1 0,0 2-73,1-5 0,-3 4 145,-1-1 1,1 3 177,-1 1 1,-2 0 63,1 0-384,1 0 1,-2 4 197,-3-1-309,4 6 158,-1 2 0,0 10 55,-3 4 1,2 2-69,-1-1 1,1 1-9,-1 2 1,-3 3-97,3-2 0,2-2 99,1 1 1,2-1-354,-2 2 0,6-3 160,-2-5 1,3 0-631,-3 0 0,4-5 344,-1-3 0,6-1 493,-2-2 0,23-35 0,5-8 0</inkml:trace>
  <inkml:trace contextRef="#ctx0" brushRef="#br0" timeOffset="2141">3297 210 7786,'-6'-1'328,"2"-3"1,2 3-74,-2-3 0,1-1-321,-4 2 159,0-1-11,-9 4 0,2 0-81,-4 0 0,4 1 73,0 3 1,2 1-69,0 2 1,1 3 84,0-3 0,4-1-243,0 2 0,1-1 10,-2 4 0,0-4-108,4 1 1,0-1 60,4 4 0,0-4 115,0 1 1,2-2 52,1 1 0,7 3 93,5-3 0,6 2 21,1-2 1,1 3-75,6-3 1,1 3 27,3 1 1,-1 0-16,-3 0 1,2 0 127,-6 0 1,0 0 3,-7 0 1,-3 0 86,-8 0 1,-3-3-290,-8-1 1,-3-1 125,-8 2 0,-3 0-523,-8-4 1,3 0 217,-3-4 1,-1 0-204,1 0 1,1 0 65,3 0 354,5 0 0,10-25 0,9-6 0</inkml:trace>
  <inkml:trace contextRef="#ctx0" brushRef="#br0" timeOffset="2367">3418 210 7786,'-5'-11'3350,"4"5"-2669,-4 1 1,6 10-268,3 2 1,7 7-56,7 0 1,3 10-200,1-2 0,4 6-129,0-3 0,4 6-291,0-1 0,-3-2-86,-2 1 0,-3-4 301,-3 0 1,-7-3 3,-5-3 1,-4-3-19,0-5-281,-1-5 1,-4-1 339,-1-5 0,-8-20 0,-6-4 0</inkml:trace>
  <inkml:trace contextRef="#ctx0" brushRef="#br0" timeOffset="2618">3506 353 7786,'6'-5'632,"-2"-2"0,1 1-162,-1-2 0,4 5-85,0-5 0,3 6-136,3-2 1,3 3 293,5 1 0,5 1-55,3 3 0,2 2-44,1 5 0,0 0-251,0 0 0,-1 4 12,-3 0 1,-2 1-547,-5-2 1,-5-2 298,-2 3 0,-3 1-488,-1-1 1,-5 0 288,-2-4 1,1-4-1513,-1 0-136,-1-4-155,-3 2 2044,0-5 0,0-20 0,0-5 0</inkml:trace>
  <inkml:trace contextRef="#ctx0" brushRef="#br0" timeOffset="2742">3793 166 7802,'-11'-11'0,"0"0"831,0 0 1,5 3 216,2 1-2983,3 5 1935,1-3 0,14 14 0,5 4 0</inkml:trace>
  <inkml:trace contextRef="#ctx0" brushRef="#br0" timeOffset="3367">4013 177 7819,'-7'-5'0,"1"-2"897,1-3 0,-2 2 164,3 1 220,0 5-415,4-3-496,0 5 1,0 5-112,0 2 0,2 8-15,1 3 1,3 3-203,5 1 1,2 1 65,1 3 1,0-3-191,4 3 0,-3 1 115,3-1 0,-4-1-398,0-3 0,2-1 174,-1-2 0,0 0-650,-4-4 0,0 0-316,0-4 74,0-5 644,0-1 1,-1-7 111,-3-1 1,2-5 135,-6-6 0,6 0-18,-2-4 1,-2-1 353,-1-3 1,1 0-204,-2 0 0,2 0 494,-1 0 0,-3-1-243,3-3 1,-3 3 527,-1-3 1,-1 3 14,-3 1 0,2 1-309,-6 3 1,1 1 307,-4 2 0,4 3 159,-1-3-461,1 8 0,-4-2 248,0 5-621,5 1 101,1 3 1,5 5-46,0 2 0,0 3 113,0 1 0,1 5-8,3 2 1,2 4-197,5 4 1,1 2-14,3 5 1,2 0-283,5 0 0,0 1 160,0 3 0,4-3-1080,0 3 0,-1-7-147,-3-5 0,0-1-2010,0-2 3347,-4-5 0,2-26 0,-2-10 0</inkml:trace>
  <inkml:trace contextRef="#ctx0" brushRef="#br0" timeOffset="3860">5292 144 7917,'21'-1'0,"-1"-2"739,-2-1 0,0 0-75,4 0 0,-1 1-23,-2-4 1,0 3-265,-4-3 1,-4 3 113,-4-3-508,-4 0 0,-3-4 94,-8 0 0,-8 0-429,-6 0 0,-6 3 271,-9 1 1,-2 1-169,-5-2 0,0 2 8,0 3 1,1 1-93,3-1 0,7 1 99,7 2 0,4 5 91,3 3 0,5 6 154,6 5 1,4 2-65,4 1 0,6 5 12,5 2 0,5 4 0,6 4 1,0-2-204,0 6 1,3-1-170,1 4 1,4-1-208,-5-2 0,0-7 487,-7-5 1,-1-5-325,-2-2 595,-3 0-189,-1-15 0,-6 2-258,-5-13 0,0-2 309,0-5 0,-10-20 0,-2-4 0</inkml:trace>
  <inkml:trace contextRef="#ctx0" brushRef="#br0" timeOffset="4095">5083 408 8034,'0'-11'682,"0"0"0,0 4-253,0 0 0,1 0 152,3 0 0,2 1-168,5 2 0,6 3 32,5-3 1,1 3-145,7 1 0,-1 1-45,4 3 0,5 6-97,2 5 1,-2 3-124,-1-3 1,-4 4-45,-3 0 0,-2 0 172,-2 0 0,-8 0-862,0-4 0,-8 1 362,-3-1 1,-4-7-2286,1 3 1098,-3-2 1523,-1-3 0,-5-11 0,-1-7 0</inkml:trace>
  <inkml:trace contextRef="#ctx0" brushRef="#br0" timeOffset="4217">5491 298 7917,'-11'-17'-264,"0"2"231,0 8-953,4-3 986,3 9 0,28 6 0,7 7 0</inkml:trace>
  <inkml:trace contextRef="#ctx0" brushRef="#br0" timeOffset="4818">5656 430 8202,'-5'-6'1071,"4"1"-684,-4 5-213,5 0 1,1 5-38,3 3 1,-2 1 0,6 2 1,-2 0-97,1 0 1,3 1 72,-3-1 0,-1 0-141,2 0 1,-5 0 96,5 0 0,-5 0-92,5 0 0,-6-4 44,2 0 0,-3-3 42,-1 3-1,0-4-7,0 2-165,0-5 44,0-5 0,0-1 90,0-5 1,0 0-76,0 0 0,0 0 52,0 0 0,0 0 377,0 0-309,0 0 1,4 0 413,-1-1-88,1 1-298,1 0 1,1 2-118,5 1 1,0 3 84,0 5 1,2 0-180,1 0 0,-2 2 71,3 1 1,1 3-176,-1 5 1,-1 0 72,-2 0 1,-1 4-505,0 0 0,0 3-56,0-3 1,0 1 275,0-1 1,-4-3-949,0 3 1375,1-3 0,17-11 0,5-2 0</inkml:trace>
  <inkml:trace contextRef="#ctx0" brushRef="#br0" timeOffset="5285">6119 155 7917,'-6'-11'0,"0"0"822,2 0 1,3 3 432,-3 1-228,3 5-692,1-3 0,0 6 29,0 3 1,1 5 25,3 6 0,2 5-55,5-2 0,5 7-280,2 0 0,-1 6 57,2-2 0,-2 2-188,1-2 0,2 3-250,-5-2 1,-1 0-370,-3 0 0,-1-3 279,-2-5 1,-2-5-887,-3-3 461,-1-6 476,2-3 1,-5-7-59,-2-1 1,0-3 144,-4-5 1,3 0 2,-3 0 1,3-2 91,-3-1 0,-1 1 14,-3-1 0,-1 1 274,-3 2 1,2 4-114,-5 0 1,3 3 453,-4-3 0,1 4-282,-4 0 0,0 1 692,0 2 1,1 5-381,3 3 0,1 1 240,2 2 0,6 4-223,-2 0 1,8 3-135,-1-3 1,9 4-187,6 0 0,6-2 59,9 1 0,2-4-623,5 1 1,0-8 317,0-3 1,-5 0-1177,-2 0 1,-4 0 595,-4-4 1,-2-1 652,-5-3 0,-34-32 0,-9-11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7:56.331"/>
    </inkml:context>
    <inkml:brush xml:id="br0">
      <inkml:brushProperty name="width" value="0.08571" units="cm"/>
      <inkml:brushProperty name="height" value="0.08571" units="cm"/>
    </inkml:brush>
  </inkml:definitions>
  <inkml:trace contextRef="#ctx0" brushRef="#br0">23 89 7876,'-2'-11'283,"0"0"1,-2 0 0,1 0 1373,-2 0-741,4 0 366,-4 0-736,5 4-118,0 3-83,0 13 0,1 4-97,3 9 1,2 1-216,5 3 0,1-1 99,3 8 0,-3-2-81,3 6 0,-3 1-144,-1-1 1,0 0-307,0 0 0,-1-2-197,-3 1 1,-2-3 310,-5-3 0,0-3-566,0-5 192,-5-5 180,-1-1 247,-5-10 0,5-6-117,2-7 0,3-4 82,1-4 0,0 1 52,0-4 0,0 3 164,0-3 1,1 3-102,3-3 1,-3 3 204,3-3 1,-2 4-76,2 0 0,-2 1 163,6 2 0,-5-1-93,5-3 0,-1 7 78,4-3 0,1 7-68,3 0 1,3 3-67,8 1 1,-1 1 19,4 3 0,-1 2-12,1 5 0,2 4 45,-5 0 1,-5 3-56,-7-3 1,-6 3 199,-5-3 0,-3 0-119,-3-4 1,-8 0 316,-8 0 0,-5-5-271,-2-3 0,-3-1-294,3-2 0,0 0-314,4 0 1,5 0 154,2 0 336,-2-5 0,25-16 0,0-8 0</inkml:trace>
  <inkml:trace contextRef="#ctx0" brushRef="#br0" timeOffset="650">530 320 7876,'6'-6'825,"0"-2"1218,-2 4-1458,-3 0 1,8 5-177,-6 3 1,5-1-232,-5 4 0,5 0 36,-5 4 1,2 4-258,-1 0 0,-2 1-167,6-2 1,-6-1-186,2 1 0,-2 2 134,2-1 1,-3 0-198,3-4 0,-2-2 221,2-1 0,-2 0 52,6-4 1,-5 3-565,5-3 450,-1 0 1,8-9-11,-1-3 1,1-1 100,-4-2 0,0-4 184,0 0 0,-3-3 107,-1 3 1,-1-4 282,1 0 1,-2 3 365,-5 2 1,0 1-397,0 2 1,0 0 194,0 0 18,0 5-650,0 1 139,0 5 1,0 5-29,0 2 1,2 4-111,1 4 1,2-3-258,2 3 0,3 1 138,-2-1 1,0 1 103,0-2 1,1-1-331,-1 1 0,-2-3 110,1-3 1,-1 1 85,2-1 1,-2-3 55,-3-2 0,0-1 423,4-2 1,-3 0-112,3 0 1,-3-5 4,3-3 0,-3-5-102,3-2 1,-3-1-37,3 2 1,-3-2 198,3-3 0,-4-2-121,0 3 1,2-3 438,-1-1 1,0-4-217,-4 1 1,1-2 531,3 1 1,-3 3-202,3-3 0,-3 3-72,-1 1 0,0 5-4,0 2 1,0 3-166,0 1 0,-1 5-387,-3 2 105,3 3 1,-4 3-140,5 5 0,0 2 95,0 9 1,0 4-87,0 4 0,0 5-52,0-2 1,3 2-119,1-2 1,5 3-334,-2-3 1,-1 2 211,1-2 0,1 2-212,3-5 1,0 0 186,0-4 0,-4-5-327,1-3 0,-1-3 233,4-3 0,-4 0-111,1-4 1,-1-1-422,4-7 1,-4-2 87,1-5 889,-1 0 0,14-20 0,2-4 0</inkml:trace>
  <inkml:trace contextRef="#ctx0" brushRef="#br0" timeOffset="825">993 232 7874,'-11'0'1280,"3"-4"-41,1 1-585,5-6 1,-2 8-1007,8-3 1,5 3-224,6 1 0,5 0-815,-2 0 0,3-4 1390,1 1 0,44-11 0,11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8:06.539"/>
    </inkml:context>
    <inkml:brush xml:id="br0">
      <inkml:brushProperty name="width" value="0.08571" units="cm"/>
      <inkml:brushProperty name="height" value="0.08571" units="cm"/>
    </inkml:brush>
  </inkml:definitions>
  <inkml:trace contextRef="#ctx0" brushRef="#br0">0 232 7937,'0'-11'1186,"0"0"1,0 4 194,0-1-1127,0 6 1,0-2 197,0 8 0,1 0-66,3 7 1,-1-2-268,4 10 1,0-5 100,4 5 1,0-1-285,0 4 0,0 3 97,0-3 0,0 2-87,0-5 0,1-2-93,-1 1 1,0-4-38,0 0 0,0-6 160,0-5 1,0-1 189,0-2 1,0-5-248,0-3 1,0-3-94,0-3 0,0-4-365,0-4 0,-4 4 264,1 0 0,-6-1-950,2-3 1,-3 4 537,-1-1 0,0 6-627,0-2 1314,5-2 0,25 15 0,12-2 0</inkml:trace>
  <inkml:trace contextRef="#ctx0" brushRef="#br0" timeOffset="1259">529 265 7937,'8'-5'744,"-1"-2"0,-3 2-221,3 1 1,-3-1 885,3 2-556,-4-6-146,6 8-429,-7-4-296,-2 5 0,-10 5 37,-5 2 0,-1 1 159,2 3 0,1-3-434,-1 7 0,1 1 151,2-1 1,0 3-503,0-3 0,1 3 243,3-3 1,-1 3-418,4-3 0,-1-1 248,1-3 0,3 0 76,-3 1 1,4-6 310,4-3 1,2 2-25,5-1 0,1-2 10,3-5 0,-1-3-88,4-5 1,-1-1 243,2 1 0,-4-1-32,-4-2 0,1 1 496,-1-1 1,-2-2 34,-1 1 0,-3-1 199,-5 1 1,0 3-51,0-3 3,0 3-571,0 1 365,0 5-778,0 1 322,0 15 1,3-2-201,1 11 0,1-6-17,-1 2 1,-2 1-93,5-1 1,-3-1 17,3-3 1,-3 4-9,3 0 0,1-2 36,3-5 1,-4 0 80,0-4 1,1 3 149,3-3 0,0 0-72,0-4 1,0-5 170,0-3 0,4 1-122,-1-4 0,1 2-56,-4-5 1,-1-2 52,-3 1 0,3-3 166,-3 3 1,-2-5 131,-1 2 0,-2-3 271,2-1 1,-3 0 89,3 0 1,-4-4-264,-4 1 0,2-1 788,-6 4 0,5 0-481,-5 0 1,6 3 103,-2 1 0,-1 8 11,2-1-390,-1 7-320,-1 0 1,4 10 79,-3 5 0,3 1-152,1 6 0,0 4 110,0 4 1,5 5-210,2-2 1,-1-1-227,2 2 0,-1-2-329,4 1 0,-4 2-265,1-5 0,-1-1 427,4-3 0,0-1-139,0-2 1,-3 0 238,-1-4 1,0-5 404,4-7 0,-3-1-69,-1-2 0,0-5-142,4-3 1,-3-2 62,-1-1 0,0-1-14,4-2 1,-1 0-16,-2-4 0,0 1 37,-4-2 1,3 0 1130,-3 4 1,1-5-525,-2 2 0,-1 2 290,1 1 0,2 2-334,-1-2 0,0 7 466,-4-4-173,5 4-442,-4 2-250,4 1 1,-5 10 87,0 2 0,0 7-139,0 0 0,0 6 28,0-2 1,0-1-416,0 2 0,0-1 173,0 4 0,0-3-184,0-1 0,3-3 120,1 3 0,5-4-80,-2 0 1,3-2 147,1-1 1,0-4 40,0-4 0,3-1 204,1-2 1,0 0-118,-4 0 1,0-2 1,0-1 1,0-4-35,0-4 1,0-3 61,0-1 1,-4-1 71,1 1 0,-6 2 143,2-5 0,-2 3 52,2-3 1,-3 4-112,3-1 1,-3-1 556,-1 2 1,0-1-280,0 4 1,0 0 1036,0 0-409,0 5-849,0-4 1,0 10 67,0 0-143,0 5 0,0 6-281,0 0 1,1 4 193,3-1 1,-2 2-66,6-1 0,-5 1 32,5 2 1,-2-2-163,1-5 0,3 0 41,-3 0 1,3 0 216,1 0 1,0-3-23,0-1 0,4-5 12,0 2 0,1-3-207,-2-1 0,0 0 104,4 0 1,-3-3-126,3-1 0,-4-5 116,0 2 1,-1-3-166,-2-1 0,0 0 27,0 0 1,-1 0 198,-3 0 1,-2-1 64,-5-3 0,3 3 278,1-3 1,0 3 238,-4 1 0,-5 0-269,-2 0 1,-4 4 173,-4-1 1,1 6-154,-4-2 0,5 3 45,-2 1 0,-1 1 24,1 3 1,1 2 42,3 5 1,-1 1-199,1 3 0,5-2-72,3 6 1,1-1-222,2 4 0,0 0 111,0 0 0,5 0-352,3 0 1,3-4 179,3-4 1,4 1-397,4-4 0,0 2 258,0-5 1,3-3-1054,1-2 1,4-3 33,-5-3 1313,6-3 0,22-30 0,10-6 0</inkml:trace>
  <inkml:trace contextRef="#ctx0" brushRef="#br0" timeOffset="1559">1930 199 7937,'-4'-7'0,"0"-1"0,-1 5 556,2-5 0,1 5-154,-1-5 0,-3 6-172,-2-2 1,-2 3 80,-1 1 0,0 0-28,0 0 0,-1 0 25,-3 0 0,3 4-60,-3-1 0,3 5-239,1-5 0,4 6 84,-1-2 1,6 3-388,-2 1 0,4 0 185,4 0 1,2 0-381,5 0 0,0 0 212,0 0 0,4 4 2,0 0 0,3-1 163,-3-3 1,3 0-81,-3 0 1,3 0 650,-3 0 1,-2 0-43,-5 0-145,1 0 1,-4 0-92,3 0 1,-5-4-436,-6-4 0,-3 2-369,-5-1 1,-4 0-1471,0-4 2093,-4 0 0,-13-10 0,-9-3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8:05.046"/>
    </inkml:context>
    <inkml:brush xml:id="br0">
      <inkml:brushProperty name="width" value="0.08571" units="cm"/>
      <inkml:brushProperty name="height" value="0.08571" units="cm"/>
    </inkml:brush>
  </inkml:definitions>
  <inkml:trace contextRef="#ctx0" brushRef="#br0">232 260 7795,'4'-7'835,"0"-1"-487,-1 1 0,-2-3 338,3 3-467,-3-3 0,3 5 74,-8-2 0,2-2-151,-5 6 1,-2-2-115,-6 1 0,3 3-229,-3-3 1,-1 3 234,2 1 0,-5 0-94,5 0 0,-5 5-28,5 2 1,-5-1-173,4 2 1,1-1 100,3 4 0,0 0-230,0 0 0,5 0 92,2 0 0,3-3-11,1-1 0,0-3 304,0 3 1,5-5-137,2 2 1,8-3 28,3-1 0,-1 0-15,2 0 1,-1 0 71,4 0 1,0 0-53,0 0 1,-1 0 171,-3 0 1,2-1-14,-5-3 1,-1 3 88,-3-3 0,0 3 433,0 1-230,-5 0 157,4 0-295,-4 0 1,0 1-45,-2 3 0,1 2-13,-1 5 0,4 0 29,0 0 1,-2 4-70,1 0 0,-1 4-87,2 0 0,-3 0 82,-5 0 1,0 1 13,0-1 1,-9-3-106,-2-2 1,-7-1 81,-1-2 1,-3-5-417,-4-2 1,2-3 166,-6-1 0,7 0-334,1 0 0,1-5-121,7-2 1,0-3 607,7-1 0,41-35 0,15-8 0</inkml:trace>
  <inkml:trace contextRef="#ctx0" brushRef="#br0" timeOffset="258">563 293 7795,'17'-7'607,"-2"0"1,-7 3 258,0-3-312,-6 4-239,8-2-304,-9 5 0,-1 1 106,-7 3 1,1 2-89,-2 5 0,1 0-141,-4 0 0,0 2 101,0 1 1,4 0-170,-1 4 1,6-3 62,-2 3 1,3-4-33,1 0 0,1 2 62,3-1 1,3-4 279,8-4 0,-2-4-50,6 0 1,-1-3-6,4-3 0,-4-3-299,1-5 1,-6-5 96,2-3 0,-4 0-595,-4 0 1,-2-1 321,-5 1 0,-1 2-1061,-3-1 1398,-2 4 0,-19 3 0,-5 6 0</inkml:trace>
  <inkml:trace contextRef="#ctx0" brushRef="#br0" timeOffset="559">872 293 7388,'11'-11'1605,"0"0"-474,0 5-810,0-4 26,0 9-182,-5-4 0,-1 10 18,-5 2 0,-5 0-85,-3 0 1,2 0-159,-1 4 0,5 4 94,-2 0 1,3-1-91,1-3 1,0 0 9,0 0 0,1 2-189,3 1 1,-1-5 110,8 2 1,-2-4-82,6 1 1,0-3 19,0-5 1,4 0 579,-5 0 0,1-2-266,-4-1 1,-1-3-222,-3-5 1,-2-4-763,-5 0 0,-1-3 418,-3 3 0,-6-3-695,-4 3 1131,-6 0 0,-27-6 0,-11-2 0</inkml:trace>
  <inkml:trace contextRef="#ctx0" brushRef="#br0" timeOffset="1067">1368 73 7867,'-8'-19'0,"1"3"2160,-2 4-1520,5-1 1,-1 10 151,5-4-176,0 4-154,0 8 0,0 4 26,0 9 0,5-3-146,2 3 0,3 2-287,1 6 0,0-2 114,0 6 1,0-2-486,0 1 0,1 2 278,3-5 1,-7 0-881,3 0 0,-2-3 445,2 3 1,-5-4-135,-2-3 0,1-3-311,-2-5 593,1-5 0,-4-3-67,0-6 0,-1-3 110,-3-5 0,-1-4-26,-2 0 1,-3-3 80,3 3 0,-3-1 179,-1 1 1,-1 3 97,-3-2 0,1 1 104,-4 2 0,-2 4 53,-5 0 1,1 4-153,-1-1 0,1 3 768,2 1 1,0 5-352,0 2 1,5 4 310,2 4 1,8-1-269,3 4 0,3-1-124,1 2 0,10 0-135,5-4 0,9 0-510,6-4 0,3 0-12,3 0 1,-1-5-254,1-3 0,-2-1 519,-5-2 0,13-20 0,-2-4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8:12.350"/>
    </inkml:context>
    <inkml:brush xml:id="br0">
      <inkml:brushProperty name="width" value="0.08571" units="cm"/>
      <inkml:brushProperty name="height" value="0.08571" units="cm"/>
    </inkml:brush>
  </inkml:definitions>
  <inkml:trace contextRef="#ctx0" brushRef="#br0">272 293 7806,'5'-11'806,"-4"0"-450,3 0 0,-3 4 588,-1-1-594,0 1 1,-5-3-130,-2 3 1,-3-2-67,-1 6 0,-5-1-143,-2 4 0,-4 0-147,-4 0 0,3 0 186,-3 0 1,3 1-334,1 3 0,4 2 149,4 5 0,1 0-241,2 0 1,4 0-54,0 0 160,4 0 0,2 0 42,5 0 1,4-1 104,0-3 0,5 2 226,2-6 1,1 1-90,-2-4 1,-1 0 77,1 0 0,2-4-37,-1 1 1,0-5 138,-4 5 0,0-6-43,0 2 0,0 1 68,0-2 1,-4 5-82,1-5 0,-5 6 55,5-2-144,-6-2 0,4 5-97,-2-3 16,-3 3 0,8 2 64,-6 3 0,6 2-108,-2 5 0,-1 0 56,2 0 0,-2 4-44,1-1 1,2 6 61,-6-2 0,5 4-18,-5 4 1,1-3 55,-4 3 0,-1 1 90,-3-1 1,-6-2 71,-4-5 0,-6 0-100,2-4 1,-3-1 120,-1-7 1,4-2-83,-1-5 0,2 0-452,-1 0 0,2-5-317,5-2 1,3-7-621,1-1 0,5-1 509,-2 2 740,3-3 0,25-10 0,7-2 0</inkml:trace>
  <inkml:trace contextRef="#ctx0" brushRef="#br0" timeOffset="582">305 282 7806,'7'-6'0,"1"2"0,-5-1 0,5 2 0,-1-1 764,4 4 0,-3 0-227,-1 0 0,0 1-41,4 3 1,0 2-153,0 5 0,-2 5-70,2 2 1,-3 3-192,7 1 1,-6 0-187,-2 0 1,0-1-323,4-3 0,-3 6 271,-1-6 0,-4 2 20,0-6 1,-1-5-23,-2 2 411,0-7-345,-5 1 1,0-7 167,-3-1 0,0-3-118,4-5 0,0 0-187,4 0 1,0-1-484,0 1 1,5-1 337,3-2 1,3 1-80,3-1 1,4 1 98,4 2 1,1 1 34,3 3 1,-2-3 109,6 3 0,-2 2 344,1 1 1,5 0 72,-4 0 1,-1 0 190,-7 4 0,-1-4 387,-3 1 0,-2-1-8,-5 4 283,-5 0-646,-1 0 1,-10 4-57,-2-1 1,-8 6-115,-3-2 0,1 3-160,-1 1 1,-1 0-64,-3 0 1,4 0-123,-1 0 0,7 0-372,1 0 0,0 2 271,4 1 1,2-1-179,1 1 1,3-1 161,1-2 0,5-4-73,2 0 1,7-4 73,0 0 1,5-1 154,-5-2 0,6 0-64,-2 0 1,-2-5 201,-1-3 0,1-1 69,-1-2 0,-1-4 62,-3 0 1,-3-1 216,-1 2 1,-3 0-175,3-4 0,-4 4 241,0-1 1,0 3-166,0 1 0,-1 4 160,1 0-41,-2 4-378,4-2 92,-3 5 0,4 5-353,-3 2 1,-1 3-546,1 1 1,0 0 417,0 0 0,-1 4-858,1 0 1,2-1 498,-1-3 0,3 2 677,-3 1 0,14 8 0,1 7 0</inkml:trace>
  <inkml:trace contextRef="#ctx0" brushRef="#br0" timeOffset="1125">1264 150 7933,'-1'-10'709,"-3"3"1,3-3 330,-3 2 219,-2-1-359,5 3 37,-4 1-538,5 5 1,0 1-181,0 3 1,0 5 237,0 6 0,1 5-112,3-2 1,2 4-281,5 4 0,0-2 130,0 6 1,0-1-568,0 4 0,0-3-50,0-1 0,-3-5-333,-1 2 1,-1-3 94,2-1 1,-4-3 247,-4-1 1,0-8-341,0 1 157,0-7-99,0 1 404,0-15 1,0 1-85,0-9 1,0 4 171,0 0 1,-3-2 175,-1 1 0,-1-1 432,1 1 1,-2 3-325,-5-3 0,0 3 131,0 1 0,0 0-115,0 0 1,-3 5 403,-1 2 1,0 3-175,4 1 1,0 0 86,0 0 0,1 5-114,3 2 0,2 4-105,5 4 0,0 1-320,0 2 1,1 3 95,3-2 0,2-2-578,5 1 1,4-3 323,-1 3 1,6-4-326,-2 0 0,3-5 229,1-2 1,-1-4-678,-2 0 1,1-1 249,-1-2 805,-3 0 0,29-40 0,3-9 0</inkml:trace>
  <inkml:trace contextRef="#ctx0" brushRef="#br0" timeOffset="1282">1540 392 7933,'0'-11'13,"0"0"1,0-3 307,0-1 1,0 0 480,0 4 1,0 4 356,0-1-337,0 6-411,0-3 1,1 6-133,3 3 0,1 2-208,2 5 1,3 5 89,-3 2 1,-1 3-137,2 1 1,-5 0-260,5 0 0,-2-1-425,1-2 0,3 0-1237,-3-4 1,-1 3 1895,2-3 0,4-15 0,5-7 0</inkml:trace>
  <inkml:trace contextRef="#ctx0" brushRef="#br0" timeOffset="1424">1540 139 7933,'-11'-11'1143,"1"0"-1175,3 0 1,-2 3-650,5 1 0,1 6-464,3 1 1145,0 0 0,19 19 0,6 0 0</inkml:trace>
  <inkml:trace contextRef="#ctx0" brushRef="#br0" timeOffset="1834">1694 337 7988,'7'0'-198,"1"0"0,-1 0 215,4 0 1,-3 0 255,-1 0 1,0 0-246,4 0 1,0 0 67,0 0 1,0 0-106,0 0 0,-3-1 90,-1-3 0,-1 2-154,2-6 1,-4 5 183,-4-5 146,0 1 0,0-4-65,0 0 1,-4 4-113,-4-1 0,-2 5 138,-1-5 1,-1 6-110,-3-2 1,7 3 90,-3 1 0,3 5-43,1 2 1,-1 3 0,4 1 0,0 4-22,4-1 1,0 6-296,0-2 0,1 3-170,3 1 0,6 0-221,5 0 1,4 0-565,0 0 0,1-3 527,2-1 0,1-8 587,-1 1 0,0-7 0,29-29 0,8-12 0</inkml:trace>
  <inkml:trace contextRef="#ctx0" brushRef="#br0" timeOffset="2235">2047 359 7988,'0'-17'746,"0"1"-425,0 5 1,1-2 83,3 2 46,-3-3 646,4 13-621,-5-4 0,1 6-66,3 3 0,-3 2 15,3 5 0,1 1-155,-2 3 0,5-2-176,-5 6 1,6-2 158,-2 1 1,-1 3-455,2-2 1,-5-2 212,5 1 1,-6-4-337,2 0 0,-2 0-75,2 0 1,-3-5-289,3 2 0,-3-6-3,-1 2 447,0-4 1,-1 2-96,-3-5 1,3-2 84,-3-1 1,3-3-109,1-5 1,0 0 115,0 0 1,0 0 101,0-1 1,0-2 39,0-1 1,0-1 115,0 1 1,0 2-12,0-5 1,0 3 337,0-3 1,1 3 273,3-4 0,2 5-295,5-5 0,0 6 40,0-2 1,0 8-63,0 3 0,2-1 28,1 2 1,0 0-73,4 7 0,-4 3-17,0 8 1,0 2-238,0 5 0,-1-4 42,1 1 1,-5-1-527,-2 4 1,1 0 243,3 0 0,0-1-991,0-2 1,-2 0 573,-1-4 1,2-2-844,-3-5 1501,-2 1 0,14-22 0,0 0 0</inkml:trace>
  <inkml:trace contextRef="#ctx0" brushRef="#br0" timeOffset="2484">2477 39 7947,'-5'-13'529,"-2"2"692,2-2-620,0 11 1,5 2 381,0 8 0,5 3-185,2 3 0,3 7-330,1 5 1,5 5-175,2-2 1,2 4-74,-2 4 0,3-3-553,-3 3 0,-2-3 304,-1-1 1,0 3-1402,-4-3 0,1-3 214,-8-8 1,3-4-2043,-3-4 3257,4-1 0,-2-32 0,5-7 0</inkml:trace>
  <inkml:trace contextRef="#ctx0" brushRef="#br0" timeOffset="2658">2444 271 7919,'-11'-5'0,"3"3"700,1-6 0,6 6 998,1-2 1,6-1-1514,9 2 0,3-1-32,8 4 1,2 4-1575,5-1 1,3 2 228,-3-1 1192,2-3 0,13 4 0,9-5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8:09.363"/>
    </inkml:context>
    <inkml:brush xml:id="br0">
      <inkml:brushProperty name="width" value="0.08571" units="cm"/>
      <inkml:brushProperty name="height" value="0.08571" units="cm"/>
    </inkml:brush>
  </inkml:definitions>
  <inkml:trace contextRef="#ctx0" brushRef="#br0">1 122 9863,'0'11'382,"0"1"-422,0 3 1,0-2-8,0 6 0,1-1-61,2 4 0,0 0-209,4 0 0,-3 0 187,3 0 0,1-1-71,3-2 1,0-3 113,0-5 1,0-5 72,0-3 1,-4 2-55,0-1 0,1-2-22,3-5 1,-4-3-31,1-5 0,-2-4 11,1 0 1,3-1 227,-3 2 0,-1-2-56,2-3 1,-2-2 198,1 3 0,-1 1-96,-2-1 0,-2 0 238,6 0 1,-6-2-138,2 6 1,-3-1 12,-1 4 0,0 4 322,0-1-68,0 6-418,0-3 0,0 6-235,0 3 1,0 2-118,0 5 1,1 4 161,3-1 0,-2 6-594,6-2 0,-5 3 333,5 1 0,-5 0-654,5 0 0,-2-2 37,1 2 952,3-7 0,26 15 0,11-6 0</inkml:trace>
  <inkml:trace contextRef="#ctx0" brushRef="#br0" timeOffset="417">596 144 7841,'-10'-7'-37,"3"-1"1,-3 6 489,3-2 0,0 2-72,0-2 1,0 3-277,-4-3 0,0 3 71,0 1 0,3 0-209,1 0 1,0 5-81,-4 1 0,5 1-83,2 1 1,3-5 118,1 5 1,0-5-188,0 5 175,0-1 1,0 4-227,0 0 0,1-4 89,3 1 0,-2-5-44,5 5 1,-3-2 148,3 1 0,-3 2 247,3-5-58,1 4 1,3-3-100,0 2 1,1 2 50,3-5 1,-3 4-36,3 0 0,1 0 171,-2-1 0,1 3-72,-4-2 0,0 1 98,0 2 1,0-1-33,0-2 1,-5 1 44,-2-1 1,-4 0-91,-4 0 1,-2 0-27,-5-4 0,-5 3-454,-2-3 1,-3 0 205,-1-4 0,4 0-234,-1 0 0,6-2 403,-2-1 0,-2-18 0,0-8 0</inkml:trace>
  <inkml:trace contextRef="#ctx0" brushRef="#br0" timeOffset="626">827 254 7876,'11'0'943,"0"0"0,-3 4-150,-1 0 0,1 4-281,3 0 0,0 5-114,0 2 0,-4 3-340,0-3 1,-4 3-274,0-3 0,-1 3-804,-2-3 1,0 0 551,0-4 0,0 0-1768,0 0 2235,0-5 0,-5-16 0,-1-8 0</inkml:trace>
  <inkml:trace contextRef="#ctx0" brushRef="#br0" timeOffset="767">827 56 7925,'-4'-11'409,"2"0"50,-1 0 1,1 3-2335,2 1 888,0 5 987,0-3 0,20 19 0,4 5 0</inkml:trace>
  <inkml:trace contextRef="#ctx0" brushRef="#br0" timeOffset="1271">1103 188 8802,'0'7'1016,"0"1"0,1-1-743,3 4 1,-3 4-333,3 0 0,-2 1 99,2-2 1,-3 0-6,3 4 1,-3-4 83,-1 0 1,0-2-165,0 0 0,0-5 91,0 0-261,0-4-248,0 2 66,0-5 1,0-5 116,0-3 0,0-1 74,0-3 1,4 0 170,-1-2 0,5 1-63,-5-1 0,5-2 102,-5 1 0,6-1-148,-2 1 1,3 3 419,1-3 0,0 7-135,0 0 1,2 2 198,1-1 0,0 2-67,4 5 0,-4 0-137,0 0 1,2 5 239,-1 2 0,0 4-88,-4 4 0,0-1-399,0 4 1,-4 0 92,0 4 1,-4 0-748,0 0 0,-1-3 365,-2-1 1,0-3-1610,0 3 2009,0-4 0,0-8 0,0-7 0</inkml:trace>
  <inkml:trace contextRef="#ctx0" brushRef="#br0" timeOffset="1753">1753 265 7947,'4'-11'474,"0"0"1,1 0 263,-2 0 0,-1 0-62,1 0 1,-1-4-9,-2 1 0,0 3-192,0 3 0,-2 1-159,-1-4 1,-4 1-367,-4 3 0,-3 2 108,-1 5 1,-5 0-341,2 0 0,-3 0 237,-1 0 1,0 0-457,0 0 1,5 5-272,2 2 446,-2 3 0,6 1-228,0 0 1,1 0-355,7 0 468,-1 0 0,5 0 161,3 0 0,-1-1 135,9-3 0,-4 2-43,7-5 1,-3 3 301,-1-3 1,0-1-50,0-3 0,4 0 138,0 0 0,-1 0 1269,-3 0-1092,0 0 1,0 0 191,0 0 1,0 0-146,0 0 0,-3 0 24,-1 0 1,0 0-181,4 0 0,-3 0-28,-1 0 0,0 1-66,5 3 0,-1-1-133,0 4 0,-2 0-34,-1 4 0,2 4 107,-3 0 0,3 3-524,1-3 0,-4 4 220,0 0 0,-4 2-275,0 1 1,-6-4 174,-5 0 1,-6-4 69,-5 1 1,-1-4 54,-2-4 1,-4 2-293,0-6 0,0 1-301,4-4 0,0-1-1303,0-3 2056,5 3 0,31-38 0,11-4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8:16.077"/>
    </inkml:context>
    <inkml:brush xml:id="br0">
      <inkml:brushProperty name="width" value="0.08571" units="cm"/>
      <inkml:brushProperty name="height" value="0.08571" units="cm"/>
    </inkml:brush>
  </inkml:definitions>
  <inkml:trace contextRef="#ctx0" brushRef="#br0">55 77 7594,'0'-11'2131,"0"0"-1227,0 4-83,0-2-367,5 7 1,-3-1 96,6 6 1,-1 3-169,4 6 1,0 3-107,0 4 1,4 3-46,0 4 0,4 2-296,0 5 1,0 4 126,0-1 0,1 5-444,-1-5 1,-3 1 122,-2-4 0,-5-5-49,-2-2 0,-4-7-879,0-5 467,4-1-293,-6-7 586,4-6 1,-7-6-2,-1-5 1,2-4 127,-3 0 0,-2-3 329,-2 3 0,1-3-25,-4 3 1,2-3-46,-5 3 0,-3-3 429,-2 3 0,2 0-224,-1 4 1,-1 1 322,-3 3 0,0-2-185,0 6 0,1-1 208,3 4 1,-2 1-131,6 3 1,0 6-45,7 4 1,2 6-98,5-2 1,1 2-22,3-2 1,2 3-148,5-2 0,5 0 91,2 0 0,3 0-708,1-4 0,0 0 320,0-4 0,0-2-1048,0-1 1,2-3 567,1-5 0,-1-2-475,1-1 0,-5-7 1180,-2-5 0,6-34 0,4-5 0</inkml:trace>
  <inkml:trace contextRef="#ctx0" brushRef="#br0" timeOffset="342">397 330 7913,'0'-6'194,"0"-4"1,0 8 1172,0-6-503,0 6-30,0-3-568,5 5 1,1 1 159,5 3 0,0-2-130,0 6 1,4-5-283,-1 5 1,5-5-74,-5 5 1,5-5-88,-4 5 0,3-6-324,-3 2 0,1-3 293,-2-1 1,-2 0-381,3 0 0,-4-1-155,-3-3 402,1 3 1,-7-9 3,1 3 1,-2 1 141,-1-2 1,-4 5 60,-4-5 0,-3 5 241,-4-5 0,0 5 379,-4-5 1,-2 6-329,3-2 1,-3 3 469,-1 1 0,5 1-286,2 3 0,3 2-25,1 5 1,4 1 27,-1 3 1,6-2-308,-2 6 1,4-1-150,4 4 0,6 2-292,4 1 0,6-5-720,-2 2 0,3-7 551,1-1 1,1-1-659,3-2 1,-1-5 1198,4-3 0,35-36 0,12-10 0</inkml:trace>
  <inkml:trace contextRef="#ctx0" brushRef="#br0" timeOffset="625">970 275 7913,'-11'-5'0,"-1"4"651,-3-3 0,3 3-162,-3 1 0,-1 0 169,2 0 0,-1 0-245,4 0 0,1 1-269,3 3 1,-2 2 26,5 5 1,1 0-189,3 0 0,5 0 62,2 0 1,3 4-5,1 0 0,4 0 157,-1 0 0,5-1-136,-5 4 0,5-3-707,-5 3 1,1-4 287,-4 0 0,-4-2 62,1 0 1,-6-1 205,2 0 0,-3 0 172,-1 0 1,-6-5-221,-5-3 0,-4 2-128,-3-1 1,-3 0 227,3-4 37,-3 0 0,-11-25 0,-2-5 0</inkml:trace>
  <inkml:trace contextRef="#ctx0" brushRef="#br0" timeOffset="1168">1268 297 7913,'-16'-16'734,"2"4"-288,-4-3 1,5 8 323,-2 3 1,-1 3-255,1 1 1,-4 1-151,0 3 0,3 2-181,2 5 0,1 5 46,2 2 1,5 3-189,3 1 1,1 1 61,2 3 0,0-3-290,0 3 1,5-3 43,3-1 0,3-1-156,3-2 1,3-3-165,6-5 1,-1-2 194,0-1 1,3 0-112,1-4 1,1 0 98,-1-4 1,-3 0-333,3 0 0,-1-5 192,-3-3 0,3 2 325,-7-1 0,2 0-61,-2-4 0,-2 0 223,-5 0 0,0-2 106,0-1 0,-1 1 211,-3-1 0,0 1 304,-4 2 0,-1-1-327,1-3 0,-2 3 30,-1-3 1,-1 7-31,-2 1 1,-4 3 16,-4-3 1,-3 4-136,-1-1 0,-3 3-65,3 1 1,-1 4-44,1 0 0,3 4 81,-3-1 0,4 3-228,4 1 0,-2 2 72,6 1 0,-1 0-362,4 4 1,0-3 178,0 3 0,2-4-213,6 0 0,0 2-263,11-1 0,-5 0-549,5-4 1,3-5-71,4-3 0,-1 2 614,-3-1 0,2-2 602,1-5 0,18-28 0,9-10 0</inkml:trace>
  <inkml:trace contextRef="#ctx0" brushRef="#br0" timeOffset="1551">1687 440 7911,'0'-11'909,"0"-5"0,0 4-129,0-3-432,0 3 1,0 5 222,0 0-340,0 4 0,0-1-123,0 8 1,0 2 64,0 5 1,1 0-75,3 0 0,-3 0-122,3 0 1,-3 4 39,-1 0 0,0-1-150,0-3 1,1 4 59,3 0 0,-3 0-292,3-4 0,-3 0 169,-1 0 0,1 0-173,3 0 1,-3-4 171,3 0 1,-2-4-51,2 0-387,-3-1 414,9-2 0,-5-2-113,2-1 1,2-3 85,-6-5 0,5 0 289,-5 0 1,6-2-77,-2-1 0,-1 1 366,2-1 1,-5-2 22,5 1 0,-2-1 208,1 1 0,3 2-104,-3-5 0,-1 5-126,2 2 0,-5 2-8,5 5 1,-5-3-51,5 3 1,-5 0-286,5 4 0,-4 1 122,3 3 0,-3 2-238,3 5 0,-1 0-153,1 0 1,-1 2-280,-2 1 1,-1-2 51,4 3 0,-3 1 184,3-1 1,-1-1-455,1-2 0,3-1 285,-2 0 0,-2-4-82,1 0 1,0-4 572,4 0 0,5-16 0,2-5 0</inkml:trace>
  <inkml:trace contextRef="#ctx0" brushRef="#br0" timeOffset="1809">2073 77 7911,'-11'-18'0,"1"-1"2052,2 4-864,-1 0-699,7 9 0,-3 3-16,5 6 0,0 1-31,0 7 1,0-1-134,0 8 0,5 2 75,3 5 1,5 7-422,2 5 1,0 1 101,-4-1 1,3-2-932,1 6 0,0-2 490,-4 1 1,0-3-396,0-7 0,-4-4-64,0-3 1,0-3-1532,0-1 1101,3-3 1265,-4-10 0,10-31 0,1-11 0</inkml:trace>
  <inkml:trace contextRef="#ctx0" brushRef="#br0" timeOffset="1975">1973 286 7911,'-11'-11'2709,"0"0"-1991,5 0 0,4 1-485,9 3 1,2 2-61,9 5 1,2 1-211,5 3 0,0-2-832,4 6 0,1-5 469,3 5 1,-3-1-2019,3 4 2418,-7 0 0,16 5 0,-8 1 0</inkml:trace>
  <inkml:trace contextRef="#ctx0" brushRef="#br0" timeOffset="2183">2558 507 7908,'11'0'1886,"0"0"-1036,0 0-767,0 0 0,0 0-358,0 0-1166,-5 4 14,-1-2 1427,-5 3 0,-15-20 0,-3-4 0</inkml:trace>
  <inkml:trace contextRef="#ctx0" brushRef="#br0" timeOffset="2308">2558 330 7906,'0'-18'1032,"0"-1"0,0 10 185,0-2-1282,0 2 1,0 2-1130,0-1 1194,0 6 0,-10 12 0,-2 8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37.964"/>
    </inkml:context>
    <inkml:brush xml:id="br0">
      <inkml:brushProperty name="width" value="0.08571" units="cm"/>
      <inkml:brushProperty name="height" value="0.08571" units="cm"/>
    </inkml:brush>
  </inkml:definitions>
  <inkml:trace contextRef="#ctx0" brushRef="#br0">773 408 7803,'7'-3'42,"-1"-2"0,0 0 206,0 0 1,-3 0 345,0 2-154,-1 1-232,-2-3 1,-2 5-104,-1 0 0,-3 0 76,-5 0 1,-2 2-202,-1 1 0,-2 3 84,-3 5 1,-1 0-98,1 0 1,-2 4 29,-1 0 0,2 3-51,1-3 1,-2 5-107,3-2 0,2-1-118,1 1 0,8-4 107,3 1 0,4-3 83,4-1 1,7-5 231,7-2 1,8-6-76,4-5 1,1-1-103,2-11 1,1 2 21,-1-1 1,-5-3-304,-3 2 1,-6 2-123,-4-1 1,-4 1 212,-4-2 1,-3 3 222,-8 5 0,-32 5 0,-11 1 0</inkml:trace>
  <inkml:trace contextRef="#ctx0" brushRef="#br0" timeOffset="375">1059 265 7824,'5'-11'-201,"-4"4"205,3-1 1686,-3 1-994,-1 1 1,2 1 604,1 5-831,-2 0 0,4 5-118,-5 2 0,-1 7-243,-3 0 0,2 6 102,-5-2 0,-1 3-139,-3 1 1,0 0 100,0 0 1,-3 0-493,-1 1 1,-1-1-170,1 0 0,3 0-439,-3 0 1,3-1-516,1-3 1,1-2-93,3-5 717,2 0 817,5-5 0,34-26 0,9-10 0</inkml:trace>
  <inkml:trace contextRef="#ctx0" brushRef="#br0" timeOffset="886">1511 232 7841,'-1'-7'636,"-3"-1"979,3 6-1016,-4-3 1,4 5 262,-3 0-528,3 0 0,-4 5-82,5 2 0,-3 7-201,-1 0 1,-3 6 97,3-2 0,-3 0-99,3 0 1,-5 0-46,2 4 1,-3 0-227,-1 0 1,4 1-268,-1-1 0,1-2 263,-4-1 0,0 0-208,0-4 1,1 0-99,3-4-102,-3 0 106,4 0-206,-5-5 430,5-1 1,1-10 82,5-2 0,-1-3 85,-3-1 0,3 0-97,-3 0 0,2 0 271,-2 0 0,1 0-82,-4 0 0,0 0 191,-4 0 0,0 1-97,0 2 0,-2 4 214,-1 4 1,0 0-108,-4 0 1,1 1 15,-2 2 1,-1 7 185,1 5 1,2 1-116,-1-1 0,5-2 132,2 5 1,2-4-81,5 1 0,5-3 11,6-1 1,5 0-109,2 0 1,5-5-355,6-2 0,0-3 133,4-1 0,-1-1-924,2-3 1,-3-1-66,-5-2 1,-4-3 165,1 3 844,-6-3 0,-12-11 0,-8-2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35.913"/>
    </inkml:context>
    <inkml:brush xml:id="br0">
      <inkml:brushProperty name="width" value="0.08571" units="cm"/>
      <inkml:brushProperty name="height" value="0.08571" units="cm"/>
    </inkml:brush>
  </inkml:definitions>
  <inkml:trace contextRef="#ctx0" brushRef="#br0">11 11 7871,'-6'0'1213,"1"0"1,7-3-666,1-1 1,3 0-216,5 4 1,2 0-85,1 0 0,7 0-226,5 0 0,5 0-238,-2 0 0,3 0-231,1 0 1,-1 0 296,-3 0 0,-2 0 149,-5 0 0,-10 0 0,-2 0 0</inkml:trace>
  <inkml:trace contextRef="#ctx0" brushRef="#br0" timeOffset="174">11 166 7871,'0'-7'1725,"0"-2"0,3 7-1380,4-1 1,7 2 10,11 1 1,5 0-366,7 0 1,1 0-405,2 0 0,2 0-2553,-6 0 2966,1-5 0,-14-1 0,-2-5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34.522"/>
    </inkml:context>
    <inkml:brush xml:id="br0">
      <inkml:brushProperty name="width" value="0.08571" units="cm"/>
      <inkml:brushProperty name="height" value="0.08571" units="cm"/>
    </inkml:brush>
  </inkml:definitions>
  <inkml:trace contextRef="#ctx0" brushRef="#br0">254 44 7874,'0'-11'321,"0"5"-231,0 1 1,-5 10-33,-2 3 1,-1 3 29,-3 3 1,3 0-142,-7 4 0,-1-1 86,2 2 0,-5 2 83,4-3 1,0-1-51,0 1 0,3-4 11,-3 1 0,0-3-162,4-1 0,-2 0 123,5 0 1,2-4-132,-1 1 0,3-6 160,-3 2-223,4-3 148,-2-1 1,7-1-40,1-3 0,3-1-5,6-2 0,0-4-71,2 0 0,2 0-481,3-4 0,3-1 251,0 1 0,1-4 110,7 1 1,-5-2 242,5 2 0,-5-2 0,5 5 0,-2-3 0,1 3 0,-2 0 42,-5 4 0,-5 5 145,-2 3 77,-7 1 0,-4 4 231,-4 1 0,-4 5-209,-4 6 0,-3 0 12,-4 4 0,3-4-43,-2 0 0,0 2-1,-1-1 0,3 3-58,-3-3 0,3 0-97,1-4 0,4 1 12,-1 3 0,5-7-144,-5 3 0,6-2-184,-2 2 0,3-4 28,1 1-130,0-6 1,5 3 131,2-5 0,7 0-420,0 0 1,2-4 264,-1 1 0,2-6-114,5 2 0,-3-3 456,-1-1 0,0 0 0,39-20 0,8-4 0</inkml:trace>
  <inkml:trace contextRef="#ctx0" brushRef="#br0" timeOffset="392">585 166 8123,'-6'0'1577,"1"0"-1469,5 0 73,5 0 1,1 0-342,5 0 1,0-4 94,0 0 1,1 1-302,3 3 1,-3 0 186,3 0 1,1-4-177,-2 0 0,2-3 112,-1 3 0,-3-4 10,3 0 1,-3 0 66,-1 0 1,-3-1-42,-1 1 1,-5-1 410,2-2 1,-3 3-76,-1 1 101,0 4 1,-5-5-45,-2 4 1,-4 0 62,-4 4 0,-2 5-80,-5 3 1,4 2 58,-1 1 1,2 0-78,-1 0 1,1 0-37,2 0 1,3 1 13,-3 3 0,6-3-6,2 3 0,5-2-130,-2 2 0,3-3-91,1 3 0,6-3-180,5-1 1,5-5-64,6-2 1,0-3-260,0-1 0,4 0 61,-1 0 0,2-4 539,-1 1 0,-3-11 0,34-18 0,1-14 0</inkml:trace>
  <inkml:trace contextRef="#ctx0" brushRef="#br0" timeOffset="860">1037 67 7874,'-11'7'192,"0"0"1,-2-3 114,-1 3 0,5 1 332,-2 3 1,3 0-361,-3 0 1,3 1-53,1 3 1,4-6-222,0 6 1,2-9 133,1 5 0,0-2-751,0 2 308,0 0 1,4-4-141,4 1 0,2-6-4,1 2 1,0-3 175,0-1 1,1 0 37,3 0 1,-3-5 60,3-2 0,0 1 195,0-2 1,1 1-128,-1-4 0,-3 0 141,3 0 1,-3 3 29,-1 1 1,1 0 128,3-4 0,-4 0-69,0 0 0,0 1 23,-4 3 1,-1-2-286,2 5 201,-6-4-235,3 6 142,-5-2 1,-1 5 1,-3 2 0,2 4 12,-6 4 1,2 0-12,-1 0 1,-3 0-12,3 0 0,1 0 0,-2 0 0,6 1 262,-2 3-224,3-3 0,1 4 63,0-5 1,5-5-59,2-2 1,7 1 426,0-2 0,5 0-128,-4-7 1,4-2 33,0-5 1,5-1-129,2-3 0,-1-2 138,-2-5 0,-3 0-325,-1 0 0,0 1 121,-4 2 1,-2 0-736,-5 4 1,-2 0 361,-2 4 1,-3 0-1947,3 0 2172,-8 5 0,-12 1 0,-7 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40.190"/>
    </inkml:context>
    <inkml:brush xml:id="br0">
      <inkml:brushProperty name="width" value="0.08571" units="cm"/>
      <inkml:brushProperty name="height" value="0.08571" units="cm"/>
    </inkml:brush>
  </inkml:definitions>
  <inkml:trace contextRef="#ctx0" brushRef="#br0">27 309 7764,'-11'0'1013,"0"0"1,6-4-640,5 1 0,5-1-140,6 4 1,5 0 128,3 0 1,5-4-457,2 1 1,5-1-548,-2 4 0,6 0-1739,2 0 2379,0-5 0,6-1 0,2-5 0</inkml:trace>
  <inkml:trace contextRef="#ctx0" brushRef="#br0" timeOffset="876">1780 0 8870,'-5'11'290,"-2"5"-227,-8 3 0,-7 6 69,-7 5 1,-9 7 123,-6 3 1,-5 3-88,-6 1 0,-4-1-15,0-3 1,-3 1-181,3-8 1,6-6 102,9-9 0,5-8-46,6 1 0,5-4 80,2 1 1,8-3-213,3-5 0,6-2 42,2-1 1,4-3-321,0-5 1,2-2 127,1-1 1,1-4 3,2-4 1,5 0-59,7 0 0,-2-3 124,5-1 0,2 0 145,6 4 0,1 0-102,2 0 1,2 5 529,-6 2 0,5 4-209,-4 4 1,3-2 153,-3 5 1,-1 2 11,-3 6 0,-3 2 215,-1 5 0,-3 8-193,3 3 1,-8 3 87,1-3 1,-4 4-281,1-1 1,2 5 24,-3-4 0,-2-1-523,-2-3 1,2-3 294,-1-1 0,1-4-596,-1 0 0,-2-6 123,5-5 497,-4-1 0,36-42 0,4-9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41.932"/>
    </inkml:context>
    <inkml:brush xml:id="br0">
      <inkml:brushProperty name="width" value="0.08571" units="cm"/>
      <inkml:brushProperty name="height" value="0.08571" units="cm"/>
    </inkml:brush>
  </inkml:definitions>
  <inkml:trace contextRef="#ctx0" brushRef="#br0">585 120 7803,'0'-7'-105,"0"0"1,3-1 471,1-3 1,5 4-42,-2 0 0,4-1-22,4-3 0,-2 4-70,5 0 1,5 4-129,2 0 1,6-2 1,-2 1 1,2 0-105,-2 4 1,2 1-316,-5 3 0,-4 4 206,-4 6 0,-6 3-261,-1 5 0,-5 2 166,-6 1 0,-6 0-27,-5 4 0,-6-1 99,-9 2 0,1 0 72,-8-4 0,2 1 12,-6-1 0,-1-3 160,2 3 1,-2-3 192,1-1 1,1-3-146,-4-1 1,8-5 123,-1 2 1,7-4-80,1-3 0,2-2 311,5-3-295,7-1 0,6-2-163,5-8 0,5-3-31,2-4 1,4 0-211,4-4 0,6-5-380,5 2 0,4-3 317,0 3 1,2 4-579,1-1 0,0 5 61,0-5 759,-5 6 0,23 7 0,2 7 0</inkml:trace>
  <inkml:trace contextRef="#ctx0" brushRef="#br0" timeOffset="667">1312 109 7803,'0'-11'38,"0"0"1,4 4 198,0 0 1,-1 3 177,-3-3 1,1 1-51,3-2 0,-3-2 119,3 3 275,-3 2-213,-1-5-689,0 4 195,0 0 1,-5 2-122,-2 8 0,-8 2-7,-3 5 0,-4 4-88,-4 0 0,-2 8 66,-5-1 1,-4 7 67,0 1 0,-1 2-54,2 1 0,1 3 61,-1 1 0,3 0-171,3-4 0,8-1 74,7-3 0,4-2 29,4-5 0,2-5 38,5-2 1,1-6-7,3-2 0,6-5-124,5 2 0,3-3 69,-3-1 1,4 0-88,0 0 0,3-3 76,3-1 0,-1-5-72,1 2 1,-1 1 46,-2-1 0,-4 1 82,0-2 0,0 0-101,0 4 225,-2 0 236,-5 4 0,-4 0-22,1 0 582,-6 0-338,3 0-298,-5 0 1,5 1-23,2 3 0,3-3-120,1 3 0,1-3-74,3-1 1,1 0-208,2 0 1,6 0-617,-6 0 1,5 0 418,-4 0 0,-2 0 125,1 0 0,-4 0 47,0 0 232,-6 0 0,-18 0 0,-9 0 0</inkml:trace>
  <inkml:trace contextRef="#ctx0" brushRef="#br0" timeOffset="976">419 738 7803,'16'-1'46,"3"-3"0,3 3 345,3-3 1,8-1-81,8 1 1,4 0 453,7 0 0,6 3-267,16-3 0,4-1-91,10 1 1,1 1-313,-1 3 0,0 0 148,0 0 0,-11 0-887,-7 0 1,-17 3 480,-13 1 0,-9 3-1214,-5-3 0,-14 1 684,-8-1 1,-10-3 692,-13 3 0,-34-3 0,-16-1 0</inkml:trace>
  <inkml:trace contextRef="#ctx0" brushRef="#br0" timeOffset="1377">276 1013 7803,'-6'-17'272,"1"1"-227,5 5 0,0 0 205,0 0 0,5 4 78,2 0 0,9 3 87,6-3 1,3 4-69,8-1 0,-3 3-106,7 1 0,-1 1-154,0 3 0,-6 2 68,-1 5 0,-9 5-565,-6 3 0,-6 1 250,-5 2 1,-4 1-109,-6-1 0,-5 3 103,-10 1 0,-5 3-83,-3-3 1,-3 4 106,-4-5 1,-2 1 0,-5-4 0,0-1-11,0-3 0,4 2 349,-1-5 1,6-2 408,-2-6 1,4 3-203,3-3 1,8-2-25,8-1 1,3-4-63,3-4 0,3-2-100,5-5 0,6 0-449,6 0 0,3-4 217,7 1 0,9-6-164,2 2 0,4 1 119,0-2 0,-2 6-654,6-2 0,-2-1 311,1 1 1,2 2 400,-5 6 0,19-8 0,2 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53.214"/>
    </inkml:context>
    <inkml:brush xml:id="br0">
      <inkml:brushProperty name="width" value="0.08571" units="cm"/>
      <inkml:brushProperty name="height" value="0.08571" units="cm"/>
    </inkml:brush>
  </inkml:definitions>
  <inkml:trace contextRef="#ctx0" brushRef="#br0">0 166 7827,'0'-11'2143,"0"-5"-784,0 3-543,0 2-182,0 6 0,0 14-163,0 2 0,1 7-58,3 1 0,-1 3-282,4 4 1,-3-2 64,3 5 0,-1 5-670,1 2 0,-1 1 376,-2-4 0,-3 0-749,3 0 1,-3 3 455,-1-3 0,-3-3-124,-1-7 1,-5-6-339,2-3 643,-3-1 0,3-7 249,0-3 1,4-3-118,-1-3 1,3-3 85,1-5 1,1-4-70,3 0 0,-1-1 251,4 2 1,0-2-93,4-3 1,-3 0 192,-1 4 1,0-3-117,4 3 0,0-3-148,0 3 1,0-4 77,0 5 0,4 3-29,0 3 1,3 2-128,-3-1 1,4 2 76,0 5 0,-2 5-106,1 2 0,0 4 93,0 4 0,-2-2 1,-5 6 0,-5-1-26,-2 4 0,-4-1 11,-4-3 1,-3 2 6,-8-5 0,-3-1 4,-8-3 0,3-1-576,-3-2 0,-1-2 237,1-3 0,0-1-593,4 1 1,5-3 22,3-3 899,6 1 0,23-37 0,9-4 0</inkml:trace>
  <inkml:trace contextRef="#ctx0" brushRef="#br0" timeOffset="200">419 331 9371,'7'1'1195,"1"3"1,-5-1-452,5 9 0,-2-3-299,1 10 0,4-1-195,0 4 1,0 1-380,4 3 1,-3-1-454,-1 4 1,-3-6-1040,-1-1 1,-5-1 139,2-6 1481,-3 0 0,-6-44 0,-1-9 0</inkml:trace>
  <inkml:trace contextRef="#ctx0" brushRef="#br0" timeOffset="341">496 77 7835,'-5'-22'0,"0"5"1650,-2 2-1011,-3 3-760,9 6 0,1 1-1198,7 5 0,3 9 1319,1 2 0,30 41 0,6 8 0</inkml:trace>
  <inkml:trace contextRef="#ctx0" brushRef="#br0" timeOffset="802">893 419 7839,'-6'-16'0,"-4"8"727,3-3 1,-3 3-259,-1 1 1,4 2-120,-1 5 0,-3 0-226,-3 0 0,-2 5-176,1 2 1,3 4-33,-3 4 0,3-2 105,1 6 1,0-2-261,0 1 0,0 3 119,0-2 1,1 1-128,3 2 0,2-1-146,5-2 1,0 0-217,0-4 1,5-4 442,2-4 1,8-4-33,3 0 1,3-3 140,1-3 1,0-5-103,0-6 1,-4 0 407,1-4 0,-6 1-145,2-2 0,-3-2 481,-1 3 1,-4-1-131,1 0 0,-6-2 24,2 3 1,-3 1-117,-1-2 0,0 6 291,0-2-404,0 8 198,0 2-368,0 5 1,0 5 99,0 2 1,0 7-290,0 0 0,1 6-112,3-2 1,1 3-216,2 1 1,3 4 155,-3 0 0,2-1-193,-2-3 0,3-1-870,-2-2 0,1 0 1343,2-4 0,5-15 0,1-7 0</inkml:trace>
  <inkml:trace contextRef="#ctx0" brushRef="#br0" timeOffset="1161">1345 408 7839,'0'-11'0,"0"-4"996,0 1 1,-4 3-409,1 3 0,-2 5-136,1-5 1,-2 6-139,-5-2 1,-4 3-59,1 1 1,-5 0-20,5 0 0,-5 0-199,5 0 1,-5 4-106,4-1-117,1 6 0,4-3-777,3 5 729,2 0 0,5 0-76,0 0 0,5 4 98,2-1 1,4 1-299,4-4 0,2 0 120,5 0 1,0 4-35,0 0 1,4-1 171,-1-3 0,2 0 203,-1 0 0,-3 4 483,3 0 1,-8 0-203,-3-4 478,-3 0 1,-5 0-356,-4 0 1,-10-5 84,-4-3 1,-11 2-92,0-1 1,-8 0-112,1-4 0,-3 0-345,-1 0 0,-1 0-466,-3 0 1,6-4-2348,-2 0 2918,8-4 0,12-8 0,10-7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29:47.277"/>
    </inkml:context>
    <inkml:brush xml:id="br0">
      <inkml:brushProperty name="width" value="0.08571" units="cm"/>
      <inkml:brushProperty name="height" value="0.08571" units="cm"/>
    </inkml:brush>
  </inkml:definitions>
  <inkml:trace contextRef="#ctx0" brushRef="#br0">772 535 7858,'5'-6'0,"-4"0"860,3 3 1,-2 1-522,2-1-973,-3 1 0,5-1-1049,-2-1 1683,-3 0 0,14-10 0,-3-5 0</inkml:trace>
  <inkml:trace contextRef="#ctx0" brushRef="#br0" timeOffset="133">904 293 7858,'0'-11'586,"0"0"-411,0 0 1,0 3-1354,0 1 463,0 5 715,0-8 0,15 18 0,3 0 0</inkml:trace>
  <inkml:trace contextRef="#ctx0" brushRef="#br0" timeOffset="742">1522 337 7858,'7'-5'0,"0"-2"377,2-3 0,-4 3 299,-1-1-273,-3 6-216,-1-8 0,-5 9 25,-2-3 1,-5 4-174,-2 4 1,-3-2 95,-5 6 1,0 0-257,0 7 1,-1-3 114,1 3 1,-3 2-22,-1 1 1,0-1-204,4 2 0,1-1-50,3 4 1,-2-3-82,6-1 1,-1-1 104,4 2 0,5-4-246,2-4 312,3 1 1,6-6 31,2-3 1,7-1-23,0-2 0,6-5-40,-2-3 0,3-5 200,1-2 0,0-1 274,0 1 1,2 2-97,1-5 0,-1 3-83,1-3 0,-1 0 88,-2 0 1,0-2-69,0 6 1,0-5 312,0 5 1,-5 0-165,-2 7 0,-7-2 489,0 6-191,-6-1-349,3 4 0,-6 1 51,-3 3 1,-2 2-39,-5 5 1,0 5-298,0 2 0,-1-1 101,-3 2 1,3-2-444,-3 1 0,-1 3 256,1-2 1,4-2-724,4 1 1,0-3 224,-4 3 0,1-4 158,2 0 0,2-5 517,3-2 0,31-24 0,4-3 0</inkml:trace>
  <inkml:trace contextRef="#ctx0" brushRef="#br0" timeOffset="1151">1753 326 7858,'8'-7'0,"-1"-1"0,-5 6 0,7-4 599,-5 2 900,-1 3-1107,-3 1 1,-1 6-162,-3 5 0,-2 1-169,-5 3 0,1-3 96,3 3 0,-3-2-344,3 2 0,-3-3 191,-1 3 0,0-3-441,0-1 1,1 0 200,3 0 0,-2-3-430,6-1 184,-6 0-66,8-1 446,-4-1 1,10-5-24,2 0 0,3-5 127,1-2 0,1-6-117,3-2 1,-2 0 386,6 4 0,-4-3-155,3-1 0,0-4 231,4 5 0,0-5-21,0 5 1,0-5 123,1 5 1,2-1-144,1 4 0,-4 0-87,-4 0 1,-4 5-78,1 2 1,-7 3 58,-1 1 0,-4 5-208,1 2 0,-8 4 62,-3 4 1,-3-2-269,-1 6 1,-1-1-78,-3 4 1,3-1-251,-3-3 0,-1 3-197,1-3 0,1-2 319,3-1 1,-1-3-444,1-1 1,2 0 857,1 0 0,3-4 0,30-22 0,6-10 0</inkml:trace>
  <inkml:trace contextRef="#ctx0" brushRef="#br0" timeOffset="1636">2139 304 7858,'1'-6'952,"3"2"-406,-3 3-334,4 1 0,-6 0-186,-3 0 1,3 1 48,-3 3 0,-1 2-239,2 5 0,-5 0 108,5 0 1,-5 0-70,5 0 0,-1 0-64,4 0 0,0 1-99,0 3 1,0-6 58,0 2 0,5-4 35,2 0 0,3-2 367,1-5 0,5 0-89,2 0 1,0-5 22,0-2 1,1-6-69,7-2 0,-4-5 49,0 2 0,0 1 33,-3-2 1,-2 1 149,1-4 1,-4 4 4,0-1 0,-1 7 25,-2 1-183,-5 0-15,-1 10 1,-5-3 119,0 8 1,-4 3-90,0 8 0,-4 2-25,0 5 1,-5 0-45,-2 0 0,-3 5-154,3 2 1,-4 3 24,0 1 0,-2 0 86,-1 0 0,-2 4-130,-6 0 0,4 3 92,-11-3 1,4 0 214,-8-4 0,5-1-134,-5-3 1,4-6 500,-3-4 0,8-9-199,-1 1 1,9-8-33,1 1 1,8-4-113,7-4 1,3-3-133,5-8 0,6-1-632,5-2 1,5-7 363,6 3 0,5-2-619,3 2 0,5 0 343,2 0 0,3 0 127,-3 0 1,0 1-1362,-4 2 1687,5-1 0,11 2 0,7-4 0</inkml:trace>
  <inkml:trace contextRef="#ctx0" brushRef="#br0" timeOffset="2921">3032 260 7858,'0'-8'725,"0"1"-46,0 5-333,0-3-340,-5 10 0,-2 4 58,-8 6 0,3 1-134,-3-1 0,-2 2 77,-1 5 1,0 0-125,0 0 0,1 1 73,-1 3 1,3-3-418,8 3 1,-2-6 154,5-2 0,1-4 36,3 0 0,4-6 294,4-5 1,2-2-32,1-1 1,3 0 107,1 0 0,5-4-106,-2-4 1,3-5 79,1-2 1,-4-1-68,1 1 0,-1 2-46,4-5 1,-4 0 249,1 0 1,-6-3-136,2 3 0,-3 1 67,-1-2 1,0 6-114,0-2 0,-3 4-140,-1 4 211,-5-3-169,3 9 1,-8-3 70,-1 8 1,-5 2-29,2 5 0,-3 1-29,-1 3 0,0-2-151,0 6 1,0-5-52,0 5 1,4-2 146,-1 1 1,2 3-49,-1-2 0,-2-4 57,6 0 1,-1 1 391,4-1-36,0-1 0,5-7 145,2-4 1,7-2-192,0-1 0,6-4-117,-2-4 1,3-5-159,1-2 1,0-3 85,0 3 1,-1-5-225,-2 2 1,0 1 104,-4-2 1,3 5-148,-3-5 1,3 5 73,-3-5 0,0 6 67,-4-2 1,-4 4 67,1 4-152,-6-3 310,3 9 1,-5-3-91,0 8 0,-5 2 142,-2 5 0,-2 0-37,2 0 1,-2 0-55,5 0 1,1 0-68,3 0 0,0 0-10,0 0-7,0 0 0,1-1-9,3-3 0,2 2 32,5-5 0,4-1-14,-1-3 0,5 0 145,-5 0 0,6-1-135,-2-3 1,3-2-34,1-5 0,-1 0 47,-3 0 0,2 0-135,-5 0 0,-1-4 191,-3 1 0,-1-5-2,-3 5 1,-2-2 374,-5 1-363,0 3 0,-5-3 149,-2 8 0,-3 2-43,-1 5 1,-5 1-73,-2 3 1,1 3 56,-2 8 1,2-2 45,-1 6 1,-2-2-351,6 1 0,-1 2 69,4-6 1,4 6-747,-1-2 0,6 2 382,-2-2 1,4 2 123,4-5 1,6 1 83,4-2 1,6-6 58,-2-1 0,7-5 45,0-2 1,2 0 202,-1 0 0,-3-6 201,3-5 0,-1-1-180,0-6 0,-1 3 3,1-3 0,-1-1-71,-2-3 0,-4 4-41,0-1 0,0 2 55,0-1 1,-3 1 111,-8 2 0,2 3 29,-6-3 1,2 6 574,-1 2-353,-3 5-289,4-3 0,-9 6-118,1 3 1,-2-2 128,1 5 1,-1 1-88,-2 3 0,-3 0 41,3 0 1,-2 4-349,2-1 1,-3 5 134,3-5 0,-3 5-591,-1-5 0,0 5-61,0-4 0,3 3-1049,1-3 1802,0 4 0,15-7 0,6 4 0</inkml:trace>
  <inkml:trace contextRef="#ctx0" brushRef="#br0" timeOffset="3068">3925 39 7858,'-11'-11'105,"0"0"0,1 4 346,3 0-451,2 4 0,15 23 0,2 10 0</inkml:trace>
  <inkml:trace contextRef="#ctx0" brushRef="#br0" timeOffset="3654">4145 348 7837,'0'-7'333,"0"-1"1,0 0-22,0-2 0,-3 3-157,-1-1 0,-4 5 15,0-5 0,-3 6 66,-4-2 1,2 3-301,-5 1 1,0 0 108,0 0 1,-3 1-398,3 3 1,-2 2 20,2 5 1,2-4-140,5 1 1,0-1 0,0 4 0,4 0 178,-1 0 1,6-4-80,-2 1 370,3-1 0,1 4 0,5-5 0,2-2 0,3-3-118,1-1 0,1 0 141,3 0 1,-2 0 34,6 0 1,-1 0-13,4 0 1,-1 0 124,-3 0 0,3-4-45,-2 1 0,1-1 104,2 4 1,-1 0 338,-2 0 1,1 0-222,-1 0 0,-2 0 114,1 0 1,-4 4-155,1-1 0,-7 7-210,-1 1 0,-4 2-99,1 5 0,-9-3 61,-6 3 1,-9 0-242,-6 4 1,-8-3 113,1-1 1,-4-4-186,0 0 1,3-3 61,-3-3 1,7 0-655,0-4 0,7 0 48,1-4 796,5 0 0,45-30 0,10-7 0</inkml:trace>
  <inkml:trace contextRef="#ctx0" brushRef="#br0" timeOffset="4286">4443 117 7837,'1'-12'3091,"3"1"-2594,-3 5-213,4 1 1,-5 12 124,0 4 1,-1 1-362,-3 6 0,2 4 34,-6 4 1,1 3-144,-4-3 0,0 5 113,0-2 1,0 3-570,0 1 0,4-1 285,-1-3 1,1 2-256,-4-5 0,1-1-185,3-3-50,2-4 536,5-3 0,1-8-15,3-4 1,2-3-182,5-3 1,1-5 134,3-6 1,-2 1 230,6-1 1,-1-4-109,4 0 1,0-2 125,0 2 1,-3-3 77,-1 3 0,0-2 180,4 2 1,-4-2 109,-4 6 0,-1 0-199,-2 7 0,-4 1 393,0 2-70,-4 3-267,-3 6 1,-6 6-22,-5 7 1,0 2-210,-1-6 0,3 6 2,1-2 1,0 2-204,4-2 1,0 3-150,4-2 1,0-4 184,0 0 1,2-3-124,1-1 0,2 0 57,3 0 1,1-4 109,-1-4 0,3-1-26,3-2 0,0-5 163,4-3 1,-3-3-114,3-3 0,-3-4 6,3-4 0,0 0 110,0 0 1,-1-1-81,-2-3 0,-3 2 178,3-6 1,1 2-98,-2-1 1,5-3 367,-5 3 1,0 0-169,-7 0 0,2 4 416,-5 0 0,-1 6 355,-3 5-478,-5 6 0,-1 5-213,-5 6 1,0 3-75,0 5 1,0 5-64,0 3 1,4 2 49,-1 1 0,5 1-226,-5 3 1,5-2 95,-5 6 1,6-5-348,-2 5 1,3-6-4,1 2 1,-1-2-117,-3 2 1,3-3-81,-3 3 0,3-4 170,1-3 1,0-2-723,0-3 1,5-6 417,2-1 0,4-6 600,4-4 0,27-43 0,10-14 0</inkml:trace>
  <inkml:trace contextRef="#ctx0" brushRef="#br0" timeOffset="4436">4719 249 7837,'0'-11'0,"1"1"1329,3 3 0,3-2-579,8 5 0,4 1-338,11 3 1,0 0-203,11 0 0,-1 0-210,4 0 0,10 0 0,2 0 0</inkml:trace>
  <inkml:trace contextRef="#ctx0" brushRef="#br0" timeOffset="5388">5590 392 7827,'11'-7'169,"0"-1"1,0 1 301,0 1 0,-4-3-6,0 6-170,-4-1 1,1 0-74,-8 1 1,-2 0-202,-5 7 0,-9-2 152,-2 6 0,-6 3-180,2 3 1,-3 2-55,3-1 0,0 1-73,4 2 0,0 2-48,0-5 1,9 3-161,2-3 0,7 3 184,0-3 1,4-2 62,4-5 1,7 0-110,7-4 0,5 0 36,2-4 1,-2-5-251,3-3 1,-3-2 22,0-1 1,-5-1 21,0-2 0,-4-2 373,0-3 0,-3 2 0,-3 2 0,0 2 0,-4-5 0,3 0 0,-3 0-32,0 2 0,-4 5 32,0 0 450,0 5 1,1 1-167,3 5 0,-2 0 188,5 0 1,-3 5-103,4 2 0,-2 3-38,1 1 0,2 0-185,-6 0 1,6 4 65,-2 0 0,-1 4-152,2-1 1,-2 0 75,1 0 1,-2 0-428,-5 4 1,4-3 88,-1-1 1,1-4-44,-4 0 0,-4-1 462,1-2 624,-6-5-206,8-1 1,-4-10-283,5-3 1,0-3 38,0-3 0,5-3-12,2-6 1,3 1-141,1 0 1,5-3-334,2-1 0,4-1-394,4 1 1,-3 7-209,3-3 1,2 7-2092,2 0 2785,-3 3 0,49 16 0,7 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02.762"/>
    </inkml:context>
    <inkml:brush xml:id="br0">
      <inkml:brushProperty name="width" value="0.08571" units="cm"/>
      <inkml:brushProperty name="height" value="0.08571" units="cm"/>
    </inkml:brush>
  </inkml:definitions>
  <inkml:trace contextRef="#ctx0" brushRef="#br0">508 121 7889,'5'-15'0,"-4"2"168,3-1 1,1 1 60,-2 2 0,2 0 200,-1 0-243,-3 0 0,3 1 11,-8 3 1,-2 2-162,-5 5 0,-5 1 93,-2 3 0,-7 3-86,-1 8 1,-6 3 87,-1 8 1,-1 2-177,-6 5 1,4 2 38,-1 2 1,-1 2-114,2 5 0,0-1-102,7-3 0,3 3-54,8-3 0,-1 1-7,8-4 0,3-7 158,8-11 1,8-5 204,3-6 0,9-5-120,2-6 1,5-8 204,6-8 0,1-7-91,3-3 1,-1-6 82,4-2 0,-6 0 26,-1 4 1,-1 0-4,-6 0 1,0-4-518,-4 0 0,-6 4 194,-5 4 1,-2 6-267,-5 1 0,3 1-74,-3 6-204,0 5 0,-9 5 686,-2 5 0,-18 25 0,-4 5 0</inkml:trace>
  <inkml:trace contextRef="#ctx0" brushRef="#br0" timeOffset="166">133 397 7889,'-17'0'1350,"2"0"-406,3 0-511,6 0 1,2-1-172,8-3 0,7 3-8,7-3 1,8 2-13,3-2 1,3 2-507,1-6 0,4 5 201,0-5 63,-1 1 0,27-19 0,7-3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01.530"/>
    </inkml:context>
    <inkml:brush xml:id="br0">
      <inkml:brushProperty name="width" value="0.08571" units="cm"/>
      <inkml:brushProperty name="height" value="0.08571" units="cm"/>
    </inkml:brush>
  </inkml:definitions>
  <inkml:trace contextRef="#ctx0" brushRef="#br0">441 65 7963,'1'-11'0,"1"0"569,2 0-342,0 0 0,-8 4 1,0-1 1,-4 6-134,0-2 0,-6 8 133,-5 3 1,-5 8-108,-2 3 1,-5 8 4,2 4 1,-4 1-63,-4 2 1,3 7-121,-3 4 0,6 0 21,2 4 0,6-3-306,1-1 1,5 4 173,6 0 0,4-6-200,4-5 1,3-7 158,3-5 1,5-11-15,7-7 0,7-7 455,7-7 0,4-7-158,4-11 0,-2-8-197,6-8 0,-6 2 58,2-2 1,-4 1 525,-4-4 0,2 0-152,-5 0 1,-5 5-462,-7 2 0,-6 3-193,-5 0 0,-3 7-255,-3 5 1,-3 7 242,-5 7 0,0 0-440,-1 4 796,1 0 0,-4 19 0,-3 3 0</inkml:trace>
  <inkml:trace contextRef="#ctx0" brushRef="#br0" timeOffset="180">99 418 8079,'-6'-5'2089,"1"3"-1566,5-6 0,6 5-132,5-5 0,1 5-347,7-5 1,0 1 113,7-4 1,2 0-1164,5 0 1,4 0 1004,0 0 0,29-10 0,4-2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03.954"/>
    </inkml:context>
    <inkml:brush xml:id="br0">
      <inkml:brushProperty name="width" value="0.08571" units="cm"/>
      <inkml:brushProperty name="height" value="0.08571" units="cm"/>
    </inkml:brush>
  </inkml:definitions>
  <inkml:trace contextRef="#ctx0" brushRef="#br0">497 121 7877,'7'-3'39,"1"-1"1,-5-3 147,5 3 1,-2-4 153,1 0 0,2-2-127,-6-1 0,5 4 187,-5 0 0,1-1 201,-4-3-372,0 0 1,-5 1-181,-2 3 1,-9 2 118,-6 5 0,-1 1-247,-7 3 1,-3 2 115,-4 5 0,-4 5-39,0 3 1,0 6-25,0 5 1,0 2-204,4 1 1,-2 5-100,6 2 1,3-1-88,12 2 1,3-6-25,8 2 0,2-8 121,5-3 1,11-11 397,7-4 0,8-9-117,7-2 0,9-10 319,2-8 0,4-7-157,-1 0 1,0-6-19,4 2 0,-5-3-159,-2-1 0,-6 3-46,-9 1 0,-7 3-461,-7-3 1,-8 6 238,-3 1 0,-4 4-222,-4 7 1,-3 2 540,-8 1 0,-26 13 0,-12 7 0</inkml:trace>
  <inkml:trace contextRef="#ctx0" brushRef="#br0" timeOffset="149">111 309 10646,'22'-6'962,"3"-4"-1110,4 3 1,7-3 121,11-1 0,4 0 26,4 0 0,24-15 0,7-3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09.367"/>
    </inkml:context>
    <inkml:brush xml:id="br0">
      <inkml:brushProperty name="width" value="0.08571" units="cm"/>
      <inkml:brushProperty name="height" value="0.08571" units="cm"/>
    </inkml:brush>
  </inkml:definitions>
  <inkml:trace contextRef="#ctx0" brushRef="#br0">385 100 7954,'10'-11'0,"-1"0"248,-2-1 1,0 1 1,3 0 299,-2 0-327,1 0 0,-7 4-119,1 0 1,-3 4 69,-3 0 1,-3 1-101,-5 2 1,-5 2 83,-3 1 0,-5 7-172,-2 5 1,-3 4 13,3 0 1,-5 3 72,2 3 1,-2 4-142,2 4 1,-2 0 35,5 0 1,0 0 96,0 0 0,7 4-8,1 0 1,6-4-350,4-4 1,5-5 98,6 2 1,5-9 50,7-6 1,3-4-127,8-7 1,3-5-114,8-3 1,-2-10 636,6-4 1,-5-8-59,5 1 0,-6-4-127,2-4 0,-4 2-45,-3-6 0,-5 6-302,-6-2 1,-5 3 114,-6 1 1,-3 6-536,-5 5 1,-2 4-8,-1 7 704,-3 5 0,-15 16 0,-2 9 0</inkml:trace>
  <inkml:trace contextRef="#ctx0" brushRef="#br0" timeOffset="223">99 320 7971,'-11'0'993,"0"0"-140,0 0-617,0 0 0,6 0 15,5 0 1,6 0 108,9 0 1,3 0-280,8 0 0,2-5-152,5-2 1,5 1-463,2-2 1,-2 1 532,-1-4 0,12-15 0,3-3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41.116"/>
    </inkml:context>
    <inkml:brush xml:id="br0">
      <inkml:brushProperty name="width" value="0.08571" units="cm"/>
      <inkml:brushProperty name="height" value="0.08571" units="cm"/>
      <inkml:brushProperty name="color" value="#E71224"/>
    </inkml:brush>
  </inkml:definitions>
  <inkml:trace contextRef="#ctx0" brushRef="#br0">254 330 7846,'6'-11'807,"4"0"-370,-9 0 0,2 4-43,-6 0 1,-3 4-107,-5-1 1,0 3-65,0 1 1,-4 4-77,0 0 1,-4 4 75,0 0 1,-2 3-90,-1 3 0,1 0 76,3 4 1,-1 0-312,4 5 1,0-5-95,4 0 1,1-1-249,3 2 0,2 0-327,5-4 1,5 1 376,2-1 1,8-7-436,3 3 0,8-7 297,3 0 1,3-3 529,1-1 0,0-4 0,1 1 0,-1-6 0,9-12 0,4-8 0</inkml:trace>
  <inkml:trace contextRef="#ctx0" brushRef="#br0" timeOffset="258">595 374 7846,'8'-11'-660,"-1"0"0,-3 2 723,3 1 0,-4 2 765,0 2 0,-3 3-389,-3-2 0,-4 1-184,-4 2 1,0 4-318,0 0 1,-5 5 135,-2 3 0,-2-1-88,2 3 0,-3 0 114,3 0 1,-2 0-44,2 4 0,-2-3-44,6 3 1,3-3-210,3 3 0,6-4 302,-2 1 0,8-4-62,3-4 0,9-2 2,6-5 0,1-1 14,7-3 0,-5-3-412,5-8 0,-6-1 176,2-2 0,-4-3-413,-3 2 0,-4 0 110,-4 0 0,-3 0-426,-1 4 905,-4-4 0,-18-4 0,-10-5 0</inkml:trace>
  <inkml:trace contextRef="#ctx0" brushRef="#br0" timeOffset="643">728 330 7639,'0'6'1312,"0"4"0,0-4-959,0 5 0,0 0-222,0 0 1,0 4-108,0 0 1,0 1-9,0-1 1,0-3 125,0 2 1,0-1-217,0-2 0,-4 0 85,0 0 0,1-4-290,3 0 114,0-4-57,0 2 38,0-5 135,0-5 0,5-2-99,2-8 1,3 3 75,1-3 1,0-1-148,0 1 1,5-4 92,2 0 0,-1 2 165,2-1 0,-2 4-120,1 0 1,3 1 158,-3 2 0,2 2-10,-2 1 0,2 3 88,-5 5 0,-1 0 71,-3 0 0,-1 5-128,-3 3 0,-2 3-25,-5 3 1,0 0-4,0 4 1,0-3-155,0 3 0,-1-4 109,-3 0 0,2 2-542,-5-1 1,4 0-648,0-4 0,0-4-72,-1 0 1235,3-4 0,31-18 0,12-9 0</inkml:trace>
  <inkml:trace contextRef="#ctx0" brushRef="#br0" timeOffset="1003">1356 253 7846,'0'-7'-108,"0"-1"1,0 5 546,0-5 787,-5 6-826,-1-3 0,-6 5-140,-3 0 1,2 1 241,-6 3 1,5 2-133,-5 5 0,2 0-176,-1 0 1,-2 0 42,5 0 1,2 0-324,5 0 0,0-3-85,4-1 0,1 0-118,3 4 1,1-1-297,2-2 0,7 1 308,5-1 1,3-3-163,-3-2 0,5 2 138,-2-1 1,-1 1 321,2-2 1,-5-1-131,5 1 1,-2 0 173,1 0 0,-2-1 110,-5 1 0,-1 0 450,-3 0-115,3-1-303,-9 7 0,3-4-452,-8 3 0,-3 0 121,-8-4 0,-3 5-536,-8-2 1,2-1 300,-6 1 1,1-3-280,-4 3 1,3-4 637,1 1 0,9-13 0,0-3 0</inkml:trace>
  <inkml:trace contextRef="#ctx0" brushRef="#br0" timeOffset="1192">1554 341 11502,'0'11'251,"0"0"1,0 2-206,0 1 1,0-1-1032,0 1 1,0-1 585,0-2 0,-3-4-1504,-1 0 1903,0 1 0,4-2 0,0-1 0</inkml:trace>
  <inkml:trace contextRef="#ctx0" brushRef="#br0" timeOffset="1342">1565 132 7826,'-17'-11'482,"1"0"-338,5 0 1,2 4-1477,1-1 611,3 6 721,5-3 0,30 20 0,6 3 0</inkml:trace>
  <inkml:trace contextRef="#ctx0" brushRef="#br0" timeOffset="1926">1973 33 7826,'-7'-11'2751,"0"0"-2340,4 5 0,-2 2 29,5 8 1,0 3-50,0 8 1,5-1 4,3 8 1,-2-1-312,1 9 0,2-5 91,5 5 1,-1-1-583,1 4 0,-1 0 326,-2 0 0,-2 3-263,-1-3 1,-3 1 187,-5-8 0,0-5-209,0-7 0,-2-1 90,-1-2 1,-3-5-15,-5-2 0,3-4-24,1-4 1,1-2 143,-2-5 1,-1 0-10,1 0 0,2-4 30,-1 0 1,3-3-31,-3 3 0,1-3 28,-2 3 0,-2 0 70,3 4 0,-6 2-59,-2 1 1,-3 3 201,3 5 1,-5 0 305,2 0 0,-2 2-199,2 1 0,1 3 213,2 5 0,4 4-161,0 0 1,1 3 0,7-3 0,-1 4-105,4 0 0,6-3-86,5-2 0,5-1-114,6-2 1,1-1-302,3-3 1,-2-2-530,6-5 0,-2 0 433,1 0 1,-2 0-506,-5 0 983,-4-5 0,7-16 0,-1-8 0</inkml:trace>
  <inkml:trace contextRef="#ctx0" brushRef="#br0" timeOffset="2585">2172 419 7892,'0'-7'866,"1"3"-644,3 4 0,2 0 109,5 0 1,0 0-87,0 0 1,1 0-199,3 0 1,2 0 116,5 0 0,-4 0-230,1 0 1,-1-2-63,4-1 1,-3 0-83,-1-4 0,-5-1 36,2-3 0,-3 0 79,-1 0 0,-3 0-56,-1 0 1,-4 0 98,0 0 1,-6 2 109,-5 1 1,-6 0-109,-5 4 1,2-3 238,-1 3 1,-1 0-60,-3 4 0,0 5 51,0 2 1,1 3-33,3 1 1,-2 4-52,6 0 1,-1 4-109,4 0 1,5-2 91,2 1 1,3 1-410,1 3 1,6-4 162,5 0 0,5 0-288,6 0 1,1-6 161,3-5 0,2-4 28,5 1 0,-3-4 223,-1-4 1,-4-2-133,0-5 0,2-1 90,-1-3 0,0 1-60,-4-4 0,-5 3 26,-2-3 1,-3 3 71,-1-3 1,-5 4 408,-2 0 0,-3-2-61,-1 1 0,0 0 434,0 4 57,-5 0-538,-1 5 1,-2-2-234,1 4 78,5 0 0,-3 9 32,5 2 0,0 3 13,0 1 0,0 0-208,0 0 0,0 0-4,0 0 0,0 4 3,0 0 1,0 1-15,0-2 1,3 0 105,1 4 0,1-3-210,-1 3 0,-3-4 67,3 1 1,-2-3 12,2-1 0,-3 0 29,3 0 382,-3-5-46,4-1-137,-4-5 0,4-1 136,-5-3 0,0-6 72,0-5 1,0 0 397,0 0 0,0 1-291,0-4 1,1 0 99,3-4 1,-2 1-172,6 2 1,-1-1-254,4 1 1,5 3-208,2 2 1,3-2-429,1 1 0,4 1-1163,0 7 1,3 1 859,-3 2 0,-4 3 818,-4-3 0,-14 8 0,-1 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39.326"/>
    </inkml:context>
    <inkml:brush xml:id="br0">
      <inkml:brushProperty name="width" value="0.08571" units="cm"/>
      <inkml:brushProperty name="height" value="0.08571" units="cm"/>
      <inkml:brushProperty name="color" value="#E71224"/>
    </inkml:brush>
  </inkml:definitions>
  <inkml:trace contextRef="#ctx0" brushRef="#br0">209 89 7846,'6'-11'576,"-2"0"-127,-3 0-36,-1 0 90,0 0-158,0 5 0,4 2-228,-1 8 1,1 3 93,-4 8 1,0 2-231,0 5 1,-5 5 86,-2 2 1,-3 3-175,-1 1 0,-5 4 101,-2 0 1,-3 4-107,-1 0 1,0-2 83,0 1 0,1-5 54,2-2 1,4-1-34,4-7 0,4-4 29,4-6 0,3-8-108,3-3 0,4-3 71,4-1 1,4 0-162,4 0 1,3-1 108,4-3 0,1-2-244,2-5 1,2 0 30,-6 0 0,5 2-80,-5-2 1,5 3 122,-4-7 0,-2 3 65,-6 1 1,2 0 144,-5 0 1,-1 0-93,-3 0 0,-1 0 199,-2 0 0,0 0-74,-4 0 137,0 0 1,-4 0 221,0 0-67,0 4-146,0-2-73,0 3-83,0-1 0,0 1 76,0 3-6,0 1-2,0-3 239,0 5-229,4 0 0,-2-1-3,1-2-26,-1 1 1,-2-4 38,0 3 134,4 1-166,-2-7 0,3 6 156,-5-4 50,0 4-128,0-7 100,0 9-85,0-9 119,0 9-89,0-9-188,-5 9 143,-1-4-75,-5 5 1,0 4 10,-1 0 1,1 8-11,0-1 1,0 7 88,0 1 1,0-2-73,0 1 0,2 1-78,1 3 0,3 0 84,5 0 0,0-4-163,0 0 1,5-4-70,3 1 1,3-4-179,3-4 1,3 2-483,5-6 1,1 1 357,-1-4 0,0-5-441,0-2 0,3-4 82,1-4 813,0 3 0,20-43 0,7-5 0</inkml:trace>
  <inkml:trace contextRef="#ctx0" brushRef="#br0" timeOffset="308">892 45 7846,'-6'-11'275,"3"0"0,-2 3 945,1 1-273,0 5-680,4-3 0,0 6 48,0 3 1,-1 3-78,-2 8 0,0 3-134,-4 8 0,-2 2 71,-6 5 1,2 4-397,-5-1 0,4 6 90,-1-1 0,3 0-33,1 0 0,4-7 51,-1-5 1,6-5-76,-2-2 1,8-5-253,3-6 0,7-5 119,1-2 0,4-3-388,0-1 1,1-5 279,2-2 0,0-7-179,0-1 1,1-3 607,-1 3 0,0-19 0,0-1 0</inkml:trace>
  <inkml:trace contextRef="#ctx0" brushRef="#br0" timeOffset="472">716 232 7846,'-22'-5'0,"6"3"1487,5-5-971,0 4 1,15-3-986,-1 2 0,12 2-168,7-6 1,5 5-1030,6-5 1666,5 1 0,50-19 0,-35 12 0,0-1 0</inkml:trace>
  <inkml:trace contextRef="#ctx0" brushRef="#br0" timeOffset="664">1212 23 7846,'-7'0'928,"-1"0"0,5 0-713,-5 0 0,5 1-328,-5 3 1,5 3-700,-5 8 0,1-2 460,-4 6 0,4-5 352,-1 5 0,6 24 0,-3 9 0</inkml:trace>
  <inkml:trace contextRef="#ctx0" brushRef="#br0" timeOffset="1215">1389 199 7846,'11'0'-43,"-5"0"260,4 0 248,-9 0 1,4-1 289,-5-3-569,0 3-20,0-4 1,-5 5-76,-3 0 0,2 0-152,-1 0 0,0 0 67,-4 0 0,0 1-167,0 3 0,-1-2 62,1 6 1,4-5-92,0 5 1,-1-4 26,-3 3 1,4-1 34,0 1 0,3 3 69,-3-3 1,4 3-32,0 1 0,1-2-161,2 2 0,0-6 69,0 6 0,2-3 80,1 3 0,5 0 0,6 0 1,0-3 128,4-1 1,-3-3-71,3 3 1,-3-1 11,3 2 0,-4 0 310,0-4 1,-5 3-135,-2-3 1,-4 1 388,0-1 1,-6-2-212,-5 5 0,-3-4-92,-3 0 1,-5 2-55,-6-1 1,1 3-541,-1-3 1,-2 3 264,1-3 0,4 0-1875,4-4 1973,4 0 0,23-5 0,10-1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45.368"/>
    </inkml:context>
    <inkml:brush xml:id="br0">
      <inkml:brushProperty name="width" value="0.08571" units="cm"/>
      <inkml:brushProperty name="height" value="0.08571" units="cm"/>
      <inkml:brushProperty name="color" value="#E71224"/>
    </inkml:brush>
  </inkml:definitions>
  <inkml:trace contextRef="#ctx0" brushRef="#br0">11 176 7826,'-6'-11'343,"3"0"-123,1 0 222,2 0-325,5 0 1,1 2 90,5 1 0,0 2-156,1 2 0,0 3 100,2-3 0,0 0-177,4 0 0,-3 0-97,3 4 1,-3 0-158,3 0 0,-5 5 115,-2 2 1,-1 3 64,-7 1 0,1 4-2,-4 0 1,-1 6 49,-3 1 0,-6 0-59,-5 3 1,-3 2 33,3-1 0,-1 3 25,2-3 0,0 1-49,-4-1 0,4-3-72,0 3 0,5-3 37,2-1 0,4-5 60,0-2 0,1-3 71,2-1 0,5-5-87,3-2 0,6-3 147,5-1 0,-2-5-86,1-2 0,1-3 132,3-1 0,0-5 22,0-2 0,0-3 118,0-1 1,-1 0-52,-3 0 0,-2 0-81,-5 0 0,4 0-1,-1 0 0,-2 0-21,-5 0 1,-1 3-122,1 1 0,2 4 125,-5 0-347,4 1 67,-7 7 22,9 1 1,-10 10 34,0 3 0,-1 6 93,-6 5 1,-1 2-67,-3 1 0,0 0 50,0 0 1,4 0-59,-1 0 1,2 0 53,-1 0 1,2 0-108,5 0 1,0-1 151,0-3 0,5-2 186,2-5 1,8-5 381,3-2 0,3-3-295,1-1 1,2-8 215,1-3 1,-1-11-166,1-1 0,2-6 439,-1 0 1,2-7-287,-6-1 1,-1-1 33,-6 2 1,-7 0-196,3-4 0,-7 4-281,0-1 0,-3 8-865,-1 3 0,0 8 356,0 3-3144,0 8 3631,-5 2 0,-6 34 0,-6 8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49.332"/>
    </inkml:context>
    <inkml:brush xml:id="br0">
      <inkml:brushProperty name="width" value="0.08571" units="cm"/>
      <inkml:brushProperty name="height" value="0.08571" units="cm"/>
      <inkml:brushProperty name="color" value="#E71224"/>
    </inkml:brush>
  </inkml:definitions>
  <inkml:trace contextRef="#ctx0" brushRef="#br0">115 34 7580,'0'-8'36,"0"1"381,0 5-199,0-3 1,4 4 165,0-3-63,-1 3 64,-3-4 338,0 5-539,0 5 0,0 2-133,0 8 1,-3-2 70,-1 6 1,-3-5-218,3 5 1,-5-1-70,2 4 0,1-1-73,-2-3 1,1 3-1,-4-3 0,4 0 86,-1 0 1,1-5-512,-4 2 0,4-3-123,-1-1-104,6 0 889,-8 0 0,28-19 0,2-6 0</inkml:trace>
  <inkml:trace contextRef="#ctx0" brushRef="#br0" timeOffset="1266">270 67 6342,'0'-6'93,"0"1"0,0 4 526,0-3-176,0 3-117,0-4 49,4 5 263,-2 0-219,3 0 23,-5 0 1,-2 5-270,-1 2 0,0 7 62,-4 0 0,1 6-233,-2-2 0,-1 3-41,1 1 0,-2 0-62,-1 0 1,4-3-110,0-1 1,3-5 103,-3 2 1,3-3-983,-3-1 509,4 0-539,-2-4 1118,5-3 0,10-28 0,2-7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0:51.631"/>
    </inkml:context>
    <inkml:brush xml:id="br0">
      <inkml:brushProperty name="width" value="0.08571" units="cm"/>
      <inkml:brushProperty name="height" value="0.08571" units="cm"/>
      <inkml:brushProperty name="color" value="#E71224"/>
    </inkml:brush>
  </inkml:definitions>
  <inkml:trace contextRef="#ctx0" brushRef="#br0">221 0 6524,'7'0'491,"1"0"466,-6 0-445,8 0-90,-9 0 266,4 0-186,-5 0-287,-5 0 1,-2 1-93,-8 3 1,2 2 86,-6 5 1,5 5-161,-5 2 1,1 3 117,-4 1 0,1 4-141,3 0 1,-2 4 17,5 0 1,1-2-264,2 1 1,3 0-137,1 0 0,3-2-298,5-5 1,2-4-425,1 1 1,2-6 116,3 2 959,1-8 0,7-7 0,8-6 0</inkml:trace>
  <inkml:trace contextRef="#ctx0" brushRef="#br0" timeOffset="1202">375 132 6530,'-1'-6'431,"-3"3"-60,3 1 1,-4 1-29,5-3-154,0 3 202,0-4-326,0 5 63,5 0 1,-2 0-34,4 0 10,0 0 1,4 0-89,0 0 1,2 0 20,1 0 0,-1 0-124,1 0 1,-2 0-10,0 0 1,-1 0 101,0 0 0,0 4-87,0 0 0,-4 1 118,0-2-123,-4-2 86,2 9 0,-7-5-44,-1 3 1,-3 1 5,-5-1 0,-2-2-5,-1 1 1,0-1-24,-4 2 1,1 0 45,-2-4 0,3 3 7,5-3 0,-3 3-42,-1-3 105,0 5-93,4-8-192,0 9 186,5-9 23,1 4 1,6-5 70,3 0-70,2 0 0,5 0 53,0 0 0,0 0-55,0 0 1,0 0 55,0 0 0,0 0-42,0 0 1,0 0 58,0 0 0,0 1-38,0 3 11,1-3 35,-1 9 0,-2-8-47,-1 5 1,0-3 94,-4 3 0,0-3-80,-4 3 0,0 1 17,0 3 0,-2-4-11,-1 1 1,-3-2-34,-5 1 0,-2 3-15,-1-3 0,0 2-8,-4-2 0,-1 2-36,-3-6 1,2 2 67,1-1 0,-2-3-262,3 3 0,1-3 65,-2-1 0,6 0-418,-2 0 0,3-1 610,1-3 0,20-12 0,4-7 0</inkml:trace>
  <inkml:trace contextRef="#ctx0" brushRef="#br0" timeOffset="1825">651 88 7852,'0'-11'359,"0"5"1,1-2-175,3 4 1,-2 0 88,6 4 0,-1 1 43,4 3 0,0 2-192,0 5 0,4 5 114,-1 3 1,1 3-160,-4 3 0,0 0 6,0 4 1,-5-4-164,-2 0 0,-3 2-54,-1-1 0,-2-1 85,-6-7 1,0 2-9,-11-6 1,1 1 92,-4-4 1,1-4-529,3 1 0,-3-5 216,3 5 0,2-6-353,1 2 0,6-4 626,2-4 0,34-17 0,5-8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1:13.818"/>
    </inkml:context>
    <inkml:brush xml:id="br0">
      <inkml:brushProperty name="width" value="0.08571" units="cm"/>
      <inkml:brushProperty name="height" value="0.08571" units="cm"/>
      <inkml:brushProperty name="color" value="#E71224"/>
    </inkml:brush>
  </inkml:definitions>
  <inkml:trace contextRef="#ctx0" brushRef="#br0">287 54 7890,'0'-11'0,"0"0"1387,0 0-839,0 0 1,-5 5-150,-2 3 0,-7 3-207,0 3 0,-6 3-87,2 5 1,-3 4-133,-1 0 0,0 4 102,0 0 0,1 2-31,2 1 1,0-4 8,4 0 0,0 1-661,4 3 1,2-5 126,1-2 1,3-3-99,5-1 0,2 0 246,1 0 1,3-5-48,5-2 1,4-3 218,0-1 0,4-5-66,0-2 0,2-7 95,1 0 1,0-2-66,0 1 0,0 1 316,0-4 0,-4 3 10,1-3 0,-5 3 25,5-3 1,-6 1 398,2-2 1,-3 2-285,-1 3 0,-4 3 1103,1-1-554,-6 1 411,3 10-791,-5-4 1,-3 10-60,-1 3 1,-4 1-151,5 2 1,-5 2-1,5 1 1,-5 4-257,5 4 0,-5-2 89,5-1 0,-1 2-830,4-3 0,0 2 404,0-2 0,0 2 364,0-6 0,74-38 0,17-14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1:14.569"/>
    </inkml:context>
    <inkml:brush xml:id="br0">
      <inkml:brushProperty name="width" value="0.08571" units="cm"/>
      <inkml:brushProperty name="height" value="0.08571" units="cm"/>
      <inkml:brushProperty name="color" value="#E71224"/>
    </inkml:brush>
  </inkml:definitions>
  <inkml:trace contextRef="#ctx0" brushRef="#br0">133 320 7866,'0'-6'1409,"0"1"1,-1 7-1170,-3 1 0,3 5 15,-3 6 1,2 3-43,-2 5 1,2 5-41,-6 3 1,1 3-68,-4 4 0,0-3-160,0 3 1,0-3-523,0-1 1,1-1 353,3-3 0,-2-5-630,5-6 0,-3-8-62,3 1 152,1-8 1,3-3 373,0-7 1,4-9 387,4-6 0,0 0 0,0-4 0,6-31 0,-1-8 0</inkml:trace>
  <inkml:trace contextRef="#ctx0" brushRef="#br0" timeOffset="199">100 364 7866,'5'-25'-26,"2"-1"0,3 4 128,1 4 0,0 5 202,0 2 1,0 1-93,0 7 1,4-1-1,-1 4 1,6 0-86,-2 0 1,3 0 48,1 0 0,4 5 5,0 2 1,1 4 44,-2 4 1,-6-1-259,-1 4 0,-9 0 67,-6 4 1,-3 0-159,-3 0 0,-12 1 14,-7-1 1,-9-2 125,-2-1 0,0-3-63,-4-5 0,4-1 33,4-3 0,6-2-789,4-5 0,9 0 57,-1 0 745,8-5 0,57-31 0,19-11 0</inkml:trace>
  <inkml:trace contextRef="#ctx0" brushRef="#br0" timeOffset="660">827 409 7884,'7'-11'0,"-4"-1"0,-2 1 630,-1 0 1,0 0-53,0 0 0,-4 4 57,-4 0 1,-5 1-183,-2-2 1,-5 3-174,2 5 0,1 0-108,-1 0 0,-5 6 43,-2 5 0,-1 2-232,4 5 0,4 0 120,-1 5 0,5-1-261,-5 0 1,9 0-150,-1 0 0,4 0-315,0 0 1,2-1-91,5-3 1,0 2 321,0-6 0,5-3 4,2-3 1,4-6 66,4 2 0,-2-3 34,6-1 0,-5-6 43,5-5 0,-1-1 110,4-7 0,-4 2 81,1-1 1,-5-3 215,5 3 0,-6-3 420,2-1 1,-3 0-354,-1 0 0,0 3 380,0 1 0,-3 4 93,-1 0 51,-4 6-383,1-2 1,-4 10-233,0 0 1,0 5-57,0 6 1,-1 2-145,-2 1 1,1 2-576,-1 3 1,1 1 371,2-1 0,0 2-800,0 1 1,0-1 476,0-3 0,0 2-479,0-6 1064,0 1 0,5-14 0,1-2 0</inkml:trace>
  <inkml:trace contextRef="#ctx0" brushRef="#br0" timeOffset="952">1015 331 7884,'0'-7'1354,"0"0"-868,0-1 1,3 1 455,1 0-664,0 4 1,0-1-195,-1 8 1,2 4 40,-1 6 0,-3 0-77,3 4 1,-3 0-99,-1 4 0,0 2-379,0 1 1,-1-1-100,-3 1 1,2-2 293,-6-5 0,5 2 387,-5-6 1,4 1-218,-3-4 1377,5 0-869,-8-5 0,9-2-34,-3-8 1,3-2-55,1-5 1,5-5 69,2-2 1,4-3-573,4-1 0,-1 0 170,8 0 1,-1-5-1136,9-3 0,0 2 574,7-1 1,1 4 536,2 0 0,18 1 0,0 2 0</inkml:trace>
  <inkml:trace contextRef="#ctx0" brushRef="#br0" timeOffset="1525">1533 364 7884,'6'-11'350,"-2"0"1168,-3 0-991,-1 0 1,-5 5-96,-2 3 0,-7 1-169,0 2 0,-6 5-153,2 3 0,-3 1-53,-1 2 0,0 2-177,0 1 1,4 2 156,4 3 0,2 1-119,1-1 1,1-2-571,2 1 0,3-4 270,5 1 0,0-2-268,0 2 1,2-7 250,1 3 0,3-7-13,6 0 0,2-3 64,1-1 1,1-1 132,-1-3 0,0-3 523,4-8 1,2 3-253,-3-3 1,-1-1 113,2 1 0,-5-3-46,5 3 1,-6-4 368,2 0 1,-3 0-208,-1 0 1,-4 0 323,1 4 1,-6 0 278,2 4-20,-3 0-474,-1 0-407,0 5 61,-5 6 1,4 10 110,-3 5 0,-1 1-323,2-2 0,-1 0-135,4 4 0,0 0-276,0 5 1,0-3 17,0-1 1,0 2-432,0-3 0,4-2-202,-1-1 1189,1-3 0,11-11 0,3-2 0</inkml:trace>
  <inkml:trace contextRef="#ctx0" brushRef="#br0" timeOffset="2159">1720 320 7884,'0'-11'343,"0"0"1,0 4 1446,0 0-443,0 4-939,0-2 1,2 6-128,1 3 0,-1 6-66,1 5 0,-2 4-313,-1 0 1,0 1 151,0 2 1,0 1-453,0-1 1,0 0 168,0 0 0,0 0-79,0 0 1,0-1-4,0-3 0,0-2-245,0-5 356,0 0 0,-1-1-85,-2-3 3,1-2 0,-3-10 90,5-2 1,4-7 25,0 0 0,4-6 97,0 2 1,1-3-31,2-1 1,1 0 154,-1 0 0,3 0-80,1 0 0,3-1 330,-3 1 0,5 2-145,-2 1 1,-2 3 347,-1 5 0,1 1 132,-2 3 202,1 2-530,-4 5 0,-5 5-56,-2 2 0,-3 3-309,-1 1 0,0 5 119,0 3 1,0-2-366,0 1 1,0-1 158,0 2 1,-1 0-239,-3-4 0,3 3 149,-3-3 1,3 3 13,1-3 0,-1-4-32,-3-4 106,3 1 100,-4 3-156,5-5 14,0-1 123,0-15 1,0 3 109,0-8 0,1-1-102,3 1 1,-2-3 222,6 3 0,-2-3 45,1 3 1,3-3 67,-3 3 1,3-3-24,1 3 0,0-3-117,0 3 0,0 0-51,0 4 0,0 0 47,0 0 0,0 4 56,0 0 1,2 4-52,1-1 0,-5 3-25,2 1 1,-4 5-37,0 2 0,2 4-95,-5 4 1,-1 1-255,-3 2 0,0 3 161,0-2 1,0 0-244,0 0 0,0 0 170,0-4 0,0 3-968,0-3 0,0 3 479,0-3 0,0-4-505,0-4 1170,0-4 0,20-13 0,5-8 0</inkml:trace>
  <inkml:trace contextRef="#ctx0" brushRef="#br0" timeOffset="2534">2338 420 7884,'1'-7'586,"3"4"1,-3 0-363,3 0 0,2 1-9,1-1 0,-1 2 54,1 1 0,1 0-123,3 0 0,0 0-195,0 0-145,0-5 1,0 2 230,0-4 0,0 3-289,0-3 1,-1 3 163,-3-3 1,2-1-92,-6-3 0,1 0 12,-4 0 0,0 4 195,0 0 1,-5-1-59,-2-3 0,-3 4-30,-1 0 0,-4 4 9,1-1 0,-2 3 30,1 1 1,2 4 745,-6 0 1,6 5-287,-2 2 1,6 2 52,2 5 1,3 0-130,-3 4 0,5 0-363,-2 1 1,3-1-113,1 0 0,5-2-155,2-1 1,3 0-334,1-4 0,5 0 298,2-4 1,3-5-228,1-2 1,4-4 168,-1-4 1,6-2-320,-2-5 1,3-5 249,1-2 0,-1-7 429,-2-1 0,0-1 0,-4 2 0,0 1 0,-9-17 0,-1 0 0</inkml:trace>
  <inkml:trace contextRef="#ctx0" brushRef="#br0" timeOffset="2734">2823 67 7884,'-10'-17'0,"3"2"0,-2 3 678,5 1 178,1 5 1,2 1-159,-3 5 1,3 1-272,-3 3 1,3 3 209,1 8 0,0 2-217,0 5 0,0 1-284,0 3 1,0 1 78,0 2 0,0 3-164,0-3 1,0 7-453,0 1 1,0 3-616,0-3 1,-4 0-570,0-4 1,-3-2 685,3-1 1,1-4-537,3-8 1435,0-2 0,0-10 0,19-35 0,6-14 0</inkml:trace>
  <inkml:trace contextRef="#ctx0" brushRef="#br0" timeOffset="3376">2779 342 7880,'11'0'0,"0"0"492,0 0 0,3 0-52,1 0 0,4 0-96,-5 0 1,6 4-131,-2 0 1,3-1-119,1-3 0,-1 0 4,-3 0 1,3 0-84,-3 0 0,2 0 44,-2 0 0,3-3 45,-2-1 1,-2-5-463,1 2 0,-4-3 167,0-1 0,-5-3-29,-2-1 1,-4 0 71,0 4 1,-6 0 105,-5 0 1,-5 1 39,-2 3 1,-4 2 140,0 5 0,-3 1-115,-4 3 1,7 2-15,-3 5 1,6 5 9,-2 2 0,4 3 12,-1 1 1,7 0-207,0 0 1,6 0 112,-2 1 1,3-1-270,1 0 1,6 0 38,5 0 1,1-4-72,7 0 0,0-8 235,7 1 0,-3-7-26,3 0 0,1-4 161,-1-4 1,1-2-120,-1-5 0,-7-4 207,3 0 1,-3-4-8,-1 0 0,2 2-12,-6-1 0,1 0-76,-4-5 1,-1 3 171,-3 1 0,2-2 74,-6 3 0,1 2 87,-4 1 0,0 7 17,0 1 1,0 3 197,0-3 56,0 4-376,0 8 1,0 2-153,0 8 1,0-2 76,0 2 0,0-1-287,0 4 0,1 0-52,3 4 0,-2 1-32,6-1 0,-6 0-427,2 0 0,1 0 311,-2 0 0,5 0-189,-5 0 1,2-5-201,-1-2 1053,-3-3-341,4-6 1,-5-2 838,0-8 0,0-2-123,0-5 1,0-5 170,0-2 1,0-3-237,0-1 0,1-2-255,3-1 0,2 1-297,5-1 0,5-2 98,2 1 0,8 0-518,4 4 0,0 1-251,0 3 1,0 2-616,-4 5 1,-2 4 1194,-5-1 0,-23 16 0,-9-1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1:12.745"/>
    </inkml:context>
    <inkml:brush xml:id="br0">
      <inkml:brushProperty name="width" value="0.08571" units="cm"/>
      <inkml:brushProperty name="height" value="0.08571" units="cm"/>
      <inkml:brushProperty name="color" value="#E71224"/>
    </inkml:brush>
  </inkml:definitions>
  <inkml:trace contextRef="#ctx0" brushRef="#br0">374 110 7752,'1'-11'-229,"3"0"826,-3 0 0,4 4-156,-5 0 1,-1 4-176,-3 0 1,-2 1-173,-5 2 0,-4 2 110,1 1 1,-6 3-46,2 5 1,-3 2 27,-1 1 0,-4 0-170,0 4 1,-3 1 89,3 3 0,1 0-186,3 0 0,1 0 63,2 0 0,2-4-204,2 1 1,7-2-57,-3 1 1,7-2-49,1-5 0,6-4-25,5 1 0,3-6 90,3 2 1,5-8-17,6-3 1,0-3 95,4-1 1,-4-5-124,1-2 0,0-3 96,0-1 1,1 0 134,-1 0 1,-3 1 30,3 3 0,-7-3 189,0 2 0,-4 2 290,3-1 0,-8 4-255,1 0 0,-8 1 117,1 2 0,1 4 242,-1 0 787,-1 4-817,-3-2 0,-3 7-30,-1 1 0,-5 5-239,2 6 1,1 2-24,-1 3 1,-1 1-176,-3-1 1,0 2 112,0 1 0,1 0-65,3 0 0,-3 0 41,3 0 1,2-4-726,1 1 1,3-6-869,1 2 244,0 2 0,1-6-821,3 0 2035,2-5 0,64-60 0,-28 20 0,0 1 0</inkml:trace>
  <inkml:trace contextRef="#ctx0" brushRef="#br0" timeOffset="350">826 55 7890,'0'-11'0,"0"0"1438,0 0-501,-5 0-567,-1 5 1,-5 1-130,0 5 1,0 0-273,0 0 1,-1 4 72,-3 0 1,3 4-79,-3-1 0,3 3-146,1 1 1,0 0-160,0 0 1,5 0 52,2 0 1,-1 0 125,1 0 1,2 0-252,6 0 1,-2 1 102,5-1 0,4 0-15,4 0 1,4-4 50,-5 0 1,6-1 245,-2 2 1,2 2 28,-2-3 1,-2-1 155,-5 1 1,0-3 139,0 3 0,-1-3-154,-3 3 1,-2-3 642,-5 3 0,-5-4-344,-2 1 0,-8 0 64,-3 0 0,-4 4-85,-4-5 0,3 2-356,-3-1 0,-1-3-510,1 3 1,6-3-582,5-1 1,3-1 1025,1-3 0,54-32 0,13-11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1:19.750"/>
    </inkml:context>
    <inkml:brush xml:id="br0">
      <inkml:brushProperty name="width" value="0.08571" units="cm"/>
      <inkml:brushProperty name="height" value="0.08571" units="cm"/>
      <inkml:brushProperty name="color" value="#E71224"/>
    </inkml:brush>
  </inkml:definitions>
  <inkml:trace contextRef="#ctx0" brushRef="#br0">298 271 7845,'4'-11'673,"-1"0"16,1 0-415,-4 0 0,-9 5-63,-2 2 0,-7 3-146,0 1 1,-4 1 87,-4 3 1,1 2-63,-4 5 1,3 4 33,-3 0 1,6 4-206,1 0 1,2 1-6,9 2 1,-1-3-264,8-1 1,0 1 148,4 3 1,10-5-35,5-2 0,9-8 250,6-3 0,5-3-35,2-1 1,-2-5-26,-5-2 0,-1-5-145,-7-2 0,2-3-183,-10-5 1,0 0-397,-7-1 0,-2 3 767,-5 1 0,0-2 0,-15 4 0,-3-5 0</inkml:trace>
  <inkml:trace contextRef="#ctx0" brushRef="#br0" timeOffset="230">452 238 12125,'0'9'1049,"0"2"1,2 2-675,1 9 1,0 5-591,4 3 0,-3 2 226,3 1 0,-5 5-843,2 2 1,1-2 519,-1-1 1,-1-4-819,-3-4 0,0-3-517,0-8 456,-5-2 728,-1-10 0,-1-3 463,0-11 0,4 0 0,0-10 0,-8-50 0,-2-15 0</inkml:trace>
  <inkml:trace contextRef="#ctx0" brushRef="#br0" timeOffset="430">474 238 7845,'4'-11'0,"0"0"0,4 4 491,0-1 0,1 5-114,2-5 1,5 6 85,3-2 1,6 4-72,5 4 1,3 2-48,4 5 1,-3 1-122,3 3 1,-8 1-1,-3 2 1,-9 2-566,-6-5 1,-5 3 301,-6-3 1,-10-1-228,-4-2 0,-15-1 154,-4 0 1,-7-4-844,0 0 1,-2-4 59,1 0 895,4-1 0,28-22 0,6-4 0</inkml:trace>
  <inkml:trace contextRef="#ctx0" brushRef="#br0" timeOffset="680">926 62 7845,'0'-11'2327,"0"0"-1676,0 0 1,0 6 63,0 5 1,5 6-251,3 9 0,1 3 77,2 8 1,4-2-161,0 6 1,0 0-667,-4 7 1,2-3-385,-2 3 0,1-3-666,-8-1 0,0-1-262,-4-2 1,0-3-97,0-5 1692,-5-5 0,-16-16 0,-8-8 0</inkml:trace>
  <inkml:trace contextRef="#ctx0" brushRef="#br0" timeOffset="931">915 227 7845,'0'-11'0,"0"4"1365,0-1-892,0 1 1,10 1-54,5 2 1,6 3-149,4 1 0,5 0 73,7 0 1,-2 5-77,5 2 0,0 3-95,0 1 0,-2 5-60,-5 2 0,-5 0-133,-2 0 1,-8 0-295,-3 4 1,-8 0 170,-3 1 0,-3-3-366,-1-1 1,0 2 270,0-3 1,-1-2-639,-3-1 0,3-7-184,-2-1 1059,1-4 0,12-13 0,2-8 0</inkml:trace>
  <inkml:trace contextRef="#ctx0" brushRef="#br0" timeOffset="1072">1345 51 7845,'-17'-16'0,"1"7"304,5-2-296,5 3 1,2 3-9,8 5 0,41 29 0,15 13 0</inkml:trace>
  <inkml:trace contextRef="#ctx0" brushRef="#br0" timeOffset="2006">1422 249 7845,'8'0'1054,"-1"0"-683,-4 0 1,5 5-148,-4 3 0,1 1 0,-2 2 1,-1 5-14,1 3 0,0 1 13,0 3 1,-1 2-24,1 1 0,0 0-282,0-4 1,-1-1-258,1-3 1,0-2-1131,0-5 951,-1-5 282,8-1 0,-8-6-20,5-3 0,-1-3 130,2-8 0,0 1-53,-4-4 1,5 3 82,-2-3 1,-1 3-117,1-3 0,1 1 149,3-2 0,-4-1 69,1 1 1,-2 3 362,1 2 1,2 1-195,-6 2 1,5 0 419,-5 0-372,6 5 0,-7 1 204,6 5 1,-6 1-117,2 3 1,1 2 39,-2 5 1,5 2-202,-5 1 1,6 2-189,-2 3 1,-1 1-406,2-1 0,-1 0 302,4 0 0,-4 2-191,1-3 0,-2-2 122,1-1 1,2-3 204,-5-1 0,0-5-260,0-2 899,-3-3-482,4-1 1,-4-5-129,3-2 0,-3-3-61,3-1 1,1-4 19,-1 0 1,3-1 126,-3 2 1,4 0-94,0-4 0,-2 1 194,1-2 1,0-1-163,4 1 0,-3 3 471,-1 2 1,-1-2 397,2 1 129,1 0-557,-2 9-249,4 1 0,-2 6-225,-1 3 1,0 2 128,-4 5 1,0 4-188,-4 0 0,3 4-16,1 0 1,3-2-8,-3 1 0,5 1-259,-2 3 1,1-4 140,0 0 1,2-4-508,-3 1 0,3-3 315,1-1 0,0-1-338,0-3 1,0-2 246,0-5 1,0 0-80,0 0 1,0-5 127,0-2 0,-1-4 88,-3-4 1,3 1 253,-3-4 0,-1 1-87,2-2 0,-6 0 591,2 4 0,1-4-375,-2 0 0,1 2 677,-4-1 0,0 4-375,0 0 0,0 1 1322,0 2-694,0 5-200,0 1-503,0 5 0,4 5-47,-1 2 0,5 4-53,-4 4 1,4-1 41,-1 4 1,0-1-88,0 2 0,-1 1 87,1-1 1,3 2-523,-2 1 1,-2-2-249,1-1 0,-1 0-491,1-4 0,3 0 111,-2-4 1,1-1 390,2-3 1,0-2 534,1-5 0,13-39 0,5-10 0</inkml:trace>
  <inkml:trace contextRef="#ctx0" brushRef="#br0" timeOffset="2140">2128 51 7845,'-13'-15'1356,"1"0"-1161,4 1-692,8 8 1,5 6 496,2 7 0,13 8 0,3 2 0</inkml:trace>
  <inkml:trace contextRef="#ctx0" brushRef="#br0" timeOffset="2856">2393 238 7845,'-4'-11'-27,"0"0"1,-3 0 26,3 0 0,1 4 924,3-1 1,0 5-406,0-5 0,4 6-307,4-2 0,2 3-220,1 1 1,3 0 89,1 0 1,5 1 123,-2 3 0,2 2-12,-2 5 0,2 0-755,-6 0 1,1 1 302,-4 3 1,-1 1-373,-3 2 0,-2 3 204,-5-2 1,0-2 53,0 1 0,-4-1 193,1 2 0,-5 0 181,5-4 0,-5 0 234,5-4 1,-5 0-163,5 0 0,-1-4-96,4 0 0,5-3 40,2 3 1,7-4 139,0 1 0,6-3 11,-2-1 1,8 0-251,3 0 1,0 0-484,0 0 0,-1 0 252,2 0 0,0-5 410,-4-2 1,3 0-79,-3 0 1,0 0 277,-4-4 1,0 0-138,0 0 0,-5 0 111,-2 0 1,1 0 98,-2 0 1,1-4 115,-4 0 0,-4-3-61,1 3 1,-6-3-54,2 3 0,-3 0-142,-1 4 0,-1 1-20,-3 3 1,-2-1-162,-5 4 0,-4 0 98,1 4 1,-5 0-16,5 0 0,-6 5 104,2 2 0,-3 7-41,-1 1 1,5 1 18,2-2 1,3 0-25,1 4 1,5-1-8,2 2 1,4 1-3,4-1 1,8 2 139,10 1 1,10 0-83,8 0 1,8-5-112,3-2 1,3-8 156,1-3 0,-1-3-22,-2-1 1,-8-9-237,-7-2 0,-4-2 96,-4 2 1,-7-4-1528,-7 0 0,-8 1 758,-3 3 1,-3 0-3153,-1 0 3797,-10 0 0,-31-10 0,-18-2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1:18.821"/>
    </inkml:context>
    <inkml:brush xml:id="br0">
      <inkml:brushProperty name="width" value="0.08571" units="cm"/>
      <inkml:brushProperty name="height" value="0.08571" units="cm"/>
      <inkml:brushProperty name="color" value="#E71224"/>
    </inkml:brush>
  </inkml:definitions>
  <inkml:trace contextRef="#ctx0" brushRef="#br0">166 100 7804,'0'-11'-261,"0"0"1,0 0 448,0 0 464,0 0 1,0 0-147,0 0 0,4 3 531,-1 1-577,6 5 1,-7-3-134,6 5 0,-6 1 50,2 3 1,1 3-56,-2 8 1,1 3-154,-4 8 0,-1 2-36,-3 5 0,2 4-100,-6-1 1,5 6-477,-5-2 1,1 2 312,-4-1 1,0 0-863,0-4 1,0 0 477,0-4 1,3-6-490,1-5 0,1-5 423,-1-6 1,1-5-338,2-2 917,3-3 0,-14-50 0,3-12 0</inkml:trace>
  <inkml:trace contextRef="#ctx0" brushRef="#br0" timeOffset="377">1 298 7804,'0'-11'436,"0"0"1,1 4-319,2 0 1,4 4-248,4-1 1,1 3 9,3 1 0,2 0 141,5 0 1,8 0-125,3 0 0,7 0 94,-4 0 1,6 1-132,-2 3 1,-2 1 33,-1 2 1,-7 3-122,-5-3 1,-8 0 31,-6 0 0,-4-3 328,-7 3 0,-3 0-23,-4 4 1,-2 0-116,-9 0 0,-1 2-40,-3 1 0,2-1 12,1 1 0,0 2 235,4-1 1,4 3-19,4-3 1,4 0 191,-1-4 0,9 0-101,6 0 1,9-4-324,6 0 1,6-4 88,1 1 1,3-3-130,5-1 1,-5-6 100,-6-5 1,-4-2 86,-8-5 1,-7 0-75,-7-4 1,-3-2 4,-1-1 1,-9 1-309,-2-1 0,-7 5 127,0 2 0,-2 4-610,2-1 0,2 8 759,5 3 0,14 28 0,5 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11.338"/>
    </inkml:context>
    <inkml:brush xml:id="br0">
      <inkml:brushProperty name="width" value="0.08571" units="cm"/>
      <inkml:brushProperty name="height" value="0.08571" units="cm"/>
      <inkml:brushProperty name="color" value="#E71224"/>
    </inkml:brush>
  </inkml:definitions>
  <inkml:trace contextRef="#ctx0" brushRef="#br0">44 73 7897,'-6'-11'0,"1"1"286,0 3 0,4-3 463,-3 3-120,-2 2 76,5-5-499,-4 9 1,5-3-106,0 8 0,0 2 83,0 5 1,-4 0-122,1 0 1,-1 4 26,4-1 0,0 6-175,0-2 0,4-1 30,-1 2 1,2-6-187,-1 2 0,1-3-138,2-1 0,3 3 167,-3-3 0,3 2-32,1-5 0,0-4 28,0 0 0,1-3-86,3-1 0,-3 0 31,3 0 1,1-6 71,-1-5 0,3 0 108,-3-4 1,3 0 130,-3 0 0,0-5 170,-4 2 0,-2 2-106,-1 1 0,0-1 19,-4 2 0,3-1 111,-3 4 150,0 5 0,-4 0 248,0 2-293,0 3 0,-5 1-5,-3 7 1,2 7-98,-1 0 1,-4 7 95,-4 1 1,-1 1-96,2 7 0,0-1-28,-4 4 1,3 2 1,-3 1 1,1 0-5,-2 4 1,0-3-132,4 3 0,0-4 91,4 1 0,5-9-930,2-6 0,3-5 422,1-6 0,1-5-818,3-2 0,7-4 564,7-4 0,3-3 594,1-8 0,44-51 0,-27 24 0,0 1 0</inkml:trace>
  <inkml:trace contextRef="#ctx0" brushRef="#br0" timeOffset="424">606 360 7799,'0'-11'1758,"0"0"-1250,0 0-194,0 4 1,-1 2-47,-3 5 1,2 0-99,-5 0 0,-4 2 36,-4 1 1,-5 7-36,2 5 1,-3 4-51,-1 0 0,0 5-128,0 2 0,1 1 24,3-1 1,-2-2-199,6 6 1,0-10 1,7 3 0,2-9 67,5 1 1,2-8-17,6-3 0,4-3 48,10-1 0,1-6-106,3-5 1,-2-6-133,6-9 1,-6 3-237,2-3 1,-4-1-322,-4 1 0,-2 1 379,-5 3 0,-1 3 241,-2 1 1,-4 7 254,-4-4 0,-14 15 0,-5-3 0</inkml:trace>
  <inkml:trace contextRef="#ctx0" brushRef="#br0" timeOffset="858">750 360 7799,'3'-8'436,"1"1"0,1 4 325,-1 0 69,-3-3-485,4 4 0,-5 2 20,0 8 1,0 2-151,0 1 1,0 1-37,0 3 1,-4 0-140,0 4 0,-3 2 59,3-3 0,-3-1-229,3 2 0,-1-5 130,2 5 1,2-2 56,-3 1 0,-1-2-146,1-5 1,1 0-469,3 0 1,0 0 197,0 0 1,1-5-60,3-2 0,2-3-130,5-1 0,5-6 178,2-5 0,4-2-33,4-9 0,1 1 151,2-9 0,2 5 306,-6-5 1,5 4-131,-4-3 1,-2 5 53,-6-2 0,-2 7 250,-5 5 0,-3 2 915,-1 1-272,-4 4-211,1 2 0,-5 7 4,-2 1 0,1 4-264,-1 4 0,-2 1-296,1 2 1,-3 0 79,3 4 1,-1 1-323,1 3 0,3-1 171,-2-3 1,0 2-381,-1-6 1,3 5-382,-2-5 0,1 1-1726,2-4 2454,5-5 0,21-16 0,9-8 0</inkml:trace>
  <inkml:trace contextRef="#ctx0" brushRef="#br0" timeOffset="1459">1896 349 7789,'1'-11'-190,"2"0"1472,1-1-818,-1 1 1,-3 4-22,0 0 0,-5 4-184,-2 0 0,-3 1 87,-1 2 0,-1 2-68,-3 1 1,-2 3 9,-5 5 1,-4 2-100,1 1 0,-5 4 25,4 4 1,-3 0-254,3 0 0,4 0 97,4 0 1,4 0-136,0 0 1,6 0 65,5 0 0,1-4-889,2 1 0,7-7 58,4-1 0,6-1-280,9-7 0,2 1 288,5-4 1,1-1 833,3-3 0,6-13 0,7-6 0,6-4 0,-1 0 0</inkml:trace>
  <inkml:trace contextRef="#ctx0" brushRef="#br0" timeOffset="1865">2227 371 7789,'0'-11'598,"0"0"0,-4 3 231,1 1-622,-6 4 0,3-1 80,-5 4 0,-1 0 89,-3 0 1,1 6-237,-4 5 0,3 0 40,-3 3 1,0 4-137,-4 0 1,3 1 120,1 0 0,3 3-217,-3 0 1,4-4 31,0 4 1,1-2-320,2 2 1,5-1-176,3-3 227,1 3 1,4-10-232,1 0 1,5-5 149,6-6 0,3-2-330,5-6 1,4 0 230,0-11 1,1 1 137,-1-4 1,-3 0 328,3 0 0,-7 0 0,0 0 0,-5 0 0,5 0 0,-6 0 0,2 0 0,-3 1 236,-1 2 1,-4 4-16,1 4 1121,-6 0-930,3 4 1,-5 5 64,0 9 0,-5 1-96,-2 6 1,1 3-426,-2 2 1,1 2-131,-4 1 1,0 0-131,0 0 1,4 0-40,-1 0 1,1 1 152,-4 3 0,4-6-551,-1 2 1,4-4 277,-3 0 0,5-2 463,-2-5 0,3-5 0,45-40 0,11-15 0</inkml:trace>
  <inkml:trace contextRef="#ctx0" brushRef="#br0" timeOffset="2292">2425 360 7789,'5'-11'1955,"1"0"-1491,1 4 1,-3 4-86,-4 6 1,0 4-108,0 4 0,-1 3-242,-2 1 1,0 5 69,-4-2 1,-1-1 130,-3 1 1,0 1-307,0 3 0,4-1 98,0-3 1,-1 2 108,-3-6 1,0 5-234,0-5 0,4 1-173,-1-4 1,5 0-50,-5 0-194,6-5 383,-3-1 0,6-6-294,3-3 0,2-2-17,5-5 1,0-5 140,0-2 1,4 1 193,0-2 0,3-1-75,-3-3 1,3-1 165,-3 6 1,4-3-97,0-1 1,0 1 120,0 3 0,0-2-11,-4 5 0,3 4 310,-3 4 1,0 3 305,-4-3-185,0 4 0,-5 3-106,-2 8 1,-3 3-77,-1 3 1,0 4 182,0 4 0,-5-3-71,-2 3 1,-2-2-30,2 6 1,-3-4-96,3-4 1,0 3 28,0-3 1,5 2-205,-2-2 1,-1-2-175,1-5 0,1 0-1212,3 0 0,5-5 708,2-2 0,3-4 621,1-4 0,34-61 0,-18 23 0,0 0 0</inkml:trace>
  <inkml:trace contextRef="#ctx0" brushRef="#br0" timeOffset="2890">3285 84 7713,'0'-11'260,"0"0"0,0 0 0,0 0 1709,0 0-1075,0 5-388,5 1 1,-4 15-141,3 4 1,-1 11-150,0 4 1,-2 4-20,3 4 0,-4 3-166,-4 8 1,-2-1-148,-5 4 1,-5-3-297,-2 3 1,-3-4-719,-1 1 0,4-7 564,-1 0 0,2-12-514,-1-3 1,6-9 489,4-10 1,6-3 588,-2-8 0,3-2 0,20-39 0,6-9 0</inkml:trace>
  <inkml:trace contextRef="#ctx0" brushRef="#br0" timeOffset="3699">3164 448 7713,'-7'0'-394,"-1"0"0,6-1 1485,-2-3-679,3 3 0,2-4-121,3 5 0,3 3-69,8 1 1,2 5-320,5-2 1,1-2 97,3-1 0,-1 0 3,4 0 1,-1 0 77,2-4 0,0 0 50,-4 0 1,0 0-682,-4 0 1,0-5 259,0-2 0,-5-1 88,-2-3 1,-3 3 33,-1-7 1,-1 1 266,-3 0 0,-2 2-59,-5-3 1,0 3 80,0 1 0,-5 3 10,-2 1 1,-7 4 111,0 0 0,-5 2 30,4 1 1,-3 4-57,3 4 0,-3 3-223,3 3 1,1 0 97,3 4 1,0 1-160,0 3 1,3 0 88,1 0 1,4 0-297,0 0 1,3 0 115,3 0 1,4-4-32,4 1 0,4-9 26,4 1 1,3-4 47,4 0 1,-2-3 88,6-8 0,-5-3-78,5-8 0,-1-2 104,4-5 0,-4-4-70,1 1 1,-4-6 59,3 2 1,-1-3 21,2-1 0,-3 0-1,-5 0 0,-4 3 74,0 1 0,-1 1-61,2-2 0,-3 4 323,-5 8 1,-4 1 61,1 2 828,-6 8-825,3-3 0,-10 11 2,-2 3 1,-3 3-148,-1 8 0,-1 2-165,-3 5 0,3 0-50,-3 0 1,-1 4 92,1 0 0,1 1-338,3-2 1,-2 0 128,-1 4 1,5-3-403,-2 3 1,6-4 228,-2 1 1,4-2-190,0 2 1,3-7 153,3 4 1,3-10 108,5-2 1,0-4 118,0-3 1,2-4-75,1 0 0,0-5 186,4-6 0,-1-4-45,2 1 0,2-7 7,-3-1 0,-1-1-65,2-7 1,-1 1 91,4-4 0,-4-2-7,1-1 0,-1 1-46,4-1 0,0-4 90,0 0 1,-1 2-70,-3 1 1,2 8 117,-5 3 1,-2 8-6,-5 3 255,1 8-220,-7 2 0,-2 10 71,-8 2 0,-2 8-25,-1 3 1,-3 4 78,-1 4 0,-3-2-226,3 6 1,-3-2 73,3 1 0,-4 3-104,5-2 1,-5 0 91,5 0 1,0 2-240,7-3 1,-2-1 70,6 1 0,-1-2-58,4-1 1,0-1-77,0-11 1,5 0-55,2-7 1,3 2-755,1-6 1,1 0 452,3-7 0,-3-2-1460,3-5 1982,-3 0 0,4-34 0,1-9 0</inkml:trace>
  <inkml:trace contextRef="#ctx0" brushRef="#br0" timeOffset="4203">4851 84 7713,'0'-18'0,"0"0"1894,0 3-779,0 0-23,0 4-704,0 5 0,0 6-34,0 7 0,0 8-50,0 3 0,0 8-94,0 3 1,0 3-309,0 1 0,0 4 143,0 0 0,-4 7-696,0-4 1,-4 4 341,0-7 0,2 3-781,-1-3 0,1-1 452,-1-7 1,0-3-1253,4-8 984,1-2 906,-2-10 0,8-50 0,3-17 0</inkml:trace>
  <inkml:trace contextRef="#ctx0" brushRef="#br0" timeOffset="4677">4674 304 7713,'-5'-6'-1237,"4"-3"989,-2 1 1,1 2 1202,2-1 0,0 3-317,0-3 0,5 1-311,3-2 0,3-2-225,3 3 1,3 1 119,5-1 1,4-2-162,0-6 0,3 3 91,-3-3 0,5 3-245,-2 1 0,2 1 88,-2 3 1,-6-2-221,-4 6 0,-9-1 160,1 4 0,-8 1 97,1 3 0,-4 6 207,-4 4 0,2 7-78,-6 1 1,1 2 14,-4 5 0,0-3-29,0 3 0,4-2-94,-1 6 0,6-6 97,-2 6 1,3-6-420,1 2 0,0-3 8,0 4 1,0-11-140,0 0 1,1-6 133,3-2 0,-2-4 53,6 1 1,-5-6-42,5 2 0,-1-8 62,4-3 1,4-7-79,-1 0 0,2-6 120,-1 2 1,-3-3 214,3-1 0,-1 0 98,0 0 1,-2 1 113,3 3 1,-3-2 15,-1 5 0,-3 1-110,-1 3 0,-1 3-60,2 1 107,1 4 48,-7 3 0,4 10-121,-3 5 0,-1 4-239,1 0 1,-1 2-128,-2 1 1,1 1-135,2 3 1,-1-3-361,1 3 1,0-7 324,0 0 1,0-2-181,4 1 0,-1-2 558,2-5 0,26-19 0,3-6 0</inkml:trace>
  <inkml:trace contextRef="#ctx0" brushRef="#br0" timeOffset="5300">5578 393 7713,'-5'-14'230,"-2"3"0,-3-1 374,-1 8 1,0 1-167,0 3 0,-3 0-138,-1 0 1,0 6-118,4 5 0,0 1 39,0 6 1,0-1-322,0 2 0,4 2 119,-1-3 0,6-1-348,-2 2 0,-1-2-63,2 1 1,-1-1-58,4-2-38,0-3 1,4 4-221,-1-5 508,6-5 1,-3-1-23,5-5 0,0-1 95,0-3 0,4-2-50,-1-5 1,2-4 229,-1 1 0,-1-6 30,4 2 0,-5 1-22,2-2 1,-1 1 308,0-4 0,-1 3-177,1 1 1,-5 1 433,-2-1 1,-4 2 105,0 5 98,-2 0-473,-1 4 0,-4 4-235,-4 6 1,2 4-108,-1 4 0,1 3-126,-2 1 0,0 5-87,4-2 1,-1 2 126,1-2 0,3 2-474,-2-6 0,1 5 236,2-5 1,4 5-193,0-5 0,4 1 169,0-4 0,1-4 123,2 1 0,0-6 85,0 2 0,2-3 192,1-1 0,-1-6-109,1-5 1,2-1-76,-1-7 1,1 1 121,-1-4 1,-3-1-31,3-3 0,-3-1 50,-1-2 1,0-3-81,0 2 1,1-6 301,3-5 0,-3 3-128,3 1 0,-4-1-114,-4 2 0,2 4 2257,-6 6-986,1 3-850,-4 11 1,-5 3-163,-2 13 1,-3 7 26,-1 7 0,0 3-114,0 1 1,0 5-154,0 2 0,4 0 11,-1 0 0,6-3-201,-2 3 1,-1 0-622,2 5 0,-1-5 410,4 0 0,0-3-94,0 3 1,0-3 138,0 4 1,5-7-545,2-1 0,3-5 274,1-6 1,0-5-86,0-2 683,0-3 0,10-30 0,2-8 0</inkml:trace>
  <inkml:trace contextRef="#ctx0" brushRef="#br0" timeOffset="5500">5777 238 7713,'-6'-11'1457,"2"1"-945,8 3 1,7-1-764,7 4 1,4 0 194,4 4 1,1-3 55,2-1 0,32-15 0,4 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18.615"/>
    </inkml:context>
    <inkml:brush xml:id="br0">
      <inkml:brushProperty name="width" value="0.08571" units="cm"/>
      <inkml:brushProperty name="height" value="0.08571" units="cm"/>
      <inkml:brushProperty name="color" value="#E71224"/>
    </inkml:brush>
  </inkml:definitions>
  <inkml:trace contextRef="#ctx0" brushRef="#br0">66 508 6309,'-11'0'711,"0"0"1,4 0-441,-1 0 0,5 0 147,-5 0-55,6 0 1,-4 0-78,2 0 1,3-2 175,-3-1-382,3 1 0,1-4 90,0 3 1,0 0-106,0-4 1,5 1 127,2-2 0,-1-1-285,2 1 1,3 2 74,4-1 0,-1 1-266,-3-2 0,4 0 72,0 4 0,1-1-37,-2 1 1,-5 3-6,2-2 1,-3 1 119,3 2 0,-4 2 57,-4 1 1,-1 5-8,-2 6 0,-2 3 26,-1 5 1,-4 5-32,-4 3 1,0-2 159,0 1 0,0 1-51,0 3 0,0-4 39,0 1 0,4-2-63,0 1 0,4-5-18,-1-6 1,3-5 130,1 2 0,5-8-72,3-3 0,1-3-23,2-1 0,5-2-8,3-5 0,-2-1-185,1-7 1,1-2 3,3-1 1,-2-2 88,-1 2 1,0-3 97,-4 3 1,-1-3-66,-7-1 1,3 1 178,-3 3 0,-2 1-63,-1 2 1,-3 3 159,-1-3-95,0 3-31,0 1-97,0 5 0,-4 2-105,1 8 1,-5 2 60,4 5 1,-3 3 53,3 1 0,-3 5-103,3-2 0,0 2 72,0-2 0,3 3 21,-3-3 0,3 2-23,1-2 0,0 2 62,0-6 1,5 1 78,2-4 0,3 0 189,1 0 0,0-5 378,0-2 0,1-3-270,3-1 0,-2-6 40,6-5 0,-5-1-79,5-7 0,-6-3-390,2-3 0,1-6 66,-1 2 1,-2 1-555,-6-2 0,3-2 113,-3-1 0,0-5-174,0 9 1,-5-1 297,2 8 0,-3 5 264,-1 3 0,0 1 0</inkml:trace>
  <inkml:trace contextRef="#ctx0" brushRef="#br0" timeOffset="402">684 618 10528,'0'12'585,"0"3"1,-2-2-610,-1 6 1,0 0-227,-4 7 1,0-3 30,-4 3 0,3 1-473,1-1 1,1-2 383,-2-6 1,0-2-746,4-5 213,0 0 840,4-4 0,20-37 0,5-13 0</inkml:trace>
  <inkml:trace contextRef="#ctx0" brushRef="#br0" timeOffset="633">805 629 7764,'1'-10'-541,"3"3"2638,-3 2-1465,9 5 0,-8 0-149,6 0 0,-6 6-80,2 5 0,-3 1 2,-1 7 0,0-1-209,0 4 1,0 0-1,0 0 0,-4 0-498,1 0 0,-5 4 240,5 0 0,-5-1-982,5-3 1,-5-3 22,5-1-1336,-1 1 2357,4-2 0,15-45 0,3-17 0</inkml:trace>
  <inkml:trace contextRef="#ctx0" brushRef="#br0" timeOffset="1071">981 67 8010,'0'-11'2088,"-5"4"-1611,-2 4 1,-3 8-61,-1 6 1,0 1-140,0 6 0,0 2-265,0 6 0,0-2 124,0 6 0,4-5 112,-1 5 0,6-1-50,-2 4 0,3-3 0,1-1 0,0-5-1534,0 2 1,1-4 613,3-3 0,2-8-1558,5-8 2279,5-1 0,11-22 0,7-5 0</inkml:trace>
  <inkml:trace contextRef="#ctx0" brushRef="#br0" timeOffset="1543">1257 67 7725,'0'-11'0,"-5"0"1891,4 0-1284,-4 4 1,6-1-202,3 4 0,2 0-341,5 4 0,1 4 34,3 0 0,-3 3-352,3-3 1,-3 4 237,-1 0 1,-4 2-170,1 1 1,-6 0 95,2 0 0,-3-4-393,-1 0 1,0 1 248,0 3 0,-5 0 125,-2 0 1,-3-4 160,-1 0 0,0-3-41,0 3 1,0-4-33,0 1 1,0-3-9,0-1 1,0 4-339,0-1 210,0 1-21,0-4 0,3 0-70,1 0 53,5 0 126,-3 0 1,13 0 50,3 0 0,3 0-58,-3 0 0,1 0 4,3 0 1,-3 0 22,3 0 0,-3 1-57,-1 3 1,4-2 50,-1 6 0,1-2-23,-4 1 0,-1 3 57,-3-3 0,2 7 139,-5 0 0,-1 1 57,-3-4 0,-5 0-61,-2 0 0,-3 3 3,-1-3 0,-5 2-79,-2-6 0,-3 0-183,-1 0 1,1-5 70,3 2 0,-3-3 72,3-1 0,7-29 0,1-8 0</inkml:trace>
  <inkml:trace contextRef="#ctx0" brushRef="#br0" timeOffset="1784">1466 11 7725,'8'-6'1059,"-1"3"1,0 1-334,4 2 0,2 2-200,1 1 1,2 3-181,3 6 0,1 0 105,-1 2 0,-2 4-86,1 4 1,-4 0-231,1 0 1,-8 1 76,-3 3 1,-3-2-433,-1 6 0,-6-7-281,-5-1 1,-2-1-574,-5-7 1,0 2-58,-4-1 0,4-8 1131,4 1 0,16-20 0,6-7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22.475"/>
    </inkml:context>
    <inkml:brush xml:id="br0">
      <inkml:brushProperty name="width" value="0.08571" units="cm"/>
      <inkml:brushProperty name="height" value="0.08571" units="cm"/>
      <inkml:brushProperty name="color" value="#E71224"/>
    </inkml:brush>
  </inkml:definitions>
  <inkml:trace contextRef="#ctx0" brushRef="#br0">187 336 7552,'5'-6'-110,"-4"0"1113,2 2-235,4 3-382,-1-9 0,1 5 336,0-2-239,-4 2-414,7 0 93,-9 4 0,-1-8-237,-7 5 0,-3 1 101,-1 3 1,-5 1-124,-3 3 0,2 2 18,-1 5 0,0 0-21,-5 0 1,3 0-19,1 0 0,0 4-160,4-1 0,4 5 42,4-5 0,4 1 15,-1-4 0,4 3 232,4-3 1,4 1-62,6-8 0,7-1-180,5-3 0,3-1 96,-3-3 0,3-2-333,-3-5 0,0 0 83,-4 0 1,-1-4 79,-3 1 1,-3-1 303,-8 4 0,3 0 0,-24-10 0,1-2 0</inkml:trace>
  <inkml:trace contextRef="#ctx0" brushRef="#br0" timeOffset="409">385 281 7699,'11'0'-885,"0"5"1889,0-4 0,-3 9-352,-1-3 1,-5-1-235,2 2 0,1-1-275,-1 4 0,-1 0 45,-3 0 1,0 0-163,0 0 1,0 0 162,0 0-166,0 0 0,0 0 125,0 0-531,0-5 0,0 0-250,0-2-103,0-3 371,0 4 0,0-6 124,0-3 0,0 2-16,0-6 0,0 1 60,0-4 1,0 0 264,0 0 1,1 0-95,3 0 1,-1 0 218,4 0 0,-1 0-55,1 0 0,3 1 39,-2 3 1,1-3-60,2 3 1,4 0-55,0 0 1,3 5 17,-3-2 0,1 3-18,-1 1 0,-2 0 291,5 0 1,-4 5-130,1 2 1,-3 6-171,-1 2 0,-4 1-63,1-1 0,-2-2-209,1 6 0,-2-6-152,-5 2 0,0-2 208,0 2 0,0-6-606,0 2 232,0-3-785,0 3 1319,5-5 0,11-35 0,7-14 0</inkml:trace>
  <inkml:trace contextRef="#ctx0" brushRef="#br0" timeOffset="642">804 38 7699,'0'-11'0,"-4"4"1758,1 0-658,-1 4-587,4-7 0,4 10-148,-1 0 0,6 5 126,-2 6 0,3 4-185,1 0 1,0 8-163,0-1 0,-1 4-550,-3-1 1,2 4 319,-5 4 1,-1 0-944,-3 0 0,0-1 525,0-3 0,0 2-300,0-6 1,-1-3 255,-3-3 1,3-9 547,-3 1 0,13-27 0,3-4 0</inkml:trace>
  <inkml:trace contextRef="#ctx0" brushRef="#br0" timeOffset="1095">1047 226 7699,'0'-11'1757,"0"0"-1511,0 4 1,0 4-150,0 6 1,0 4 77,0 4 1,0 0-62,0 0 0,0 3-37,0 1 1,1 0-87,2-4 0,0 3-247,4 1 0,-4 0 179,0-4 1,2-4-251,-1 1 0,1-2-32,-1 1-33,2 3 0,5-9 144,0 3 0,1-3-162,3-1 0,-3-5 158,3-2 1,-2-4 114,2-4 0,-2 2 388,6-6 0,-6 4-172,2-3 1,-7 5 625,0-2 1,-1-1-358,4 1 0,-5 1 770,-2 3-711,2 0 0,-4 3-257,6 1-47,-6 4 1,4 3-45,-2 8 0,-1 2-265,4 1 0,-5 5 136,2 2 0,-2 6-228,2 2 1,-1 1 109,4-1 1,-5-2 244,2 6 1,-3-5-67,-1 5 1,0-6 534,0 2 1,0-3-102,0-1 1,-5-4 74,-2-4 1,-4 1-116,-4-4 0,-2 1-57,-5-8 0,0 0-490,0-4 0,0 0 150,0 0 0,0-5-1312,0-3 1,5-2 223,2-1 1100,8-4 0,36-22 0,14-10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21.324"/>
    </inkml:context>
    <inkml:brush xml:id="br0">
      <inkml:brushProperty name="width" value="0.08571" units="cm"/>
      <inkml:brushProperty name="height" value="0.08571" units="cm"/>
      <inkml:brushProperty name="color" value="#E71224"/>
    </inkml:brush>
  </inkml:definitions>
  <inkml:trace contextRef="#ctx0" brushRef="#br0">45 286 7692,'-5'-6'0,"4"-1"1221,-3 4-806,-2 2 1,1 1-11,-2 7 0,2 3-184,5 1 1,0 3-80,0 1 1,0 5-588,0-2 1,0 3 296,0 1 1,0-1-272,0-3 1,0 2 98,0-6 320,0 1 0,-5-28 0,-1-7 0</inkml:trace>
  <inkml:trace contextRef="#ctx0" brushRef="#br0" timeOffset="142">111 76 7692,'-4'-17'179,"1"2"0,-5 3-49,5 1 0,-1 4-1624,4-1 1099,0 6 0,0-2 395,0 8 0,0-3 0,15 24 0,3-1 0</inkml:trace>
  <inkml:trace contextRef="#ctx0" brushRef="#br0" timeOffset="544">464 275 7698,'-7'-8'224,"-1"1"1,1 3 330,-4-3 0,0 4-299,0 0 0,-4-2-369,0 1 1,1 1 2,3 3 0,-4 1 135,0 2 0,1 0-77,3 4 1,3-3 68,1 3 0,4 1-314,0 3 1,1-4 144,2 0 1,2 1-17,1 3 0,3 0-97,6 0 1,2 0-93,1 0 1,3 0 98,-3 0 1,3-1 35,-3-3 1,3 3 221,-3-3 0,1-1 0,-1 2 0,-3-5 0,3 5 0,-7-2 0,0 1 0,-6-1 1150,2-2-698,-3-3 0,-2 8 38,-3-6 1,-6 1 125,-4-4 1,-6 0-231,2 0 1,-3 0-387,-1 0 1,-2 0 79,-1 0 1,3 0-1036,0 0 1,1 0 200,6 0 754,0-5 0,48-16 0,12-8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24.869"/>
    </inkml:context>
    <inkml:brush xml:id="br0">
      <inkml:brushProperty name="width" value="0.08571" units="cm"/>
      <inkml:brushProperty name="height" value="0.08571" units="cm"/>
      <inkml:brushProperty name="color" value="#E71224"/>
    </inkml:brush>
  </inkml:definitions>
  <inkml:trace contextRef="#ctx0" brushRef="#br0">12 187 7731,'-6'-5'1981,"1"4"-1843,5-4 0,0 6 28,0 3 1,5 2-105,2 5 0,3 3 9,1 1 0,0 5 94,0-2 0,0 3-326,0 1 1,0 4 159,0-1 1,-4 1-341,1-4 1,-6 0 176,2 0 0,-3-5-40,-1-2 1,0-3 19,0-1 244,0-5 1,-1-1-278,-3-5 1,3-2 61,-3-5 0,-1-1-3,2-6 0,-1-4 66,4 0 0,0-6-74,0-2 1,0-1 76,0 1 0,0 3 73,0-3 1,1 3-40,3 1 1,-2 0 9,6 0 0,-1 5 131,4 2 0,4 4-72,0 3 1,1 0 76,-2 4 0,0 1-87,4 3 0,-3 4 38,3 4 0,-3 2-33,3 1 0,-4 0-178,0 0 1,0 0 64,1 0 1,-3 0 41,3 0 0,-3 0 8,-1 0 1,0-4 14,0 1 0,0-5 183,0 5-198,0-6 1,0 3 112,0-5 0,-4 0-72,1 0 1,-5-1 31,5-3 1,-2 2-85,1-6 1,3 2-9,-3-1 0,2-3-8,-2 3 1,3-3 57,-3-1 1,-1 0-45,2 0-51,-6 0 175,3 0 1,-6 5-56,-3 2 0,-2 3 175,-5 1 1,-5 1 110,-2 3 0,1 2 121,-2 5 0,5 0 82,-5 0 1,6 0-163,-2 0 0,4 1-282,4 3 0,-2-2 115,5 6 1,1-5-169,3 5 0,1-2 75,3 1 1,3-1-701,8-2 0,-2-4 93,6 0 538,-1 0 0,53-29 0,12-2 0</inkml:trace>
  <inkml:trace contextRef="#ctx0" brushRef="#br0" timeOffset="327">828 176 7802,'-11'0'55,"0"0"0,3 0 292,1 0-259,0 0 0,-1 3 87,1 1 1,4 1-12,0-1 55,2 2 1,1 5-380,0 0 0,1-1-31,2-3 0,0 3 165,4-3 1,1 3-63,3 1 0,0 0-12,0 0 0,0 0 413,0 0 1,0 0-103,0 0 0,-1-4 420,-3 1 0,-1-1-101,-2 4 1,-3 0 46,3 0 0,-3-4-299,-1 1 0,-5-2-222,-2 1 0,-8 3-767,-3-3 1,-3 0 489,-1 0 1,-4-5 220,0 2 0,-4-17 0,1-6 0</inkml:trace>
  <inkml:trace contextRef="#ctx0" brushRef="#br0" timeOffset="694">1026 275 7802,'0'-11'578,"0"0"904,-5 0-349,4 5-721,-4 1 1,5 6-9,0 3 1,5 7-80,2 7 0,0 3-120,0 1 0,4 1 1,4 3 1,-1 2-380,-3 5 0,-3-3 216,-1-1 0,-1 0-838,1 4 1,2-4 119,-5-4 0,-1-3-217,-3-3 0,0-3-1325,0-5 1767,0-5 0,-3-2 450,-1-8 0,-5-2 0,8-30 0,-4-5 0</inkml:trace>
  <inkml:trace contextRef="#ctx0" brushRef="#br0" timeOffset="908">1026 275 7802,'0'-11'0,"0"0"164,0 0 1,0 0 323,0 0 0,5 5-314,2 2 0,8 3 12,3 1 0,5 0-93,2 0 1,1 1 125,7 3 1,-1 2-148,8 5 0,-8 0 85,1 0 1,-8 4-287,-3-1 0,-6 2-3,-9-1 0,-3-3-14,-8 3 0,-3-3-314,-8-1 1,-6 0 237,-5 0 1,-3-5-605,3-2 0,-3 1 51,3-2 775,1 1 0,12-14 0,3-2 0</inkml:trace>
  <inkml:trace contextRef="#ctx0" brushRef="#br0" timeOffset="1209">1599 286 7802,'0'-11'1161,"0"5"-716,0 1 1,-1 5-197,-2 0 0,-4 1-95,-4 3 1,-3 2-326,-1 5 0,-3 4 59,3-1 0,-1 5-112,1-5 1,3 6 124,-3-2 1,1 3 134,3 1 1,-2-3-260,10-1 0,-1-5 70,4 2 0,5-4 334,2-4 0,8-2-144,3-5 0,3-1-110,1-3 0,0-5 80,0-6 0,-1-3-540,-2 3 0,-4-5 49,-4 2 1,-1-2 2,-2 2 1,-3-3 480,-5 3 0,-20-18 0,-5-4 0</inkml:trace>
  <inkml:trace contextRef="#ctx0" brushRef="#br0" timeOffset="1577">1644 264 7802,'7'10'8,"0"-3"1,-3 3 270,3-3 0,-1 3 244,2 1 0,0 4-98,-4-1 1,3 5-171,-3-5 0,0 5-148,-4-5 0,0 2 257,0-1-200,0-3 55,0 4 1,0-8-241,0-1-191,0-5-211,0 3 212,0-14 1,0 5 84,0-7 0,0-1 200,0-3 0,0-1-87,0 1 1,0 3 98,0-3 0,1-1-59,3 2 0,-2-5 58,5 5 0,1-1-125,3 4 0,0-3-126,0 3 0,1-2 55,3 6 1,-2 2 106,6 1 0,-2 3 41,1 1 1,3 5 83,-3 2 0,-2 8 28,-1 3 0,-3-1-89,-1 2 0,-1-1-231,-3 4 1,-1-1 149,-2-3 1,-3 2-485,3-5 0,-3-1-781,-1-3-460,0 0 1746,0-5 0,10-15 0,2-10 0</inkml:trace>
  <inkml:trace contextRef="#ctx0" brushRef="#br0" timeOffset="1944">2206 231 7802,'-1'-11'269,"-3"0"1,1 0 452,-4 0 0,3 5 43,-3 2-518,0 3 0,-6 1 159,-1 0 1,2 1-96,-3 3 1,3-2-51,1 5 0,0-3 205,-1 3-518,1 1 1,2 3-81,1 0 84,3 0 0,5 0-664,0 0 1,2-1 389,1-3 0,7 3-597,5-3 0,1-1 408,-2 2 1,0-5 53,4 5 1,-1-5 177,2 5 1,0-5 399,-4 5 1,1-5-96,-1 5 1,-3-5 40,3 5 0,-3-5 944,-1 5-547,-5-1-24,-1 4 0,-6-1-99,-3-3 0,-2 2-331,-5-5 0,-5 4 47,-2-1 0,-7-2-692,-1-1 1,-1-3 338,2-1 1,0 0-609,-4 0 1,4 0 903,0 0 0,26-14 0,7-5 0</inkml:trace>
  <inkml:trace contextRef="#ctx0" brushRef="#br0" timeOffset="2150">2316 286 7802,'11'0'2405,"0"5"-2009,0 2 0,0 4 150,0 4 1,-4-2-145,1 6 1,-2 3-114,1 3 0,2 1-83,-5-4 1,0-3 26,0-1 0,-3-1-242,3 2 1,-3-7-2668,-1-5 1601,0-4 1075,0 1 0,0-38 0,0-9 0</inkml:trace>
  <inkml:trace contextRef="#ctx0" brushRef="#br0" timeOffset="2275">2382 87 7802,'-11'-9'719,"0"1"1,4 0-1520,-1 4 173,6-5 627,-3 8 0,10 6 0,1 7 0</inkml:trace>
  <inkml:trace contextRef="#ctx0" brushRef="#br0" timeOffset="2900">2537 32 7802,'-7'-5'2029,"4"-2"-760,1 2-873,2 0 0,5 8 59,3 4 0,2 2-117,1 9 1,0 0-251,0 4 0,1 5 92,3 3 1,-6 2-425,6 1 1,-9 0 218,5 0 1,-7 4-569,0-1 1,-3-4 290,-1-6 1,0-4 65,0-4 1,-1-3-41,-3-8-34,3-2 253,-9-5 1,9-5-80,-3-2 1,3-4 159,1-4 1,0 3-80,0-3 1,0-1 74,0 2 1,0-2-17,0 1 1,3 3 66,1-3 0,5 3-5,-2 1 0,3 0-57,1 0 1,-3 0 76,3 0 1,-2 3-70,6 1 1,1 5 41,-2-2 0,6 3-36,-2 1 1,3 5-36,1 2 0,-1 6 59,-3 2 0,2 5-8,-5-2 1,-4 3-44,-4 1 1,-5-1 15,2-3 0,-8 2 41,-3-5 0,-8-1-28,-3-3 1,-4-5-574,-4-2 0,3-3 238,-3-1 1,3-1-926,1-3 0,0-2 1235,0-5 0,19-34 0,6-9 0</inkml:trace>
  <inkml:trace contextRef="#ctx0" brushRef="#br0" timeOffset="3109">2867 21 7802,'0'-7'0,"0"0"0,1 4 1190,3-1 1,-1 4-314,4 4 1,-3 3-109,3 8 0,2 2-378,5 5 1,0 5-131,4 3 1,-3 3-702,3 4 0,-3-3 350,3 3 0,-4-3-954,0-1 0,-5-5 581,-2-2 0,-3-4-1249,3-4 202,-4-2 1510,7-10 0,6-20 0,7-11 0</inkml:trace>
  <inkml:trace contextRef="#ctx0" brushRef="#br0" timeOffset="3502">3209 286 7802,'1'-7'115,"3"-1"1,-2 6 91,6-2 0,-5 3-97,5 1 1,-5 0 302,5 0-314,-1 0 1,4 0 82,0 0 0,0 0-128,0 0 0,-3 0-218,-1 0 1,-1 1 166,1 3 0,3-3-405,-3 3 276,3-3 0,1-1-46,0 0 1,-3-1 96,-1-3 1,-5 2-46,2-6 0,-3 4 88,-1-3 0,0 3 3,0-3 1,-1 3 75,-3-3 1,-2 3 149,-5-3 1,-1 5 222,-3-2 1,2 3-183,-5 1 1,3 0 440,-4 0 1,5 0-305,-5 0 0,6 5 150,-2 2 0,3 3-128,1 1 1,-3 3-203,3 1 1,-1 5-56,9-2 1,-1 3 92,4 1 0,6 1-261,5 3 0,6-3 93,9 3 1,2-6-291,5-2 1,4-2 106,0-1 1,-2-2 76,-5-9 0,0-1-110,-4-3 0,-5-1-601,-7-2 0,-3-4 752,-3-4 0,-33-29 0,-11-8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33.884"/>
    </inkml:context>
    <inkml:brush xml:id="br0">
      <inkml:brushProperty name="width" value="0.08571" units="cm"/>
      <inkml:brushProperty name="height" value="0.08571" units="cm"/>
      <inkml:brushProperty name="color" value="#E71224"/>
    </inkml:brush>
  </inkml:definitions>
  <inkml:trace contextRef="#ctx0" brushRef="#br0">155 155 6312,'6'0'465,"4"0"1,-8 0-199,6 0 18,-1 0 1,4 0-77,0 0 0,-4-3 67,1-1 0,-1-3-74,4 3 1,0-3 155,0 3 1,-3-3 0,-1 3 0,-1-5-113,1 2 1,0 1-360,-4-1 0,-2-1 125,3-3 0,-4 4 10,-4-1 0,-2 1 31,-5-4 1,-1 1-166,-3 3 0,-2-2-5,-5 6 1,0-1 12,0 4 1,4 0 32,-1 0 0,2 0 69,-1 0 0,2 5 99,5 2 0,3 4-77,1 4 1,5-2 156,-2 6 0,8 3-91,3 4 1,3 4 133,1 0 1,4 3-159,-1 3 1,5 0-39,-5 4 0,1-4-208,-4 1 1,0-3 85,0-1 0,-4-5-459,1-2 1,-6-4-45,2-4-899,-3-7 521,-1-6 454,-5-5 1,3-5 524,-6-2 0,-9-22 0,-6-7 0</inkml:trace>
  <inkml:trace contextRef="#ctx0" brushRef="#br0" timeOffset="375">12 387 7849,'-6'-11'783,"1"0"-1009,5 5 1,1 1 105,3 5 0,3-4 128,8 0 0,-2 1 84,5 3 0,2 0 10,6 0 0,2 0-37,5 0 1,0 3-1,0 1 1,-1 0-253,-3-4 1,2 1 64,-5 3 0,-2-3-174,-5 3 0,-3 0 114,-5 0 0,-5 5 234,-3-2 0,-1-1-49,-2 2 1,-5 3-57,-3 3 1,-3 5 201,-3-5 0,1 2-57,-1-1 0,5-2 97,2 6 1,4-6-2,0 2 0,1-3-101,2-1 0,3 0 5,4 0 0,2-5-130,9-2 1,4-3 103,4-1 1,0-5 39,-4-2 1,-1-6-60,-3-2 0,-2-5-1,-5 2 1,-5-3-9,-2-1 1,-4 0 17,-4 0 0,-6 4-559,-5-1 0,0 6 236,0-2 0,3 3-1083,-3 1 1350,3 0 0,10 14 0,4 5 0</inkml:trace>
  <inkml:trace contextRef="#ctx0" brushRef="#br0" timeOffset="667">640 398 7849,'6'5'355,"-2"2"0,-3-1-26,-1 2 1,4-1-38,-1 4 0,1 0-106,-4 0 1,1 1-90,3 3 1,-3-3 66,3 3 1,-3-3-125,-1-1 1,0 0 394,0 0 1,0-3 305,0-1-111,0-5-384,0 3 1,0-6 65,0-3 0,0-2-66,0-5 1,1-3 69,3-1 1,-2-5-197,6 2 1,-3-3-204,6-1 0,-1 0-364,8 0 1,-3 4 331,3-1 1,4 2-1019,4-1 1,-4 2 548,-4 5 0,-3 3-539,3 1 1,-4 5 1122,0-2 0,13 12 0,3 5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40.894"/>
    </inkml:context>
    <inkml:brush xml:id="br0">
      <inkml:brushProperty name="width" value="0.08571" units="cm"/>
      <inkml:brushProperty name="height" value="0.08571" units="cm"/>
      <inkml:brushProperty name="color" value="#E71224"/>
    </inkml:brush>
  </inkml:definitions>
  <inkml:trace contextRef="#ctx0" brushRef="#br0">88 452 7860,'0'-11'0,"0"0"933,0 0-209,0 5-467,0 1 1,0 17-57,0 3 0,0 3-261,0-3 1,0 2 72,0 5 1,1-3-52,3-1 1,-1 0-120,4 4 1,-3-4-159,3-4 1,-3-1 197,3-2 1,-1 0-22,1 0 0,3-5-116,-2-3 0,-2-1 22,1-2 1,0-2 208,4-1 0,1-3-69,-1-5 1,0-2 292,0-1 0,0 1-10,0-1 0,-2-2-43,-1 1 0,0-1 300,-4 1 1,3 2-173,-3-5 0,0 4 217,-4-1 0,0 3-130,0 1 1,0 4 446,0-1-472,-5 6-369,4-3 17,-4 5 0,5 1 150,0 3 0,0 3-213,0 8 0,3-1 41,1 4 1,5 1-171,-2 7 0,3-1 105,1 4 1,4 2-335,-1 5 1,5-1 128,-5 2 0,1-3-11,-4-1 0,-1-1 324,-3-3 1,-2-3-76,-5-8 1,-5-3-14,-2-8 0,-8 2-54,-3-5 1,-7-1-213,0-3 0,-2-5 86,1-2 1,3-3-571,-3-1 1,4 0 1,3 0 829,3 0 0,20-15 0,4-3 0</inkml:trace>
  <inkml:trace contextRef="#ctx0" brushRef="#br0" timeOffset="393">507 739 7860,'11'-5'0,"-3"0"562,-1-2 0,0 1-135,4 2 1,-3 3 37,-1-3 0,0 3-133,4 1 0,0 0-89,0 0 1,-2 1-19,2 3 1,-6-2-62,6 5 1,-2-3-51,2 3 0,0 1-169,0 3 1,-2-4-256,-1 1 1,0-1 223,-4 4 1,0 0-296,-4 0 1,0-4 183,0 1 0,-2-1-55,-1 4 0,-5-4 94,-6 1 1,0-1 89,-4 4 1,1-4 57,-2 1 1,0-5 192,4 5 1,0-5 112,4 5 0,5-5-116,3 5 1,1-4 77,2 3-189,0-5 0,10 7-277,5-5 0,6 0 105,4 0 0,5-3-275,6 3 0,0-3-241,4-1 0,-4 0-486,1 0 0,-9 0 1105,-6 0 0,-29-10 0,-13-2 0</inkml:trace>
  <inkml:trace contextRef="#ctx0" brushRef="#br0" timeOffset="1083">44 77 7885,'-6'-7'492,"2"0"831,3-2-624,1 4-185,0 0-21,0 5 0,0 5-278,0 3 0,-4 1-185,1 2 0,-1 0 18,4 0 1,0-3-156,0-1 0,-4 0 184,1 4 181,-1 0-739,-1 0 209,4 1-205,-4-6 147,5-1-242,0-5 1,0-5 622,0-3 0,0-2 294,0-1 0,4 0-182,-1 0 0,1-3 472,-4-1 1,0 0-297,0 4 0,0-3 164,0-1 0,1 4 286,3 4-275,-3-1 0,9 2-153,-3 2 1,8 3-131,3 1 0,4 5-1048,4 2 1,4 8 542,6 3 0,-3 3-3743,1 1 4017,-1 0 0,9 20 0,10 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39.218"/>
    </inkml:context>
    <inkml:brush xml:id="br0">
      <inkml:brushProperty name="width" value="0.08571" units="cm"/>
      <inkml:brushProperty name="height" value="0.08571" units="cm"/>
      <inkml:brushProperty name="color" value="#E71224"/>
    </inkml:brush>
  </inkml:definitions>
  <inkml:trace contextRef="#ctx0" brushRef="#br0">0 177 7823,'0'-11'0,"0"3"736,0 1-39,0 4-482,0-1 203,0 4-271,0 4 1,4 3 73,0 4 0,3 0-14,-3 0 1,3 3-176,-3 1 1,3 3 68,-3-3 0,3 3-307,-3-3 0,-1 4 156,-3-5 1,0 2-105,0-1 1,0-3-41,0 3 120,0-3 1,-1-2-104,-2-3 111,1-2 0,-4-5-198,2 0 1,3-1 72,-2-3 0,0-2 113,-1-5 1,3 0-4,-2 0 1,1 0 211,2 0 0,0-4-141,0 1 0,0-5 130,0 4 1,0-3-65,0 3 1,2-1-41,1 2 1,0 2 10,4-3 1,2 3 10,5 1 0,-1 3 158,1 1 0,3 4-106,2 0 1,0 2 184,0 1 0,2 4-74,-3 4 1,2 2-238,-2 1 1,2 5-120,-6 2 0,0-1-375,-7 1 1,2 1 99,-6 3 1,1-1 191,-4-3 1,0 2-509,0-6 1,-4 5 745,1-5 0,-6-4 0,3-5 0</inkml:trace>
  <inkml:trace contextRef="#ctx0" brushRef="#br0" timeOffset="327">629 287 7823,'0'-11'245,"0"0"0,3 3 238,1 1 0,0 3-73,-4-3 0,0 3-138,0-3-59,0 5 1,-5-3-223,-3 5 0,-1 0-32,-2 0 1,0 1-20,0 3 0,-2 2-97,-1 5 0,1 0 108,-1 0 0,5 3-252,2 1 1,4 5 117,0-2 1,1 2-22,2-2 0,3-1 73,4-2 0,2-4-107,9 0 0,1-1 174,3-6 1,0-1 169,0-3 0,0-5-40,0-2 1,-5-4-89,-2-4 1,-8 2-360,-3-6 0,-3 2 132,-1-1 1,-5 1-428,-2 2 676,-3 8 0,-40-13 0,-10 8 0</inkml:trace>
  <inkml:trace contextRef="#ctx0" brushRef="#br0" timeOffset="769">915 22 7860,'-6'0'580,"1"-5"1,5 3 5,0-5 117,0 4-158,0-2 776,0 5-932,0 5 1,5 5-110,3 5 0,1 5-252,2 2 0,0 4-146,0 4 0,0 3-319,0 0 1,0 0-142,0 4 1,-3-3 334,-1-1 0,-4-4-633,0 1 0,0-11 299,0 0 1,-1-6-193,1-2 1,3-5 768,2-2 0,11-27 0,5-8 0</inkml:trace>
  <inkml:trace contextRef="#ctx0" brushRef="#br0" timeOffset="950">882 188 7860,'-11'-8'0,"0"1"0,4 1 2928,-1-2-2241,6 4 0,-2 4-530,8 0 1,7 0-275,7 0 0,7 0-471,1 0 0,5 3-2163,3 1 2751,-1 4 0,29 3 0,2 7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37.466"/>
    </inkml:context>
    <inkml:brush xml:id="br0">
      <inkml:brushProperty name="width" value="0.08571" units="cm"/>
      <inkml:brushProperty name="height" value="0.08571" units="cm"/>
      <inkml:brushProperty name="color" value="#E71224"/>
    </inkml:brush>
  </inkml:definitions>
  <inkml:trace contextRef="#ctx0" brushRef="#br0">22 98 7871,'0'-11'0,"-1"0"217,-2 0 1,1 0 915,-1 0 147,1 0-859,-3 0 1,4 4 346,-2-1-554,1 6 0,2-2 173,0 8 0,0 3-99,0 8 1,2-2-67,1 6 0,0 3-94,4 3 0,-3 6-150,3-2 1,-1 3-322,2 1 0,0 0 266,-4 1 1,1-1-320,-2 0 1,-1-1 205,1-3 1,-1-2-165,-2-5 1,0-1-235,0-3 273,0-2 111,0-10 230,0-1 1,0-6 0,0-3 0,0-2-116,0-5 1,0-1 184,0-3 0,0 3-89,0-3 1,0-1 30,0 2 0,0-5-99,0 4 0,0 0-102,0 0 0,3 3-87,1-3 0,4-1 60,0 1 1,2 4-53,1 4 1,1 1 56,3-2 0,0 3 174,4 5 0,2 0-138,-3 0 0,2 7 130,-2 4 0,2 1-49,-6 6 0,1 1 18,-4 3 0,-5 0 62,-2 0 0,-3 0-72,-1 0 0,-9-4 314,-2 1 1,-11-7-131,0-1 0,-6-1 75,2-7 1,1 1-110,3-4 1,0 0-638,0 0 1,6-1 20,5-3 1,1 2 525,6-6 0,45-19 0,14-8 0</inkml:trace>
  <inkml:trace contextRef="#ctx0" brushRef="#br0" timeOffset="642">474 308 7871,'0'-7'1447,"0"3"0,0 5-1382,0 2 0,0 4 36,0 4 1,0 1 3,0 3 0,0 0-56,0 4 1,0 2 14,0-3 1,0-1 104,0 2 0,4-2-535,0 1 0,1 2 101,-2-6 0,0 1-71,4-4 0,-3-5 174,3-2 0,-3-3 85,3-1 1,1 0-218,3 0 1,0-5 71,0-2 0,0-7 241,0 0 0,0-5-120,0 5 0,0-6 129,0 2 0,-1 1-50,-3-2 1,1 4 182,-4-3 1,4 5-83,-5-2 0,5 3 100,-5 1 1,1 3 140,-4 1-208,0 4 92,0-1-147,0 13 1,0 0 10,0 9 0,0-3-23,0 3 1,0-3-131,0 3 0,0-3-31,0 4 1,0-5-146,0 5 0,1-5 21,3 5 1,-2-6 32,6 2 1,-1-3 241,4-1 0,0-1-88,0-3 0,0-2 128,0-5 0,1 0-101,3 0 1,-3-5-33,3-2 0,1-4 33,-1-4 1,-1-1 15,-3-2 0,0-3 167,0 3 0,0-7-60,0-1 0,0 0 114,0 0 0,-3-2-70,-1-5 1,-4-1 197,0 1 0,-2 0-63,-1 0 0,0 1 11,0 3 0,0 3 66,0 8 0,-3 2 544,-1 5-769,0 5-30,0 1 0,2 11 114,-1 5 1,1 1-18,2 7 0,0 0-200,0 7 1,0 1 61,0 2 1,0 7-174,0-3 0,0 0-179,0 0 1,4-2-213,0 6 1,3-3-151,-3-1 1,4-1 299,0-3 1,2-2-357,1-5 0,0-1 260,0-3 0,0-7-156,0-7 1,0-4-167,0-4 774,0-2 0,5-29 0,1-7 0</inkml:trace>
  <inkml:trace contextRef="#ctx0" brushRef="#br0" timeOffset="817">805 286 7871,'-11'-12'0,"0"1"0,5 0 1461,2 0 1,9 5-663,6 3 0,10 1-956,8 2 0,3 0 159,1 0 1,0 0-2581,1 0 2578,-1 0 0,34-9 0,9-4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35.991"/>
    </inkml:context>
    <inkml:brush xml:id="br0">
      <inkml:brushProperty name="width" value="0.08571" units="cm"/>
      <inkml:brushProperty name="height" value="0.08571" units="cm"/>
      <inkml:brushProperty name="color" value="#E71224"/>
    </inkml:brush>
  </inkml:definitions>
  <inkml:trace contextRef="#ctx0" brushRef="#br0">55 375 7871,'0'-7'-199,"0"-1"0,-1 5 1356,-3-5-311,3 1-468,-4 1 50,5-4-412,0 9 1,0-3 65,0 8 1,-1 2 23,-3 5 1,3 1-188,-3 3 0,3-2 96,1 6 0,0-1-238,0 4 1,0 0 104,0 0 0,0-3-123,0-1 1,1-1 75,3 2 0,1-3-62,2-5 0,3 0 50,-3 0 0,3-5 71,1-3 0,1-1 86,3-2 1,-2-5-96,6-3 1,-6-5 145,2-2 0,-3-4-107,-1 0 0,-1 2 245,-3-1 0,2-1-55,-5-3 0,-1 4 237,-3 0 1,0 4-76,0-1 1,0 3 327,0 1-234,-5 0-36,4 5-454,-4 1 151,5 5 0,0 9-112,0 2 0,1 3 75,3 1 1,-1 3-37,4 8 0,-5-1-11,2 4 0,1 0-49,-1 4 1,-1 2-7,-3 2 1,0-3 99,0 3 1,-5-1-98,-2-3 1,-4 0 80,-4-10 0,2 0 241,-6-9 1,2 0-96,-1-7 0,-3-2 256,3-5 0,1 0-60,-2 0 0,6-5 67,-2-2 0,3-3-94,1-1 0,3-4-96,1 1 0,5-5-156,-2 5 1,4-5 134,4 5 0,2-5-902,5 5 1,5-5 387,2 4 1,-1 1-772,2 3 1,0 0 191,7 0 0,-3 0 919,3 0 0,36 9 0,9 4 0</inkml:trace>
  <inkml:trace contextRef="#ctx0" brushRef="#br0" timeOffset="158">452 673 9248,'-6'5'2114,"1"-3"-1703,5 5 0,0 1 1,0 3 0,0 4-87,0-1 0,1 6-209,3-2 1,-3 3-321,2 1 0,-1-1-469,-2-3 0,0 2-1002,0-5 1,3-1 1674,1-3 0,10-19 0,-2-6 0</inkml:trace>
  <inkml:trace contextRef="#ctx0" brushRef="#br0" timeOffset="700">165 33 7871,'-6'-5'1054,"-4"4"-234,4-9-476,-5 9 1,1-2-139,3 6 0,-2 0 13,6 4 0,-6 0-306,2 4 0,2 0 95,1 0 1,-1 0-216,2 0 0,-1 0 156,4 0 1,0-3-485,0-1 235,0 1-411,0 3 204,0 0 258,5-5 0,1-1 149,5-5 1,-1-5-39,-3-3 0,3 2 403,-3-1 1,-1-2-170,2-5 0,-5 1 503,5-1 1,-5 1-286,5 2 1,-6 0 877,2 0-787,2 0 1,0 0-133,5 0 0,-4 5-246,1 2 0,3 3 120,4 1 0,4 0-1092,0 0 0,1 9 165,2 2 780,0 7 0,20 39 0,5 14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49.375"/>
    </inkml:context>
    <inkml:brush xml:id="br0">
      <inkml:brushProperty name="width" value="0.08571" units="cm"/>
      <inkml:brushProperty name="height" value="0.08571" units="cm"/>
    </inkml:brush>
  </inkml:definitions>
  <inkml:trace contextRef="#ctx0" brushRef="#br0">342 508 8697,'-3'-8'0,"-1"1"1374,1-2-372,2 4-297,1-4-148,0 7-342,0-3 0,0 7 31,0 1 0,0 4-224,0 4 1,-1 3 179,-3 1 0,3 5-283,-3-2 1,2-1 83,-2 1 0,3 1 72,-3 3 0,-1 0-398,2 0 1,-1-1-361,4-3 1,-4 2 86,1-6 246,-1 6 0,5-9 79,3 0 0,-2-5 91,6-6 0,-1 0-97,4 0 0,0-5 70,0-2 1,1-8 238,3-3 1,-6 1 69,2-2 0,-4 1 85,0-4 1,3 0 174,-2 0 0,-3 0-195,-2 0 0,2 5 100,-1 2 1,-1 1 36,-3 0 84,0 6-231,5-6 0,-3 14-267,1 0 0,-2 6 37,-1 9 0,0 3-128,0 8 1,-1 2-193,-2 5 0,1 0 185,-1 0 1,1 4-81,2-1 0,-1 6 83,-2-1 1,-4 0-34,-4 0 0,-1 0 61,-3-4 0,-3 3 299,-8-3 0,2-1 112,-6-7 1,5-3 184,-5-8 1,0-1-88,-7-2 1,8-8 132,-1 1 0,6-6-170,2-2 1,1-6 31,2-5 1,5-1-282,6-7 1,3 5 216,5-5 0,0 1-356,0-4 1,10 1 37,5 3 1,6-3-336,5 3 1,3 0 190,8 0 1,-2 5-299,6-2 0,-5 3-823,5 1 1,-4 1 164,3 2 1155,-5 4 0,33 18 0,2 5 0</inkml:trace>
  <inkml:trace contextRef="#ctx0" brushRef="#br0" timeOffset="181">640 1015 13346,'0'11'1017,"0"0"-603,0 0 0,4 6-107,-1 5 0,5 5-427,-5 6 1,2-4-407,-1 1 0,-3-1-479,3 4 1,-3-5 1004,-1-2 0,-5-12 0,-1-5 0</inkml:trace>
  <inkml:trace contextRef="#ctx0" brushRef="#br0" timeOffset="924">254 89 8218,'0'-8'1547,"0"1"-749,0 5-558,-5-3 0,4 6-1,-3 3 0,-1-2-177,2 5 0,-5 1 53,5 3 0,-5 1 124,5 3 1,-5-3-342,5 3 0,-6-3-574,2-1 0,2 0 252,1 0 1,-1 0 214,2 0 0,-2-4-178,1 1 95,3-6 13,-4 8 165,5-9 1,1 3 48,3-8 0,-2-1 13,6-2 0,-5-3 126,5 3 0,-2-7 174,1 0 0,3-1-90,-3 4 0,-1-1 276,2-3 1,-5 3-177,5-3 0,-6 3 147,2 1 1,1 0-56,-2 0 0,2 0 870,-1 0-230,-3 0-104,9 0-21,-9-1-265,9 6-368,-4 1 0,5 10 22,0 3 0,0 3-195,0 3 1,0 4 62,0 4 1,4 0-1567,0 0 1,3 1 241,-3 3 1202,4-3 0,13 28 0,9 2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52.133"/>
    </inkml:context>
    <inkml:brush xml:id="br0">
      <inkml:brushProperty name="width" value="0.08571" units="cm"/>
      <inkml:brushProperty name="height" value="0.08571" units="cm"/>
    </inkml:brush>
  </inkml:definitions>
  <inkml:trace contextRef="#ctx0" brushRef="#br0">128 121 7722,'0'-11'1378,"0"0"0,0 4-401,0 0-685,0 4 0,0 0 170,0 6 0,0 3 8,0 5 0,0 5-3,0 3 1,0 6-312,0 5 0,0 3 93,0 4 1,0-2-390,0 6 0,-1-1 202,-3 4 0,-1 0-94,-2 0 0,-3-1-222,3-2 1,-3-3-258,-1-5 1,0-2-401,0-1 1,0-4 405,0-8 1,1-2-2044,3-5 1379,-3-5 1169,9-1 0,5-44 0,9-10 0</inkml:trace>
  <inkml:trace contextRef="#ctx0" brushRef="#br0" timeOffset="309">106 507 8060,'5'-11'1515,"1"1"-1167,5 3 0,0 1-123,0 2 1,1-1-10,3-2 0,-2-2-26,6 6 0,-4-5 42,3 5 1,-1-5 84,1 5 0,2-5-85,-5 5 1,3-1-129,-3 4 0,-2 1 150,-5 3 1,4 2-183,-5 5 1,2 1-16,-6 3 0,-1 1-67,1 2 1,-1 3 10,-2-2 0,0 1 72,0 2 1,0-3-593,0-1 0,0-4 228,0 0 0,0-1-2553,0-2 1476,-5 0 1368,3 0 0,7-20 0,8-4 0</inkml:trace>
  <inkml:trace contextRef="#ctx0" brushRef="#br0" timeOffset="811">1010 11 8050,'0'-6'1726,"0"1"0,-1 6-1003,-3 3 0,-7 7-236,-7 7 1,-4 8-16,-4 4 0,-4 8-123,-6 6 0,1 11-333,-1 11 1,4 4 68,6 3 1,7-7-52,11-7 1,4-4-12,8-3 1,4-5-215,6-6 0,-2-8-1226,3-7 1,1-4 687,-1-4 0,-1-3-2252,-3-8 2981,1-2 0,3-25 0,3-4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51.174"/>
    </inkml:context>
    <inkml:brush xml:id="br0">
      <inkml:brushProperty name="width" value="0.08571" units="cm"/>
      <inkml:brushProperty name="height" value="0.08571" units="cm"/>
    </inkml:brush>
  </inkml:definitions>
  <inkml:trace contextRef="#ctx0" brushRef="#br0">44 44 8801,'0'-6'1277,"0"0"-753,0 2-291,0 3 1,5-4 87,2 5 1,3 0 160,1 0 0,5-1-645,3-3 1,3 3 175,3-2 0,0 1-1049,4 2 1,-1 0 553,2 0 1,-3 0-894,-5 0 1375,0 0 0,-10-5 0,-2-1 0</inkml:trace>
  <inkml:trace contextRef="#ctx0" brushRef="#br0" timeOffset="225">11 144 8067,'-6'0'1417,"1"0"1,6 0-971,3 0 0,3 0-204,8 0 1,6 0 4,5 0 0,4 0-1237,0 0 1,1 0 268,3 0 720,-1 0 0,34-10 0,9-2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54.718"/>
    </inkml:context>
    <inkml:brush xml:id="br0">
      <inkml:brushProperty name="width" value="0.08571" units="cm"/>
      <inkml:brushProperty name="height" value="0.08571" units="cm"/>
    </inkml:brush>
  </inkml:definitions>
  <inkml:trace contextRef="#ctx0" brushRef="#br0">34 639 7206,'-7'0'1441,"3"0"-981,-1 0 134,3 0-82,-3 0-31,5 0 31,-4 0 0,2 0-412,-3-5 1,7 0 94,1-2 1,0-2-317,4 6 0,-1-6 117,2 2 0,5-2-96,-2 2 0,3-3 87,-3 3 1,0 1-103,0-2 1,0 6-108,0-2 1,0 3-403,0 1 402,-5 0 1,-1 5 156,-5 2 0,0 8-50,0 3 0,-1 3 19,-3 1 0,1 4-62,-4-1 1,1 2-10,-1-1 1,-3 1 7,2 3 0,2-4 10,-1-3 0,3-1-11,-3 0 1,5-5 275,-2-3-176,3-1 0,6-4 131,2-1 1,3-4-96,1-8 1,0-2 209,0-5 0,3-2-41,1-1 0,4-2-34,-5-3 0,1 0-115,-4 4 1,0-4-82,0 0 1,0 2-21,0-1 0,-4 3 103,1-3 1,-2 4 109,1-1 1,-2 3-144,-5 1-22,5 0-165,-4 0-38,4 5 0,-6 6 132,-3 7 1,2 3 75,-6 1 0,5 1 112,-5 3 1,5 2-133,-5 5 0,2 0-43,-1 0 0,2 0 48,5 0 1,-4-3-64,1-1 1,0-1 169,7 2 1,-2-3 155,6-5 1,-1-5 454,4-3 0,4-1-306,-1-2 0,5-9 399,-4-2 1,4-11-288,0 0 0,0-7 40,-1-1 1,2-2-114,-5-1 1,-2 0-369,-5 0 0,0 0-87,-4 0 0,3 5-46,-3 2 1,0 3-296,-4 1 1,0 5-1879,0 2-126,0 8 2416,0 2 0,-5 24 0,-1 6 0</inkml:trace>
  <inkml:trace contextRef="#ctx0" brushRef="#br0" timeOffset="242">585 749 8144,'0'6'2184,"0"1"-1525,0-4 1,0 0-185,0 4 0,0 4-106,0 4 1,0 6-503,0 1 0,-4 3-100,0 5 0,-3 2-284,3-3 0,-4 3 273,0 1 0,2-5-60,-1-2 1,3-4-739,-3-4 1,5-2-42,-2-5 1083,-2-5 0,14-15 0,0-10 0</inkml:trace>
  <inkml:trace contextRef="#ctx0" brushRef="#br0" timeOffset="492">739 782 8144,'6'-5'1001,"-1"4"0,-4-4-361,3 5 1,-3 2-15,3 1 1,-2 5-112,2 6 1,-3 3-177,3 6 1,-3 0-298,-1 3 0,0-2 79,0 5 1,0-3-547,0 4 1,-4-2 324,1 1 1,-2 0-522,1-6 0,3 0-72,-3-8 693,3 4 0,1-31 0,0-3 0</inkml:trace>
  <inkml:trace contextRef="#ctx0" brushRef="#br0" timeOffset="969">805 66 8324,'0'-11'479,"0"0"0,-1 5 116,-3 2 0,2 3-51,-5 1 1,3 1-133,-3 3 1,-2 3-206,-6 8 1,3-2 28,-3 6 0,3 3-347,1 3 0,0 6 144,0-2 1,1-1-987,3 2 1,-2-2 266,6 1 0,-5 3-169,5-2 1,-1-3 854,4-2 0,29-6 0,8-3 0</inkml:trace>
  <inkml:trace contextRef="#ctx0" brushRef="#br0" timeOffset="1510">904 143 8057,'0'-7'756,"0"-1"-331,0 6 0,2-7-152,1 6 0,0-2-140,4 1 0,1 3-14,3-3 0,0 3-93,0 1 1,3 1 123,1 3 0,0-2-503,-4 6 0,0-1 219,0 4 1,-1 0-207,-3 0 1,-2 1 159,-5 3 0,0-3 105,0 3 0,-1-7 253,-3 0 0,-2-1-149,-5 4 1,0-3-3,0-1 0,-4-5 7,0 2 0,1-2-122,3 2 0,3-3 158,1 3-426,0-3 30,-4-1 151,-1 0 43,6 0-18,1 0 85,5-5 22,0 4 61,0-4 0,2 5-44,1 0 1,0 0 6,4 0-5,1 0 1,3 0-94,0 0 1,0 1 73,0 3 1,0-1-5,0 4 0,0-3 59,0 3 0,-4 0-56,0 4 0,0 0 106,0 0 0,-2 0-129,-5 0 339,0 0 1,-5 0-71,-2 1 1,-4-1-135,-4 0 0,1-2-302,-4-1 1,3 0-893,-3-4 1126,4 5 0,-11-23 0,1 1 0</inkml:trace>
  <inkml:trace contextRef="#ctx0" brushRef="#br0" timeOffset="1801">1114 44 8059,'0'-11'0,"0"3"730,0 1 296,5 0-99,1 1 0,5 2-374,0 8 1,4 2-193,-1 5 0,5 5-17,-5 2 1,5 3-46,-4 1 0,3 4-316,-3-1 0,-1 6 100,-3-2 1,-1 0-390,-3 0 0,-2-1 44,-5 1 0,-1-2-117,-3-5 0,-3-3-976,-8-1 0,3-4 68,-3 0 1287,3-6 0,-4-13 0,-1-7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3:59.783"/>
    </inkml:context>
    <inkml:brush xml:id="br0">
      <inkml:brushProperty name="width" value="0.08571" units="cm"/>
      <inkml:brushProperty name="height" value="0.08571" units="cm"/>
    </inkml:brush>
  </inkml:definitions>
  <inkml:trace contextRef="#ctx0" brushRef="#br0">342 56 8064,'0'-11'143,"0"0"1,0 3 118,0 1 0,-1 3-29,-3-3 1,-2 5-17,-5-2 1,-1 3 44,-3 1 0,-2 0-182,-5 0 0,-1 5 142,-3 2 0,3 3-334,-3 1 1,-1 3 90,1 1 1,4 1-442,4-1 1,5-2 125,-2 6 1,3-5-9,1 5 1,5-6-135,2 2 341,3-3 1,6-2-94,2-3 1,4-2 55,4-5 1,-2 0 177,5 0 1,1-3-124,3-1 0,0-5 132,0 2 0,-2-3-53,2-1 0,-6 0-13,6 0 1,-4 0 410,0 0 1,2 0-175,-5 0 1,-1 4 406,-3-1-383,0 1 0,-3-3 1066,-1 3-366,-4 2-464,-3 5 0,-7 1-185,-4 3 0,0 2-77,0 5 1,2 0-49,1 0 1,-2 4 75,3-1 0,-3 6-156,-1-2 0,0 4 8,0 4 1,4-1-367,-1 4 1,1 0-11,-4 4 0,0-3-165,0-1 0,-1 1 143,-3 3 1,6-5 82,-2-2 0,4-8 267,0-3 0,-3-3-195,3-1 391,2 0-131,0-5 55,5-1 1,0-6 4,0-3 1,1-1 143,3-2 0,-2-3-5,6 3 0,0-4 4,7-4 1,-2 2-103,6-6 0,-1 4-53,4-3 1,1 1-227,3-1 0,-3-2 148,3 5 1,-3-3-337,-1 3 0,0 1 132,0 2 0,-4 5 155,-4 0 0,-16 9 0,-5-1 0</inkml:trace>
  <inkml:trace contextRef="#ctx0" brushRef="#br0" timeOffset="655">530 475 8014,'0'-11'1717,"0"0"-1276,0 5 1,-1 1 237,-3 5-244,3 0 0,-4 6-110,5 5 1,-4 1-190,0 6 1,-3 1-52,3 3 0,-3 1-150,3 3 0,-3-3-631,3 3 0,-3 1 409,3-1 1,-3-2-357,3-6 1,-3 2 642,3-5 0,1-15 0,3-8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4.234"/>
    </inkml:context>
    <inkml:brush xml:id="br0">
      <inkml:brushProperty name="width" value="0.08571" units="cm"/>
      <inkml:brushProperty name="height" value="0.08571" units="cm"/>
    </inkml:brush>
  </inkml:definitions>
  <inkml:trace contextRef="#ctx0" brushRef="#br0">33 23 7431,'-6'-5'410,"-4"4"-245,9-4 1,-5 5 247,2 0 69,3-5-94,-4 4 257,5-4 1219,0 5-1776,5 5 1,-4 1 82,3 5 0,-3 0-181,-1 0 0,4 4-96,-1-1 1,2 2 88,-1-1 1,-3-1-536,3 4 1,-3-5 266,-1 2 1,1 1-2234,3-1 2518,-3-1 0,19-12 0,-2-4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5.452"/>
    </inkml:context>
    <inkml:brush xml:id="br0">
      <inkml:brushProperty name="width" value="0.08571" units="cm"/>
      <inkml:brushProperty name="height" value="0.08571" units="cm"/>
    </inkml:brush>
  </inkml:definitions>
  <inkml:trace contextRef="#ctx0" brushRef="#br0">11 67 7696,'-5'-6'35,"4"-4"1,-4 7 356,5-4-347,0 5 0,1-5 58,3 4 1,-2 2-59,6-3 1,-1-1 79,4 1 1,4 1-6,0 3 0,-1-4-39,-3 0 0,0 1-122,0 3 1,0 0-8,0 0 1,0 0 39,0 0 0,-3 0-63,-1 0 1,-3 3 70,3 1 1,-4 5-204,0-2 0,-2 3 45,-1 1 0,-4 3 144,-4 1 0,-2 1 19,-1-1 0,0-3 144,0 3 0,0-3-72,0-1 1,0 0-78,0 0 1,0 0 32,0 0 0,0 0-4,0 0 1,4-4 33,-1 1 1,5-6-19,-5 2 1,5 1 234,-5-1-147,6-1 458,-3-3 153,5 0 0,5 0-507,2 0 1,3 0-30,1 0 1,4 0-487,0 0 1,3-1 217,-3-3 1,4 3-1333,0-3 1,-3 3 1391,-2 1 0,3-5 0,1-1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6.341"/>
    </inkml:context>
    <inkml:brush xml:id="br0">
      <inkml:brushProperty name="width" value="0.08571" units="cm"/>
      <inkml:brushProperty name="height" value="0.08571" units="cm"/>
    </inkml:brush>
  </inkml:definitions>
  <inkml:trace contextRef="#ctx0" brushRef="#br0">33 0 7683,'-6'0'-821,"-4"0"2911,4 0-1013,0 0-101,1 0-557,5 0 0,0 5-152,0 3 0,0 5-129,0 2 1,4 4 68,0 0 0,3 5-494,-3 2 1,3 3-360,-3-3 0,4 0-1713,0-4 2359,-4 0 0,11 0 0,-3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7.225"/>
    </inkml:context>
    <inkml:brush xml:id="br0">
      <inkml:brushProperty name="width" value="0.08571" units="cm"/>
      <inkml:brushProperty name="height" value="0.08571" units="cm"/>
    </inkml:brush>
  </inkml:definitions>
  <inkml:trace contextRef="#ctx0" brushRef="#br0">22 11 7700,'-6'0'701,"-3"-1"-600,6-2 66,-1 1-158,4-3 0,5 5 83,2 0 1,3 0-52,1 0 0,0 0 36,0 0 1,4 0 53,0 0 1,-1 0-285,-3 0 0,0 0 85,0 0 0,0 0-160,0 0 1,-3 0-145,-1 0 316,-4 5 1,2 1-16,-5 5 0,-2-3 15,-1-1 0,-4 1 186,-4 3 0,0 0-58,0 0 1,0 0 77,0 0 1,0-2-67,0-1 0,0 2 213,0-3 1,0 3-39,0 1 1,4-1 42,0-3 0,4 3-118,-1-3 0,3-1-1,1 2 0,1-5-465,3 5 0,2-6 181,5 2 0,1-3-316,3-1 1,2 0 100,5 0 316,0-5 0,59-6 0,15-6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8.142"/>
    </inkml:context>
    <inkml:brush xml:id="br0">
      <inkml:brushProperty name="width" value="0.08571" units="cm"/>
      <inkml:brushProperty name="height" value="0.08571" units="cm"/>
    </inkml:brush>
  </inkml:definitions>
  <inkml:trace contextRef="#ctx0" brushRef="#br0">78 0 6649,'-6'0'2107,"1"0"-1667,5 0-362,5 0 1,1 0 77,5 0 1,4 0-223,0 0 0,1 0-86,-2 0 0,-2 0-76,3 0 1,-3 0 41,-1 0 1,0 2-47,0 1-46,-4-2 99,-2 9 86,-5-4 0,-5 4 19,-3-3 1,-3 2 105,-3-5 1,1 3-13,-1-3 1,1 1 128,2-2 1,0-1 66,0 1 1,0 2-138,0-1 1,4-1 8,0-3 1,4 2 10,-1 1 30,3-1-39,1 3 91,0-5-186,5 0 1,-2 0-1,4 0 0,-1 1-119,1 2 0,3-1 96,-3 1 1,0-1-218,0-2 1,0 3 68,4 1 0,0 1-4,0-2 1,0 0 46,0 4 0,0 1 17,0 3 0,-4-4 62,-4 0 1,2 1 163,-1 3 245,0 0 0,-4 0-168,0 0 0,-5-1 189,-3-3 1,-3 1-136,-3-4 1,0 4-64,-4-5 1,-1 5-12,-3-5 0,0 1 30,0-4 1,0 0-669,0 0 0,0-1 471,0-3 0,34-27 0,9-10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8.942"/>
    </inkml:context>
    <inkml:brush xml:id="br0">
      <inkml:brushProperty name="width" value="0.08571" units="cm"/>
      <inkml:brushProperty name="height" value="0.08571" units="cm"/>
    </inkml:brush>
  </inkml:definitions>
  <inkml:trace contextRef="#ctx0" brushRef="#br0">12 45 7642,'0'-11'452,"0"0"0,0 4 667,0-1-393,0 6 419,-5-3-648,4 5 0,-4 1 16,5 3 1,0 3-219,0 8 1,0 2-82,0 5 1,5 1-864,2 3 0,-1-3 462,2 3 0,-5-3 276,5-1 0,-5 3 197,5-3-286,-6 2 0,3-11 0,-5 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09.993"/>
    </inkml:context>
    <inkml:brush xml:id="br0">
      <inkml:brushProperty name="width" value="0.08571" units="cm"/>
      <inkml:brushProperty name="height" value="0.08571" units="cm"/>
    </inkml:brush>
  </inkml:definitions>
  <inkml:trace contextRef="#ctx0" brushRef="#br0">62 23 7182,'5'-7'-1086,"-3"3"1757,6 4 0,-5-4-173,5 0 1,-5 1-391,5 3 1,-5 0 32,5 0 1,-5 0-79,5 0 1,-4 0 225,3 0-179,0 0 1,4 0-9,0 0 1,-3 1-116,-1 2 1,-3 0-322,3 4 0,-5 1 178,2 3 1,-3 0 40,-1 0 0,0 1 78,0 3 1,-6-2 148,-5 5 0,-1-4-96,-6 1 0,3-2 130,-4 2 0,5-3 131,-5 3 0,6-7 184,-2 0 0,3-2 545,1 1-661,0 3 0,4-9 466,-1 3-560,6-3 0,2-1-374,7 0 0,8 0 164,3 0 1,3 0 118,1 0 1,5 0-891,2 0 1,5 0 729,2 0 0,28 0 0,11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17.756"/>
    </inkml:context>
    <inkml:brush xml:id="br0">
      <inkml:brushProperty name="width" value="0.08571" units="cm"/>
      <inkml:brushProperty name="height" value="0.08571" units="cm"/>
    </inkml:brush>
  </inkml:definitions>
  <inkml:trace contextRef="#ctx0" brushRef="#br0">309 110 8920,'-11'0'461,"0"0"0,-4 0-510,0 0 0,-8 2 129,1 1 0,-6 0-468,2 4 1,-3-3 249,3 3 0,0-3-697,4 3 0,1-4 17,3 0 818,2-1 0,30-17 0,5-3 0</inkml:trace>
  <inkml:trace contextRef="#ctx0" brushRef="#br0" timeOffset="225">176 11 7817,'0'-6'1499,"0"1"-125,0 5-639,0 5 0,0 1-265,0 5 0,-1 2-135,-2 1 0,0 0-454,-4 4 1,4 0 176,0 5 0,-2-1-986,1 0 0,-3-4-43,3 0 1,-1-4-1581,1 1 2551,3-3 0,-9-11 0,4-2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16.191"/>
    </inkml:context>
    <inkml:brush xml:id="br0">
      <inkml:brushProperty name="width" value="0.08571" units="cm"/>
      <inkml:brushProperty name="height" value="0.08571" units="cm"/>
    </inkml:brush>
  </inkml:definitions>
  <inkml:trace contextRef="#ctx0" brushRef="#br0">133 23 7869,'-4'-8'0,"-1"2"17,-1 1 0,2 2 660,-3 3 1,3 0-202,-3 0 1,0 2-95,-4 5 0,3 2-99,1 9 1,0 1-1,-4 3 0,0 1-154,0 3 1,4 1-109,4 2 0,-2 4-703,1 0 0,1-3 449,3 3 0,0-8-852,0 1 0,1-6 340,2-2 0,0-6 745,4-1 0,20-14 0,9-10 0</inkml:trace>
  <inkml:trace contextRef="#ctx0" brushRef="#br0" timeOffset="425">188 166 7834,'0'-7'0,"0"-1"0,0 5 0,0-5 799,0 6-396,0-8 1,4 8-194,-1-6 0,6 6-76,-2-2 0,3 3 102,1 1 1,0-4-421,0 0 233,0 1-310,0 8 1,-1 1 6,-3 5 0,-2 0-30,-5 0 1,0 0 88,0 0 1,-1 1 87,-3 3 1,-2-5 168,-5 4 0,4-8-113,-1 6 1,1-4 346,-4 3 0,0 0-128,0 0 1,4-1 80,-1-3 0,2 3 46,-1-3-443,-3 3-181,9 1 1,-4 0 166,5 0 0,1-5-350,3-2 0,2-3 213,5-1 0,1 0-224,3 0 0,1 0 523,2 0 0,23-29 0,0-8 0</inkml:trace>
  <inkml:trace contextRef="#ctx0" brushRef="#br0" timeOffset="674">397 23 7834,'0'-7'1257,"0"-2"1,5 9-938,3 0 1,3 5-111,3 6 0,0 1-165,4 3 0,-3 3 119,3 8 0,-4-3-401,0 3 1,-6 1 234,-4-2 0,-3 5-236,-1-5 0,-1 1-252,-3-4 1,-4-1-947,-6-3 1436,2-2 0,-14-14 0,3-4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18.948"/>
    </inkml:context>
    <inkml:brush xml:id="br0">
      <inkml:brushProperty name="width" value="0.08571" units="cm"/>
      <inkml:brushProperty name="height" value="0.08571" units="cm"/>
    </inkml:brush>
  </inkml:definitions>
  <inkml:trace contextRef="#ctx0" brushRef="#br0">12 122 7730,'0'-11'-129,"-1"5"491,-3 2 77,3-2-67,-4 0 63,5-5-328,0 0 1,3 3-26,1 1 0,5 3-182,-2-3 47,3 5 0,1-3-58,0 5-226,0 0 251,0 0 1,-1 5-63,-3 2 0,-2 4 84,-5 4 0,-1-2-92,-3 6 1,2-1 50,-6 4 0,5 1-149,-5 3 0,1-3-24,-4 3 1,4 1 45,-1-1 0,5-1 21,-5-3 1,5 1 210,-5-1 0,6-5-13,-2-3 0,3-1 13,1-2 79,5-5 0,1-1-40,5-5 1,0-5 36,0-3 0,0-1-28,0-2 0,1-2 152,3-1 1,-3-2 56,3-3 0,-3 0-131,-1 4 1,0-5 103,0 2 1,0-1-95,0 0 1,-1 0-185,-3 4 1,2 0 55,-5 4 0,3 0-103,-3 0-220,-1 5 213,-3 1 1,0 6-8,0 3 0,-5 0 29,-2 7 0,1-3 126,-1 7 1,-1 1-98,-3-1 1,4 3 144,0-3 0,4 3-101,-1-3 1,-1 3 10,2-3 1,-1 1 17,4-2-5,0-1 1,1 5 113,3-7 1,-2 1-76,6-8 0,0 0 330,7-4 0,-3 0-154,3 0 1,1-5 246,-1-3 0,3-5-74,-3-2 1,3-4 29,-3 0 1,1-2-163,-2-1 1,-1-1-44,1-3 1,-1 2-312,-2-6 0,-4 5 127,0-5 1,-3 5-684,3-5 0,-3 9 345,3-1 0,-4 8-2291,1-1 2583,-3 3 0,-6 25 0,-1 7 0</inkml:trace>
  <inkml:trace contextRef="#ctx0" brushRef="#br0" timeOffset="1293">508 320 7753,'0'7'-1037,"0"-3"2510,0-4-949,0 5 0,-1-2 29,-3 4-242,3 0 0,-8 6-61,6 1 1,-6 0-247,2 4 0,-3-4 71,-1 0 1,3 4-169,1 0 0,0-1 59,-4 1 1,1-4-1582,3 1 899,-3 2 1,7-5-743,-4 3 1458,5-8 0,21-26 0,12-12 0</inkml:trace>
  <inkml:trace contextRef="#ctx0" brushRef="#br0" timeOffset="1687">552 353 7753,'6'-4'-70,"4"1"-35,-3-4 1,-1 4 519,2 0 0,-5-2-49,5 1 1,-1 0 1,4 4 0,-4 0-108,1 0 0,-1 0-144,4 0 1,0 0 84,0 0 1,-3 4-119,-1 0 1,-3 4-43,3 0 0,-5 5-208,2 2 0,-3 3 229,-1-3 0,-5 5 25,-2-2 1,-3 3-579,-1 1 0,-3-4 224,-1 1 1,-4-2 124,5 1 0,-5 2 83,5-6 0,-5 1-109,5-4 0,-1-1 70,4-3 0,0 2-83,0-6-2,5 6 65,1-8 1,5 3 208,0-8 1,1-1-112,3-2 1,-2-2 279,6 6 1,-1-6-127,4 2 1,0 2 372,0 1 0,0-1-155,0 2 1,0-1-39,0 4 0,0 0-298,0 0 1,0 0 140,0 0 0,0 4-1175,0-1 1,0 5 174,0-5 843,-5 1 0,4 6 0,-4 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21.399"/>
    </inkml:context>
    <inkml:brush xml:id="br0">
      <inkml:brushProperty name="width" value="0.08571" units="cm"/>
      <inkml:brushProperty name="height" value="0.08571" units="cm"/>
    </inkml:brush>
  </inkml:definitions>
  <inkml:trace contextRef="#ctx0" brushRef="#br0">199 100 7832,'0'-6'1143,"-5"1"0,-1 6-884,-5 3 0,0 2-40,0 5 1,0 5-48,-1 2 0,-2 4-63,-1 4 1,-3-1-444,3 4 1,-1 4 241,1 4 0,3-2-820,-3-5 1,8 0 451,3-4 1,3-1-336,1-7 0,1-3 795,3-8 0,2-2 0,20-20 0,3-3 0</inkml:trace>
  <inkml:trace contextRef="#ctx0" brushRef="#br0" timeOffset="495">276 177 7832,'0'-11'-364,"0"4"624,0 0 782,5-1-668,1 2 0,5-2 185,0 4-452,0 0 1,0 5 66,0 3 0,-4 1-329,1 2 0,-6 3 134,2-3 0,1 3-216,-2 1 0,1 0 73,-4 0 33,0 5 0,-5-3 38,-2 1 1,1-3 72,-2-3 0,1 1-47,-4-1 0,4-2 9,-1 1-217,1-4 1,-4 5 94,0-4 0,3 0-6,1-4 0,5 1 116,-2 2 12,-2-1 184,5 3 0,-5-5-44,2 0 182,3 0-198,-4 0 103,5 0-186,5 0 1,1 0-20,5 0 1,-4 3-39,0 1 1,1 3 73,3-3 1,-1 5 123,-3-2 1,2 3-132,-6 1 0,5 0 93,-5 0 0,1 0-75,-4 0 0,-1 1 169,-3 3 1,-3-3-124,-8 3 0,3-3-39,-3-1 1,-2-4-699,-1 1 0,0-5 347,0 5 1,1-6 332,-2 2 0,8-27 0,7-8 0</inkml:trace>
  <inkml:trace contextRef="#ctx0" brushRef="#br0" timeOffset="794">441 89 7832,'0'-6'783,"5"-4"1,-2 8-298,4-6 0,-3 6-79,3-2 1,-3 8 41,3 3 1,0 3-136,4 1 0,-1 5 87,-3 2 0,3 4-101,-2 4 0,0 2-258,0 5 0,0 0 67,-4 1 0,-1-1-440,-3 0 0,-4-1 112,-4-3 0,-3-2-83,-4-5 1,2-5-1151,-5-2 1,-1-3 171,-3-1 1280,5 0 0,11-19 0,7-6 0</inkml:trace>
  <inkml:trace contextRef="#ctx0" brushRef="#br0" timeOffset="1944">1070 486 7777,'4'-11'35,"-2"4"161,1-1 1,2 1 242,-1-4 0,0 4 252,-4-1 55,0 1-241,0-4-373,0 0 1,-5 1 97,-3 3 0,-3 2-149,-3 5 1,0 0-37,-4 0 0,3 1-91,-3 3 0,1 1-404,-2 2 1,0 4 269,4 0 0,0 0-263,4 4 1,0-2 195,0 2 1,0-3-185,0 3 0,5-2-276,2 2 528,3-3 1,1 4 60,0-5 1,5-5 143,2-2 0,7-3 172,0-1 1,6-1-128,-2-3 1,0 2 100,0-6 1,0 1-42,4-4 0,-3 0 140,-1 0 0,-3 0-56,3 0 0,-4 4 223,0-1 0,-1 2-113,-2-1 0,-2 1 4,-1 2 1,-2 3 82,-2-3-198,-3 3 1,2 5-116,-6-1 0,0 9 66,-4 0 0,0 6-314,-4 0 1,0 3 119,0 1 1,0 4-215,0 0 1,0 4 93,0 0 0,-4 1-73,0 3 1,-3-1-3,3 0 1,-1-5 91,1-2 0,3-3 297,-3-1 0,2-1-98,-2-3 0,7-3 422,-3-8-338,2 3 0,2-9-21,-1 3-14,6-3-32,-3-1 63,5 0-79,5-5 1,-3 0 47,6-2 0,-2-3-84,1 3 1,3 1 128,-3-2 1,2 1-64,-2-4 1,3 0 37,-3 0 0,3 4-85,1-1 1,4 1-137,0-4 1,-1 0-96,-3 0 0,4 0 82,0 0 1,0 0-758,-4 0 0,3 3 377,1 1 0,0 5-780,-4-2 0,-4-1-62,0 1 1320,-4 1 0,-3 12 0,-6 4 0</inkml:trace>
  <inkml:trace contextRef="#ctx0" brushRef="#br0" timeOffset="2338">1224 839 7791,'0'-8'444,"0"1"0,0 3 453,0-3-501,5 5 1,-3-7-112,6 5 0,-5-1-67,5 2 1,-1 2-126,4-3 1,0 3 87,0 1 0,0 0-197,0 0 0,0 1-45,0 3 0,0-2-58,0 5 0,-3-3-22,-1 3 0,-5 1-10,2 3 0,-3 0 34,-1 0 0,0 0 106,0 0 0,-5 0-12,-2 0 0,-3-1-6,-1-3 1,-1 3 155,-3-3 1,3 3-69,-3 1 1,3-4 144,1 1 1,0-2-54,0 1 0,0 2 258,0-6-104,5 6-208,1-8 0,5 5-116,0-2 1,1-3 79,3 3 0,2-3-232,5-1 0,1 0 65,3 0 1,-3 0-676,3 0 0,2 0-117,1 0 0,-1 0 898,2 0 0,14-10 0,7-2 0</inkml:trace>
  <inkml:trace contextRef="#ctx0" brushRef="#br0" timeOffset="2804">1367 34 7801,'-11'-6'1411,"0"1"0,0 11-1045,0 5 1,1 1-273,3 7 1,-3 3 123,3 3 0,-3 5-556,-1-4 0,1 3-102,3-3 1,-2 3-356,6-3 0,-5 2 279,5-6 1,-1 1-1151,4-8 1666,0 0 0,5-9 0,30-26 0,13-10 0</inkml:trace>
  <inkml:trace contextRef="#ctx0" brushRef="#br0" timeOffset="3129">1422 144 7783,'6'-5'-344,"-2"-2"509,2 2 1,-3-1 1042,4 2-793,0 3 1,4-4-160,0 5 1,0 1-104,1 3 0,-1-2 52,0 6 0,-2-4-183,-1 3 1,1-1-100,-1 1-97,-3 3 1,0-4 2,-5 5 0,0-3 66,0-1 1,-5 0 147,-3 4 0,-1-3-40,-2-1 0,0-1 45,0 2 1,-4 1-55,0-1 1,0-2-60,4 1 0,4-1-30,0 2 1,3 1-179,-3-1 1,4-2-350,0 1 407,1-4 0,4 5-234,1-4 1,5 0 117,6-4 1,0 0-49,4 0 0,-1 0 379,2 0 0,1 0 0,27-10 0,12-2 0</inkml:trace>
  <inkml:trace contextRef="#ctx0" brushRef="#br0" timeOffset="3403">1665 34 7783,'-6'-11'0,"-3"4"615,5-1 946,1 6-991,3-3 1,1 9-180,3-1 0,3 7-11,8 1 1,2 1-59,5 7 1,0-5-264,0 5 1,-1-1 92,-3 4 0,-1 0-654,-2 0 0,-4 2 371,0 1 1,-1 0-279,-6 4 1,-2-4-1117,-6 0 0,-3-1 6,-8-2 1519,-2-5 0,-15-11 0,-2-7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32.956"/>
    </inkml:context>
    <inkml:brush xml:id="br0">
      <inkml:brushProperty name="width" value="0.08571" units="cm"/>
      <inkml:brushProperty name="height" value="0.08571" units="cm"/>
    </inkml:brush>
  </inkml:definitions>
  <inkml:trace contextRef="#ctx0" brushRef="#br0">243 254 7918,'0'-11'739,"0"0"-414,0 0 1,0 3 80,0 1 1,0 3 311,0-3-498,0-1 0,-1 1-68,-3 0 0,0 4 28,-7 0 0,3 1-78,-7 2 0,-2 0-174,-2 0 0,2 4-276,-1 0 1,0 8 216,-5-1 0,6 3-377,3-3 0,-1 3 238,4 1 1,-3 1-157,7-1 0,2-3 73,1 3 1,3-3 137,1-1 1,5-4 65,3 1 1,3-6 75,3 2 1,0-3 192,4-1 1,-1-1-63,2-3 1,0-1 281,-4-2 1,3-3-131,-3 3 1,0-2 458,-4 2 1,0-3-320,0 2 1,0 0 175,0 1 1,-4-2 172,1 5-464,-6 1 0,4 3-119,-2 0-2,-3 0 0,3 8-195,-8 3 0,-2 8 100,-5-1 0,3 3-397,1 1 0,-4 5 180,-4 2 1,-1 4-389,2 4 0,0-3 213,-4 3 0,4-3 25,0-1 0,-2-4 341,1-4 1,2-3-162,5-3 1360,-1-8-708,7-6 301,-3-5 0,7-3-228,1-4 1,3 0-41,5-8 1,2 1-315,1 0 1,0 1-248,4-1 1,1-2-207,3 1 0,0-1 237,0 1 0,0 4-1578,0 0 0,0 0 740,0 4 1,-5 2 850,-2 1 0,-3 13 0,-1 3 0</inkml:trace>
  <inkml:trace contextRef="#ctx0" brushRef="#br0" timeOffset="461">485 551 7909,'6'-5'0,"4"3"0,-2-5 662,1 4 0,2-2 318,0 5-625,0 0 1,1 0-558,-1 0 256,-5 5 0,2 1-575,-4 5 470,0 0 1,-4 0-59,0 0 1,0 0 18,0 0 1,-5-3-160,-3-1 0,-1-3 71,-2 3 0,-4-1 76,0 2 0,-3 0 72,3-4 0,-3 1-33,3-2 1,0-1 120,4 1 0,0-1-88,0-2 0,4 0 61,-1 0-70,6 0 77,-3 0 0,6 0-15,3 0 0,2-2 92,5-1 1,0 1-21,0-1 0,0-2-73,0 1 0,0 1 68,0 3 1,0 0-56,0 0 1,4 0 206,0 0 0,-1 0-118,-2 0 0,-1 4 53,0 4 1,-4-2-30,0 1 0,-4 1 13,0 3 1,2-4-120,-1 0 1,-4 1 83,-4 3 0,-8 0-389,1 0 0,-7-4 161,-1 0 1,-6-4-669,-5 1 1,-2-3 376,-1-1 0,0-1-736,0-3 1129,0-2 0,10-30 0,2-5 0</inkml:trace>
  <inkml:trace contextRef="#ctx0" brushRef="#br0" timeOffset="895">717 33 7909,'0'-11'1411,"0"0"1,-1 5-791,-3 2 1,1 4-203,-4 4 1,0 7-305,-4 7 0,0 3-202,0 1 0,3 0-283,1 0 0,0 2-88,-4 1 1,1-1 344,3 1 1,2-3-1146,5-3 1,0 0 500,0-4 0,0 0 757,0-4 0,49-25 0,12-5 0</inkml:trace>
  <inkml:trace contextRef="#ctx0" brushRef="#br0" timeOffset="1353">882 77 7909,'5'-11'634,"1"5"1,5-2-287,0 4 0,-3 0-130,-1 4 0,0 0-26,4 0 1,-3 4-173,-1 0 1,0 4 161,4-1-392,0 3 0,-1 1 180,-2 0 1,-3 0-78,-5 0 1,0-3 2,0-1 1,-5-1-72,-3 2 1,2 0 2,-1-4 0,-1 1 70,-3-2 0,0-1 49,0 1 0,0-2-49,0-1-85,0 0 145,0 0 1,4 0-135,0 0 65,4 0 134,-2 0 68,5 0 0,5 0-15,2 0 1,0 0-116,0 0 1,0 0 44,4 0 0,0 2 11,0 1 1,0 0-14,0 4 1,0 1-11,0 3 0,-1 3-55,-2 1 0,-3 0-10,-5-4 0,0 3-58,0 1 1,-5 0 64,-3-4 0,-6 0-406,-5 0 0,-2-4 181,-1 1 0,4-6-238,0 2 527,-1-3 0,7-31 0,2-6 0</inkml:trace>
  <inkml:trace contextRef="#ctx0" brushRef="#br0" timeOffset="1576">1070 22 7909,'11'-6'0,"-4"-3"795,0 6 1,1-1-256,3 4 1,0 0-69,0 0 1,1 5-50,3 2 1,-3 4-2,3 4 1,1 2-134,-2 5 1,-3 0-59,-3 0 0,-6 2-529,2 1 1,-3-1 250,-1 1 1,-6-1-1274,-5-2 1,-1-4 163,-7 0 1156,1-4 0,-29-3 0,-5-6 0</inkml:trace>
  <inkml:trace contextRef="#ctx0" brushRef="#br0" timeOffset="2047">1819 562 8524,'0'-6'2246,"-1"1"-2200,-3 5 1,-7 0 67,-7 0 1,-4-1-136,-4-3 0,-2 3 68,-5-3 1,-1 3-973,-3 1 1,3 0 511,-3 0 1,7 0-1047,5 0 1459,6 0 0,13 0 0,7 0 0</inkml:trace>
  <inkml:trace contextRef="#ctx0" brushRef="#br0" timeOffset="2285">1643 419 7909,'0'-6'1654,"0"-4"-542,0 9-502,0-4 1,0 6-184,0 3 1,0 2-29,0 5 0,0 1-126,0 3 1,0 2-86,0 5 0,1 0-190,3 0 1,-2-3-306,6-1 1,-6 0-1184,2 4 0,1-3 286,-2-1 1204,1-4 0,1-8 0,1-7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30.322"/>
    </inkml:context>
    <inkml:brush xml:id="br0">
      <inkml:brushProperty name="width" value="0.08571" units="cm"/>
      <inkml:brushProperty name="height" value="0.08571" units="cm"/>
    </inkml:brush>
  </inkml:definitions>
  <inkml:trace contextRef="#ctx0" brushRef="#br0">22 330 7909,'-7'-2'388,"0"-1"153,4 2-106,-2-9-299,5 4 1,2-4 94,1 2 0,3-1-14,5 1 1,0 2-37,0-1 1,0 3-104,0-3 1,0 4 71,0 0 1,1-2-31,-1 1 1,-4 0-1061,0 4 757,1 0 0,-2 5-67,-3 3 1,-1 1 89,-2 2 0,0 4 5,0 0 0,0 4-10,0 0 0,-4 2-100,0 1 0,-4 1-41,0 3 1,2-3 122,-1 3 0,3-3 111,-3-1 1,1 0-61,-2 0 0,2-5 161,3-2 1,1-3-174,-1-1 279,1-5 0,7-1-36,3-5 0,1-1-12,3-3 0,-1-3-23,0-8 1,3 2-11,1-5 1,3 0 46,-3 0 0,1-3-68,-1 3 0,-3 1 5,3-2 1,-4 6-9,-4-2 1,2 3-85,-6 1 1,2 1-45,-1 3-298,-3-3 328,4 9 0,-5-3-23,0 8 1,-4 2 37,1 5 1,-2 0-10,1 0 0,2 1 67,-6 3 0,6-2-66,-2 6 1,-1-6 37,1 2 1,1 1 41,3-2 0,0 1 265,0-4-21,0 0 1,5-5-96,2-2 1,4-3 401,4-1 1,2-6-196,5-5 1,-4-2 209,1-9 0,2 1-164,1-9 0,-2 5-268,-5-5 1,-6 6-210,2-2 0,-4-1-318,0 1 0,-2 1-1020,-5 3 0,0 4 242,0 4 1152,0 6 0,10 33 0,2 12 0</inkml:trace>
  <inkml:trace contextRef="#ctx0" brushRef="#br0" timeOffset="368">596 495 7909,'-2'-10'735,"-1"3"189,1 2-579,-2 5 0,2 0 8,-1 0 1,1 1-78,-1 3 1,2 3-77,1 8 0,-2-2 17,-1 6 1,0-5-257,-4 5 1,4-4-179,0 3 0,-2-3-269,1 3 1,-4-5-506,0 2 1,3 1 489,2-1 1,-2-4-762,1-4 1262,0-4 0,9-8 0,1-8 0</inkml:trace>
  <inkml:trace contextRef="#ctx0" brushRef="#br0" timeOffset="836">684 517 7909,'11'-11'0,"-4"5"119,1 2 1,-1-1 125,4 2 0,0-1-5,0 4 0,-4 0-23,1 0 1,-1 0-90,4 0 1,-4 1-73,1 3 1,-5-2-248,5 6 74,-6-1 0,3 4 121,-5 0 1,0-4-77,0 1 1,-5-1-33,-2 4 0,-3-3-27,-1-1 0,4-1 23,-1 1 0,1 2 87,-4-5 0,0 3-192,0-3-386,0-1 226,0 2 282,0-4 0,3 8 164,1-5-264,5-1 432,-3-3-214,5 0 132,5 0 0,-3 0-84,5 0 0,1 0-38,3 0 1,0 0-82,0 0 0,0 0 73,0 0 0,1 0-79,3 0 1,-2 4 60,6 0 1,-5 4-58,5 0 34,-6 1 1,2 2 255,-8 0 0,-2 0-4,-5 0 0,-2 1 6,-6-1 0,-4-2-221,-10-1 1,0 0 80,0-4 1,-4 1-669,1-1 0,-5-3 290,4 2 1,1-3 271,3-3 0,5-23 0,1-10 0</inkml:trace>
  <inkml:trace contextRef="#ctx0" brushRef="#br0" timeOffset="1194">926 32 7909,'-3'-7'1192,"-1"-1"-745,-5 1 0,7 1-28,-5 2 1,3 5-296,-3 7 0,3 0 53,-3 11 1,0-3-158,0 6 0,-3-3 159,3 7 0,1-2-683,-2 2 1,2-3-106,-1 3 1,2-3-501,5-1 1,0-1 17,0-2 1091,5-8 0,35-21 0,14-8 0</inkml:trace>
  <inkml:trace contextRef="#ctx0" brushRef="#br0" timeOffset="1644">1059 87 7918,'1'-10'263,"3"3"0,-2 1-54,5 2 1,-3 3 8,3-3 0,1 3-117,3 1 0,-4 1 87,0 3 1,1-2-144,3 6 1,-4-2-39,0 1 0,-4 3-176,1-3 1,1-1-216,-2 2 270,1-1 1,-5 4-44,-3 0 0,2-3 92,-6-1 0,2-3-82,-1 3 1,-3-5 73,3 2 0,-3 1 4,-1-1 0,0-1 64,0-3 0,3 0 1,1 0 0,3 0 11,-3 0 170,4 0 32,-6 0-124,7 0-28,-2 0 0,4 0-172,4 0 1,-1 2 80,4 1 1,1-2-15,3 3 0,0 1 2,0-1 1,0 1 17,0-2 1,1 2-29,3 3 1,-3 1 18,3-1 1,-4 1 34,-4 2 0,2-3-28,-6-1 0,1 1 141,-4 3 1,-6 0-158,-5 0 1,-1-4 2,-7 0 0,4-3-591,-3 3 0,0-4 634,-4 0 0,0-11 0,0-4 0</inkml:trace>
  <inkml:trace contextRef="#ctx0" brushRef="#br0" timeOffset="1893">1202 21 7918,'5'-6'774,"-4"-4"0,9 9-237,-3-3 0,4 4-57,4 4 1,1 3-151,2 8 1,3-2-57,-3 6 1,0 0-115,0 7 1,-5-3-122,2 3 0,-4-3-669,-4-1 0,-2 0 489,-5 0 1,-5-3-585,-2-1 1,-8-3 334,-3 3 0,-3-4 390,-1 0 0,0-6 0,0-3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29.116"/>
    </inkml:context>
    <inkml:brush xml:id="br0">
      <inkml:brushProperty name="width" value="0.08571" units="cm"/>
      <inkml:brushProperty name="height" value="0.08571" units="cm"/>
    </inkml:brush>
  </inkml:definitions>
  <inkml:trace contextRef="#ctx0" brushRef="#br0">121 133 7961,'-11'0'0,"0"0"69,0 0 1,0 0 152,0 0 1,0 0 229,0 0 1,0 0-110,0 0 1,3 0 333,1 0-344,5 0 0,-2 1 21,8 3 0,3-3-90,8 3 1,3-3-15,8-1 1,2 0-265,5 0 0,5 0 94,2 0 1,-2-1-759,-1-3 1,-4 3 389,-3-3 1,-1 3-363,-7 1 1,1-4-95,-8 0 0,0 1-1461,-4 3 2205,-5 0 0,-26 0 0,-10 0 0</inkml:trace>
  <inkml:trace contextRef="#ctx0" brushRef="#br0" timeOffset="307">242 33 7961,'-6'-4'0,"0"1"356,2-4 1,3 3 434,-3-3-27,3 4 574,1-2-885,0 5 0,0 5 131,0 3 1,0 1-158,0 2 1,4 4-190,0 0 0,0 4-16,0 0 1,-3-2-636,3 1 1,-2-3-234,2 3 0,-3 0-648,3 0 1,-3 2-897,-1-6 2190,0 1 0,15-9 0,3-1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37.127"/>
    </inkml:context>
    <inkml:brush xml:id="br0">
      <inkml:brushProperty name="width" value="0.08571" units="cm"/>
      <inkml:brushProperty name="height" value="0.08571" units="cm"/>
    </inkml:brush>
  </inkml:definitions>
  <inkml:trace contextRef="#ctx0" brushRef="#br0">33 298 7863,'-6'-7'-150,"2"0"1,0 3 810,0-3 1,0 3 292,4-3-278,-5 4-158,4-2-153,-4 5 0,9 5-22,0 3 0,3 6-130,-3 5 0,4 1-176,-1 2 1,0 2 75,0 1 0,-1 0-98,1 4 1,2-3 129,-5 3 0,3-4-484,-3 1 0,-1-3 86,-3-1 1,0-1-37,0-3 1,0-2-85,0-5 241,0-5 179,0-1-158,0-5-194,0-5 229,0-1 1,2-5 40,1 0 1,-2 0 38,3 0 1,-3 0 80,-1 0 1,2 0 8,1 0 0,-1 0-75,1 0 0,-2 0 24,-1 0 1,4 0-40,0 0 1,1 3-170,-2 1 1,0 3 117,4-3 1,0 5-145,5-2 0,0 3-18,2 1 0,4 0-139,4 0 0,0 5 19,0 2 0,0 3 55,0 1 0,-1 0 284,-3 0 0,2 4-64,-6-1 1,-4 1 270,-6-4 0,-3 0-134,-1 0 0,-5 0 295,-2 0 1,-9-1-167,-6-3 0,-5-1 14,-6-2 1,0-3-420,0 3 1,0-3 109,0-1 0,6 0-1729,5 0 1812,-1 0 0,70 0 0,11 0 0</inkml:trace>
  <inkml:trace contextRef="#ctx0" brushRef="#br0" timeOffset="890">474 695 7868,'-5'-11'219,"4"4"544,-3 0-246,3-1 0,-2 1 284,-1-1 26,0 6-480,4-3 0,0 6 69,0 3 1,0 2-141,0 5 1,0 0-219,0 0 1,4 5-48,0 3 1,-1-2-85,-3 1 0,4-3-967,0 3 0,0-3 526,0 3 1,-3-4-2017,3 0 2530,-3-1 0,9-2 0,2 0 0</inkml:trace>
  <inkml:trace contextRef="#ctx0" brushRef="#br0" timeOffset="1433">618 67 7890,'-2'-7'188,"-1"-1"1,0 6 242,-4-2 0,3 3-42,-3 1 1,3 1-117,-3 3 1,-1 6 39,-3 4 1,0 6-206,0-2 0,4 4-148,0 4 0,3 2-630,-3 5 0,4-3 440,0-1 0,1-1-623,2 2 1,2-3 383,1-5 0,3-5 128,5-3 1,4-6 340,0-5 0,19-26 0,2-7 0</inkml:trace>
  <inkml:trace contextRef="#ctx0" brushRef="#br0" timeOffset="1958">739 100 7890,'0'-11'1124,"5"0"-1071,1 0 0,5 5 99,0 2 1,0 3-187,0 1 0,0 1 53,0 3 0,1-2-1,3 6 0,-3-2 36,3 1 1,-3 3-154,-1-3 0,-1 3-68,-3 1 0,2 0 49,-5 0 0,-1-4-9,-3 1 0,-1-5 128,-3 5 0,-2-6-132,-5 2 1,-1 1 22,-3-2 1,3 1 34,-3-4 0,3 4 11,1-1 0,0 1-2,0-4 1,0 0 122,0 0 0,4 0-105,-1 0 0,5 0 271,-5 0-175,6 0 274,-3 0 10,5 0-256,5 0 1,-3 0-93,6 0 0,-5 0 82,5 0 1,-1 0-131,4 0 1,0 0 108,0 0 1,0 4-120,0 0 0,0 0 48,0 0 0,0-1-18,0 4 0,0-3 8,0 3 1,-1 0 3,-3 4 1,2 0-4,-5 0 15,-1 0 1,-3 0-17,0 0 1,-5 0 19,-2 0 1,-3 0-305,-1 0 0,-4-3 91,1-1 0,-5-4-261,5 0 0,-5-1 488,5-2 0,-1 0 0,-1-15 0,-1-4 0</inkml:trace>
  <inkml:trace contextRef="#ctx0" brushRef="#br0" timeOffset="2249">981 56 7422,'0'-11'-286,"0"0"1890,0 0-1041,0 5 1,2-3-166,1 5 1,0 1-143,4 3 0,4 5 160,4 2 1,4 6-107,0 2 0,3 5 15,4-2 0,-3 4-82,3 4 1,-7-3-28,-1 3 1,-5 1-1088,-2-1 1,-5-1 521,-6-3 0,-1 0-161,-3 0 0,-3-4 242,-8-4 0,-2-1-1795,-5-2 2063,0 0 0,-10-15 0,-2-3 0</inkml:trace>
  <inkml:trace contextRef="#ctx0" brushRef="#br0" timeOffset="2858">1477 199 7909,'-9'-11'553,"1"0"52,-2 0 167,4 0 225,0 0-611,1 5 0,10 1-222,3 5 0,3 5 53,3 2 1,5 8-134,6 3 0,2 8 160,3 3 1,4 5-366,-5 2 0,5 3-80,-9 6 0,3 0-254,-6 3 0,-3 2 128,-12 5 0,-3-6 129,-8-5 0,-4-6 72,-11-9 1,1-3-4,-8-7 0,-1-5-164,1-6 0,2 0 67,6-4 0,-2 0-1390,5-4 1616,1 0 0,17-15 0,5-4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4:52.661"/>
    </inkml:context>
    <inkml:brush xml:id="br0">
      <inkml:brushProperty name="width" value="0.08571" units="cm"/>
      <inkml:brushProperty name="height" value="0.08571" units="cm"/>
    </inkml:brush>
  </inkml:definitions>
  <inkml:trace contextRef="#ctx0" brushRef="#br0">409 584 5910,'6'0'596,"-1"0"-282,-5 0-255,5 0-96,-4 0 139,4 0 86,-5 0-137,0-4 139,5 2-33,-4-3 170,4 5 650,-5 0-932,0 5 0,0-2 48,0 4 0,0-3-59,0 3 0,0 1 21,0 3 1,-4 0-102,0 0 1,1 0-17,3 0 0,-4 3 110,0 1 1,1 0-36,3-4 0,-4 0-6,0 0 0,-1 0-3,2 0 1,1 0 15,-1 0 1,2-4 2,1 1 0,-4-5 21,0 5-21,1-1 0,1-1 8,-1-2 0,1-2 31,-1 2-262,2-3 233,1 4-178,0-5 0,0-5 29,0-2 99,0-3 0,1-1-12,2 0 0,-1 0 18,1 0 0,2 0 33,-1 0 0,0 0 8,-4 0 1,1 1 66,2 3 0,-1-3 44,1 2 1,-1 2 116,-2-1-209,0 0 0,1-3 29,2 3 1,-1-3-27,1 2 1,-1 2 42,-2-1-129,0 4 128,0-6-106,0 3 1,0-2 77,0 1-85,0 4 67,0-2-35,0 1 7,0 2-2,0-3-73,0 5 72,0 5-34,0 1 1,0 6 18,0-1 0,0-4 2,0 0 1,0 1 14,0 3-5,-5 0 0,3 0-9,-1 0 9,2 0-24,1 0 23,0 0 12,0 0-15,-5-5 244,3 4-310,-2-9 1,4 4-754,0-5 445,0-5 0,0 2 124,0-4 1,0 0 239,0-4 0,14-44 0,5-12 0</inkml:trace>
  <inkml:trace contextRef="#ctx0" brushRef="#br0" timeOffset="1177">166 88 7759,'-6'5'-1266,"0"-3"760,2 1 717,3-2 20,-4-1 2,0 0-87,4 0 99,-4 0-52,5 0-110,0-4 1,0 1 67,0-4 1,0 3 35,0-3 234,0 4-139,0-7-108,0 4 0,1-3 128,3 1-155,-3-2 0,4 8 159,-5-5 9,0 4-255,0-7 213,0 9-22,0-4-134,0 15 0,0 1-70,0 7 0,0 7 17,0-3 1,-1 6-15,-3-2 1,3 6-85,-3 1 0,2 0 76,-2 4 0,2-3-41,-6-1 0,6 0 61,-2 0 0,-1-5-103,2-2 0,-5-3 36,5-1 0,-2-3-31,1-1 0,3-4 25,-3 0 1,2-2-16,-2 0-32,3-1-7,-4 0 35,5 0 1,0-4 20,0 0-103,-5-4 77,4 2 49,-4-5-199,5 0 159,0 5 24,-5-4-32,4 9 48,-4-4 0,1 5-13,0 0 1,1-4 10,3 0 9,0 1-4,0 3 1,0 0-13,0 0 0,-4-4-3,0 1 1,1-5 15,3 5-15,0-1 0,-1 3 1,-3-3 0,3 3 27,-3-3 0,3-1 41,1 2 1,0-5-62,0 5 1,-2-6 1,-1 2 0,2-2-45,-3 2 67,3-3 5,1 4 48,0-5-275,0-5 0,0 3-581,0-6 0,1 2 358,3-1 1,-2-3 409,5 3 0,15-32 0,8-9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49.713"/>
    </inkml:context>
    <inkml:brush xml:id="br0">
      <inkml:brushProperty name="width" value="0.08571" units="cm"/>
      <inkml:brushProperty name="height" value="0.08571" units="cm"/>
    </inkml:brush>
  </inkml:definitions>
  <inkml:trace contextRef="#ctx0" brushRef="#br0">111 44 8009,'-4'-7'0,"0"-1"663,2 0-638,1 3 49,1 0 1,5 4-169,2-3 1,-1 3 7,1-3 0,1 3-18,3 1 0,0 0 88,0 0 1,1 0 79,3 0 1,-3 0-80,3 0 0,-3 1 8,-1 3 14,0-3 2,0 9 0,-4-5 255,1 2-242,-6 3 0,2-4 2,-8 5 0,-2-1 21,-5-3 1,0 3-5,0-2 1,0 0 126,0-1 1,-4 3-78,1-2 1,-1-4 108,4 0-131,0 2 1,0-1 47,0 3 1,3-4 21,1-4-77,5 0 1,-5 0-130,4 0 143,2 0 0,-3 0-95,8 0 0,-2 0 64,5 0 0,-3 0-214,3 0 1,1 0 112,3 0 1,0 0-76,0 0 0,1 0-9,3 0 0,-2 0-86,6 0 0,-6 0 110,2 0 1,1 4-115,-2 0 0,0 4 277,-7 0 1,2-2-148,-6 1 0,1 1-16,-4 3 0,-1 0 1,-3 0 0,-2 0 1302,-5 0 1,-5 0-458,-2 0 0,-4 0-254,-4 0 0,3 0-257,-3 0 0,-1-1-227,1-3 0,-3 3-1269,3-3 0,2-1 281,5 2 996,3-6 0,25-2 0,4-6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13.784"/>
    </inkml:context>
    <inkml:brush xml:id="br0">
      <inkml:brushProperty name="width" value="0.08571" units="cm"/>
      <inkml:brushProperty name="height" value="0.08571" units="cm"/>
    </inkml:brush>
  </inkml:definitions>
  <inkml:trace contextRef="#ctx0" brushRef="#br0">32 88 7904,'0'-11'462,"0"0"1,0 4-53,0 0 0,0 3-180,0-3 1,5 3 261,2-3 0,7 4-97,0 0 0,11-2-335,1 1 1,5-1 54,6 1 0,2 3-253,5-3 0,1 3 174,-1 1 0,-5 0-1315,-2 0 0,-9 4 169,-6 0 1110,-5-1 0,-21-3 0,-3 0 0</inkml:trace>
  <inkml:trace contextRef="#ctx0" brushRef="#br0" timeOffset="441">109 77 8108,'-4'-7'998,"1"0"-315,-6 4-251,8-7-30,-4 9 1,5-2-53,0 6 1,4 3 70,-1 5 0,6 0-125,-2 0 1,-1 5-81,2 3 0,-1 3-219,4 3 1,-3-1 26,-1 1 0,-1 2-28,1-1 1,2 1-589,-5-1 1,1-4 335,-2 0 1,-2-1-757,3-7 0,-3 1-170,-1-4-914,5 0 2096,-4-5 0,4-30 0,-5-13 0</inkml:trace>
  <inkml:trace contextRef="#ctx0" brushRef="#br0" timeOffset="666">21 265 7895,'-7'-5'2265,"-1"-2"-1819,6-3 1,-2 4-77,8 2 0,2-1 57,5 1 0,4 1-360,-1 3 0,10 0 39,-2 0 1,7 0-405,0 0 1,3 0 270,1 0 0,2 0-1364,1 0 0,-6 0-4,-1 0 1395,-4 0 0,-3 0 0,0 0 0</inkml:trace>
  <inkml:trace contextRef="#ctx0" brushRef="#br0" timeOffset="932">506 265 7895,'-11'0'307,"1"1"-120,3 3 0,-2-2 56,6 6 0,-6-1-79,2 4 0,-4 0 52,-4 0 0,3 4-183,-3-1 1,3 6-31,1-2 1,1-1-157,3 2 1,2-6 11,5 2 1,5-3 85,2-1 1,11-5 97,4-2 0,4-3-11,0-1 1,-3-6 83,3-5 1,-3 0-102,-1-4 0,-5-2 288,-2-1 0,-4-2-246,-4 2 0,-2-2-368,-5 6 0,-5-2-754,-2 1 0,-3 4 170,-1 0 895,0 0 0,-19 15 0,-6-3 0</inkml:trace>
  <inkml:trace contextRef="#ctx0" brushRef="#br0" timeOffset="1283">671 298 7895,'11'0'951,"0"0"1,0 0-606,0 0 0,-1 1-116,-2 3 0,0-2-236,-4 6 1,1 0 101,-2 7 1,-1-2-32,1 6 0,-1-5-57,-2 5 0,-4-2-148,0 1 1,-1 2-418,2-5 365,1 4 0,-4-7 334,3 3 0,1-6-56,-1-2 240,1-4 1,2 0-94,0-6 1,-1-4 165,-2-4 1,1 0-65,-1 0 1,1-3 34,2-1 0,2-3 101,1 3 1,0-4-191,4 5 0,1-2-352,3 1 0,3 2 120,1-6 0,6 6-1071,1-2 1,0 3 561,4 1 1,-2 0-1382,2 0 1,-7 5 1840,3 2 0,-7 8 0,1 2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16.015"/>
    </inkml:context>
    <inkml:brush xml:id="br0">
      <inkml:brushProperty name="width" value="0.08571" units="cm"/>
      <inkml:brushProperty name="height" value="0.08571" units="cm"/>
    </inkml:brush>
  </inkml:definitions>
  <inkml:trace contextRef="#ctx0" brushRef="#br0">276 232 7808,'6'0'256,"-1"-5"0,-5 2 154,0-4 119,0 5-290,0-8 0,-5 9 34,-3-3 0,-3 3-40,-3 1 0,0 0-102,-4 0 0,-1 1 76,-3 3 0,0-2-139,0 5 0,0 4-85,0 4 1,4 0-66,-1-4 0,6 5 17,-2 2 0,4-1-182,4 2 1,2-1-51,5 4 0,1 0 127,3 0 0,3-3-454,8-1 0,3-6 213,8-1 1,2-1-319,5-6 1,0-1 728,0-3 0,5 0 0,7-14 0,5-5 0</inkml:trace>
  <inkml:trace contextRef="#ctx0" brushRef="#br0" timeOffset="269">562 298 7554,'0'-11'1418,"0"0"-1041,-5 5-157,-1-4 0,-5 10-74,0 0 1,-1 1 60,-3 6 1,3 1-94,-3 3 0,-1 4-225,2-1 1,-2 5 115,1-5 1,6 6-200,-2-2 0,8-1 115,-1 2 0,4-6 7,4 2 0,4-4 17,11-4 0,0 2-80,11-5 0,-5-2-2,5-6 0,-6-2 29,2-5 1,-6 0-1,-2 0 0,-8-4-94,1 1 1,-7-5-666,-1 5 0,-6-6 867,-5 2 0,-31-13 0,-9-3 0</inkml:trace>
  <inkml:trace contextRef="#ctx0" brushRef="#br0" timeOffset="850">684 287 8117,'-4'-11'686,"0"0"0,1 3-38,3 1-230,0 5-310,0-3 1,0 6 259,0 3-373,0 2 0,3 6 43,1 3 0,3-3 15,-3 3 1,1 1-48,-2-2 1,-1 5-313,1-5 1,2 5-14,-1-5 1,0 2 140,-4-1 1,0-3-25,0 3 0,0-3 77,0-1 0,0-3 81,0-1 0,0-3-126,0 3 178,0-5 52,0 3 0,0-13-43,0-3 1,0-6 94,0 2 0,0-1 28,0 1 0,1 2-70,3-6 0,0 5 127,4-5 0,2 6-87,-3-2 0,3 2 3,1-2 1,0 4-7,0 0 0,0 1-17,0 6 1,4-3 72,-1 3 0,1 1-72,-4 3 0,1 1-224,3 3 1,-7 3 74,4 8 1,-5-3-408,0 3 1,2 1 196,-6-2 1,5 6 144,-5-2 1,5-2-1052,-4-1 1,0-2 1173,0 2 0,2-3 0,5 4 0</inkml:trace>
  <inkml:trace contextRef="#ctx0" brushRef="#br0" timeOffset="1167">1058 331 7823,'0'-15'0,"0"1"1431,0-1-337,0 4-232,0 0-440,0 5-187,0 1 0,0 6-129,0 3 0,5 2 68,3 5 1,-2 0-292,1 0 0,0 1 150,4 3 0,-3-2-576,-1 6 1,-1-5 129,2 5 1,0-5-25,-4 5 0,3-6 158,-3 2 1,1 1-188,-1-1 1125,-3-1-538,9-3 1,-4-6 99,5-5 0,-4-2-49,0-9 1,1-3 126,3-8 0,0 0-95,0 0 1,0-1-124,0-3 0,0 3-467,0-3 0,-4 3 212,1 1 1,-5 3-2038,5 1 1248,-6 5 963,8-3 0,-14 14 0,3 4 0</inkml:trace>
  <inkml:trace contextRef="#ctx0" brushRef="#br0" timeOffset="1710">1367 342 7659,'6'0'544,"4"0"-493,-4 0 0,5 0 99,0 0 0,4 0-115,0 0 1,-1 0 89,-3 0 0,4 0-110,0 0 0,-1-4-6,-3 1 1,0-5 24,0 5 0,-1-2-125,-2 1 97,1-2 1,-4-5-41,3 0 1,-3 3 63,-5 1 0,-2 1 42,-1-1 0,-3-2-46,-5 5 0,-1 1 103,1 3 0,-3 0-44,-1 0 1,0 0 7,4 0 0,0 3 45,0 1 1,0 5-67,0-2 0,4 3 49,0 1 0,3 0-25,-3 0 1,4 4-151,-1-1 0,3 2 81,1-1 0,5-3-206,2 3 1,4 1-173,4-2 1,2 0-196,5-7 0,2 2-2,1-5 1,-1-1 185,1-3 0,0-1-263,1-3 625,-3-2 0,4-20 0,-5-3 0</inkml:trace>
  <inkml:trace contextRef="#ctx0" brushRef="#br0" timeOffset="2118">1731 265 7836,'-4'-8'0,"1"1"716,-6 0 0,6-3 290,-4 3 84,5 2-379,-3 5-503,5 0 1,1 5-162,3 2 0,1 0 104,2 4 1,3-2-94,-3 6 0,3-2 110,1 2 1,-4 1-415,1 2 1,-2-1 139,1-2 0,-1-3-239,-2 3 1,-3-3-64,3-1 211,2 0 0,-5 0-375,3 0 171,-3-5 174,-1-1 1,-1-5 100,-3 0 0,3-5-174,-3-2 0,3-3 97,1-1 0,0-1 124,0-3 1,0 3 79,0-3 0,0-1 201,0 2 1,0-1 333,0 4 1,1-4-47,3 1-256,-3-1 0,8 4-75,-6 0 1,6 3-42,-2 1 0,3 5 80,1-2 1,0 3-227,0 1 1,0 1 26,0 3 0,1 2-91,3 5 0,-4 0-103,0 0 0,0 4 66,-3-1 0,-2 2-386,1-1 1,-1-3 209,2 3 0,-4-3-82,-4-1 1,0 0-288,0 0 167,0 0 1,2-1-198,1-3 704,-1-2 0,2-5 0,16-15 0,5-3 0</inkml:trace>
  <inkml:trace contextRef="#ctx0" brushRef="#br0" timeOffset="2328">2117 298 6522,'0'-11'-525,"0"3"2927,0 1-948,0 0-321,0-4-301,0 5-496,0-4-7,0 9-282,5 1 0,-3 6-100,5 5 1,-4 1 118,1 3 0,-2-3-412,2 3 0,-3 1 163,3-2 0,-3 5-717,-1-5 1,3 2 374,1-1 1,0-3-494,-4 3 1,1-4 1017,3-4 0,7-12 0,6-7 0</inkml:trace>
  <inkml:trace contextRef="#ctx0" brushRef="#br0" timeOffset="2487">2095 55 7858,'-14'-17'412,"3"4"1,3 3 1516,1 3-3957,3 4 1202,4-2 826,4 5 0,17 15 0,9 3 0</inkml:trace>
  <inkml:trace contextRef="#ctx0" brushRef="#br0" timeOffset="2980">2271 265 7874,'11'6'-189,"0"-2"0,0-3 0,0-1 384,0 0 0,0 1-29,0 3 1,-3-3-37,-1 3 0,0-3 0,4-1-9,0 0 1,0 0-113,0 0 1,-3-4 12,-1 0 0,-3 0 11,3 0 1,-3-1-148,3-2 139,-4-3 0,1 4 242,-4-5-167,0 0 44,0 0 0,-1 1-91,-2 3 0,-4 0 210,-4 4 1,0 1 42,0-1 0,0 2 61,0 1 1,0 4-25,0 4 0,0-2-100,0 1 1,0 1-201,0 3 1,4 0 111,-1 0 1,6 0-128,-2 0 0,3 1 82,1 3 0,1-2-566,3 6 1,6-5 248,5 5 1,0-5 48,0 5 0,2-7-636,5-1 1,0 0 272,0-4 0,0-2-252,1-1 0,-1-3 291,0-1 0,0-1 482,0-3 0,5-21 0,1-11 0</inkml:trace>
  <inkml:trace contextRef="#ctx0" brushRef="#br0" timeOffset="3388">2657 232 7874,'-4'-8'171,"1"1"1,-1 3 556,4-3 634,0 5-433,0-3-251,0 5-519,0 5 0,0 1 81,0 5 1,4 3-222,-1 1 1,6 1 77,-2-1 1,3-3 12,1 3 1,-4 1-106,1-2 0,-2 1-90,1-4 0,2 0-186,-6 0 1,5 0 135,-5 0 1,2-4-522,-1 1 252,-3-6-230,4 3 392,-5-5 1,0-1-109,0-3 0,-4-2 60,1-5 0,-5 0 119,5 0 0,-6 0 221,2 0 1,1-4-73,-2 1 1,5-1 546,-5 4 1,6 0-306,-2 0 1,-1 0 520,2 0 1,-1 0-301,4 0 1,1 1 59,3 3 0,2-2-125,5 5 1,5-1-126,2 2 0,3 2-88,1-3 0,0 8-144,0 3 1,0 3-311,0 1 0,-1 0 216,-2 0 1,-1 3-843,-7 1 0,2 5 444,-5-2 1,-3-2-652,-2-1 0,0 1 473,0-2 0,-1 1-634,1-4 1285,-1 0 0,-7-5 0,-1-1 0</inkml:trace>
  <inkml:trace contextRef="#ctx0" brushRef="#br0" timeOffset="4027">3230 232 7895,'0'-11'957,"0"0"1,-1 3-552,-3 1 0,2 5-149,-6-2 1,5 3 99,-5 1 1,1 3-129,-4 1 1,0 5-85,0-2 1,4 6-36,-1 2 1,2 3-178,-1-3 0,-2 5 37,6-2 0,-1-1-284,4 2 0,0-5 17,0 5 0,1-6 105,3 2 1,3-4 10,8-4 0,-2 2-23,6-5 1,-5-1-298,5-3 1,-2 0 29,1 0 1,3-1-106,-2-3 1,-4 2-244,0-6 819,2 1 0,-2-4-261,0 0 0,-2 4 261,-9-1 27,4 6-27,-1-8 0,0 8 93,0-6-69,-4 6 1,3-3 1006,-3 5-235,-1 0-355,8 0 0,-8 0-86,5 0 1,-3 0-116,3 0 1,-3 0-121,3 0 1,-3 0 256,3 0-324,1 0 0,3 0 42,0 0 0,0 0-184,0 0 0,-4-4-32,1 1 0,-1-1 98,4 4 0,-4-4 77,1 1 1,-5-2-18,5 1 1,-6 2 304,2-6-299,-3 1 1,-1-4 95,0 0 0,-1 3-57,-3 1 0,-2 1 174,-5-1 1,0-2-46,0 5 1,0 0 88,0 0 1,-4 3 19,0-3 1,1 4-55,3 4 1,-4-1-125,0 8 0,2-2 48,5 6 0,0-2-111,4 2 1,-3 2-11,3 5 0,2 0-160,5 0 0,4 0 172,4 0 1,5-3-28,2-1 1,6-5-186,2 2 1,1-4-24,-1-4 0,-2-2-1655,6-5 0,-6 0 867,2 0 1,-3-1 941,-1-3 0,0-21 0,0-11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20.859"/>
    </inkml:context>
    <inkml:brush xml:id="br0">
      <inkml:brushProperty name="width" value="0.08571" units="cm"/>
      <inkml:brushProperty name="height" value="0.08571" units="cm"/>
    </inkml:brush>
  </inkml:definitions>
  <inkml:trace contextRef="#ctx0" brushRef="#br0">98 0 7707,'0'7'861,"0"1"1,-1-5-352,-3 5 1,2 0-261,-5 7 1,-1-1-465,-3 4 1,1-3 155,3 3 0,-3-1-651,3 1 0,-3 2 385,-1-5 0,5-1 324,2-2 0,18-21 0,4-5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22.477"/>
    </inkml:context>
    <inkml:brush xml:id="br0">
      <inkml:brushProperty name="width" value="0.08571" units="cm"/>
      <inkml:brushProperty name="height" value="0.08571" units="cm"/>
    </inkml:brush>
  </inkml:definitions>
  <inkml:trace contextRef="#ctx0" brushRef="#br0">44 232 8353,'0'-6'723,"0"1"1,-1 5-316,-3 0-293,3 5 1,-7 4 113,4 6 0,-1 1-267,1-1 1,2 1 96,-5 2 0,4 3-247,0-3 1,1 2-89,2-2 1,0 2-77,0-6 0,0 1 42,0-4 1,4 0 119,0 0 1,4-1 32,0-3 0,1-2 1,2-5 1,4 0 89,0 0 0,1-5-50,-2-2 1,-1-6 175,1-2 1,-1 0 88,-2 4 0,0-4 86,0 1 1,-2-5 156,-1 5 1,0-5-164,-4 5 0,0-1 24,-4 4 1,3 4 95,1-1-287,0 1 105,-4 1 0,-1 1-435,-3 5 0,3 1 80,-3 3 1,-1 2-23,1 5 1,0 0-78,0 0 0,3 4 70,-3-1 0,-1 2-12,1-1 0,1-2 73,3 6 0,0-6-20,0 2 1,0-3 122,0-1 0,0 0 110,0 0 0,1-5 87,3-2 0,2-3 264,5-1 0,1 0-48,3 0 1,-2-5-138,6-2 0,-2-6 92,1-2 1,3-5-54,-3 2 1,-2-3-245,-1-1 0,-4 4-9,-4-1 0,2 2-130,-6-1 1,2-2-159,-1 5 1,-3 1-452,3 3 0,-3 3-1146,-1 1 1876,-5 0 0,-11 5 0,-7 4 0</inkml:trace>
  <inkml:trace contextRef="#ctx0" brushRef="#br0" timeOffset="175">485 265 7773,'0'11'1247,"5"0"1,-4 0-872,3 0 1,-3 0-339,-1 0 0,0 1 110,0 3 1,0-3-1697,0 3 1243,0 2 1,0-5-1507,0 3 1811,0-3 0,-5-16 0,-1-3 0</inkml:trace>
  <inkml:trace contextRef="#ctx0" brushRef="#br0" timeOffset="317">552 88 7773,'-8'-11'532,"1"0"0,4 4 216,0 0-2734,1 4 963,2-2 1023,0 5 0,10 20 0,3 4 0</inkml:trace>
  <inkml:trace contextRef="#ctx0" brushRef="#br0" timeOffset="951">717 55 7779,'-4'-11'0,"1"0"0,-1 4 986,4 0 1437,0 4-1969,0-2 1,0 6-208,0 3 0,0 3-155,0 8 0,-4-1-14,1 4 0,-1 0-119,4 4 1,-1 4-178,-3 0 1,3 1 186,-3-1 0,2-2-46,-2 5 1,3-4-31,-3 1 0,3 1-723,1-2 0,0-3 390,0-3 0,0-6 64,0 2 0,1-4 74,3-4 0,-2-2 91,5-5 1,1-1 172,3-3 0,4 1-95,-1-8 1,2 2 278,-1-6 1,-3-2-135,3-1 1,1-3 299,-2-1 1,5 4-158,-4-1 0,-1 1 64,-3-4 0,3-3 62,-3 3 0,2-2 81,-5 5 0,-4-1-13,0-3 0,1 1-71,-1 0 1,-1 4 179,-3 0 0,0 4 333,0-1-274,0 3-313,0 6 1,-1 1-126,-3 5 0,0 5 63,-4 2 1,-2 7 50,3 1 1,-1 4-135,0 0 0,0 5 64,4 2 0,-3 3-194,3-3 0,0 3 44,4-3 0,0 3-70,0-3 1,4 4 46,0-5 0,4 1-80,-1-4 0,3-1-340,1-3 1,0-2-326,0-5 0,0-5-2211,0-2 3006,5-3 0,-3-25 0,3-7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21.285"/>
    </inkml:context>
    <inkml:brush xml:id="br0">
      <inkml:brushProperty name="width" value="0.08571" units="cm"/>
      <inkml:brushProperty name="height" value="0.08571" units="cm"/>
    </inkml:brush>
  </inkml:definitions>
  <inkml:trace contextRef="#ctx0" brushRef="#br0">155 22 7771,'0'-6'2388,"0"1"-1478,0 5-706,0 5 0,0 1-108,0 5 1,0 4 79,0 0 0,0 4-460,0 0 0,0 2-93,0 1 1,0 0-302,0 0 1,0-1-283,0-3 1,0 2 397,0-6 0,-1 1 562,-3-4 0,3-24 0,-4-7 0</inkml:trace>
  <inkml:trace contextRef="#ctx0" brushRef="#br0" timeOffset="261">12 33 7771,'-7'-4'1211,"3"2"0,8-6-726,4 4 0,3 0-271,4 4 1,3 0 14,8 0 0,5-1-516,6-2 1,4 1 244,-5-1 1,4 1-995,-7 2 1,1 0 564,-8 0 1,-2 0-697,-5 0 1167,-4 0 0,-23 10 0,-6 2 0</inkml:trace>
  <inkml:trace contextRef="#ctx0" brushRef="#br0" timeOffset="443">1 320 10073,'11'0'713,"6"-1"-627,5-3 0,6 3-191,9-3 1,2-1-469,5 2 0,3-5-1523,-3 5 2096,2-6 0,-12 3 0,4-5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24.379"/>
    </inkml:context>
    <inkml:brush xml:id="br0">
      <inkml:brushProperty name="width" value="0.08571" units="cm"/>
      <inkml:brushProperty name="height" value="0.08571" units="cm"/>
    </inkml:brush>
  </inkml:definitions>
  <inkml:trace contextRef="#ctx0" brushRef="#br0">186 297 7774,'6'-5'411,"-1"2"23,-5-4 317,0 5-118,0-8-288,0 4 1,0-2 144,0 1-273,0 4 0,-1-1-95,-3 4 0,-2 0 82,-5 0 0,0 0-116,0 0 1,-4 4 85,1 4 0,-5 3-240,5 4 1,-5 2 26,5 5 0,-4 0-107,7 0 1,-1 0-383,9 0 1,-5 0 255,4 0 1,2 0-547,6 0 1,6-5 345,4-2 0,6-4-375,-2-4 1,7 2 846,0-5 0,1-1 0,30-22 0,9-6 0</inkml:trace>
  <inkml:trace contextRef="#ctx0" brushRef="#br0" timeOffset="933">440 352 7774,'0'-11'384,"0"0"0,0 0-16,0 0 1,0 3 359,0 1-127,-5 5-398,-1-8 0,-5 9-38,0-3 1,3 8-125,1 3 0,0 3 75,-4 1 1,0 0-196,0 0 0,3 3 226,1 1 1,1 1-75,-2-1 1,0 1-729,4 2 1,1-1 318,3-2 0,0-3-137,0 3 0,0-3 167,0-1 1,1-4-288,2 1 458,4-6 1,4 3 147,0-5 1,0-1-55,0-3 1,0-2 209,0-5 1,2 0-19,-2 0 1,3-4-39,-7 1 0,3-2 175,1 1 1,-1 3-82,-3-3 1,2-1 148,-6 1 0,5 1 11,-5 3 1,1 0-60,-4 0 0,0 3-53,0 1-352,0 5 1,-1-3 12,-3 5 1,2 1 103,-6 3 1,5 2-153,-5 5 0,5 0 11,-5 0 0,6 3-103,-2 1 0,3 4-32,1-5 1,0 5-29,0-5 1,0 2 9,0-1 1,5-3 121,2 3 0,-1-3 155,2-1 0,-1-1-91,4-3 1,-4-2 61,1-5 0,-1 0-50,4 0 1,0-1 145,0-3 1,4-2-51,-1-5 0,2-4 50,-1 1 0,-3-6 87,3 2 1,1-3-54,-1-1 1,-1 0 271,-3 0 1,0 0-143,0 0 0,0-4 87,0 0 1,-1-4-57,-2 0 0,0 0 238,-4 0 1,0 0-111,-4 4 1,0 1 9,0 7 0,0 2-153,0 5 1,-2 5-72,-1 2 0,0 3-292,-4 1 1,3 5 152,-3 2 0,3 4-125,-3 4 0,1 2 40,-2 5 0,2 1-38,3 3 0,1 1-120,-1 3 0,1 1-94,2-1 1,2-2-153,1 1 0,0 1 172,4 3 1,-3-4-134,3 1 1,-1-6 82,2 2 0,1-3 295,-1-1 0,-2-8-39,1-3 1,-3-8 49,3 1 0,1-3 162,3-1 0,0-2-72,0-6 1,0 0-270,0-10 1,0 3 115,0-4 0,3 1-39,1-4 1,1-4 64,-1 1 0,-3-2 172,3 1 1,-3-1-87,-1-2 0,0-3 307,0 2 0,-1-5 64,-3-2 1,-2 2-197,-5 5 1,4 3 851,-1 5-682,1 5 1,-5 2-245,-3 8 0,2 3 112,-6 8 0,2 2-221,-1 5 0,-2 0 67,6 0 1,-6 5-74,2 2 1,2 4-15,1 4 1,-1-1 47,2 4 1,-1 0-233,4 5 0,0-5 87,0 0 1,0 1 93,0 3 0,4 0 47,-1 0 0,6-1-347,-2-3 0,3-2 148,1-5 0,0-5 122,0-2 0,0-4-313,0-4 1,4-3 101,0-8 1,4-3-2518,0-8 2761,1-2 0,12-44 0,2-10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41.404"/>
    </inkml:context>
    <inkml:brush xml:id="br0">
      <inkml:brushProperty name="width" value="0.08571" units="cm"/>
      <inkml:brushProperty name="height" value="0.08571" units="cm"/>
    </inkml:brush>
  </inkml:definitions>
  <inkml:trace contextRef="#ctx0" brushRef="#br0">12 232 7828,'0'-11'404,"0"4"-1958,0-1 891,0 6 663,0-8 0,9-1 0,4-6 0</inkml:trace>
  <inkml:trace contextRef="#ctx0" brushRef="#br0" timeOffset="143">1 56 7828,'0'-11'1523,"0"0"-527,0 0-3432,0 0 1133,0 4 1303,0 2 0,9 10 0,4 2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39.030"/>
    </inkml:context>
    <inkml:brush xml:id="br0">
      <inkml:brushProperty name="width" value="0.08571" units="cm"/>
      <inkml:brushProperty name="height" value="0.08571" units="cm"/>
    </inkml:brush>
  </inkml:definitions>
  <inkml:trace contextRef="#ctx0" brushRef="#br0">243 89 7728,'-5'-6'-6,"4"0"1014,-2 2-621,1 3 1,2-5 507,0 2-220,0 3-316,0-4 136,0 5 1,0 5-316,0 2 1,0 8 26,0 3 1,0 4-38,0 4 1,0 2-85,0 5 0,0 0-154,0 0 0,0 4 42,0 0 0,0 3-39,0-3 0,0-4 48,0-3 0,-1-6-303,-3 2 0,3-8-206,-2-3-87,1-8 434,2-2 1,0-6 75,0-3 1,-3-2-207,-1-5 0,0-4 130,4 1 0,-3-5 191,-1 5 0,-3-6-88,3 2 1,-5-2-24,2 2 1,1-2 232,-2 5 0,2 1-73,-1 3 1,-3 0 55,3 0 0,1 3-80,-2 1 1,1 4 10,-4 0 0,0 3-30,0 3 0,0 7 125,0 5 0,0 4-121,0 0 1,1 2 78,3 1 0,-2 0-82,5 0 0,1 0 0,3 0 0,0-5-235,0-2 1,5-3 87,2-1 0,4-1-274,4-3 1,-2-2 147,6-5 0,-2 0-630,1 0 1,3-5 307,-3-2 1,-2-3 575,-1-1 0,-3 0 0,9-25 0,2-5 0</inkml:trace>
  <inkml:trace contextRef="#ctx0" brushRef="#br0" timeOffset="351">309 464 7861,'7'0'714,"-2"0"-262,-1 5-76,3-4-293,4 4 0,0-5-18,0 0 0,0 0-147,0 0 0,-4-1-71,0-3 0,1 3 139,3-3 1,0-1-71,0 1 1,0-4 5,0 1 0,0 0-64,0 0 1,-4 0-155,1-4 483,-6 0 1,3 0-78,-5 0 1,0 0 84,0 0 1,-5 4-39,-2 4 1,-4-2-69,-4 1 1,3 1 72,-3 3 0,3 1-15,1 2 1,0 0-25,0 4 0,3 1-10,1 3 0,5 1-185,-2 3 1,3-2-23,1 5 1,0-3-122,0 3 0,5-3-320,2 4 1,6-2 271,2 1 0,3-2-173,-3-5 0,4-5 69,-5-2 0,6-3-10,-2-1 0,3-1 377,1-3 0,-4-6 0,1-4 0,14-40 0,7-6 0</inkml:trace>
  <inkml:trace contextRef="#ctx0" brushRef="#br0" timeOffset="651">927 122 7861,'0'-12'277,"0"-2"0,0 0 396,0 0 1,-4 6-237,1 0 1,-2 2-136,1-1 0,-1-3-35,-2 3 0,-4 2-41,0 1 0,-2-1-4,-5 1 0,3 1-73,-3 3 1,1 0-115,-2 0 1,0 5-95,4 2 1,-3 4 59,3 4 0,4 2-176,4 5 1,4 1 71,0 3 0,1 2-65,2 5 0,4 2 49,0 1 0,4 1-58,0 7 1,5-7-89,2 3 1,-4-4-206,-4-3 0,0-1-67,5-3 1,-5-3-194,0-8 188,-4-2 1,2-9-232,-5 1 773,0-6 0,0-7 0,-5-31 0,-1-17 0</inkml:trace>
  <inkml:trace contextRef="#ctx0" brushRef="#br0" timeOffset="892">618 431 7861,'11'-5'840,"0"4"-658,0-3 0,1-1 31,3 1 0,-1 1 174,4 3 1,0 0-45,4 0 0,2 0 48,1 0 0,-1 0-225,1 0 1,-1 1-68,-2 3 1,-1 2-466,-3 5 1,-2 0 271,-5 0 0,-4 0 168,1 0 0,-6 4-24,2-1 0,-3 1-1391,-1-4 1,0 0-206,0 0 310,5-5 1236,-4-1 0,19-39 0,-2-9 0</inkml:trace>
  <inkml:trace contextRef="#ctx0" brushRef="#br0" timeOffset="1024">993 287 8079,'-11'-11'727,"0"-5"1,1 4 229,3-2-1539,2 6 307,5 3-1803,0 5 2078,5 0 0,30 30 0,13 6 0</inkml:trace>
  <inkml:trace contextRef="#ctx0" brushRef="#br0" timeOffset="1560">1136 332 10738,'0'11'271,"0"0"0,0 0-168,0 0 1,0 3-46,0 1 0,0 1-43,0-1 0,0-2-214,0 5 1,0-4 47,0 1 0,0-3 35,0-1 0,0-4 191,0 1-73,0-6-196,0 8 1,0-10 129,0 0 1,4-1-62,0-7 0,-1 1 23,-3-4 1,4-4-78,0 1 1,1-1 178,-2 4 1,0-4 101,4 0 1,-3 1 106,3 3 0,-1 0-82,2 0 0,1 0 77,-1 0 0,2 3-23,1 1 1,1 4-127,2 0 0,-1 2-30,1 1 1,0 1 12,1 2 0,-3 0-256,3 4 1,-7 4 74,-1 4 0,-4 3-173,1-3 1,-3 5 88,-1-2 1,0-1-451,0 2 1,0-6 290,0 2 1,1-4-245,3-4 0,-2 2 630,6-6 0,28-38 0,12-14 0</inkml:trace>
  <inkml:trace contextRef="#ctx0" brushRef="#br0" timeOffset="1907">1533 420 7861,'6'0'2209,"-1"0"-1538,0 0-672,-4 0-75,9 0 1,-7 0-43,4 0 1,-3 0-243,3 0 320,0 0 0,4-2-322,0-1 1,0 2 75,0-3 1,-1-2-72,-2-2 0,1 2 77,-1-1 1,2 0 258,1-4 1,-4 0 50,0 0 0,-4 3 156,0 1 0,-1 0 477,-2-5-506,0 6 0,-5 0 98,-3 3 0,-5 1-37,-2-1 1,-3 6 378,3 5 1,-5 1-154,2 3 1,1 0 94,-1 2 0,4 0-261,-1 4 1,3 1-290,1 3 1,1 0-515,3 0 1,2 0 395,5 0 0,5 0-268,2 0 0,8-5 209,3-2 1,4-8-1090,4-3 0,-1-3-61,4-1 1338,-4-5 0,31-35 0,3-14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44.092"/>
    </inkml:context>
    <inkml:brush xml:id="br0">
      <inkml:brushProperty name="width" value="0.08571" units="cm"/>
      <inkml:brushProperty name="height" value="0.08571" units="cm"/>
      <inkml:brushProperty name="color" value="#E71224"/>
    </inkml:brush>
  </inkml:definitions>
  <inkml:trace contextRef="#ctx0" brushRef="#br0">12 485 7431,'-6'0'1755,"1"0"-1572,5 0 0,5 0-50,2 0 1,3 0 69,1 0 0,0 0-232,0 0 1,4 0 18,-1 0 0,5 0 24,-5 0 0,5 0-126,-5 0 1,6 0 12,-2 0 0,0 0-4,0 0 1,-5-4 59,2 0 1,-3 1 8,-1 3 0,0 0 13,0 0 156,0 0-87,0 0 1,-3 0-17,-1 0 33,-4 0-12,2 0 177,-5 0-209,0-5 3,0 3-99,0-2 1353,0 4-1214,0 4 0,-4-1 13,0 4 1,-3-3 6,3 3 0,-4 1-97,0 3 1,-2 1 82,-1 3 0,-1-2-123,-3 5 0,2 1 62,-5 3 0,0-1-107,0-3 0,-3 3 42,3-3 0,1 3 22,-2 1 1,6-5-6,-2-2 1,3-3 30,1-1 0,0 0 2,0 0 1,4-1-5,-1-3 0,4 2-90,-3-5 84,5 4 32,-8-7 96,9 4-125,-4 0 84,5-4-67,0 4 1739,0-5-1637,5 0 0,4 0-111,6 0 0,1 0 88,-1 0 0,6 0-161,4 0 1,5-3 67,-5-1 0,5 0-66,-4 4 0,3-3-130,-3-1 0,-1-1 78,-3 1 0,-4 3-561,-4-2 1,-3 0-108,-3-1-1618,1 3 2414,-7-4 0,-7 0 0,-7-1 0</inkml:trace>
  <inkml:trace contextRef="#ctx0" brushRef="#br0" timeOffset="2176">651 22 7894,'0'-7'948,"0"-2"-812,0 7 0,-3-1 99,-1 6 1,-5 4-30,2 4 1,-3 1 21,-1 2 0,0 4-237,0 4 0,0 0 91,0 0 0,0 5 89,0 2 1,5 3-13,2 1 1,3 0-1066,1 0 1,0-1 163,0-3 0,0-2-107,0-5 0,5-4 849,2-4 0,18-16 0,4-6 0</inkml:trace>
  <inkml:trace contextRef="#ctx0" brushRef="#br0" timeOffset="2773">739 110 7847,'0'-6'703,"0"-4"-417,5 9 1,1-4-117,5 5 0,0 0-23,0 0 0,4 0 14,0 0 1,0 3-211,-4 1 0,0 3-68,0-3 1,0 3-295,0-3 311,-5 5 0,0-4-209,-2 2-76,-3 3 338,-1-4 1,-6 5 31,-5 0 1,3-5-33,1-2 0,0 1-3,-4-2 0,0 5 23,0-5 1,1 2-186,2-1 115,-1-3 9,3 4 134,-6 0 0,5-4-132,0 3 182,4-3-153,-2-1 167,5 0-78,5 0-27,-3 0 17,7 0-21,-3 5 0,4-3-78,-2 6 1,0-5 71,-4 5 1,4-5-116,0 5 1,-2-5 60,1 5 1,-3-2 32,3 1 120,-4 3 1,2-4-81,-5 5 0,0-3 113,0-1 0,-2-1-76,-1 1 1,-1 2-199,-7-5 0,2 3-96,-5-3 1,2 3-262,1-3 1,-4 3 503,0-3 0,-4-1 0,1-3 0</inkml:trace>
  <inkml:trace contextRef="#ctx0" brushRef="#br0" timeOffset="3132">971 44 7849,'0'-7'1107,"0"3"0,1 4-735,3 0 0,2 1-152,5 2 1,1 1-128,3 7 1,-2-1-353,6 8 1,-5-3 214,5 3 0,-6 4-275,2 4 0,-6 0 181,-2-4 1,-5 0 19,2 0 1,-4 0 37,-4 0 0,-3-1-162,-8-3 0,2-2-242,-6-5 1,5 0 483,-5 0 0,6-14 0,-3-5 0</inkml:trace>
  <inkml:trace contextRef="#ctx0" brushRef="#br0" timeOffset="3699">662 859 8725,'0'-11'1564,"0"5"1,0 7-964,0 10 1,0 2-204,0 5 1,0 0-140,0 5 1,0-1-271,0 0 0,0 0-304,0 0 1,0-4-175,0 0 0,0 0 361,0 0 1,4-2-2801,0-5 2928,-1 0 0,22-29 0,5-8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51.954"/>
    </inkml:context>
    <inkml:brush xml:id="br0">
      <inkml:brushProperty name="width" value="0.08571" units="cm"/>
      <inkml:brushProperty name="height" value="0.08571" units="cm"/>
      <inkml:brushProperty name="color" value="#E71224"/>
    </inkml:brush>
  </inkml:definitions>
  <inkml:trace contextRef="#ctx0" brushRef="#br0">1 67 7900,'11'0'731,"0"-4"-330,0 1 1,-2-1-96,2 4 1,-3-4-82,7 1 1,2-1-9,1 4 0,3 0-222,1 0 1,4-1-84,0-3 0,-1 3-66,-3-3 1,-1 3-119,-2 1 0,1 0-459,-1 0 1,-3 0-746,-2 0 1476,-1-5 0,-7-6 0,-1-6 0</inkml:trace>
  <inkml:trace contextRef="#ctx0" brushRef="#br0" timeOffset="367">34 199 8112,'-11'0'1150,"0"0"-507,5-5 45,1 4-458,5-4 0,1 5 106,3 0 1,3 0-107,8 0 0,2 0-104,5 0 0,4 0-272,-1 0 0,2 0-407,-1 0 0,-1-1-56,4-3 0,-4 3-1711,0-3 2320,-1 3 0,2-14 0,3-3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53.590"/>
    </inkml:context>
    <inkml:brush xml:id="br0">
      <inkml:brushProperty name="width" value="0.08571" units="cm"/>
      <inkml:brushProperty name="height" value="0.08571" units="cm"/>
      <inkml:brushProperty name="color" value="#E71224"/>
    </inkml:brush>
  </inkml:definitions>
  <inkml:trace contextRef="#ctx0" brushRef="#br0">0 106 7857,'0'-11'125,"0"3"87,0 1 1,0 3-159,0-3 0,0 3 97,0-3 0,0 3-132,0-3 1,2 3 80,1-3 0,4 3 19,4-3 1,0 4 34,0 0 0,0-2 18,0 1 1,3 0-110,1 4 0,0 0 35,-4 0 0,0 0-287,0 0 0,-1 5 125,-3 3 1,2 5-132,-6 2 0,1 4 4,-4 0 1,-5 2-1,-2 1 0,-3 0-53,-1 0 0,0 4 39,0-1 0,0 5 57,0-5 0,0 5 35,0-4 0,1 0-36,2 0 0,0-3 47,4 3 0,1-7 105,3-5 0,0-1 1,0-2 0,1-2 148,2-1 1,7-3 128,5-5 0,5-5-118,-2-3 1,-1-3-123,1-3 1,5 0 10,2-4 0,1-1-12,-4-3 1,0 0 38,0 0 0,-1 1-144,-3 3 0,2-3 5,-5 3 1,-2 2 13,-6 1 0,2 2 169,-5-2 0,1 6-117,-2-2 60,-2 3 1,3 2-43,-8 2 1,2 3-126,-5 1 1,3 1 130,-3 3 1,3 2-147,-3 5 1,-1 0 58,-3 0 1,4 1 27,0 3 0,0-2-30,0 6 1,-3-5 24,3 5 1,1-1-68,-2 4 1,6-3 62,-2-1 1,3-3 45,1 3 1,0-4-32,0 0 1,1-2 356,3 0 0,3-6-148,8-3 0,-1-1 536,4-2 1,0-7-81,4-4 0,0-5 130,0-6 1,0-3-323,1-1 1,-3-5-121,-1 2 0,-2-3-303,-2-1 1,-4 0 65,0 0 1,-2 1 131,-5 3 1,0-2-148,-4 5 1,0 2-210,0 5 0,0 3-2132,0 5 2263,0 5 0,-10 26 0,-2 11 0</inkml:trace>
  <inkml:trace contextRef="#ctx0" brushRef="#br0" timeOffset="516">695 359 7857,'0'-6'1868,"0"-4"-1306,0 9 388,-5-4-567,4 5 1,-4 5-43,5 2 0,0 3-174,0 1 0,-4 5-77,1 3 0,-2 1-33,1 2 1,2-1 98,-6-2 0,5 1-540,-5-1 0,2 2 239,-1 1 0,-2-4-741,6 0 0,-5-4 71,4 1 1,1-3-188,3-1 0,-4-4 62,0 1 940,1-6 0,17-26 0,5-13 0</inkml:trace>
  <inkml:trace contextRef="#ctx0" brushRef="#br0" timeOffset="846">838 337 7857,'6'0'-548,"-1"-1"764,-5-3 1194,0 3-432,0-4 63,0 5-472,5 0 0,-4 1-176,3 3 0,-3 2-110,-1 5 0,-1 5-71,-3 3 1,2 1-59,-5 2 1,3 0 84,-3 0 0,1 4-279,-2 0 1,-2 0-158,3-4 1,1 0-202,-1 0 1,3-1-1868,-3-3 1098,4-2-1703,-2-5 2870,5-5 0,10-40 0,2-15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6:56.071"/>
    </inkml:context>
    <inkml:brush xml:id="br0">
      <inkml:brushProperty name="width" value="0.08571" units="cm"/>
      <inkml:brushProperty name="height" value="0.08571" units="cm"/>
      <inkml:brushProperty name="color" value="#E71224"/>
    </inkml:brush>
  </inkml:definitions>
  <inkml:trace contextRef="#ctx0" brushRef="#br0">186 44 6393,'6'0'964,"-1"0"-698,-5-5 372,0 4-216,0-4 1254,0 5-882,0-5-230,0 4-69,0-4-278,0 5 0,-5 2 3,-2 1 1,-3 3-33,-1 5 1,-3 5 31,-1 3 1,-5 6-254,2 5 0,-2 5-193,2 2 0,-2 5-254,6-2 0,3 2-332,3-2 1,6-6 399,-2-4 1,4-7-493,4-1 1,2-5 359,5-6 0,0-4-367,0-4 911,0-2 0,5-10 0,1-4 0</inkml:trace>
  <inkml:trace contextRef="#ctx0" brushRef="#br0" timeOffset="592">308 111 7931,'0'-7'1695,"0"2"-1478,0 1 1,1 2-14,3-1 1,-2 1-109,5 2 1,1 0 136,3 0 1,0 0-285,0 0 0,0 0 113,0 0 1,0 4-335,0 0 0,-1 4 120,-3 0 1,-1-2 16,-2 1 1,-3 1 24,3 3 0,-4-2-87,-4-1 1,-2 2 108,-5-3 0,-4 3 11,0 1 1,0-1 151,0-3 1,3 1-122,-3-4 0,3 3 237,1-3-212,0 5-44,0-8 50,0 4 4,4 0-20,3-4 10,4 4 327,0-5-255,4 0 1,1-1-36,3-3 0,1 3 88,-1-3 0,-2 3 76,1 1-87,1 0 1,3 0-86,0 0 1,0 0 39,0 0 1,0 1-109,0 3 0,-1-2 102,-3 6 1,3-1-123,-3 4 1,-2 0 58,-1 0 1,-3 0 136,-1 0 0,-1 0-107,-3 0 1,-6 4-204,-5-1 0,-3 1-133,3-4 0,-3 0 148,3 0 1,-3-3-625,3-1 0,-3-3 803,3 3 0,0-10 0,4 2 0</inkml:trace>
  <inkml:trace contextRef="#ctx0" brushRef="#br0" timeOffset="900">495 44 7915,'0'-11'0,"0"4"584,0 0 0,1 3 305,3-3-77,-3 4-391,9-2 1,-4 10-90,5 3 0,1 3-39,3 3 0,-3 3-61,3 5 0,1 4-188,-1 0 0,-4 3 130,-4-3 0,-3 5-244,3-2 1,-6 2-59,-1-2 0,-5 2-74,-6-6 1,-1 1-720,-3-4 0,-1-3 456,-2-1 0,-2-5-1034,6 2 0,-1-6 1499,4-2 0,15-14 0,3-1 0</inkml:trace>
  <inkml:trace contextRef="#ctx0" brushRef="#br0" timeOffset="1970">1156 529 7914,'4'-8'266,"0"-3"1,0 6-49,-4-6 1,3 2 240,1-2 0,0 4-55,-4 0 0,0-1-79,0-3 1,-5 5-187,-3 2 1,-3 0 24,-3 0 0,-4 0-92,-4 4 1,0 0 123,0 0 1,0 1-348,0 3 1,-4 2 89,1 5 1,0 4 78,7 0 1,-3 4-340,3 0 0,2-2-468,1 1 1,4 1 204,4 3 1,-2-4 240,5 0 1,1-3 6,3 3 0,1-5 65,3-2 1,5-2 178,6-5 0,4 0-93,-5-4 0,6 0 291,-2 0 0,3-5 59,1-2 0,-4-3 31,1-1 0,-6-2-113,2-1 0,1 2-49,-1-3 1,-1 3 642,-3 1 0,-1 0-303,-3 0 0,3-1 390,-2 1-446,-3 0 1,3 4 425,-4 0-199,-1 4-345,-3-2 29,0 10 0,-3 5-30,-1 5 1,-1 1-316,2-2 0,-2 4 105,-3 4 1,-2 3-331,3 1 1,-3 1 177,-1-1 1,0 2-69,0 5 0,0 0 64,0 0 0,0-1-189,0-3 1,-1 0 162,-3-4 0,4-3 42,0 0 1,0-4 549,4-7-199,2 0 631,0-5-614,5-1 0,0-7 84,0-1 0,0 0-7,0-4 0,5 0-97,2-4 1,4-1-159,4 1 0,-2 0 75,6 0 0,-1-1-407,4-3 0,0 3 167,0-2 0,2-2-972,1 1 1,-1 1 528,1 7 0,-1-3-1036,-2 3 1605,-5 2 0,-6 20 0,-6 9 0</inkml:trace>
  <inkml:trace contextRef="#ctx0" brushRef="#br0" timeOffset="2253">1410 926 7886,'0'-7'2518,"0"0"-1575,0 4-635,0-2 1,0 6 186,0 3 1,0 4-115,0 6 1,-4 0-142,1 4 1,-6 0-202,2 4 0,1 1 117,-2-1 1,2-4-726,-1 0 0,-3-1 348,3 2 1,1 0-1273,-2-4 0,5-1 35,-5-7 1458,6 3 0,7-33 0,7-3 0</inkml:trace>
  <inkml:trace contextRef="#ctx0" brushRef="#br0" timeOffset="2793">1553 177 7916,'-3'-8'547,"-1"1"0,-1 5-137,1-2 0,2 3 45,-5 1 0,-1 0-9,-3 0 1,0 5-170,0 2 1,0 4-10,0 4 1,0 2-51,0 5 1,4-3-291,-1 3 1,5-2 143,-5 6 0,6 2 146,-2 1 1,-1-2-23,2-1 1,0 1-45,7-1 0,-2-2-2371,6-5 1,3-4 144,3-4 2074,6-4 0,36-22 0,15-10 0</inkml:trace>
  <inkml:trace contextRef="#ctx0" brushRef="#br0" timeOffset="3160">1697 298 7916,'0'-11'1442,"0"0"-1043,0 0 0,5 5-122,2 2 1,3 3-89,1 1 1,0 0-156,0 0 1,1 0 131,3 0 0,-3 1-395,3 3 0,-3 2 189,-1 5 1,-1-3-157,-3 3 1,-2-2 99,-5 6 1,0-3-29,0-1 1,-6 0 113,-5 0 1,0 0 31,-4 0 0,-1 0 12,2 0 1,-5-3-34,4-1 1,1-1-28,3 1 0,0 2 50,0-5 1,3 3-65,1-3 50,5-1 155,-8 2-95,9-4 49,1 4 0,6-5 94,5 0 0,0 0-44,0 0 1,3 2-120,1 1 1,3-2 46,-3 3 1,5-3-686,-2-1 1,-1 0 286,2 0 0,-2 0-853,1 0 0,3 0 46,-3 0 1108,-2 0 0,0 0 0,-5 0 0</inkml:trace>
  <inkml:trace contextRef="#ctx0" brushRef="#br0" timeOffset="3452">2027 177 7902,'-7'-5'729,"0"-3"398,4 4-683,-2-6 1,7 10 107,1 0 1,5 1-159,6 6 1,3 4 33,6 4 1,-1 3-166,0-3 1,-2 5-241,-1-2 1,0 3-301,-4 1 0,2 1 234,-6 3 0,-1-3-165,-6 3 1,-4-4 123,0-4 0,-3 3-907,-8-2 0,3-5 58,-7-3 933,3 0 0,6-14 0,1 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00.532"/>
    </inkml:context>
    <inkml:brush xml:id="br0">
      <inkml:brushProperty name="width" value="0.08571" units="cm"/>
      <inkml:brushProperty name="height" value="0.08571" units="cm"/>
      <inkml:brushProperty name="color" value="#E71224"/>
    </inkml:brush>
  </inkml:definitions>
  <inkml:trace contextRef="#ctx0" brushRef="#br0">407 441 7820,'0'-6'1556,"0"1"-1298,-4 5 0,-6 0-24,-5 0 1,-8 0-127,1 0 0,-9 0 67,-2 0 0,-1 0-213,-7 0 0,6 4-209,-2 0 1,8-1-266,3-3 0,4 0-965,4 0 807,2 0 1,9-1 669,4-3 0,36-12 0,10-7 0</inkml:trace>
  <inkml:trace contextRef="#ctx0" brushRef="#br0" timeOffset="261">209 309 7820,'-6'0'876,"1"0"1,5-1 156,0-3-614,0 3 1,-1-4 799,-3 5-400,3 0-234,-4 0 0,5 5-199,0 2 1,0 3-188,0 1 1,0 4-161,0-1 0,0 6-105,0-2 0,0 3-633,0 1 0,0 4 484,0 0 0,-4-4-1255,1-4 0,-1-4 642,4 0 0,0-1 828,0-2 0,29-35 0,8-8 0</inkml:trace>
  <inkml:trace contextRef="#ctx0" brushRef="#br0" timeOffset="1209">837 199 7820,'-4'-6'67,"2"-4"167,-1 2 1,1 2-111,2-1 1,2 3 82,1-3 0,0 1-69,4-2 1,-3-1-9,3 1 0,4 0-11,4 0 0,1 0 34,-2 4 1,0-3-126,4 3 1,-4 0 134,1 4 0,-3 0-19,-1 0 0,-5 2-526,-2 1 0,0 3 202,0 5 1,-1 2-100,-7 1 1,-2 4 119,-5 4 0,0 0-96,0 0 1,3 0-34,1 0 1,0 0 80,-4 0 1,3 0-19,1 0 0,1 0 96,-2 0 0,2-1-54,3-3 0,1 2 95,-1-5 0,2-1 133,1-3 0,1-5 56,2-2 0,4-3-67,4-1 0,0-1 75,0-3 0,1-2-29,3-5 0,-2 0-11,5 0 1,-3-3-35,4-1 0,-5-4 198,5 5 0,-6-6 4,2 2 1,1 1 36,-2-2 1,5 1-203,-5-4 1,1 4 39,-4-1 1,0 4-54,0-3 1,-3 5 160,-1-2-267,-5 8 142,3-3-185,-5 9 0,-5 1-3,-2 7 0,1 3-10,-1 1 0,0 0 93,0 0 1,-3 3 4,3 1 0,2 5-150,1-2 0,-1 2 84,2-2 0,-1 3-165,4-3 1,0 3 119,0 1 0,0-1-49,0-3 0,5 2 160,2-5 0,3-1 97,1-3 1,1-5 524,3-2 0,-1-3-338,4-1 0,-1-8 378,2-3 0,0-8-259,-4 1 0,3-4 139,-3-4 1,2-1-154,-6-2 0,3-2-220,-7 6 0,1-6 14,0 2 1,0-3-140,-4-1 1,0 3-748,-4 1 0,3 4 447,1 0 0,1 3-2873,-1 3 3134,-3 3 0,9 30 0,-4 5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07.794"/>
    </inkml:context>
    <inkml:brush xml:id="br0">
      <inkml:brushProperty name="width" value="0.08571" units="cm"/>
      <inkml:brushProperty name="height" value="0.08571" units="cm"/>
      <inkml:brushProperty name="color" value="#E71224"/>
    </inkml:brush>
  </inkml:definitions>
  <inkml:trace contextRef="#ctx0" brushRef="#br0">426 496 7823,'-5'-6'1224,"-1"0"-813,-5 2 0,-1 3-76,-3-3 0,-6 3-76,-5 1 1,-8 0-315,1 0 1,-6 0 110,2 0 0,0 0-623,4 0 0,5 1 401,2 3 0,7-3-431,0 3 0,7-2 597,1 2 0,10-8 0,7 3 0</inkml:trace>
  <inkml:trace contextRef="#ctx0" brushRef="#br0" timeOffset="209">183 386 11702,'0'7'800,"0"1"1,5 0-551,3 7 1,-2-2-206,1 6 0,-3-1-894,3 4 0,-3 0 568,3 0 0,-3 0-1270,3 0 0,-4-4 1551,0-4 0,8-6 0,1-4 0</inkml:trace>
  <inkml:trace contextRef="#ctx0" brushRef="#br0" timeOffset="925">779 221 7872,'0'-11'144,"0"0"1,0-1 0,0 1 514,0 0 0,0 0-407,0 0 0,4 4 35,4 0 1,2 1-61,1-2 0,0 0-77,0 4 0,1 0 77,3 4 1,-2 0-185,5 0 1,-4 2 60,1 1 0,-4 3-405,-4 5 0,2 2 11,-6 1 1,1 3 169,-4 5 1,0 1-351,0-1 1,0 1 172,0 3 1,0-3-219,0 3 0,0-3 149,0-1 1,0-2-55,0 2 1,0-8 127,0 5 1,1-2 226,3-3 0,-3-3 138,3-3-45,2-6 1,0 3 93,5-5 0,0-1-112,0-3 0,0-2 320,0-5 0,1-1-132,3-3 1,-3 3 108,3-3 0,-3-1-46,-1 2 0,0-2 60,0 1 0,0 2-190,0-6 1,-1 6 5,-2-2 0,0 3-58,-4 1 96,-1 0-569,-3 0 282,0 5 0,0 2-126,0 8 0,-1 2 80,-2 5 0,1 0-39,-1 0 1,-2 3-28,1 1 1,0 4 90,4-5 1,-3 5-41,-1-5 0,0 2 75,4-1 1,0-3 134,0 3 0,5-4-88,3-4 1,3 2 590,3-6 0,2 1 60,3-4 0,4-6 332,-5-5 0,8-1-233,-8-7 0,4 0-280,-7-7 1,0 3-409,-4-3 0,-5-2 40,-2-2 1,-3 4-247,-1 0 1,0 1 230,0 0 1,-1 1-1389,-3-1 0,3 3 156,-3 3 1196,3 8 0,1 26 0,0 9 0</inkml:trace>
  <inkml:trace contextRef="#ctx0" brushRef="#br0" timeOffset="1302">1495 430 7872,'-6'-7'627,"2"-1"0,-1 5-173,2-5 0,-2 6 384,1-2-498,3 3 1,-4 2 65,5 3 0,0 2-46,0 5 1,0 5-85,0 2 1,0 1-251,0 3 0,5-3 67,2 7 0,-2-3-658,-1-1 0,1 0-128,-2 0 1,2 1-380,-1-1 1,-3-5-168,3-3-31,-3-1 1270,-1-2 0,-10-25 0,-2-5 0</inkml:trace>
  <inkml:trace contextRef="#ctx0" brushRef="#br0" timeOffset="1843">1616 386 7872,'8'-5'0,"-1"-2"287,-4-3 0,6 4 453,-1 2 0,2 3-302,1 1 1,0 0-203,0 0 0,3 1-124,1 3 1,3 1 127,-3 2 1,3 3-463,-3-3 247,5 8 1,-9 1-399,0 2 276,0-2 1,-11-5-70,0 0 1,-6-1 45,-9-3 0,-1 2-40,-2-5 0,-3 3-51,2-3 0,2-1 105,-1-3 0,4 1 9,0 3 0,2-3-19,1 3 69,0-3-73,-1-1 45,6 0 1,3 0 112,6 0 0,0 0-56,4 0 1,4 0 9,4 0 0,1-3 99,-2-1 0,-1 0-71,1 4 0,2 0-27,-1 0 1,3 0-26,-3 0 1,4 4 25,-5 0 0,2 3-4,-1-3 0,-2 4 54,6 0 1,-6 1 102,2 2 1,-4 0 61,-4 0 0,3 0-111,-3 0 1,-2 0 169,-1 0 1,-4 1-52,-4-1 1,-2 0 17,-5 0 1,-5-4-165,-2 0 1,-7-3-170,0 3 1,-6-4-167,2 0 0,-2-1-462,2-2 1,2 0-1381,5 0 2106,0-5 0,19-11 0,6-7 0</inkml:trace>
  <inkml:trace contextRef="#ctx0" brushRef="#br0" timeOffset="2886">2476 88 7834,'6'-11'0,"-1"4"408,-5 0 0,2 0 486,1 0-502,-2-3 1,3 4-198,-8-5 0,-3 5 41,-8 2 0,2-1-97,-5 2 0,-2-1 71,-6 4 0,3 0 26,-3 0 1,-2 5-27,-1 2 0,2 3 0,1 1 0,4 1-191,4 3 1,-2-1-330,5 4 0,4-5-733,4 2 0,4 1 442,0-1 1,6-1 102,5-3 0,3-3 203,4-1 0,2-4 195,5 0 1,3-1-49,1-2 0,1 0 300,-1 0 0,-4-5 101,0-3 0,2-2 143,-5-1 1,-1 2-59,-7 1 1,0-2 134,0 3 1,-5-3 7,-2-1 1,-3 4 285,-1 0-272,0 4-57,0-2-430,-5 5 1,1 1 54,-4 3 1,3 2-29,5 5 0,0 5-89,0 3 1,0-1 47,0 4 1,4-2-281,0 5 0,3 4 148,-3 0 0,3-1-285,-3 2 1,1-1 185,-2 4 1,-2-5-24,3-2 1,-3-3 109,-1-1 1,-3-5 212,-1-2 1428,0-3-1158,-1-6 1,4-2 457,-2-8 1,3-5-315,3-6 0,3-1-115,5 1 0,0-1-145,0-2 1,5-3-172,3 3 1,2 1-260,1-2 1,3 6-454,1-2 0,1 4-239,-1 4 1,-3 1-2407,3 2 3311,-3 3 0,4 6 0,1 7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02.784"/>
    </inkml:context>
    <inkml:brush xml:id="br0">
      <inkml:brushProperty name="width" value="0.08571" units="cm"/>
      <inkml:brushProperty name="height" value="0.08571" units="cm"/>
      <inkml:brushProperty name="color" value="#E71224"/>
    </inkml:brush>
  </inkml:definitions>
  <inkml:trace contextRef="#ctx0" brushRef="#br0">100 761 7822,'0'-7'269,"0"-1"157,0 6 1,-1-4 12,-3 2-22,3 3 16,-4-4 1,1 10-86,1 2 1,-2 4-108,1 4 0,2 2-19,-6 5 0,2 1-256,-1 3 0,-3 1-57,3 3 0,1-2-53,-2-3 1,5-1-892,-5 1 1,6-5-17,-2-2-588,3-4 1639,1 2 0,10-39 0,2-9 0</inkml:trace>
  <inkml:trace contextRef="#ctx0" brushRef="#br0" timeOffset="419">299 761 7822,'17'-6'0,"-1"1"319,-5 5 1,1-4-31,3 1 0,-2-1 91,5 4 1,-4 5-182,1 2 0,-3 3-132,-1 1 0,-1 4 108,-3 0 1,-2 3 32,-5-3 1,-3 4-280,-4 0 0,-1 1 73,-11 2 0,4-3-132,-3-1 1,0-4 96,-4 0 1,0 2-101,0-1 1,1-2-55,2-5 1,0 2-20,4-3 0,0-2-73,4-1-156,0-3 269,0-1 82,5 0 1,1-1 125,5-3 0,1 1-88,3-4 0,2 3 317,5-3 1,2 3 19,1-3 1,0 5 131,4-2 1,-3-1-98,3 1 1,-1 1-36,2 3 1,2 0-134,-3 0 1,2 0 13,-2 0 1,1 3-563,-4 1 1,1 3 270,-1-3 0,-3 3-1091,3-3 1,-7 0 1209,0-4 0,4-20 0,5-4 0</inkml:trace>
  <inkml:trace contextRef="#ctx0" brushRef="#br0" timeOffset="958">442 67 7886,'6'-5'757,"-2"-3"0,-2 3 25,2 2-457,-3-3 1,3 4-68,-8-1 1,-2 6 193,-5 5 1,-1 3-90,-3 3 0,3 4-203,-3 4 0,-1 1 68,1 3 1,1-1-493,3 8 1,1-2 232,2 6 1,4-2-786,4 2 1,0-3 432,0 3 1,1-7-349,2-5 0,4-3-77,4-3 1,0-3 807,0-5 0,9-20 0,4-4 0</inkml:trace>
  <inkml:trace contextRef="#ctx0" brushRef="#br0" timeOffset="1500">662 111 7886,'-6'-11'2391,"1"0"-2126,5 5 0,5-3-93,3 5 0,1 1 43,2 3 1,2 1-190,1 2 1,0 0 97,4 4 0,-4 1-417,0 3 1,-1-4 84,-2 0 0,0 1-61,0 3 1,-5 0 81,-3 0 0,-1 0 101,-2 0 1,-2-4-31,-1 1 0,-3-2 4,-5 1 0,-4 3 34,0-3 1,-3-1 13,3 2 1,-1-6 137,2 2 1,5 1-65,-2-2 1,2 1 7,-2-4 0,4 0 6,0 0-69,4 0 107,-2 0 46,5 0 1,5 0-106,3 0 0,-2 0 4,1 0 0,0 0-154,4 0 153,0 0 0,4 0-60,0 0 0,0 4 46,-4-1 1,0 5-47,0-5 0,0 6 34,0-2 0,-2 3 36,-1 1 0,-2-1 59,-2-3 0,-3 3 155,2-3 0,-4 3-40,-6 1 1,0 0-139,-8 0 1,-2 0-338,-2 0 0,-1-3 123,-3-1 0,5-3-651,0 3 0,4-3 79,0 3 734,1-4 0,12-3 0,2-7 0</inkml:trace>
  <inkml:trace contextRef="#ctx0" brushRef="#br0" timeOffset="1766">850 56 7886,'7'-10'443,"0"2"1,-3 4 630,3 4 1,4 0-271,4 0 1,5 1-316,-2 2 1,3 5-228,1 6 0,-1 0-47,-3 4 0,2 1-578,-5 3 1,-4 3 275,-4 1 1,-5 1-910,2-1 1,-9-2 232,-6 6 1,-1-6-718,-7 2 1480,1-3 0,-24 9 0,-4 2 0</inkml:trace>
  <inkml:trace contextRef="#ctx0" brushRef="#br0" timeOffset="2542">1710 386 8046,'1'-11'0,"1"0"630,2 0 1,0 4 140,-4 0-310,0-1 0,-5-2-295,-3 3 0,-1-2 60,-2 6 0,-5-1-168,-3 4 0,-3 0 98,-3 0 1,0 6-402,-4 5 1,3 0 209,-4 4 0,7 2-427,1 1 0,4 0 95,3 0 0,7 0-58,-4 4 0,5-3-48,0-1 1,2-3 108,5 3 0,1-4 100,3 0 0,3-5 53,8-2 0,-2-4 168,6 0 1,-1-1-88,4-2 0,-4-4 246,1 0 1,-2-4 94,1 0 0,2-1 140,-5-2 0,3 0-196,-3 0 1,-1 0-77,-3 0 1,1 1 797,-1 2 0,-4-1-358,0 1 1,-3 3 683,3 2-481,-4-3-551,2 4 0,-5-1 4,0 6 0,0 3-27,0 5 1,0 2-162,0 1 0,-2 4-27,-1 4 0,0 1-500,-4 3 1,3-2 305,-3 5 0,0 1-114,-4 3 0,-1 4-3,1-1 0,0 0-140,0-7 1,-3 2 481,-1-5 1,0-1-117,4-3 1,4-8 1064,0-3-598,4-7 431,-2 1 1,6-10-344,3-3 0,0-3 16,7-3 0,-1 0-135,8-4 1,0 3-110,4-3 1,2 3-721,1-3 0,2 0 367,3 0 0,0-2-1456,-4 6 0,4-1 209,-5 4 1398,1 0 0,6 0 0,2 0 0</inkml:trace>
  <inkml:trace contextRef="#ctx0" brushRef="#br0" timeOffset="3117">1985 805 7857,'6'-5'295,"3"3"180,-5-5 0,3 3 379,-3-4-318,4 6-116,-2-3 1,5 1-100,0 1 0,0-1-259,0 4 1,-3 0 125,-1 0 1,0 0-232,4 0 0,1 4-14,-1-1 0,-2 2-31,-1-1 0,0-2-89,-4 6 0,3-4 100,-3 3 0,0-3-118,-4 3 177,0 0 1,-4 4-170,0 0 0,-8 0 98,1 0 0,-2-3 7,2-1 0,-4 0 97,0 4 1,-1 0 120,2 0 1,1 0 60,-1 1 0,1-5-69,2 0 1,4-1 8,0 2 0,4 1 77,-1-1-14,3-3 1,2 3-71,3-4 0,7 0-361,8-4 0,1 0-351,2 0 0,4 0-460,0 0 1,4 0 1041,0 0 0,36-15 0,10-3 0</inkml:trace>
  <inkml:trace contextRef="#ctx0" brushRef="#br0" timeOffset="3644">2084 11 7866,'-4'-6'123,"-4"3"1,2 1 1065,-1 2-712,-1 0 0,-3 2-73,0 1 1,0 7-298,0 5 0,0 4 133,0 0 0,1 5-606,3 2 1,-1 5 256,4-2 1,-4 3-936,5 1 1,0 0 348,7 0 0,3-6 38,8-5 0,-1-5 657,4-6 0,40-19 0,13-6 0</inkml:trace>
  <inkml:trace contextRef="#ctx0" brushRef="#br0" timeOffset="3951">2228 122 7866,'0'-6'1042,"1"-3"-622,3 5 1,-2 1 112,5 3-346,1 0 0,3 0 39,0 0 1,4 0-127,-1 0 1,1 3 87,-4 1 1,0 5-299,0-2 0,0 3-29,0 1 0,-5-4-23,-2 0 1,-3 1 76,-1 3 83,0 0 0,-5 0-13,-2 0 0,-3 0 12,-1 0 1,0-1-52,0-3 1,4 3 60,-1-3 1,2-1-212,-1 2-127,-3-1-5,9 4 1,-4-4-201,5 1 0,1-6 203,3 2 0,2-2-297,5 2 1,5-3 629,2 3 0,3-3 0,1-1 0,0 0 0,25-10 0,5-2 0</inkml:trace>
  <inkml:trace contextRef="#ctx0" brushRef="#br0" timeOffset="4237">2570 34 7866,'-8'-5'-163,"1"-3"735,4 3 1066,-2-4-1076,5 7 1,2 2-135,1 8 1,7 1 63,5 3 0,7 2-154,-4 1 1,9 5-295,-5-2 1,3 3 93,-3 1 1,-1 0-402,-3 0 1,-3 0-215,-8 0 0,-2 0-520,-5 0 0,0-1-524,0-3 1,-9-2 1520,-2-5 0,-22 0 0,-2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12.130"/>
    </inkml:context>
    <inkml:brush xml:id="br0">
      <inkml:brushProperty name="width" value="0.08571" units="cm"/>
      <inkml:brushProperty name="height" value="0.08571" units="cm"/>
      <inkml:brushProperty name="color" value="#E71224"/>
    </inkml:brush>
  </inkml:definitions>
  <inkml:trace contextRef="#ctx0" brushRef="#br0">55 23 7850,'0'-6'818,"0"0"-496,0 2-159,0 3 2,0-4 0,5 5-119,3 0 1,2 0 68,1 0 1,4 0-102,4 0 0,2 4-62,1-1 0,0 6-167,0-2 0,-1 2 78,-3-2 1,-2 3-13,-5-3 1,-1-1-45,-3 2 0,2-5 80,-6 5 1,0-5 202,-7 5 0,-2-6-123,-5 2 0,-4-2 136,1 2 0,-2-3-83,1 3 1,2-3 76,-6-1 0,6 0-25,-2 0 0,3 0-21,1 0-79,0 0 81,0 0-390,0 0 199,4 0 25,3 5 80,4-4 0,1 4-16,2-5 0,4 1-34,4 3 1,-4-3 3,0 3 1,1-3-20,3-1 0,0 4 47,0 0 1,3-1 56,1-3 0,0 4-54,-4 0 0,1 0 184,3 0 0,-3-1-62,3 4 0,-3 0 146,-1 4 84,-5 0-42,-1 5 0,-6-3 17,-3 1 0,-7-2-68,-7-1 0,-3-1-243,-1-2 1,-4 0 154,0-4 0,-4 3-976,0-3 1,0 0 852,0-4 0,-6-10 0,1-2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14.264"/>
    </inkml:context>
    <inkml:brush xml:id="br0">
      <inkml:brushProperty name="width" value="0.08571" units="cm"/>
      <inkml:brushProperty name="height" value="0.08571" units="cm"/>
      <inkml:brushProperty name="color" value="#E71224"/>
    </inkml:brush>
  </inkml:definitions>
  <inkml:trace contextRef="#ctx0" brushRef="#br0">415 133 7818,'7'0'0,"0"0"230,1 0 0,2-1 406,-3-3 357,3 3-638,-9-4 1,3 5-148,-8 0 1,-3 0-88,-8 0 1,-3 0 66,-8 0 0,-4 0-55,-6 0 0,1 0 88,-1 0 1,0 0-358,-1 0 0,4 4-271,0-1 1,1 1-474,7-4 0,0 1-1378,7 3 1082,2-3 1176,10 4 0,45-15 0,16-2 0</inkml:trace>
  <inkml:trace contextRef="#ctx0" brushRef="#br0" timeOffset="243">238 23 7818,'-6'-5'537,"-2"2"1145,4-4-620,0 5 288,-1-3-954,4 5 1,-4 5 216,5 2 0,0 3-196,0 1 1,2 3-259,1 1 0,0 4-59,4-5 0,-3 6-138,3-2 1,-4 3-813,0 1 1,2-1 509,-1-3 0,-1 2-1516,-3-5 1,0 3 72,0-3 1783,5-1 0,1-8 0,5-1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12.648"/>
    </inkml:context>
    <inkml:brush xml:id="br0">
      <inkml:brushProperty name="width" value="0.08571" units="cm"/>
      <inkml:brushProperty name="height" value="0.08571" units="cm"/>
      <inkml:brushProperty name="color" value="#E71224"/>
    </inkml:brush>
  </inkml:definitions>
  <inkml:trace contextRef="#ctx0" brushRef="#br0">177 34 7893,'8'-7'261,"-1"4"-2,-5-3 0,7 3 485,-5-4 46,-1 4-239,-3-2-211,0 5 1,-6 2-125,-5 1 0,-1 1-26,-6 7 0,-1-1 53,-3 8 0,1 1-351,3 3 1,-2 0-26,6 0 1,-1 3-40,4 1 1,1 5-677,3-2 0,2-2 451,5-1 1,8 0-546,3-4 0,8 1 355,-1-8 0,4-2 587,4-6 0,36-16 0,14-10 0</inkml:trace>
  <inkml:trace contextRef="#ctx0" brushRef="#br0" timeOffset="449">365 122 7754,'-6'-11'714,"1"0"0,5 3-199,0 1-299,0 5 0,1-3-32,3 5 0,2 0 45,5 0 1,-4 0-129,0 0 0,4 1 15,4 3 1,0-2-173,-4 5 0,0-3-216,0 3 1,-4-1 201,1 2 0,-5 2-146,5-3 185,-6 3 1,3 1-63,-5 0 0,-1 0 8,-3 0 1,-2-4 62,-5 1 1,0-1 21,0 4 1,0-4 126,0 1 1,0-2 42,0 1 1,0 2-90,0-6 0,0 5 47,0-5 0,3 5-70,1-5 0,3 1 303,-3-4-188,4 5 245,-1-4-98,4 9-56,0-9 1,4 4-247,4-5 1,2 0-158,1 0 1,3 0-701,1 0 0,3 0 468,-3 0 0,4 0-349,-5 0 1,6 0 266,-2 0 0,3-4 453,1 1 0,15-11 0,3 2 0</inkml:trace>
  <inkml:trace contextRef="#ctx0" brushRef="#br0" timeOffset="718">607 34 8088,'-7'-10'620,"-1"2"0,6 2 343,-2 3-652,3 1 1,7-1 257,5 6 1,5 3-177,6 6 1,2 3-235,1 4 0,2 2 18,3 1 1,0 0-236,-4 0 1,-5 1-192,-7 3 1,1-3-326,-4 3 0,-2-3-554,-9-1 0,-5-1 539,-2-3 1,-7 2 588,-1-5 0,-14 4 0,0-2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15.156"/>
    </inkml:context>
    <inkml:brush xml:id="br0">
      <inkml:brushProperty name="width" value="0.08571" units="cm"/>
      <inkml:brushProperty name="height" value="0.08571" units="cm"/>
      <inkml:brushProperty name="color" value="#E71224"/>
    </inkml:brush>
  </inkml:definitions>
  <inkml:trace contextRef="#ctx0" brushRef="#br0">22 43 7769,'-6'-11'1376,"2"0"-388,-2 5 364,5-4-943,-4 9 0,5-3 276,0 8 0,0 2-271,0 5 1,1 5 119,3 2 0,2 8-185,5 3 1,1 3-309,3 1 0,-3 2-471,3 1 1,-6 0 345,-2 4 1,-1-4-59,1 0 0,-2-1 85,-5-2 0,-1-5-402,-3-2 1,0-4 119,-4-4 0,-2-3 133,3-8-269,2 3 1078,-5-9-434,9-1 1,-4-6-87,5-5 1,1 0-185,3 0 1,-1 0 76,4 0 0,-3 0-101,3 0 0,-3 0 103,3 0 1,0-1-7,4-3 1,-3 3-84,-1-3 0,4 3-8,4 1 0,-1 0-185,-3 0 0,5 1 85,3 3 1,3-2-60,4 5 1,2 1 91,5 3 1,0 0-55,0 0 0,0 5 48,0 2 0,-1 3 79,-3 1 0,-2 1-2,-5 3 1,-5-3 192,-2 3 1,-7-3 420,-5-1 1,-4-1-313,-6-3 1,-3 3 363,-12-3 0,-3-1-244,-8 2 1,-5-5-33,-2 5 1,-3-6-187,-1 2 0,1-3-102,3-1 1,2 0-1107,4 0 0,4 0 96,4 0-1312,5 0 2335,15-5 0,55-1 0,19-5 0</inkml:trace>
  <inkml:trace contextRef="#ctx0" brushRef="#br0" timeOffset="1052">772 561 8408,'0'-6'2956,"0"1"-948,0 5-1606,0 5 1,0 1-97,0 5 0,3 5-95,1 2 0,3 4-277,-3 4 1,4 1-16,-5 3 1,5 0-50,-5-4 0,2 0-1070,-1-4 0,-3-2 602,3-1 1,-3-3 597,-1-5 0,5-44 0,1-11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17.216"/>
    </inkml:context>
    <inkml:brush xml:id="br0">
      <inkml:brushProperty name="width" value="0.08571" units="cm"/>
      <inkml:brushProperty name="height" value="0.08571" units="cm"/>
      <inkml:brushProperty name="color" value="#E71224"/>
    </inkml:brush>
  </inkml:definitions>
  <inkml:trace contextRef="#ctx0" brushRef="#br0">89 33 7903,'1'-6'-150,"3"2"1035,-3-2-337,4 5 291,-5-9-473,0 9 0,-2-4-36,-1 5 1,-3 1-7,-5 3 1,0 3 92,0 8 0,0 0-290,-1 7 1,1-3 47,0 7 1,5 2-352,3 2 1,1 5 182,2 2 0,0 1-1050,0-1 0,7-3 534,4 3 0,1-4-697,6-4 1,-3-5 15,3-6 1190,1-9 0,12-9 0,4-13 0</inkml:trace>
  <inkml:trace contextRef="#ctx0" brushRef="#br0" timeOffset="559">342 121 7895,'0'-11'769,"0"0"-415,0 0 1,1 2-271,3 1 0,2 3 49,5 5 1,1 0 29,3 0 1,-1 5 25,4 3 1,-3-2 1,3 1 1,-1 0-195,2 4 1,-3 0 104,-5 0 1,-2 1-308,-1-1 0,0 0 60,-4 0-59,0 0 0,-6-2 70,-1-1 0,-3 0 28,-5-4 0,-2 0-1,-1-4 1,0 3 54,-4 1 1,3 0 18,-3-4 0,4 0-6,0 0 1,1 0 168,2 0-152,0 0-166,0 0 128,0 0-156,5 0 216,1 0-1,5 0 19,5 0-53,1 0 0,5 0 117,0 0 0,0 0-55,0 0 1,0 3 15,0 1 1,2 1-25,1-1 0,-1-2 7,1 5 0,-2-3 111,0 3 1,-1 1-68,0 3 1,0-4 81,0 1 0,-2-1-110,-1 4 1,-3 0 82,-5 0-67,0 0 0,-9 0 47,-2 0 1,-7-4-36,-1 1 0,-5-5-257,-2 5 1,0-6-224,4 2 1,0-2-289,0 2 1,0-3-601,0 3 1298,5-3 0,11-6 0,7-1 0</inkml:trace>
  <inkml:trace contextRef="#ctx0" brushRef="#br0" timeOffset="826">607 88 7900,'0'-7'2265,"0"0"-1583,0-1 1,5 2-246,2 3 0,8 4 232,3 6 0,4 5-262,4 10 1,2 4 13,5 0 0,0 6-140,0 1 0,-6 0-425,-5 4 0,-5-7 193,-6 0 1,-6-2-690,-5 1 0,-9-2 184,-10-5 0,-2-5-174,-1-2 0,-1-3-2363,-3-1 2993,3 0 0,-4-5 0,5-1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20.529"/>
    </inkml:context>
    <inkml:brush xml:id="br0">
      <inkml:brushProperty name="width" value="0.08571" units="cm"/>
      <inkml:brushProperty name="height" value="0.08571" units="cm"/>
      <inkml:brushProperty name="color" value="#E71224"/>
    </inkml:brush>
  </inkml:definitions>
  <inkml:trace contextRef="#ctx0" brushRef="#br0">34 22 7887,'-11'0'281,"0"-4"176,4 2-519,3-3 1,13 5 41,6 0 0,6 0 31,5 0 0,7 0 153,7 0 0,9 0-33,6 0 1,10 0-38,9 0 0,7-3-198,3-1 1,-3 0 79,-4 4 1,-1 0 158,-6 0 1,-6 0-384,-9 0 0,-10 2-63,-8 1 0,-7-2-720,0 3 602,-11-3 429,-3-1 0,-35 0 0,-12 0 0</inkml:trace>
  <inkml:trace contextRef="#ctx0" brushRef="#br0" timeOffset="291">56 111 7900,'27'0'9,"3"-2"1,6 0 181,4-2 0,4 1-205,4 3 1,8-2 103,11-1 0,4 1 360,6-1 1,-5 2-91,-2 1 1,-4 0-119,-3 0 0,-1 3-26,-7 1 1,-3 1-593,-12-2 1,-3-1 235,-8 1 281,-2 4-141,-15-6 0,-26-1 0,-17-6 0</inkml:trace>
  <inkml:trace contextRef="#ctx0" brushRef="#br0" timeOffset="825">442 177 7266,'-7'0'148,"3"0"0,2 0 311,-1 0 0,1 1-203,-1 3 0,0-2-34,0 5 0,1 1-120,-1 3 0,-2 0 70,1 0 1,0 0-410,4 0 1,-3 0 194,-1 0-525,0 0 321,4 0-578,0-5 295,0-1 124,0-5 0,0-5 191,0-2 0,4-3 234,0-1 0,1-4 42,-2 1 1,0-1-135,4 4 0,-3-4 673,3 0-443,-4 1 1,5 3 820,-4 0-351,4 0-328,-1 0 0,4 5-236,0 2 0,0 3 91,0 1 0,3 5-196,1 2 1,3 3 115,-3 1 0,5 1-794,-2 3 1,-2-2 343,-1 5 0,-1-3 375,-3 4 0,-7 4 0,-10 5 0</inkml:trace>
  <inkml:trace contextRef="#ctx0" brushRef="#br0" timeOffset="1073">508 221 7952,'-6'-5'0,"-1"2"-28,4-4 352,2 5 687,-4-3-614,5 5 1,0 1-36,0 3 0,0 5-23,0 6 0,0 5 67,0-2 1,1 2-396,3-2 0,-2 7 98,5-3 0,-3 2-927,3-2 0,-4-1 495,1-3 1,0 2-1111,0-5 1,0 3 1432,-4-3 0,5-10 0,1-7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26.496"/>
    </inkml:context>
    <inkml:brush xml:id="br0">
      <inkml:brushProperty name="width" value="0.08571" units="cm"/>
      <inkml:brushProperty name="height" value="0.08571" units="cm"/>
      <inkml:brushProperty name="color" value="#E71224"/>
    </inkml:brush>
  </inkml:definitions>
  <inkml:trace contextRef="#ctx0" brushRef="#br0">2382 133 7896,'11'0'206,"-4"-4"170,0 1 0,-3-1 187,4 4 100,-6-5-235,3 4-393,-5-4 0,-1 5 43,-3 0 0,-2 0 34,-5 0 1,-4 1-68,0 3 1,-4-3-60,0 3 0,0 1-172,0-2 0,-1 5 81,1-5 0,0 5-72,0-5 0,0 5 128,4-5 0,0 5-67,4-5 1,0 5 56,0-5 0,5 2-176,2-1 132,3-3 56,1 9 0,6-5 15,5 2 0,4-1-19,3-2 1,3-1-173,-2 4 1,1-3 105,2 3 1,1-3 32,-1 3 1,3-3 51,1 3 1,-4-1 100,-4 1 1,1 3-8,3-2 0,-4 0-119,1 0 0,-10 1 239,2-1 1,-7-2 80,0 1-11,-3 0 1,-7 3-36,-5-2 1,-5-2-91,-6-3 0,-1-1-197,-3 1 1,0-1-257,-7-2 0,2-2-242,-5-1 1,1 0 266,2-4 0,6 0-562,5-5 863,5 6 0,50-13 0,11 0 0</inkml:trace>
  <inkml:trace contextRef="#ctx0" brushRef="#br0" timeOffset="667">2580 188 7875,'0'-7'1003,"0"-1"-267,0 6 65,0-3 676,0 5-1263,0 5 0,0 1-254,0 5 1,0 4 127,0 0 1,0 3-121,0-3 1,4 3 86,0-3 1,-1 3-664,-3-3 0,4 1 141,0-2 1,0-1-20,0 1 1,-1-5 123,4-2 1,-3-1-118,3 2 445,0-3 0,4-5-106,0 0 0,-3-2 102,-1-1 1,0-3 34,4-5 0,-3 0 119,-1 0 0,-1-1 62,2 1 1,0-1-152,-4-2 1,1 1 322,-2-1 1,-1-2-143,1 1 0,-1 0 271,-2 4 0,0-3 158,0-1 198,0 0-279,0 4-150,0 5-360,0 1 103,0 5 1,-4 5 80,0 2 1,1 3-67,3 1 1,0 1-63,0 3 0,3-3-18,1 3 1,1 2-566,-2 2 1,2-2-166,3 1 1,2-4-445,-3 0 0,3 2-112,1-1 0,0-4 561,0-4 1,0-3 640,0 3 0,14-19 0,5-1 0</inkml:trace>
  <inkml:trace contextRef="#ctx0" brushRef="#br0" timeOffset="1343">2900 188 7875,'-6'-11'439,"0"1"704,2 3-315,3 2-547,-4 0 1,5 5 95,0 0 1,4 1-114,-1 7 0,6-1-103,-2 4 1,-1 1 65,2 3 1,-1-1-285,4 4 0,-1-3-117,-3 3 1,2-5-220,-6 2 1,5 1 190,-5-1 0,5-1 93,-5-3 1,1-3-188,-4-1 20,0 1 216,0-2-39,0-1 0,-1-5-138,-3 0 230,3-5 0,-4-3 18,5-6 0,-1 1 152,-3-1 1,3 1-76,-3 2 0,3-3 37,1-1 0,0-1-79,0 1 1,1 3 324,3-3 0,-2 2-120,6-2 0,-5 3-58,5-3 1,-5 7-88,5 0 1,-1 2-170,4-1 1,0 2-9,0 5 0,0 0 115,0 0 1,0 5-36,0 2 1,4 3 24,0 1 0,-2 4-71,-5-1 0,4 5 36,-5-4 1,4 3-101,-7-3 1,3-1 75,-3-3 0,3 4 36,-3 0 1,0-4-23,-4-4-1,0 0-40,0 0 48,0-3-248,-5-4 246,3 0 0,-2-1-442,4-2 354,0-4 1,0-4 70,0 0 0,1 0 161,2 0 1,-1 0-140,1 0 1,0 0 364,0 0 0,-1 0-164,1 0 1,2 0 76,-1 0 1,1 0-28,-1 0 1,0 0-52,4 0 1,3 1-67,0 3 1,0-2-7,4 6 1,2-1 68,1 4 1,-1 0-39,2 0 0,-1 6-137,4 5 0,-4 0 106,1 4 1,-5 2-30,5 1 0,-6 0 21,2 0 0,-4-3-481,-4 3 1,2-3-930,-5 3 61,4-4 1,-7 1-1982,3-4 3211,-3-4 0,4-17 0,1-9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35.035"/>
    </inkml:context>
    <inkml:brush xml:id="br0">
      <inkml:brushProperty name="width" value="0.08571" units="cm"/>
      <inkml:brushProperty name="height" value="0.08571" units="cm"/>
      <inkml:brushProperty name="color" value="#E71224"/>
    </inkml:brush>
  </inkml:definitions>
  <inkml:trace contextRef="#ctx0" brushRef="#br0">21 243 7938,'0'-6'1551,"0"1"0,2 6-1070,1 3 0,0 2-241,4 5 0,-3 1-172,3 3 1,-3 2-447,3 5 1,-4-3 307,0-1 0,2 0-356,-1 4 1,-1-4 272,-3-4 0,0-2-2392,0-1 2545,0 1 0,-4-21 0,-3-5 0</inkml:trace>
  <inkml:trace contextRef="#ctx0" brushRef="#br0" timeOffset="141">21 67 7779,'-5'-16'688,"3"3"-799,-5-1 90,4 6 1,-1 0-816,8 4 1,-1 0 92,4 4 743,0 5 0,19 21 0,3 10 0</inkml:trace>
  <inkml:trace contextRef="#ctx0" brushRef="#br0" timeOffset="450">209 386 7779,'11'11'159,"-1"-3"307,-3-1-74,3 0 0,-8 3 252,6-2 156,-6-4-131,3-4-591,-5 0 13,-5-4 0,4-3-36,-3-4 1,3 0-103,1 0 0,0-3 56,0-1 1,0 0-144,0 4 1,0 0 41,0 0 0,1 0-35,3 0 0,-2 1 73,6 3 0,-1-2 11,4 6 1,-4-2 21,1 1 0,-1 3 1,4-3 1,1 7-75,3 0 1,-3 6 81,3-2 0,1 7-527,-2 0 1,5 5 203,-4-4 0,-1 0-422,-3 0 0,0-3 268,0 3 0,-1-3 489,-3-1 0,3 0 0,1 0 0,6 0 0</inkml:trace>
  <inkml:trace contextRef="#ctx0" brushRef="#br0" timeOffset="710">639 287 7779,'-5'-11'309,"4"0"388,-3 0 1932,3 0-1232,1 0-92,0 5-878,0 1 0,3 10-14,1 2 0,6 4-243,1 4 0,0 2-246,4 5 0,-3 0-401,-1 0 0,-1 4 390,-3 0 1,3 1-264,-3-2 1,2 0 120,-2 4 0,-1-4-779,-2 0 1,-3-2 350,3-5 0,1 1-77,-2-4 1,1-4-393,-4-3 518,0-6 0,0 2-1,0-8 609,0-2 0,5-49 0,1-11 0</inkml:trace>
  <inkml:trace contextRef="#ctx0" brushRef="#br0" timeOffset="901">727 254 7779,'-5'-16'0,"3"3"612,-6-6 1,6 9-179,-2-1 0,3 7 910,1-4-922,0 6 0,6-3 34,5 5 0,1 0-79,7 0 0,0 5-61,7 2 0,-3 3-283,3 1 1,1 4 81,-1-1 0,-2 5-656,-6-5 0,-3 5 397,-7-5 1,-5 5-321,-6-4 0,-5-1 177,-7-3 0,-5 0-1057,-6 0 1,-3-1 1343,3-3 0,-20-7 0,0-6 0</inkml:trace>
  <inkml:trace contextRef="#ctx0" brushRef="#br0" timeOffset="1650">1135 276 7857,'-6'0'753,"-4"0"0,9 1-488,-3 3 0,3 2-179,1 5 0,0 0 75,0 0 1,3 1-129,1 3 0,3-3-156,-3 3 1,5 1-380,-2-1 1,-1-1-80,1-3 1,1 0 270,3 0 0,-4-1-55,1-2 0,-1 0 37,4-4 0,0 0 268,0-4 0,0 0-29,0 0 0,0-5 303,0-3 1,-1-1-122,-3-3 0,2 1 68,-6 0 1,1-3 210,-4-1 0,4-3-120,0 3 1,-1-3-3,-3 3 0,0 0-65,0 4 1,0 0-57,0 0 153,0 5-363,0 1 120,0 5 0,0 5-74,0 2 1,0 3 34,0 1 0,4 1-90,0 3 1,4-3-107,-1 3 1,3 1 51,1-1 1,0-1 14,0-3 1,4 0 88,0 0-1,3-4-58,-3-4 0,4-2 27,0-1 0,-2 0 83,1 0 1,-4-4-74,0-4 1,-1-3 12,-2-3 1,0-2 112,0-3 0,-4-2-93,0 3 1,-4-3 102,1-1 1,-3 0-58,-1 0 1,0 0 327,0 0 0,-5-1-141,-2-3 1,0 3-102,0-3 0,0 4 677,-4 4 1,0-2-284,0 5 0,3 4 314,1 4-531,5 4 1,-7 3-61,5 8 1,1 2-9,3 1 0,1 6 14,3 5 0,2 5-86,5 6 0,3 0-142,1 0 1,3 0-470,-3 0 1,4 3 278,-5-3 1,1 2-509,-4-5 1,0-3 369,0-2 0,0-3-2271,0-3 1866,0-8 0,0-6 735,0-5 0,-5-35 0,-1-8 0</inkml:trace>
  <inkml:trace contextRef="#ctx0" brushRef="#br0" timeOffset="1817">1477 210 7857,'-7'-1'-192,"4"-3"0,2 2 725,1-6 0,4 6-108,4-2 1,3 3-252,3 1 1,5 0 37,7 0 0,2 0-606,5 0 0,0 4-182,0-1 1,0 5 575,0-5 0,39-4 0,10-5 0</inkml:trace>
  <inkml:trace contextRef="#ctx0" brushRef="#br0" timeOffset="2145">2072 177 6547,'-5'-6'-655,"2"-3"1836,-4 5-708,0-4 1,-4 7-49,0-3 1,0 3-228,0 1 0,-4 0-37,0 0 1,-3 3 51,3 1 1,-1 5-2,2-2 1,5-1-368,-2 2 0,4-1 175,-1 4 0,3-4-423,5 1 0,0-1 243,0 4 0,5 0-32,3 0 0,5 0-60,2 0 0,4 0-57,0 0 1,2-1 213,1-3 0,0 3-46,0-3 0,-1 3 588,-3 1 1,-1 0-254,-2 0 0,-7-3 457,3-1 0,-6-1 82,3 1-413,-6 3 1,-3-7-132,-10 4 0,-1-4-221,-7 0 0,1-2-157,-4-1 0,-1 0-510,-3 0 0,4-1-1320,0-2 2019,0 1 0,24-3 0,1 5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31.374"/>
    </inkml:context>
    <inkml:brush xml:id="br0">
      <inkml:brushProperty name="width" value="0.08571" units="cm"/>
      <inkml:brushProperty name="height" value="0.08571" units="cm"/>
      <inkml:brushProperty name="color" value="#E71224"/>
    </inkml:brush>
  </inkml:definitions>
  <inkml:trace contextRef="#ctx0" brushRef="#br0">23 308 8186,'-8'-4'0,"2"-1"1204,1-1-797,2 4-186,3-3 1,0 6 134,0 3 0,3 2-111,1 5 1,4 1-36,0 3 1,0-2-74,0 6 0,2-4 47,-3 3 1,-2-1-324,-2 1 1,2 2 159,-1-5 0,1 3-256,-1-3 0,-3 0 36,3-4-147,-3 0-24,-1 0-155,-5-5 222,4-6 1,-8-6 157,5-5 1,1-2 14,3-1 0,-4 0 21,0-4 1,1 3 104,3-3 1,0 1-144,0-2 1,0 0 279,0 4 0,0-3 22,0 3 1,1-4 34,3 5 1,2-1-12,5 4 1,1 1-121,3 3 1,-2-2 35,6 6 0,-1-1-22,4 4 1,0 5 55,0 2 1,0 4-55,0 4 1,0-2-15,0 6 1,-5 0-284,-2 7 0,-6-4-68,-2 0 0,-5 0-204,2-3 1,-4 0 203,-4 0 1,2-3-356,-5-5 0,4-4-157,0 0 802,1-4 0,2 2 0,15-20 0,3-3 0</inkml:trace>
  <inkml:trace contextRef="#ctx0" brushRef="#br0" timeOffset="375">442 374 7935,'6'-5'1161,"0"4"-624,-3-3 0,0 3 250,4 1-490,1 0 1,6 0-50,1 0 0,1 0-89,-1 0 1,-2 0-85,5 0 0,-4-3-154,1-1 0,1-1-421,-2 1 0,5 2 303,-5-6 0,0 5-819,-7-5 725,3 1 0,-5-4-16,2 0 0,-3 4 7,-8-1 1,-2 2 219,-5-1 0,-4-2 86,1 6 1,-5-1 172,5 4 1,-5 0 224,5 0 1,-1 0-223,4 0 1,0 5 262,0 2 1,0 3-181,0 1 1,3 4-223,1-1 1,5 6 120,-2-2 1,-1 2-258,1-2 0,2 3-99,6-2 0,2 0-147,5 0 1,1 0-34,3-4 0,-2 0 123,5-4 0,1-4-462,3 0 1,4-4 253,-1 0 1,1-1 142,-4-2 0,0-5 314,0-3 0,5-11 0,1-5 0</inkml:trace>
  <inkml:trace contextRef="#ctx0" brushRef="#br0" timeOffset="794">860 341 7923,'0'-12'0,"0"-3"0,0 3 1318,0-3-221,0 3-41,0 1-96,0 5-606,0 1 0,0 6 81,0 3 1,0 2-150,0 5 1,0 1-177,0 3 1,0-2-33,0 6 1,0-2-207,0 1 1,4 3-69,0-2 0,3-2-354,-3 1 1,1-3 32,-2 3 0,2-4 231,3 0 0,1-1-264,-1-2 0,-2-2 99,1-1 1,1-3 17,3-5 1,1 0 75,3 0 1,-3-5-54,3-3 1,0-1 140,0-2 0,1-5 38,-1-3 0,-4 2 143,0-1 0,-1 3 88,-7-3 0,1 0 219,-4 0 0,0-3-204,0 3 0,-1 1 895,-3-2 0,-2 6-435,-5-2 0,4 4 949,-1 4-367,6 2-699,-8 5 1,9 1-283,-3 3 1,3 3 63,1 8 1,4-2 2,-1 6 0,5-1 76,-5 4 0,5-1-990,-5-3 1,6 6 379,-2-6 0,-1 4-542,2-7 1,-2 3 125,1-3 0,7 3-30,-3-3 1,2-4 836,-2-4 0,30-19 0,6-1 0</inkml:trace>
  <inkml:trace contextRef="#ctx0" brushRef="#br0" timeOffset="1120">1279 341 7923,'-6'-11'0,"-2"0"1417,4 0-428,0 5-141,4 1-485,0 5 1,5 1 356,3 3-558,1 2 1,6 9 70,0-1 0,-4 2-379,-4-1 0,1-1 196,3 4 0,-2-3 146,-1 3 0,0-1-482,-4 2 1,3 0-744,-3-4 1,1 0 761,-1-4 1,-3 0-32,2 0 792,-1-5-409,-2-1 1,0-8 199,0-4 1,-2-2-86,-1-9 0,-2 3-91,-2-3 1,-3-1 62,2-3 0,2 2-15,-1 1 1,4-2-30,0 3 1,2 2-321,1 1 0,4 3-836,4 1 1,5 0 524,2 0 1,5 5-752,-2 2 1,3 3 279,1 1 974,0 0 0,19 15 0,6 3 0</inkml:trace>
  <inkml:trace contextRef="#ctx0" brushRef="#br0" timeOffset="1419">1731 330 7923,'5'-7'484,"3"-1"0,-2 5 338,1-5-169,-4 6 1,5-4 191,-4 2-471,-1 3 0,-7-4-128,-4 5 1,-2 0-133,-1 0 1,0 5 62,0 2 0,0 2-57,0-2 0,0 7-287,0-3 1,0 6 161,0-2 0,1 4-427,3 0 1,-2 0 216,6-1 1,-1 3-294,4-2 1,5-3 166,2-2 0,13 1 57,6-4 0,1-2 281,2-9 0,3-2 263,1-1 1,2-5-124,-5-6 1,-7-3-78,-1-6 0,-8 0-303,-3-3 0,-5 3 194,-6-3 1,-3 8-985,-4 3 1,-10 1 1032,-13 3 0,-60 2 0,37 9 0,-1 0 0</inkml:trace>
  <inkml:trace contextRef="#ctx0" brushRef="#br0" timeOffset="2385">2018 308 7781,'0'-6'1453,"0"-4"-931,0 9 56,0-9 186,0 9-402,0 6 1,0 3-109,0 11 0,5-5-236,2 5 0,-1-1 88,2 4 0,-1 0-417,4 0 1,-4 0 246,1 0 0,-2-3-230,1-1 0,-1-4-143,-2 0-127,-3-1 273,4-2 167,-5-5 0,-1-3 78,-3-6 1,3 0-51,-3-4 0,0-4 166,0-4 0,0 1-61,4 3 0,0-4 72,0 0 1,0-3-85,0 3 0,0-3-6,0 3 1,0-3 210,0 3 0,0-3-58,0 3 1,1 0 57,3 4 1,-1 1-41,4 3 0,1-2 86,7 6 1,-3-1-82,3 4 0,1 1 33,-1 3 0,4 3-106,0 8 0,0-2-138,0 6 0,0-1-162,-4 4 0,3 0 128,-3 0 1,0-1-793,-4-2 1,-1 0 405,-3-4 1,1 0-1676,-4-4 2139,0 0 0,-4-10 0,0-2 0</inkml:trace>
  <inkml:trace contextRef="#ctx0" brushRef="#br0" timeOffset="3035">2591 352 7781,'-6'-11'1392,"-4"-4"-929,3 1 0,1 3-60,-1 3 0,3 6-124,-3-2 0,-1 3-113,-3 1 1,4 0 37,-1 0 1,2 5-158,-1 2 0,-3 4-147,3 4 1,2-2-163,1 6 1,2-4-299,-2 3 0,3-1 312,-3 1 0,3 2-40,1-5 0,1 3 44,3-3 1,-3 3-204,3-3 1,2-2 97,1-5 0,3-2 219,1-3 1,0-1 76,0 1 0,0-3 148,0-3 1,0-3 88,0-5 1,0-4-138,0 0 0,0-4 113,0 0 0,-5 2-66,-2-1 0,1-1 150,-1-3 1,-1 4-24,-3 0 1,0 4 167,0-1 1,0 3 120,0 1-208,0 5-317,0 1 94,0 5 1,-3 5-115,-1 2 0,0 7 87,4 0 1,0 5-79,0-4 1,0 4 25,0 0 0,2-2-183,1 1 0,0-1 3,4 2 1,-3-2 108,3-3 1,0-1 86,4 1 0,-3-3-48,-1-3 0,0-3 112,5-5 0,0 0-104,2 0 1,-1-2-15,1-1 1,-1-3 37,-2-5 1,0-5-156,0-3 0,0 2 62,0-1 0,-1-1 33,-3-3 1,3-1 142,-3-3 1,-2 2-84,-1-6 0,-3 1 330,-1-4 1,-1 0-146,-3 0 0,-2 0 239,-5 0 1,0 3-143,0 1 1,3 8 420,1-1-380,0 7 0,-4 4 20,0 8 1,3 3-17,1 3 0,5 8 128,-2 8 0,3 3-43,1 3 1,1 7-164,3 5 0,2 1-171,5-1 1,0-2 151,0 6 0,0-6-204,0 2 1,1-3-346,3-1 1,-3-1-561,3-2 1,1-5-1212,-2-6 1,1-3-71,-4-5 2160,0-5 0,0-31 0,0-11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30.218"/>
    </inkml:context>
    <inkml:brush xml:id="br0">
      <inkml:brushProperty name="width" value="0.08571" units="cm"/>
      <inkml:brushProperty name="height" value="0.08571" units="cm"/>
      <inkml:brushProperty name="color" value="#E71224"/>
    </inkml:brush>
  </inkml:definitions>
  <inkml:trace contextRef="#ctx0" brushRef="#br0">154 254 8429,'-11'1'1063,"0"3"-878,0-3 0,0 9-148,0-3 0,0-1 68,0 2 0,-3 3-164,-1 4 1,0 0 65,4 0 0,1 1-230,3 2 0,2 0 57,5-4 0,1-1 35,3 1 0,6-3 90,4-3 0,6-3-6,-2-5 1,3 0 70,1 0 0,-1-7-67,-3-4 0,-2-1 115,-5-6 1,-1 3-87,-2-3 0,-4-1-107,-4-3 1,0 4 90,0 0 0,-1 4-1293,-2-1 1323,1 3 0,-7 11 0,2 2 0</inkml:trace>
  <inkml:trace contextRef="#ctx0" brushRef="#br0" timeOffset="359">529 144 7952,'17'-11'422,"-1"0"-200,-5 0 0,0 3-116,0 1 0,-1 0 242,-2-4-172,-4 0 1,-5 0 105,-2 0 0,-5 0-18,-7 0 0,-2 3-240,-5 1 1,-1 4 139,-3 0 1,-2 2-210,-5 1 0,5 0 67,2 0 0,-1 4 18,1 4 0,2 2 72,6 1 1,3 3-45,8 1 1,-2 6-40,5 1 1,2 4-24,6 3 0,2 4-212,5 0 1,5 0 103,2 4 1,6 1-384,2-1 1,1-1 200,-1-3 1,-3-6-64,3-5 0,-5-1-194,-7-6-105,1-5 274,-14-5 0,4-7-381,-5-1 753,0-3 0,-14-15 0,-5-2 0</inkml:trace>
  <inkml:trace contextRef="#ctx0" brushRef="#br0" timeOffset="514">298 353 7952,'0'-7'640,"0"0"1,5 4-560,2-1 0,8 3-313,3 1 1,3 0-1136,1 0 1367,5 0 0,50 0 0,17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38.128"/>
    </inkml:context>
    <inkml:brush xml:id="br0">
      <inkml:brushProperty name="width" value="0.08571" units="cm"/>
      <inkml:brushProperty name="height" value="0.08571" units="cm"/>
      <inkml:brushProperty name="color" value="#E71224"/>
    </inkml:brush>
  </inkml:definitions>
  <inkml:trace contextRef="#ctx0" brushRef="#br0">398 385 7856,'6'0'479,"-1"0"0,-8 0-157,-4 0 0,-5 0-60,-10 0 0,-6 0-267,-6 0 0,0 0 1,-6 0 1,3 0 31,-3 0 0,4 0-670,-1 0 1,9 0 403,6 0 0,5 0 238,6 0 0,15 0 0,3 0 0</inkml:trace>
  <inkml:trace contextRef="#ctx0" brushRef="#br0" timeOffset="201">100 286 7864,'-6'-5'2976,"1"4"-2367,5-4 1,1 5-200,3 0 0,-2 5 2,6 2 1,-1 3-125,4 1 1,0 1-707,0 3 1,-3-1 328,-1 4 0,-1-1-1075,1 1 0,0 2 171,-4-5 0,-2 3 993,3-3 0,12 9 0,2 0 0</inkml:trace>
  <inkml:trace contextRef="#ctx0" brushRef="#br0" timeOffset="745">618 110 8463,'0'-16'360,"0"2"248,0-4 1,0 4-185,0 0 1,0 5 1315,0 2-646,0 4 282,0-2-865,0 15 1,0-2 28,0 6 1,4 7-414,0 1 1,4 4 45,0 0 0,1 1-165,2 2 1,0 5 65,0-4 0,0 4-572,0-5 1,-1 0 293,-2 0 1,1-5-647,-1 2 0,-2-7-348,1-5 286,-4-1 579,2-7 1,-5-3 105,0-6 1,0 0 343,0-4 0,-2-2-129,-1-5 1,1 1 361,-1-1 1,2 1-188,1 2 1,0 0 21,0 0 0,0 0-82,0 0 0,4 1-111,4 3 0,2-3-129,1 3 1,5 2 76,2 1 1,3 3 68,1 1 0,0 0-34,0 0 0,4 1 16,-1 3 1,2 2-35,-1 5 0,-6 0-134,2 0 0,-11 0 9,0 0 1,-8 2-85,1 1 0,-5-2 25,-7 3 1,-5-3 83,-13-1 0,-2 0-189,-5 1 1,0-6 53,0-3 0,0 2-309,0-1 0,3 0 164,1-4 0,8 0-109,-1 0 0,12-5 532,3-3 0,44-16 0,12-6 0</inkml:trace>
  <inkml:trace contextRef="#ctx0" brushRef="#br0" timeOffset="909">1169 319 7869,'12'-5'3590,"-5"4"-2826,0-3 0,1 4-314,3 4 1,0 2-71,0 5 1,0 0-184,0 0 0,0 5-192,0 3 1,0-2-1148,0 1 1,-1-4 740,-3 0 0,1 2-1361,-4-1 1,4-4 1761,-5-4 0,-4-14 0,-5 0 0</inkml:trace>
  <inkml:trace contextRef="#ctx0" brushRef="#br0" timeOffset="1042">1181 77 7869,'-12'-18'985,"3"-1"-502,1 4-442,3 0 1,13 9-736,6 3 0,5 5-105,10 2 799,-4 4 0,16 13 0,0 9 0</inkml:trace>
  <inkml:trace contextRef="#ctx0" brushRef="#br0" timeOffset="1503">1743 286 7902,'-10'-11'1024,"3"0"1,-7 1-421,3 3 1,-4-2-36,1 6 1,-5-1-253,-6 4 1,1 1-327,-1 3 0,1 2-233,2 5 1,1 4 229,3-1 0,2 5-136,5-5 1,1 5 132,3-4 0,2 4-366,5 0 1,0-4 120,0 0 0,5-3-334,2-1 1,3 0 159,1 0 1,4-4 78,0-4 0,4-1 302,0-2 1,3 0-106,3 0 1,-1-2 138,1-1 0,-1-4-124,-2-4 0,-2 0 532,-1 0 0,-3-3-194,-5-1 0,-4-5 752,0 2 0,-4-2-231,1 2 0,-4-2 29,-4 6 1,-2-1 63,-5 4-375,0 0-255,0 5 23,0 1 0,5 10-116,2 2 1,3 4 130,1 4 0,5-2-598,2 6 0,4-2-218,4 1 0,-3 2-409,3-5 1,1 3-666,-2-3 0,5-1 249,-5-3 1424,6 0 0,12-4 0,8-3 0</inkml:trace>
  <inkml:trace contextRef="#ctx0" brushRef="#br0" timeOffset="1878">2184 264 7902,'5'-11'0,"-3"4"351,5-1 1,-3 2 533,3-1 1,-4 1 336,1 2-830,-3 3 1,-2-4-246,-3 5 0,-3 0 83,-8 0 0,-2 0-212,-5 0 1,0 0 145,0 0 1,0 4-100,-1-1 1,6 5-273,3-5-231,1 6 1,4-3-90,1 5 1,5 0 259,6 0 0,7 0-248,5 0 0,4 1 183,0 3 0,2-3 176,1 3 0,0-6-69,0-2 1,3 0 164,1 4 0,3 0 31,-3 0 0,0 0 146,-4 0 1,0-3 294,0-1 1,-6 0-254,-5 4 1,-5-3 460,-6-1 0,-1-1-267,-3 2 1,-7 0 137,-7-4 0,-7 3-111,0-3 0,-7 0-228,-1-4 0,3 0-295,-3 0 0,4 0-414,-1 0 1,4 0-2545,3 0 3101,6 0 0,55-5 0,19-1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7:44.575"/>
    </inkml:context>
    <inkml:brush xml:id="br0">
      <inkml:brushProperty name="width" value="0.08571" units="cm"/>
      <inkml:brushProperty name="height" value="0.08571" units="cm"/>
      <inkml:brushProperty name="color" value="#E71224"/>
    </inkml:brush>
  </inkml:definitions>
  <inkml:trace contextRef="#ctx0" brushRef="#br0">143 110 9640,'0'-6'1426,"0"1"-1248,-5 15 1,-1-3-301,-5 8 1,0 2 87,0 1 1,0 4-83,0 4 1,0 2-62,0 5 1,0 0-109,0 0 0,1 3 131,3-3 1,-2 1 74,6-8 0,-1 0-388,4-4 1,5-9 147,2-2 1,4-7 317,4 0 0,2-4 14,5-4 1,-3-6 102,-1-5 1,0-4-78,4 1 0,4-7-77,0-1 0,0-1 62,-4 2 1,0 0-38,0-4 1,0 4 24,0 0 1,-6 1-29,-5 2 0,-1 4 433,-7-1-173,1 6 78,-4 2-427,-5 6 0,-1 10 103,-5 2 0,4 3-110,-1 1 1,4 5 85,-3 2 1,1 0-51,-1 0 0,-2 0 47,5 4 0,-3 0-172,3 0 0,-3 1 98,3-1 1,1 0-111,3 0 1,0-4 520,0 0 0,1-5-160,3-2 1,7-5 763,7-6 1,3-6-441,1-5 0,4-7-165,-1-7 0,5-3 386,-5-5 1,1 2-170,-4-2 1,-1 6-815,-3-6 1,-2 7 248,-5 0 0,-3 3-1152,-1 1 1,-3 1 664,3 3 1,-4 1 527,0 2 0,-2 3 0,-1-4 0</inkml:trace>
  <inkml:trace contextRef="#ctx0" brushRef="#br0" timeOffset="657">673 352 7847,'11'0'320,"-5"0"-64,3 0 0,-2 0 7,4 0 0,-4 0 212,0 0-209,1 0 0,3 0-102,0 0 1,0 0-1,0 0 1,0-3-169,0-1 1,0-4 33,0 0 1,-4 2-197,1-1 0,-1-1 27,4-3 0,-4 2-130,1 1 0,-6-2-25,2 3 201,2-3 45,-5-1 1,-1 1-25,-7 3 1,-7 2 175,0 5 0,-6 1-133,2 3 0,-2 2 271,2 5 1,-3 0 44,2 0 1,4 0 25,0 0 0,3 2-205,1 1 0,3-1 6,1 1 0,4 3-136,0 2 1,3-2 113,3 1 1,1-4-293,7 0 0,-1 1 79,8-4 1,1 1-49,3-8 0,1 0-167,3-4 0,-3 0-110,3 0 1,-2-6-159,2-5 1,-2-2 205,6-5 1,-6 1 33,2-2 0,-4-1 123,-4 1 1,2 2 240,-5-1 0,-2 4 0,-5 0 0,0 1-27,-4 2 0,0 0 307,-4 0 0,-2 5 307,-1 2 0,0 0 964,-4 0-650,4 0 20,-6 4-501,7 5 0,-3 1-131,5 5 1,0-3-62,0-1 0,0 0-180,0 4 0,0 2 77,0 1 1,0-1-421,0 1 0,0 2-819,0-1 0,0 1 631,0-2 0,0-1-1435,0 1 1918,5-6 0,21-13 0,10-7 0</inkml:trace>
  <inkml:trace contextRef="#ctx0" brushRef="#br0" timeOffset="790">1125 55 8016,'-15'-15'-63,"0"0"0,4 4-371,4 4-194,4 5 0,0-2 628,6 8 0,18 11 0,9 9 0</inkml:trace>
  <inkml:trace contextRef="#ctx0" brushRef="#br0" timeOffset="1357">1455 286 8016,'0'-11'167,"-1"1"552,-3 3 1,2-1-217,-5 4 0,3-3-214,-3 3 0,-2 0-47,-6 4 1,2-3-243,-6-1 1,5 0 101,-5 4 1,5 1-320,-5 3 1,6-1-15,-2 4 0,4-3-518,4 3 176,-3-5 159,4 8 106,0-4 0,2 4 35,8-3 0,-2 2 169,5-5-67,1 4 1,3-5 173,0 4 0,-1-3-5,-3 3 0,3-3 87,-3 3 1,3-3-42,1 3 1,0-4-42,0 0 1,0 2 169,0-1 0,0 1-101,0-2 0,0-1 86,0 1 1,0 2-66,0-1 0,0 3 41,0-3 0,4 3-66,0-3 0,-4 4 146,-4 0 0,-1 2-73,2 1 0,-4-4-43,-4 0 1,-2 1 158,-5 3 1,-6 0-98,-9 0 0,-5-4-633,-2 0 0,-7-4 271,0 1 1,-5-3 201,5-1 0,-16-15 0,1-3 0</inkml:trace>
  <inkml:trace contextRef="#ctx0" brushRef="#br0" timeOffset="1926">1632 143 8022,'0'-11'0,"0"0"1389,0 0-380,-5 0 418,4 0-552,-4 5-462,5 1 0,0 6-170,0 3 0,0 2 99,0 5 0,3 5-203,1 2 1,5 3-155,-2 1 1,3 0-414,1 0 0,-4 1 360,0 3 1,0-3-646,0 3 1,1-3 335,-4-1 1,3-3-234,-3-1 1,1-4-241,-1 0 3,-3-1 584,4-7 1,-4-1-220,3-5 148,-3 0 1,8-5 90,-6-3 0,6-1 224,-2-2 0,2-2-76,-2-1 1,2 1 457,-6-1 0,6-2-241,-2 1 0,-2-3 191,-1 3 0,1 0 60,-2 4 1,5 0 923,-5 0-942,1 0 0,-3 5 323,3 2-607,-3-2 0,8 6 90,-6 0 0,2 5-206,-1 6 1,-1 0-59,4 0 0,-3 4-16,3 0 0,-3 3-186,3-3 1,-3 3-352,3-3 0,-3 0-309,3-4 1,-1 0 365,1 0 0,2 0 599,-5 0 0,4-5 0,3-11 0,6-7 0</inkml:trace>
  <inkml:trace contextRef="#ctx0" brushRef="#br0" timeOffset="2150">2017 143 8022,'-17'-15'741,"3"1"1,5-1 22,2 4 51,-1 0 305,2 5-664,1 1 1,5 10 72,0 2 0,2 7-106,1 0 0,3 6-309,5-2 1,0 3 71,0 1 0,0 1-558,0 3 1,-3-3-222,-1 3 0,1 1-628,3-1 1,-4-1 155,0-2 0,1-5 425,3 0 0,-4-1-634,0 2 1274,1-8 0,3-16 0,0-7 0</inkml:trace>
  <inkml:trace contextRef="#ctx0" brushRef="#br0" timeOffset="2525">2006 330 8740,'0'-6'618,"5"1"-256,3 5 1,3 0-120,3 0 0,1 0-152,7 0 0,-2 0-94,6 0 0,-3 4-178,-1 0 0,1-1-120,3-3 0,-7 0 218,3 0 0,-7 0-84,0 0 1,-2 0 107,2 0 0,-6-3-111,2-1 1,-6-5 32,2 2 0,-5 1-109,2-1 0,-3-1 46,-1-3 1,0 0 250,0 0 1,-5 1 54,-2 3 0,-3-1 253,-1 4 1,0 0 94,0 4 1,0 0-196,0 0 1,0 1-148,0 3 0,0-1 131,0 4 1,1 4 199,3 4 0,2-1-212,5-3 0,0 4-348,0 0 0,1 3-555,3-3 1,2 3 399,5-3 1,4 1-740,-1-2 0,6-1 452,-2 1 1,3-5 558,1-2 0,30-9 0,6 1 0</inkml:trace>
  <inkml:trace contextRef="#ctx0" brushRef="#br0" timeOffset="2977">2558 77 8022,'-5'-16'765,"0"4"-54,-2-3 42,-3 3 1,5 4 243,-3 1-517,4 5 0,0-2-62,0 8 0,1 2 94,3 5 0,1 5-158,2 2 0,0 0-40,4 4 1,1-1-459,3 9 0,-2-6 179,-1 2 0,2 1-736,-3-1 0,2 1 436,-2-2 0,1-1-708,-4 1 1,1-3 416,-1-3 0,-3 0-497,3-4 203,-3 0 255,-1-9 312,0-1 0,0-7-66,0-1 1,-1-3 262,-3-5 0,3-2-105,-3-1 0,-1 1 243,1-1 0,-4 1-85,1 2 1,-3 2 79,-1 1 1,-2-1-24,-1 1 0,0 3 441,-4 2 1,0 1 68,-5 2 0,5 0 146,0 0 1,4 5-60,0 3 1,3 5-161,3 2 0,3 1-373,5-2 1,5-1 96,3 1 0,7 2-417,7-1 0,5-4 189,7-4 0,-5-3-487,0 3 1,-2-4-660,-1 0 0,-2-1 1189,-9-2 0,-5-25 0,-5-5 0</inkml:trace>
  <inkml:trace contextRef="#ctx0" brushRef="#br0" timeOffset="3575">1389 264 8005,'-7'0'0,"-1"0"-168,1 0-253,1 0 1488,1 0 0,6 4-430,3 0 0,-2 3-1288,6-3 1,-1 3 393,4-3 1,0 4 256,0 0 0,10 16 0,2 5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20.427"/>
    </inkml:context>
    <inkml:brush xml:id="br0">
      <inkml:brushProperty name="width" value="0.08571" units="cm"/>
      <inkml:brushProperty name="height" value="0.08571" units="cm"/>
      <inkml:brushProperty name="color" value="#E71224"/>
    </inkml:brush>
  </inkml:definitions>
  <inkml:trace contextRef="#ctx0" brushRef="#br0">56 188 7756,'0'7'-132,"0"1"208,0-6 1,0 4 724,0-2-134,0-3-452,0 4 0,1-5 399,3 0 339,-3 0-221,4 0-284,0 0 0,0-5-65,2-2 0,-1 1-129,-2-2 1,-2 1-60,6-4 0,-2 0 20,1 0 0,3 0-177,-3 0 1,-1 0 45,2 0 0,-5 0-34,5 0 1,-5 0-2,5 0 0,-6 0 197,2 0-185,2 0 135,-5 0-450,4 0 146,-5 5-670,0 1 414,0 5 320,0 5 0,0 2 18,0 8 1,0-2-58,0 5 1,0 1 112,0 3 1,1 0-94,3 0 1,-3 0 130,3 0 0,-3 4-71,-1-1 0,1 1-178,3-4 1,-3-3-74,3-1 0,-3-5-507,-1 2-6,0 2 222,5-4-848,-4 3 533,9-10-520,-4-1 931,5-5 0,-3 0-228,-1 0 677,-5 0 0,3 0 0,-29 4 0,-7 3 0</inkml:trace>
  <inkml:trace contextRef="#ctx0" brushRef="#br0" timeOffset="218">12 453 7756,'-6'-8'0,"2"1"0,3 3 2158,1-3-1254,0 4 0,1-1 26,3 4 1,7 0-530,7 0 0,5 0-147,7 0 1,2 0 549,12 0 1,-1 0-308,8 0 0,-4 3-651,0 1 0,-3 0 155,-3-4 1,-8 0-2165,-7 0-489,-8 0 2652,-7 0 0,-26 0 0,-9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17.525"/>
    </inkml:context>
    <inkml:brush xml:id="br0">
      <inkml:brushProperty name="width" value="0.08571" units="cm"/>
      <inkml:brushProperty name="height" value="0.08571" units="cm"/>
      <inkml:brushProperty name="color" value="#E71224"/>
    </inkml:brush>
  </inkml:definitions>
  <inkml:trace contextRef="#ctx0" brushRef="#br0">1 67 7759,'1'-6'447,"2"2"1,-1 2 430,1-2-484,-1 3 1,-1-4 645,3 5-270,-3 0-516,4 0 1,-4 0-40,3 0 0,-3 5-237,2 2 0,-1 4 102,-2 4 1,3-2-24,1 6 0,0-4-45,-4 3 0,0-5-156,0 2 1,0 1-146,0-1 0,0-1 122,0-3 1,-4 0-35,0 0 0,-1-3-114,2-1 76,2-4 126,-4 2-241,0-5 0,4-5 48,-3-3 1,3-2 58,1-1 1,0-1 201,0-2 1,0 0-111,0-4 1,5 3 200,2-3 0,3 3-67,1-3 0,0 4 99,0-1 0,3 3-41,1 1 0,5 0 205,-2 0 0,2 4-87,-2-1 1,3 6-64,-3-2 1,-2 4 470,-1 4 1,-3 2-194,-1 5 1,-1 5-217,-3 2 0,2 3 23,-5 1 0,-1-3-675,-3-1 0,0 0 299,0 4 1,0-1-689,0-2 1,0-4-673,0-3 666,0-1 0,1-5 893,3-3 0,-3-1 0,19-22 0,-2-5 0</inkml:trace>
  <inkml:trace contextRef="#ctx0" brushRef="#br0" timeOffset="369">431 144 7759,'7'-6'-219,"0"2"1,-3 3 1124,3 1 1,-1-1-347,2-3 1,2 3 128,-3-3-774,3 3 1,4 1 127,1 0 0,0 0-81,-4 0 0,0-3 68,0-1 1,4-1-408,-1 1 0,1 2 221,-4-6 0,0 1-272,0-4 1,-4 4 125,1-1 0,-5 1 77,5-4 1,-6 0 337,2 0 0,-8 4-86,-3-1 1,-4 6 225,-4-2 1,2 3-114,-6 1 0,5 1 102,-5 3 1,4-2-38,-3 6 1,5 0 187,-2 7 0,3-3-135,1 3 1,1 2-155,3 1 1,2 0-182,5 0 0,0 0 82,0 4 0,9 0-309,6 0 1,5-1 144,2-2 1,3-3-260,1-5 1,5-2 175,-2-1 0,-2-3-567,-1-5 1,-3-2 277,-1-1 1,0-3 530,0-5 0,-5 0 0,-1-20 0,-5-5 0</inkml:trace>
  <inkml:trace contextRef="#ctx0" brushRef="#br0" timeOffset="762">860 89 7759,'-4'-11'278,"-3"1"145,-4 3 0,4-2 1075,0 6-540,4-6-49,-7 8-585,9-4 0,-4 10-1,5 2 1,0 4-122,0 4 1,5-3-69,3 3 0,1 2-45,2 1 1,0 0-200,0 0 0,1-5 208,-1 2 1,0 1 84,0-1 0,0-1-100,0-3 0,0 1-156,0-1 0,0-2-1628,0-1 0,0 0-274,0-4 1216,0 0 1,0-6 244,0-1 0,0-3 129,0-5 1,-4-2 275,1-1 0,-2 0 109,1-4 0,-1 3 237,-2-3 0,-3 3-267,3-3 1,-3 3 836,-1-3 0,0 3 1,0-4-146,-5 6 1,0-3 779,-2 5-885,2 5 0,4 1 128,-3 5-457,3 0 0,-4 5-79,5 2 1,4 3 65,-1 1 0,2 1-397,-1 3 1,1-1 185,2 4 0,2-1-935,-6 1 0,6 3 168,-2-2 0,3-2-96,1 1 1,-4-4-270,1 0 1,0-1 1127,7-2 0,22-15 0,9-3 0</inkml:trace>
  <inkml:trace contextRef="#ctx0" brushRef="#br0" timeOffset="1310">1279 78 7759,'-6'-5'-190,"-4"4"0,6-5 1609,-4 2-898,3 3 1,9-3-99,0 8 0,4 1-103,0 2 1,1 3-106,2-3 1,0 3-263,0 1 1,0 4 111,1 0 1,-5 3-430,0-3 0,-1 1 240,2-2 1,0-1-340,-4 1 0,1 2 201,-1-1 0,-3 0-107,2-4 779,-1-5-347,-2 3 0,0-9 255,0 0 0,0-4-122,0-7 0,0 0 133,0 0 0,0-4-73,0 0 1,3-4-260,1 0 1,3 3 110,-3 2 0,1-2-309,-1 1 1,-2 0-69,5 4 1,1 0-224,3 0 0,1 1 150,3 3 0,-2-2 93,6 6 1,-2-1 4,1 4 1,3 0-13,-3 0 0,3 0-79,1 0 0,-1 0 318,-3 0 0,0 0 540,-4 0 0,-5 4-60,2-1 0,-4 2-249,0-1 0,-2-2 10,-5 6 1,-1-5-25,-3 5 1,-2-5 91,-5 5 0,0-2-98,0 1 1,0 3-152,0-3 0,0 4 102,0 4 0,5-3-293,2 3 1,0-3 40,0-1 0,1 4-79,7 0 0,0-1 71,7-2 1,0-1 77,11 0 1,-1-5 161,8-3 1,0-1-98,5-2 1,-3-2 359,-1-1 1,0-3-134,-4-5 1,-1-4 43,-7 0 0,-3-1-148,-8 2 0,-2-2-122,-5-3 1,-6 2-621,-5 2 0,-6 2 341,-9-5 0,1 4-541,-4-1 0,0 7 66,-4 0 725,4 6 0,-2 2 0,2 6 0</inkml:trace>
  <inkml:trace contextRef="#ctx0" brushRef="#br0" timeOffset="1910">2062 34 7825,'-6'0'3230,"1"0"-2826,10 5 1,1 2 51,5 8 1,0-2-242,0 6 0,0-5-12,0 5 0,0-2-261,0 1 0,0 3 89,0-2 0,-1-3-243,-3-2 0,0-2 149,-4-1 0,-1 1-272,1-1 29,-2-5 126,-1-1 1,0-7-414,0-1 380,-4-3 1,1-9 139,-4 0 0,4 0-9,0 4 0,1 0 53,2 0 0,0-3 61,0-1 1,0-1 204,0 1 1,0 3-140,0-3 0,2 2 101,1-2 0,0 3 752,4-3-649,0 3 0,8 2 57,0 3 0,1 2-52,-2 5 1,0 1-167,4 3 0,1 3 18,3 8 1,0 2-184,0 5 1,0 0 15,0 0 1,0 1-151,0 3 1,-5-3-236,-2 3 1,-3-4 190,-1-3 1,-4 0-2738,1-4 2117,-6 0 1,4-9 821,-2-3 0,2-16 0,5-5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15.769"/>
    </inkml:context>
    <inkml:brush xml:id="br0">
      <inkml:brushProperty name="width" value="0.08571" units="cm"/>
      <inkml:brushProperty name="height" value="0.08571" units="cm"/>
      <inkml:brushProperty name="color" value="#E71224"/>
    </inkml:brush>
  </inkml:definitions>
  <inkml:trace contextRef="#ctx0" brushRef="#br0">364 111 7759,'7'-10'0,"1"1"372,0 2 0,1 3 297,-2-3-669,-2 4 0,-5-3-4,0 3 0,-1 0 79,-3-4 1,-2 4 94,-5 0 1,-5-2-27,-2 1 1,-3-3-9,-1 3 0,-4-1 8,1 1 0,-1 3 185,4-2 0,3-2-172,1 1 0,5 0 52,-2 4 1,3 0 167,1 0-367,4 5 0,3 5 111,4 5 0,4 6 4,4 1 1,2 5-104,1 6 1,3 0-63,1 0 1,3 5-197,-3 2 1,0-2 138,-4-1 0,-1 1-74,-3-1 1,3-2 59,-3-5 0,-2-4-574,-1-3 63,-3-6-130,-1-1 179,0-10 1,-4-6-666,1-8 365,-6-1 873,3-2 0,-5-5 0,0-2 0</inkml:trace>
  <inkml:trace contextRef="#ctx0" brushRef="#br0" timeOffset="416">11 375 7759,'-6'-7'889,"3"-1"-83,1 6-774,2-8 0,9 9 81,2-3 0,7 3-27,1 1 0,6 0-47,5 0 1,3 0-141,4 0 0,-1 1-283,8 3 1,-7-2 251,4 6 0,-7-6-261,-5 2 0,-2-2 132,-5 2 1,-8-3 58,-3 3 199,-8-3 0,1-1 157,-8 0 0,-2 4-74,-5-1 0,-3 6 139,-1-2 0,-3 3 58,3 1 1,-1 0-60,1 0 0,7 0-162,-3 0 0,3 4 58,1 0 0,2 1-188,5-2 1,1-1 97,3 1 0,6-5-176,4-2 0,6-4 91,-2 0 1,4-1 107,4-2 0,-3-2 317,3-1 0,-4-7-152,-3-5 0,-3-3-215,-5 3 0,-5-4 63,-3 0 0,-1 2-196,-2-1 1,-7 3 120,-4-3 1,-1 4-644,-6-1 0,3 4 58,-3 4 600,4-3 0,3 19 0,6-2 0</inkml:trace>
  <inkml:trace contextRef="#ctx0" brushRef="#br0" timeOffset="708">629 364 7759,'6'-5'946,"4"4"0,-8-4-340,5 5 0,-3 0-343,3 0 0,-3 0-75,3 0 1,-3 5 24,3 2 1,-3 3-186,4 1 1,-6 4 116,2 0 0,1-1-180,-2-3 1,1 4 79,-4 0 1,4-1-133,-1-3-70,1 0 147,-4 0 1,0-3 1086,0-1-556,0-4 1,0 0-88,0-6 0,0 0-69,0-4 0,0-1-50,0-3 1,0-3-113,0-1 0,0-5-605,0 2 1,4 1-326,-1-1 0,6 0-800,-2 0 0,4-3 595,4 3 0,2 2 932,5 1 0,34-7 0,9-1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26.658"/>
    </inkml:context>
    <inkml:brush xml:id="br0">
      <inkml:brushProperty name="width" value="0.08571" units="cm"/>
      <inkml:brushProperty name="height" value="0.08571" units="cm"/>
      <inkml:brushProperty name="color" value="#E71224"/>
    </inkml:brush>
  </inkml:definitions>
  <inkml:trace contextRef="#ctx0" brushRef="#br0">188 28 8020,'0'-7'2206,"0"0"-1018,0-1-519,0 2 0,0 6-109,0 8 1,0 6-62,0 5 0,-1 6-295,-3 5 0,-2 2-11,-5 1 0,0 3-659,0 1 0,-5 5 376,-2-2 0,-2 2-413,2-2 0,-2-2-1084,5-5 1,1-4-121,3-4 948,4-6 759,2-8 0,59-31 0,14-11 0</inkml:trace>
  <inkml:trace contextRef="#ctx0" brushRef="#br0" timeOffset="417">552 271 8020,'3'-17'0,"1"2"0,0 3 966,-4 1 0,0 4-352,0-1 1,-1 6-152,-3-2 1,-4 3-170,-6 1 0,0 8-251,-4 3 0,-4 4 114,-4 0 0,0 2-242,4 5 1,0 0-94,0 0 1,1 0-177,3 0 0,-1 0 23,4 0 0,4-3 127,3-1 0,6-1 11,-2 2 0,3-4 22,1-3 1,1-3-435,3-1 0,2 0 163,5-4 1,1-2 203,3-5 1,2-3 50,5-5 0,0-2 144,0-1 0,0-2 17,0-3 1,1-2-90,-1 3 1,0-2 501,0 2 1,0-3-202,0 3 0,0-3 493,0-1 0,-5 1-317,-2 3 0,-3 1 431,-1 2 1,-4 6 328,1-2-292,-6 8-268,3-2-320,-10 15 1,-1-2-189,-5 11 1,0-5 130,0 5 0,0-1-608,0 4 0,0 0 272,0 0 1,1-3-952,3-1 0,-3 0 73,3 4 1,2-3-252,1-1 1,3-4 311,1 0 968,0-1 0,14-12 0,5-2 0</inkml:trace>
  <inkml:trace contextRef="#ctx0" brushRef="#br0" timeOffset="833">849 227 8016,'0'-11'1277,"0"0"-353,0 0-482,0 5 1,-3 2-220,-1 8 1,-3-2-47,3 5 0,-3 5-111,3 2 0,-3 2 47,3-1 1,-3-2-386,3 6 0,-1-5 258,1 5 0,3-5-286,-3 5 0,3-6 109,1 2 1,0-2-1178,0 2 898,0-3 1,1 3 63,3-8 0,2-2 411,5-5 0,0-1-69,0-3 0,4-5 274,0-6 0,3-5-148,-3 2 1,4-2 87,0 2 0,0-3-10,0 3 1,0-3 286,-4-1 1,3 1-33,-3 3 1,0 3 595,-4 8-731,-5-3 1,3 10-65,-6 0 0,1 6-217,-4 9 1,-5 2 96,-2 5 0,-3 4-116,-1-1 1,-4 6 51,0-2 0,-4 4 21,0 4 1,1-2 77,-4 1 1,2 2 0,-5-1 1,-3 1-174,-2-1 1,2-8 125,-1 1 1,4-11-697,-1-4 1,2-7 336,-2 0 1,7-7-1259,-4-1 0,10-6 1552,2-9 0,15-22 0,8-9 0</inkml:trace>
  <inkml:trace contextRef="#ctx0" brushRef="#br0" timeOffset="1532">1169 370 7475,'0'6'873,"1"-1"-404,3-5 1,0 0-416,7 0 0,-3 0-29,7 0 1,2 0 22,1 0 0,3-1-154,1-3 0,-1 2 78,-2-5 1,1-1-76,-1-3 1,-3 0 112,-2 0 1,-1 0-82,-2 0 1,-5-1 22,-3-3 1,-1 3 257,-2-3 1,-6 7-46,-5 0 0,-5 6 77,-6-2 0,-1 4-15,1 4 1,-3 2-78,-1 5 1,1 1 67,7 3 1,-3-2-65,3 6 1,3-1-179,4 4 0,1 0 126,7 0 1,-1 2-434,4 1 0,2-3-75,6 0 0,2-1-263,12-6 1,-1 2-23,8-6 1,-3 1 265,3-8 0,0-2 130,5-5 0,-3-3 295,-1-5 0,-3-4 0,-5 0 0,0-4 0,0 0 0,-1-5 0,-3-2 0,-2 0 127,-5 4 1,0 4 227,0-1 0,-1 1 559,-3-4 1,-1 5-376,-2 2 1,-3 3-30,3 1 0,-2 5 242,2 2-683,-3 3 1,5 2 114,-2 3 1,-3 2-154,3 5 0,-3 0-9,-1 0 1,0 4-65,0-1 1,0 6-341,0-2 0,-4 0 221,1 0 0,-5 0-84,5 4 1,-6 0 92,2 0 0,1 0-322,-2 1 0,1-1 277,-4 0 0,1-5 275,3-3 0,-2-5 226,6-2 0,-2-4 678,1 1 1,3-4 22,-3-4 1,4-4-406,4-6 0,7-3-104,7-5 1,3-5-158,1-3 0,5 2-295,2-1 0,5-4-195,2-4 1,-1 1-358,1 7 1,-3 2-1523,-3 5 1,0 4 310,-4-1 1719,0 6 0,-14 7 0,-2 7 0</inkml:trace>
  <inkml:trace contextRef="#ctx0" brushRef="#br0" timeOffset="2241">2724 62 8004,'-7'-7'803,"1"2"-402,3 5 1,1 2-123,-1 1 1,-2 4 243,1 4 0,-4 4-104,0 4 0,-2 8-170,-1 6 1,0 1-197,0 7 1,0-2-190,0 1 1,-3 6-811,-1-6 0,0 0 615,4-7 1,0-1-347,0-2 1,4-8-158,-1-8 834,6-1 0,17-41 0,9-10 0</inkml:trace>
  <inkml:trace contextRef="#ctx0" brushRef="#br0" timeOffset="2466">2823 39 8004,'5'-11'4139,"-4"5"-3691,9 1 0,-9 7 31,3 1 0,-4 8-99,-4 8 0,1 3 55,-4 3 1,0 4-171,-4 4 0,3 3-229,1 1 1,0 4-178,-4-5 0,1 5-362,2-4 1,-1 3-945,1-3 0,0-2 701,0-5 1,-1-7-219,1-5 1,2-8-40,-1 1 1003,4-7 0,-6-14 0,2-8 0</inkml:trace>
  <inkml:trace contextRef="#ctx0" brushRef="#br0" timeOffset="2708">2404 260 8361,'-6'-5'125,"0"4"670,2-3 1,3 2-111,-3-2 0,8 3-6,3-3 0,8 3 0,3 1 1,4 0-238,4 0 0,7-4-429,7 1 0,4-1 52,4 4 0,-1-4-1137,4 1 1,-4-1 706,1 4-1,-9 0-556,-6 0 1,-6 0 45,-9 0 876,-2 0 0,-29 5 0,-7 1 0</inkml:trace>
  <inkml:trace contextRef="#ctx0" brushRef="#br0" timeOffset="2908">2360 425 7988,'-8'0'1929,"1"0"-788,5 0-357,11 0 1,6 4-246,14 0 1,2-1-120,6-3 0,2 0-709,5 0 0,0 0 266,0 0 0,0 0-1502,1 0 0,-5-3 390,0-1 1135,-4-5 0,17-11 0,-2-10 0</inkml:trace>
  <inkml:trace contextRef="#ctx0" brushRef="#br0" timeOffset="3410">3175 117 8006,'-1'-11'0,"-2"0"0,1 0 1271,-1 0 0,3 0-548,3-1 0,5 5-27,6 0 0,4 3-251,4-3 0,0 4-174,0 0 0,5 1-114,2 2 0,-1 2 84,2 1 0,-6 3-507,2 5 1,-8 0 260,-3 1 0,-6 2-527,-2 1 0,-5 1 270,2-1 0,-8-3 18,-3 2 0,-7-1 33,0-2 1,-6 0 137,2 0 0,1 0-41,-2 0 1,1-1 33,-4-3 1,1 2 113,3-6 1,2 5-60,5-5 0,0 1 173,0-4 0,3 0 50,1 0-5,5 0-179,-3 0-160,14 0 0,0 0 12,9 0 0,-3 0-121,3 0 1,1 0 28,3 0 1,0 0 113,0 0 1,1 0 19,3 0 1,-4 4-24,0-1 0,0 5 266,-4-5 1,0 6-77,0-2 1,-8 4 582,1 4 1,-9 1-31,-2 2 1,-6 7 206,-9-3 1,-8 2-52,-10-2 1,-5 4-292,-6 0 1,0 0-220,0-4 1,0-5 9,0-3 1,1-1-412,2-2 1,5-5-533,6-2 1,8-3-795,7-1 1,8-5-3256,3-3 4708,8-1 0,46-27 0,16-5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25.707"/>
    </inkml:context>
    <inkml:brush xml:id="br0">
      <inkml:brushProperty name="width" value="0.08571" units="cm"/>
      <inkml:brushProperty name="height" value="0.08571" units="cm"/>
      <inkml:brushProperty name="color" value="#E71224"/>
    </inkml:brush>
  </inkml:definitions>
  <inkml:trace contextRef="#ctx0" brushRef="#br0">104 221 8305,'0'-11'2959,"0"0"-2166,0 5 81,0 1-538,0 20 1,-2-5-206,-1 12 1,0-6 125,-4 2 1,1 0-303,-1 5 0,-3-3-241,2-1 1,2 2-315,-1-3 1,1-1-752,-2 1 0,-1-4 638,1 1 0,2-7 713,-1 0 0,14-35 0,1-5 0</inkml:trace>
  <inkml:trace contextRef="#ctx0" brushRef="#br0" timeOffset="131">203 45 8020,'0'-7'0,"0"-1"0,-5 1 0,4 0 0,-3-1 0,3 6 0,1-3 0,15 24 0,3 6 0</inkml:trace>
  <inkml:trace contextRef="#ctx0" brushRef="#br0" timeOffset="467">302 298 8020,'-11'12'-51,"4"-1"573,-1 0 0,1 3-83,-4 1 1,1 0-15,3-4 0,-3 3-121,3 1 0,-2 0 4,2-4 207,-3 0-428,4 0 148,0 0-501,1-5 1,5-2 43,0-8 1,5-2-130,2-5 0,4-1 149,4-3 0,-2-2 70,6-5 1,-1 0-8,4 0 1,1-4 23,3 0 1,-1-3 242,4 3 1,0 2 23,4 5 1,-3 0 153,-1 4 1,-1 0 176,2 4 0,-4 5-191,-8 2 1,-3 8 55,-8 3 1,2 8-105,-6 3 0,-4 3 93,-6 1 0,-3 0-8,-1 0 1,-4 4-510,0 0 0,-3 0-486,3-4 0,2-4-843,6 0 0,-2-4 1509,5 1 0,40-23 0,13-5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1.350"/>
    </inkml:context>
    <inkml:brush xml:id="br0">
      <inkml:brushProperty name="width" value="0.08571" units="cm"/>
      <inkml:brushProperty name="height" value="0.08571" units="cm"/>
      <inkml:brushProperty name="color" value="#E71224"/>
    </inkml:brush>
  </inkml:definitions>
  <inkml:trace contextRef="#ctx0" brushRef="#br0">66 166 8706,'-6'-6'2362,"2"1"-1937,8 5 0,4 0-40,6 0 1,5 0-92,6 0 1,3 0-410,6 0 0,4 0-19,2 0 1,2 0-137,-2 0 0,-2 0-906,-5 0 1,-1-4 72,-3 0-599,-2 1 1702,-10-2 0,-40 13 0,-15 0 0</inkml:trace>
  <inkml:trace contextRef="#ctx0" brushRef="#br0" timeOffset="200">55 287 8228,'-11'4'211,"0"-1"1,0 1 1064,0-4-286,5 0-388,1 0-102,20 0 1,-2 0-95,13 0 1,2 0-279,2 0 0,3 0 96,3 0 0,-1 0-1072,1 0 0,-2-4 25,-5 1 1,2-2-537,-6 1 0,1 3 1359,-4-3 0,-5-12 0,-1-2 0</inkml:trace>
  <inkml:trace contextRef="#ctx0" brushRef="#br0" timeOffset="476">364 22 8228,'-7'-6'1209,"-1"3"-559,6-4-30,-3 6-263,5-4 1,10 10-109,4 3 1,7 5-129,5 2 0,2 3 160,5-3 0,0 4-310,0 0 0,-1 2-73,-2 1 1,-5 0-54,-6 0 1,-8 0 124,-8 0 1,-9 0 85,-8 0 1,-10-1-119,-12-3 1,-4 2 50,-4-6 0,4 5-158,-1-4 1,10-4 120,-3-4 0,14-1 48,1 1 0,55-21 0,14-11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5.165"/>
    </inkml:context>
    <inkml:brush xml:id="br0">
      <inkml:brushProperty name="width" value="0.08571" units="cm"/>
      <inkml:brushProperty name="height" value="0.08571" units="cm"/>
      <inkml:brushProperty name="color" value="#E71224"/>
    </inkml:brush>
  </inkml:definitions>
  <inkml:trace contextRef="#ctx0" brushRef="#br0">133 17 7985,'0'-11'1050,"0"6"-201,0 5 0,0 6-258,0 8 0,-4 5-198,0 7 0,-3 2-244,3 5 1,-4 5 83,0 2 0,-2 3-465,-1 1 1,0 1 239,0 3 0,3-2 180,-3 1 0,6-7-36,-6-7 0,3-5-768,1-6 0,2-5-1953,5-2-354,0-8 2923,0-7 0,0-26 0,0-9 0</inkml:trace>
  <inkml:trace contextRef="#ctx0" brushRef="#br0" timeOffset="270">33 391 7929,'8'-7'171,"-1"0"0,0 1 76,4-2 0,0-2 100,0 3 1,5 1-129,3-1 1,-2 3 57,1-3 0,1 4-58,3-1 1,-1 3-115,-3 1 1,1 0 91,-4 0 0,1 5-130,-1 2 1,-3 3 33,3 1 0,-7 4 62,0 0 1,-2 4-205,1 0 1,-2 1 25,-5 3 0,-4-1 34,1 0 1,-7 0 63,-1 0 1,0-1-267,-4-3 1,4 2-264,4-6 1,-2 1-325,6-4 0,0-5-1281,7-2 2051,2-3 0,59-45 0,13-11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4.462"/>
    </inkml:context>
    <inkml:brush xml:id="br0">
      <inkml:brushProperty name="width" value="0.08571" units="cm"/>
      <inkml:brushProperty name="height" value="0.08571" units="cm"/>
      <inkml:brushProperty name="color" value="#E71224"/>
    </inkml:brush>
  </inkml:definitions>
  <inkml:trace contextRef="#ctx0" brushRef="#br0">55 45 7973,'0'-6'1370,"5"1"-777,2 5 1,4 0-284,4 0 0,4-2-66,6-1 0,5 2-708,6-3 1,-1-1-196,1 1 1,-1-1-539,-2 2 1,-5 1 1196,-2-1 0,-18 2 0,-4 1 0</inkml:trace>
  <inkml:trace contextRef="#ctx0" brushRef="#br0" timeOffset="165">0 199 8030,'11'0'366,"0"0"0,0 0-109,0 0 1,4 0-110,0 0 0,8 0-1118,-1 0 0,9 0 116,2 0 854,0-5 0,12-8 0,6-5 0,3-2 0,-1-1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2.893"/>
    </inkml:context>
    <inkml:brush xml:id="br0">
      <inkml:brushProperty name="width" value="0.08571" units="cm"/>
      <inkml:brushProperty name="height" value="0.08571" units="cm"/>
      <inkml:brushProperty name="color" value="#E71224"/>
    </inkml:brush>
  </inkml:definitions>
  <inkml:trace contextRef="#ctx0" brushRef="#br0">353 386 7982,'0'-7'334,"0"-1"1,0 5 206,0-5-229,4 6-102,-2-8 1,1 10-113,-6 0 1,0 5-85,-4 6 0,1 0 145,-2 0 0,-1 4-293,1-1 0,2 6 100,-1-2 1,1 2-79,-2-2 1,0 3 12,4-3 1,0 2-171,4-2 0,0 2 14,0-5 0,2-1 139,1-3 1,5-3 136,6-1 0,0-4-81,4 0 0,-3-5 53,3-2 1,1-8-59,3 1 0,-4-7 180,0-1 0,0 2-82,0-1 1,1 0 169,-4 0 0,-1 1-81,-7 2 1,3 4-15,-3 0-137,-2 0 1,1 10 72,-2-3 1,-3 8-50,3 3 0,1 4 46,-2 4 1,1 6-197,-4 5 0,0 4 88,0 0 0,-5 3-130,-2 3 1,-8 0 65,-3 4 0,-4 1 107,-4 3 1,-2-4 177,-5 1 0,-3-6-133,-4 2 1,3-8 206,-7-3 0,6-6-57,-3-2 0,5-8 456,-5 1 1,11-7-225,0-1 1,11-3 115,4-3 0,4-5-179,4-6 0,3 0-329,8-4 1,3-1-100,8-3 0,3 0 132,8 0 0,-1 4-70,9-1 1,-4 2 20,7-1 1,2-2-71,2 6 1,-3-1 85,-2 4 1,-1 4-896,-2-1 0,-2 6-101,-1-2 1,-4 4 984,-8 4 0,-22 7 0,-9 6 0</inkml:trace>
  <inkml:trace contextRef="#ctx0" brushRef="#br0" timeOffset="841">408 44 8027,'0'-6'786,"0"-4"-327,0 9-183,0-4 240,0 5-548,-5 0 1,-1 5 5,-5 2 1,0 3 19,0 1 0,0 0-5,-1 0 1,3 0 81,1 0 0,-1-1-207,1-3 0,2 2-88,-1-5-301,4 4 140,-2-6 103,5 2 1,2-4 35,1 0 1,3-1 124,5-2 1,0-4 245,0-4 1,0 0-97,1 0 0,-1 0 127,0 0 1,0 0-52,0 0 1,-4 1 441,0 3 1,-3-3 195,3 3-359,1-3 1,3 4-379,0 2 0,-3 3 144,3 1 0,-1 1-993,8 3 1,-2 6 466,6 4 1,-1 7 375,9 1 0,24 35 0,9 13 0</inkml:trace>
  <inkml:trace contextRef="#ctx0" brushRef="#br0" timeOffset="1193">793 893 8428,'-11'0'2763,"4"1"-2256,0 3 1,3 2-123,-3 5 1,3 5-157,-3 2 1,3 3-401,-3 1 0,3 4 8,-3 0 1,3-1-104,-3-2 0,4-1 338,0 0-72,1 0 0,12-15 0,2-3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7.087"/>
    </inkml:context>
    <inkml:brush xml:id="br0">
      <inkml:brushProperty name="width" value="0.08571" units="cm"/>
      <inkml:brushProperty name="height" value="0.08571" units="cm"/>
      <inkml:brushProperty name="color" value="#E71224"/>
    </inkml:brush>
  </inkml:definitions>
  <inkml:trace contextRef="#ctx0" brushRef="#br0">739 34 8115,'0'-11'-127,"0"-1"1,-1 6 421,-3 3 1,-2 1 568,-5 2 0,-5 8-243,-2 7 0,-8 7-165,-4 11 0,-5 8 22,-2 3 1,0 9-97,4 2 0,2 0-218,1 4 0,6 0 74,9-4 0,5-2-685,10-9 0,6-6 372,5-5 1,4-3-509,3-8 0,2-2-355,-5-9 0,3-1 938,-3-3 0,4-17 0,-2-8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8:38.604"/>
    </inkml:context>
    <inkml:brush xml:id="br0">
      <inkml:brushProperty name="width" value="0.08571" units="cm"/>
      <inkml:brushProperty name="height" value="0.08571" units="cm"/>
      <inkml:brushProperty name="color" value="#E71224"/>
    </inkml:brush>
  </inkml:definitions>
  <inkml:trace contextRef="#ctx0" brushRef="#br0">55 440 7758,'-7'0'-355,"0"0"553,4 0 1,-3 0 148,3 0 7,1 0-34,-3 0 316,5 0 0,5 0-522,3 0 0,1 0 60,2 0 1,4 0-150,0 0 0,4 0 117,0 0 1,2 0-200,1 0 0,0 0 101,0 0 0,0 0-221,0 0 1,-1 0-12,-3 0 0,2 0 12,-6 0 1,5 0 10,-5 0 0,-2 0 10,-5 0-70,0-5 75,-1 4 9,-1-4-1,-5 5 550,0 0-441,-5 0 131,4 0-76,-4 0 219,5 0-118,-5 0 25,4 0-102,-4 0 0,5 1 52,0 3-44,-5-3-11,4 4 0,-4-4 43,5 3 0,-1-3-5,-3 3 62,3 2 1,-9-1-92,3 2 1,0 3 144,-4-3 0,2 7-117,-6 0 1,-2 2 10,-1-1 1,-3 2-140,-1 5 0,0 0 127,0 0 0,0 0-131,0 1 1,4-3 68,4-1 0,2 0-39,1-4 1,1 0 42,2-4 1,0-4-138,4 0 0,-1 0 58,2 0-21,1 3 149,-7-4 0,6 4-78,-4-3 0,4-1 374,0-2-110,-4-3 126,6 4-148,-4-5 357,5 0 1,6 0-278,5 0 1,2 0-335,5 0 1,2-1 123,5-3 0,4 2-755,4-6 0,5 5 372,2-5 1,1 2-1241,3-1 1,-8-2 151,5 5 1367,-6-4 0,-11 7 0,-4-4 0</inkml:trace>
  <inkml:trace contextRef="#ctx0" brushRef="#br0" timeOffset="850">816 32 8101,'6'-5'-1164,"-1"4"2698,-5-9-413,0 9-453,0-9-465,0 9 1,-5-3 29,-2 8 1,-3-2-117,-1 6 0,0 4 79,0 6 0,-4 3-257,1 1 0,-6 1 65,2 3 1,1-1-222,-2 4 0,6 1 128,-2 3 0,4-2-949,4-1 0,2-4 482,5-8 0,0 2 556,0-6 0,24-14 0,7-7 0</inkml:trace>
  <inkml:trace contextRef="#ctx0" brushRef="#br0" timeOffset="1399">882 142 8101,'5'-6'25,"0"0"71,2 2 0,3 3 87,-2-2 0,1 1-4,2 2 1,0 0-168,0 0 0,0 0 127,1 0 0,-1 0-243,0 0 0,0 2 80,0 1 1,-4 0-168,0 4 1,-3-1-75,3 1 171,-4 3 0,2-4-10,-5 5 1,-2-3 6,-1-1 1,-3-1 130,-5 2 1,0 0-88,0-4 1,-2 3 128,-1-3 0,1 0-89,-1-4 1,1 0-29,2 0 1,0 3 48,0 1-246,0 0 224,0-4 0,4 0-28,0 0 77,4 0 0,-2 1-103,5 2 174,0-1 0,1 3-41,3-5-31,2 0 0,5 0-12,0 0 0,-3 0 83,-1 0 0,0 1-67,4 2 1,0-1-2,0 1 0,0 2-50,1-1 0,2 1 43,1-1 1,0 0-148,-4 4 1,-2 2 82,-1-3 0,-2 3 94,-2 1 1,-4 0-63,0 0 1,-7 0 90,-7 0 1,-3 0-87,-5 0 0,0 0 4,-1 0 1,1-1-347,0-3 1,4-1-90,0-2 428,4-3 0,3-11 0,6-8 0</inkml:trace>
  <inkml:trace contextRef="#ctx0" brushRef="#br0" timeOffset="1659">1092 32 8079,'6'-5'0,"4"4"0,-3-3 0,4-1 432,4 2 1,-3-1 4,3 4 1,2 1-42,1 3 1,1 2-2,3 5 1,-6 1-162,6 3 1,-4 3-167,0 8 1,-2-1 119,-5 4 1,-5 0-144,-2 5 0,-12-3 90,-7-1 0,-6 0-607,-5-4 1,-2 0-209,-5-4 0,4-4-1331,-1 1 2011,6-6 0,-3-7 0,5-7 0</inkml:trace>
  <inkml:trace contextRef="#ctx0" brushRef="#br0" timeOffset="2060">706 870 8048,'0'-11'2104,"0"5"-1642,5 1 0,-4 6 133,3 3 1,-3 3-169,-1 8 1,-1 2-385,-3 5 0,-1 0-35,-2 0 1,-3 1-74,3 3 0,-3-3-1166,-1 3 1,0-3 729,0-1 1,0-1 500,0-2 0,5-8 0,1-6 0</inkml:trace>
  <inkml:trace contextRef="#ctx0" brushRef="#br0" timeOffset="2602">1709 153 8464,'-4'-11'0,"0"2"0,-1 0 1244,0 2-1010,1 4 0,5-2 323,3 5 0,3 5-147,8 3 1,0 6 249,7 5 0,-1 6-184,8 5 0,-5 3-63,2 4 0,-4 2-304,-3 5 1,-5 5-159,-6 2 1,-11 7 144,-11 1 0,-13-1-53,-14-2 1,-7-3-362,-3-1 0,-2-6 180,2-9 1,7-6-1022,7-13 1,8-2-1347,3-5 2505,3-5 0,30-16 0,8-8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03.454"/>
    </inkml:context>
    <inkml:brush xml:id="br0">
      <inkml:brushProperty name="width" value="0.08571" units="cm"/>
      <inkml:brushProperty name="height" value="0.08571" units="cm"/>
      <inkml:brushProperty name="color" value="#E71224"/>
    </inkml:brush>
  </inkml:definitions>
  <inkml:trace contextRef="#ctx0" brushRef="#br0">227 12 7874,'-6'0'459,"1"0"0,4 0-205,-2 0 201,1 0-422,-3 0 148,5-5-121,5 4 0,1-4 65,5 5 1,0 0-242,0 0 0,1 0-74,-1 0 0,0 1-6,0 3 1,0-3-121,0 3 1,0 1 100,0-2 1,-4 5 61,0-5 1,-3 5-22,3-5 131,-4 6-63,2-3 1,-6 5 188,-3 0 1,-2-4 29,-5 1 1,-2-5 47,-1 5 1,2-4-35,-3 3 1,3-5-100,1 2 1,0 1-33,-1-1 1,1 0 37,0 0 0,0-3-42,0 3 51,5-3-146,-4-1 0,9 1-63,-2 3 106,1-3 0,7 4-28,3-5 1,-2 0-10,1 0 1,0 0-81,4 0 1,0 0 122,0 0 0,1 0-137,-1 0 0,0 2 116,0 1 0,0-2-3,0 3 1,-4 2 35,0 2 0,-1-2 85,2 1 0,0 0-80,-4 4 0,0-3 121,-4-1 1,0 0 65,0 4 1,-2 1-51,-1-1 1,-1 0 220,-7 0 1,1 0-85,-8 0 1,3 0 12,-3 0 0,-4-2-26,-4-1 1,-1 0 180,1-4 0,2 0-88,-5-4 1,0 3-152,0 1 1,3 0-1084,8-4 0,3-1 917,8-3 0,56-22 0,18-9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06.907"/>
    </inkml:context>
    <inkml:brush xml:id="br0">
      <inkml:brushProperty name="width" value="0.08571" units="cm"/>
      <inkml:brushProperty name="height" value="0.08571" units="cm"/>
      <inkml:brushProperty name="color" value="#008C3A"/>
    </inkml:brush>
  </inkml:definitions>
  <inkml:trace contextRef="#ctx0" brushRef="#br0">2944 1192 8729,'0'-6'1524,"0"-1"-1312,0 4 1,0 0-104,0-4 0,0 3 130,0-3 1,-1 0-1,-3-4 0,3 0-149,-3 0 1,-1-4 127,2 0 1,-5-4-275,5 0 0,-5-5 64,4-2 1,1 0-24,3 4 1,-4 0-11,0 0 0,1 1-225,3 3 78,0-3 1,3 9 46,1-3-65,0 8 0,-3 7 40,3 7 0,-3 8 230,3 3 0,-4 4-118,-4 4 1,-2-2 143,-5 6 1,-1 3-67,-3 4 1,1-1-31,-4-2 0,3-1-84,-3 0 0,3 0 91,-3 0 0,4-6-31,0-5 1,1-5 32,2-6-204,5 0 161,1-5 1,5-2-91,0-8 1,2-2 33,1-5 1,3 0-88,5 0 1,4-4-166,0 1 1,4-2 75,0 1 0,-2 3-41,1-3 0,-1 1 61,2 0 1,2 2 212,-3-3 0,3 3-52,1 1 1,1 0 166,3 0 1,-2 0 126,6-1 1,-6 3-115,2 1 1,-4 0-134,-4 4 1,-2-1 104,-5 2 321,-4 1-282,-3-3 1,-8 5 187,-4 0 1,-7 0-45,-3 0 0,-4 2-136,-4 1 0,-2-1 104,-5 1 1,0-2-68,0-1 0,-4 0 142,0 0 0,-3 0-100,3 0 0,-3 0 198,3 0 1,5-3-45,7-1 1,-1 0-25,4 4-130,7 0-273,10 0 1,11 0 53,5 0 0,5 5 112,6 3 0,3 1-113,4 2 1,1 2 26,6 1 0,2 0-640,-1 4 0,0 1 311,-4 3 1,-1 0-2562,-3 0 2880,-2-5 0,-20 9 0,-3-3 0</inkml:trace>
  <inkml:trace contextRef="#ctx0" brushRef="#br0" timeOffset="1733">56 255 7981,'-5'-6'0,"-3"1"0,-2 1 49,-1 0 0,5-1 118,3 2 42,-3 2 0,4-6 68,-1 4-267,1 1 0,9-7 62,4 1 0,1-1 186,6-2 1,2-1-75,6 1 1,3-1-57,8-2 0,2 0-37,5-4 0,6 3 24,5-3 1,15 4 38,11-1 1,7 1-391,8 3 0,0 2 229,-43 8 1,1 2 0,0 0 0,1 1 35,0 1 0,0 1 0,0 1 0,-2 3-50,-3 4 0,-1 2 0,3 0 0,-1 0 39,1 2 0,-1 1 0,4 2 0,-1 0-66,-2 1 0,-1 1 0,-1 0 0,-1 1 37,36 22 0,-8 0-162,-7 0 0,-10-2 20,-9-6 1,-7-4 95,-11-10 0,-8-1 50,-3-3 1,-7-2-58,-1-5-388,-6-5 862,-3-1-2139,-5-5 1764,0-5 1,-10-25 0,-2-12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09.471"/>
    </inkml:context>
    <inkml:brush xml:id="br0">
      <inkml:brushProperty name="width" value="0.08571" units="cm"/>
      <inkml:brushProperty name="height" value="0.08571" units="cm"/>
      <inkml:brushProperty name="color" value="#008C3A"/>
    </inkml:brush>
  </inkml:definitions>
  <inkml:trace contextRef="#ctx0" brushRef="#br0">133 33 7911,'7'-4'0,"0"1"0,-3-5 312,3 5 123,-4-6-236,2 8-71,0-4 0,-4 6 0,2 3 1,-6 2-211,-5 5 0,1 0 76,-4 0 0,2 5-60,-5 2 0,2 0 120,1 0 0,-4-3-107,0 3 1,0-4 60,4 0 0,4 2 202,0-1 14,-1 0 36,-3-4 135,5 0-259,1-5 1,7-1 173,1-5 1,0 0-103,4 0 0,0 0-129,4 0 0,2-2-26,1-1 0,-1 2-186,1-3 1,2 3-215,-1 1 1,6 0-530,1 0 0,6 3 876,9 1 0,12 2 0,9 1 0,7 0 0,0-1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17.262"/>
    </inkml:context>
    <inkml:brush xml:id="br0">
      <inkml:brushProperty name="width" value="0.08571" units="cm"/>
      <inkml:brushProperty name="height" value="0.08571" units="cm"/>
      <inkml:brushProperty name="color" value="#008C3A"/>
    </inkml:brush>
  </inkml:definitions>
  <inkml:trace contextRef="#ctx0" brushRef="#br0">33 45 8010,'6'-5'280,"-2"-3"590,-3-1 1,0-1 63,3 3-568,-3 2 1,5 5 23,-2 0 0,-3 6-108,3 5 0,-2 5 155,2 6 1,-3 5-150,3 2 1,-3 7-62,-1 0 1,0 6-235,0-2 0,0 3 77,0 1 0,-5 1-651,-2-1 0,-2-5 328,2-2 1,-3-4-287,3-4 0,1-7-97,-2-7-206,6-3 225,-8-6 408,9-1 1,-4-10-102,5-2 1,0-7 83,0 0 1,0-2 185,0 1 1,0 2-93,0-6 0,1 2 101,3-1 0,-2 0-79,6 4 0,0 0 152,7-4 0,-3 4 9,3 0 1,-1 3 29,0 3 1,0 0 277,4 4 1,-3 0-173,3 4 1,-4 0 243,0 0 1,0 4-161,0 0 0,-5 8-119,2-1 1,-4 4 24,1-1 0,-2 4-360,-2 4 1,-3-4-89,2 0 0,-1-3-95,-2 3 0,0-3-193,0 4 0,3-6 243,1 2 1,1-3-269,-1-1 0,2-4 181,5 1 0,0-6 148,0 2 1,1-3 254,3-1 0,2-5 0,5-2 0,0-3 92,0-1 1,0-1 21,0-3 0,-3 3 425,-1-3 1,-1 2-290,1-2 1,-2 3 199,-5-3 0,4 3-148,0 1 0,-1 0-179,-3 0 0,-3 3 108,-1 1 0,-1 0-71,2-4 203,1 0-199,-7 0 1,-2 1 106,-8 2 0,-1 3-87,-2 5 1,-4 0-87,0 0 0,-4 5 64,0 3 1,3-2-291,2 1 1,1 4 125,2 4 1,0 0-130,0-4 0,5 3-158,2 1 1,0 1-192,0-1 0,1-2-72,7 6 1,0-6 219,7 2 0,-1-3-8,8-1 0,0-1 114,4-3 0,0-2 334,0-5 1,0 0-127,1 0 1,-1-5 79,0-2 0,-2-4 88,-1-4 1,0 3 76,-4-3 1,4-2 31,-5-1 1,1 2-68,-4 1 1,1-1 74,3 1 1,-3-3-117,3 3 0,-4 1 151,-4 3 1,3 0-52,-3-1 1,-1 6-274,2 3 198,-6 1-54,8 2 0,-9 5-40,3 3 1,-3 5-109,-1 2 1,0 1-117,0-1 0,-1 0 44,-3 4 1,3 0-58,-3-4 1,3 3 7,1-3 1,0 1 44,0-1 0,0-7 98,0 3 0,0-2 150,0 2 14,0-5-137,0-1-483,0-5 330,0-5 0,0-5-2,0-4 0,1-2 91,3 1 0,-1 2-14,4-6 1,-1 4 46,1-3 1,3 3 5,-3-3 0,3 5 46,1-2 0,0 0-103,0 4 1,2-2 167,1 5 1,-1 3-46,1 2 1,-1 1 11,-2 2 1,3 0-55,1 0 0,3 5 57,-3 3 0,1 2-130,-1 1 0,-2-4-132,5 0 0,-3-1 100,4 2 0,-6 0-77,2-4 1,-2 3-150,2-3 1,-3 3 57,3-3 1,-7 0 136,0-4 0,-1 0-40,4 0 1,-3 0 31,-1 0 1,-1-2-41,1-1 1,3 0 251,-3-4 1,0 0 18,0-4-15,0 0 0,3 0 84,-3 0 1,0 0-59,-4 0 276,-2-1 1,3 3-146,-8 1 0,-2 2 219,-5 3 0,-3 1-6,-1-1 0,-5 3 86,2 3 1,1 0-73,-2 4 0,2 0 3,-1 4 0,-2 2-282,6 1 0,3-1 28,3 1 1,6 4-113,-2 0 0,3-1 65,1 1 1,10 1-62,4 3 1,11-4 136,4 1 0,4-7-29,4-1 1,2-1-1194,5-7 1,-3 1 508,-1-4 0,-2-4-717,-1 1 1,-5-6 568,-10 2 0,-5-3-1224,-2-1 1829,-8 0 0,-27 0 0,-10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14.174"/>
    </inkml:context>
    <inkml:brush xml:id="br0">
      <inkml:brushProperty name="width" value="0.08571" units="cm"/>
      <inkml:brushProperty name="height" value="0.08571" units="cm"/>
      <inkml:brushProperty name="color" value="#008C3A"/>
    </inkml:brush>
  </inkml:definitions>
  <inkml:trace contextRef="#ctx0" brushRef="#br0">530 398 7845,'4'-11'-224,"0"0"1,0 4 1603,0 4-427,-3 1-575,9 2 0,-7 2-154,4 1 0,-5 5-184,2 6 0,-3-1-156,-1 1 0,4 2-223,0-1 1,-1 3-79,-3-3 1,0 3 269,0-3 1,-3 4-1545,-1-5 1691,-5 6 0,-7-8 0,-7 4 0</inkml:trace>
  <inkml:trace contextRef="#ctx0" brushRef="#br0" timeOffset="167">574 155 7912,'-3'-17'-275,"-1"2"1,-1 3-291,1 1-130,3 5 695,-4 1 0,39 34 0,9 8 0</inkml:trace>
  <inkml:trace contextRef="#ctx0" brushRef="#br0" timeOffset="717">1092 78 7995,'4'-11'477,"0"0"783,-2 0-817,-1 5 0,-1 2-10,0 8 0,0 3-156,0 8 0,0 2-73,0 5 0,0 5-65,0 2 0,0 3-169,0 1 1,0 1-74,0 3 1,0-1-339,0 4 1,-3-1-303,-1 2 0,-3-4 368,3-8 1,-5-2 15,2-5 1,-3-5 24,-1-2 0,4-8 121,0-3 1,-1-3 5,-3-1 0,4-5 33,0-2 0,3-7 184,-4 0 1,2-6-19,-1 2 1,-2-2 380,6 2 1,-6-2-203,2 5 1,-2 1 199,2 3 1,-3 1-135,3 2 1,-3 4 62,-1 4 0,-1 0-64,-3 0 0,4 8-54,0 3 0,0 8-13,4-1 1,0 3-214,0 1 0,5 4-261,-2-1 1,4 1 176,4-4 0,3-5-451,8-2 1,-2-3 302,6-1 0,-1-5-568,4-2 0,0-3 844,0-1 0,0-5 0,5-20 0,1-11 0</inkml:trace>
  <inkml:trace contextRef="#ctx0" brushRef="#br0" timeOffset="1051">1170 497 7026,'11'0'2365,"0"0"-2072,0 0 0,0 0-156,0 0 1,1-1-127,3-3 1,-2 1-55,5-4 1,-3 3 150,4-3 0,-5 0-290,5-4 0,-6 0 114,2 0 1,-4 0-147,-4 0 1,2 0 60,-6 0 1,1 0 28,-4-1 0,-1 5 139,-3 0 1,-2 4-54,-5 0 1,-1 1 59,-3 2 1,-2 5-44,-5 3 0,4 1 332,-1 3 0,1 0-121,-4 2 1,5 0 125,2 4 1,3-3-72,1 3 1,3 1-401,1 3 1,4 0-72,0 0 1,6-1-130,5-3 1,8 2-679,6-6 0,0 0 495,4-7 0,2-2 538,1-5 0,27-24 0,8-7 0</inkml:trace>
  <inkml:trace contextRef="#ctx0" brushRef="#br0" timeOffset="1385">1743 298 7995,'0'-7'1497,"0"0"-466,0 4-276,-5-7-529,-1 9 0,-5-3-216,0 8 1,0 2 25,0 5 0,0 0-175,0 0 0,0 2-42,0 1 0,3 0-309,1 4 0,4-3-275,0 3 0,2-4 374,1 0 1,1 2 11,2-1 0,5 0 88,7-4 0,-2-1 145,5-3 0,-3 3-22,3-3 0,0-1 548,0 2 1,-2-2 773,-5 1 1,-4 2-623,1-6 1,-6 6 383,2-2 1,-8-1-359,-3 2 1,-8-2-645,-3 1 1,-4 3 116,-4-3 1,-1-2-454,-2-1 0,-3 1 422,2-2 0,3-9 0,0-6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11.208"/>
    </inkml:context>
    <inkml:brush xml:id="br0">
      <inkml:brushProperty name="width" value="0.08571" units="cm"/>
      <inkml:brushProperty name="height" value="0.08571" units="cm"/>
      <inkml:brushProperty name="color" value="#008C3A"/>
    </inkml:brush>
  </inkml:definitions>
  <inkml:trace contextRef="#ctx0" brushRef="#br0">12 656 7998,'-4'-7'23,"1"0"1,-1 3-32,4-3 1,0 3 88,0-3-67,0 4 0,4-7 63,-1 3 0,6 1-19,-2-2 0,3 5 63,1-5 0,4 5-35,-1-5 1,2 6-2,-1-2 1,-3 2-3,3-2 1,-3 3-313,-1-3 1,-1 4 108,-3 4 1,-2 2 10,-5 5 1,0 4 68,0-1 0,-5 6-46,-2-2 1,1 3 49,-1 1 1,-1-1 7,-3-2 0,0 1-14,0-1 0,4 2 7,-1 1 1,2-2-110,-1-1 0,2-2 117,5-2 1,0-3-83,0 3 64,0-3 1,1-6-11,3-2 1,3-3-18,8-1 0,-1-5 153,4-2 0,-3-3-53,3-1 0,-5-1-36,2-3 1,1-1 20,-1-2 1,1-3-24,-2 2 0,-1 2 194,1-1 0,-3 1-64,-3-2 0,2 0-16,-3 4 0,-2 0-67,-2 4 0,2 4 38,-1 0-102,0 4-98,-4-2 0,-2 5 91,-1 0 0,0 5-24,-4 2 0,3 4-53,-3 4 0,0-3 86,-4 3 0,3 2-14,1 2 0,3-2-5,-3 1 0,3-1-45,-3 2 0,4 2 65,0-3 1,1-1 8,2 1 1,0-4 190,0 1 0,7-8-71,4-3 1,1-3 337,6-1 1,-3-3-169,3-4 0,1-5 225,3-10 1,0-4-148,0 0 0,-1-4 55,-3 0 0,-2 0-195,-5 0 1,-5-2-261,-2 3 1,1-2-161,-2 2 1,1 3 208,-4 8 1,0 2-2166,0 5 1187,0 0 976,0 5 0,0 30 0,0 13 0</inkml:trace>
  <inkml:trace contextRef="#ctx0" brushRef="#br0" timeOffset="400">706 811 10459,'-3'12'571,"-1"3"0,-3 2-446,3 5 1,-4 0-544,0 0 1,0 4 286,0-1 1,-2 1-268,3-4 0,-1 0 234,0 0 0,0-5-1777,4-2 1941,-5-3 0,18-20 0,-2-6 0</inkml:trace>
  <inkml:trace contextRef="#ctx0" brushRef="#br0" timeOffset="640">828 844 7954,'3'-8'1188,"1"1"314,0 5-888,-4-3 1,0 6-187,0 3 0,0 5-169,0 6 1,-1 5-24,-3-2 0,-1 3-495,-2 1 1,-3 1 232,2 3 1,2-3-368,-1 3 1,0-2-324,-4 2 0,1-4-1874,2 0 2590,-1 0 0,3-14 0,-5 1 0</inkml:trace>
  <inkml:trace contextRef="#ctx0" brushRef="#br0" timeOffset="1134">762 28 7876,'6'-11'1078,"-1"5"-757,-5-4 1,0 10-94,0 0 0,-5 5 116,-3 6 1,-3 1-131,-3 3 1,1 2-142,-1 5 1,-2 5 16,1 2 1,0 3-91,4 1 0,2 2-942,1 1 0,0 0 511,4 4 0,0-5-566,4-2 0,2-6 997,1-9 0,18-7 0,8-6 0</inkml:trace>
  <inkml:trace contextRef="#ctx0" brushRef="#br0" timeOffset="1617">894 138 7876,'11'-4'-263,"0"1"1,-4-5 437,1 5 1,-1-2 424,4 1 1,1 3-450,3-3 1,-3 3 49,3 1 1,-3 1-181,-1 3 0,0-2 36,0 6 1,-5-1-650,-2 4 382,-3 0 1,-1 4-377,0 0 452,0-1 1,-5-3-143,-2 0 1,-3 0 167,-1 0 1,-1-1 4,-3-3 0,3 2 209,-3-5 1,-1 3-53,2-3 1,-2 1 19,1-2 1,6-1-57,-2 1 1,3 2 127,-3-1 0,3-1-124,1-3 23,5 0-74,-3 0 1,6 0 49,3 0 0,2 0 1,5 0 0,0 0-18,0 0 1,0 0-14,0 0 0,1 0 9,3 0 0,-2 4 11,6 0 0,-6 3-2,2-3 0,-2 1 99,2-2 1,-3 2-47,3 3 1,-6 1 99,-2-1 1,-5 2 50,2 1 1,-4 0-97,-4 0 1,-3 0-273,-8 0 1,-2 0 90,-5 0 1,0 0-246,0 0 1,0-1 141,0-3 0,4 2 167,-1-6 0,6-9 0,-3-6 0</inkml:trace>
  <inkml:trace contextRef="#ctx0" brushRef="#br0" timeOffset="1874">1081 50 7953,'4'-7'0,"0"-1"0,4 6 797,0-2 0,-1-1-246,4 2 1,-2 0-67,5 7 1,3 3-202,2 8 1,-2-2-50,1 6 1,1 0-135,3 7 1,-1-2-217,-3 6 0,-2-2 64,-5 1 1,-5 3 119,-2-2 1,-4-2-428,-4 1 0,-7-4 161,-7 0 0,-3-2-797,-1-5 0,0-2 77,0-5 917,0-5 0,4-6 0,2-6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27.084"/>
    </inkml:context>
    <inkml:brush xml:id="br0">
      <inkml:brushProperty name="width" value="0.08571" units="cm"/>
      <inkml:brushProperty name="height" value="0.08571" units="cm"/>
      <inkml:brushProperty name="color" value="#008C3A"/>
    </inkml:brush>
  </inkml:definitions>
  <inkml:trace contextRef="#ctx0" brushRef="#br0">166 7 7746,'0'-7'1113,"0"17"1,-4 4-817,1 11 0,-5 7-249,5 1 0,-6 13 110,2 1 1,-3 2-125,-1 3 0,0-6 132,0 2 0,0 0-380,0-4 0,1-6 68,3-9 0,-2-4-63,5 1 1,-4-7 33,0 0 0,3-10 27,2 2-38,-3-7 151,4 1 0,-2-10-118,4-2 0,4-4 72,4-4 0,2-6-197,1-4 0,3-2 4,1 1 1,5 1-34,-2-4 1,-1 1 222,2-2 0,-2 3 84,1 5 1,2 2 126,-6 1 0,6 0-67,-2 4 1,-1 5 60,2 6 0,-6 3-14,2 1 0,-4 5 310,-4 2 0,-2 8-161,-5 4 0,0 5 289,0 2 1,0 3-203,0-3 1,0 3-130,0-3 0,0 0-110,0-4 0,0 2 88,0-2 0,0-1-103,0-6 0,5-3 95,3 3 1,1-7-276,2 0 0,0-6 39,0 2 1,2-3-1047,1-1 0,-1-5 1098,1-2 0,23-37 0,5-10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06.145"/>
    </inkml:context>
    <inkml:brush xml:id="br0">
      <inkml:brushProperty name="width" value="0.08571" units="cm"/>
      <inkml:brushProperty name="height" value="0.08571" units="cm"/>
    </inkml:brush>
  </inkml:definitions>
  <inkml:trace contextRef="#ctx0" brushRef="#br0">277 408 7864,'6'-7'552,"-3"-1"-73,-1 6-87,-2-8 0,-2 9-73,-1-3 1,-3 3-34,-5 1 0,-1 0 42,1 0 0,-4 5-115,-4 2 0,-2 3-109,-1 1 0,0 4 63,0-1 1,1 5-264,3-5 0,-3 6-60,3-2 1,2 2-267,1-2 1,8 2 72,3-5 0,3 3 149,1-3 0,1-2-240,3-5 1,3 0 117,8-4 1,2-2-18,5-5 0,0 0 78,0-4 0,0-2 116,0-5 0,-3 0 47,-1-4 0,-3 3 229,3-3 1,-8 4 50,1-1 1,-4 0 194,1 0 0,-3-4-12,-5 5 1,0-1-152,0 4 0,-2 4 286,-1-1 1,0 6-143,-4-2 1,3 3-17,-3 1 0,4 1 213,0 3-429,1 2 0,2 5-73,0 0 1,0 4-202,0-1 1,5 5-190,3-4 1,1 3 191,3-3 1,0 3-1031,2-3 1,2 3 89,3-3 1085,2-1 0,45-22 0,17-6 0</inkml:trace>
  <inkml:trace contextRef="#ctx0" brushRef="#br0" timeOffset="2579">706 55 7945,'-6'-11'871,"3"0"-94,-3 0-113,4 0-67,-3 5 1,5 1-312,0 20 1,4-2 143,0 13 1,4 3-273,0 4 1,2 1-129,1 2 0,3 2-295,1-1 0,1 1 223,-1-1 1,-3-4-412,3 0 1,-3-5 273,-1-6 1,-4-4-259,0 1 101,-4-11 62,2 2 1,-6-11-97,-3-3 0,-2-2 25,-5-5 1,0 0 186,0 0 1,0-4 0,0 1 1,-2-1 130,-1 4 1,0 1-147,-4 3 1,0-2 473,-5 6 1,0-1-87,-3 4 0,2 0 38,-5 0 0,4 5 513,-1 2 1,3 3-310,1 1 1,5 4 156,2-1 0,8 6-182,3-2 0,4 2-217,4-2 1,7 2 18,7-5 0,8-1-291,3-3 0,3-1-115,1-3 0,0-2-127,0-5 0,-1 0-2806,-2 0 3104,-3-5 0,-15-25 0,-2-12 0</inkml:trace>
  <inkml:trace contextRef="#ctx0" brushRef="#br0" timeOffset="2979">1158 342 7945,'-6'-5'0,"1"-1"1823,1-5-655,2 0-502,-3 5 241,5 1-506,5 15 0,1 1-436,5 7 0,2 3 116,1-3 0,-1 7-90,1 0 1,2 5 63,-1-5 1,0 5-487,-4-4 0,0 3 199,0-3 0,-5 3-62,-2-3 1,-4-4 22,-4-4 0,-7-4 303,-7 0 0,-5-6-160,-2-5 1,-3-1-184,-6-2 0,-2 0-260,-1 0 0,1-5 244,7-3 1,2-3 326,5-3 0,10-18 0,2-9 0</inkml:trace>
  <inkml:trace contextRef="#ctx0" brushRef="#br0" timeOffset="3119">1158 132 7945,'0'-17'938,"0"3"0,0 1 159,0 2-484,0 0-352,0 5-261,0 1 0,-4 30 0,-3 5 0</inkml:trace>
  <inkml:trace contextRef="#ctx0" brushRef="#br0" timeOffset="3694">1379 353 7945,'-6'-5'0,"2"-2"1190,3-3-291,1 4-693,0 1 1,0 6 14,0 3 0,1 2-14,3 5 0,1 5-10,2 2 0,3 3-92,-3 1 0,3 0-269,1 0 1,0 0 124,0 0 0,0 0 197,0 0 0,-1-3-97,-3-1 0,3-4-1068,-3 0 1,3-3-305,1-3 831,0 1 0,0-7 113,0 1 0,-1-6 78,-2-5 1,1-3 71,-1-3 0,-2-4 175,1-4 1,-1 4 113,2 0 1,-2-1-134,-3-3 1,-1 0 371,1 0 0,-1 4-185,-2-1 1,0 6 512,0-2 0,0 3 322,0 1 40,0 5-670,0 1 0,-2 5-21,-1 0 0,1 6-116,-1 5 0,3 1 41,3 7 0,0-1-343,4 4 1,-3 0-250,3 0 1,-1 0-439,2 0 1,2 0 155,-3 0 0,-2-5 639,-2-2 0,8-7 0,2-4 0</inkml:trace>
  <inkml:trace contextRef="#ctx0" brushRef="#br0" timeOffset="4052">1941 353 7938,'0'-6'1180,"0"-4"-960,-5 9 0,-1-4-5,-5 5 0,0 0 33,0 0 0,-4 0-150,1 0 1,-1 3 29,4 1 1,-2 5-107,1-2 1,-3-1-255,7 2 1,-3-1 138,8 4 1,-1-4-34,4 1 0,0-1 41,0 4 1,5-4-74,2 1 1,4-1 59,4 4 0,-2-1-314,6-3 0,-1 3 147,4-3 0,0-1 97,0 2 1,0-1 240,0 4 0,-3-3-119,-1-1 1,-4 0 207,0 4-176,-6 0 1,-4 0 150,-4 0 0,-6-3-84,-5-1 0,-5-3-236,-6 3 1,-1-4-149,-3 0 0,2 2 331,-6-1 0,-9-10 0,-6-7 0</inkml:trace>
  <inkml:trace contextRef="#ctx0" brushRef="#br0" timeOffset="4387">2184 232 7938,'-5'-16'78,"2"3"156,-4-1 1808,5 1-776,-3 7-687,5 1 0,0 7-169,0 1 0,5 8 63,2 8 1,3 3-118,1 4 0,0 2-473,0 5 1,4 1-26,-1 3 1,2-3-60,-1 3 1,-3-3-949,3-1 0,-3-5 557,-1-2 1,-5-4-661,-2-3 1,1-4 565,-2-4 0,0-4 686,-7-4 0,-7-31 0,-6-9 0</inkml:trace>
  <inkml:trace contextRef="#ctx0" brushRef="#br0" timeOffset="4662">2085 397 7938,'-7'-11'111,"-1"4"-111,4-1 0,0 5 739,4-5 1,2 6-233,1-2 0,7 3-202,5 1 1,4 0-46,0 0 0,5 0 78,2 0 1,5 0-132,-2 0 1,7 5-110,0 2 0,1-1-291,-4 2 1,0-1 184,0 4 1,-6 0-61,-5 0 0,-1 4 50,-6-1 0,1 2-320,-2-1 1,-5-2 138,2 6 1,-7-6-668,-1 2 1,-1-3 384,-2-1 0,0 0-1517,0 0 1998,0-5 0,0-15 0,0-10 0</inkml:trace>
  <inkml:trace contextRef="#ctx0" brushRef="#br0" timeOffset="4795">2459 187 7938,'-11'-17'0,"0"3"0,5 1 5,3 2-386,1 5 0,7 3 381,3 6 0,26 28 0,7 11 0</inkml:trace>
  <inkml:trace contextRef="#ctx0" brushRef="#br0" timeOffset="5470">2702 441 7925,'-1'-10'-16,"-3"3"1004,3-3-175,-4 9-747,5-4 0,0 6 66,0 3 0,5 2-110,2 5 0,-1 1 129,2 3 1,-1-2-207,4 6 0,0-4 15,0 3 0,0-3 30,0 3 0,-4-5-11,1 2 0,-6-3-98,2-1 1,-3 0-18,-1 0 1,0-3 113,0-1-72,0-4 56,0 2 84,0-5 1,-4-5-48,1-3 1,-1-2 4,4-1 1,0-3 19,0-1 1,0-1-4,0 1 0,0 3 190,0-3 0,0 0-61,0 0 1,1-4 259,3 5 1,-2-2-133,6 1 1,-1 3 82,4-3 0,1 3-59,3 1 1,-1 5-134,4 2 1,0 3 42,4 1 1,0 1-17,0 3 1,-1 2-431,-2 5 1,-2 5 168,-2 2 0,-4 3-992,0 1 0,-2 0 74,-5 0 1,3 0-320,-3 0 0,0-3 466,-4-1 836,5-4 0,6 1 0,6-4 0</inkml:trace>
  <inkml:trace contextRef="#ctx0" brushRef="#br0" timeOffset="5937">3485 518 7931,'0'-14'347,"0"-1"1,0 0 557,0 4 0,0 0-344,0 0 0,-2 4-180,-1-1 0,-5 2-226,-6-1 1,-3-2 64,-6 6 0,1-1-239,0 4 1,0 0 122,0 0 1,0 0-552,0 0 1,1 4-201,3-1 0,2 6 395,5-2 1,0 3-193,0 1 1,5 0 117,2 0 0,3-4 135,1 1 0,1-1-27,3 4 0,3-3 133,8-1 0,-2-3-38,6 3 1,-5-3 35,5 3 0,-4-3 61,3 3 0,-1-5 178,1 2 0,2-3 411,-5-1 1,1 4-308,-2 0 1,-1-1 13,1-3 1,0 0-51,0 0 0,-1 4-154,1 0 1,-1 3 130,-2-3 1,0 4-257,0 0 0,0 1-62,0 2 0,-4 2-62,0 1 1,-3 0-82,4 4 1,-6-1 66,2 2 1,-8 0 247,-3-4 1,-4 3-106,-4-3 1,-3 0 90,-8-4 0,-4-5-10,-6-2 1,0-3 134,-4-1 1,4-1-238,-1-3 1,3 2-189,1-6 0,6 2-1538,5-1 1801,5-3 0,55 9 0,12-4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03.410"/>
    </inkml:context>
    <inkml:brush xml:id="br0">
      <inkml:brushProperty name="width" value="0.08571" units="cm"/>
      <inkml:brushProperty name="height" value="0.08571" units="cm"/>
    </inkml:brush>
  </inkml:definitions>
  <inkml:trace contextRef="#ctx0" brushRef="#br0">298 177 7833,'11'-4'263,"-1"-1"553,-2-1 1,-2 4-449,-3-2 0,-1 1-158,1 0 0,-6 2-131,-5-3 1,-7 3 156,-3 1 1,-3 0-265,-1 0 0,-1 0 81,-3 0 1,3 0-32,-3 0 1,-1 3-27,2 1 1,3 3-170,3-3 1,2 5-9,-1-2 1,3-1 62,8 1 1,2-3-74,5 3 142,0-4 1,1 5 2,3-4 0,5 3-45,6-3 1,5 4-139,-2-5 0,3 5 71,1-5 0,0 6 93,0-2 0,5-1-132,2 2 1,-2-1 98,-1 4 0,1 0 114,-1 0 1,1 0-21,-2 0 0,-5 0 97,2 0 1,-12 0 100,-3 0 0,-4-2-89,-3 2 1,-10-6-93,-5 6 0,-11-4 31,-7 0 0,-1 2-212,-6-5 0,0 3 139,0-3 1,0-1-495,7-3 0,-2 0 29,9 0 0,3-5-517,9-2 1011,-1-3 0,72-30 0,12-8 0</inkml:trace>
  <inkml:trace contextRef="#ctx0" brushRef="#br0" timeOffset="209">508 22 7836,'-8'-5'1781,"1"-2"-979,5 2 159,-3 0 1,5 11-376,0 5 0,1 5-183,3 6 1,2 5-258,5 3 0,1 2-162,3 1 0,-2 0-617,6 0 1,-5 4 433,5-1 1,-6 1-392,2-4 0,-4-5 294,-4-2 1,-2-8-2394,-5-3 1435,0-3 1254,0-5 0,-5-32 0,-1-12 0</inkml:trace>
  <inkml:trace contextRef="#ctx0" brushRef="#br0" timeOffset="367">508 210 7836,'-5'-11'1238,"-2"0"1,2 0 206,1 0-849,3 0 1,7 5-221,5 2 0,5 3-273,6 1 1,5 1-520,2 3 1,2 2-1616,-2 5 2031,3 0 0,21 14 0,10 5 0</inkml:trace>
  <inkml:trace contextRef="#ctx0" brushRef="#br0" timeOffset="878">1037 320 7849,'0'-7'0,"0"-1"0,0 5 631,0-5-367,0 1 0,-1 0 147,-3-1 0,2 6-125,-6-2 1,1-1-53,-4 2 1,0-1-10,0 4 0,-4 5-220,0 2 1,-3-1-68,3 2 1,1 3-38,3 3 1,0 2-118,0-1 1,1-2 113,2 6 1,2-5-413,3 5 1,1-6 192,-1 2 1,3-3-57,3-1 0,0-1 79,4-3 1,1-2 287,3-5 0,3 0 32,1 0 0,1 0 58,-1 0 0,-2-5-24,5-2 0,-4-3-69,1-1 1,-4-1 245,-4-3 1,3 3-75,-3-3 1,-1-1 276,2 2 1,-6-1 112,2 4 390,-3-5-286,-1 4-523,0-4-80,0 10 1,0 6-145,0 7 1,0 3-86,0 1 1,4 4 125,-1-1 0,6 6-647,-2-2 1,3 0 309,1 0 0,0-3-1305,0 3 1695,0-9 0,10 0 0,2-9 0</inkml:trace>
  <inkml:trace contextRef="#ctx0" brushRef="#br0" timeOffset="1204">1224 320 7849,'0'-11'866,"-5"0"0,3 1 169,-5 3-363,4 2-448,-2 5 1,10 1 98,3 3 0,-2 2-163,1 5 1,4 0-129,4 0 1,-1 1-369,-2 3 0,-1-3 259,0 3 0,0-2 131,0 2 1,-2-3-48,-1 3 0,0-3-821,-4-1 0,1 0-150,-1 0 1094,-3-5 7,-1-1 0,-6-6 224,-5-3 1,3-2 102,1-5 1,5-3-200,-2-1 1,-1-5-1,1 2 1,1 1-47,3-2 1,4 2-260,4-1 1,3-2 79,4 6 1,0-1-1123,4 4 0,2 0 75,-3 0 1,-2 4-228,-1-1 1,-3 6 1233,-1-2 0,15 22 0,3 7 0</inkml:trace>
  <inkml:trace contextRef="#ctx0" brushRef="#br0" timeOffset="1477">1654 100 7849,'-1'-18'318,"-3"4"2155,3-3-1027,-4 4 199,0-3-1155,4 10 0,-4 7 211,5 10 1,2 3-287,1 8 1,3-1-372,5 8 1,-2 1-106,2 3 0,-2 0-120,5 0 1,-5 0-1040,-2 0 0,0 0 577,5 0 1,-1-1-736,0-3 0,-4-3-96,0-8-345,1 3 1016,3-8 803,0-2 0,29-51 0,8-15 0</inkml:trace>
  <inkml:trace contextRef="#ctx0" brushRef="#br0" timeOffset="1643">1676 232 7849,'-11'-16'1513,"2"4"-1173,1-3 0,3 6 1089,5 2 1,5 5-1186,3-2 0,6 3-1150,5 1 1,5 0-1518,2 0 2423,4 0 0,13 14 0,9 5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01.463"/>
    </inkml:context>
    <inkml:brush xml:id="br0">
      <inkml:brushProperty name="width" value="0.08571" units="cm"/>
      <inkml:brushProperty name="height" value="0.08571" units="cm"/>
    </inkml:brush>
  </inkml:definitions>
  <inkml:trace contextRef="#ctx0" brushRef="#br0">78 60 7937,'0'-17'1665,"0"2"-503,0 3-666,0 1 1,0 6-101,0 5 0,0 6-98,0 9 1,0 7-187,0 7 0,-4 5 108,1 2 1,-6 0-413,2 4 1,-2 1 191,2 3 1,-3-4-988,3 1 1,1-6 496,-2 2 0,6-4-586,-2-4 0,3-7 291,1-7 1,1-8-71,3-3 855,2-3 0,15-25 0,2-7 0</inkml:trace>
  <inkml:trace contextRef="#ctx0" brushRef="#br0" timeOffset="572">210 391 7937,'0'-6'1655,"0"0"-913,0 2-508,5 3 0,1-4-174,5 5 1,-3 0-9,-1 0 1,2 0-151,5 0 1,-1 0-174,1 0 1,2 0 222,-1 0 0,1-5-157,-2-2 1,-1 1 47,1-2 0,-3 4-34,-3-3 1,0 0 15,-4-4 112,5 0 0,-9 0 69,0 0 0,-3 3 130,-8 1 1,3 3 61,-7-3 0,-2 5-136,-2-2 1,2 6 90,-1 2 0,1 6-65,-2 1 1,3 0 73,5 4 1,0-2-68,0 2 0,5 2-23,3 5 0,-2 0-44,1 0 0,2-2-132,5 2 0,3-6 27,5 6 0,4-8 114,0 1 1,6-4-120,1-4 1,0 2 87,3-5 0,2-2-57,-1-6 0,5-3 29,-2-8 1,-1 2-176,2-6 1,-5 0 7,5-7 1,-6 2-17,2-6 0,-4 6 28,-4-2 0,2-2 71,-5-2 0,-1 0 265,-3 0 0,-3-1-92,-1 1 0,-4 2 440,0-1 1,-2 4-251,-1-1 0,-1 8 642,-2 3-462,-4 8 1,-4 2 111,0 5 1,2 5-140,1 2 1,-2 4-118,3 4 0,-1 6-205,0 5 1,2 4 87,2 0 1,3 1-378,-3 3 0,3-1 180,1 0 0,0 3-301,0 1 1,0 0 187,0-4 1,5-1-561,3-3 0,-2-2 95,1-5 1,-1-5-195,1-2 0,3-4 173,-2-4 0,-2-2-546,1-5 1166,0-5 0,29-55 0,6-18 0</inkml:trace>
  <inkml:trace contextRef="#ctx0" brushRef="#br0" timeOffset="722">618 248 7918,'-6'-5'642,"1"-1"80,5-5 0,1 4-522,3 4 1,3 0-161,8 0 0,3 1-1157,8-1 0,2 2 27,5 1 1090,1 4 0,15 3 0,8 2 0,6 3 0,-1 0 0</inkml:trace>
  <inkml:trace contextRef="#ctx0" brushRef="#br0" timeOffset="1122">1236 281 7918,'-5'-11'-707,"2"3"840,-4 1 0,-1 5 579,-3-2 1,0 3-470,0 1 0,-5 1-11,-2 3 0,-6 0-131,-2 4 1,-3 2 123,3-3 0,-2 3-210,6 1 53,-3 0 1,14 0-788,0 0 479,5 0 1,11 0-61,2 0 0,8-4-110,3 1 0,2-5 170,-2 5 1,3-5-39,-3 5 0,3-5-6,1 5 0,-1-5 263,-3 5 0,3-5-92,-2 5 0,-3-5 442,-2 5 0,2-2 52,-1 1 1,-4 3 207,-4-3 0,-4 3 161,0 1 0,-1-3-307,-2-1 1,-7 0-54,-4 4 0,-4-1-65,-8-3 0,0 2-529,-3-5 0,2-1 211,-5-3 1,-1 0-1179,-3 0 0,0 0 1171,0 0 0,20-24 0,4-7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39:59.853"/>
    </inkml:context>
    <inkml:brush xml:id="br0">
      <inkml:brushProperty name="width" value="0.08571" units="cm"/>
      <inkml:brushProperty name="height" value="0.08571" units="cm"/>
    </inkml:brush>
  </inkml:definitions>
  <inkml:trace contextRef="#ctx0" brushRef="#br0">177 111 7688,'4'-14'0,"0"3"-355,-2 1 0,3 4 2098,-1-1-655,-1 4-813,-3-1 1,0 8-101,0 4 0,-1 6 52,-3 5 1,-2 2-132,-5 1 1,0 1 153,0 3 1,0 1-390,0 2 0,-3-2 119,-1-5 1,0 4-408,4 0 1,0 3-10,0-3 1,0-4-198,0-4 0,0-3-176,0 3 0,5-8 50,2 1 759,3-7 0,6-34 0,1-13 0</inkml:trace>
  <inkml:trace contextRef="#ctx0" brushRef="#br0" timeOffset="300">144 100 8011,'0'-11'0,"0"0"1404,0 0-651,0 4-662,0-2-31,0 7 47,5 7 1,-2 6-228,4 8 0,-3 2 85,3-3 1,0 6-140,4 2 0,0 1 97,0-1 1,0-2-297,0 6 1,5-6 131,3 2 0,-2-4 135,1-4 0,4-2 247,4-5 0,3-5-82,-3-2 0,0-4 231,-4-4 1,0-7-80,0-7 1,-1-4 55,-3-4 0,2-2-14,-5-5 1,-1 0-85,-3 0 1,-1 3-173,-3 1 0,-2 5-223,-5-2 1,0 4-353,0 3 1,0 7-619,0 5 1196,0 4 0,-5 13 0,-1 9 0</inkml:trace>
  <inkml:trace contextRef="#ctx0" brushRef="#br0" timeOffset="625">971 177 7996,'7'-11'0,"1"0"1114,-6 0-314,8 0-409,-9 5 0,3 1-93,-8 5 1,1 0-100,-8 0 1,2 5 11,-6 2 0,-2 6 28,-1 2 0,-3 3-294,-1-3 0,0 5 99,0-2 0,3 3-368,1 1 1,5 3 180,-2-3 0,8 2-206,3-6 0,3-2 246,1-1 1,9-8 223,6-3 0,8-3-39,3-1 0,5-9-137,-2-6 1,-1-5 165,2-2 1,-9-1-42,1-3 1,-8 2-620,1-6 0,-4 9 284,-4-1 1,-2 4-1659,-5 0 1923,-5 7 0,-11 11 0,-7 6 0</inkml:trace>
  <inkml:trace contextRef="#ctx0" brushRef="#br0" timeOffset="1117">1225 155 7986,'6'-5'0,"-1"2"2091,-5-4-852,0 5-1427,0-3 152,0 15 1,-4-3 178,0 8 0,-3 0-55,3 0 1,-3 4-142,3-5 0,-1 5-34,2-5 1,1 5 75,-1-5 1,2 5-132,1-5 131,0 1 0,0-4 61,0 0 0,1-5-61,2-2 1,4-3 7,4-1 0,0-5-284,0-2 1,1-3 98,3-1 1,-3-4-93,3 1 1,1-2 60,-2 1 0,5 3-12,-5-3 0,1 3 38,-4 1 1,0 0 123,0 0 0,-1 0 52,-3 0 1,2 3 285,-6 1-232,1 5 291,1-8-195,-4 9 1,3-3-127,-8 8 0,3-2-19,-3 5 1,-1 1 41,2 3 0,-1 0-238,4 0 0,-4 1 49,1 3 1,-1-5-61,4 4 0,0-8 175,0 5 1,1-3 185,3-1 0,2 2 322,5-6 0,0 1-231,0-4 1,4 0 195,0 0 1,3-5-106,-3-2 0,3-3-28,-3-1 1,4-5-45,0-2 1,-3 1-176,-2-2 1,-3 1 123,-3-4 1,0 0-830,-4 0 1,0 0-2297,-4 0 2924,0 0 0,-30-5 0,-7-2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4.055"/>
    </inkml:context>
    <inkml:brush xml:id="br0">
      <inkml:brushProperty name="width" value="0.08571" units="cm"/>
      <inkml:brushProperty name="height" value="0.08571" units="cm"/>
    </inkml:brush>
  </inkml:definitions>
  <inkml:trace contextRef="#ctx0" brushRef="#br0">177 89 7839,'-7'-11'-384,"1"0"0,1 0 0,0 0 1700,1 0-836,3 0 0,-4 4 558,5-1-292,0 6-275,0-3-190,0 15 1,0-2-27,0 11 1,1 0-220,3 7 0,2 6 96,5 5 1,0 4-83,0 0 1,2 2 80,1 1 0,0 3-510,4 1 1,-3 0-33,3-4 1,-4-6-210,0-5 0,-5-6 8,-2-9-52,-4-2 349,2-9 1,-7-4 92,-1-6 0,-2-4-102,-3-4 0,-1-3 110,1-1 1,-3-5 183,-3 2 1,1 1 168,-1-2 0,0 1 164,-1-4 0,2 4 100,-5-1 1,0 2-205,0-1 0,-3 2 157,3 5 1,-2 3-86,2 1 1,-2 5-44,6-2 0,0 8-55,7 3 1,-2 8-11,6 3 0,-1 3-57,4 1 0,1 0-8,3 0 0,2-4-224,5 1 1,0-2 72,0 1 0,5 2-553,2-5 1,-1-2 310,2-6 1,-1 2-730,4-5 1,0-1 434,0-3 1,0-1 588,0-3 0,-4-2 0,7-34 0,-1-8 0</inkml:trace>
  <inkml:trace contextRef="#ctx0" brushRef="#br0" timeOffset="335">365 453 7894,'1'-6'587,"3"2"121,-3 3-276,4 1-51,0 0 0,1 0-101,5 0 0,0 0-97,0 0 1,4 0 45,-1 0 1,6 0-339,-2 0 1,-1 0 54,2 0 0,-5 0-56,5 0 1,-6 0-194,2 0 1,-3-1 193,-1-3 1,-5 2-267,-2-6 1,-3 1 126,-1-4 1,-2 1 14,-6 3 1,0-3 77,-11 3 1,2 2 396,-1 1 0,-2 3-84,6 1 1,-5 0 40,5 0 1,-5 5 49,5 2 0,-1 8-77,4 3 0,3 3-47,1 1 0,1 0 64,-1 0 1,2 4-432,5 0 1,5-1 134,2-3 0,3 0-579,1 0 0,5-4 64,2-4 0,3-5-177,1-2 1,4-4 798,-1 0 0,1-6 0,-4-5 0,30-31 0,6-9 0</inkml:trace>
  <inkml:trace contextRef="#ctx0" brushRef="#br0" timeOffset="619">916 376 7894,'0'-11'0,"0"0"622,-5 0 1,3 1-110,-6 3 0,5-3-36,-5 2 0,1 4-51,-4 0 1,0 3-144,0 1 1,0 0-174,0 0 0,3 0 66,1 0 0,5 6-411,-2 5 0,3 1 232,1 6 0,5 1-532,2 3 1,4 0 128,4 0 0,-2 4-67,5-1 1,0 2 465,0-1 1,2-3-142,-6 3 0,1-3 123,-4-1 0,-1-4-76,-3-4 0,-3-2 173,-8-1 0,-3-1-47,-8-2 1,-3-3-307,-8-5 1,2-2-242,-6-1 1,6 0-985,-2-4 1506,8-1 0,11-27 0,9-7 0</inkml:trace>
  <inkml:trace contextRef="#ctx0" brushRef="#br0" timeOffset="1476">1258 354 7894,'3'-11'742,"1"0"1117,0 0-1593,-4 5 0,-2 1-23,-1 5 0,-3 1-138,-5 3 0,0 2 68,0 5 0,0 3-119,0 1 1,0 5 74,-1-2 0,3 3-305,1 1 1,3-4-27,5 1 1,0-1-70,0 4 1,5-4-15,3 1 1,3-6 96,3 2 0,4-4 11,4-4 1,1 2 87,3-5 0,-3-1 42,3-3 0,2-1-46,1-3 1,-1 2 111,2-5 0,-5-1-55,5-3 0,-6 0 129,2 0 0,-8-3-16,-3-1 1,-3 0-103,-1 4 1,-4 0 197,-4 0 0,-2 0-49,-1 0 1,-4 0-8,-4 0 0,-6 0-75,-5 0 0,2 5 44,-1 2 1,0 3-18,0 1 0,-2 0 6,6 0 0,0 5-10,7 2 1,-2 0 3,6 5 0,-5-4-9,5 7 1,-1-2-2,4 2 1,1-2-157,3 6 0,3-2 92,8 1 0,-2 2-130,6-5 0,-4 1 42,3-2 0,0-5-326,4 2 0,0-7 148,0-1 0,0-2 4,1-1 0,-3 0 76,-1 0 1,0-3 31,-4-1 0,0-5 103,-4 2 1,0-3-77,0-1 0,-5 0 128,-2 0 0,0-3-22,0-1 0,3 0 289,-3 4 0,0 0 62,-4 0 0,0 0 506,0 0-281,0 0 252,0 0-581,0 5-44,0 1 1,0 6-12,0 3 1,0 2-39,0 5 0,0 0-111,0 0 1,1 0 40,3 0 1,-3 0-94,3 0 0,1 0 12,-2 0 1,2 4 108,-1 0 0,-2-1-500,6-3 272,-6 0 1,4-1-362,-2-2 24,-3 1 306,4-7 1,-4 2-31,3-4 66,-3 0 0,4-1-40,-5-2 0,4-4 5,-1-4 1,2 0 172,-1 0 1,-3 0-89,3 0 0,1 0 196,-2 0 1,5 0 120,-5 0 0,5 0 118,-5 0 0,2 1 90,-1 3-319,2-3 0,1 9-25,1-3 0,-1 3 25,4 1 1,-3 5-185,-1 2 1,0 3 123,4 1 0,2 4-292,1 0 1,-2 3-144,3-3 1,-3-1-281,-1-3 1,0 0-24,1 0 0,-3 0 240,-1 0 1,1-1-350,-1-2 788,-3-4 0,9-23 0,-1-6 0</inkml:trace>
  <inkml:trace contextRef="#ctx0" brushRef="#br0" timeOffset="1718">2184 166 7894,'0'-22'2422,"-5"0"-1967,4 5-231,-4 6 0,5 12 43,0 10 0,0 5-41,0 6 0,1 9 225,3 2 1,2 9-210,5 2 0,3 0-282,1 4 1,5 1-220,-2-2 0,-1 0-558,2-7 1,-6-3-364,2-8 1,-3-3-37,-1-7-78,0-3 1294,-5-10 0,4-1 0,-4-30 0,5-6 0</inkml:trace>
  <inkml:trace contextRef="#ctx0" brushRef="#br0" timeOffset="1885">2118 365 7894,'0'-11'0,"4"1"1155,4 3 0,8 2-485,6 5 1,6 10-472,9 4 0,-2 6 30,6 2 1,-6 0-854,2 0 0,-9-6-1020,-6-5 1644,-5 0 0,-25-20 0,-6 2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19.903"/>
    </inkml:context>
    <inkml:brush xml:id="br0">
      <inkml:brushProperty name="width" value="0.08571" units="cm"/>
      <inkml:brushProperty name="height" value="0.08571" units="cm"/>
    </inkml:brush>
  </inkml:definitions>
  <inkml:trace contextRef="#ctx0" brushRef="#br0">265 352 7791,'12'-11'104,"-1"0"0,0 1 154,0 3 0,-4-3 240,0 2 0,-3-1-112,3-2 0,-4 3-300,0 1 0,-6 3 132,-5-3 1,-3 1-187,-3-2 1,0 4 110,-4 4 1,-1 0-88,-3 0 0,-1 0-39,-3 0 0,3 4-198,-3 4 1,7-2-151,0 1 1,2 2 179,-1 6 1,2-3-108,5 2 1,4-1 66,-1-2 1,2 0-17,-1 0 1,2 0 72,5 0 0,1 0 143,3 0 0,2-5-41,5-2 1,4-3 3,-1-1 0,6 0 64,-2 0 1,7-1-87,1-3 0,-4-2 117,-4-5 0,-1 0-49,1 0 1,2 0 168,-5 0 0,-1 3 156,-2 1 31,-1 0-283,0-4-32,0 5 0,-4 1 26,0 5 1,-4 1 0,0 3 0,2 2 34,-1 5 1,3 0-38,-3 0 0,5 5-3,-2 2 0,3 4-14,1 4 1,-4-2 150,0 6 1,-4-2-6,1 1 0,-3-1 84,-1-2 0,-6-4-105,-5 0 1,-6-1-44,-9-6 0,1-5-341,-4-7 1,-1-1 141,-3-2 1,0-2-734,0-1 1,6-5 395,5-6 0,3 1-646,8-1 0,-2-2 315,10 1 1,-1 0 718,4 4 0,49-19 0,12-6 0</inkml:trace>
  <inkml:trace contextRef="#ctx0" brushRef="#br0" timeOffset="559">376 363 7791,'11'-17'495,"0"2"1,0 6-58,0 2 1,0 5-121,0-2 1,0 3 113,0 1 1,4 1-86,-1 3 0,1 2-62,-4 5 1,4 1-68,-1 3 1,6-2-158,-2 6 1,-2-1-15,-1 4 0,-3-1-95,-1-3 1,-1 2-721,-3-6 611,-2 6 1,-5-8-16,0 3 1,-5-8 52,-2-3 0,-3-3-109,-1-1 1,0-1 58,0-3 1,0-1 118,0-2 0,1-6-59,3 2 1,2-3-12,5 3 1,1-1-249,3-3 1,2 4 110,5 0 0,5 0-24,2 4 0,5-2 65,2 2 0,3-2-201,6 6 1,-1-1 56,0 4 1,1-1 263,3-3 1,-7 3 219,3-3 1,-7 2 191,0-2 0,-4 3 255,-4-3-300,-2 3-83,-10 1 1,-2 0-34,-8 0 0,-2 0-47,-5 0 0,-5 0 18,-2 0 1,-3 5-156,-1 2 1,0 3 58,0 1 1,1 0-17,3 0 0,-2 0-84,5 0 0,4 4 105,4-1 1,3 1-105,-3-4 1,5 4 87,-2 0 0,8-2-19,3-6 1,4 2 4,4-5 1,1-1 110,2-3 1,3 0-137,-3 0 1,2-6-3,-2-5 0,2 0 193,-6-4 0,5-1-92,-5 2 0,1-5 178,-4 5 1,-3-5-68,-1 5 1,-1-5 94,1 5-70,3-1 9,-4 4-158,0 5 0,3 2-98,-5 8 0,4 6-289,0 4 1,-2 2 153,1-1 1,0 2-716,4 5 1,-1-4 418,-2 1 0,1-2 463,-1 1 0,11 3 0,5-4 0</inkml:trace>
  <inkml:trace contextRef="#ctx0" brushRef="#br0" timeOffset="1067">1357 87 7816,'-7'-18'2036,"-1"-1"-845,6 6-985,-3-3 1,5 11 112,0 5 1,4 5 134,-1 6 0,6 5-138,-2 2 0,7 8 42,0 4 0,6 1-304,-2 2 1,4 2 115,4 1 0,-3 0-678,3 4 1,-3-4 320,-1 1 1,-4-4-542,-4-4 0,-6-7-175,-5-7 135,-2-8 243,-1-2 1,-4-6 137,-4-3 0,2-2 80,-1-5 1,-1-4 39,-3 1 0,-3-2 178,-1 1 1,-1 3-81,1-3 1,2 3 197,-6 1 1,5 1 101,-5 3 1,2-2 112,-1 5 1,-2 1 316,6 3 1,-5 0-300,5 0 0,-1 5 11,4 2 0,1 4-28,3 4 0,-2 1-35,5 2 1,1 3-19,3-3 1,6 2-234,5-2 1,5 2-194,6-5 1,1-2-267,3-6 0,-2 2-344,6-5 1,-5-1 400,5-3 0,-6-5-23,2-2 1,-3-3 465,-1-1 0,0-5 0,-9-16 0,-3-8 0</inkml:trace>
  <inkml:trace contextRef="#ctx0" brushRef="#br0" timeOffset="1217">1621 341 7816,'-4'-11'0,"2"3"769,-1 1-27,1 0-86,2 1-435,0 1 1,5 10 75,3 2 1,-2 3-141,1 1 1,1 3 12,3 1 1,0 5-197,0-2 0,0-1 86,0 2 1,0-5-1282,0 5 1,0-5 17,0 5 1203,0-6 0,10-7 0,2-7 0</inkml:trace>
  <inkml:trace contextRef="#ctx0" brushRef="#br0" timeOffset="1376">1677 142 7823,'-11'-22'0,"3"1"1312,1 3-395,4 2-3160,-1 10 1950,4 1 1,14 44 0,5 10 0</inkml:trace>
  <inkml:trace contextRef="#ctx0" brushRef="#br0" timeOffset="1779">1831 374 7854,'11'0'474,"0"0"179,0 0 1,0 0-92,0 0 1,0 0-169,0 0 1,0 0-376,0 0 1,4 0 60,0 0 1,3-1-209,-3-3 0,-1 1 147,-3-4 0,0 3-711,0-3 492,-4 0 1,-3-4-59,-4 0 0,-2 0-1,-5 0 0,-1 3 17,-6 1 1,-4 5 330,0-2 0,1 3-125,-1 1 0,4 0 308,-1 0 1,2 1-136,-2 3 0,7 2 221,-3 5 1,3 1-211,1 3 0,2-2-95,5 5 1,0 1-21,0 3 1,9 0-152,2 0 1,7 0-132,0 0 1,4-1-415,4-3 0,-3-3 361,3-8 1,-1-2 14,0-5 1,-1 0-453,1 0 1,-5-6 738,-2-5 0,-3 0 0,3-4 0,-4-16 0,2-5 0</inkml:trace>
  <inkml:trace contextRef="#ctx0" brushRef="#br0" timeOffset="2145">2184 341 7854,'-4'-12'145,"0"-3"1,1 6-1,3-2 1156,0 1-770,0 6-299,0-1 0,0 6-7,0 3 1,3 2-29,1 5 1,3 3 14,-3 1 0,5 1-135,-2-1 1,-1 2 97,1 5 1,1-4-309,3 1 1,-4-5-96,1 5 0,-2-6-238,1 2 1,2 1-197,-6-2 293,1 1 174,-4-4 63,0-5 0,-5-1-101,-2-5 0,1-5 38,-2-2 0,1-3 113,-4-1 1,3-4 7,1 1 1,5-5 94,-2 5 0,-1-5 193,1 5 1,1-6-107,3 2 1,0 1 40,0-2 1,1 4-45,3-3 0,-2 5 351,5-2 1,1 3-150,3 1 1,1 4-3,3 4 0,-3 2-176,3 1 0,2 4-18,1 4 1,-1 7-328,2 3 0,-5 3 157,5 1 0,-2 0-537,1 0 1,2 4 311,-5-1 1,1 0-307,-2-7 1,-1 3-167,1-3 65,-1-2 1,-2-1 690,0-8 0,-5-16 0,-1-10 0</inkml:trace>
  <inkml:trace contextRef="#ctx0" brushRef="#br0" timeOffset="2385">2559 76 7854,'0'-17'0,"-4"-3"0,0 6 2212,1-1-1488,3 9 0,0 2-199,0 8 0,4 3-238,4 8 1,2 5-63,1 9 1,5 2 164,2 9 0,4 0-58,4 5 1,-3-1-1298,3 0 0,-3-4 611,-1 1 0,-5-6-583,-2 2 0,-3-8 6,-1-3 1,-4-4-1420,1-4 2350,-6-7 0,3-20 0,-5-10 0</inkml:trace>
  <inkml:trace contextRef="#ctx0" brushRef="#br0" timeOffset="2560">2470 286 7854,'-6'-11'0,"-2"0"1338,4 0 1,3 4-588,8 4 1,5 2-480,10 1 0,5 4-1043,3 4 1,2 2 397,1 1 1,0-2-2055,0-1 2427,-5 2 0,14-4 0,-2 5 0</inkml:trace>
  <inkml:trace contextRef="#ctx0" brushRef="#br0" timeOffset="3469">2625 286 7839,'-6'-5'569,"-4"4"-81,4-9 284,0 8-32,1-2-262,5 4-161,0 0 0,5 1-45,2 2 1,3 0-289,1 4 1,3-3 103,1 3 0,5-3-1179,-2 3 1,2-3 574,-2 3 1,3-4 515,-3 0 0,32-1 0,9-2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17.852"/>
    </inkml:context>
    <inkml:brush xml:id="br0">
      <inkml:brushProperty name="width" value="0.08571" units="cm"/>
      <inkml:brushProperty name="height" value="0.08571" units="cm"/>
    </inkml:brush>
  </inkml:definitions>
  <inkml:trace contextRef="#ctx0" brushRef="#br0">22 274 7856,'-6'-11'1668,"1"0"-1361,5 0 0,-1 5 186,-2 2-319,1 3 1,-3 2-50,5 3 0,0 5-154,0 6 0,0 5 96,0-2 1,4 3-413,0 1 0,4 0 212,0 0 1,-2 0-151,1 0 0,-1-1 83,2-3 1,0 2-54,-4-5 1,4-1 253,0-3 0,-2-3 51,1-1 1,-3-5 158,3 2-193,1-3 0,3-6-153,0-2 1,0-3 101,0-1 1,0-1-172,0-3 1,0 2 96,0-6 1,0 6 42,0-2 1,-1 2 45,-3-2 1,2 3 76,-6-3 1,1 3 20,-4 1 0,0 4-78,0-1 0,-1 6-47,-3-2 1,2 3 41,-6 1 1,5 1 35,-5 3 0,5-2-27,-5 6 0,6 3-21,-2 3 1,3 2-43,1-1 0,0-2-124,0 6 0,5-6 179,2 2 1,0 1-42,4-1 0,-1-1 355,9-3 0,-1-1-142,4-3 0,0-2 529,0-5 1,0 0-206,0 0 1,0-5-38,0-2 1,-4-8-219,-4-3 1,-3-3-195,-3-1 1,0 0-708,-4 0 0,-2 4 448,-5-1 1,-3 2-1289,-6-1 0,1 2 1502,0 5 0,-9 0 0,-4 0 0</inkml:trace>
  <inkml:trace contextRef="#ctx0" brushRef="#br0" timeOffset="167">541 307 8242,'7'4'958,"0"-1"1,-1 6-695,2-2 1,2 3 241,-3 1 0,3 4-91,1-1 0,0 6-584,0-2 1,-1-1 189,-3 2 1,-1-6-1523,-2 2 1017,-3-3 484,4-6 0,-5-15 0,0-10 0</inkml:trace>
  <inkml:trace contextRef="#ctx0" brushRef="#br0" timeOffset="292">552 130 7856,'-8'-20'299,"1"1"0,4 3-472,0 5 292,2 5-119,1 1 0,9 20 0,4 3 0</inkml:trace>
  <inkml:trace contextRef="#ctx0" brushRef="#br0" timeOffset="594">739 42 7871,'-6'-11'0,"-4"0"1805,3 0-1250,2 5 0,-1 4-235,2 9 0,3 2-93,-3 9 0,4 1 167,4 7 0,2 2-182,5 5 0,5 2-43,2 2 1,3-1-792,1 8 1,-1-6 418,-3 6 0,2-7-1121,-5 0 0,-2-8-73,-6-3-52,3-3 1449,-8-6 0,-12-35 0,-9-14 0</inkml:trace>
  <inkml:trace contextRef="#ctx0" brushRef="#br0" timeOffset="1044">662 175 7871,'-5'-11'0,"4"-1"716,-3 1 1,3 4-199,1 0 1,0 3 233,0-3-567,0 4 0,1-3-9,3 2 0,3 3-139,8-2 1,-2 1 70,6 2 0,-5 0-145,5 0 1,-1 0 84,4 0 0,0 4-199,0 0 1,0 3 72,0-3 0,-5 4-67,-2 0 1,-3 1 112,-1 2 0,0 1 46,1-1 1,-5 4-138,0 4 1,-4 0 121,0 0 0,2 3-183,-1 0 0,4 0 109,0 4 0,-2-2-174,1 2 1,1-4 40,3 0 1,-4 0 132,0-4 0,1-3 11,3-4 0,0-1-24,0-6 0,-4-1 197,0-3 1,-3 0-72,4 0 1,-5-5 114,5-2 0,-2-3-90,1-1 0,3-3 194,-3-1 0,3 0-63,1 4 1,1 0-17,3 0 0,-3 1-106,3 3 1,1 1-7,-1 2 1,3 3 69,-3-3 0,1 3-37,-2 1 1,-2 5-89,3 2 0,-1 7-171,0 0 0,-1 2-976,1-1 1,-1-2 1135,-2 6 0,14-1 0,5 4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14.894"/>
    </inkml:context>
    <inkml:brush xml:id="br0">
      <inkml:brushProperty name="width" value="0.08571" units="cm"/>
      <inkml:brushProperty name="height" value="0.08571" units="cm"/>
    </inkml:brush>
  </inkml:definitions>
  <inkml:trace contextRef="#ctx0" brushRef="#br0">22 267 7899,'0'-8'-1895,"0"1"3399,0 5-364,0-8-916,0 9 0,-1-3-8,-3 8 1,3 2-19,-3 5 1,-1 3-42,2 1 1,-1 5-121,4-2 1,0 3-98,0 1 0,0 3 71,0-3 1,0 2-216,0-6 1,5 3 103,2 1 0,-1-3-467,2-1 393,-1-4 0,4 0-108,0-6 203,0-4 1,0-4-9,0 0 1,2-6-166,1-5 1,-1-1 105,1-6 0,-2-1 80,-1-3 1,1 0-31,-1 0 0,0 0 216,0 0 1,-4 0-80,0 0 1,-4 4 126,0-1 1,2 6 155,-1-2-199,0 3-75,-4 6 15,0 1 0,-4 10-160,0 2 1,1 3 129,3 1 1,0 5-217,0 2 0,0 2 94,0-2 0,0 3-115,0-3 1,3 3 6,1 1 0,3-3 95,-3-1 1,3-3 48,-3 3 0,3-5 6,-3 2 0,5-7 307,-2-5 0,3-2-142,1-1 0,-4-1 78,1-2 1,0-5-97,7-7 1,-3 0-266,3-4 1,-3-2 93,-1 3 1,0-2-93,0 2 1,0-3 118,0 3 1,-4 2 9,1 1 1,-6-1 80,2 2 1,-3 3-202,-1 3 471,0 1-215,0 1 0,1 1 137,3 5-143,-3 0 0,5 5 59,-2 2 1,-1-1-108,4 2 0,-1-1-3,1 4 1,3-1 31,-3-3 0,3 3-26,1-3 1,0-1 5,0 2 1,-3-5 0,-1 5 0,0-6-56,4 2 1,0-3-27,0-1-7,1 0-245,3 0 0,-2-4 100,1 1 1,-3-6 12,-3 2 0,2-3 49,-3-1 0,-2-1 155,-2-3 1,-1 3-120,-2-3 1,0 3 297,0 1 0,-5 1-94,-3 3 1,-1-2 23,-2 5 0,-2 1 34,-1 3 1,1 0-90,-1 0 0,1 5 102,2 2 1,0 4-111,0 4 1,5-2 106,3 6 1,1-2-68,2 1 1,0 3-169,0-3 1,2 2 89,1-2 0,5 2-148,6-5 1,3 3-65,6-3 1,-5-4-99,0-4 1,1-5-42,3 2 1,0-3 99,0-1 0,-1-1-90,-3-3 0,2-2 15,-6-5 0,5-1-161,-5-3 0,1 3 436,-4-3 0,-1 2 0,-3-2 0,2 3 0,-6-3 0,6 3 0,-8 1 377,3 0 1,-3 4 11,-1-1 431,0 6-212,0-3 898,0 5-968,0 5 1,0 1-68,0 5 1,0 0-374,0 0 0,4 0 73,0 0 0,3 4-396,-3-1 0,0 2 214,0-1 0,-1-3 149,4 3 0,-3 1-20,3-1 1,-3-1-176,3-3 57,0 0 0,19-24 0,3-7 0</inkml:trace>
  <inkml:trace contextRef="#ctx0" brushRef="#br0" timeOffset="114">981 35 7899,'-5'-11'-1130,"4"0"1130,-4 0 0,15 10 0,2 2 0</inkml:trace>
  <inkml:trace contextRef="#ctx0" brushRef="#br0" timeOffset="657">1301 311 7899,'0'-11'0,"0"0"0,0 0 942,0 0-282,-5 0-500,-1 0 1,-5 5-164,0 2 0,-4 3 71,1 1 1,-5 0-79,4 0 1,-4 5 143,0 2 1,0-1-253,1 1 0,-2 1 96,5 3 1,-1-4-632,2 1 461,1-1 1,-1 4-66,6 0 1,3-4-93,5 1 242,0-6 0,5 7 39,3-6 1,1 1-5,2-4 1,2 0 127,1 0 0,0 0-85,4 0 0,-1 0 86,2 0 0,0 1-43,-4 3 1,3-3 149,-3 3 0,5-2 22,-2 2 1,2-2 124,-2 6 0,3-5-136,-3 5 1,4-5 37,4 5 1,-3-1-109,3 4 1,-4 4 60,-4 0 1,2 0-256,-5 0 0,-5 1 65,-7 2 0,-3 0 20,-3-4 0,-8-1-44,-8 1 1,-7-3 94,-3-3 0,-6 0-476,-2-4 0,0 0 186,4-4 0,1 0-231,3 0 1,3-2 56,8-1 417,2-3 0,49-45 0,11-9 0</inkml:trace>
  <inkml:trace contextRef="#ctx0" brushRef="#br0" timeOffset="1290">1521 101 7899,'0'-7'1664,"0"0"-589,5-1-609,-3 2-223,7 1 1,-4 11 94,3 5 1,1 5-178,-1 6 0,0 5-86,0 3 1,2 2-337,-3 1 1,3 0 211,1 0 0,-4-4-409,0 1 0,-3-2 271,3 1 1,-4-2-139,1-5 1,-3-5 55,-1-2 0,1-8 0,3-3 121,-3-3 1,5-1 1,-2 0 0,-2-5-203,5-2 1,1-4 145,3-4 0,-1 2 254,-3-5 1,5 3-57,-4-4 0,4 2 314,-5-1 1,-1-3-192,2 3 1,-5 1 166,5-2 0,-5 6 40,5-2 0,-6 6 516,2 2-649,-3 5 1,0-3 1,3 5 1,-3 5-108,3 2 1,1 8 33,-2 3 1,5 3-246,-5 1 1,5 0 69,-4 0 1,3 0 36,-3 0 1,4-1-89,-1-3 0,0 2-276,0-5 0,0 2 171,4-6 1,-3 2 85,-1-5 0,0-3-125,4-2 1,0-2 87,0-1 1,0-4-573,0-4 1,4-3 250,0-4 1,0 2 153,-4-5 1,0-1 327,0-3 0,-4-1 0,0-3 0,-4 2 0,0-6 0,-1 5 0,-2-5 0,-2 1 361,-1-4 0,0 0-207,-4 0 1,1 1 741,-1 2 0,0 3 262,4 5 132,1 5-390,-2 6-479,4 6 1,4 14-80,4 2 1,2 8-71,1 3 0,-2 2-139,-1 5 1,2 1 82,-3 3 1,3 0-225,1 0 1,0 1 95,0 3 0,-1-7-712,-3 4 0,3-9-44,-3 1 0,3-3-332,1-1 0,-4-6-584,1-5 530,-6 0 1054,8-10 0,-4-25 0,5-13 0</inkml:trace>
  <inkml:trace contextRef="#ctx0" brushRef="#br0" timeOffset="1449">1984 212 7899,'-11'-15'0,"0"0"0,5 4 1454,3 4 0,8 4-620,6 0 0,8 2-434,7 1 1,5 0-1002,-2 0 0,4 0 460,4 0 0,-4 1-1261,0 2 1402,0-1 0,-5 12 0,5-1 0</inkml:trace>
  <inkml:trace contextRef="#ctx0" brushRef="#br0" timeOffset="1943">2569 256 7899,'-5'-6'111,"-1"-4"0,-5 5 275,0-2 0,3 2-32,1 5 1,0 0-83,-4 0 0,-2 0 63,-1 0 1,1 1-67,-1 3 1,-2-2-168,1 5 0,0-3 72,4 3 0,0-3-145,0 3 1,2-3-117,1 3 1,0 1-302,4 3 0,2 0-94,5 0 0,1 0 254,7 0 0,-1 1-218,8 3 1,-3-3 148,3 3 0,4-3 6,4-1 0,0 1 99,-4 3 0,0-5 121,0 5 1,0-7 104,0 3 0,-1 0 190,-3-3 1,-2 0-64,-5-1 1,0 2 119,0-5 0,-5 1-44,-2-2 0,-8-2-46,-3 3 0,-8-3-441,-3-1 0,-3 0 122,-1 0 1,-4 0-253,0 0 0,-3-1 380,3-3 0,-4-11 0,2-9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7.366"/>
    </inkml:context>
    <inkml:brush xml:id="br0">
      <inkml:brushProperty name="width" value="0.08571" units="cm"/>
      <inkml:brushProperty name="height" value="0.08571" units="cm"/>
    </inkml:brush>
  </inkml:definitions>
  <inkml:trace contextRef="#ctx0" brushRef="#br0">23 122 8133,'-1'-10'-373,"-3"3"0,3-3 428,-3 3 0,3 0 691,1 0 1,0 3-283,0-3 0,5 1-173,2-1 1,3-3-187,1 3 0,0 0 100,0 0 0,1 5-208,3-2 1,-2-1 150,6 1 1,-6 1-429,2 3 1,0 1 98,-4 3 1,1 2-44,-8 5 1,-1 5-119,-3 2 1,0 3 108,0 1 1,-5 1 201,-2 3 1,-6-2-101,-2 6 0,0-1 46,4 4 1,-3-3-17,-1-1 0,-4 0-73,5 5 0,-5-6 117,5-3 1,-1-1 49,4-2 0,5-5 97,2-2 0,3-7-106,1-1 0,1-4 176,3 1 1,3-7-121,8-1 1,2-5 34,5-2 0,0-2-46,0-5 1,1 0-50,3-4 0,-3 0 115,3 0 0,1-2-5,-1-1 1,-2 1 51,-5-1 1,0 1-78,-4 2 0,-2 1 135,-5 3 0,0 2-65,-4 5-160,0 5 125,-4 1 1,-1 6-368,-3 3 1,1 3 29,-4 8 1,1-2 45,-1 6 0,-3-1-33,2 4 0,-1 0 76,-2 0 1,3 4-125,1 0 0,1 3 73,-2-3 0,0 0 137,4-4 0,1 0-90,3 0 1,0-1 437,0-3 1,4-3 92,4-8 0,6-2 280,5-5 0,5-6-32,2-5 1,6-6-217,1-9 0,0-3 315,4-8 1,1-1-278,-1-3 1,-4 2-21,-4 2 0,-6-1-110,-1-2 0,-5-2-594,-6 6 0,-4 4-250,-4 6 0,-1 8-1656,-2 3-750,0 3 2931,-5 6 0,-2 25 0,-4 12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7.903"/>
    </inkml:context>
    <inkml:brush xml:id="br0">
      <inkml:brushProperty name="width" value="0.08571" units="cm"/>
      <inkml:brushProperty name="height" value="0.08571" units="cm"/>
    </inkml:brush>
  </inkml:definitions>
  <inkml:trace contextRef="#ctx0" brushRef="#br0">128 1 9634,'-2'11'425,"-1"0"0,0 1-312,-4 3 1,3-2-301,-3 5 1,0 4 155,-5 4 0,1 0-234,0-4 1,0 0 178,0 0 0,2 2-725,1-1 0,-2-3 5,3-5 806,2-8 0,10-2 0,7-11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8.141"/>
    </inkml:context>
    <inkml:brush xml:id="br0">
      <inkml:brushProperty name="width" value="0.08571" units="cm"/>
      <inkml:brushProperty name="height" value="0.08571" units="cm"/>
    </inkml:brush>
  </inkml:definitions>
  <inkml:trace contextRef="#ctx0" brushRef="#br0">78 23 7982,'6'-8'-845,"-2"1"2505,2 4-520,-5-1-2,9 4-755,-9 0 1,4 4-265,-5 4 1,0 6-29,0 5 0,-5-1-136,-2 4 1,-3-2-71,-1 6 0,1-2 167,3 2 0,-3-3-1031,3 3 1,-3-3 458,-1-1 0,3-1 520,1-3 0,5-7 0,-3-6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8.891"/>
    </inkml:context>
    <inkml:brush xml:id="br0">
      <inkml:brushProperty name="width" value="0.08571" units="cm"/>
      <inkml:brushProperty name="height" value="0.08571" units="cm"/>
    </inkml:brush>
  </inkml:definitions>
  <inkml:trace contextRef="#ctx0" brushRef="#br0">221 40 7944,'1'-7'-1049,"3"-1"2089,-3 6-553,4-8 0,-4 9 534,3-3-160,-3 3-326,4-4 172,-5 4-451,-5 6 0,-1 2-139,-5 8 1,0 2 72,0 1 0,-5 7-144,-2 0 1,-2 6-97,2-2 0,-3 4-394,3 4 1,-3 1-689,-1 3 0,5-3 589,2-5 1,8-5-549,3-2 0,3-4 276,1-4 815,5-7 0,35-21 0,14-8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9.386"/>
    </inkml:context>
    <inkml:brush xml:id="br0">
      <inkml:brushProperty name="width" value="0.08571" units="cm"/>
      <inkml:brushProperty name="height" value="0.08571" units="cm"/>
    </inkml:brush>
  </inkml:definitions>
  <inkml:trace contextRef="#ctx0" brushRef="#br0">66 45 8027,'0'-11'728,"5"0"-444,1 0 0,6 5 213,-1 2-394,0 3 1,0 1 97,0 0 1,-2 1-174,-1 3 56,2 2-1,-8 5-211,5 0 1,-4 1 108,0 3 1,-3-3-110,-3 3 1,0-3-22,-4-1 0,0-2 121,-4 2 1,0-6-78,0 6 108,0-3 0,0 3-212,0 0 1,-1-5 125,1-2 0,4 1-125,0-1 0,3-1 91,-3-3 0,3 4-11,-3 0 53,4-1 251,-2-3-195,5 0 39,0-4 79,0 2 1,2-6-88,1 4 60,3 0 0,5 4-24,0 0 1,-3 0-9,-1 0 0,0 0-19,5 0 0,-1 5-2,0 3 1,-2-2 0,-1 1 0,2 0 1,-3 4 0,-1 1 27,1-1 1,-4 0-25,0 0 1,-3 3 53,-3 1 0,-5 0-185,-6-4 1,1 0-217,-1 0 1,-2 0-91,1 0 0,-4-4-953,0 0 1366,3-4 0,0-8 0,5-7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29.634"/>
    </inkml:context>
    <inkml:brush xml:id="br0">
      <inkml:brushProperty name="width" value="0.08571" units="cm"/>
      <inkml:brushProperty name="height" value="0.08571" units="cm"/>
    </inkml:brush>
  </inkml:definitions>
  <inkml:trace contextRef="#ctx0" brushRef="#br0">1 1 8033,'16'0'1034,"-4"0"-568,3 0 0,1 0-237,-2 0 1,6 5 0,-2 2 0,-1 8 513,2 3 0,-4 4-355,3 4 1,-10-2-194,0 6 1,-6-1-290,-2 4 0,-6-1 112,-5-2 1,-5 0-1003,-6-4 0,-4 0 578,1-4 0,-1 0 406,4 0 0,19 0 0,6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0.584"/>
    </inkml:context>
    <inkml:brush xml:id="br0">
      <inkml:brushProperty name="width" value="0.08571" units="cm"/>
      <inkml:brushProperty name="height" value="0.08571" units="cm"/>
    </inkml:brush>
  </inkml:definitions>
  <inkml:trace contextRef="#ctx0" brushRef="#br0">89 32 7873,'0'-11'-580,"1"5"771,3 2 1,-3 2 1070,3-2-999,-3 3 0,0-3-40,3 8 1,-3-2-261,3 6 1,-3 3 69,-1 3 1,-5 5-88,-2-5 1,1 6 107,-2-2 0,2-2-75,-1-1 1,-3 1-55,3-1 0,-3-1 115,-1-3 0,4 0-214,-1 0 1,5-3-56,-5-1-430,6-5 250,-3 3-29,5-5 1,1-5 25,3-2 1,3-3 102,8-1 0,-2-3 309,6-1 0,-5-1 0,5 1 0,-2 2 0,1-6 0,3 6 0,-2-2 0,0-1 0,0 2 0,0-1 82,-4 4 1,0 4 109,-4-1 1,0 6 541,0-2-461,-5 3 1,-1 2-19,-5 3 1,-5 2-117,-3 5 0,-1 4-39,-2-1 1,3 2 74,1-1 1,1-2-223,-2 6 1,0-6-24,4 2 0,0-2-34,4 2 0,0-3-103,0 3 0,0-3 94,0-1 1,2-3-13,1-1 1,3-1 55,5 2 1,4-4 37,0-4 0,3 0-26,-3 0 0,5-4 3,-2-4 1,-1-3-39,1-4 0,1 2-78,3-5 0,-5 4 151,-2-1 1,1-1-42,-2 2 0,-3-2 115,-3 1 1,-2 3-89,1-3 127,3-2 0,-9 5-81,3-3 1,-4 4 333,-4 4 0,-2 2-66,-5 5 0,-4 0 60,1 0 1,-1 5-137,4 2 1,0 3-55,0 1 1,0 1-53,0 3 1,1-3 44,3 3 0,-2 1-242,5-2 1,1 5 49,3-4 0,0 4-54,0-1 1,0 0-113,0 0 0,5-1-144,2 2 1,8-5-299,3-6 0,-1 0 272,2-4 0,3 0 384,3-4 0,1-5 0,21-26 0,5-11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1.062"/>
    </inkml:context>
    <inkml:brush xml:id="br0">
      <inkml:brushProperty name="width" value="0.08571" units="cm"/>
      <inkml:brushProperty name="height" value="0.08571" units="cm"/>
    </inkml:brush>
  </inkml:definitions>
  <inkml:trace contextRef="#ctx0" brushRef="#br0">45 45 7969,'-5'-6'-399,"3"1"1761,-7 5-1021,7 0 0,-6 5-90,4 2 1,1 4-238,3 4 0,-4-3 66,0 3 0,1 1-125,3-2 0,0 5 59,0-4 1,0-1-99,0-3 1,1 3-10,2-3 0,2 2-4,3-5 1,1-2-51,-1 1 0,2-4 76,1 0 0,0-2-171,0-1 0,0-1 51,0-2 1,1 0-12,3-4 1,-3-1 60,3-3 0,-3 0 164,-1 0 0,0-3-92,0-1 1,0 0 97,0 4 1,-4 0 226,1 0 1,-5 0 10,5 0 52,-6 5-205,3-4-189,-5 9 1,-4-3 131,1 8 1,-5-2-137,5 6 1,-5-1 38,5 4 0,-2 0-18,1 0 0,3 0-19,-3 0 0,3 0 47,1 0 0,0 0 39,0 0 0,0 0-33,0 0 0,5-1 148,2-3 1,4 2-84,4-5 0,2-1 125,5-3 1,1 0-87,3 0 1,-3-6 380,3-5 1,-3-1-124,-1-6 1,-1-1-14,-2-3 0,-5 0-185,-6 0 0,-3 1-210,-5 3 1,-5-3-1121,-3 3 1,-6 2 1189,-5 1 0,-16 8 0,-6 2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1.562"/>
    </inkml:context>
    <inkml:brush xml:id="br0">
      <inkml:brushProperty name="width" value="0.08571" units="cm"/>
      <inkml:brushProperty name="height" value="0.08571" units="cm"/>
    </inkml:brush>
  </inkml:definitions>
  <inkml:trace contextRef="#ctx0" brushRef="#br0">0 11 9846,'6'-6'532,"5"3"1,5 1-432,6 2 0,2 0 120,1 0 0,0 0-617,4 0 1,-4 0-962,1 0 0,-3 0 329,-1 0 1028,-5 0 0,-26 0 0,-10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1.726"/>
    </inkml:context>
    <inkml:brush xml:id="br0">
      <inkml:brushProperty name="width" value="0.08571" units="cm"/>
      <inkml:brushProperty name="height" value="0.08571" units="cm"/>
    </inkml:brush>
  </inkml:definitions>
  <inkml:trace contextRef="#ctx0" brushRef="#br0">0 34 9668,'11'0'484,"1"0"-380,3 0 0,3 0 117,8 0 0,3 0-1128,8 0 0,1 0 907,3 0 0,26-15 0,3-3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6.871"/>
    </inkml:context>
    <inkml:brush xml:id="br0">
      <inkml:brushProperty name="width" value="0.08571" units="cm"/>
      <inkml:brushProperty name="height" value="0.08571" units="cm"/>
    </inkml:brush>
  </inkml:definitions>
  <inkml:trace contextRef="#ctx0" brushRef="#br0">56 353 7918,'-12'0'-1365,"1"0"1092,0 0 0,4 0 3686,0 0-2208,4 0 1,-2 2-296,5 1 1,10-1-409,5 1 1,6-2-177,4-1 0,7 0-1307,5 0 0,5 0 686,-2 0 1,2 0-1425,-2 0 1719,3 0 0,1-14 0,6-5 0</inkml:trace>
  <inkml:trace contextRef="#ctx0" brushRef="#br0" timeOffset="759">1731 12 7874,'6'-6'748,"-1"1"-369,-5 5 0,0 5-40,0 2 0,-8 4 21,-3 4 1,-9 3-103,-2 8 1,-5 2-146,-6 5 0,-7 1 114,-8 3 1,-2-3-290,-9 3 1,-1-3 136,1-1 0,-2-2-283,6-5 1,3-2 70,12-9 0,3 0-58,8-4 0,-1-4-253,8 0 1,3-4 181,7 1 0,5-3-52,0-1 1,4-5 120,0-3 0,1-6 218,2-5 0,0 0-133,0 0 0,5-5 173,3 2 0,3-4 3,3 0 1,0 3 4,4-3 0,1 0 15,3 0 1,1 0-36,3 4 0,-3 5 341,3 2 0,4 3-150,0 1 0,4 5 274,-5 2 0,3 4-167,1 4 1,4 8 161,0 10 1,0 1-226,-4 7 0,0-5-107,0 5 0,-3-6-177,-4 2 1,-1-4 85,-11-3 0,1 0-921,-4-4 0,-1 0 440,-3-4 1,-1-2-2411,-2-1 2805,-3-3 0,19-25 0,-2-5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2.894"/>
    </inkml:context>
    <inkml:brush xml:id="br0">
      <inkml:brushProperty name="width" value="0.08571" units="cm"/>
      <inkml:brushProperty name="height" value="0.08571" units="cm"/>
    </inkml:brush>
  </inkml:definitions>
  <inkml:trace contextRef="#ctx0" brushRef="#br0">45 508 7924,'-6'-8'403,"2"1"224,3 0 214,-4-4-611,4 0 1,-4 0 15,5 0 1,1 3-163,3 1 0,2 1 90,5-1 1,1-2-50,3 5 1,1-3 16,2 3 1,3-1-71,-3 2 0,-1 1-332,2-1 0,-6 2 155,2 1 1,-6 1-223,-2 2 0,-5 4 167,2 4 0,-4 3-64,-4 1 1,-7 6 52,-7 1 0,1 1 149,-2 7 1,1-5-30,-4 5 0,4-6-7,-1 2 0,5 1 88,-5-1 0,6 3-37,-2-3 1,6-4-128,2-4 0,5-3 62,-2 3 45,3-4 0,6-3 0,2-8 0,3-1-14,1-2 1,3-2 0,1-1 1,5-5-6,-2-6 0,-1 0 18,2-4 0,-2-1-15,1-3 0,3 0 283,-3 0 1,-2 0-71,-1 0 0,-3 0-81,-1 0 1,0 5-57,0 2 0,-1 3 108,-3 1-202,3 5-192,-8 1 0,2 10-325,-4 2 1,-1 4 220,-2 4 1,-2-2-48,-3 6 0,-2-1 102,3 4 1,-3-3 344,-1-1 1,0 0-45,0 4 0,4 0 77,0 0 1,4-1 132,-1-2 1,3-3 147,1-5 1,5 0 59,2 0 0,9-5-152,6-3 0,5-4 425,6-6 1,4-5-225,0-10 1,3-4 139,-3 0 1,0-5-162,-4 2 0,-5-5-434,-2 1 1,-8-2-242,-3 10 0,-8-5-254,-3 5 0,-3-4-987,-1 7 1,0 3 64,0 8 1405,-5 5 0,-11 20 0,-7 11 0</inkml:trace>
  <inkml:trace contextRef="#ctx0" brushRef="#br0" timeOffset="436">552 872 8167,'4'-8'1099,"-1"1"-334,1 4-389,-4-1 0,0 8-89,0 4 0,-5 5-227,-2 2 1,-3 5 102,-1-2 1,0-1-418,0 1 1,-1 1 244,-3 3 0,3-1-359,-3-3 0,3 3 184,1-3 0,0-1-969,0 2 0,3-7 44,1-1 1109,4 0 0,3-19 0,7 0 0</inkml:trace>
  <inkml:trace contextRef="#ctx0" brushRef="#br0" timeOffset="675">695 828 7549,'10'-2'1813,"-3"-1"-1217,-2 1 0,-3-1-155,1 6 1,-2 1-6,3 7 1,-6-1-87,-2 8 1,-5 1-228,2 3 0,-3 0 57,-1 0 0,0 0-151,0 0 1,-1 0-321,-3 0 0,3 4-502,-3-1 0,4-3-913,4-3 0,-2-6 1706,6 2 0,9-22 0,6-7 0</inkml:trace>
  <inkml:trace contextRef="#ctx0" brushRef="#br0" timeOffset="1162">1026 23 8154,'0'-11'1037,"-5"5"-814,-2 2 0,-3 8 136,-1 3 0,-5 8-100,-2 3 0,0 4-208,0 4 0,5 2-62,-2 5 0,0 4-235,4 0 0,-2-1-156,5-3 1,3-1 233,2-2 1,2-3-832,1-5 1,4-5 998,4-3 0,36-26 0,10-7 0</inkml:trace>
  <inkml:trace contextRef="#ctx0" brushRef="#br0" timeOffset="1613">1169 122 7960,'4'-7'0,"0"-1"296,4 6 0,-2-7-77,5 6 0,0-1 0,0 4 1,0 0-291,0 0 0,0 4 77,0-1 0,-3 6-152,-1-2 0,-3 3 91,3 1 1,-4-4-27,0 1 1,-1-1 100,-2 4 0,-4 0-30,0 0 1,-4-4 14,0 1 0,-3-2 3,-3 1 0,1 2-113,-1-5 1,1 3 116,2-3 0,0-1-204,0-3 1,4 1 117,0 3 0,3-3-94,-3 3 78,4-3 49,-2-1 385,5 0 1,5 0-286,2 0 0,0 0-28,0 0 0,0 0 18,4 0 0,0 0 41,0 0-43,0 0 0,4 4-30,0 0 0,-2 4-22,-5 0 0,1 1-11,-1 2 0,-3 2 125,-2 1 1,-1-1-85,-2 1 1,-5-1-124,-3-2 1,-5 0 124,-2 0 0,-4 0-596,0 0 1,0-2 236,0-1 1,0 0-564,4-4 895,0 0 0,4-24 0,0-4 0</inkml:trace>
  <inkml:trace contextRef="#ctx0" brushRef="#br0" timeOffset="1843">1379 23 7974,'5'-6'0,"-3"-3"1165,5 5 0,1 1-282,3 3 1,1 5-47,3 2 0,2 6-407,5 2 0,0 8-159,0-1 0,-5 7-391,-2-4 0,-3 6 158,-1-2 0,-5 2-794,-2-2 0,-8 3 584,-3-2 0,-9-2-1680,-6 1 1,-3-8 1851,-8 1 0,-17-7 0,-12 1 0</inkml:trace>
  <inkml:trace contextRef="#ctx0" brushRef="#br0" timeOffset="2468">1412 1092 7921,'0'-11'0,"0"0"349,0 0 1,0 0-52,0 0 1,-1 5-84,-3 2 0,1-1-206,-4 2 0,-1-1 84,-7 4 0,3 4-27,-3-1 1,-2 7-48,-2 1 1,2 1-169,-1 7 0,4-5 164,0 5 1,-1-2-125,4 1 0,-1 2-83,8-5 0,0 3 84,4-3 0,2-1 208,1-3 1,5-1-62,6-2 0,3-4 262,5-4 1,1-4-107,-1-4 1,-4-3-145,0-3 0,-4 0-351,1-4 0,-3 1 174,-1-2 0,-5 0-734,-2 4 0,-3-4 120,-1 5 740,0-1 0,-10 9 0,-2 1 0</inkml:trace>
  <inkml:trace contextRef="#ctx0" brushRef="#br0" timeOffset="2801">1676 883 7921,'0'-11'-273,"0"0"182,0 0 1072,0 4 0,0 1 206,0 3-640,0 1 1,0-1-143,0 6 1,0 4-46,0 4 1,0 3-225,0 1 0,0 5-111,0-2 0,0 3-26,0 1 0,0 4 105,0-1 0,-1 2-663,-3-1 1,2-2 303,-5 6 0,3-7-784,-3-1 1,1-1 420,-2-6 1,0 3-1177,4-3 1794,-5-5 0,18-30 0,-2-11 0</inkml:trace>
  <inkml:trace contextRef="#ctx0" brushRef="#br0" timeOffset="3263">2007 817 7921,'6'-8'0,"-2"1"0,-2 4 1785,2 0-1239,-3 1 1,4 4-385,-5 1 1,0 7 55,0 5 1,0 4-133,0 0 1,0 3 113,0 4 0,-4 1-434,1 2 1,-2 3 132,1-3 0,-1 2-114,-2-2 1,-2 2 47,6-5 1,-6-2 98,2-6 1,2-2-126,1-5 138,-2 0-85,5-4 0,-4-4 73,5-6 1,0-4-583,0-4 0,0 0 137,0 0 0,0-3-29,0-1 1,4-1 274,-1 1 1,1 3 265,-4-3 0,0 3 28,0 1 1,-4 0-71,1 0 0,-6 5 407,2 2 0,-4-1-233,-4 2 1,2-1 225,-6 4 1,1 4 47,-4-1 0,3 7 181,1 1 1,6 0-170,1 4 1,1 1-117,6-1 1,1 0-196,3 0 0,0-3 66,0 3 1,4-3-221,4-1 0,5-5 75,2-2 0,5-3-306,-2-1 0,-1 0-351,2 0 0,-5 0-1535,5 0 2164,-6-5 0,8-20 0,-4-11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0:38.897"/>
    </inkml:context>
    <inkml:brush xml:id="br0">
      <inkml:brushProperty name="width" value="0.08571" units="cm"/>
      <inkml:brushProperty name="height" value="0.08571" units="cm"/>
    </inkml:brush>
  </inkml:definitions>
  <inkml:trace contextRef="#ctx0" brushRef="#br0">600 120 8147,'-6'-11'0,"1"0"0,2 0 393,-1 0 1,0 4-187,4-1 0,2 1 71,1-4 1,5 4-56,6-1 0,0 5-54,4-5 0,4 6 82,4-2 0,5-1 43,-2 2 1,-1 0-73,2 7 1,-6 7-269,2 7 0,-4 7 30,-4 0 1,-3 7-170,-8 1 1,-2 4 55,-5 4 1,-6 5-76,-5-2 0,-10 3-3,-8-3 0,-8 0 28,-3 0 0,-3-1-18,-1-3 1,0-7 113,-1-7 0,6-3 151,3-1 0,-2-6 18,1-5 1,5-1 107,6-6 0,8-2 35,3-5 0,0-3-83,4-5 1,3-2 38,8-1 1,0-4-73,0-4 0,5 2-116,2 1 1,7-2 27,0 3 1,7 1-162,1-2 0,1 6-16,7-2 1,-4-1 105,3 2 1,2 3-647,5 3 0,0 2 316,4-1 1,1 2-1435,3 5 1810,-5 0 0,58 20 0,-44-8 0,0 0 0</inkml:trace>
  <inkml:trace contextRef="#ctx0" brushRef="#br0" timeOffset="559">1361 87 7954,'6'-17'186,"-2"2"0,-3 3 361,-1 1 0,4 4 503,0-1-264,-1 6-759,-3-8 0,-3 10 78,-1 0 1,-6 5-43,-1 6 0,-1 5 96,-7 2 1,0 3-86,-7 1 1,2 5 87,-6 3 1,1 6-136,-4 5 1,1-2-53,2 1 1,-1 4-95,1 4 0,3 0-230,2-4 0,5-1 206,2-3 1,8-3-222,-1-7 0,3-5-98,1-6-61,2-3 257,5-10 1,5-1 68,2-5 0,3 0 59,1 0 0,5-4-38,3 0 0,1-4 226,2 0 0,0 2-53,1-1 0,-1 1 108,0-2 0,3 0-46,1 4 0,0 0 233,-4 4 1,-1 0 12,-3 0 1,3 0 128,-3 0 0,2 0-108,-2 0 0,-1 5-89,-2 3 0,-3-2-236,3 1 1,-3-1 130,-1 2 1,0 0-290,0-4 1,0 3 24,0-3-663,0 0 1,0-4-11,0 0 0,0 0-951,0 0 1756,1 0 0,3-15 0,3-4 0</inkml:trace>
  <inkml:trace contextRef="#ctx0" brushRef="#br0" timeOffset="976">204 914 8646,'1'-7'752,"3"-1"0,7 6-351,7-2 0,17 2 12,10-2 1,21 3-130,11-3 0,18 3-176,-42 1 0,1 0 0,2 0 0,1 0 72,2 0 1,-1 0 0,-3 0-1,-1 0 3,45 0 1,-7 0-554,-11 0 0,-4 4 262,-14-1 1,-7 1-782,-15-4 1,-5 0 502,-6 0 1,-5 0-1082,-6 0 0,-8 1 646,-7 3 0,-13-3 821,-6 3 0,-4-3 0,-3-1 0</inkml:trace>
  <inkml:trace contextRef="#ctx0" brushRef="#br0" timeOffset="1429">281 1157 7912,'0'-11'0,"0"-1"298,0 1 0,0 0-26,0 0 0,2 4 78,6 0 1,0 3-75,11-3 0,0 3 21,7-3 1,2 4-107,5 0 1,0 3 13,0 3 1,-1 3-137,-3 5 0,-3 5-225,-7 3 0,-5 1-201,-6 3 0,-3 0 207,-5 3 1,-3-2 145,-4 5 0,-2 1 14,-9 3 1,-5 0 89,-7 0 1,2 0-110,-1 0 0,-2-1 21,-6-3 1,2 3-81,-6-2 0,2-5 132,-1-3 0,-2-1-133,5-6 1,-3 0 54,3-4 0,6-5-59,9-3 1,5-6 44,6-5 1,4-3 137,-1-3 1,7 0-20,1-4 0,5 0 96,6-5 0,6 1-169,5 0 0,2 2 34,5 1 1,2 0-155,5 4 0,2-3 98,3 3 1,-2-4-512,-2 5 0,-3 3 220,3 3 1,-3 5 294,-1-5 0,0 21 0,0 0 0</inkml:trace>
  <inkml:trace contextRef="#ctx0" brushRef="#br0" timeOffset="2185">788 1443 7864,'-6'-5'0,"2"-2"1,3-3 0,1 3 346,0-1-84,0 1 0,0-4-50,0 0 0,0 4-3,0-1 0,1 1 16,3-4 1,2 4-152,5-1 0,0 6 10,0-2 1,0-1-104,0 2 0,4-1 210,-1 4 17,1 0-831,-4 5 1,-5 2 323,-2 8 0,-3 2 112,-1 5 1,-1 0 17,-3 0 0,-2 1 64,-5 3 1,0-3 50,0 3 1,4-1 87,-1 0 0,2-1 55,-1 1 1,1-5-77,2-2 1,3-3-1,-3 3 0,3-8-24,1 1-4,5-7 1,1 1 17,5-5 0,1-5-146,3-2 1,-3-3 23,3-1 1,-3-5-73,-1-3 0,0-1 100,0-2 0,0-1 9,0 1 0,0 0-115,0 0 0,-1 2 70,-3 1 0,3 1-228,-2 7 354,-3-3 0,-1 13 0,-4 1 0,0 7 0,-4 8 0,-4 3 0,-3 3-67,-4 1 0,3 2 67,-2 1 0,2 2 52,5 3 0,-1-3-58,4-5 0,0-2 222,4-1 0,5 0-51,2-4 1,7-5 107,1-6 0,5-4 174,3-4 1,2-7 211,5-7 1,0-6-136,-4-5 1,0-1-123,-4-6 0,-1 0-397,-3-1 0,-2 3 83,-5-3 0,-4 4-854,1 4 0,-6-2 50,2 6 1,-3 0 715,-1 7 0,-5 21 0,-1 11 0</inkml:trace>
  <inkml:trace contextRef="#ctx0" brushRef="#br0" timeOffset="2669">1262 1631 7853,'6'0'869,"-1"0"522,-5-5-836,5 3 0,-4 2-345,3 8 1,-7 3 1,0 4 0,-6 2-205,2 5 1,-3 3 65,-1 1 1,0 1-84,0-1 0,0-3 115,0 3 1,0-3-597,0-1 1,0-1-22,0-3 1,1-2-182,3-5 0,-2 0-1160,5 0 764,1-5 1089,3-1 0,0-5 0,19-29 0,6-8 0</inkml:trace>
  <inkml:trace contextRef="#ctx0" brushRef="#br0" timeOffset="2902">1383 1631 8312,'6'0'948,"-1"0"0,-5 1-404,0 2 0,0 5-128,0 7 1,0 2-141,0 5 1,-5 1-95,-2 3 0,1-2-86,-1 6 1,0-6-502,0 2 1,-3 1 320,3-1 1,1-1-886,-2-3 0,2-3 493,-1-1 0,-3-6-1507,3-1 1983,2-5 0,0-20 0,5-5 0</inkml:trace>
  <inkml:trace contextRef="#ctx0" brushRef="#br0" timeOffset="3388">1549 1123 7893,'-11'0'677,"0"0"0,0 4-451,-1 0 0,1 4 26,0 0 0,0 6-144,0 5 0,-1 2 69,-3 1 1,3 1-333,-3 3 1,7 1 166,1 2 0,4 2-715,-1-6 1,4 1 38,4-4 1,-1-1-133,4-3 0,1-5 796,7-6 0,17-19 0,8-2 0</inkml:trace>
  <inkml:trace contextRef="#ctx0" brushRef="#br0" timeOffset="3890">1714 1168 7853,'7'0'-13,"1"0"0,-5-4 239,5 0-57,-1 1 0,4 3-139,0 0 1,-4 0 1,1 0 1,-2 1-108,1 2 0,2 0 5,-6 4 133,6 1 1,-4 3-131,2 0 0,-2-4 76,-5 0 1,0 1-45,0 3 0,-5-4 53,-2 0 1,1-3-33,-2 3 0,1-3 3,-4 3 0,0-3-6,0 3 1,0-4-15,0 1 0,4-2-88,-1 2 0,5-3 12,-5 3 67,6-3-53,-8-1 22,9 0 9,-4 0 1,6 0 46,3 0 1,-2 0-8,6 0 91,-1 0 0,4 0-88,0 0 1,-4 0 320,1 0-248,-1 0 1,4 0 98,0 0 1,-4 4-73,1-1 1,-5 6-15,5-2 1,-6 3 46,2 1 0,-3 0 119,-1 0 1,0 0-41,0 0 0,-5 0-91,-2 0 0,-7 0-323,0 0 0,-5 0 118,5 0 1,-6-3-570,2-1 0,1-1 331,-2 1 0,6-2 341,-2-5 0,8-5 0,2-1 0</inkml:trace>
  <inkml:trace contextRef="#ctx0" brushRef="#br0" timeOffset="4161">1912 1057 7853,'11'0'-239,"0"0"-60,0 0 0,2 0 1009,1 0 0,0 2-193,4 1 1,-4 7 68,0 5 1,2 4-182,-1 0 1,0 5 241,-4 2 1,-5 3-205,-2-3 0,-3 5-67,-1-2 1,-6-1-273,-5 2 1,-5-6-148,-6 2 0,-2-3-1085,-1-1 0,1-5 670,-1-2 1,1-3 457,2-1 0,10-5 0,2-1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18.080"/>
    </inkml:context>
    <inkml:brush xml:id="br0">
      <inkml:brushProperty name="width" value="0.08571" units="cm"/>
      <inkml:brushProperty name="height" value="0.08571" units="cm"/>
      <inkml:brushProperty name="color" value="#E71224"/>
    </inkml:brush>
  </inkml:definitions>
  <inkml:trace contextRef="#ctx0" brushRef="#br0">177 21 7823,'0'-7'1429,"-1"1"-622,-3 1 1,3 2-599,-3 7 0,2 3 28,-2 8 1,2 3-16,-6 8 0,5 2-143,-5 5 1,1 2-6,-4 1 1,0 0-186,0 4 1,-4 0-588,0 0 0,1-2 330,3-5 0,0-5-122,0-2 0,3-8-1078,1-3 422,4-8 1146,-1-7 0,28-74 0,-9 25 0,1 1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18.364"/>
    </inkml:context>
    <inkml:brush xml:id="br0">
      <inkml:brushProperty name="width" value="0.08571" units="cm"/>
      <inkml:brushProperty name="height" value="0.08571" units="cm"/>
      <inkml:brushProperty name="color" value="#E71224"/>
    </inkml:brush>
  </inkml:definitions>
  <inkml:trace contextRef="#ctx0" brushRef="#br0">679 34 7827,'4'-7'3,"0"0"1,1 1 1538,0 0-547,-1 4-616,-4-3 0,-6 5-184,-5 0 0,-6 0 14,-9 0 1,-4 1-141,-6 3 0,-8 1 85,-8 2 0,-7 3 44,-3-3 1,-3-1-98,-1 2 1,6-5-221,5 5 0,11-6-1857,11 2 1049,9-3-435,13-1 1,11 4 1361,8-1 0,65 1 0,18-4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19.203"/>
    </inkml:context>
    <inkml:brush xml:id="br0">
      <inkml:brushProperty name="width" value="0.08571" units="cm"/>
      <inkml:brushProperty name="height" value="0.08571" units="cm"/>
      <inkml:brushProperty name="color" value="#E71224"/>
    </inkml:brush>
  </inkml:definitions>
  <inkml:trace contextRef="#ctx0" brushRef="#br0">164 33 7780,'0'-11'-324,"0"4"1891,0-1-1045,0 6 1,2-3-49,1 5 0,-2 5-144,3 2 1,-3 4-127,-1 4 0,0 3-82,0 8 1,-3-1 66,-1 4 0,-5-3-307,2 3 0,1 1 189,-1 3 1,-1 0-530,-3 0 0,0-4 260,0 1 0,-4-6-183,1 2 0,-1-3 96,4-1 0,1-5 15,3-2 0,-2-6-289,6-2 206,-6-5 117,8 3 0,-3-10 74,8-2 0,2-7-156,5 0 0,1-6 96,3 2 0,1-3-78,2-1 0,3 0 300,-3 0 0,3 1 0,1 3 0,-3-2-39,-1 5 0,0-2-28,4 6 0,-1-2 160,-2 5 1,-3 3-50,-5 2 1,0-2 323,0 1 0,-5 2-142,-3 5 1,-1 4 161,-2 4 0,-2 3-86,-1 1 1,0 3-145,-4-3 1,1 3-130,-1-3 1,-2 5 65,5-2 0,-3-2-74,3-1 0,1 1 77,3-2 0,0 1-182,0-4 0,0 0 83,0 0 1,4-4-131,4 1 1,3-6 18,4 2 1,-2-3-88,5-1 1,4-5-78,4-2 1,0-3 94,-4-1 1,0-4-37,0 1 1,0-6 106,0 2 0,-1 1 35,-3-2 0,-2 6-64,-5-2 1,-1 2 183,-3-2 1,0 3 43,-4-3 1,-2 6 135,3 2 0,-8 3 27,-3-3 0,-3 4-79,-1 0 1,0 2 63,0 1 0,-5 4-94,-2 4 1,1 2 99,-2 1 1,2 3-61,-1 1 1,-2 1 325,6-1 1,-5 1-105,5 2 1,-1 3 33,4-3 1,3-1-126,1 2 1,5-2-106,-2 1 1,8 2-321,3-5 1,9-1 166,6-3 0,5-5-1153,6-2 0,5-3 225,2-1 0,4-6-938,4-5 1810,-7-5 0,11-25 0,-6-6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19.896"/>
    </inkml:context>
    <inkml:brush xml:id="br0">
      <inkml:brushProperty name="width" value="0.08571" units="cm"/>
      <inkml:brushProperty name="height" value="0.08571" units="cm"/>
      <inkml:brushProperty name="color" value="#E71224"/>
    </inkml:brush>
  </inkml:definitions>
  <inkml:trace contextRef="#ctx0" brushRef="#br0">188 33 7871,'0'-11'1419,"-5"4"-982,-1-2 1,-5 7-184,0-1 1,0 3-118,0 3 1,-4 4-144,0 4 1,-3 3 35,3 1 0,1 5-134,3-2 0,0 3-80,0 1 1,1 0 103,2 0 1,4-4-403,4 1 0,4-1 196,4 4 0,6-5 25,5-2 1,3-7 68,4 0 1,-2-6 191,6 2 0,28-32 0,12-9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0.346"/>
    </inkml:context>
    <inkml:brush xml:id="br0">
      <inkml:brushProperty name="width" value="0.08571" units="cm"/>
      <inkml:brushProperty name="height" value="0.08571" units="cm"/>
      <inkml:brushProperty name="color" value="#E71224"/>
    </inkml:brush>
  </inkml:definitions>
  <inkml:trace contextRef="#ctx0" brushRef="#br0">188 11 8090,'-8'-4'1178,"1"1"0,3-1-633,-3 4 0,5 5 127,-2 2 1,-2 4-236,-2 4 0,2 3-44,-1 8 0,1-1-133,-1 4 0,-3 4-209,2 4 0,0 4-92,0 0 0,-1-3-177,1-1 1,0-3-134,0-1 0,-1-1 209,1-3 0,2-5-364,-1-6 0,3-6-98,-3-1-153,4 0 105,-2-10 257,5 4 0,2-8 27,1-1 1,5-8-28,6 1 1,0-4 121,4 0 1,-3-1-60,3-2 1,-3-3 358,3 3 0,-3 1-102,3-2 1,-3 2 390,3-1 1,-4-2-258,1 5 1,1 1 514,-2 3 1,1 1-308,-4 3 0,-4 2 611,1 5-383,-6 0 1,3 5-27,-5 2 1,0 4-174,0 4 1,0 2-244,0 5 1,-4-1-493,1-3 1,-1 3 330,4-3 1,0 3-812,0 1 0,0-5 428,0-2 0,0-3-288,0-1 0,5 0 779,2 0 0,37-24 0,10-7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1.799"/>
    </inkml:context>
    <inkml:brush xml:id="br0">
      <inkml:brushProperty name="width" value="0.08571" units="cm"/>
      <inkml:brushProperty name="height" value="0.08571" units="cm"/>
      <inkml:brushProperty name="color" value="#E71224"/>
    </inkml:brush>
  </inkml:definitions>
  <inkml:trace contextRef="#ctx0" brushRef="#br0">232 363 7871,'0'-11'256,"-5"0"1,2 1 678,-4 3 0,3-2-333,-3 5 0,0 1-167,-4 3 1,0 4-286,0 4 1,0 2 28,0 1 1,-4 3-213,0 1 0,-3 5 82,3-2 1,0 3-410,4 1 1,-2-1 258,2-3 0,-3 5-514,7-4 1,2 3 209,2-7 0,1-1-319,2-3 550,0 0 1,3-5 204,4-2 1,0-3-158,8-1 0,1-5-24,-1-2 0,3-6 195,-3-2 0,4-4-72,0 5 1,0-6 153,0 2 1,0 1 37,-4-2 1,3 1 126,-3-4 1,4 1 120,-5 3 0,1-2-193,-4 5 1,-4 1 187,1 3-112,-6 0-315,3 4 0,-6 4 151,-3 6 1,-2 4-230,-5 4 1,1 1-52,3 3 1,-3 1-76,3 2 1,-3 3-183,-1-3 0,3-1 182,1 2 1,5-2-37,-2 1 0,-1 2 87,1-6 0,1 1 3,3-4 1,1 0-46,3 0 0,-2-5 351,5-2 0,1-3-73,3-1 1,1-1 21,3-3 0,-2-2-64,6-5 0,-1-5 90,4-2 1,0-3 14,0-1 0,0-4 126,0 1 0,-1-5-51,-3 4 1,4-5-104,1-2 0,-5-1 45,4-2 0,-2 0-38,2-1 1,-2 3 146,-1-3 1,-3 6-129,-5 5 1,-4 3 689,0 12-347,-4-3 1,1 13-132,-8-3 0,1 8-217,-4 3 1,0 4 123,-4 4 1,0 2-214,0 5 0,-4 4 136,0 0 1,1 4 43,3 0 0,0-2-972,0 1 1,3-3 412,1 3 1,-1-2-196,-3 6 0,4-6 246,0 6 1,4-7-143,0 0 0,-2-3 71,1-1 1,0-5 272,4-2 0,2-4 44,1-4 0,3-2 183,5-5 1,0-5-72,0-2 1,5-8-127,3-3 0,2-3-178,1-1 0,0-1 119,0-3 1,0 1-67,0-4 1,4 0 91,-1-4 0,1 3 102,-4 1 1,0-1 64,0-3 0,-1 0 309,-3 0 1,-5 9 242,-6 2 0,-5 7 18,2 0 303,-3 3-606,-1 6 0,-5 6-117,-2 7 1,-3 3 7,-1 1 1,0 5-125,0 2 1,0 4 5,0 4 1,0-1-221,0 4 0,0-4-191,0 0 1,0 2 157,0-1 0,1 3-177,3-3 0,1 1 105,2-1 0,3-3-27,-3 3 0,3-4 80,1-4 0,5-2 196,2-5 0,3-1-87,1-3 0,1-2-13,3-5 0,-2-1-174,6-3 1,-1-2 100,4-5 0,4-4-229,0 1 1,-1-5 89,-3 5 1,0-6 150,1 2 0,1 0-48,-2 0 1,1 1 387,-8-1 1,0 0-78,-4 4 0,-4 1 354,0-1 169,-4 2 1,-3 2-283,-7 2 1,-3 4-93,-1 4 0,0 1-52,0 2 0,-2 0-246,-1 4 0,1 4 90,-1 4 0,5 0-171,2-4 1,0 3-17,-5 1 1,6 3-116,3-3 0,-2 3 48,1-3 0,0 4 94,4-5 1,0 5-84,0-5 1,4 1 64,0-4 1,4-1 128,0-3 1,5 2-93,2-6 0,4 1 97,0-4 0,3-5-127,4-2 1,-3-4-76,3-4 0,-3 2 101,-1-6 0,-4 5 22,1-5 1,-2 2 143,1-1 1,-2-2-102,-5 5 0,0-1 415,0 2 1,-5 5 40,-2-2 280,-3 3-393,-1 1-253,0 3 1,0 5-62,0 2 0,-1 4 84,-3 4 0,3 3-104,-3 1 0,0 3 45,0-3 0,-3 1-149,3-1 0,0-3-1,4 3 1,0 1 19,0-2 1,0 1 65,0-4 0,0-4 7,0 1 0,0-5-106,0 5 1,1-6 65,3 2 1,-1-3-136,4-1 1,0-1 85,4-3 0,0-1-184,0-2 0,2-7 53,1 3 1,-2-2 239,3 2 0,-3-4 81,-1 1 0,0-1 184,1 4 0,-1-4 302,0 0 0,0 1-284,0 3 0,-2 3 388,-1 1 55,2 5 287,-4-3-642,5 5 0,-4 5 40,0 2 0,0 4-140,0 4 1,1-3-190,-4 3 1,5-2-1010,-2 2 0,-1-2 548,2 6 0,-5-6-1717,5 2 0,-2-3 963,1-1 1,2 0 1119,-6 0 0,6-10 0,-3-2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2.530"/>
    </inkml:context>
    <inkml:brush xml:id="br0">
      <inkml:brushProperty name="width" value="0.08571" units="cm"/>
      <inkml:brushProperty name="height" value="0.08571" units="cm"/>
      <inkml:brushProperty name="color" value="#E71224"/>
    </inkml:brush>
  </inkml:definitions>
  <inkml:trace contextRef="#ctx0" brushRef="#br0">254 133 7782,'6'-1'211,"-1"-2"0,-2-2 0,2 0 757,1 0 0,-2-2-533,3 3 0,-4-4 2,0 1 0,2 0-33,-1 0 1,0 0-152,-4-4 1,0 3-125,0 1 1,-5 0 41,-3-4 0,-3 4-469,-3 4 1,-3-2 276,-5 1 1,0 1-565,-1 3 0,1 0 283,0 0 0,0 0-101,0 0 1,4 4-38,0 4 0,4 0-102,-1 0 1,4 2 156,4-3 1,-2 3-245,6 1 503,-1 0 0,5-1-105,3-3 1,3 1 296,8-4 0,-2 0-81,6-4 0,-2 0 136,1 0 0,3 3-22,-2 1 1,0 0 60,0-4 1,1 0 297,-1 0 0,-2 0-192,1 0 0,-3 0 265,3 0 0,-4 1-166,1 3 0,0-2 90,0 6 0,1-1-135,-1 4 0,-3 1-85,3 3 0,-3-2-161,-1 6 0,-1-5 87,-3 5 1,2-5-219,-6 5 1,-1-4 77,-10 3 1,-2-5-257,-12 2 0,0-6 130,-11-2 0,1-5-661,-8 2 1,4-3 34,0-1 0,1-5-225,2-2 0,3 0 239,4-4 0,5 2 717,10-6 0,34-26 0,9-7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2.714"/>
    </inkml:context>
    <inkml:brush xml:id="br0">
      <inkml:brushProperty name="width" value="0.08571" units="cm"/>
      <inkml:brushProperty name="height" value="0.08571" units="cm"/>
      <inkml:brushProperty name="color" value="#E71224"/>
    </inkml:brush>
  </inkml:definitions>
  <inkml:trace contextRef="#ctx0" brushRef="#br0">0 12 7782,'6'-7'3023,"0"3"-2369,-2 4 1,-2 1 111,6 2 0,-1 4-326,4 4 0,0 5-164,0 2 0,0-1-507,0 1 0,-1 1 212,-3 3 0,3-4-1498,-2 1 0,-4-6 343,0 2 1174,-3-3 0,-15-21 0,-5-4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2.847"/>
    </inkml:context>
    <inkml:brush xml:id="br0">
      <inkml:brushProperty name="width" value="0.08571" units="cm"/>
      <inkml:brushProperty name="height" value="0.08571" units="cm"/>
      <inkml:brushProperty name="color" value="#E71224"/>
    </inkml:brush>
  </inkml:definitions>
  <inkml:trace contextRef="#ctx0" brushRef="#br0">11 66 7782,'-1'-17'188,"-3"2"0,3 3-10,-3 1-944,3 5 1,6 1-38,2 5 803,3 0 0,11 34 0,2 9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8.661"/>
    </inkml:context>
    <inkml:brush xml:id="br0">
      <inkml:brushProperty name="width" value="0.08571" units="cm"/>
      <inkml:brushProperty name="height" value="0.08571" units="cm"/>
      <inkml:brushProperty name="color" value="#E71224"/>
    </inkml:brush>
  </inkml:definitions>
  <inkml:trace contextRef="#ctx0" brushRef="#br0">56 227 8427,'-6'-5'1584,"1"4"1,5 1-1214,0 7 1,5 3-200,2 1 0,3 1-652,1 3 0,0-3 330,0 3 0,0 1-1306,0-2 1,-4 1 1455,1-4 0,4 5 0,5 1 0</inkml:trace>
  <inkml:trace contextRef="#ctx0" brushRef="#br0" timeOffset="141">12 39 7869,'-7'-11'-357,"4"0"1,2 4-161,1 0 517,0 4 0,29 18 0,8 9 0</inkml:trace>
  <inkml:trace contextRef="#ctx0" brushRef="#br0" timeOffset="559">530 161 7869,'-8'-8'0,"1"2"0,-2 0 314,0 0 0,-2 3-91,0 0 1,-5 1-38,-3 2 0,1 0-188,-4 0 1,6 0 76,-6 0 0,4 0-71,-1 0 0,0 4 117,4 0 1,0 4-260,4 0 0,5-2 102,2 1 1,3-3-326,1 3 261,0 1 0,5 1 81,2-1 0,4 0-16,4-4 1,2 5 1,5-2 1,4-1-113,0 1 0,1-3 86,-2 3 1,-1-3 51,1 3 1,-1-3-19,-2 3 0,0 0 134,0 0 1,-5 1-97,-2-4 1,-4 5 373,-4-2 0,2-1-146,-6 2 0,0-5 280,-7 5 0,-7-2-159,-7 1 0,-4-2-20,-4-5 0,-2 4-277,-5-1 0,-2 1 142,-1-4 1,1 0-658,-1 0 1,3 0 269,3 0 0,8 0-2080,7 0 2260,3-5 0,60-1 0,14-5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6.927"/>
    </inkml:context>
    <inkml:brush xml:id="br0">
      <inkml:brushProperty name="width" value="0.08571" units="cm"/>
      <inkml:brushProperty name="height" value="0.08571" units="cm"/>
      <inkml:brushProperty name="color" value="#E71224"/>
    </inkml:brush>
  </inkml:definitions>
  <inkml:trace contextRef="#ctx0" brushRef="#br0">55 206 8175,'-6'-5'813,"3"-3"-147,-4 3 1,6-1 188,-2 3 228,1 1-601,-3-3 0,4 10-92,-3 3 0,4 3-141,4 3 1,-1 1-9,4 7 1,-3-2-198,3 5 0,-1 4 68,1 0 1,2-1-860,-5 2 1,-1-2 410,-3 1 0,0 2-739,0-5 1,0-4-794,0-4 930,0-5 0,-1-2 350,-3-7 0,3-4 588,-2-4 0,-13-51 0,-3-17 0</inkml:trace>
  <inkml:trace contextRef="#ctx0" brushRef="#br0" timeOffset="208">11 239 7879,'0'-19'0,"-1"2"0,-1 1 469,-2 3 0,0 4-70,4 2 0,1 4-7,3 0 0,2 1-127,5 2 0,5 0 82,3 0 0,1 0-106,2 0 1,4 5 53,0 3 1,4 3-174,0 3 1,-3 2 70,-1 3 0,-8 1-362,-3-1 0,-8 0 162,-3 0 0,-9 2-420,-6-3 1,-6-2 215,-9-1 0,-1-4-600,-2-4 0,-2 2 0,5-6 0,2 1-1008,5-4 1819,3 0 0,30-34 0,5-9 0</inkml:trace>
  <inkml:trace contextRef="#ctx0" brushRef="#br0" timeOffset="642">596 239 7879,'0'-11'0,"0"0"0,-4 3 0,0 1 0,-1 4 830,2 0 198,-4-3 0,-4 4-888,0-1 1,-3 6 28,-1 5 0,-3 2-364,3 1 0,-3 1 205,3 2 1,-5 0-134,2 4 0,2-1 21,1 2 1,3 2-455,1-3 1,5 2 161,2-2 0,3-2 0,1-5 1,5 0 195,2 0 1,7-1 24,0-3 0,6-2 205,-2-5 1,3-9-135,1-2 0,3-2 54,-3 2 0,2-4-54,-5 1 0,-2-5 149,1 4 1,-4-3 101,0 3 1,-3-3 86,-3 3 0,-3 1 986,-5 3-593,0-5-259,0 3 0,-2 2 288,-1 8-511,2 2 0,-8 2 77,5 2 1,-1 4-75,2 4 1,1 0-125,-1 0 0,2 0-206,1 0 1,1 3-342,2 1 1,2 3 280,3-3 0,2 0-560,-3-4 0,-1 4 347,1-1 0,-1 1-856,2-4 1309,2 0 0,-4-5 0,5-2 0,14-27 0,5-8 0</inkml:trace>
  <inkml:trace contextRef="#ctx0" brushRef="#br0" timeOffset="925">772 261 7879,'0'-11'931,"0"0"-534,0 4 0,0 1 416,0 3-526,0 1 1,4-1-9,-1 6 0,6 4-51,-2 4 0,-1 0-105,2 0 1,-1 0-55,4 0 0,-4 3-123,1 1 1,-2 1-315,1-1 1,2-3 264,-6 3 1,1-3 147,-4-1 1,4 0-67,-1 0 1,1-4 1176,-4 1-505,0-6 424,0 3-687,0-15 1,0-1-106,0-7 1,5-3-499,2 3 1,4-3 196,4-1 0,-1 0-945,4 0 0,0 0 520,4 0 0,-3 1-1260,-1 2 0,-1 5 1703,2 6 0,6 13 0,-1 7 0</inkml:trace>
  <inkml:trace contextRef="#ctx0" brushRef="#br0" timeOffset="1284">1213 29 8499,'-6'-5'0,"1"-1"0,1-1 2711,1-1-1989,-1 6 0,4 2 162,0 7 0,1 4-361,3 4 0,1 2-87,2 5 0,6 4-177,-2 0 0,3 4-365,-3 0 1,1-2 154,3 1 1,-3 4-1085,3 4 0,-3-4 665,-1-3 0,0-6-1309,0 2 1,-3-4-883,-1-4 674,-5-7 1887,3-6 0,10-44 0,3-10 0</inkml:trace>
  <inkml:trace contextRef="#ctx0" brushRef="#br0" timeOffset="1441">1114 239 7879,'-8'-8'463,"2"1"887,1-2 1,4 1-934,8 0 0,6 3-155,9 5 1,5 0-1400,2 0 0,4 0 554,4 0 1,2 0 582,5 0 0,30 0 0,7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26.002"/>
    </inkml:context>
    <inkml:brush xml:id="br0">
      <inkml:brushProperty name="width" value="0.08571" units="cm"/>
      <inkml:brushProperty name="height" value="0.08571" units="cm"/>
      <inkml:brushProperty name="color" value="#E71224"/>
    </inkml:brush>
  </inkml:definitions>
  <inkml:trace contextRef="#ctx0" brushRef="#br0">0 122 7849,'2'-8'192,"1"1"239,-1 5 179,3-3-84,-5 5-469,4 0 0,-2 5 81,1 2 1,0 3-118,0 1 1,-1 3 78,1 1 1,-1 0-43,-2-4 0,0 0 129,0 0-285,4 0-176,-2 0 198,3 0 0,-4-1-408,2-3 165,-1-2 166,3-5 0,-5-1 49,0-3 0,1-2 84,3-5 1,-3-1-37,2-3 0,2 2 53,-1-6 0,5 6 104,-2-2 0,-1-1-81,1 1 0,1 2 173,3 6 0,-4-3-42,0 2 1,1 3 77,3 2 0,0-2-101,0 1 1,1 1-107,3 3 0,-3 4-129,3 4 0,-3 2 127,-1 1 0,0 0-240,0 0 1,-4 0 65,1 0 0,-2 0-291,1 0 1,2 3 130,-5 1 1,4 0-307,-1-4 1,0-4 303,0 1 0,-3-6 316,3 2 0,5-13 0,5-3 0</inkml:trace>
  <inkml:trace contextRef="#ctx0" brushRef="#br0" timeOffset="425">574 122 7849,'3'-11'0,"2"0"327,1 0 0,-2 3-2,3 1 1,-4 0 141,1-4 1,0 3-61,0 1 0,0 3 339,-4-3-516,0-1 1,-1 1-20,-3 0 1,1 4 12,-4 0 1,-4 1 0,-4 2 0,-3 0-438,3 0 1,-3 5 238,3 3 0,-3 1-481,3 3 1,1-1 89,2 0 0,3 0-507,1 0 459,-1 0 0,7 0 134,-1 0 0,3-4 73,3 0 0,3-3 17,5 3 0,4-4 186,0 1 1,1-3-118,-2-1 0,0-1 262,4-3 1,-4 3-85,0-3 0,2 1 156,-1 0 0,0 2 221,-4-3-98,0 3-164,0 1 1,0 1-66,0 3 1,-5-2-98,-2 5 1,-3 2 71,-1 6 0,0-2-197,0 6 1,0-2 41,0 1 0,-5 3 144,-2-3 1,-8 3 25,-3 1 0,-1-1 122,-3-3 1,1-2-432,-8-5 0,1 0 74,-2 0 1,-1-5-410,1-2 1,0-4 545,0-4 0,18-26 0,8-12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33.790"/>
    </inkml:context>
    <inkml:brush xml:id="br0">
      <inkml:brushProperty name="width" value="0.08571" units="cm"/>
      <inkml:brushProperty name="height" value="0.08571" units="cm"/>
      <inkml:brushProperty name="color" value="#E71224"/>
    </inkml:brush>
  </inkml:definitions>
  <inkml:trace contextRef="#ctx0" brushRef="#br0">374 122 7928,'-11'-5'248,"0"-2"0,4 0 231,-1 0 28,6 5-305,-3-8 1,6 9 16,3-3 1,2 3-49,5 1 1,4 0 61,0 0 0,5 0 104,2 0 1,2 5-66,5 2 1,-3 4-207,3 4 0,-1-1-212,2 8 1,-4-1-368,-8 9 0,1-1 14,-4 4 1,-5 0 258,-6 0 0,-13 0-34,-6 0 0,-5 3 60,-6-3 0,-4-2 54,-6-9 0,0 0-90,-4 0 1,-3-5 519,-1-2 0,-2-4 22,10-4 0,-5 2 199,5-6 1,0 0-31,7-7 0,3 0-178,8-7 0,3 3 21,7-7 1,4 3-46,4 1 0,4 1-282,4 3 1,7-6 128,3 6 1,8-5-575,3 4 0,4-1-22,4-2 1,1 3-263,2 1 0,7 1 271,-3-2 481,2 4 0,28 4 0,7 0 0</inkml:trace>
  <inkml:trace contextRef="#ctx0" brushRef="#br0" timeOffset="739">1179 56 7577,'6'-11'843,"-1"0"61,0 0-605,-4 0 0,3 4-119,-8 4 0,2 2 35,-6 1 1,1 0-151,-4 0 1,0 1 43,0 2 1,-4 4-102,0 4 0,-4 3 88,1 1 0,-3 8-58,-1-1 1,0 11-112,0 0 1,-2 8-114,-1-1 0,1 3-201,-1 1 1,3 0 195,3 0 0,0-1 5,4-2 1,1-6 75,7-9 1,2-1-19,5-11 0,1-3-116,3-3 241,2-6 0,9 3-31,0-5 1,0-5 139,0-2 0,1 1-58,2-2 1,3 1-62,-2-4 1,1 3 113,3 1 0,-1 0 52,0-4 1,0 3 155,0 1 1,0 3 142,0-3 1,2 5-198,-2-2 0,3 3 0,-7 1 1,-1 0-30,2 0 1,-6 0 41,2 0 0,-3 0-35,-1 0 1,0 3-513,0 1 1,0 1-752,0-1 8,0-3 1,4 4 299,0-5 0,-1 0 722,-3 0 0,10-15 0,3-3 0</inkml:trace>
  <inkml:trace contextRef="#ctx0" brushRef="#br0" timeOffset="1147">99 816 7889,'0'-7'159,"0"0"0,1 4 347,2 0 1,5 0-97,7-1 1,13 3 124,12-2 0,15 1 306,15 2 0,16 0-510,13 0 1,-46 0-1,1 0-275,-1 0 0,0 0 0,2 0 1,-1 0 125,1 0 1,0 0 0,-1 2 0,-1 1-84,46 5 0,-12-2 80,-17 1 0,-14-3-1393,-8 3 881,-7-5-755,-18 3 1,-13-5 104,-18 0 1,-6-5-192,-8-2 1,-5 2 676,-3 2 1,-2-2 496,-1 1 0,-2-3 0,2 3 0,2 0 0</inkml:trace>
  <inkml:trace contextRef="#ctx0" brushRef="#br0" timeOffset="1764">110 1268 7865,'-8'-11'396,"1"0"0,4 0-36,0 0 1,2 0 5,1 0 0,6 0-9,5 0 1,1 0 67,6 0 1,2 4-50,6-1 1,1 5-151,2-5 1,4 6-115,0-2 0,0 4 63,4 4 0,-8 3-641,-3 8 0,-4 2 319,-3 5 1,-5 5-446,-6 3 1,-4 1 188,-4 2 0,-8 1 48,-3-1 1,-11 0 113,0 0 1,-8-1 36,1-3 0,-5 2 166,1-6 1,-3 1-76,7-4 0,-3-5 427,-1-2 0,1 0-134,3-4 0,3-3 142,7-8 1,0 0-137,4 0 1,2-5 83,5-2 0,0-6-44,4-2 0,2-4-196,5 5 0,3-6-24,5 2 0,5-2 102,3 2 1,3-2-358,3 6 1,2-5 117,3 4 1,0 1-791,-4 3 1,1-3 51,-1 3 869,2-2 0,25 12 0,4-4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37.155"/>
    </inkml:context>
    <inkml:brush xml:id="br0">
      <inkml:brushProperty name="width" value="0.08571" units="cm"/>
      <inkml:brushProperty name="height" value="0.08571" units="cm"/>
      <inkml:brushProperty name="color" value="#E71224"/>
    </inkml:brush>
  </inkml:definitions>
  <inkml:trace contextRef="#ctx0" brushRef="#br0">34 198 7847,'-6'0'103,"1"0"568,0 0-248,4 0 25,-4-4-26,5 2-250,0-3 0,0 4 66,0-2 0,0 0-229,0-4-69,0 4 0,5-7-78,2 3 0,3 1-141,1-1 1,4 4 147,-1 0 1,5-2-194,-5 1 1,1 0 106,-4 4 0,0 0-74,0 0 0,-1 5 49,-3 3 1,-2 3 77,-5 3 1,-1 3 49,-3 5 1,-3 4-6,-8 0 1,-1 5 171,-2-2 1,-3 2-66,3-2 1,1 2 73,-2-6 1,7 1-22,1-4 1,1-5 96,6-2 1,1-3-97,3-1 1,1-5 87,3-2 1,2-3-24,5-1 0,4-3-24,-1-1 1,5-5-231,-5 2 1,5-7 115,-5 0 1,5-2-149,-5 1 1,5-1 107,-4-2 1,0-3-46,0 3 0,-3-3 48,3-1 0,-3 3-18,-1 1 1,-1 5-2,-2-2 1,0 3 3,-4 1 1,1 4-129,-2 4 145,-1 2 0,1 4 107,-6 1 1,-4 6-100,-4 1 0,4 1 137,0 6 1,-1-3-128,-3 3 0,2 1 132,1 3 1,2-4-35,2 1 1,3-1-25,-2 4 0,1-5 255,2-2 0,5-3-70,3-1 0,1-4 415,2 1 1,5-7-219,3-1 1,1-6 248,3-9 1,2-2-268,1-5 0,-2-4-258,-5 1 1,0-6 0,-4 2 1,2-3-97,-6-1 0,3 3-806,-7 1 1,-2-1 481,-1-3 1,-2 2 286,2 1 0,-8 8 0,3 6 0</inkml:trace>
  <inkml:trace contextRef="#ctx0" brushRef="#br0" timeOffset="484">530 529 9338,'0'11'983,"0"0"0,-1 4-649,-3 0 0,-1 4-287,-2 0 1,-3 1 56,3 2 1,-3 1-506,-1-1 0,0 0 304,0 0 0,3-2-907,1-1 0,3-3 487,-3-5 1,3-1-958,-3-3 692,5 3 782,-3-9 0,15-26 0,2-11 0</inkml:trace>
  <inkml:trace contextRef="#ctx0" brushRef="#br0" timeOffset="728">651 529 9007,'0'11'820,"0"0"1,-1 1-455,-3 3 0,-1 2-148,-2 5 0,-3 0-9,3 0 1,-3 1-336,-1-1 1,4 0 193,-1 0 0,5-4-904,-5 0 0,6-4-353,-2 1-263,3-3 1452,1-1 0,20-44 0,4-11 0</inkml:trace>
  <inkml:trace contextRef="#ctx0" brushRef="#br0" timeOffset="1179">839 33 7147,'0'-11'-456,"-2"5"1318,-1 2 0,0 3-23,-4 1-430,0 0 1,-8 5-176,0 2 1,1 7-36,2 0 1,1 6-130,0-2 0,-2 7 39,2 1 0,-1-1-375,8-3 0,-3 0-98,3 1 0,0 1-459,4-2 0,5 1-77,3-8 0,1 0 210,2-4 690,0-5 0,15-16 0,4-8 0</inkml:trace>
  <inkml:trace contextRef="#ctx0" brushRef="#br0" timeOffset="1678">1004 33 7206,'11'0'587,"0"0"-494,0 0 0,0 1 18,0 3 0,-5-2-401,-2 6 233,-3-1 0,-1 4-60,0 0 1,0 0 97,0 0 0,-5-3 32,-2-1 0,-3 0 16,-1 4 1,1-3-35,3-1 46,-8-5 1,8 7-37,-8-5 1,3-1-96,1-3 0,4 0 74,-1 0 0,5 4 64,-5 0-13,6-1-440,-3-3 145,5 0 235,5 0 0,-3 0 114,6 0-131,-1 0 1,4 0 314,0 0-225,0 0 0,0 2 24,0 1 1,0-1-50,0 1 1,-4 3 113,1 2 0,-2-2-51,1 1-34,3 0 0,-9 5 178,3-1 1,-3 0-34,-1 0 0,-5 0-357,-2 0 1,-3 0 75,-1 0 0,-1-4-369,-3 0 0,3 0 194,-3 0 1,3-1 258,1-2 0,-10-23 0,-2 0 0</inkml:trace>
  <inkml:trace contextRef="#ctx0" brushRef="#br0" timeOffset="1954">1136 0 7790,'10'5'181,"-1"1"0,-2 1 1,3 1-1,2 2 782,3 3 1,-1 0-559,-2 6 0,-1-1 50,0 4 1,-2 0-214,-1 0 0,0 0-223,-4 0 0,0-3 12,-4-1 1,-2 1 119,-1 3 1,-5-5-837,-6-3 1,0-1 347,-4-2 1,3 0-2402,-3 0 2738,-1-5 0,7-16 0,2-8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41.377"/>
    </inkml:context>
    <inkml:brush xml:id="br0">
      <inkml:brushProperty name="width" value="0.08571" units="cm"/>
      <inkml:brushProperty name="height" value="0.08571" units="cm"/>
      <inkml:brushProperty name="color" value="#E71224"/>
    </inkml:brush>
  </inkml:definitions>
  <inkml:trace contextRef="#ctx0" brushRef="#br0">44 33 7821,'-5'-6'176,"-1"1"0,-1 2 1,1-2 1926,1-1-1341,-4 3-1439,8-2 439,-4 5-67,5 0 0,25 5 0,5 1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44.685"/>
    </inkml:context>
    <inkml:brush xml:id="br0">
      <inkml:brushProperty name="width" value="0.08571" units="cm"/>
      <inkml:brushProperty name="height" value="0.08571" units="cm"/>
      <inkml:brushProperty name="color" value="#E71224"/>
    </inkml:brush>
  </inkml:definitions>
  <inkml:trace contextRef="#ctx0" brushRef="#br0">34 78 7821,'-1'-11'243,"-2"0"0,-1 0 0,1 0 812,-2 0 1,2 4-90,-4-1-204,5 6-435,-3-3 0,5 10 73,0 2 1,5 8-170,2 3 1,3 4-11,1 4 1,1 2-357,3 5 0,-3 0 165,3 0 0,-3-1-139,-1-2 1,0 2 39,0-3 0,-1-2-631,-3-1 1,2-4 298,-6-4 0,1-2-623,-4-5 415,0-5 467,-5-1 140,-1-5 1,-4-5-11,3-2 0,2-3 20,5-1 0,0 0-15,0 0 1,0 0 127,0 0 1,0 0 17,0 0 0,4-4-123,-1 0 0,5 1 208,-5 3 0,5 0-59,-5 0 0,6 3-25,-2 1 0,-1 1-60,2-2 0,-1 4-134,4 4 1,4 0 133,0 0 1,4 1-199,-1 2 0,0 4-60,0 4 0,-5 5 65,2 2 1,-4-1-273,-3 1 1,-4-3 113,-4 4 1,-4-6-77,-4 2 1,-6-4 64,-5-4 0,-3 2-92,-4-6 0,3 1-30,-3-4 1,8 0-611,3 0 1014,-2 0 0,5 0 0,40-15 0,16-3 0</inkml:trace>
  <inkml:trace contextRef="#ctx0" brushRef="#br0" timeOffset="333">464 321 7821,'11'0'-388,"0"0"573,0 0 0,0 0 467,0 0 1,1 0-493,3 0 0,-2 0 7,6 0 1,-6 0-82,2 0 1,-3 0 64,-1 0 1,0 0-265,0 0 0,-1-2 94,-3-1 1,2 0-52,-6-4 1,1 3-72,-4-3 4,0 0 0,-1-4 263,-3 0 0,-2 4-66,-5 4 1,-1-2 98,-3 1 1,2 1-72,-6 3 0,6 0 121,-2 0 0,-1 3-69,2 1 1,-2 4 387,1 0 1,3-1-200,-3 4 0,6-2-113,2 5 0,5 0-252,-2 1 0,3-2 72,1 5 1,6 0-551,5 0 1,10 2 313,8-6 1,3 1-517,1-4 0,0-5 287,0-2 1,4-3 428,0-1 0,-1-24 0,-3-7 0</inkml:trace>
  <inkml:trace contextRef="#ctx0" brushRef="#br0" timeOffset="1076">1037 255 7076,'6'0'2184,"-1"0"-1266,-5 0-159,0-5-143,0 3-368,0-2 1,-1 4-49,-3 0 0,2 0-89,-6 0 0,1 0 101,-4 0 1,0 4-233,0 4 1,0 3-89,0 3 0,3 4-202,1 4 0,5 0-380,-2 0 1,4 4 359,4-1 0,7 1-228,7-4 0,8-1 193,3-3 1,3-3-545,1-8 0,5-2 909,2-5 0,18-15 0,5-3 0</inkml:trace>
  <inkml:trace contextRef="#ctx0" brushRef="#br0" timeOffset="1459">1489 343 7733,'0'-11'159,"0"0"1,0 0 313,0 0 1,0 3 63,0 1 0,-5 1-143,-2-2 0,-3 0-186,-1 4 0,-1 1-8,-3 3 0,1 1-110,-4 2 1,1 4-22,-1 4 1,2 1-84,5 3 1,0-2 10,0 5 0,1 0-259,2 0 1,4 3-368,4-3 0,0-2 318,0-1 1,0 1-125,0-2 1,6 0 126,5-7 1,0 2 18,3-6 0,4 1 47,0-4 0,-1-4 150,1 1 1,-4-7 142,1-1 0,-3 0 279,-1-4 0,-1 2 290,-3-2 0,2 2-330,-6-6 1,2 4 377,-1-3 1,-3 5-256,3-2 1,-3 3 55,-1 1 1,-1 0 184,-3 0-441,3 4-100,-4 3 0,5 5-162,0 2 1,0 4 211,0 4 0,4 3 49,-1 1 0,6 5-1644,-2-2 0,3-1 675,1 2 0,0-2-395,0 1 0,1 2 548,3-6 0,-1 0 89,4-7 515,0 3 0,4-19 0,0 2 0</inkml:trace>
  <inkml:trace contextRef="#ctx0" brushRef="#br0" timeOffset="1845">1698 321 7733,'-6'-11'0,"1"0"0,5 0 0,0 3 0,0 1 2132,0 4-1495,0-1 0,0 5-243,0 2 1,5 4-167,3 4 0,-2 0-25,1 0 0,0 5-305,4 2 1,1-1 120,-1 1 0,0-4-485,0 1 1,0 1 249,0-2 1,-2 1-201,-1-4 1,2-1 135,-3-3 1,3 2-48,1-6 0,0 1 37,0-4 1,0-1-35,0-3 0,0-2 198,0-5 0,-4 0-52,1 0 1,-6-4 226,2 1 1,-3-5-46,-1 5 1,0-2 341,0 1 1,0 3-200,0-3 1,-1 3 435,-3 1 0,2 1 197,-6 3 4,6-3-224,-3 8-322,5-2 1,0 8-172,0 4 1,1 2 92,3 1 0,-2 3-563,6 1 0,-1 3 263,4-3 1,-4 4-697,1-5 1,-1 1 379,4-4 0,0 4-671,0-1 0,4 0 296,-1-7 831,1 3 0,6-14 0,2 3 0</inkml:trace>
  <inkml:trace contextRef="#ctx0" brushRef="#br0" timeOffset="2178">2294 244 7733,'0'-8'-153,"0"1"1,-2-2 622,-1-1 1,0 4-53,-4 3 1,0-2-40,-4 1 0,0 0-137,0 4 0,-2 0 129,-1 0 1,1 0-107,-1 0 1,3 5-233,3 3 1,0 1 123,4 2 0,0 1-261,4-1 0,5 3-282,3 1 1,1 0 260,2-4 1,5 3-73,3 1 1,2 0 40,1-4 1,0 1 85,0 3 1,-1-3-21,-3 3 1,2-3 191,-6-1 0,0 0 1,-7 0 0,2 0-76,-6 0 0,0-5-156,-7-2 0,-3 1-204,-8-2 1,-2 1-591,-5-4 1,0 0 431,0 0 1,0 0 490,0 0 0,-5-10 0,-1-2 0</inkml:trace>
  <inkml:trace contextRef="#ctx0" brushRef="#br0" timeOffset="2578">2492 343 7767,'11'0'0,"0"0"151,0 0 0,4 0 52,0 0 1,-1 0-106,-3 0 1,0 0 65,0 0 0,0 0-158,0 0 1,0 0-22,0 0 0,-3 0 125,-1 0 1,1 0-153,3 0 0,-4 0 106,0 0 0,-4-5-120,0-3 1,-1 2 0,-2-1 1,0 0 80,0-4 1,-2 3 20,-1 1 0,-7 1-12,-5-2 0,-4 0 54,0 4 1,-2 1 6,-1 3 1,0 0-49,0 0 0,-3 0 9,-1 0 1,0 1 913,4 2 0,5 5-405,2 6 1,4 0-279,4 4 0,2 1-63,5 3 0,6 3-13,5 1 1,10 0-24,8-4 0,9 0 0,6 0 1,0-5-489,4-2 1,-2-4 252,-2-4 1,-5-2-781,-2-5 1,-8-3-13,-3-1-813,-13-10 1,-3 7 1650,-10-8 0,-34-7 0,-9-1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43.553"/>
    </inkml:context>
    <inkml:brush xml:id="br0">
      <inkml:brushProperty name="width" value="0.08571" units="cm"/>
      <inkml:brushProperty name="height" value="0.08571" units="cm"/>
      <inkml:brushProperty name="color" value="#E71224"/>
    </inkml:brush>
  </inkml:definitions>
  <inkml:trace contextRef="#ctx0" brushRef="#br0">66 199 8564,'-1'-11'1925,"-2"0"-1065,1 0-297,-3 4 0,5 4-47,0 6 0,4 4-163,0 4 1,4 1-466,0 3 1,0 2 154,0 5 0,1-4-902,-1 1 1,-3-2-29,-2 1 1,2 2-620,-1-6 0,0 1 467,-4-4 1039,0 0 0,-5-24 0,-1-7 0</inkml:trace>
  <inkml:trace contextRef="#ctx0" brushRef="#br0" timeOffset="131">33 55 7821,'-6'-11'-245,"-3"0"245,1 0-640,3 0 181,0 5 459,5 1 0,15 30 0,3 5 0</inkml:trace>
  <inkml:trace contextRef="#ctx0" brushRef="#br0" timeOffset="492">452 144 7821,'4'-11'1128,"0"0"-458,-1 4-599,-3 2 0,-8 2-151,-3-1 0,-6 0 125,2 4 0,-5 0-53,2 0 0,-3 4 104,-1 0 1,0 3-205,0-3 0,5 1 55,2-2-199,3 4 1,6 4 76,2 0 1,4-4 33,4 0 1,6 1 49,4 3 0,5-4-129,-5 0 0,6 1 22,-2 3 0,3 0 70,1 0 1,0-4 152,0 0 1,-3 1-133,-1 3 0,0-4 376,4 1 0,-4-2 6,-4 1 1,-5 2 145,-2-6 0,-6 5-240,-1-5 0,-6 1 3,-8-4 0,-5 0 178,-6 0 0,-4 0-66,-4 0 0,0 0-496,0 0 0,1-4 152,3 1 1,2-5 47,5 5 0,24-11 0,7 2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41.810"/>
    </inkml:context>
    <inkml:brush xml:id="br0">
      <inkml:brushProperty name="width" value="0.08571" units="cm"/>
      <inkml:brushProperty name="height" value="0.08571" units="cm"/>
      <inkml:brushProperty name="color" value="#E71224"/>
    </inkml:brush>
  </inkml:definitions>
  <inkml:trace contextRef="#ctx0" brushRef="#br0">166 121 7800,'6'-11'0,"-2"0"-31,-3 0 1,3 4 888,0 0 0,3 3-346,-3-3 1,0 4 65,0-1 0,-3 4-175,3 4 0,1 2-15,-1 5 0,-1 5-131,-3 3 0,0 1-199,0 2 0,-5 4 45,-2 0 0,1 3 105,-1-3 1,-1 1-388,-3-1 0,-4-2-650,1 6 0,-1-7-435,4-1 1,0-1 553,0-7 1,0 1-1064,0-4 990,5-5 783,1-6 0,29-65 0,7-19 0</inkml:trace>
  <inkml:trace contextRef="#ctx0" brushRef="#br0" timeOffset="251">717 22 8406,'0'-11'1433,"-1"5"-764,-3 2 0,-3 3-173,-8 1 1,-4 0 21,-11 0 0,-6 5-340,-16 2 1,-4-1 30,-10 2 0,0-5-114,-1 5 0,5-2 85,-1 1 0,16 3-903,3-3 0,13 0 449,9 0 0,6 0-3101,9 4 1693,2 0 1682,10 0 0,55-5 0,18-1 0</inkml:trace>
  <inkml:trace contextRef="#ctx0" brushRef="#br0" timeOffset="823">475 99 7821,'7'-10'978,"1"3"-150,-6 2-449,3 5 0,-5 1-55,0 3 1,0 6 140,0 5 1,0 3-121,0-3 0,-1 4-133,-3 0 0,3 3-263,-3 3 0,-1-1 96,2 1 1,-1-1-278,4-2 1,-1 0 190,-3 0 1,3-5-300,-3-2-35,3-3-269,1-1 232,5-5 0,1-1-111,5-5 1,0-5-45,0-2 1,0-3 178,0-1 0,4 0 281,-1 0 1,5-4-45,-5 0 0,1 1 107,-4 3 0,4-4-136,0 0 0,-1 1 443,-3 3 0,-3 3-179,-1 1 0,-3 4 735,3 0-505,-5-3 0,5 6 9,-4 0 0,-2 1-124,3 6 0,-3 1-88,-1 3 1,0 1-277,0 3 1,0-3 89,0 3 0,0-3-38,0-1 0,2 0 59,1 0 1,-2 0 24,3 0 1,1-4 156,-1 1 1,1-6-67,-2 2-293,3-3 1,9-1 90,0 0 1,0-5-73,-4-2 1,3-3 58,1-1 0,3-1 103,-3-3 1,3 3 87,-3-3 1,0 3 138,-4 1 0,0-4 386,0 0 0,-4 4-304,1 4 0,-6 3 858,2-3-394,2 4-373,-5-1 1,4 5-114,-5 2 1,0 0-29,0 4 0,0 1-112,0 3 1,1 0-180,3 0 1,-3 1-299,3 3 1,-3-3 263,-1 3 1,4-2-603,-1 2 0,1-3 335,-4 3 1,1-4-903,3-4 0,-2 2 77,6-6 1208,-1 1 0,24-33 0,4-8 0</inkml:trace>
  <inkml:trace contextRef="#ctx0" brushRef="#br0" timeOffset="949">1015 66 7542,'-11'-16'-628,"1"8"332,3-3 1,3 7 24,8 0 271,2 3 0,49 26 0,11 5 0</inkml:trace>
  <inkml:trace contextRef="#ctx0" brushRef="#br0" timeOffset="1416">1401 199 7821,'0'-8'527,"0"1"1,-1 4-346,-3 0 1,2-2 26,-6 1 0,4 0-168,-3 4 0,-1 0-35,-7 0 1,3 0-152,-3 0 1,-1 4 68,1 0 0,-4 4-37,0 0 1,3-2-72,2 1 0,1-1 80,2 2 0,2 1-226,1-1 181,3 2-12,5 1 1,5-2 70,3-1 1,6 0 34,5-4 1,2 3 10,1-3 0,1 3 23,3-3 0,-3 3 169,3-3 1,1 1-60,-2-1 1,5 1 94,-5 2 0,5 1-102,-5-4 0,1 5-36,-4-2 0,-6-1 176,-5 2 40,-5-1 0,-12 3-92,-5-3 1,-6-1 144,-9-2 1,-2-3-483,-5 3 0,-1-3 79,-3-1 1,3 0-631,-3 0 1,4 0 370,4 0 1,3-1 346,7-3 0,52-12 0,18-7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49.087"/>
    </inkml:context>
    <inkml:brush xml:id="br0">
      <inkml:brushProperty name="width" value="0.08571" units="cm"/>
      <inkml:brushProperty name="height" value="0.08571" units="cm"/>
      <inkml:brushProperty name="color" value="#E71224"/>
    </inkml:brush>
  </inkml:definitions>
  <inkml:trace contextRef="#ctx0" brushRef="#br0">45 100 7792,'0'-11'0,"0"-4"358,0 1 1,0-1-18,0 4 1,0 0 662,0 0-139,0 5-477,0 1 0,1 5-71,3 0 1,-2 5 135,6 2 1,-1 9 53,4 6 1,0 3-146,0 8 1,4 1-496,0 6 1,3 3 182,-3-2 0,1 2-568,-2 1 1,-3-1 377,0-3 1,-1-6-415,-6-4 0,1-6-255,-2 2 0,-1-8-1586,1-3 484,-1-8 1729,-2-2 0,-10-34 0,-3-8 0</inkml:trace>
  <inkml:trace contextRef="#ctx0" brushRef="#br0" timeOffset="692">1 210 7792,'0'-7'1017,"0"0"-638,0-1-190,0-3 1,0 4 149,0 0 0,5 4-98,2-1 1,1 0-36,3 0 0,-3-1 25,7 1 1,2 3-156,1-3 0,3 3 86,1 1 1,2-3-500,1-1 1,0 0 85,4 4 0,-6 1 184,-1 3 1,1-1-103,-5 4 1,-2 1 100,-1 7 0,-4-1 68,-4 4 0,1 4-15,-4 4 0,1 1 116,-1-2 0,-3 0-62,3 4 1,-2-1-72,2 2 1,1-3 16,2-5 0,3-5-80,-3-2 0,-1-3 64,2-1 0,0-5 29,7-2 1,-2-3-264,6-1 0,-5-5 56,5-2 1,-1-3-230,4-1 0,-5 0 144,-2 0 0,1-4 99,-1 1 1,-1-5 220,-3 4 1,-3 1 292,-1 3 1,-3-4 213,3 0-433,-4 1 1,2 6 784,-5 1-569,0 4 1,0 0-28,0 6 1,3 4-28,1 4 1,4 1-285,0 3 1,2-3-54,1 3 1,0 0-51,0 0 1,0 0 12,0-4 1,3-1 104,1-3 0,3 2-23,-3-6 0,5 1 30,-2-4 0,3 0-121,1 0 1,0-1 106,0-3 0,0-2-129,0-5 0,0 4 4,0-1 1,-1 1-92,-2-4 0,0 0 10,-4 0 1,0 0 126,-4 0 0,-2 0 73,-1 0 0,-3 3-100,-5 1 0,0 3 226,0-3 1,-5 4 36,-3 0 1,-5 2 49,-2 1 1,-3 0 21,3 0 0,-3 4 228,3 4 1,0 2-6,4 1 0,1 1-111,3 3 0,2-3 13,5 3 1,0 0-4,0 0 0,6 4 141,5-5 0,11 2-74,12-1 0,10-3-172,11 3 0,6-8-207,9-3 1,-4-3 145,0-1 1,-6 0-856,-8 0 0,-10-4 430,-9 1 1,-9-5-3675,-10 5 2199,-6-6 1729,-3 8 0,-40-9 0,-7 4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51.513"/>
    </inkml:context>
    <inkml:brush xml:id="br0">
      <inkml:brushProperty name="width" value="0.08571" units="cm"/>
      <inkml:brushProperty name="height" value="0.08571" units="cm"/>
      <inkml:brushProperty name="color" value="#E71224"/>
    </inkml:brush>
  </inkml:definitions>
  <inkml:trace contextRef="#ctx0" brushRef="#br0">56 540 7781,'-14'0'0,"3"0"341,3 0 0,-2 1 303,2 3-562,4-3 0,4 5 77,0-2 0,1-3-118,2 3 0,4-1-95,4 0 1,3-2 93,1 3 1,3-3-36,-3-1 1,3 0 87,-3 0 0,1 0-87,-1 0 1,-3-1-31,3-3 0,-3 2-623,-1-5 0,0 3-76,0-3 534,-5-1 0,-1-3 385,-5 0 0,-1 4-117,-3-1 0,-2 5 32,-5-5 1,-4 6-36,1-2 0,-5 3 232,5 1 1,-2 1-71,1 3 1,3 2 15,-3 5 0,4 1-86,4 3 0,-2-1-170,5 4 0,1-3-144,3 3 1,1-3 79,3 3 0,7-3-154,7 3 1,3-8 77,1 1 1,5-4-758,2 1 1,2-3 898,-2-5 0,37-30 0,5-7 0</inkml:trace>
  <inkml:trace contextRef="#ctx0" brushRef="#br0" timeOffset="284">662 198 7781,'-7'-11'339,"-1"0"660,1 0-651,-4 0 0,0 5 32,0 3 0,4 1-262,-1 2 0,1 2 112,-4 1 1,0 7-137,0 5 1,0 4 109,0 0 1,1 5-220,3 2 0,-2 5 62,5-2 1,1 3-112,3 1 1,0 1 25,0 3 0,3-3 61,1 3 1,1-3-1320,-1-1 1,-3 0 621,2 1 1,-1-6-59,-2-3 0,0-6 732,0-5 0,0-6 0,5-28 0,1-10 0</inkml:trace>
  <inkml:trace contextRef="#ctx0" brushRef="#br0" timeOffset="417">596 496 7781,'-27'4'151,"-2"-1"1,2 2 278,1-1 1,3 2-1194,1 5 1,3 0-102,1 0 864,4-5 0,23 9 0,10-3 0</inkml:trace>
  <inkml:trace contextRef="#ctx0" brushRef="#br0" timeOffset="754">1081 165 7781,'-4'-11'50,"-1"2"0,-1 0 352,-2 2 0,-2 3-8,-1-3 0,-5 4-135,-2 0 1,0 3 119,0 3 0,0 3-44,-4 5 0,0 5-98,-1 3 1,6 1-104,3 3 1,3 0-80,3 3 0,3 2-33,5 5 1,0 0-170,0 0 0,0 4-125,0-1 1,5 5 129,3-4 1,-2-4-683,1-4 0,-3-4 358,3 0 0,-4-3-525,0-3 1,-2-7 990,-1-5 0,15-24 0,4-2 0</inkml:trace>
  <inkml:trace contextRef="#ctx0" brushRef="#br0" timeOffset="885">960 496 7781,'-27'0'14,"0"1"142,-3 3 0,3-3 61,5 3 1,4 1 217,0-1-435,4 4 0,18-2 0,9 5 0</inkml:trace>
  <inkml:trace contextRef="#ctx0" brushRef="#br0" timeOffset="1311">1125 628 7781,'0'-6'1083,"0"1"-724,5 5-262,1 0-346,10 0 0,0 0 178,2 0 0,-1-1-287,-2-2 1,-3 0 200,3-4 1,-3 3-23,-1-3 0,0 1 82,0-2 0,-4-2-43,-4 3 138,-2-3 0,-2 0 186,-2 3 1,-5 2-82,-7 5 0,2 0 130,-5 0 0,-1 1 135,-3 3 1,5 2-90,2 5 1,3 0-25,1 0 1,1 0-71,3 0 0,-2 4-425,6 0 0,0 3 67,7-3 0,0 1-80,7-2 1,-2-1-545,10 1 1,-5-3 329,5-3 1,3 0 466,4-4 0,48-15 0,10-7 0</inkml:trace>
  <inkml:trace contextRef="#ctx0" brushRef="#br0" timeOffset="1779">1632 496 7781,'0'-11'698,"-5"0"1,-1 5-436,-5 2 1,0 3-115,0 1 1,-1 5 67,-3 2 1,3 4-176,-3 4 1,3-1 120,1 4 0,4-3-207,-1 3 1,6-1 73,-2 1 1,3 3-352,1-2 0,1-2 84,3 1 1,2-4-13,5 0 1,4-3 142,-1-3 1,6 0 39,-2-4 0,3 0-105,1-4 1,0-2 77,0-1 0,0-7-61,0-5 0,0-4 81,0 0 1,0-2-232,1-1 1,-5-1 26,0-3 1,-1 2 11,2-5 1,-3 3 291,-5-4 0,-4 2-83,0-1 1,0-2 199,0 5 1,-2 2-113,-5 6 1,0-2 1093,0 5-514,0 6-142,-5 4 0,0 6-59,-2 3 1,1 2 18,2 5 1,1 3-130,-4 1 1,1 8-97,-1-1 0,-2 3-105,5-3 0,-3 4 95,3-1 1,-3 5-335,3-4 0,-3 4 121,3 0 0,1-2-283,3 1 0,0-4 169,0 0 1,4-3 69,4-3 1,3-1-19,4-7 0,-2 1-254,5-8 0,4-5-702,4-7 1,4-6 23,-5-5 1012,6-1 0,31-51 0,-24 29 0,0 0 0</inkml:trace>
  <inkml:trace contextRef="#ctx0" brushRef="#br0" timeOffset="1935">1875 485 7781,'-19'0'432,"1"0"0,4 0 1324,0 0-1233,6 0 1,10 0-799,9 0 0,5 0 184,6 0 1,5-1 180,2-3 0,4 3-90,4-3 0,36-12 0,14-2 0</inkml:trace>
  <inkml:trace contextRef="#ctx0" brushRef="#br0" timeOffset="2702">2878 507 7754,'-4'-7'0,"-1"-1"0,-1 1 0,-2 1 512,-2 2 0,-1 3-99,0 1 0,-5 0-319,-3 0 1,2 1 44,-1 3 0,0 3-150,-4 8 0,1-3-22,2 3 1,0-2-136,4 2 1,4-3-93,4 3 0,4 1 143,0-1 0,3-1-58,3-3 1,8-4 1,8-4 0,1 2 174,2-1 1,4-2-70,0-5 1,0-2 67,-4-3 0,-1-1-64,-3 1 0,1-2 8,-4-1 0,-1 0-241,-7 0 0,3-3 104,-3-1 0,-2 0-168,-1 4 0,1 4 361,-2 0 0,6-1 0,-8-3 0,9 5 0,-4 1 0,5 5 0,0 0 7,0 0 1,4-1 106,0-3 1,0 3 235,0-3 1,2 2-96,5-2 1,2-1 221,1-2 1,-1-3-68,1 3 0,3-7 109,2 0 1,1-5-237,-2 5 1,-3-6-79,-8 2 0,2 0-175,-6 0 0,1-4 54,-4-4 1,-5-1-119,-2 2 1,-4 0 64,-4-4 1,-6 3-174,-4-3 0,-6 5 49,2 2 1,-3 4 77,-1 3 1,0 8 146,0-1 1,1 6-110,3 2 1,2 6 90,5 5 1,1 5-52,2 6 1,0 3 128,4 4 1,2 2-51,5 9 0,0 1-55,4 3 1,1 0-116,3 0 1,-4-4-202,0 1 1,-1-2-3,2 1 0,-2-2 94,-2-5 1,-3-3-8,2-1 0,-1-8-63,-2 1-789,0-7 306,0-4-260,-5-6 0,4-7 950,-3-1 0,8-23 0,2-10 0</inkml:trace>
  <inkml:trace contextRef="#ctx0" brushRef="#br0" timeOffset="2835">3087 573 7781,'0'-11'1522,"2"0"-988,1 0 0,0 0-64,4 0 0,2 4-142,5-1 0,3 6-239,6-2 1,0 2 67,3-2 1,-2 3-2141,5-3 1983,-4 3 0,12-4 0,-3-1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01.214"/>
    </inkml:context>
    <inkml:brush xml:id="br0">
      <inkml:brushProperty name="width" value="0.08571" units="cm"/>
      <inkml:brushProperty name="height" value="0.08571" units="cm"/>
      <inkml:brushProperty name="color" value="#E71224"/>
    </inkml:brush>
  </inkml:definitions>
  <inkml:trace contextRef="#ctx0" brushRef="#br0">100 210 7910,'-5'-7'585,"-3"-1"483,3 6-307,1-3-193,4 5 0,0 5-206,0 2 0,6 7 30,5 1 0,1 4-249,6 0 1,-4 1-241,0 2 1,-1 0-726,-2 0 1,0 1 548,0-1 1,0-5-1058,0-3 1,-5-1 104,-2-2 1225,2 0 0,-15-20 0,2-4 0</inkml:trace>
  <inkml:trace contextRef="#ctx0" brushRef="#br0" timeOffset="147">22 45 7754,'-7'-11'0,"0"0"-919,4 0 330,-2 5 589,5 1 0,5 10 0,31 15 0,12 10 0</inkml:trace>
  <inkml:trace contextRef="#ctx0" brushRef="#br0" timeOffset="507">452 188 7754,'11'0'35,"0"0"1134,-4-5-956,-3 4 0,-8-4-106,-4 5 1,-2 0-178,-1 0 1,-1 0 23,-3 0 0,-2 0 109,-5 0 1,5 0-241,2 0 0,3 0 107,1 0 0,0 4-303,0-1 35,5 6 281,1-3 1,10 5-78,2 0 1,8 0-135,3 0 0,4 0 37,4 0 1,1 2 102,2 1 1,2-2 101,-5 3 1,3-1-91,-3 0 1,0-1 262,-4 1 0,-2-1-44,-1-2 309,-8 0 0,-6 0-47,-5 0 1,-9-5 97,-2-3 0,-8-1-319,-3-2 1,-2 0-210,-5 0 0,3 0-229,-3 0 0,4 0 230,0 0 0,1 0 64,2 0 0,34 9 0,9 4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59.802"/>
    </inkml:context>
    <inkml:brush xml:id="br0">
      <inkml:brushProperty name="width" value="0.08571" units="cm"/>
      <inkml:brushProperty name="height" value="0.08571" units="cm"/>
      <inkml:brushProperty name="color" value="#E71224"/>
    </inkml:brush>
  </inkml:definitions>
  <inkml:trace contextRef="#ctx0" brushRef="#br0">34 45 7735,'-8'-10'0,"1"3"0,5-3 1322,-2 2-436,-2 4-4,5-1-542,-4 5 1,6 2 156,3 5 1,3 3-119,8 12 0,-1 0-154,8 11 0,-2-1 87,6 9 1,1-5-113,-2 5 0,5-1-506,-4 4 0,-1 0 241,-3 1 0,-5-7-1258,-2-5 0,-3-6 643,-1-9 1,-3-7-1633,-1-7 2312,0-3 0,9-31 0,2-6 0</inkml:trace>
  <inkml:trace contextRef="#ctx0" brushRef="#br0" timeOffset="266">552 298 7735,'5'-11'0,"-4"4"1233,3 0-366,-3-1-189,-1 2-466,-5 1 1,-1 6-56,-5 3 0,0 3 6,0 8 1,4-1-99,-1 4 1,2 0-90,-1 4 1,2 0 101,5 1 0,0-5-128,0 0 0,6-4-17,5 0 0,5-1 154,6-2 1,0-5-39,0-3 1,0-3 68,0-3 1,-6-5-215,-5-6 1,-1-3-206,-6-5 1,-6 0-576,-5-1 0,-9-2 419,-6-1 1,-1 2-541,-7 5 0,6 3 997,-2 5 0,-2 15 0,0 3 0</inkml:trace>
  <inkml:trace contextRef="#ctx0" brushRef="#br0" timeOffset="627">894 243 7735,'7'-11'767,"0"0"-427,-4 0 1,3 1 44,-2 3 15,-3 2-311,4 0 1,-10 4 65,-2-3 1,-3 4-131,-1 4 1,-4-2-48,0 6 0,1-5 156,3 5 1,0-1-384,0 4 0,1 0 108,2 0 0,3 0-248,5 0 0,2 0 179,1 0 1,5 0-61,6 0 0,0 0 7,4 0 0,1 0-50,3 0 0,0 0 394,0 0 0,1-3-117,3-1 0,-7 1 490,3 3 0,-7 0-259,0 0 1,-8-4 331,-3 0 1,-4 1-242,-4 3 1,-7-4-333,-7 0 1,-4-3-43,-4 3 0,3-4-177,-3 0 0,3 2 265,1-1 0,-5-10 0,-1-6 0</inkml:trace>
  <inkml:trace contextRef="#ctx0" brushRef="#br0" timeOffset="986">1357 188 7735,'6'-5'1666,"4"-1"-1439,-9 0 0,3 1-14,-8 5 0,-7 0-40,-8 0 1,-1 0 26,-2 0 0,0 4-20,0-1 0,3 5-149,1-5 1,6 2-391,0-1 50,1 2 178,10 5 1,-4 0-69,5 0 0,6-4 59,5 1 1,2-1-40,5 4 1,-3-3 32,3-1 1,1 0 151,3 4 1,2 0-85,-2 0 1,3-3 281,-7-1 0,-1 0-63,2 4 0,-6 0 6,2 0 1,-4 0 208,-4 1 1,-3-1-130,-8 0 1,-3 0 69,-8 0 1,-7-4-35,-7 0 0,-3-3-711,-1 3 1,-4-4 260,0 0 0,-3-1 187,3-2 0,-5-5 0,3-1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58.476"/>
    </inkml:context>
    <inkml:brush xml:id="br0">
      <inkml:brushProperty name="width" value="0.08571" units="cm"/>
      <inkml:brushProperty name="height" value="0.08571" units="cm"/>
      <inkml:brushProperty name="color" value="#E71224"/>
    </inkml:brush>
  </inkml:definitions>
  <inkml:trace contextRef="#ctx0" brushRef="#br0">111 45 7769,'-1'-11'733,"-3"0"1,3 3 383,-3 1-223,3 5 370,1-3-846,5 14 1,2 5 26,8 12 0,-2-2-119,6 6 0,3 3-540,3 3 0,1 5 196,-4-4 0,0 3-1100,0-3 0,-5-2 431,-2-5 1,-6-3-49,-2-5 1,-5-9-1752,2-2 2486,-3-7 0,-15-14 0,-5-8 0</inkml:trace>
  <inkml:trace contextRef="#ctx0" brushRef="#br0" timeOffset="633">1 221 7769,'0'-15'509,"0"1"1,0-2-103,0 1 1,1 3-169,2-3 1,7 3 267,5 1 0,5 0-77,-2 0 1,4 0-82,4 0 0,-2 3-99,6 1 1,-1 5-89,4-2 0,-1 4 41,-3 4 1,2 2-137,-5 5 0,-1 5 99,-3 2 1,-4 3 36,-4 1 1,-1 1-278,-2 3 0,0-2-442,0 6 1,-4-6-62,0 2 0,-3-3 287,3-1 1,-4-3-242,0-1 0,2-8-217,-1 1-60,0-7 504,1 1 1,-3-7-6,5-1 0,-4-3 39,1-6 1,2 4-1,1-3 1,-1 2 141,1-5 0,1 1-88,3 2 0,0 0 231,0 0 0,-4 4-71,1 0 1,-1 4 403,4-1 0,-4 0-34,1 0 1,-5 0 590,5 4-576,-6 5 1,7 1-107,-6 5 0,6 0-79,-2 0 0,2 0 35,-2 0 1,7 0-211,-3 0 0,6-3 107,-2-1 1,4-4-158,0 0 1,1-2 15,2-1 0,0 0-82,1 0 1,-1-4-165,0-4 1,2-2 117,-2-1 0,-1-1 81,-6-3 1,-4 3-110,0-3 1,-1 0 162,-7 0 1,1 0-52,-4 4 1,-1 0 318,-3 0 0,-3 1-105,-8 3 0,1-2 393,-4 6 0,3 0-198,-3 7 1,3-2 663,-3 6 0,4 0-250,0 7 0,6-2-64,5 6 1,-2-4-181,1 3 1,5-1-136,7 1 1,6 2 47,5-5 1,7 3-129,3-3 0,8 0-200,3-4 1,-1-2-311,2-1 0,2-3-551,1-5 0,-4 0-153,-10 0 0,-4-4-2426,-3 0 3385,-6-4 0,-26-18 0,-11-10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57.817"/>
    </inkml:context>
    <inkml:brush xml:id="br0">
      <inkml:brushProperty name="width" value="0.08571" units="cm"/>
      <inkml:brushProperty name="height" value="0.08571" units="cm"/>
      <inkml:brushProperty name="color" value="#E71224"/>
    </inkml:brush>
  </inkml:definitions>
  <inkml:trace contextRef="#ctx0" brushRef="#br0">243 99 7710,'4'-14'-411,"0"-1"1730,-1 0-856,-3 4 1,-6 2-210,-5 1 0,-1 3-38,-6 5 0,-1 0-130,-3 0 1,0 5 73,0 3 1,0 1-325,0 2 0,4 4-39,-1 0 1,6 3-190,-2-3 1,8 3 84,3-3 1,3 3 118,1-3 1,0 0-24,0-4 0,10-4 67,4 0 1,6-4 184,2 0 0,0-1-125,0-2 1,0-5-233,0-3 0,0-1-7,0-2 0,-5-4 52,-2 0 0,-3-3 271,-1 3 0,0-4 0,-4-13 0,-3-9 0</inkml:trace>
  <inkml:trace contextRef="#ctx0" brushRef="#br0" timeOffset="350">376 0 8270,'0'8'705,"0"-1"1,1-1-230,3 1 0,-3 4 25,2 0 0,4 0-244,0 4 1,-1 1-55,1-1 0,0 3-369,0-3 0,3 1 172,-3-2 1,-2-5-52,-1 2 0,-2-4 252,2 1-772,-3 2 257,4-9 0,-5 2-90,0-6 0,-1 0 157,-3-4 1,3 0 69,-3-4 1,-1 0 165,2 0 0,-1-4-61,4 0 1,0-1 161,0 2 0,0 1-54,0-1 1,0 1 304,0 2 1,4 0-57,-1 0 0,7 1 39,1 3 1,0-1-28,4 4 1,2 0-48,1 4 1,3 5-226,1 2 0,-1 4 77,-3 4 0,2 1-400,-5 2 1,-1 3 169,-3-2 1,-1 2-386,-3 1 0,0-4 258,-4 0 1,-1-4 248,1 0 0,23-11 0,5-4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1:55.652"/>
    </inkml:context>
    <inkml:brush xml:id="br0">
      <inkml:brushProperty name="width" value="0.08571" units="cm"/>
      <inkml:brushProperty name="height" value="0.08571" units="cm"/>
      <inkml:brushProperty name="color" value="#E71224"/>
    </inkml:brush>
  </inkml:definitions>
  <inkml:trace contextRef="#ctx0" brushRef="#br0">1 464 6715,'0'-8'1637,"0"1"-1189,0 5-16,5-8-452,-4 4 1,5-2-28,-2 1 0,-2 3-62,6-3 1,-1 3-43,4-3 0,0 5 119,0-2 1,0 3-258,0 1 164,5 0 1,-4 0-6,3 0 0,-7 5 42,0 2 0,-6 6-111,2 2 0,-4 5 65,-4-2 1,2 4 31,-6 4 0,2-3 111,-1 3 1,-2 1-95,6-1 1,-5 0 38,5 0 0,-1-6-20,4 2 0,0-4 42,0 1 1,0-3-34,0-5 0,5-5 74,2-3 0,3-1-32,1-2 1,0-2 73,0-1 1,0-5 120,0-6 0,0 0-64,0-4 1,-1 1 133,-3-2 1,2-2-56,-5 3 1,3 1-51,-3-1 1,3 0-41,-3 0 1,1 2-55,-2 5 0,-1 0 85,1 0 0,-2 4-397,-1-1 191,5 6 0,-3 2-88,1 7 0,-2 3-48,-1 1 1,0 4 120,0-1 1,0 6-97,0-2 0,0 3 84,0 1 0,0 0 32,0 0 1,2-1 8,1-2 1,3 0 8,5-4 0,1-2 500,-1-5 0,3-3-220,1-5 1,3-3 584,-3-4 1,3-5-372,-3-11 1,0-2 90,-4-1 0,2-5-169,-2 2 1,2-2-527,-10 2 0,5-2 70,-5 6 1,1-1-96,-4 4 1,0 1-680,0 3-1355,-5 2 2216,4 5 0,-14 24 0,3 7 0</inkml:trace>
  <inkml:trace contextRef="#ctx0" brushRef="#br0" timeOffset="249">651 618 8373,'6'0'2888,"-1"1"-2465,-5 3 1,0 3-118,0 8 0,0-1-362,0 4 0,0 4-192,0 4 1,-3 3-260,-1-3 0,-3 3 5,3-3 0,-5 1 305,2-1 1,2-7-1826,1 3 692,-2-7 1330,5 1 0,11-30 0,8-5 0</inkml:trace>
  <inkml:trace contextRef="#ctx0" brushRef="#br0" timeOffset="475">762 684 7763,'1'-9'1721,"2"1"-1425,-1-2 1,4 9 160,-3-3 29,-1 3 1,6 2-114,-4 3 0,0 6-81,-4 5 0,0 4-194,0 0 0,0 1-159,0 3 1,0-1-756,0 0 1,0 0 536,0 0 1,0 0-437,0 0 0,-2-4 3,-1 1 712,1-6 0,17-26 0,10-13 0</inkml:trace>
  <inkml:trace contextRef="#ctx0" brushRef="#br0" timeOffset="909">750 12 7825,'-7'-4'176,"0"0"1,-2 2 0,-1 1 670,-1 1 1,0 0-505,0 0 0,0 5-17,0 2 0,0 7-65,0 0 0,0 7-134,0 1 0,5 1 82,2 7 0,-1-2-473,2 1 1,0 3 242,7-2 1,2 0-1020,5 0 1,1-5-404,3-6 0,1-3 1443,2-5 0,28-20 0,2-4 0</inkml:trace>
  <inkml:trace contextRef="#ctx0" brushRef="#br0" timeOffset="1367">949 67 7825,'0'-7'613,"0"-1"-363,0 6 1,5-3 100,2 5 0,3 0-69,1 0 0,0 0-245,0 0 1,4 5-52,-1 2 0,1 2-59,-4-2 1,0 3-31,0-3 212,0 3 1,-5 1-247,-2 0 1,-3-4-35,-1 1 60,0-6 0,-5 7 58,-2-6 1,-3 1-216,-1-4 0,0 4 25,0 0 1,0-1 27,0-3 1,0 0 189,0 0 1,4 0-72,-1 0 1,5 0 290,-5 0-153,6 0-219,-3 0 265,5 0 444,5 0 1,1 0-304,5 0 1,1 0-163,3 0 1,-3 4-20,3 0 0,1 0-16,-1 0 0,3-1-76,-3 4 0,1 0 62,-2 4 0,-5 0 15,2 0 1,-4 0-28,1 0 0,-4 0 34,-4 0 1,-4 0-8,-4 0 0,-3 4-179,-4 0 1,2-4-216,-5-4 1,3-1-300,-3 2 1,3 2-410,-4-3 1069,11-2 0,-12-15 0,8-8 0</inkml:trace>
  <inkml:trace contextRef="#ctx0" brushRef="#br0" timeOffset="1591">1136 12 7825,'11'0'1764,"0"0"-1229,0 0 1,5 1 32,3 3 1,-1 6-161,4 4 1,-6 7-10,6 1 0,-2 1-187,2 7 0,-5-2-312,-2 1 1,-8 3-742,-3-2 1,-4 0 618,-4 0 1,-2 0-1317,-5-4 0,-5-2 97,-3-5 1441,-1-3 0,-17-10 0,-3-1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02.920"/>
    </inkml:context>
    <inkml:brush xml:id="br0">
      <inkml:brushProperty name="width" value="0.08571" units="cm"/>
      <inkml:brushProperty name="height" value="0.08571" units="cm"/>
      <inkml:brushProperty name="color" value="#E71224"/>
    </inkml:brush>
  </inkml:definitions>
  <inkml:trace contextRef="#ctx0" brushRef="#br0">23 176 7374,'-6'-5'693,"-3"3"-207,6-6 93,-1 6-123,4-3 161,0 5-334,0 5 0,4 2 29,-1 8 0,6-2-255,-2 6 0,7-1 109,0 4 1,1 0-121,-4 0 1,4 4 54,0 0 1,-1-1-452,-3-2 0,0-1 188,0 0 0,-5-5-421,-2-3 402,-3-1 0,-1-6-197,0 0 259,0-4 0,-3 1 31,-1-8 0,-5-2 88,2-5 0,-1 0-64,0 0 1,-2-4 113,3 0 0,1-3-92,-1 3 0,4-3 163,-1 3 1,0-3-34,0 3 1,0-5 89,4 2 1,0 1 21,0-1 1,4 4-89,0-1 0,5 3-66,2 1 0,0 5 28,4 2 1,2 3 26,2 1 0,1 1-13,2 3 0,2 6 19,1 4 1,-1 6-23,1-2 0,-1 5-9,-2 2 1,-4-1-18,1 1 0,-10-1 4,2-2 0,-3-4-1490,-1 0 0,-2-8 88,-5 1 1339,0-2 0,5-13 0,1-3 0</inkml:trace>
  <inkml:trace contextRef="#ctx0" brushRef="#br0" timeOffset="278">662 319 7759,'2'-17'-761,"1"3"1,-1 1 2853,1 2-779,-2 0-1012,-1 0 0,-1 5 103,-2 2-354,-4 3 1,-7 1 44,-1 0 1,0 5-21,4 2 0,0 7-60,0 1 1,-2 4-216,2 0 1,-1-2-140,8 1 1,0 0 155,4 5 1,1-5 31,3 0 1,6-4 103,5 0 1,4-3 116,0-3 1,1 0-120,2-4 0,-1-2 269,-2-5 0,-5-3-119,-6-5 0,0-2-206,-4-1 0,-5-2-768,-7-3 0,-3-1 91,-3 1 781,-4 3 0,-18-9 0,-5 1 0</inkml:trace>
  <inkml:trace contextRef="#ctx0" brushRef="#br0" timeOffset="595">872 55 7966,'-11'-11'0,"0"0"901,0 0-151,0 0 1,3 5-313,1 2 1,5 4-125,-2 4 0,3 2 181,1 5 0,5 5-104,2 2 1,4 4 91,4 4 1,1-1-120,2 9 0,7-4-399,-3 7 1,2-2-378,-2 2 0,0-2-500,0 1 1,-3-5 95,-1-2 0,-5-4 401,2 0 1,-6-6-2159,-2-4 2573,-4-8 0,1-22 0,-4-9 0</inkml:trace>
  <inkml:trace contextRef="#ctx0" brushRef="#br0" timeOffset="751">817 242 7777,'-4'-11'335,"0"0"1,1 4 1352,3-1-1508,0 6 0,6-7 24,5 6 1,5-1-283,6 4 0,5 1 138,2 3 1,7 2-1832,1 5 1771,4-5 0,47 14 0,-35-11 0,0 0 0</inkml:trace>
  <inkml:trace contextRef="#ctx0" brushRef="#br0" timeOffset="2027">1710 121 7632,'-4'-7'55,"0"-1"853,-4 6-692,7-3 1,-4 10-48,5 2 0,5 4 313,2 4 1,4 2-110,4 5 0,-2 4-513,6-1 0,-1 2 166,4-1 0,0-3-366,0 3 1,0-3 222,0-1 1,0-4 10,0-4 0,-5-6 51,-2-5 1,1-3-15,-1-3 1,-4-1-251,-4-7 0,-1 2 88,2-5 1,0-2-38,-4 1 1,3-1 111,-3 1 1,0 2 155,-4-5 0,0 3-43,0-3 0,-5 3 87,-3-4 1,2 6 223,-1-2 572,-1 3-194,-3 1-135,0 5-325,5 1 0,3 10-38,6 2 1,3 3-138,5 1 0,2 1 85,1 3 1,4-3-106,4 3 1,0-3 25,0-1 0,0 0-145,0 0 0,0-3 41,0-1 0,0-5 111,0 2 1,-4-3-134,1-1 0,-2 0 63,1 0 1,-3-1-145,-8-3 1,2-2 39,-5-5 1,-1 0 28,-3 0 1,-1 0 56,-3 0 1,-7-1-30,-7-3 0,-3 3 128,-1-3 1,0 4-77,0 4 1,4-2 112,-1 6 1,6-1-41,-2 4 27,3 0 0,6 5-66,2 2 1,3 7 69,1 0 0,5 5-54,2-5 1,4 6-124,4-2 0,-2 3-278,6 1 0,-5-3 171,5-1 1,-1-4 43,4 0 0,0-3 62,0-3 1,-3-3 296,-1-5 0,0 0 35,4 0 0,-1-5 99,-2-3 1,-2-2-125,-3-1 1,-5-1 15,2-2 1,-4 1-77,1-1 1,-3 1 22,-5 2 1,0 0-113,0 0 1,0 4 207,0 0-206,0-1 0,0 1 0,0-1 1,1 6-114,2-2-75,-1 3 0,6 2 64,-4 3 1,3 2 1,-3 5 93,5 0 0,-7 1 26,5 3 0,-3-3-61,3 3 1,-3-3 245,3-1 0,-3 0-117,3 0 0,-3-1-114,3-2 1,-4 1 143,1-1 1,-2-3-15,2-2 44,-3-1-97,4-2 1,-4-4-233,3 0 1,-3-4 52,3 0 0,-3-5-121,-1-2 0,0 0-51,0 4 1,1 0-22,3 0 1,-2 0-95,6 0 1,-1 0 102,4 0 0,1 0 311,3 0 0,-3 4-155,3-1 1,1 5 148,-2-5 0,1 6-45,-4-2 0,-4 3 496,1 1-303,-1 0 1,1 5 241,-1 2-347,-5 3 0,7 1-5,-5 0 0,3 0-97,-3 0 1,4-3 77,0-1 1,1-1-86,2 1 0,0 2 44,0-5 1,0 3-61,0-3 0,0-1 92,1-3 1,2 0 10,1 0 0,0 0 122,-4 0 1,-2-5-93,-1-2 0,0 1 182,-4-1 1,3-1-57,-3-3 1,3 0 93,-3 0 1,0 0-48,-4 0 1,0 4 146,0-1-24,0 1-167,0-4 1,1 1-97,3 3 1,-2 2 66,5 5 0,-3 0-184,3 0 0,1 5 65,3 2 0,0 7-306,0 0 0,0 6 143,0-2 1,0 7-34,0 1 0,0 4 117,0 0 1,0-2 66,0 1 0,0 1-25,0 3 1,-1-5-38,-3-2 1,-2-4-341,-5-4 0,-6-2 151,-5-5 0,-6-5-543,-9-2 1,-2-4 337,-5-4 0,-5-3-768,-2-8 1189,2 3 0,-15-34 0,1-1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05.922"/>
    </inkml:context>
    <inkml:brush xml:id="br0">
      <inkml:brushProperty name="width" value="0.08571" units="cm"/>
      <inkml:brushProperty name="height" value="0.08571" units="cm"/>
      <inkml:brushProperty name="color" value="#E71224"/>
    </inkml:brush>
  </inkml:definitions>
  <inkml:trace contextRef="#ctx0" brushRef="#br0">166 220 7726,'0'-11'0,"0"4"0,0-1 364,0 1 0,-2-3 38,-1 3 1,-3 2-6,-5 5 1,0 0-59,0 0 0,-2 0-68,-1 0 0,1 5-82,-1 2 0,1 7 10,2 0 0,-2 6-149,2-2 1,-1 3 90,8 1 1,0 0-95,4 0 1,2 0-70,1 1 1,5-3-266,6-1 0,7 0-348,5-4 1,4-2 325,0-5 1,5 0-463,2-4 1,1 0 307,-1-4 1,-3-6-191,3-5 0,-5-2 653,-7-5 0,0 0 0,-10-4 0,-1 0 0,-22-35 0,-6-8 0</inkml:trace>
  <inkml:trace contextRef="#ctx0" brushRef="#br0" timeOffset="175">397 77 7726,'-11'-11'-496,"-4"-4"199,1 0 1437,-1 1-271,4 3-544,0 5 1,5 2-127,2 8 1,3 2 24,1 5 0,4 1 191,-1 3 1,10 3-87,-2 8 0,7-2-224,0 6 0,3 3 54,1 3 1,-1-2-804,-3-5 1,2 0 177,-5 4 0,3-3-112,-3-1 1,-1-8-527,-2 1 0,-1-7 212,0-1 892,0-6 0,5-28 0,1-10 0</inkml:trace>
  <inkml:trace contextRef="#ctx0" brushRef="#br0" timeOffset="519">651 264 7669,'10'-1'1033,"-3"-3"-626,3 3 0,-4-4-38,5 5 1,0 0-115,0 0 0,1 0-44,3 0 1,-2 0-192,6 0 0,-2 0 84,1 0 1,2 0-270,-6 0 0,5-3 130,-4-1 0,-1-3-266,-3 3 1,-3-5 127,-1 2 0,-5-3 28,2-1 0,-4 0 60,-4 0 0,-5 0 17,-6 0 1,-5 5 139,2 2 1,-3 3-100,-1 1 0,0 5 302,0 2 1,4 3-100,-1 1 1,6 5 14,-2 2 1,8 3-232,3 1 1,3 4-188,1 0 1,2 4-275,6 0 1,0-3 256,11-2 1,3-3-190,3-3 0,6-3 124,-2-5 1,3-1-292,1-3 0,0-3 600,0-8 0,40-27 0,9-10 0</inkml:trace>
  <inkml:trace contextRef="#ctx0" brushRef="#br0" timeOffset="911">1213 286 7726,'-5'-17'0,"3"-2"381,-6 4 1,5 0-1,-5 4 0,1 1-9,-4 3 0,0 2-63,0 5 0,-1 0-110,-3 0 1,3 5-45,-3 2 1,-1 3 68,1 1 1,2 4-234,5 0 1,-1 4-10,1 0 0,3-2 2,2 1 0,2 3-171,1 1 1,1 2-179,2-5 0,4-3-443,4-2 1,3 2 386,1-1 1,5-4-155,-2-4 0,3-4 152,1 1 1,0-3 268,0-1 0,-1-5 154,-3-2 0,-2-3 0,-5-1 0,-1-4-20,-3 0 1,-2-3 19,-5 3 0,-4-4 429,1 0 0,-6 2-258,2-1 1,-4 1 522,-4-2 1,3 0-294,-3 4 1,4 0 560,4 4-166,-3 0-375,9 5-298,-4 1 0,6 10-103,3 2 1,3 8-193,8 3 1,-3 0 152,3 0 1,-2 0-417,2 4 1,-3 0 243,3 1 1,-3-5-491,-1 0 0,0-4 286,0 0 1,0-1-183,0-2 0,0-2 269,0-1 0,0-3 308,0-5 0,5-15 0,1-3 0</inkml:trace>
  <inkml:trace contextRef="#ctx0" brushRef="#br0" timeOffset="1228">1378 275 7726,'-9'-21'-913,"1"3"0,0 2 1976,4 5 0,-3 0-419,3 0 1,0 4 165,4-1-568,0 6 1,5-2-148,2 8 1,3 2 1,1 5 0,2 1 127,1 3 0,-1 1-288,1 2 0,2 3 105,-1-2 0,0-2-259,-4 1 1,0 0 94,0 4 1,0-3-50,0-1 0,-4-4 46,0 0 1,-1-1 311,2-2 179,-3 0-260,-5-5 0,-1-1-87,-3-5 0,-2-5 36,-5-3 0,0-3 158,0-3 1,0-3-62,0-5 1,0 3-180,0 1 1,4-1-59,4-3 0,2 2-181,1 1 1,6 0 29,5 4 0,6 0-97,9 4 1,3 1-191,8 3 0,-3 2-1146,3 5 1670,-3 5 0,-1 11 0,0 7 0</inkml:trace>
  <inkml:trace contextRef="#ctx0" brushRef="#br0" timeOffset="1401">1974 474 7904,'16'0'0,"-4"0"1227,3 0 1,-3 0-531,-1 0 0,-4 0-2369,0 0 972,-4 0 700,2 0 0,-30 0 0,-5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0.478"/>
    </inkml:context>
    <inkml:brush xml:id="br0">
      <inkml:brushProperty name="width" value="0.08571" units="cm"/>
      <inkml:brushProperty name="height" value="0.08571" units="cm"/>
      <inkml:brushProperty name="color" value="#E71224"/>
    </inkml:brush>
  </inkml:definitions>
  <inkml:trace contextRef="#ctx0" brushRef="#br0">34 67 7790,'-7'-18'342,"0"4"663,3 1-366,-5 2-228,8 5-74,-4 1 1,5 10-74,0 3 0,0 6 117,0 5 1,5 5-261,2 2 0,7 9 84,0 2 1,6 1-493,-2 3 1,7-1 255,0 4 0,1 0-922,-4 0 0,0-5 509,0-2 1,-5-7-189,-2-5 1,-3-6-502,-1-5 164,-4-6 969,-3-3 0,-18-15 0,-5-2 0</inkml:trace>
  <inkml:trace contextRef="#ctx0" brushRef="#br0" timeOffset="838">1 353 7790,'0'-11'130,"0"0"1,4 0 273,-1 0 0,6 0 5,-2 0 0,3 4-157,1-1 0,5 6-166,2-2 0,3 3 145,1 1 1,5 0-185,2 0 0,3 5 115,1 2 0,0 7-64,1 0 0,-5 2-28,0-1 0,-4 1-111,1 2 1,-7 3-221,0-3 1,-10 2 152,2-2 0,-7 2-248,0-5 1,-3 3 156,-1-3 1,-1 0-148,-3-4 0,2 0 95,-6 0 1,6-4-25,-2 0-53,-2-4 251,5 2 54,-4-5 1,5-2 162,0-1 0,0 0 12,0-4 1,4 0-72,-1-4 1,2 0 30,-1 0 0,-2 0-40,6-1 1,-5-2-18,5-1 0,-5 0-2,5 4 1,-1 2 1,4 1 1,0-2 93,0 3 0,0 1-110,0-1 1,0 4 138,0-1 1,-4 3-70,1 1 1,-2 1-172,1 3 1,2 2 139,-5 5 0,3 0-281,-3 0 0,3 0 14,-3 0 1,3 0 26,-3 0 1,4 4 49,0 0 1,1-2 4,2-5 0,0 1 119,0-1 0,5-2-96,3 1 0,-3-4 100,-2 0 0,2-1-75,-1-2 1,3-2 183,-3-1 0,1 0-83,-1-4 1,-7 0 215,3-4 0,-3-2-16,-1-1 0,-2 1-44,-5-1 1,4 0 74,-1-1 1,1 3-36,-4-2 1,-1 1 65,-3 2 1,3 0 208,-3 0-32,3 0-370,1 0 1,5 6-115,2 5 1,2 3 79,-2 8 1,3-1-62,-3 8 0,3 2 0,1 5 0,-1 2 39,-3 3 0,2 1-392,-6-1 0,5 5 152,-5 2 1,2 4-255,-1-5 1,-2 1 97,6-4 1,-6-1-81,2-3 1,1-3 339,-1-8 0,-1-2-56,-3-5 1,-6-5 130,-5-2 1,-1-3-98,-7-1 0,1-4 144,-4-4 1,0-2 5,0-1 1,1-3 159,3-1 1,-1-1 186,8 1 1,-1 3 377,8-3 0,2-1 30,6 2 1,4-1-328,11 4 0,5 4-427,13-1 0,2 6 34,5-2 0,0-1 136,0 2 1,2-1-1,1 4 1,-7 0-324,-4 0 1,-8 0-2214,-9 0-2260,-8 0 4578,-6-5 0,-59-30 0,-13-13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08.531"/>
    </inkml:context>
    <inkml:brush xml:id="br0">
      <inkml:brushProperty name="width" value="0.08571" units="cm"/>
      <inkml:brushProperty name="height" value="0.08571" units="cm"/>
      <inkml:brushProperty name="color" value="#E71224"/>
    </inkml:brush>
  </inkml:definitions>
  <inkml:trace contextRef="#ctx0" brushRef="#br0">78 530 7314,'0'-6'237,"0"1"0,1 5-137,3 0-35,-3 0 210,4 0 36,-5 0-40,0 5-64,0-4-219,0 9 1,-1-9 140,-3 3 88,3 2-205,-4-5 161,5 4 87,0-5-80,-5 0 0,3 0-11,-6 0-99,6 0-25,-8 0 1,8 0-2,-6 0 0,4 0-429,-3 0 176,5 0 85,-8 5 1,7-4-81,-4 3-97,5-3 57,-3-1-2211,5 0 1871,0 5 584,0-4 0,0 4 0,5-5 0,-4 0 0,9 0 0,-8 0-64,5 0 277,-4 0 599,2-5-115,0 4-427,-4-4 1,4 4-432,-5-3 159,0 3-375,0-4 322,0 5 1,5 10 0,1 2 0</inkml:trace>
  <inkml:trace contextRef="#ctx0" brushRef="#br0" timeOffset="917">519 78 7773,'-6'-11'0,"0"0"385,2 0 0,3 0-43,-3 0 1,3 3 529,1 1-216,0 4-131,0-1-257,0 4 1,0 8 52,0 3 0,5 11-57,2 0 1,3 9-36,1 2 1,4 1-383,-1 7 1,5-5 190,-5 5 1,2-4-553,-1 3 0,-2-6 292,6-1 0,-4-2-158,3-9 1,-3 1 123,3-8 0,0-5 12,4-7 1,-3-3-44,-1-3 0,1-3 61,3-5 1,0 0-64,0 0 0,0 0 83,0 0 1,-4 0-36,1 0 1,-10 0 70,2-1 1,-3 1 160,-1 0 1,-2 0 90,-5 0 0,0 4 159,0 0 0,-1 1-18,-3-2 1,-2 0-127,-5 4 0,0-1 423,0 1 0,0 3-174,0-3 1,0 4 137,0 4 1,3-1-127,1 4 0,1 0-170,-1 4 0,0 0-92,4 0 0,2 4-200,-3 0 1,3-1 39,1-2 0,5 2 83,2 1 1,4 0 45,4-4 0,2 0-67,5 0 0,4-4-700,-1 0 1,5-4 300,-5 0 1,5-1-60,-4-2 1,-1-5 141,-3-3 0,0-1 42,0-2 1,-3 0-87,-1 0 0,-4 0 107,0 0 0,-3-2 92,-3-1 0,0 0-70,-4-4 0,3 3 408,-3-3 1,0-1-184,-4-3 1,-2 4-117,-1 0 1,0-3 459,-4-1 0,0-3 637,-4 7 0,-2 1-101,-1-2 0,3 6-402,0-2 0,0 6 365,3 2-152,3 5-391,0-3 0,5 10-88,0 2 0,2 8 212,1 3 1,3 3-162,5 1 0,0 5-236,0 2 1,1 0-245,-1 0 0,2 0 182,-2 4 1,3-1-344,-7-2 0,3-3 250,1-5 1,3 2-1099,1-2 1,3-2 482,-3-9 0,5-4-466,-2 0 0,2-4 207,-2 1 1010,3-8 0,1-32 0,6-11 0</inkml:trace>
  <inkml:trace contextRef="#ctx0" brushRef="#br0" timeOffset="1068">1169 298 7773,'-20'-17'228,"1"2"0,4 7 1562,8 0-1246,2 6 1,11-3-296,5 5 0,10 1-268,9 3 0,3 2-315,3 5 0,0 0-302,4 0 1,-4-3-1753,1-1 2388,-3 0 0,23-1 0,7-1 0</inkml:trace>
  <inkml:trace contextRef="#ctx0" brushRef="#br0" timeOffset="1243">1621 67 7773,'0'-8'179,"0"1"331,0 5-1414,0-3 684,0 5 1,4 5 219,0 2 0,29 42 0,3 11 0</inkml:trace>
  <inkml:trace contextRef="#ctx0" brushRef="#br0" timeOffset="1604">2018 210 7773,'0'-11'643,"0"0"1,-1 5-559,-3 2 0,-2 3 103,-5 1 1,-1 0-109,-3 0 1,2 0 109,-6 0 1,6 4 38,-2-1 1,3 6-259,1-2 1,1 3 85,3 1 0,-2 0-218,6 0 1,-1 0 26,4 0 1,0 0-106,0 0 1,5 0 106,2 0 0,4 0 42,4 0 1,-2 0 125,6 0 0,-5 0 139,5 0 0,-1 4 52,4 0 1,0-1-90,0-2 0,-3-1 413,-1 0 0,-6 0-172,-1 0 0,-1 0-167,-6 0 0,-2-4-138,-5 0 0,-9-4-282,-6 0 1,-3-1-208,-1-2 1,-5 0-567,-2 0 1,2 0-733,1 0 1713,3 0 0,11-5 0,2-1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6.454"/>
    </inkml:context>
    <inkml:brush xml:id="br0">
      <inkml:brushProperty name="width" value="0.08571" units="cm"/>
      <inkml:brushProperty name="height" value="0.08571" units="cm"/>
      <inkml:brushProperty name="color" value="#E71224"/>
    </inkml:brush>
  </inkml:definitions>
  <inkml:trace contextRef="#ctx0" brushRef="#br0">23 34 7929,'-5'-11'2279,"-2"0"-908,2 5-843,0 1 1,5 6-140,0 3 0,0 7-600,0 7 0,1 4-77,3 4 0,-2-2-281,5 6 0,-3-1-2347,3 4 2916,-4 0 0,7 25 0,-4 5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6.586"/>
    </inkml:context>
    <inkml:brush xml:id="br0">
      <inkml:brushProperty name="width" value="0.08571" units="cm"/>
      <inkml:brushProperty name="height" value="0.08571" units="cm"/>
      <inkml:brushProperty name="color" value="#E71224"/>
    </inkml:brush>
  </inkml:definitions>
  <inkml:trace contextRef="#ctx0" brushRef="#br0">1 22 7929,'0'-6'1396,"0"1"1,0 4-3337,0-3 1940,0 3 0,14-4 0,5 5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5.635"/>
    </inkml:context>
    <inkml:brush xml:id="br0">
      <inkml:brushProperty name="width" value="0.08571" units="cm"/>
      <inkml:brushProperty name="height" value="0.08571" units="cm"/>
      <inkml:brushProperty name="color" value="#E71224"/>
    </inkml:brush>
  </inkml:definitions>
  <inkml:trace contextRef="#ctx0" brushRef="#br0">22 341 7944,'8'-1'1027,"-1"-2"-575,-4 1 1,1-1 507,-4 6-539,0 3 1,0 9-150,0 0 0,0 3-326,0-3 0,-1 4 93,-2 0 0,0 2-821,-4 1 0,4-4 31,0 0 1,-2 0-1458,1 0 2208,-5-2 0,8-30 0,-4-5 0</inkml:trace>
  <inkml:trace contextRef="#ctx0" brushRef="#br0" timeOffset="151">66 198 7944,'-6'-11'0,"3"0"0,-2 4 451,1-1 0,0 5-32,4-5 1,2 6-1066,1-2 1,3 3 129,5 1 1,1 0 515,-1 0 0,24 10 0,7 2 0</inkml:trace>
  <inkml:trace contextRef="#ctx0" brushRef="#br0" timeOffset="401">342 55 7944,'0'-11'0,"0"0"270,0 0 1,0 3 1140,0 1-745,0 5 0,0-2-243,0 8 1,4 7 87,-1 7 1,1 4-126,-4 4 0,0 3-214,0 8 1,0-2 48,0 6 0,-1-2-570,-3 1 0,2 3-145,-6-2 0,2-1-483,-1-3 1,-2-2 378,6-9 1,-1 0-328,4-4 1,0-9 91,0-2 1,2-7 832,6 0 0,38-37 0,19-10 0</inkml:trace>
  <inkml:trace contextRef="#ctx0" brushRef="#br0" timeOffset="559">243 275 7929,'-11'-6'336,"0"-4"166,0 3 0,0 2 482,0 1-651,5-2 0,2 5-538,8-3 1,7 3 239,7 1 1,9 1-1244,6 3 0,1-3 1208,7 3 0,43-3 0,16-1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3.254"/>
    </inkml:context>
    <inkml:brush xml:id="br0">
      <inkml:brushProperty name="width" value="0.08571" units="cm"/>
      <inkml:brushProperty name="height" value="0.08571" units="cm"/>
      <inkml:brushProperty name="color" value="#E71224"/>
    </inkml:brush>
  </inkml:definitions>
  <inkml:trace contextRef="#ctx0" brushRef="#br0">254 506 8268,'0'-11'508,"0"0"0,-2 4-215,-1 0 1,-1 4-121,-7 0 1,-3 3 61,-8 3 0,0 3-3,0 5 0,-1 4-11,-3 0 1,4 4-183,0 0 0,1 2 131,7 1 0,0 0-396,7 0 0,2 0 139,5 0 0,2 0-446,6 0 1,5-5 82,13-2 0,2-4-106,5-4 1,3-2-42,4-5 1,-3-1 188,7-3 1,-6-7 407,2-7 0,-4-3 0,2-16 0,-5-3 0</inkml:trace>
  <inkml:trace contextRef="#ctx0" brushRef="#br0" timeOffset="180">661 297 7941,'0'-6'727,"0"-4"0,0 8 475,0-6-327,0 6-655,0 7 1,0 3 0,0 11 0,0-5 27,0 5 0,-3 3 103,-1 3 1,-3 2 194,3-1 1,-4-1-733,0 4 1,0-1-887,0 2 1,-2 0-560,3-4 0,-1 3 773,0-3 0,-2 0 858,3-4 0,22-15 0,4-3 0</inkml:trace>
  <inkml:trace contextRef="#ctx0" brushRef="#br0" timeOffset="589">981 517 7941,'6'-11'1602,"-2"0"-511,2 0-345,-5 0-512,4 5 1,-11 1-293,-5 5 0,-1 5 20,-7 3 0,1 3 24,-4 3 1,-1 3 69,-3 5 1,3-2-191,-3 2 0,4-2-586,4 5 1,0-1 339,4-2 0,5 0-251,-2 0 0,7-5 190,1-2 1,6-4 347,5-4 0,7-2-5,3-5 0,3-5 128,1-2 1,5-4-12,2-4 0,-2 2-115,-1-6 1,-3 4 422,-1-3 1,-4 1-114,1-1 0,-6 0 330,2 4 1,-6 1 104,-2-1 432,-5 2-573,3 0-507,-5 6 56,0 1 0,-3 7 103,-1 1 0,-1 5-409,1 6 0,2 0 145,-5 4 0,0-3-541,0 3 0,-1 1 288,4 3 0,-5-4-415,2 1 1,1-2 248,-2 1 1,6-2 522,-2-5 0,3 0 0,26-15 0,5-3 0</inkml:trace>
  <inkml:trace contextRef="#ctx0" brushRef="#br0" timeOffset="1016">1191 528 7941,'6'-17'0,"-3"3"667,4 1 1,-5 7 331,5 3-616,1 1 0,-1 2-90,0 0 1,-3 5 60,3 3 1,-4 3-325,1 3 0,-3 0 127,-1 4 0,0 1-77,0 3 0,-4-2 85,0-1 0,-3 2-622,3-3 1,-4 2 247,0-2 1,0 3-273,1-3 0,-3-2 130,2-1 0,4-7-422,0 0 219,-2-1 382,4-1 0,-1-2 174,6-8 1,4-3-80,4-8 0,5 2 85,2-6 1,-1 1-73,1-4 1,1-4 307,3 0 1,0 1 63,0 3 0,0 0 63,0 0 1,0 4 292,0 4 0,-5 1-275,-2 2 0,-3 4 36,-1 0 1,-3 4-71,-1 0 0,-5 6-200,2 5 0,1 1 79,-1 2 1,-1 0-196,-3 0 1,0 4 134,0 0 0,4 3-440,0-3 1,-1 3 167,-3-3 1,0 3-658,0-3 0,0 1-768,0-1 0,0-3 742,0 3 0,0-3-695,0-1 1476,0-5 0,30-40 0,7-15 0</inkml:trace>
  <inkml:trace contextRef="#ctx0" brushRef="#br0" timeOffset="1147">1543 242 7941,'-11'-16'1067,"4"4"-649,0-3 1,4 6-1016,0 2 1,0 5 207,-1-2 389,3 3 0,1 20 0,6 6 0</inkml:trace>
  <inkml:trace contextRef="#ctx0" brushRef="#br0" timeOffset="1516">1962 209 7974,'11'-17'0,"0"-3"509,0 5 0,-4-3-53,-4 3 1,2-3-70,-1 3 0,-2 0-109,-5 4 0,-4 0-109,-4 0 1,-3 0 54,-1 0 0,-5 4-132,2 0 0,1 4 52,-1-1 1,3 4-115,-4 4 1,6 2-259,-2 5 0,4 6 140,4 6 0,-2 3-69,6 8 1,-5 2 112,5 1 0,-1 6-193,4 1 1,0-1 37,0 1 0,-1 1-447,-3-1 1,2 0 70,-6 4 0,5-7-97,-5-5 1,1-2 339,-4-5 0,0-6 332,0-4 0,0-11 0,0-1 0,0-4 0,0-28 0,0-5 0</inkml:trace>
  <inkml:trace contextRef="#ctx0" brushRef="#br0" timeOffset="2054">1610 495 7974,'11'-11'-1400,"0"4"1375,0 0 0,3 1 696,1-2 1,3 2-271,-3 2 0,8 3-125,-1-3 0,7 3-115,-4 1 1,5 0 76,-5 0 0,1 1-257,-4 3 1,-5 2 78,-2 5 0,-4-3-317,-4-1 1,2 4 127,-5 4 0,-1-1-71,-3-3 0,0 0-18,0 0 0,0 1 95,0-1 0,0 0-30,0 0 1,0-4-23,0 0 67,0-4 0,5 2 51,3-5 0,3 0-216,3 0 1,0 0 119,4 0 1,-3-5 105,3-3 1,-3-1 478,3-2 1,-1 0-218,2 0 1,-3-3 157,-5 3 1,0-2 86,0 5 641,0-2-320,0 4-425,-5 1 0,3 7-206,-6 1 1,1 8-152,-4 8 1,0-1-362,0 4 0,-1-1 250,-3 8 0,2-3-340,-6 3 1,1 1 225,-4 3 0,-1 0-11,-3 0 1,-2 0-11,-5 0 1,-5-5 183,-3-2 0,-5 0-107,-2-4 1,-5-3 497,2-8 1,1-1-22,-2-2 1,7-3 150,1-5 0,10-2 123,8-1 1,8-5-221,3-6 0,9-4-12,6-4 1,6 4-93,9 0 0,6-1-118,4-3 1,6 1-133,-1 3 0,-2 2-196,1 5 1,-4 0-184,0 0 0,-3 4-471,-3-1 1,0 6-890,-4-2 0,-4 2 1732,-3-2 0,-11 3 0,2-4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12.367"/>
    </inkml:context>
    <inkml:brush xml:id="br0">
      <inkml:brushProperty name="width" value="0.08571" units="cm"/>
      <inkml:brushProperty name="height" value="0.08571" units="cm"/>
      <inkml:brushProperty name="color" value="#E71224"/>
    </inkml:brush>
  </inkml:definitions>
  <inkml:trace contextRef="#ctx0" brushRef="#br0">309 34 7950,'0'-7'0,"0"-1"1106,0 1-745,5 1 1,-3 1 298,6 5 1,-6 5-198,2 2 1,1 8-24,-2 3 1,1 8-253,-4 3 1,-5 7 32,-2 1 1,-3 1-528,-1-2 1,-1 0 290,-3 4 1,1-1 178,-4 2 1,3-4-15,-3-8 1,5-2-94,-2-5 1,4-5-2061,3-2 1,2-8-1029,3-3 2162,1-3 869,-2-6 0,-1-30 0,-1-13 0</inkml:trace>
  <inkml:trace contextRef="#ctx0" brushRef="#br0" timeOffset="342">11 354 7950,'-5'-11'564,"4"0"-93,-3 0-747,3 4 1,6-1 197,2 4 0,5-1 156,2 2 1,8 1 99,8-1 0,3-2 202,3 1 0,5 0-228,7 4 0,-2-3-24,6-1 0,-6 0-433,2 4 0,-3 0 194,-1 0 1,-7 0-688,-7 0 615,-4 0 0,-18 2 25,-1 1 1,-7-1 191,-7 1 1,-2 3 148,-9 2 0,0 5-96,-5 2 0,1 4-87,0 0 0,0-2-41,0 1 1,1 1 72,3 3 0,3-4-206,8 1 0,2-6 80,5 2 1,1-3 20,3-1 1,7-5 44,7-2 1,4-4 153,4-4 0,1-3 242,3-8 0,-4-2-166,-3-5 1,-3 0-106,-1 0 0,-3 0-5,-5 0 1,-5 0-719,-3 0 0,-1 3 328,-2 1 1,-5 4 297,-3 0 0,-11 21 0,-4 6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26.033"/>
    </inkml:context>
    <inkml:brush xml:id="br0">
      <inkml:brushProperty name="width" value="0.08571" units="cm"/>
      <inkml:brushProperty name="height" value="0.08571" units="cm"/>
    </inkml:brush>
  </inkml:definitions>
  <inkml:trace contextRef="#ctx0" brushRef="#br0">23 12 7859,'-7'0'584,"3"-5"-106,-1 4 163,3-4-429,-2 5 1,5 0-14,2 0 0,4 0 13,4 0 1,3 0-179,1 0 1,5 4 47,-2-1 1,6 1-148,2-4 0,1 0-646,-1 0 0,-3 1 400,3 3 0,-3-3-625,-1 3 0,-5-3 936,-2-1 0,-13 0 0,-3 0 0</inkml:trace>
  <inkml:trace contextRef="#ctx0" brushRef="#br0" timeOffset="258">12 133 7117,'7'0'1075,"0"0"1,1 1-727,3 3 1,1-3-124,3 3 0,2-3-276,5-1 0,1 4 96,3 0 1,-3-1-1773,3-3 1726,-3 5 0,4-4 0,1 4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22.498"/>
    </inkml:context>
    <inkml:brush xml:id="br0">
      <inkml:brushProperty name="width" value="0.08571" units="cm"/>
      <inkml:brushProperty name="height" value="0.08571" units="cm"/>
    </inkml:brush>
  </inkml:definitions>
  <inkml:trace contextRef="#ctx0" brushRef="#br0">220 133 7903,'-5'-11'0,"-2"1"6,-3 3 560,4-3 1,1 4-135,5-5 0,0 3-345,0 1 0,6 3 82,5-3 1,1 1 153,7-2 0,3 2-80,4 3 1,4 1 85,0-1 0,-2 1-293,1 2 0,-1 2 119,2 1 0,-1 7-541,-7 5 1,1 4 252,-8 0 1,-1 3-167,-7 4 1,-2-2 147,-5 5 1,-1 1-191,-3 3 0,-7 1 84,-7 3 0,-5-3-6,-2 3 0,0 1 76,-4-1 0,-2 0 84,-6-4 1,3-2 288,-3-1 0,3-3-91,1-5 0,-1-4 361,-3 1 0,6-11-35,-2 0 0,9-6 128,2-2 1,5-5-323,6-2 0,1-4-40,2-4 0,5 2-168,6-6 0,5 1 89,7-4 0,3 0-409,8 0 1,-2 3 182,6 1 1,3 1-524,3-2 1,1 2 283,-4 2 1,4 3-821,0-2 0,4 1 1177,0 2 0,6 5 0,4 1 0</inkml:trace>
  <inkml:trace contextRef="#ctx0" brushRef="#br0" timeOffset="792">650 298 7867,'-5'-6'0,"4"0"252,-3 2 1,3 2 272,1-6 0,0 6-419,0-8 0,1 5 85,3-2 0,2-3-230,5 3 0,1 2 89,3 1 0,-2-1-149,6 2 1,-4-1 94,3 4 0,-3 0-87,3 0 1,-5 1-137,2 3 0,-4 2-16,-3 5 0,-4 1 17,-4 3 1,0 2 107,0 5 1,-4 1 75,-4 3 0,2-3-31,-1 3 0,-1-3 109,-3-1 0,0 0-62,0 0 0,4-1 155,0-2 1,4 0 141,-1-4-151,-2 0-54,5-4 1,-3-5-34,8-3 1,2-3-122,5-3 0,0-3 78,0-5 0,0-2-124,0-1 1,4-2 82,0-3 1,1 0 19,-2 4 1,-1-4 7,1 0 1,-1 0 30,-2 0 0,0 2-213,0 2 1,-4 4 98,0 0 1,-3 1-359,3 7 221,-4-1 120,2 4 0,-7 6 18,-1 5 1,0 2 47,-4 5 1,1-3-54,-1 3 1,-2 0 48,5 4 0,-3-1 179,3-2 0,-1 0-127,2-4 1,1 3 195,-1-3 1,5 0-56,2-4 0,4-5 323,0-3 0,7-1-172,3-2 0,-1-6 448,1-5 0,1-5-183,3-6 1,0 0-88,0-1 0,-4-2-313,1-1 0,-6-3 53,2 3 1,-4-3-727,-4 3 0,2-4 406,-6 5 0,5-1-1997,-4 4 2116,-1 0 0,-8 15 0,-1 3 0</inkml:trace>
  <inkml:trace contextRef="#ctx0" brushRef="#br0" timeOffset="1159">1234 508 10738,'-5'11'620,"4"3"-380,-3 1 0,2 5-120,-2-2 0,2 4 93,-5 4 1,-1 1-336,-3 2 1,4 2-157,-1-6 1,1 1-324,-4-4 0,4-3-408,-1-1 1,2-5-78,-1 2-167,-3-8 1253,4-2 0,10-34 0,3-8 0</inkml:trace>
  <inkml:trace contextRef="#ctx0" brushRef="#br0" timeOffset="1393">1356 485 7117,'4'-6'1421,"-2"1"0,3 7-743,-5 1 1,0 3-251,0 5 1,0 5-36,0 3 0,-4 3-185,0 4 1,-1-2-121,2 5 1,0 1 151,-4 3 0,1-1-27,-2-3 0,2-2-1908,3-5 1,-2 0 25,-3 0-376,-1-5 2045,2-1 0,6-39 0,2-9 0</inkml:trace>
  <inkml:trace contextRef="#ctx0" brushRef="#br0" timeOffset="1844">1587 11 8252,'-10'2'472,"3"1"1,-3 0-153,3 4 1,-3 4 19,-1 4 0,-4 8-63,1-1 1,-1 8-190,4-1 0,0 3-162,0 1 0,1 4-143,3-1 0,2-3 246,5-3 1,1-6-1094,3 2 0,3-5-4,8-6 1068,-3-1 0,33-37 0,3-3 0</inkml:trace>
  <inkml:trace contextRef="#ctx0" brushRef="#br0" timeOffset="2401">1774 89 7867,'2'-7'318,"1"4"-84,-1 2-228,7 1 1,-2 0 132,4 0 1,-4 0-312,0 0 157,1 4 1,3 1 34,0 3 1,-5 2 8,-3-3 0,-1-1-223,-2 1 158,0 1 0,0 3 0,0 0 0,-5-4-14,-3 0 1,-1-3 61,-2 3 0,-4 0-32,0 0 1,4-1 27,4-2 0,-1-3-72,-3 3 0,4 1 59,0-2 1,3 1-263,-3-4 133,4 0 141,-2 0 14,5 0-10,5 0 0,-2 0 22,4 0 1,-3 0-63,3 0 31,0 0 1,4-4 5,1 1 0,-1-1 7,0 4 1,-4 0-12,0 0 1,1 1-10,3 3 1,-4-2 3,0 6 0,-1-5-1,2 5 0,0-1 114,-4 4 1,0 0-67,-4 0 0,-1 1 162,-3 3 0,-2-3-109,-5 3 1,-2-3-78,-1-1 1,-2 0 50,-3 0 0,-1-3 15,1-1 0,2-5 45,-1 2-133,4-3 0,-2-15 0,5-5 0</inkml:trace>
  <inkml:trace contextRef="#ctx0" brushRef="#br0" timeOffset="2701">1973 0 7867,'7'0'429,"1"0"0,-5 4-110,5 0 0,-2 4-106,1 0 1,3 5 125,-3 2 1,3 6-76,1 1 0,-1 0-181,-3 3 0,2 2 100,-6-1 1,1 5-425,-4-2 0,-1-2-235,-3-1 1,-2-4-562,-5-4 1,0 2-265,0-5 1301,0-1 0,0-27 0,0-7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20.774"/>
    </inkml:context>
    <inkml:brush xml:id="br0">
      <inkml:brushProperty name="width" value="0.08571" units="cm"/>
      <inkml:brushProperty name="height" value="0.08571" units="cm"/>
    </inkml:brush>
  </inkml:definitions>
  <inkml:trace contextRef="#ctx0" brushRef="#br0">232 155 7718,'-6'-11'0,"2"0"627,3 0 0,1 4-131,0-1 0,1 5-139,3-5 0,2 6-38,5-2 1,1-1-83,3 2 1,2-1-7,5 4 0,1 0 6,3 0 1,1 1-387,2 3 0,2 7 172,-5 7 1,-2 3-530,-5 1 1,-3 6 204,-5 5 0,-5 0 13,-3 4 1,-7 2-60,-8 2 0,-3-2 95,-7 1 0,-5 0 108,-3 0 1,-3-3-53,-4-8 1,3-1 410,-3-2 0,4-8-107,4 1 0,2-11 482,5-4 1,0-3-299,0-1 0,5-1-80,2-3 0,4-2 476,4-5 0,-2-3-258,5-1 0,2-3-259,5 3 1,5-4 93,7 5 1,3-5-736,8 5 0,2-1 298,5 4 0,5 0-767,2 0 0,3 1 107,1 3 832,5-3 0,21 14 0,10-3 0</inkml:trace>
  <inkml:trace contextRef="#ctx0" brushRef="#br0" timeOffset="706">1059 100 7921,'10'-11'152,"-3"0"1,1 4 325,-4-1 0,4 5 596,-5-5-330,6 1-397,-8-4 0,4 0 194,-5 0-477,0 5 0,-5 1 116,-2 5 1,-3 0-232,-1 0 1,-5 5 41,-2 2 0,-3 8 37,-1 3 1,-4 3-193,0 1 1,-3 1 77,3 3 1,0 2-97,4 5 1,-1 5 57,-3 3 0,4 2-109,0 1 1,0 0 53,4 0 1,2 1 87,1-4 1,4-2 48,4-14 0,-2-4-72,6-6 434,-1-3-158,4-6-89,5-1 0,1-5-60,5 0 0,1-3 51,3-1 0,-2-3-23,6 3 0,-2-1-41,1 1 1,3 2 19,-3-5 0,3 4-10,1-1 0,0 3 111,0 1 0,0-1-101,0-3 0,-3 3 16,-1-3 0,4 3 9,4 1 1,0 0 317,-4 0 0,0 0-78,0 0 0,0 0-475,0 0 1,-4 0-240,1 0 0,-2 0-344,1 0 0,2 0 51,-5 0 0,-1 0 300,-3 0 1,-3 0 421,-1 0 0,0 0 0</inkml:trace>
  <inkml:trace contextRef="#ctx0" brushRef="#br0" timeOffset="1140">0 872 7921,'7'0'0,"2"0"632,-1 0 0,-1 0-220,4 0 0,4 0-196,10 0 1,10 0-7,9 0 1,16 0 8,13 0 0,8 0-15,7 0 0,6-4-203,1 0 1,-2 1 32,-1 3 1,-9-2 54,-5-1 1,-7 2-120,-9-3 0,-3 3-277,-8 1 1,-10 0-290,-8 0 0,-11 1-148,0 3 1,-9-2 39,-2 5 0,-6-4-489,-8 0 1193,-8 4 0,-16 4 0,-8 6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42.751"/>
    </inkml:context>
    <inkml:brush xml:id="br0">
      <inkml:brushProperty name="width" value="0.08571" units="cm"/>
      <inkml:brushProperty name="height" value="0.08571" units="cm"/>
    </inkml:brush>
  </inkml:definitions>
  <inkml:trace contextRef="#ctx0" brushRef="#br0">221 265 7837,'-5'-11'0,"3"5"116,-5 2 0,3-1 331,-3 1-100,4-4-191,-2 2 1,10-5 12,3 0 1,1-1 107,2 1 1,5 4-14,3 0 0,3 1 31,3-2 1,0 0-73,4 4 1,-4 0-185,1 4 0,-3 0 140,-1 0 0,-1 5-631,-3 3 0,-2 6 148,-5 5 0,-5 3-22,-2 3 0,-4 4-29,-4 4 0,-3 0 8,-8 0 0,-2 4-11,-5-1 1,-5 6 67,-2-2 0,-3-2 264,-1-1 1,0-3-100,0 0 1,-1-1 151,1 0 1,2-9-62,1-2 1,0-7 388,4 0 1,4-8-7,3-3 1,10-3 144,-2-1 0,3-5-115,1-2 0,-2-7-84,6-1 1,-1 0-230,4 0 0,5 1 92,2-4 0,4 3-134,4-3 1,-2 4-37,6 0 0,-1-2-117,4 1 1,4 0 83,0 4 0,-1 0 42,-3 0 1,4 0-1634,0 0 1,3 0 1635,-3 0 0,19 5 0,2 1 0</inkml:trace>
  <inkml:trace contextRef="#ctx0" brushRef="#br0" timeOffset="992">662 452 7811,'0'-7'-1350,"0"-1"1966,0 6 1,0-4 220,0 2-172,0 3-167,5-9-291,-4 4 1,4-1-63,-5-1 1,0 5 61,0-5 1,5 5-232,3-5 1,-2 5-13,1-5 1,0 2-99,4-1 0,1-2-95,-1 5 0,1 0 121,2 0 0,-1 3-58,1-3 0,-3 4 85,-3 4 1,0-1-158,-4 8 0,0-1 49,-4 9 0,-1-1 106,-3 4 1,-2 0-11,-5 0 1,0 4 21,0 0 0,-2 0 42,-1 0 1,1-1-52,-1 4 0,1-4 84,2 0 0,4-3-63,0-3 0,3 2 6,-3-3 0,4-2 3,0-1 0,1-7 65,2-1 1,2-4-10,1 1 1,3-4 125,5-4 0,0-2-17,0-5 0,2-1-117,1-3 1,-1 1-98,1-4 0,4 0 110,0-4 0,-1-4-7,1 0 0,-4 0 11,1 4 0,1 0-38,-2 0 1,-2 0-10,0 0 5,-9 5 0,8 2-389,-7 8 132,-3 2 205,-1 15 1,-6-2 23,-5 11 1,-1-1 41,-3 4 1,4-3-64,0-1 0,0 0 113,4 4 1,-2 2 5,2 1 0,-2-5-13,5 2 0,1-2 65,3 2 1,0-4-56,0 0 1,5-4 328,2 1 0,6-8-149,2-3 1,5-3 300,-2-1 1,-1-5-188,2-2 0,-1-8 117,4-3 0,0-5-59,0-2 1,-3 0-51,-1-4 0,-5 1-324,2-2 0,-4-4 34,-4 5 0,2-9-720,-5 5 0,3 1 435,-3 2 0,3 2-1003,-3-1 0,-1 3 145,-3 8 1091,0 7 0,-4 35 0,-3 13 0</inkml:trace>
  <inkml:trace contextRef="#ctx0" brushRef="#br0" timeOffset="1351">1192 651 11045,'-4'12'342,"0"2"1,-3 1-123,3 7 1,-4-2-291,0 6 0,-2 2 108,-1 1 1,0-1-446,0 2 0,2-2 239,1 1 0,-2-2 58,3-5 0,-3-3-848,-1-1 1,4-6 382,0-1 0,4-3-804,-1-5 1379,3-1 0,1 1 0,0-6 0,5-23 0,1-10 0</inkml:trace>
  <inkml:trace contextRef="#ctx0" brushRef="#br0" timeOffset="1645">1291 651 7809,'7'-7'-1922,"0"4"3757,-4-3-456,7 4-805,-9-3 1,8 7-45,-6 1 1,1 3-153,-4 6 1,0 0-59,0 2 0,-1 4-113,-3 4 1,-1 0-70,-2 0 1,-3 1 94,3 3 1,-3 1-577,-1 2 1,0-2-111,0-5 0,3 0-425,1 0 0,0-1 105,-4-3 1,0-3-1470,0-8 2242,4-2 0,17-49 0,9-11 0</inkml:trace>
  <inkml:trace contextRef="#ctx0" brushRef="#br0" timeOffset="2181">1489 11 7777,'-5'-6'884,"-1"1"-680,-5 5 1,0 1 24,0 3 1,-1 3-61,-3 8 0,2 2 32,-6 5 0,5 2-99,-5 1 1,6 2 90,-2 3 1,3 1-557,1-1 0,5 2 85,2 1 0,3-1-155,1-3 1,2 0-37,6-7 1,-1 2-988,8-10 1456,2 1 0,5-23 0,6-6 0</inkml:trace>
  <inkml:trace contextRef="#ctx0" brushRef="#br0" timeOffset="2685">1599 99 7777,'11'-5'147,"0"-1"0,1 0 130,-1 2 1,0 3-61,0 1 1,-4 0-211,0 0 0,1 0 67,3 0 0,-4 5-122,0 3 0,-1 1 10,2 2 0,-2-3-90,-2-1 0,-3 0 86,3 4-74,-3 0 0,-5 0 110,0 0 0,-4-3 2,0-1 1,-1-3-36,-2 3 1,0-3 31,0 3 0,0-4 8,0 0 0,0-1 1,0-2 1,3 0 4,1 0 1,3 3 4,-3 1-5,4 0 67,-2-4-64,5 0-9,0-5 1,2 3 6,1-1 1,0 0-82,4 0 33,0 1 0,5-2-101,-1 4 1,0 0 87,0 0 1,0 1-93,0 2 1,0 0 16,0 4 0,1-1 65,3 2 1,-7 2 54,3-3 1,-3 3-70,-1 1 1,-2 3 294,-5 1 0,0 0-25,0-4 0,-6 4-181,-5-1 0,-2 1-126,-5-4 1,0-1-205,-4-3 0,3 2-176,1-6 1,1 1 493,-2-4 0,-1 0 0,17-10 0,-1-2 0</inkml:trace>
  <inkml:trace contextRef="#ctx0" brushRef="#br0" timeOffset="3002">1853 22 7777,'0'-6'820,"0"1"0,1 5-463,3 0 1,2 0-15,5 0 0,1 5-67,3 2 1,-2 8-8,6 3 0,-1 3-96,4 1 0,-3 2-1,-1 1 1,-6 7-259,-1 5 0,-5 0 144,-6-4 0,-1 0-177,-2 0 0,-9-5 66,-6-2 0,-3-4-759,-1-4 0,0-6 421,0-4 0,1-6 391,3 2 0,7-22 0,6-7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41.519"/>
    </inkml:context>
    <inkml:brush xml:id="br0">
      <inkml:brushProperty name="width" value="0.08571" units="cm"/>
      <inkml:brushProperty name="height" value="0.08571" units="cm"/>
    </inkml:brush>
  </inkml:definitions>
  <inkml:trace contextRef="#ctx0" brushRef="#br0">497 111 8097,'-6'-11'316,"2"0"0,3 0-117,1 0 1,0 3 46,0 1 0,5 1-36,2-2 1,3 0-40,1 4 0,5-3 52,2 3 1,3-3-70,1 3 0,0 0 70,0 4 0,2 0-204,1 0 0,-1 0-134,1 0 1,-5 5-138,-2 3 0,-3 3 94,3 3 1,-5 5 60,-2 6 0,-1 0-98,-7 4 0,0 2 43,-7 6 0,-3-2-168,-8 6 1,-2-5 88,-5 5 0,-4-4-47,0 3 0,-4-6 96,0-1 0,2-1 197,-1-6 1,-1 2 7,-3-6 0,1 1 112,3-8 0,-2-4 39,6-4 0,-5-4-81,4 1 0,4-4 344,4-4 1,1-2-131,-1-5 1,3 0 34,7 0 1,4 0-51,4 0 0,1-3-322,2 3 1,5-5 48,7 9 1,3-5-107,8 4 1,-2 0-17,6 0 0,3 0 22,3 4 1,5-3-613,-4 3 0,-1-3 286,-3 3 1,3-3 405,-3 3 0,-7 15 0,-10 7 0</inkml:trace>
  <inkml:trace contextRef="#ctx0" brushRef="#br0" timeOffset="590">100 937 7837,'-11'0'-22,"0"0"1,0 0 73,0 0 0,0 0 115,0 0 0,4 0 69,-1 0 1,5 0-72,-5 0 123,6 0-81,-3 0 1,6 0 136,3 0 0,3 0-97,8 0 0,7 0 180,7 0 1,9-3-153,6-1 0,10 0 84,9 4 1,8-1-74,6-2 1,9 1-390,6-1 1,1 1 174,-1 2 0,-8 0-146,1 0 1,-13-3-728,-10-1 0,-13 0 96,-16 4-1760,-9 0 1752,-13 0 0,-16 0 713,-10 0 0,-24-5 0,-8-1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51.114"/>
    </inkml:context>
    <inkml:brush xml:id="br0">
      <inkml:brushProperty name="width" value="0.08571" units="cm"/>
      <inkml:brushProperty name="height" value="0.08571" units="cm"/>
    </inkml:brush>
  </inkml:definitions>
  <inkml:trace contextRef="#ctx0" brushRef="#br0">44 353 7741,'-11'0'1099,"0"-5"-381,0 4-219,5-9-342,1 9 0,7-4 16,1 5 0,5 0-95,6 0 1,0 1-546,4 3 0,1-3 333,3 3 0,0 1 120,0-2 0,-1 1 14,-3-4 0,27 0 0,3 0 0</inkml:trace>
  <inkml:trace contextRef="#ctx0" brushRef="#br0" timeOffset="592">684 22 7753,'0'-7'1055,"0"0"-822,-5 4 222,4-2-422,-4 5 1,5 5 15,0 3 1,-4 5 23,1 2 1,-1 3-23,4-3 0,1 3-219,3-3 0,-2 4-237,6 0 0,-1-3 218,4-2 0,0 2-200,0-1 1,0-4 136,0-4 0,4 0 64,-1 0 0,1-2 113,-4-5 0,4-5-10,0-2 0,-1-4 309,-3-4 0,-3 1-143,-1-4 1,-1 0 281,1-4 0,2 3-182,-5 1 0,-1 4 236,-3 0 1,4 0-103,0-1 0,-1 7 22,-3-3 1,0 6-33,0-2-313,0 4 0,4-1 89,0 8 0,3 4-67,-3 6 0,4 0-317,0 4 1,-3 2 161,-2 5 1,-2 2-390,-1 3 0,0 3 218,0 0 1,-6 4-90,-5 3 0,-5 3 83,-6-3 0,-6 3 0,-5 1 1,-4-4 139,-3-4 0,-3-3 175,3-3 1,0-7 253,0-5 1,6-9 299,1-2 1,4-4 123,7-3 1,5-1-301,3-3 1,6-2 27,5-5 1,1-4-42,2 0 1,9-1-275,2 2 0,9-2-65,2-3 1,1 2-18,6 3 1,4 1-650,4-1 0,1 0 327,-1-1 0,-7 7-1638,3-3 1952,-2 2 0,-3 3 0,-1 1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49.224"/>
    </inkml:context>
    <inkml:brush xml:id="br0">
      <inkml:brushProperty name="width" value="0.08571" units="cm"/>
      <inkml:brushProperty name="height" value="0.08571" units="cm"/>
    </inkml:brush>
  </inkml:definitions>
  <inkml:trace contextRef="#ctx0" brushRef="#br0">276 441 7739,'10'-1'0,"-2"-1"19,0-2 0,-5-1 393,5 1-118,-6 3 0,7-5 116,-6 2-187,1 3 141,-4-4-338,0 5 111,0 5 0,-5 1-165,-2 5 0,-3 4-12,-1 0 0,0 3 23,0-3 1,0 4-30,0 0 0,1 1-147,3 3 0,-2-3-86,5-1 1,-3 2 103,3-3 0,1-2-60,3-1 0,0-3-27,0-1 1,6-1 37,5-3 0,1-2 143,7-5 1,-1-1-59,4-3 1,0-2 61,0-5 1,-1-5-48,-3-2 1,3-3 253,-3-1 1,-2-3-60,-1 3 1,-3-2 240,-1 5 1,-3 0-57,-1 0 1,-5 3 399,2 5-282,-3 0-86,-1 5 5,0 1-118,0 15 0,0 2-237,0 10 0,-3 2 94,-1 1 1,-1 0-204,1 4 0,-2 2 68,-5 6 0,0-2-182,0 6 1,-5-5 9,-2 5 0,-3-2 62,-1 1 1,-6 2 114,-5-5 1,0 0-17,-4-4 1,-1-6 286,1-5 1,2-2-102,5-5 1,3-5 317,5-6 0,5-4-108,3-4 1,6-3 20,5-8 1,1 1-249,2-4 0,5 0 81,3-4 1,3 3-235,3 1 0,0 4 67,4 0 0,4 0-50,4-1 1,1 4 42,-1 0 1,-2 0-189,5 4 1,-3-2-270,4 2 0,-2-1-340,1 4 1,-3 0 834,-8 4 0,-12 25 0,-7 5 0</inkml:trace>
  <inkml:trace contextRef="#ctx0" brushRef="#br0" timeOffset="282">585 926 8429,'-7'11'1350,"4"0"1,-2 2-1005,1 1 0,-4 3-377,0 6 1,-2 2 119,-1 1 1,4 3-576,0-3 1,1 0 378,-2-4 0,0-1-423,4-3 0,-3 2 183,3-6 347,0-4 0,9-15 0,1-7 0</inkml:trace>
  <inkml:trace contextRef="#ctx0" brushRef="#br0" timeOffset="1039">386 33 7811,'0'-11'928,"0"0"-470,0 5 148,0 1-441,0 5 0,-4 5-51,1 3 0,-6 1-135,2 2 1,-3 2 88,-1 1 1,0-1 105,0 1 0,4 2-81,-1-1 1,1 0-606,-4-4 1,4 0 269,-1 0 0,6-4-459,-2 0 224,3-4-82,1 2 368,0-5 0,5-2 72,2-1 0,3-3 68,1-5 0,1 0-62,3 0 1,-3-4 127,3 0 0,-3 0-125,-1 4 0,0 0 292,0 0 1,-3 0 117,-1 0 1,-5 0 132,2 0 1,1 4 13,-1 0 1,0 4 146,0-1-102,-3 3 0,5 1-116,-2 0 0,1 5-168,2 3 1,3 5 20,-2 2 0,4 3-471,-1-3 1,2 4-273,-5 0 0,1-2-1387,2 1 1901,5 1 0,6 12 0,7 4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56.342"/>
    </inkml:context>
    <inkml:brush xml:id="br0">
      <inkml:brushProperty name="width" value="0.08571" units="cm"/>
      <inkml:brushProperty name="height" value="0.08571" units="cm"/>
    </inkml:brush>
  </inkml:definitions>
  <inkml:trace contextRef="#ctx0" brushRef="#br0">188 1 7583,'-7'0'435,"-1"0"1,1 1 12,-4 3 1,0 7 2,0 7 1,-4 4-139,0 4 1,-3 8 80,3 10 0,-3 8-123,3 10 0,1-3-210,3 7 0,4-3 29,4-1 1,2-3-109,1-8 0,1-3-732,2-7 0,0-3 447,4-5 1,1-2-2035,3-1 2337,-5-3 0,28-5 0,3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55.516"/>
    </inkml:context>
    <inkml:brush xml:id="br0">
      <inkml:brushProperty name="width" value="0.08571" units="cm"/>
      <inkml:brushProperty name="height" value="0.08571" units="cm"/>
    </inkml:brush>
  </inkml:definitions>
  <inkml:trace contextRef="#ctx0" brushRef="#br0">45 926 10026,'0'15'255,"0"0"1,-2 4-375,-1 0 1,0 5-61,-4 2 0,5 3 148,-2-3 1,-1 3-705,1-3 1,1 0 34,3-4 700,0 0 0,-5-5 0,-1-1 0</inkml:trace>
  <inkml:trace contextRef="#ctx0" brushRef="#br0" timeOffset="1485">155 320 7713,'0'-11'431,"0"5"-197,0-4 0,0 7 162,0-4 264,0 5-316,0-3 1,5 10 129,2 2 1,3 8-2,1 3 0,5 13-158,2 5 1,7 9-296,1 6 0,-1 3 143,-3 12 0,-1-1-203,-3 8 0,-6-8-138,-9 2 1,-8-12-170,-6 0 0,-5-9-2,-6-2 1,0-9-369,0-10 1,1-6-441,3-4 0,-2-4 119,6-4 1038,4-2 0,10-30 0,6-5 0</inkml:trace>
  <inkml:trace contextRef="#ctx0" brushRef="#br0" timeOffset="2068">530 44 7770,'0'-7'133,"0"0"1,0 3 210,0-3-160,0 4 1,3-3 124,1 2-106,5 3 1,-3-4-156,5 5 0,0 1 112,0 3 1,0-1 42,0 4 1,-4 0 12,1 4 1,-2 0-1,1 0 0,-2 0-346,-5 0 0,0 4 20,0 0 0,-5 3-290,-2-3 1,-3 3 204,-1-3 1,-4 1-13,1-1 0,-2-3 125,1 2 1,3-2 136,-3-5 1,3 3-23,1-3 0,1-1 71,3 1 173,2-4 14,0 2-81,4-5 1,-3 0-82,8 0 1,2 0 278,5 0 0,0 0-122,0 0 1,3 0-80,1 0 0,5 0-316,-2 0 0,4 0-471,4 0 0,-3 0-947,3 0 0,-3 0 201,-1 0 1326,0 0 0,0 5 0,0 1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2:58.894"/>
    </inkml:context>
    <inkml:brush xml:id="br0">
      <inkml:brushProperty name="width" value="0.08571" units="cm"/>
      <inkml:brushProperty name="height" value="0.08571" units="cm"/>
    </inkml:brush>
  </inkml:definitions>
  <inkml:trace contextRef="#ctx0" brushRef="#br0">381 1048 7728,'11'0'0,"0"0"-113,0 0 1,0-4 154,0 1 0,-3-1 213,-1 4 144,-4 0-159,6 0 0,-9 0-16,0 0 1,-5 0 14,-6 0 1,-4 0-133,-4 0 1,-3 0-121,-4 0 0,-2 4-268,-5-1 0,-4 5 196,1-5 0,-1 2-327,4-1 0,0-3-21,0 3 1,5 1-152,2-1 1,4-1 583,3-3 0,38-14 0,13-5 0</inkml:trace>
  <inkml:trace contextRef="#ctx0" brushRef="#br0" timeOffset="225">227 927 7728,'0'-6'1554,"0"1"-1115,0 5 0,0 5-26,0 2 1,0 4-231,0 4 1,0 2 28,0 5 0,0 0-505,0 0 1,0 4 235,0 0 0,-4-1-807,1-3 0,-2 0 440,1 0 0,2-4 424,-6-4 0,6-16 0,-3-6 0</inkml:trace>
  <inkml:trace contextRef="#ctx0" brushRef="#br0" timeOffset="992">1230 530 7744,'0'-11'133,"0"0"427,0 0 48,0 0-206,0 0 25,0 5-313,0 1 1,0 6-162,0 3 0,-3 2-50,-1 5 0,-1 4 131,1-1 0,3 6-68,-3-2 0,3 3-25,1 1 0,0 0-344,0 0 1,0-3 183,0-1 0,5-5-139,2 2 0,3-3 68,1-1 0,0-1 149,0-2 0,2-4 94,1-4 0,0-4-96,4-4 0,-3-3 130,3-3 0,-3 0-50,3-4 0,-4-1 319,0-3 0,-3 4-110,-3-1 1,0 5 221,-4-5 1,0 6-59,-4-2 0,0 3 486,0 1-347,0 5-276,0-4 0,-2 10-182,-1 0 0,2 5 108,-3 6 0,3 5-61,1 2 0,0 8 30,0 3 1,0 3-384,0 1 0,-4 7-38,0 4 0,-4 0-203,0 3 1,-6 0 238,-5 1 0,-2-3-48,-1 3 1,-5-8 424,-2-3 0,1-8-118,-1-3 0,-1-7 282,-3-5 0,5-6-144,2-5 0,7-1 646,0-2 0,7-5-197,1-3 1,1-3 6,6-3 0,1 0-378,3-4 0,6-1 53,5-3 0,5 4-624,6 0 0,1-1 315,3-3 1,5 1-864,2 3 1,2-2 292,-6 6 1,3-1 31,1 4 1,-3 0 635,-1 0 0,6 24 0,4 7 0</inkml:trace>
  <inkml:trace contextRef="#ctx0" brushRef="#br0" timeOffset="1383">1660 949 7744,'7'-6'808,"1"2"0,-4-1-272,3 2 0,-3-2-118,3 1 1,0 3-295,4-3 0,-3 2 190,-1-2-356,0 3 1,4-4 101,0 5 1,-3 0-564,-1 0 443,0 0 0,1 3-262,-1 1 1,-4 1 123,0-1 0,2-2 30,-1 6 1,-1-5 101,-3 5 1,0-5-9,0 5 1,0-5-163,0 5 92,0-1 327,0 4-173,-4 0 0,1-1 138,-4-3 1,3 2 241,-3-6-273,-1 6 0,-3-7 223,0 6 1,4-5-105,0 5 1,3-6 200,-3 2 0,3 1-118,-3-1 1,4 0-190,-1 0-274,3-3-216,6 9 0,5-9-688,5 3 1,1-3 549,-2-1 0,3 0-373,5 0 1,1-3-72,-1-1 942,5-5 0,11-12 0,7-8 0</inkml:trace>
  <inkml:trace contextRef="#ctx0" brushRef="#br0" timeOffset="2042">1197 100 7757,'0'-6'1635,"0"1"-1132,0 5-420,-5 0 1,0 5 74,-2 2 1,-3 3-98,3 1 1,-2-4 102,2 1 0,-3-1-257,3 4 0,1-1-44,-2-3 1,5 2-309,-5-5 248,6 4 0,-4-7-317,2 3 280,3-3 0,-3-1 65,8 0 0,-2-1 143,6-3 1,-5-2-72,5-5 0,-5 0 252,5 0 0,-2 0 7,1 0 211,3 0 0,-5 0-48,2 0 1,2 4 74,-6-1 0,5 5-122,-5-5 0,6 6-75,-2-2 0,1 4-515,3 4 0,-1 0-29,8 7 1,0-2-199,4 10 1,2-2 538,1 1 0,38 42 0,-25-27 0,0 0 0</inkml:trace>
  <inkml:trace contextRef="#ctx0" brushRef="#br0" timeOffset="2300">2388 861 7705,'-8'0'-1832,"1"0"1832,5 0 0,16 19 0,11 6 0</inkml:trace>
  <inkml:trace contextRef="#ctx0" brushRef="#br0" timeOffset="3176">2344 916 5980,'-5'-6'1002,"4"0"-818,-3 2 0,1 3 95,0-3 150,2 3-131,-4 1 238,5-5-188,0 4 6,0-4-147,0 5-41,5 0 1,2 0-165,8 0 0,3 0 94,8 0 1,-2 0-107,6 0 1,-2 3-76,1 1 0,3 0-186,-3-4 1,-2 0 19,-1 0 0,-8 0 79,-3 0 1,-3 0 78,-1 0-38,-4 0-160,-3 0 211,-13 0 1,1 0 129,-6 0 0,0 0-71,-1 0 0,3 0 24,-3 0 1,0 0 44,0 0 1,-5 0-80,2 0 1,-1 0 63,-3 0 1,6 1-49,-6 3 1,3-3 146,-3 3 1,-1-2-73,-3 2 0,7-3 111,1 3-216,0-3-217,5 4-379,2-4 0,13 4 641,9-5 0,78-5 0,-32 2 0,0 0 0</inkml:trace>
  <inkml:trace contextRef="#ctx0" brushRef="#br0" timeOffset="4093">3126 442 7718,'0'-11'-40,"0"3"276,0 1-31,0 5 71,0-3-256,0 15 1,-3-3-78,-1 8 0,-3 0 147,3 0 1,-3 5-43,3-2 1,-3 3 69,3 1 1,0-4-185,4 1 1,0-1-11,0 4 0,5-3 115,3-1 1,-1-5-475,4 2 0,-3-3 184,7-1 0,-3-4 203,-1-4 0,4-2-21,0-1 0,4-4 135,0-4 1,-2-3-79,1-4 0,-3 0 91,3-4 1,-4-2 13,1 3 1,-3 1 113,-1-2 1,-5 2 131,-2-1 0,1-3-111,-2 3 1,0 2 51,-7 1 0,2 3-79,-6 1 1,5 5-88,-5 2 187,6 3-256,-8 1 1,9 8-7,-3 3 1,3 4 17,1 0 0,1 6-94,3 4 0,-2 10 59,6-2 0,-6 3-474,2 1 0,-3 2 240,-1 6 1,0 2-344,0 1 1,-9-4 182,-2-3 1,-7-6 20,0 2 0,-7-4 133,-1-4 0,-3-7 151,3-7 1,0-8 592,4-3 0,-2-3-340,2-1 0,2-1 472,9-3 1,0-2-255,0-5 1,5 0 162,2 0 1,3 0-145,1 0 0,5-4-159,2 1 0,7-5-144,1 5 0,8-5-106,-1 5 1,7-5-674,1 5 1,3-1 384,4 4 1,-3 0-909,3 0 1,-2 1 505,2 3 0,-8 2 676,1 5 0,-1 14 0,-1 5 0</inkml:trace>
  <inkml:trace contextRef="#ctx0" brushRef="#br0" timeOffset="4485">3611 916 7718,'0'-8'411,"0"1"0,0 3 447,0-3-315,0 5-397,0-8 0,2 9-40,1-3-6,3-2 0,5 5 98,1-3 1,-1 3-208,0 1 1,0 0 125,0 0-393,0 5 1,0 0 96,0 2 0,-4 3-93,0-3 0,-4-1 118,1 1 1,-3 1 82,-1 3 1,0-4 32,0 1 0,-1-1-43,-3 4 211,-2 0 0,-5 0-96,0 0 1,0-1 191,0-3 0,0 3 48,0-3 1,0-1 251,0 2-373,-1-6 0,5 7 108,0-6-385,4 1 134,-2-4 1,10 0-144,3 0 1,6 0 51,5 0 0,3 0-757,4 0 0,0-1 328,4-3 0,5 2-909,-2-6 1419,-2 6 0,16-13 0,-1 3 0</inkml:trace>
  <inkml:trace contextRef="#ctx0" brushRef="#br0" timeOffset="5911">756 453 8959,'-11'2'572,"0"6"1,0 9-132,0 12 1,-5 13-222,-2 6 0,-2 10-9,2 9 0,3 0-145,8 6 1,2-5 83,5-2 1,10-10-862,4-8 0,7-4 449,5-3 1,2-8-2046,5-8 2307,0-1 0,39 3 0,11 1 0</inkml:trace>
  <inkml:trace contextRef="#ctx0" brushRef="#br0" timeOffset="6462">3931 420 7698,'-5'-11'0,"4"0"110,-3 0 1,-1 3 650,2 1-71,-1 5-182,4-3-200,0 5 1,5 1-101,2 3 1,9 7 257,6 7 1,5 8-116,6 3 0,2 9-231,1 6 0,7 3-190,5 8 0,-5-3-361,-6 7 0,-10-7-956,-9-5 1,-7-1 707,-11-2 1,-10-6 678,-4-5 0,-40-15 0,-11-8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06.681"/>
    </inkml:context>
    <inkml:brush xml:id="br0">
      <inkml:brushProperty name="width" value="0.08571" units="cm"/>
      <inkml:brushProperty name="height" value="0.08571" units="cm"/>
    </inkml:brush>
  </inkml:definitions>
  <inkml:trace contextRef="#ctx0" brushRef="#br0">1 33 7433,'1'-6'325,"3"2"1,-3 2 68,2-2-237,-1 3 0,-2-5 17,0 2 0,1 3 6,3-3-33,-3 3 1,5 1 51,-2 0 1,-2 0-165,5 0 69,1 0 0,3 0-158,0 0 0,0 1 56,0 3 1,0-2-47,0 6 0,0-5 76,0 5 1,0-5-250,0 5 0,-4-5 49,1 5 0,-5-2-176,5 1 152,-6 3 1,3-4-51,-5 5 0,0-3 146,0-1 0,-5 0 5,-2 4 1,-3-3 135,-1-1 0,-4-1-8,1 1 1,-5 2 83,4-5 1,-3 3 267,3-3 1,1 3-176,3-3 1,0 3 131,0-3 1,5 1 211,2-2-453,3-1 1,2 4 61,3-3 1,3-1-271,8 1 1,2 0-94,5 0 0,3-1-73,1 1 0,4-1-889,-5-2 1158,6 0 0,12 4 0,8 3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07.999"/>
    </inkml:context>
    <inkml:brush xml:id="br0">
      <inkml:brushProperty name="width" value="0.08571" units="cm"/>
      <inkml:brushProperty name="height" value="0.08571" units="cm"/>
    </inkml:brush>
  </inkml:definitions>
  <inkml:trace contextRef="#ctx0" brushRef="#br0">298 23 6485,'5'-6'91,"-4"1"602,4 0-695,-5 3 0,-1-2 164,-3 4-44,-2 0 1,-5 0-17,0 0 1,-4 0-3,0 0 1,1 0-60,3 0 1,-1 3 71,-3 1 0,3 1-112,-3-1 1,-1-2 103,1 5 0,1-1-129,3 2 0,0 2 60,-1-3 1,3-1-105,1 1 1,2 1 32,3 3 0,1 0-42,-1 0 1,1 0 58,2 0 0,4 0 22,0 0 1,6 4-5,1-1 1,0 5-6,3-5 1,2 6-61,-1-2 1,5 3 58,-2 1 1,-1 0-149,1 0 0,-3 0 51,3 0 1,-4 0 39,1 1 0,-4-3 18,-4-1 1,-2 0-23,-5-4 0,0 3-18,0-3 0,-5 0-23,-2-4 1,-4 0 470,-4 0 1,1-1-139,-4-3 0,3 3 117,-3-3 0,3-1-200,-3 2 1,1-5-114,-2 5 1,0-6-281,4 2 0,-1-2 138,2 2 0,1-3-413,-1 3 358,1-3 0,6-1-1014,0 0 1182,4 0 0,-2 0 0,20-5 0,3-1 0</inkml:trace>
  <inkml:trace contextRef="#ctx0" brushRef="#br0" timeOffset="336">66 651 7510,'-6'0'1129,"-3"0"-827,7 0 124,-3 0-327,5 0 1,5 1-89,3 3 0,1-2 1,2 6 0,5-1-102,3 4 0,-2-2-223,1 2 1,1-2 163,3 10 1,-1-4-25,-3 3 1,-3 4 93,-8 4 0,2 4 142,-6 0 1,1 2-101,-4 1 0,-9 0-68,-2 0 1,-3 0 211,-1 0 1,3 0 316,-3 0 1,-1-5 69,1-2 1,2 1-183,5-1 1,0-1-12,4-3 1,2 0-128,5 1 1,4-5-145,4 0 0,5-1 102,2 2 0,3-3-407,1-5 1,1-4 160,3 0 0,1-4-576,2 1 0,-2-4-47,-5-4 0,1-2 737,3-5 0,-3-20 0,4-4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09.733"/>
    </inkml:context>
    <inkml:brush xml:id="br0">
      <inkml:brushProperty name="width" value="0.08571" units="cm"/>
      <inkml:brushProperty name="height" value="0.08571" units="cm"/>
    </inkml:brush>
  </inkml:definitions>
  <inkml:trace contextRef="#ctx0" brushRef="#br0">11 45 7615,'-5'-6'597,"4"-4"-414,-4 4 0,5-1-36,0-1 82,0 6-273,0-3 0,5 5-47,2 0 1,4 0 163,4 0 1,-1 0-95,4 0 1,0 5 41,4 2 1,-3 3-96,-1 1 0,0 1-23,5 3 0,-6-2-139,-3 6 1,-1-5 155,-2 5 1,-5-1 27,-3 4 0,-1 0 26,-2 0 0,-2 2-23,-1 1 1,-5-1 51,-6 1 1,1-1-44,-1-2 0,2 0 59,0 0 0,1-4 22,0 1 1,0-5 15,0 5 0,2-6-70,1 2 0,0-2 12,4 2 1,0-3 1,4 3 1,0-7 0,0 0 1,2-1-12,1 4 0,3-5 9,5-2 0,4 1 44,0-1 1,4-1-46,0-3 1,-2 0 1,1 0 0,-3 0 0,3 0 1,-4 4 4,1 0 1,-3-1 54,-1-3 0,-4 2-41,0 1 195,-4-2-176,7 9 34,-9-4 0,5 2 7,-2-1 14,-3-5 28,4 8-80,-5-4 1,-5 5 10,-2 0 0,-3 0-7,-1 1 0,-1-1 117,-3 0 0,1 4-112,-4 4 0,3-2 54,-3 1 1,1 1-40,-2 3 1,3 4-112,5-1 1,2 5 42,1-5 1,3 6 56,5-2 1,3 2-9,4-2 0,2 3-4,9-2 0,1 0 7,3 0 0,0 2-21,0-3 1,0 2 124,0-2 1,-1 5-62,-3-4 0,-6-1 96,-4-7 0,-6-4-66,2 1 1,-9-6 76,-6 2 0,-3-3 18,-8-1 1,1 0-38,-8 0 0,0-1-205,-4-3 0,3 2 106,1-5 1,4 1 66,0-2 0,2-1-773,5 1 1,2-2-2750,5-1 3373,5 0 0,21-14 0,9-5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13.479"/>
    </inkml:context>
    <inkml:brush xml:id="br0">
      <inkml:brushProperty name="width" value="0.08571" units="cm"/>
      <inkml:brushProperty name="height" value="0.08571" units="cm"/>
    </inkml:brush>
  </inkml:definitions>
  <inkml:trace contextRef="#ctx0" brushRef="#br0">56 55 8301,'-7'-1'244,"4"-3"0,0 3 28,0-3 1,1 2 517,-1-2-49,1 3-251,2-4 1,5 4-146,3-3 1,3 3-88,3-3 1,4 2-220,4-2 1,3 3 92,1-3 1,5 3-778,-2 1 1,-2-1 399,-1-3 0,1 3-954,-2-3 0,-4 3 44,-6 1 1155,-3 0 0,-20 10 0,-6 2 0</inkml:trace>
  <inkml:trace contextRef="#ctx0" brushRef="#br0" timeOffset="299">11 210 8740,'-6'-5'1283,"1"3"0,8-6-756,4 4 0,1 0-127,6 4 0,3 0-218,2 0 1,2-3-271,1-1 0,3 0-487,1 4 1,3 0-2662,-3 0 3236,5 0 0,17-4 0,9-3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15.603"/>
    </inkml:context>
    <inkml:brush xml:id="br0">
      <inkml:brushProperty name="width" value="0.08571" units="cm"/>
      <inkml:brushProperty name="height" value="0.08571" units="cm"/>
    </inkml:brush>
  </inkml:definitions>
  <inkml:trace contextRef="#ctx0" brushRef="#br0">142 508 8277,'-6'-6'0,"-4"-3"175,3 6 34,2-6 1,-3 7 163,4-6 1,0 5 198,4-5-483,0 6 1,0-4 108,0 2 1,2 3-210,1-3 1,0 2 8,4-2 1,2 3 129,5-3 1,0 3 44,4 1 1,0-1-67,5-3 0,0 3-55,3-3 1,-3 3 75,3 1 1,-3 0-251,-1 0 0,0 3 86,0 1 0,-5 5-243,-2-2 1,-4 3 102,-4 1 1,-2 0-23,-5 0 1,-1 4 157,-3-1 1,-2 5-41,-5-5 0,-4 5 151,1-5 1,-6 1-101,2-4 1,-3 4 189,-1 0 0,0-1-87,0-3 1,1 2 0,2 1 1,-4-1-31,5 1 0,-5-2-10,4 0 1,-2-1 131,-1 0 0,1-2-82,3-1 0,-1 2 288,4-3-251,0-2 466,4 0-340,5-5 1,2 0 0,8 0 1,2 0-91,5 0 0,5 0 14,2 0 1,4-2 4,4-1 1,1 0-430,3-4 1,5 5-363,-2-2 0,3-1 331,-3 1 0,0-3-1369,0 3 0,-5-3 1651,-2 3 0,2-9 0,0 0 0</inkml:trace>
  <inkml:trace contextRef="#ctx0" brushRef="#br0" timeOffset="925">1113 354 8311,'3'-11'396,"1"0"0,1 1 205,-2 2-527,-1 4 115,3 4 1,-5 1-224,0 2 1,-4 4 105,0 4 1,-4 3-71,0 1 1,2 5-63,-1-2 0,3 2-207,-3-2 0,4 3-1,0-3 1,1 2-119,2-2 1,0 2 2,0-6 1,5 5 110,3-5 0,2-2 90,1-5 1,1-5 29,2 2 0,0-3 135,4-1 0,-1-5 169,2-2 0,-2-4-83,-2-4 0,-3 2 214,3-6 0,-3 1-108,-1-4 1,-1 4 308,-3-1 0,3 5-168,-3-5 0,-2 4-89,-1-3 0,-2 6 87,2 1 0,-3 0 465,3 3-607,-3 4 1,-1-1 1,0 6-205,0 3 1,0 2 43,0 5 0,4 5-174,-1 2 1,1 3 53,-4 1 1,0 1-364,0 3 0,4-2 99,-1 6 0,1-1-44,-4 4 1,-1 0 177,-3 0 0,-1-1 36,-2-2 1,-7 4 221,3-5 1,-7 4-149,0-7 1,-3 0 379,-1-4 1,-4-1-142,0-3 0,-3 0 243,3-7 1,1 2-37,2-10 1,1 5 87,0-5 0,4 1-53,0-4 1,5-5-92,2-2 1,2-7 35,5 0 1,0-5-46,4 5 1,9-6-261,2 2 1,7-2 127,1 2 0,6 0-474,5 4 0,2 2-141,1-3 0,0 3-413,0 1 0,0 4-1135,0 4 2041,-5-3 0,4 19 0,-4 1 0</inkml:trace>
  <inkml:trace contextRef="#ctx0" brushRef="#br0" timeOffset="1667">1201 67 8233,'3'-11'-436,"1"0"1,0 4 1562,-4-1-569,0 6-376,0-3 1,-1 6-1,-3 3 1,-1 2-265,-2 5 0,-3-1 84,2-3 1,2 3-122,-1-3 0,3 3 112,-3 1 0,1 0-142,-2 0 0,2-1-100,3-3-12,1 3 59,-7-4 45,7 5-182,-2-5 293,4-1 0,1-5 20,2 0 0,0-5-35,4-2 0,-3-2 178,3 2 1,-1-4-101,2 0 0,0 0 319,-4-4 0,3 3-20,-3 1 1,3 0-56,-3 0 0,1 0 173,-1 0 1,-2 4-87,5-1 1,-3 5-74,3-5 0,-3 6-19,3-2 1,1 3-232,3 1 1,1 1 138,3 3 1,-2 3-741,6 8 1,-1-2 29,4 6 1,0 3 545,0 3 0,20 26 0,4 1 0</inkml:trace>
  <inkml:trace contextRef="#ctx0" brushRef="#br0" timeOffset="2335">1520 817 8235,'0'-11'774,"0"0"-77,0 5-133,0 1 172,0 5-431,0 5 0,0 1-66,0 5 1,0 1 10,0 3 0,0-2-434,0 5 0,0 1 3,0 3 0,4-1-217,0-3 0,1 3 204,-2-3 194,-1-2 0,12 10 0,-1-3 0</inkml:trace>
  <inkml:trace contextRef="#ctx0" brushRef="#br0" timeOffset="2768">1862 728 8243,'-11'0'0,"4"-3"545,-1-1 0,6-1 494,-2 2-568,3 1 0,2-3-189,3 5 1,6 0-33,5 0 1,4 0-201,-1 0 0,7 0 165,1 0 1,3 0-1292,-3 0 1,0 0 331,-4 0 744,5 0 0,35-9 0,14-4 0</inkml:trace>
  <inkml:trace contextRef="#ctx0" brushRef="#br0" timeOffset="3527">2469 354 8239,'0'-13'0,"0"-1"0,0 4 432,0-5 0,0 9 34,0-5 0,0 6 236,0-2-500,0 4-480,0-2 316,0 15 0,0-1-171,0 9 0,0-3 36,0 3 1,0 1 170,0 3 1,0-1-446,0-3 1,3 1 141,1-4 0,3 4-207,-3-5 1,3 1 126,-3-4 0,4 0 134,0 0 0,2-5 79,1-2 0,0-3 16,0-1 0,3 0 73,1 0 0,1-5-71,-1-2 1,-3-7 120,3 0 0,-3-2-97,-1 1 1,-4-1 324,1-2 0,-6-3-86,2 3 1,-3-2 303,-1 2 0,0-2 208,0 5 1,-4 1-278,1 3 0,-5 0-152,5-1 0,-2 6 284,1 3-604,3 1-18,-4 2 0,5 7-53,0 4 0,4 1-174,-1 6 1,6 2 106,-2 6 1,3 2-285,1 5 1,0 0 201,0 0 0,-5 4-241,-2-1 0,-3 5 101,-1-4 1,-1 3 54,-3-3 1,-2-2 57,-5-5 1,-4 0 264,1-4 0,-6-1 122,2-7 1,-4-2-163,-4-5 1,1-1 548,-4-3 1,5-2-272,-2-5 0,4-1 408,3-3 0,0-2-269,4-5 1,0-1 82,4-3 1,2 1 18,1-4 0,3 0-13,5-4 0,5 3-416,3 1 0,5 4 104,2 0 0,6-2-622,1 1 1,5 0 320,6 4 0,0 2-635,0 1 0,5-2 344,2 3 0,-3 2-916,-4 2 1388,0 1 0,15 12 0,9 2 0</inkml:trace>
  <inkml:trace contextRef="#ctx0" brushRef="#br0" timeOffset="3718">2998 673 8172,'0'-6'1901,"0"0"-1289,0 2 1,1 3-102,3-2 1,-2 5-253,5 2 1,-3 5-216,3 2 1,0 2-50,0 5 1,3 0 153,-3 5 1,-1-1-1175,2 0 0,-5 1 627,5 3 0,-6-3 398,2 3 0,2 16 0,0 5 0</inkml:trace>
  <inkml:trace contextRef="#ctx0" brushRef="#br0" timeOffset="4569">826 199 8194,'-6'0'813,"0"0"-354,2 0 1,2 0-143,-6 0 0,4 6 208,-3 5 1,0 7-105,-4 7 0,0 10-134,0 9 1,0 7-296,0 12 1,1 3 92,3 7 0,2 3-716,5-2 1,0-6 405,0 2 1,5-15-915,2 0 0,6-12 34,2-6 1105,5-3 0,26 4 0,13 1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21.239"/>
    </inkml:context>
    <inkml:brush xml:id="br0">
      <inkml:brushProperty name="width" value="0.08571" units="cm"/>
      <inkml:brushProperty name="height" value="0.08571" units="cm"/>
    </inkml:brush>
  </inkml:definitions>
  <inkml:trace contextRef="#ctx0" brushRef="#br0">12 21 8191,'-6'-5'443,"1"4"108,5-9-276,0 9 1,1-3 147,3 8 0,7 7-178,7 7 1,8 9 175,3 7 1,9 8-87,6 10 0,4 10-537,4 4 1,-3 3 99,-5-3 0,-15-2-696,-7-5 1,-12-3 181,-6-12 0,-9-7-130,-6-11 1,-5-4 86,-6-4 1,1 2 658,3-6 0,-8 6 0,3-3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27.745"/>
    </inkml:context>
    <inkml:brush xml:id="br0">
      <inkml:brushProperty name="width" value="0.08571" units="cm"/>
      <inkml:brushProperty name="height" value="0.08571" units="cm"/>
    </inkml:brush>
  </inkml:definitions>
  <inkml:trace contextRef="#ctx0" brushRef="#br0">88 574 8645,'8'-4'646,"-1"1"0,-3-2-421,3 1-82,0 3 1,4-8-8,0 6 1,1-1 3,-1 4 1,3-1-55,1-3 1,5 3 130,-2-3 0,3 3-80,1 1 1,0 4-171,0-1 0,0 7 118,0 1 1,0 1-388,0 7 1,-1-1 168,-3 4 1,-2 1-153,-5 3 1,-1 1 80,-3 3 0,-2 0-219,-5-4 1,-8 4 110,-3 0 0,-9-3-4,-2-1 0,-1-3 357,-7-1 0,5 0-140,-5 0 0,4-5 381,-3-2 0,3-3-150,-3-1 0,3-4 93,-3 1 0,4-2-35,0 1 1,1-2 239,2-5 0,4 0 29,0 0 1,8-5-145,-1-2 1,7 1-199,0-2 0,3 0 94,1-7 1,9 3-297,2-3 1,8-1 89,3 2 0,2-6-324,5 2 1,2 2 92,5 1 1,-2 3-42,-1 1 1,0 0-892,-4 0 0,-2 1 1158,-1 3 0,-8 7 0,-2 6 0</inkml:trace>
  <inkml:trace contextRef="#ctx0" brushRef="#br0" timeOffset="2177">893 442 8073,'-1'-11'109,"-3"0"0,2 1 254,-6 3 138,6-3-395,-3 9 1,1-3-16,1 8 0,-1-2-144,4 5 0,-1 2-39,-3 6 1,3-3 125,-3 3 1,3 2-144,1 1 0,4-1 25,-1 2 0,5-1-210,-5 4 1,6-4 108,-2 1 0,4-6-40,4 2 0,-3-3 22,3-1 0,-2 0 109,2 0 0,-3-5 83,3-2 1,-3-3-35,-1-1 1,4-1 121,0-3 1,-1-3-84,-2-8 1,-5 3 179,0-3 1,-4-1-97,0 2 0,2-5 145,-1 5 1,0-5-43,-4 5 0,0-5-113,0 5 1,0-1 243,0 4 0,0 3 227,0 1-234,0 5-159,0-8 1,0 10-233,0 0 146,0 5 0,4 6-146,4 0 0,2 5 106,1 2 0,-2 3-231,-1 1 1,2 5-14,-3 2 1,2 3 28,-2 1 1,-2 2-183,-5 1 1,0-1 101,0 1 1,-6-1 122,-5-2 0,-2-1-65,-5-3 1,1-2 367,-2-5 1,-1-5 9,1-2 1,-4-4 104,1-4 1,-3-2-160,7-5 0,1 0 44,-1 0 0,4-1 128,-1-3 1,3-2-98,1-5 1,5-4 130,2 1 0,3-6-53,1 2 1,1 1-74,3-2 0,3 4-166,8-3 0,2 1-241,5-1 1,2 2 270,1 5 1,3 0 59,5 0 0,1 3 1,-1 1-112,0 4 0,24 8 0,7 8 0</inkml:trace>
  <inkml:trace contextRef="#ctx0" brushRef="#br0" timeOffset="2383">1433 817 8033,'4'-8'711,"0"1"0,1 4-186,-2 0 1,0 2 309,4 1-585,0 0 1,4 3 79,0 1 0,-3 8-178,-1-1 1,-3 6-111,3-2 0,-3 5-789,3-2 1,-3 6 494,3 2 0,-3 0-1137,3-4 1,-3-4 1388,3 1 0,1-1 0,3 4 0</inkml:trace>
  <inkml:trace contextRef="#ctx0" brushRef="#br0" timeOffset="3100">1003 45 8119,'-7'-4'136,"0"1"0,4-2-164,0 1 78,-4 3 0,5-3 54,-5 8 0,3 1-41,-3 2 0,4 3 77,-1-3 0,0 3-56,0 1 0,-3 0-125,3 0 0,-1 0-38,1 0 0,3-4 85,-3 1 0,2-2 44,-2 1 0,3-1-42,-3-2-602,3-3 23,1 4 451,0-5 0,4-5 58,0-2 1,0-3 4,0-1 1,-1 0 297,4 0 1,-5 0-104,2 0 0,1 0 368,-1 0 0,-1 0-31,-3 0 1,1 1 706,3 3-422,-3-3-166,4 4-371,0 0 1,1 1 14,5 5 1,5 1 29,3 3 0,1 5-30,2 6 1,5 6-3774,3 1 3535,2 5 0,10 13 0,8 7 0,3 3 0,0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31.895"/>
    </inkml:context>
    <inkml:brush xml:id="br0">
      <inkml:brushProperty name="width" value="0.08571" units="cm"/>
      <inkml:brushProperty name="height" value="0.08571" units="cm"/>
    </inkml:brush>
  </inkml:definitions>
  <inkml:trace contextRef="#ctx0" brushRef="#br0">34 34 8071,'-6'-5'0,"0"4"-434,2-3 435,3-2 87,-9 5 266,9-4-31,-4 0-19,5 4-136,0-4 1,1 5 55,3 0 0,-2 0-51,5 0 0,2 0-85,6 0 1,-2 0 18,6 0 0,4 0-137,6 0 1,4 0 67,4 0 0,8 0 79,11 0 1,6 0-101,12 0 1,3 0-237,15 0 0,-4 1 436,11 3 1,-6-2-137,3 6 0,2-5 76,-45 1 1,0 0 0,44-1-118,2 5 0,-3-2-151,-4 1 0,-4 3-214,-4-3 0,-11-1 175,-7 2 0,-11-6-57,-15 2 0,-3 1-106,-8-2-457,-7 1 119,-11-4 117,-11 0 1,-9 0 544,-6 0-11,-10 0 0,-27 0 0,-18 0 0</inkml:trace>
  <inkml:trace contextRef="#ctx0" brushRef="#br0" timeOffset="543">343 332 8092,'-7'-11'0,"-1"0"0,4-1 0,-3 1 1528,3 0-996,0 0 1,9 2-141,3 1 0,5 2-220,2 2 1,4 3 77,0-2 1,3 1-114,4 2 1,-3 2 60,3 1 0,-3 3-419,-1 5 0,0 4 207,0 0 0,-5 4-308,-2 0 0,-4 3-43,-4 4 1,-2-1-266,-5 8 1,-1-6 138,-3 6 1,-7 2 90,-7 1 0,-8 2 189,-3-1 0,-3-3-35,-1 3 0,0-6-29,0-2 0,-5-4 26,-3 0 0,3-6 684,2-5 0,3-5-272,3-2 1,2-4 490,2 1 0,8-4-156,-1-4 0,11-4 60,4-6 0,3 0-186,1-4 1,5 1-112,2-2 1,4-1-274,4 1 0,3 2 82,8-1 1,-1 4-444,4 0 1,0 1 235,4 2 1,4 0-289,0 0 1,3 1 40,-3 3 384,0-3 0,16 19 0,4-2 0</inkml:trace>
  <inkml:trace contextRef="#ctx0" brushRef="#br0" timeOffset="1276">872 563 8006,'-6'-11'50,"-1"1"441,4 3-147,2-3 0,-4 4-59,5-5 1,0 4 225,0-1 30,0 1-300,0-4 1,3 0-195,1 0 0,5 5-105,-2 2 0,-1 2-124,1-2 0,1 3 37,3-3 1,-4 4-129,0 4 0,-4 2-190,1 5 1,1 1 195,-2 3 0,1-2 10,-4 6 0,0 3 46,0 3 0,-4 1 41,1-4 1,-5 4 59,4 0 0,-3-1 130,3-3 0,1 0 29,3 0 0,0-4-97,0-4 1,0-1 201,0-2 1,0-4-54,0 0 1,5-4 11,2 0 1,-1-6-85,2-5 0,3-3 29,3-3 0,2 0 22,-1-4 1,-3-1 128,3-3 1,1 0-193,-2 0 0,1 0-3,-4 0 0,0 0-62,0 0 0,0 5-191,0 2 1,-3 3-123,-1 1 234,-5 5-132,3 1 0,-6 6 84,-3 3 1,2 2 99,-5 5 0,-1 5-3,-3 2 1,1-1 104,3 2 1,-1-2-42,4 1 0,-4 3-44,5-2 1,-2 1 18,1 2 0,3-4 15,-3-4 0,4 2 274,4-1 1,-2-2 158,6-5 0,0-3 213,7-5 1,-1-2 222,4-1 0,-1-3-340,1-5 1,2-7-49,-5-4 0,3-1-178,-3-6 0,0 3-390,-4-3 1,-4-1 163,0-3 1,-3 1-244,3 3 1,-4-2-361,0 6 1,-1 4-1996,-2 6 2545,5-2 0,1 39 0,5 5 0</inkml:trace>
  <inkml:trace contextRef="#ctx0" brushRef="#br0" timeOffset="1601">1368 673 11411,'0'11'412,"0"0"0,-1 4-423,-3 0 1,3 8 99,-3-1 1,-1 7-308,1 1 0,-3 2-48,3 1 1,-3 0-296,3 0 0,-3-5 26,3-2 1,-3-7 180,3 0 0,-1-6-1242,2 2 1596,2-8 0,1-26 0,6-12 0</inkml:trace>
  <inkml:trace contextRef="#ctx0" brushRef="#br0" timeOffset="1826">1489 695 8835,'0'-6'1384,"0"3"-886,0 6 1,0 3-126,0 5 0,4 5-197,-1 3 1,1 1-54,-4 3 1,-1 2-226,-3 1 1,2 3-79,-6-3 0,5 4-354,-5-5 0,6 1-260,-2-4 1,-1-5 49,2-2 744,-6-3 0,8-16 0,-4-3 0</inkml:trace>
  <inkml:trace contextRef="#ctx0" brushRef="#br0" timeOffset="2287">1665 276 7979,'-6'5'0,"1"-3"0,2 4 401,-1-3 1,-4 0-140,0 4 1,-2 4-326,-1 4 1,0 8-104,0-1 1,0 8 128,0-1 1,4 3-384,0 1 1,4 0 221,-1 0 0,8-1-399,3-3 0,3-3 597,1-8 0,20-11 0,4-9 0</inkml:trace>
  <inkml:trace contextRef="#ctx0" brushRef="#br0" timeOffset="2805">1853 365 7971,'11'0'-471,"0"0"0,0 0 286,0 0 1,-4 0 261,1 0 0,-1 0-44,4 0 1,-4 3-122,1 1 1,-5 3 71,5-3 1,-6 5 106,2-2-174,-3 3 1,-2 1 112,-3 0 1,-2-4-86,-5 0 0,0 0 56,0 0 0,-1 2-105,-3-6 1,3 5 76,-3-5 1,3 2 2,1-1 0,4-3 21,-1 3 1,2-2-35,-1 2 253,-3-3-238,9 4 244,-4-5-115,5 0-101,5 0 0,1 0-7,5 0 1,0 0-8,0 0 1,0 0 20,0 0 0,0 0-10,0 0 1,0 0 112,0 0 1,0 0-101,0 0 104,0 5 0,0 1-91,0 5 1,-4 0 17,1 0 0,-6 0 0,2 0 1,-3 0-69,-1 0 1,-5 0-2,-2 0 0,-4 0-161,-4 0 0,2-1-62,-6-3 0,1 2-118,-4-5 363,0 4 0,-20-16 0,-4 0 0</inkml:trace>
  <inkml:trace contextRef="#ctx0" brushRef="#br0" timeOffset="3053">2029 354 7956,'11'0'-179,"0"0"1,0 0 371,0 0 1,2 1 606,1 2 0,-1 4-431,1 4 0,2 5-147,-1 2 0,-2 4-162,-5 4 0,0 1 48,-4 2 0,0-1-269,-4-2 0,-5-3 147,-3 3 1,-1 0-951,-2-4 0,-5-3 964,-3-8 0,-21-5 0,-7-1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42.768"/>
    </inkml:context>
    <inkml:brush xml:id="br0">
      <inkml:brushProperty name="width" value="0.08571" units="cm"/>
      <inkml:brushProperty name="height" value="0.08571" units="cm"/>
    </inkml:brush>
  </inkml:definitions>
  <inkml:trace contextRef="#ctx0" brushRef="#br0">1 309 8094,'3'-11'1015,"1"0"-78,0 5-319,1-4-380,1 9 1,5-1 12,0 6 0,-4 8-146,1-1 0,-2 8-244,1-1 1,3 1 179,-3 3 1,-2-6-809,-1 6 1,-2-3 433,2 3 0,-3-3-803,3-1 1,-4-6 1135,-4-1 0,-17-19 0,-8-11 0</inkml:trace>
  <inkml:trace contextRef="#ctx0" brushRef="#br0" timeOffset="150">12 188 8094,'0'-18'-362,"0"3"242,0 4 883,0-1-89,0 1-1640,0 5 1,0 3 28,0 6 937,5-1 0,11 32 0,7 3 0</inkml:trace>
  <inkml:trace contextRef="#ctx0" brushRef="#br0" timeOffset="517">431 265 8094,'-5'-6'630,"4"-4"1,-9 7-399,2-4 0,2 5-138,-1-2 1,-4 3-226,-4 1 0,-3 0 70,3 0 1,-3 0 144,3 0 0,-3 1-197,3 3 1,0-2 74,4 5 0,1-3-485,3 3 338,2 1 0,5 3-83,0 0 0,5 0 7,2 0 1,7 0 8,1 0 1,4 0 29,0 0 0,3 0 43,3 0 0,-1-1 171,1-3 1,-1 3-149,-2-3 1,-1 3 439,-3 1 1,1-4-60,-4 1 597,0-1-490,-4 4 1,-11-1 75,-7-3 1,-8-1-477,-7-2 1,-4-3 81,0 3 1,-4-3-334,0-1 0,0 0 119,0 0 200,3-5 0,25-11 0,4-7 0</inkml:trace>
  <inkml:trace contextRef="#ctx0" brushRef="#br0" timeOffset="1101">1026 298 8149,'-6'-5'0,"0"-1"0,2-5 1489,3 0-443,-4 5-561,5 1-282,0 5 1,1 5-77,3 2 0,2 6-144,5 2 0,0 5 76,0-2 1,0 2-495,0-2 0,0 3 274,0-3 1,0 2 25,0-2 0,0-1-407,0-2 1,-3-3-57,-1 3 1,0-4 185,4-4 1,-3 2-314,-1-5 228,0-1 319,4-3 0,-1-5 178,-2-2 0,0-3 0,-4-1 0,-1-3 0,-3-1 0,0-1 0,0 1 0,0 2 202,0-6 1,-1 5 171,-2-5 0,1 6 281,-1-2 1,0 2 72,0-2 0,1 6 166,-1-2-593,1 8 299,2-2-481,0 5 0,5 6 97,3 5 0,1 1-397,2 7 0,0-5-146,1 5 1,-1-1-271,0 4 0,0-4-610,0 1 0,0-2 1207,0 1 0,14-2 0,5-5 0</inkml:trace>
  <inkml:trace contextRef="#ctx0" brushRef="#br0" timeOffset="1509">1456 342 8149,'-6'-11'-134,"2"0"1465,3 5-363,1 1-670,0 5 0,1 5-57,3 2 1,1 3-389,2 1 1,2 1-120,-6 3 0,5-3-194,-5 3 0,5 1 185,-5-2 0,5 1 158,-5-4 0,1 0-180,-4 0 1,4 0-235,-1 0 268,1 0-109,-4 0 572,0-5-149,0-1 0,0-13-16,0-3 1,0-3-67,0 3 0,0-3 216,0-1 0,0-1-56,0 1 1,0 3 366,0-3 0,0 2-198,0-2 0,1 3 281,3-3 1,2 4-152,5 4 1,0-2-22,0 6 0,1-1-357,3 4 1,-1 1 99,4 3 1,0 2-167,4 5 1,-3 5 53,-1 2 1,-3 3-854,3 1 0,-4 0 147,0 0 0,-3-1 668,-3-3 0,11 13 0,0-2 0</inkml:trace>
  <inkml:trace contextRef="#ctx0" brushRef="#br0" timeOffset="2143">2195 364 8131,'4'-6'-518,"4"2"0,-2-1 982,1 2 1124,-4-1-1449,2-1 0,-7 4 21,-1-3 1,-8 3-264,-8 1 0,-3 0 106,-3 0 0,0 0-137,-4 0 1,4 5 30,-1 2 1,4 1 43,4 3 1,-2-3 5,6 7 1,-1-3-205,4-1 0,5 0 40,2 0 1,3 4 164,1 0 0,5-4-81,2-4 1,7-1 43,0 1 1,6-2 171,-2-5 1,0 0-93,0 0 0,-3-1 19,3-3 1,-5-1 85,2-2 0,-6-3 188,-2 3 1,0-3 274,4-1 1,-1 0-232,-2 0 1,1 1 4,-1 3 1,-2 1 68,1 2-443,1 3 0,3-4-37,0 5 0,-4 0-238,0 0 1,1 5 77,3 2 1,-4 3-120,0 1 1,1 0-743,3 0 0,-1 0 1099,-3 0 0,37 5 0,5 1 0</inkml:trace>
  <inkml:trace contextRef="#ctx0" brushRef="#br0" timeOffset="2501">2713 99 8131,'0'-7'-244,"0"0"1,-2 1 448,-1-2 0,0 0 34,-4 4 1,-2-3 172,-5 3 1,0-5-174,-4 2 1,0 1-2,-5-1 1,1 3-49,0-3 1,-2 4-149,2-1 0,-1 3 6,8 1 1,0 1 44,4 3 1,4 2 64,-1 5 1,6 1-13,-2 3 0,4 6-118,4 5 0,2 8 33,5-1 1,1 8-329,3-1 0,-1 2-117,4-2 0,0 5-314,4-4 0,-5-4-246,-2-8 1,1-8-143,-1 1 1086,0-8 0,-14-27 0,-2-13 0</inkml:trace>
  <inkml:trace contextRef="#ctx0" brushRef="#br0" timeOffset="2685">2746 397 8180,'-11'-11'0,"0"4"519,0-1 0,-4 5-67,0-5 0,-4 6-904,0-2 0,-3 3 272,-3 1 1,1 0-423,-1 0 0,1 0 602,2 0 0,10 0 0,2 0 0</inkml:trace>
  <inkml:trace contextRef="#ctx0" brushRef="#br0" timeOffset="3113">3065 121 8009,'-18'-17'0,"0"3"-251,-2 1 0,-1 2 916,-1 0 1,-3 0-193,-1 0 1,0 5-92,4 2 1,1 3-351,3 1 0,2 0 120,5 0 0,5 3-301,2 4 1,4 2 131,4 9 0,6 4-130,4 4 1,7 6 95,1 1 0,0 1-566,4 6 0,-3 0 268,-1 0 1,-1 2-34,-3-6 1,-2 0 54,-5-7 0,0 2-37,0-5 1,-4-5 363,-4-7 0,-2-2 0,-20-25 0,-6-7 0</inkml:trace>
  <inkml:trace contextRef="#ctx0" brushRef="#br0" timeOffset="3504">2779 342 8237,'7'-4'342,"1"1"0,-1-5-30,4 5 0,0-1-121,0 4 0,1 0 75,3 0 0,-2 0-276,6 0 0,3 4-201,4-1 1,0 6-246,0-2 0,-1 3-30,4 1 1,-4 0 274,0 0 0,2-4 36,-1 1 1,1-6 1,-1 2 0,-4-3 229,0-1 0,-1 0-161,-7 0 0,5-5 341,-5-2 1,-3-3 25,-3-1 0,-6 0 148,2 0 1,-3-1-79,-1-3 0,-2 3-74,-6-3 1,1 7-69,-8 0 0,-1 2-24,2-1 1,-5 2-52,5 5 0,-1 0 56,4 0 1,0 5-241,0 2 0,1 7-106,3 0 0,2 6-86,5-2 0,0 2-272,0-2 1,1 2 255,3-6 0,2 6-177,5-2 1,5-2 66,2-1 1,3-4 386,1-4 0,54-11 0,13-9 0</inkml:trace>
  <inkml:trace contextRef="#ctx0" brushRef="#br0" timeOffset="3744">3672 331 8237,'-6'-11'0,"-3"0"1337,5 0-863,-4 5 1,2-3 22,-5 5 0,0 1-148,0 3 0,1 5 45,3 2 1,-3 3-235,2 1 1,3 4-105,2-1 1,2 6-390,1-2 1,0 3 313,0 1 1,1-4-931,2 1 1,4-2 448,4 1 0,3 2-622,1-5 1,5-1 435,-2-3 0,4-3 686,4-1 0,-2-4 0,6 0 0,24-21 0,9-7 0</inkml:trace>
  <inkml:trace contextRef="#ctx0" brushRef="#br0" timeOffset="3953">3981 320 8237,'-5'-33'-353,"0"0"-44,-3 0 0,-1 5 1245,1 2 0,2 7-230,-1 5 1,4 1 64,0 2 1,0 5 234,-1 3-509,3 1 0,-4 7-143,5 3 0,2 3 94,1 3 0,0 5-154,4 6 1,2 4-120,5 4 1,-1 0 162,1 0 1,-1-1 15,-2-3 0,0 3-2599,0-3 1,-2 0 1100,-1 0 0,0-5-621,-4 2 1853,5-7 0,-8-13 0,4-8 0</inkml:trace>
  <inkml:trace contextRef="#ctx0" brushRef="#br0" timeOffset="4321">3903 397 8237,'11'0'0,"4"-1"468,0-3 0,1 3-50,-2-3 0,0 4-126,4 4 1,1-2-43,3 6 1,0-5-218,0 5 0,0-5 26,0 5 0,0-5-186,0 5 1,0-2-6,0 1 1,-1-1 223,-3-2 1,3-3-411,-3 3 1,-2-3 119,-1-1 0,-6 0-91,-2 0 1,-3-3 69,3-1 1,-6-5 170,-1 2 1,-5-7 53,-6 0 1,-1-1 225,-3 4 0,2 0-11,-5 0 0,-1 1-94,-3 3 1,4-2 363,-1 6 1,6-1-147,-2 4 1,4 6 113,4 5 0,2 1-83,5 7 0,1-1-524,3 4 1,6 1-98,4 3 0,7-3-244,1 3 0,1-3-91,7-1 0,-1-1 246,4-2 1,3 0-901,-3-4 0,2-4 1234,-5-4 0,11-19 0,5-1 0</inkml:trace>
  <inkml:trace contextRef="#ctx0" brushRef="#br0" timeOffset="4788">4587 132 8137,'-5'-11'0,"4"0"453,-3 0 1,3 4 320,1 0-78,0 4-338,5 3 0,1 10 162,5 5 1,1 4 13,3 0 0,-3 6-145,3 5 0,1 2-554,-2 1 1,1 4 217,-4-1 0,-4 2-204,1-1 0,-2-3 170,1 3 0,-1-8-619,-2-3 1,-1-3 17,4-1 1,-5-4-1022,2-4 264,-3-6 424,4-3 698,-4-5 1,4-2-55,-5-1 1,0 0 156,0-4 1,0 0-68,0-4 1,-1-1 310,-3 1 0,-2 2 19,-5 1 1,0-1 141,0 1 0,-1 0 158,-3 0 0,3 0-229,-3 4 0,-1-3 370,2 3 0,-5 0-227,5 4 1,-6 0 91,2 0 1,2 0-46,1 0 0,3 5 36,1 3 0,1 5-81,3 2 1,3 3-53,8-3 0,3 4-418,8 0 1,3 0 120,8 0 0,-3 0-657,3-4 0,1-1 392,-2-7 1,1 1-950,-4-4 0,-1 0-99,-3-4 1297,-2 0 0,-24-25 0,-6-5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39.835"/>
    </inkml:context>
    <inkml:brush xml:id="br0">
      <inkml:brushProperty name="width" value="0.08571" units="cm"/>
      <inkml:brushProperty name="height" value="0.08571" units="cm"/>
    </inkml:brush>
  </inkml:definitions>
  <inkml:trace contextRef="#ctx0" brushRef="#br0">376 981 7765,'-7'0'3008,"2"-4"-2609,5 2 0,-1-6-122,-2 4 1,1-5 19,-1 2 1,1-3-61,2-1 1,-3-3-122,-1-1 1,0-8 62,4 1 0,-3-7-173,-1 4 1,-3-6-187,3 2 1,-1-2 152,2 2 1,1-2-36,-1 5 0,1 2-52,2 5-335,-5-1 138,4 7-160,-4 2 1,5 11 197,0 8 0,-1 6 267,-3 5 0,1 3 65,-8 4 1,2 2-122,-6 5 0,0 0 126,0 0 1,-4-1-133,5-3 0,-6 2 75,2-5 1,1 3-23,-2-3 1,7-6 103,1-5 0,0-4 67,4-3 49,2 1 0,0-9-90,5 0 0,1-5-69,3-6 0,6 0-98,4 0 0,6-3-147,-2-1 1,3 0-45,1 4 0,4 0 117,0 0 0,4 0-367,0 0 0,-1 0 161,4 0 0,-2 0 36,5 0 0,-1 1 11,-2 3 0,-5-3 994,-2 3-174,-3 2-206,-11 0 1,-4 1-46,-16 1 0,-5-1-11,-13 4 0,-6 0 45,-5 0 1,-5-4-133,-3 1 0,5-1 121,-4 4 0,6-1-68,-2-3 1,3 3 0,-4-3 1,9 3-140,-1 1 1,9 0-104,2 0 0,6 5-40,9 2 0,2-1 53,5 2 0,6 0 25,5 7 0,6-2 47,9 6 1,2-5-341,5 5 1,5-5-638,2 5 0,3-4 446,1 3 1,-3-5-2207,-1 2 2654,-9-8 0,20-11 0,-4-9 0</inkml:trace>
  <inkml:trace contextRef="#ctx0" brushRef="#br0" timeOffset="657">828 441 8152,'0'-11'647,"-4"0"-358,0 0 0,0 4 732,4-1-331,0 6-443,0-3-161,0 5 0,0 5 94,0 2 0,0 7-253,0 1 1,0 4 131,0 0 0,0 1-374,0 2 1,2-3 140,1-1 1,0 1-169,4 3 0,1-5 88,3-3 1,0 1-32,0-4 0,0 1 89,0-8 1,3 3 33,1-3 1,5-1-57,-2-7 0,-1-2 68,2-5 1,-7-4 149,-1 0 1,-1-4-87,-7 0 0,1-1 465,-4-3 0,-1 5-191,-3 0 1,-2 4 346,-5 0 1,0-2-220,0 1 0,0 1 36,0 7 0,3 2-73,1 5 1,3-3-32,-3-1 0,5 1-334,-2 7 0,3 3 114,1 8 1,5-1-250,2 4 0,3 4-63,1 4 1,0 4-171,0 0 0,0 3 141,0 4 0,-4-2 50,1 6 0,-6-6-25,2 2 0,-3-2 53,-1 2 0,-1-4 259,-3 0 1,-6-5-156,-4-6 1,-6-4-61,2-4 0,-3-3 55,-1-3 1,0-3 60,0-5 1,3-5 1383,1-3 0,6-5-581,1-2 1,1-4 449,6 0 1,0-5-525,4-2 1,3 0-531,4 4 0,1 4 79,6-1 0,3 5-943,2-5 0,2 6-164,1-2 0,5 7-626,2 0 1,0 6-353,5-2 1882,-4 3 0,38 16 0,1 3 0</inkml:trace>
  <inkml:trace contextRef="#ctx0" brushRef="#br0" timeOffset="965">1412 761 8152,'3'-7'1094,"1"-1"0,1 5-162,-1-5-338,-3 6-839,4-3 327,0 5-284,-4 0 0,4 1 147,-5 3-422,0 2 0,0 5 183,0 0 1,0 0 4,0 0 1,0 0 158,0 0 1,-4 4-5,1-1 0,-5 1 450,5-4 1,-5 0-152,4 0 1,-3 0 953,3 0-818,1 0 0,3 0 491,0 0-503,0-5 0,5 1-232,2-4 1,4-2-1070,4 3 1,-2-3 578,6-1 0,0-3 433,7-1 0,22-19 0,9-2 0</inkml:trace>
  <inkml:trace contextRef="#ctx0" brushRef="#br0" timeOffset="1699">828 22 8115,'0'-6'1325,"0"1"-1114,-5 5 1,-2 5 41,-4 3 1,0 1-148,0 2 1,0 0 4,0 0 0,0 0-112,0 0-31,0 0 0,2 1 83,1-1 1,3-4-485,5 0 204,0-4 151,0 2 0,1-7-137,3-1 0,-1 0 177,4-4 1,-3-4 357,3-4 0,0 0-124,4 4 1,-3 0-6,-1 0 0,0 0-19,4 0 1,0 0 379,0 0-506,0 5 1,1 1-200,-1 5 1,0 0-168,0 0 0,1 6-543,3 5 1,-2 5 862,5 6 0,25 49 0,10 13 0</inkml:trace>
  <inkml:trace contextRef="#ctx0" brushRef="#br0" timeOffset="2391">1412 750 8097,'0'-7'-1740,"0"-1"2914,5 6-704,-4-8 1,5 9 318,-2-3-287,-3-2-417,4 5 40,-5-4 0,-5 5-58,-2 0 0,-3 0-11,-1 0 1,0 0-215,0 0 1,-4 5-147,0 2 0,1-1 184,3 2 0,0-5 120,0 5 0,-5 14 0,-2 7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48.613"/>
    </inkml:context>
    <inkml:brush xml:id="br0">
      <inkml:brushProperty name="width" value="0.08571" units="cm"/>
      <inkml:brushProperty name="height" value="0.08571" units="cm"/>
    </inkml:brush>
  </inkml:definitions>
  <inkml:trace contextRef="#ctx0" brushRef="#br0">1 0 8147,'5'16'2002,"-3"1"-1384,5 5 1,1 2-439,3 1 1,0 4 39,0 4 1,0 5-625,0 2 1,0 2 208,0-2 0,-4-2-107,1-5 0,-2-3 0,1-1 1,-2-8-468,-5 1 692,5-7 1,-4-3-211,3-5 430,-3-4 0,-1 0-106,0-6 0,0-4 52,0-4 0,0 0-63,0 0 1,-4 0 46,1 0 0,-2 0-56,1 0 0,3 0 5,-3 0 1,3 0-90,1 0 0,0-1 73,0-3 117,0 3 0,1-4-86,3 5 0,-2 4-44,6-1 20,-1 6 0,8-7-20,-1 6 1,2-1 22,-1 4 0,2 5 4,5 2 1,4 3-20,0 1 0,3 5 11,-3 2 1,-2-1-178,-5 2 1,-5-4 96,-6 3 0,-5-1 25,-6 1 0,-10-2 19,-9-5 0,-5-3-148,-6-1 1,-5-4-32,-2 0 1,2-2-159,1-1 1,7-1-757,0-2 1117,6-4 0,16-13 0,11-4 0</inkml:trace>
  <inkml:trace contextRef="#ctx0" brushRef="#br0" timeOffset="427">519 320 8147,'11'-6'646,"0"2"1,-4 3 238,1 1-617,-1 0 1,3 5-211,-3 2 0,2 3 100,-6 1 1,1 4 66,-4-1 0,0 2 28,0-1 0,0-3-589,0 3 1,0-3 227,0-1 1,0 0-286,0 0 1,0-3-385,0-1 351,0-5 1,1 3-222,3-5 419,2 0 1,5-5-61,0-2 0,0 1 84,0-1 1,0-1 339,0-3 1,0 1-104,0 3 0,0-3 373,0 3 0,-3-2-114,-1 2 1,0-2 52,4 6 1,0-1-276,0 4 1,0 0 37,0 0 0,0 0-79,0 0 1,2 6 114,1 5 0,-1 2-288,1 5 1,2 2 45,-1 5 0,0 0 364,-4 4 1,-2-1 52,-1 2 1,-3 0 154,-5-4 0,-5 0-255,-3-4 0,-7-1-56,-7-3 1,-5-7-316,-7-7 1,0-3 171,-3-1 0,3-5-851,-3-2 0,8-4 129,3-4 702,3-2 0,50-30 0,12-5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50.182"/>
    </inkml:context>
    <inkml:brush xml:id="br0">
      <inkml:brushProperty name="width" value="0.08571" units="cm"/>
      <inkml:brushProperty name="height" value="0.08571" units="cm"/>
    </inkml:brush>
  </inkml:definitions>
  <inkml:trace contextRef="#ctx0" brushRef="#br0">23 139 7394,'-5'-6'1027,"3"1"33,-2 5-684,4-5 0,-2 4 146,-1-3-257,1-2 0,-2 3-13,4-4 1,0 3-18,0-3 1,0 3-143,0-3 1,0 3 263,0-3-696,4 0 191,3-4 0,4 0-147,0 0 0,-4 4 87,0 4 1,1 2 56,3 1 0,0 0 72,0 0 0,0 4-65,0 4 1,0 3-366,0 3 1,0 4 163,0 4 1,-1 3-121,-3 1 1,2 4 96,-6-5 0,5 5 170,-5-5 0,1 1 127,-4-4 1,0-1-139,0-3 1,0-2 742,0-5-395,0 0 728,0-5-616,5-1 1,1-8-39,5-1 0,1-5-119,3 2 1,-3-3-26,3-1 1,-3 0 107,-1 0 0,0-4-89,0 1 1,0-5 138,0 5 0,-1-1-165,-3 4 1,2-4 375,-5 1-131,4-1-324,-7 4 25,4 5-507,-5 1 166,0 15 0,2 2 150,1 10 1,-2-4-98,3 1 0,2-1 40,2 4 0,1 0-144,2 0 0,0-3 53,1-1 0,3-5 418,4 2 1,2-8 141,1-3 1,0-3 229,0-1 1,0-2 327,0-5 1,-1-2-402,-3-9 1,-2-2 49,-5-6 0,-5 2-6,-2-6 0,-4 0-100,-4-7 1,-3 6-96,-8-2 1,-1 4-666,-2 0 1,-3 2-261,3 5 1,2 4-1695,1 4 2384,3 6 0,6 18 0,1 9 0</inkml:trace>
  <inkml:trace contextRef="#ctx0" brushRef="#br0" timeOffset="1392">905 326 8137,'-7'-5'-1130,"2"4"1758,5-9 1,0 8-125,0-6 0,-1 6-200,-2-2 0,1 2-66,-1-2 302,1 3-377,2-4 201,0 5-256,0 5 1,0 5 13,0 4 1,2 5-69,1-4 0,0 8-230,4-1 1,-3 2 116,3-2 1,-3 4-652,3 0 1,-1 0 373,2-4 1,0 0-569,-4 0 1,3-4-20,-3 0 923,5-9 0,2-9 0,6-12 0</inkml:trace>
  <inkml:trace contextRef="#ctx0" brushRef="#br0" timeOffset="1777">1059 315 6973,'0'-11'685,"0"0"-249,0 0 0,1 1-129,3 3 0,-3 1 473,3 2-210,-3 3-292,-1-4 1,1 5 30,3 0 0,-3 9-15,3 2 1,1 7-125,-2 0 1,6 4 84,-2 4 0,-1 2-478,2 5 0,-1-1 202,4-2 1,-4 1-1195,1-1 1,-2-3 162,1-1 1052,-2-8 0,0-2 0,1-5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3:53.016"/>
    </inkml:context>
    <inkml:brush xml:id="br0">
      <inkml:brushProperty name="width" value="0.08571" units="cm"/>
      <inkml:brushProperty name="height" value="0.08571" units="cm"/>
    </inkml:brush>
  </inkml:definitions>
  <inkml:trace contextRef="#ctx0" brushRef="#br0">78 67 8146,'1'-10'0,"3"2"176,-3-1 0,4 6 307,-5-4 311,0 4-295,0-2-29,0 5-405,-5 5 1,-1 3 127,-5 6 0,1 1 48,3 7 0,-3-2 3,2 6 1,0 2-769,0 1 1,0 3 294,4 1 0,1-1-460,3-3 1,1 3 51,2-3 0,5-2-794,7-1 1431,2-7 0,24-18 0,6-9 0</inkml:trace>
  <inkml:trace contextRef="#ctx0" brushRef="#br0" timeOffset="539">331 78 8146,'5'-11'-51,"-2"3"199,4 1 0,-3 1 455,3-2-362,0 4 0,4 4-46,0 0 0,4 0-40,0 0 1,1 3-129,-2 1 0,0 4-191,4 0 0,-3 5 136,3 2 1,-4 0-375,1-4 0,-4 3 242,-4 1 1,-2 0-615,-5-4 486,0 0 1,-3-1 84,-4-3 1,-2 2 149,-9-6 1,1 1-2,-1-4 0,-3 0 119,2 0 1,0 0-93,0 0 1,2-1 177,3-3 0,5 3-28,-2-3 0,4 2 260,-1-2-284,3 3 1,5-5-40,0 2 1,2 3 4,1-3 0,3 3 63,5 1 1,0 0-47,0 0 1,4 0-12,0 0 1,1 0-156,-2 0 0,-1 0 132,1 0 1,2 5-110,-1 2 0,3-1 98,-3 2 0,3 0-18,-3 7 0,0-3-66,-4 3 0,-1 1-13,-3-2 0,-2 5-91,-5-5 0,-3 1 81,-4-4 1,-3-1-37,-12-3 0,1 2 63,-8-5 1,3-1-310,-3-3 1,3 0 75,-3 0 1,4 0 275,0 0 0,11-10 0,4-2 0</inkml:trace>
  <inkml:trace contextRef="#ctx0" brushRef="#br0" timeOffset="775">618 11 8123,'7'-6'749,"1"3"0,-3 1-144,6 2 0,-2 2-165,10 1 1,0 5-12,7 6 0,2 5-172,5 6 1,-1 1-333,-2 7 1,-4-2-285,-3 6 1,-8-3-625,-4-1 1,-6-1-634,-8-3 1616,-8-2 0,-55 5 0,-18 2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49.702"/>
    </inkml:context>
    <inkml:brush xml:id="br0">
      <inkml:brushProperty name="width" value="0.08571" units="cm"/>
      <inkml:brushProperty name="height" value="0.08571" units="cm"/>
    </inkml:brush>
  </inkml:definitions>
  <inkml:trace contextRef="#ctx0" brushRef="#br0">33 568 8337,'-7'-4'421,"0"1"1,3-5 455,-3 5-110,4-1-197,-2-1 1,11 4-66,5-3 1,8-1-35,10 1 1,7 0 62,12 0 1,4 1-123,11-4 0,5 3 103,13-3 0,6 5-387,5-2 0,-3-1-198,-8 1 1,-5 1 125,-10 3 0,-14 0-106,-8 0 0,-14 0-169,-7 0 0,-6 0-842,-6 0-981,-5 0 862,-1 0 111,-15 0 0,6 0 734,-7 0 0,3 0-650,-3 0 0,3 1-203,1 3 1188,0-3 0,0 9 0,3-4 0</inkml:trace>
  <inkml:trace contextRef="#ctx0" brushRef="#br0" timeOffset="418">1885 303 8038,'2'-11'359,"0"0"564,2 0 240,0 0-33,-4 5-193,0 1-626,0 5 1,0 5-19,0 2 0,-5 4-184,-3 4 0,-2 2 80,-1 5 1,0 0-305,0 0 0,-3 4 158,-1 0 0,-3 3-804,3-3 0,-1 0 344,1-4 1,2-1-611,-6-3 0,6 2 184,-2-6 1,7 0-44,0-7 1,5-2 885,-5-5 0,6 0 0,7-15 0,7-3 0</inkml:trace>
  <inkml:trace contextRef="#ctx0" brushRef="#br0" timeOffset="657">1698 314 8038,'-10'-17'-264,"3"2"0,-2 3 653,6 1 1400,-6 5-614,8-4-769,-4 9 1,10 1 85,2 7 1,3 7-91,1 1 1,1 4-21,3 0 0,-2 1-152,6 2 1,-4 0-133,3 1 0,-1-1-217,1 0 1,2 0-369,-5 0 0,1-4-550,-2 0 1,-4-4 539,5 1 0,-9-3-1791,5-1 919,-7-5 518,5-1 851,-7-5 0,-7-10 0,-7-2 0</inkml:trace>
  <inkml:trace contextRef="#ctx0" brushRef="#br0" timeOffset="882">1577 447 8038,'-4'-8'1187,"0"1"-717,1 0 0,3-1 1,0 1 1,10 4-122,4 0 0,7 2 21,5 1 0,2 3-95,5 1 1,5 1-38,2-2 0,3 0-795,1 4 1,-1-4 418,-2 0 1,-5 2-3613,-6-1 3749,-8 0 0,-6-4 0</inkml:trace>
  <inkml:trace contextRef="#ctx0" brushRef="#br0" timeOffset="1326">2084 149 8038,'0'-17'25,"0"2"0,0 3 227,0 1 1,-1 0-23,-3 0 1,2 1 126,-6 3 0,1-3-112,-4 3 0,-1-2 116,-3 2 0,-6-2-73,-5 5 1,-9-1 87,-2 2 1,-5 3-61,-2 0 0,-3 5 54,-1 6 1,-5 6-146,2 5 1,5 5 4,2 6 1,9 5-213,2 2 1,9 9 89,10 6 1,6 1-422,5 2 0,14 0 198,11 1 0,7-3-435,15 3 0,3-8 25,8-3 0,4-12-191,0-7 1,4-9 106,0-6 1,-3-8 155,-2-6 1,-6-13 566,-4-9 0,-4-11-153,-4 0 1,-3-8 748,-8 1 1,-7-2-456,-7 2 1,-8-4 342,-3 0 0,-3 4-249,-1 0 0,-9 1-165,-6 2 1,-10 4-998,-4 4 1,-3 5 500,-1 2 0,4 5-1127,-1 6 1439,6 5 0,-13 21 0,3 9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11.737"/>
    </inkml:context>
    <inkml:brush xml:id="br0">
      <inkml:brushProperty name="width" value="0.08571" units="cm"/>
      <inkml:brushProperty name="height" value="0.08571" units="cm"/>
    </inkml:brush>
  </inkml:definitions>
  <inkml:trace contextRef="#ctx0" brushRef="#br0">89 286 8130,'-6'-11'1410,"2"0"-1106,3 4-80,1 3 1,0 5 127,0 2 1,0 5-129,0 6 1,-4 0-177,1 4 0,-5 4-86,5 4 0,-5 0-189,5-4 1,-5 0 46,5 0 1,-5 4 119,5-1 1,-5 0-370,5-7 1,-5 2-114,5-5-452,-1-1 641,4-3 0,0-6-267,0-5 1,5-5 619,2-6 0,8-5 0,22-50 0,9-17 0</inkml:trace>
  <inkml:trace contextRef="#ctx0" brushRef="#br0" timeOffset="250">111 319 7999,'-11'-18'0,"0"4"0,-1 2 675,-3 1-253,8 4-300,-8 3-141,14 4 1,-4 1 90,5 2 1,4 4 67,-1 4 1,6 0 42,-2 0 1,7 5-12,0 2 1,6-1 10,-2 1 1,3 2-693,1 6 0,0-7 216,0 3 0,3-6 102,-3 3 0,4-6 225,-4 2 1,-2-8 163,3-3 0,-1-3 51,-4-1 1,-1-6-181,1-5 1,-4-5 215,1-6 0,-7-4-26,0 1 1,-6-6-85,2 2 0,-3-2-231,-1 1 1,0 4-351,0 4 0,-1-1-98,-3 1 0,3 5-1198,-3 3 1702,3 6 0,16 18 0,3 8 0</inkml:trace>
  <inkml:trace contextRef="#ctx0" brushRef="#br0" timeOffset="608">817 374 7999,'6'-11'177,"-3"0"1,-1 0 1861,-2 0-1550,0 5-263,0 1 1,-2 5-226,-1 0 0,-1 1 111,-7 3 1,3 2-133,-7 5 0,3 1 130,1 3 1,0-2-358,-1 5 0,3-3 146,1 4 0,0-6-188,4 2 0,2-3 106,5-1 0,0 0 162,4 0 1,4-5 144,4-2 1,1-4-92,-2-4 0,-1 1-106,1-9 1,-1 4 88,-2-7 0,0 2-1541,0-2 1525,-5 3 0,-1-24 0,-5 1 0</inkml:trace>
  <inkml:trace contextRef="#ctx0" brushRef="#br0" timeOffset="959">1026 175 7982,'-1'-11'0,"-2"0"0,0 0 0,0 0 2087,2 0-1450,1 5 1,0 0 552,0 2-364,0 3-398,5 11 0,0 1-75,2 15 1,3-6-317,-3 6 1,0 2-146,0 2 0,-1 5-228,1 2 1,-1 0-91,-2-4 0,-3 0 257,3 0 0,-3 2-727,-1-1 1,0-4 344,0-8 1,0-5-433,0-2 0,-1-4 84,-3-4 899,3-2 0,1-29 0,6-7 0</inkml:trace>
  <inkml:trace contextRef="#ctx0" brushRef="#br0" timeOffset="1217">916 396 7811,'0'-11'1025,"0"0"0,1 3-578,3 1 0,2 3-171,5-3 1,1 5 117,3-2 1,3 3-129,8 1 1,2 0-173,5 0 1,0 0-90,0 0 0,0 5 116,1 2 0,-6 4 105,-3 4 1,-3-2-13,-3 6 0,-4-5-67,-8 5 0,-2-1-85,-5 4 0,0-4-1168,0 1 1,-4-6-1232,0 2-770,-4-3 3107,7-1 0,6-34 0,7-9 0</inkml:trace>
  <inkml:trace contextRef="#ctx0" brushRef="#br0" timeOffset="1341">1269 164 7997,'-11'-12'119,"0"0"0,1 0 404,2 2-1730,4 6 1207,8-1 0,22 30 0,10 5 0</inkml:trace>
  <inkml:trace contextRef="#ctx0" brushRef="#br0" timeOffset="1843">1401 341 8535,'11'0'1534,"-4"0"-1499,1 0 1,-6 1 127,2 3 0,-2 3-110,2 8 0,-3-3-86,3 3 0,-3 1-205,-1-2 1,0 2 14,0-1 0,0-3 56,0 3 1,0-3 68,0-1-13,0 0 416,0 0-201,0-5-338,0-1 152,0-15 0,0 3 34,0-8 1,1 3 89,3 1 0,-3-4-57,3 1 1,1-2 462,-2 1 1,2 3-206,-1-3 1,1-1 74,2 1 0,3 2-64,-3 6 1,3-3-251,1 2 1,0 4 91,0 0 0,0 3-43,0 1 0,4 1-439,0 3 0,3 3 183,-3 8 0,1-2-781,-2 5 0,-1-3 427,1 4 1,-1-5 556,-2 5 0,0 4 0,0 5 0</inkml:trace>
  <inkml:trace contextRef="#ctx0" brushRef="#br0" timeOffset="2284">1985 396 8382,'0'-11'0,"0"0"1651,0 0-862,5 0-222,-4 0-458,4 0 0,-8 3-16,-1 1 0,-5 5-195,2-2 0,-3 3-1,-1 1 1,-1 0 129,-3 0 1,3 3-468,-3 1 0,3 3 183,1-3 0,0 5-154,0-2 1,0-1-196,0 1 102,0 1 16,0 3 294,5 0 1,1-4 132,5 0 1,1-4 252,3 1 0,2-2-117,5 2 0,1-3-134,3 3 0,-3-3 197,3-1 1,1 1-86,-2 3 0,5-3 337,-5 3 0,1-3-46,-4-1 0,4 4 111,0-1 1,1 2-183,-2-1 0,-2-2-124,3 6 0,-3-5 100,-1 5 1,4-1-2,0 4 1,-4 0-557,-4 0 0,-4 0 206,0 0 0,-1 0-94,-2 0 0,-7-1-96,-4-3 1,-6 2-107,-8-5 1,0 3-346,-4-3 0,-1-1 329,-3-3 0,1 0 414,3 0 0,2-19 0,5-6 0</inkml:trace>
  <inkml:trace contextRef="#ctx0" brushRef="#br0" timeOffset="2702">2592 109 8939,'-2'-10'0,"0"2"931,-2 0 0,-1 6-158,2-2-417,1 3 1,-2 6-60,4 2 1,4 4 154,4 4 0,2 6-154,1 5 0,0 4-235,0 0 0,0 2-828,0 1 1,0 0 512,0 0 1,-1-4-1075,-3 1 1,3-2 592,-3 1 0,-2-3-19,-1-8 1,-3-2-26,-1-5 777,0 0 0,-10-29 0,-2-8 0</inkml:trace>
  <inkml:trace contextRef="#ctx0" brushRef="#br0" timeOffset="3153">2503 275 8106,'2'-10'0,"0"1"888,2 2-519,4-1 0,-2-1-143,5 1 0,2 0-48,1 4 1,0-3 75,4 3 1,1-3-14,3 3 1,0-3-16,0 3 0,0-1-48,0 1 0,-1 2-64,-3-5 0,-2 4-194,-5 0 1,0 1 85,0 2 1,-1 5-132,-3 3 1,2 5 67,-6 2 0,2 4 82,-1 0 0,-3 3-302,3 3 1,-2-1 100,2 1 0,-1-1-143,4-2 0,-5 0 82,2 0 1,1-5 16,-1-2 1,0-3 136,0-1 189,-3 0 1,5-5 112,-2-2-247,-3-8 1,9-2 91,-2-5 1,-2 0-67,1 0 0,0-4-122,4 1-1,0-2 195,0 1 1,0 3 107,0-3 1,1 1-35,-1 0 0,-4 3 608,0 0-290,1 0-246,3 9-98,0-2 0,0 5 89,0 2 1,0 5-521,0 7 0,0-3-104,0 2 1,0 2-269,0-1 1,1 0 405,3-4 0,-5 0-1513,4 0 1792,-4 0 0,6-10 0,-5-2 0</inkml:trace>
  <inkml:trace contextRef="#ctx0" brushRef="#br0" timeOffset="3816">3451 330 7995,'-3'-11'68,"-1"0"282,2 0 0,-1 1 487,0 2 1,0 2-380,-4 3 0,3 1-194,-3-1 0,1 3-279,-2 3 1,-2 0 79,3 4 0,1 2-320,-1 5 1,1-1 211,-2 1 0,0 2-144,4-1 1,0 0-71,4-4 1,0 0-616,0 0 463,0 0 1,1-1 93,3-3 1,2 2 253,5-6 0,0 1-108,0-4 1,0 0 227,0 0 1,0-1-79,0-3 1,0 2 45,0-6 1,3 1 111,-3-4 0,2 0 213,-5 0 0,2 0 171,1 0 0,-4 0-235,0 0 0,-4 0 101,0 0 0,-1 0-75,-2 0 1,0 3-294,0 1 0,-2 4 131,-1 0 0,0 2-199,-4 1-40,5 0 1,-7 4-95,5 4 0,1 2-187,3 1 0,0 0 154,0 0 0,0 1-34,0 3 0,1-3 110,2 3 0,0-4 64,4-4 1,1 3-29,3-3 0,0 2 33,0-2 0,0 2-29,0-6 0,0 1 169,0-4 1,4-1-45,-1-3 1,2-1 48,-1-2 1,-3-7-128,3 3 0,-3-2 1,-1 2 1,0-5-39,0-2 1,-4 0 53,1 0 0,-6-2 139,2-5 0,-3 1-141,-1-1 0,-5-3 144,-2-2 1,-3-1-132,-1 2 1,4 2 349,-1 5 0,2 4 309,-1-1 1,-2 10-305,6-2 0,-2 7-253,1 0 0,3 4 133,-3 4 0,3 7 97,1 7 1,0 4-113,0 4 1,1 2-119,3 5 0,2 0-4,5 0 0,-4 0 86,1 1 1,-1-5-273,4 0 1,0-4 70,0 1 0,4-4-505,0-4 1,-1 0 251,-3-7 0,0-2-725,0-9 0,2 0 107,1 0 0,-2-1-790,3-3 1701,-3-2 0,4-44 0,2-10 0</inkml:trace>
  <inkml:trace contextRef="#ctx0" brushRef="#br0" timeOffset="3967">3617 208 7995,'0'-11'1291,"0"0"0,2 4-573,6 0 0,1 4-239,13 0 1,-2 1-456,6 2 1,1 0-584,-2 0 0,1 0-2612,-4 0 3171,-5 0 0,-1 10 0,-5 2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17.388"/>
    </inkml:context>
    <inkml:brush xml:id="br0">
      <inkml:brushProperty name="width" value="0.08571" units="cm"/>
      <inkml:brushProperty name="height" value="0.08571" units="cm"/>
    </inkml:brush>
  </inkml:definitions>
  <inkml:trace contextRef="#ctx0" brushRef="#br0">299 519 7898,'-11'0'-78,"0"0"538,4 0 80,-2 0 226,3-5-447,-1 4 1,3-5 235,4 2-428,0 3 52,0-4 0,4 1-207,4 0 1,2 1 70,1 3 1,3 0-90,1 0 0,5 0 11,-2 0 1,4 3 75,4 1 1,-3 5 1,3-2 1,-2 7-8,2 0 1,-3 6-286,3-2 1,-8 7 103,-3 0 1,-4 6-156,-4-2 0,-2 2 84,-5-1 1,-6 0-149,-5-4 1,-5 0 89,-6-4 1,-5-2-31,-2-1 1,-2-3 233,2-5 0,-3-1-84,3-3 0,-2-2 332,2-5 0,2 0-149,5 0 0,1-1 391,2-3 1,3 0-202,5-7 1,5 3 268,3-7 1,1 3-163,2 1 1,5-4-124,3 0 0,3 1-173,3 3 1,7 0 150,5 0 0,1-1-570,-1 1 0,2 5 230,5 3 1,0-2-866,0 1 1,0 0 1023,0 4 0,30 30 0,6 7 0</inkml:trace>
  <inkml:trace contextRef="#ctx0" brushRef="#br0" timeOffset="1100">861 475 7985,'0'-11'1223,"0"0"-772,0 0-395,-5 5 314,4 1-353,-4 5 0,5 5-3,0 2 1,-1 3-144,-3 1 1,3 1-105,-3 3 1,3 2 124,1 5 1,0-4-63,0 1 0,3-2 32,1 1 0,5 2-88,-2-6 0,-1 5 104,2-4 1,-1-2 39,4-6 0,4 2-13,-1-5 0,2-1-1,-1-3 1,-3-1 40,3-3 1,1-5-1,-1-6 0,-1-1 148,-3 1 1,-1 2-95,-3-6 0,0 6 328,-4-2 1,-2-1-140,3 2 0,-3-1 224,-1 4 0,-1 0-87,-3 0 1,2 4 198,-5-1-344,-1 6 210,-3-8-476,5 9 1,1 1 72,5 7 1,0 3-43,0 1 1,0 1 51,0 3 1,5 2-104,2 5 0,0 1-14,0 3 1,0-1-123,4 4 1,-3-1-39,-1 1 0,-5 3 103,2-2 1,-4-2-20,-4 1 0,-2-4 35,-5 1 1,-5-7 195,-2-1 1,-3-4-132,-1 1 0,0-4 307,0-4 1,4-2 36,-1-5 1,5 0 80,-5 0 0,9-1-64,-1-3 0,4-2-85,0-5 1,2-4 116,5 0 1,0 0-27,0 0 1,1 1-257,3-4 1,2 5 103,5-2 0,0 0-571,0 4 1,5-2-37,2 5 1,3-1-284,1-3 0,4 6 353,0 3 0,3-2-502,-3 1 920,4 0 0,47 14 0,18 2 0</inkml:trace>
  <inkml:trace contextRef="#ctx0" brushRef="#br0" timeOffset="1275">1346 761 7985,'-6'-11'3636,"-4"5"-2897,9 1-265,-4 5 1,5 2-22,0 1 1,4 3-179,-1 5 1,6 2-708,-2 1 0,3 0 356,1 4 1,-4 1-452,1 3 1,-2-4 303,1 0 0,3-4-1121,-3 1 1,-2 0-5,-1 0 1348,2 0 0,-5-9 0,4-1 0</inkml:trace>
  <inkml:trace contextRef="#ctx0" brushRef="#br0" timeOffset="1820">949 34 11552,'0'11'-91,"0"-4"157,0 1 0,0-1 64,0 4-172,0 0 0,-1 0-600,-3 0 216,3-5-176,-4 4-120,5-9 182,0 4 372,0-5 53,0-5 1,0-1 308,0-5 1,0 0-91,0 0 1,0 0 149,0 0 1,0 0 159,0 0 0,0 0 194,0 0 0,0 3 215,0 1-442,0 5 0,5-3-380,2 5 1,4 2 160,4 6 0,7 0 119,7 10 0,3 5 67,1 2-348,5 6 0,41 26 0,-33-22 0,1 0 0</inkml:trace>
  <inkml:trace contextRef="#ctx0" brushRef="#br0" timeOffset="2593">45 1202 7922,'-10'-1'-270,"3"-3"285,-3 3 0,5-5 731,-2 2-209,2 3 97,5-4-335,0 5 0,7-3 119,8-1 0,5 0-139,13 4 1,8-1 93,14-3 0,12 2-14,10-5 1,16 4-424,-41 1 0,2 1 1,4-2-1,1 1 45,5 0 1,0 0 0,-4 0 0,-2 0 46,1 2 1,0 0 0,-6 0-1,-2 0-312,37 0 1,-8 0 230,-18 0 1,-14 1-515,-15 3 132,-10-3 1,-17 6-349,-2-4 1,-3 0-286,-1 4 1,-5-3 461,-2 3 1,-4-1 808,-4 1 0,-22 8 1,-9-3-1</inkml:trace>
  <inkml:trace contextRef="#ctx0" brushRef="#br0" timeOffset="3060">155 1566 8019,'-1'-11'403,"-3"0"0,3 4-35,-2-1 0,3 1-113,3-4 1,0 4-29,4-1 1,4 6-1,4-2 1,6 3 198,1 1 1,5 0-54,6 0 0,-4 6-337,0 5 0,0 4 105,0 3 1,0 7-592,-7-3 1,-3 4 278,-12-1 1,-2 0-400,-5 4 1,-2-1 134,-6 2 0,-4 0-43,-10-4 1,-5 0 169,-2-4 1,-6-4 97,2 1 0,-2-6 208,5 2 0,-2-7-165,-1 0 1,2-6 373,1 2 1,3-3-121,5-1 0,1-1 379,3-3 1,3-2-205,8-5 1,2-4 364,5 1 0,1-2-262,3 1 0,7 3-174,7-3 1,8-1-214,3 1 0,3 1 164,1 3 1,4 1-656,0 3 0,3-2 278,-3 5 1,3-3 234,-3 3 0,0 5 0,-4 6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23.419"/>
    </inkml:context>
    <inkml:brush xml:id="br0">
      <inkml:brushProperty name="width" value="0.08571" units="cm"/>
      <inkml:brushProperty name="height" value="0.08571" units="cm"/>
    </inkml:brush>
  </inkml:definitions>
  <inkml:trace contextRef="#ctx0" brushRef="#br0">11 387 8115,'-6'-5'324,"1"4"0,5-6 11,0 4-59,0 1-234,0-7 123,0 3 1,4-5-249,0 0 1,4 3 73,-1 1 1,2 3-78,-2-3 0,3 4 22,-2 0 0,1-2-127,2 1 0,-3 0 46,-1 4 0,-1 2-30,2 1 0,-2 0-111,-3 4 0,-1 2 126,1 5 1,0 0-7,0 4 0,-1-3 49,1 3 1,-2-3 24,-1 3 1,0 0-29,0 0 1,0 2 33,0-6 1,0 1-25,0-4 0,2 2 196,1-2-143,-1 3 144,7-13 0,-6 4 42,4-5 1,-3-1-94,3-3 0,-1-2 34,2-5 0,2-1-54,-3-3 1,1 3-68,0-3 0,0-1 78,-4 1 0,3 1-57,-3 3 0,3 0 9,-3 0-16,0 0-95,1 0 98,-4 5 0,4 1 1,-5 6 14,0 3 0,0 2-47,0 5 0,0 0-32,0 0 0,0 1 98,0 3 0,3-3 0,1 3 0,5-7 0,-2 0 0,3-2 0,1 1 0,0 2 0,0-6 0,0 1 341,0-4 0,0-1-99,0-3 1,-1-6-122,-3-4 1,3-6 9,-3 2 1,-2 0 56,-1 0 1,-3 0 557,-1-4 1,0 0-194,0 0 0,0 1-553,0 2 0,-15-2 0,-3 4 0</inkml:trace>
  <inkml:trace contextRef="#ctx0" brushRef="#br0" timeOffset="589">540 486 8174,'0'-6'1589,"0"1"-1131,0 5-423,0 5 1,0 2 129,0 8 1,0-3-315,0 3 1,0 2 22,0 1 0,0-1-21,0 2 1,0-1-484,0 4 0,0-3 348,0-1 1,0-3-949,0 3 1230,0-5 0,5-1 0,1-8 0</inkml:trace>
  <inkml:trace contextRef="#ctx0" brushRef="#br0" timeOffset="848">651 475 10545,'0'11'610,"0"0"1,1 1-355,3 3 0,-3-2-222,2 6 1,2-1 128,-1 4 1,0 0-825,-4 0 1,3-1 378,1-3 1,0 2 281,-4-5 0,5-6 0,1-4 0</inkml:trace>
  <inkml:trace contextRef="#ctx0" brushRef="#br0" timeOffset="1324">882 78 8039,'0'-7'-165,"0"-1"0,0 5 1467,0-5-775,0 6-297,-5-3 0,-1 6-133,-5 3 0,4 2 126,-1 5 1,1 5-269,-4 2 1,4-1 78,-1 2 1,6 0-134,-2 7 0,3-3-252,1 3 0,0-3-327,0-1 1,5 0-790,2 0 1467,3 1 0,30-11 0,8-2 0</inkml:trace>
  <inkml:trace contextRef="#ctx0" brushRef="#br0" timeOffset="1874">1070 45 8072,'11'-5'445,"0"4"-442,0-3 1,0 3 120,0 1 0,0 0-257,0 0 1,0 5 95,0 2 1,0-1-76,0 2 0,-4-1-16,1 4 1,-6-4-43,2 1 0,-3-1 130,-1 4 0,0-4 0,0 1 1,-6-2 48,-5 1 1,0 3-44,-4-3 0,3-2 130,1-1 1,-3-2-69,3 2 1,-2-3 105,5 3-25,-1-3 6,-2-1-33,4 0-16,3 0-35,4 0 1,4 0-7,4 0 1,-2 0-25,1 0 0,1 0 20,3 0 0,0 0 63,0 0 1,0 0-30,0 0 0,1 4 7,3 0 1,-3 3-46,3-3 1,-3 4 21,-1-1 0,0 0 64,0 0-58,-5 0 0,-1 4 73,-5 0 1,0 0-165,0 0 1,-9-3-151,-2-1 0,-6-1-332,3 2 1,-5-2 249,4-3 0,-3-1-429,3 1 707,-4-2 0,7-5 0,-4-3 0</inkml:trace>
  <inkml:trace contextRef="#ctx0" brushRef="#br0" timeOffset="2148">1312 12 8002,'0'-6'1100,"0"1"0,5 5-455,2 0 0,7 5-153,1 2 0,8 4-202,-1 4 0,2-2-192,-2 6 0,0 0 157,0 7 0,-1-3-526,-2 3 1,-7-3-142,-5-1 0,-4-3-447,0-1 1,-6-5-1783,-5 2 2641,-1-3 0,-22-5 0,-5-3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27.101"/>
    </inkml:context>
    <inkml:brush xml:id="br0">
      <inkml:brushProperty name="width" value="0.08571" units="cm"/>
      <inkml:brushProperty name="height" value="0.08571" units="cm"/>
    </inkml:brush>
  </inkml:definitions>
  <inkml:trace contextRef="#ctx0" brushRef="#br0">67 12 7919,'-7'0'-1912,"3"0"2131,-1 0 161,3 0 328,-7 0-132,7 0-121,-7 0 1,6 0 253,-4 0 98,4 0-151,-6 0 108,7 0-361,-3 0-185,5-5 1,5 4-147,3-3 0,6 3 124,5 1 1,7 0-554,3 0 1,3 0 212,1 0 1,-4 0 144,1 0 0,-6 0-1088,2 0 0,-3 0-158,-1 0-619,-5 0 1020,-1 0 844,-10 0 0,-30 5 0,-13 1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27.352"/>
    </inkml:context>
    <inkml:brush xml:id="br0">
      <inkml:brushProperty name="width" value="0.08571" units="cm"/>
      <inkml:brushProperty name="height" value="0.08571" units="cm"/>
    </inkml:brush>
  </inkml:definitions>
  <inkml:trace contextRef="#ctx0" brushRef="#br0">0 22 7149,'0'-6'1751,"0"1"0,2 5-1331,1 0 0,8 0-58,8 0 1,3 0-145,4 0 1,2-1-225,5-3 0,1 3-420,3-3 0,-3 3-546,3 1 0,-8 0 972,-3 0 0,-3 0 0,-1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30.364"/>
    </inkml:context>
    <inkml:brush xml:id="br0">
      <inkml:brushProperty name="width" value="0.08571" units="cm"/>
      <inkml:brushProperty name="height" value="0.08571" units="cm"/>
    </inkml:brush>
  </inkml:definitions>
  <inkml:trace contextRef="#ctx0" brushRef="#br0">585 100 7943,'-6'-11'49,"2"0"0,0 4 189,0-1 1,0 5 203,4-5-34,0 6-160,0-8 1,5 5-154,2-2 0,3-2 6,1 6 1,5-1 50,3 4 1,1-4-131,2 1 0,4-1 98,0 4 0,5 1-108,-2 3 0,3 2 108,1 5 0,0 5-214,0 2 0,-4 3-92,1 1 0,-7 1-112,-1 3 1,-6-1 24,-9 4 0,-2-3-121,-5 3 1,-5-1 141,-2 2 0,-9-5 108,-6-6 1,-1 2 84,-7-3 0,5-2-110,-5-1 1,5-2 222,-5 2 0,4-7-17,-3 3 0,1-3 116,-2-1 1,4-2 47,3-5 0,5 0-86,0 0 0,4 0 102,0 0 1,5-5-113,2-2 1,4-3-10,-1-1 0,4 0-25,4 0 1,4 0 57,6 0 1,5-4-38,6 0 1,0 1-7,4 3 0,2 3-148,6 1 0,-2 3 84,6-3 0,-6 5-853,2-2 1,-4 3 411,-4 1 1,-2 0 418,-5 0 0,-19 14 0,-6 5 0</inkml:trace>
  <inkml:trace contextRef="#ctx0" brushRef="#br0" timeOffset="409">78 673 8017,'-5'-3'130,"5"-1"1,8 0 134,10 4 1,10-1-63,13-3 1,9 3 580,9-2 0,12 1-186,13 2 1,8 0-509,4 0 0,2 0 306,1 0 0,-2-1-138,-6-3 0,-5 3 39,-12-2 0,-7 1-61,-5 2 0,-14 0-1147,-4 0 1,-13 0 567,-9 0 1,-6-1-2175,-9-3 1452,-2 3 0,-15-4 1240,-4 5 1,-30 5-1,-9 1 1</inkml:trace>
  <inkml:trace contextRef="#ctx0" brushRef="#br0" timeOffset="965">100 1125 8022,'-3'-11'91,"-1"0"1,-4 0 365,5 0 6,-1 0 0,0 0 252,1 0-426,-1 0 0,5 1-158,3 3 0,2-3 56,5 3 0,1 2-70,3 1 1,2 3 139,5 1 1,2 0-175,1 0 1,2 0-38,3 0 1,2 5-136,-3 2 0,-2 7-69,-1 1 0,-8 4-270,-3 0 0,-4 1 89,-4 2 0,-2 4 117,-5 0 1,-5 0-8,-2-4 0,-4 3 77,-4 1 1,-6 3-110,-5-3 0,-3-1 161,3-7 1,-4 3 115,0-3 1,0-2 209,0-1 0,0-3-93,4-1 1,0-5 159,4-2 1,5-3-84,2-1 1,3-5 123,1-2 1,5-3-47,2-1 0,3-5-25,1-2 0,5 1-159,2-2 1,4 5-135,4-5 1,2 6-526,5-2 1,1-1 322,3 1 1,2 1-2096,5 3 2327,0 0 0,45 0 0,10 0 0</inkml:trace>
  <inkml:trace contextRef="#ctx0" brushRef="#br0" timeOffset="1640">574 1236 8022,'-6'-5'-769,"1"4"1175,0-9 0,4 7 349,-3-4-142,3 4-58,1-6 92,0 3-390,0-5 1,1 1-167,3 2 0,-1 0 138,4 4 0,-3 0-495,3 4 0,-3 0 196,3 0 1,-3 0-347,3 0 0,-3 2 62,3 1 1,-3 3-140,3 5 1,-3 4 103,3 0 1,-1 4 69,2 0 0,0 2-36,-4 1 1,1-1 120,-2-3 0,-1 3 242,1-3 1,-2-1-20,-1 2 125,0-6 1,0 3 67,0-5 137,0-5 0,2-1-97,1-5 0,0-1-105,4-3 1,1-2-19,3-5 1,0-4 50,0 1 1,3-5-98,1 5 0,0-5 36,-4 5 0,0-2-136,0 1 0,-4 3 64,0-3 1,0 3-223,0 1-119,-2 0 208,-5 5-247,0 1 260,0 14 0,-4-1-58,0 6 0,-3 2 24,3-1 1,1 3-106,3-3 1,0 5 96,0-2 1,0-2 144,0-1 0,0-3 86,0-1 0,5 0-115,2 0 1,4-5 225,4-2 0,-2-4-78,6-4 1,-1-2 611,4-5 0,-4-4-330,1 1 1,-6-6 282,2 2 1,-3-4-305,-1-4 1,-5 6-224,-2-2 1,-3 3-907,-1-3 1,0 0 500,0 0 0,0 1-995,0 2 1243,0 3 0,-10 25 0,-2 4 0</inkml:trace>
  <inkml:trace contextRef="#ctx0" brushRef="#br0" timeOffset="1984">1114 1379 9661,'-4'6'541,"2"-1"1,-3 0-271,5 2 1,0 3-241,0 1 0,0 0 29,0 0 0,0 5-243,0 2 1,0 3 178,0 1 1,0 0-589,0 0 0,0 0 334,0 0 1,0-1-559,0-2 0,0 0 262,0-4 1,0 0-208,0-4 761,0 0 0,15-30 0,3-6 0</inkml:trace>
  <inkml:trace contextRef="#ctx0" brushRef="#br0" timeOffset="2235">1258 1423 7955,'6'-1'0,"-1"-2"959,0 0-111,-4-1-306,4 4 0,-5 1-137,0 3 1,0 3-69,0 8 1,0-2-102,0 6 0,0-1-307,0 4 0,0 0-128,0 0 0,0 0-147,0 0 0,0 0-190,0 1 0,0-5 280,0 0 0,0-3-1741,0 3 1997,0-4 0,0-13 0,0-8 0</inkml:trace>
  <inkml:trace contextRef="#ctx0" brushRef="#br0" timeOffset="2771">1181 861 7942,'4'-11'541,"-2"0"0,6 3-39,-4 1 0,0 5-287,-4-3 1,-5 10 18,-3 2 1,-1 3-34,-2 1 1,0 5 18,-1 2 1,3 3-241,1 1 1,0 5 58,4 2 0,0-2-641,4-1 0,2 2-31,1 2 1,3-2-319,5 1 0,2-8 356,1 1 595,4-7 0,13-14 0,4-8 0</inkml:trace>
  <inkml:trace contextRef="#ctx0" brushRef="#br0" timeOffset="3292">1401 905 7942,'0'-7'0,"0"-1"0,0 5 174,0-5 1,1 6 46,3-2 0,-2 2-144,6-2 1,-1 3 145,4-3 1,4 3-25,0 1 0,-1 3-1,-3 1 1,0 5-327,0-2 1,0 2 25,0-2 0,-1 3 47,-3-3 1,-2 3-454,-5 1 1,0 0 260,0 0 1,-2-4 55,-5 1 1,-1-2 64,-6 1 1,0 2 145,-1-6 1,2 5-79,-5-5 0,4 1 193,-1-4-160,3 5 11,1-4 37,0 4-37,5-5 113,1 0 0,6 0-98,3 0 83,2 0 0,5 0-74,0 0 1,0-3 104,0-1 0,0 0-45,0 4 0,0 0 6,0 0 0,0 0 28,0 0 1,4 0-52,0 0 0,-1 0-8,-3 0 0,0 4 19,0 0 1,-1 4-92,-2-1 0,0 0 82,-4 0 1,3 0-91,-3 4 1,0 0 24,-4 0 1,-7 0-96,-4 0 0,-1-1-59,-6-2 1,-1 1 39,-3-1 1,2-3-332,1-2 1,-2 2 155,3-1 0,1-1 299,-2-3 0,11-9 0,-2-4 0</inkml:trace>
  <inkml:trace contextRef="#ctx0" brushRef="#br0" timeOffset="3566">1677 828 7957,'6'-5'641,"4"4"0,-4-4-16,5 5 0,0 0-200,0 0 1,1 5-47,3 2 1,-2 8-114,6 3 0,-2 3-44,1 1 0,2 0 92,-6 0 0,1 4-402,-4-1 0,-5 5-196,-2-4 1,-3-2-377,-1-6 1,-2 3-774,-6-2 0,1-5 212,-8-3 1221,3 0 0,-14-14 0,-3 1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36.376"/>
    </inkml:context>
    <inkml:brush xml:id="br0">
      <inkml:brushProperty name="width" value="0.08571" units="cm"/>
      <inkml:brushProperty name="height" value="0.08571" units="cm"/>
    </inkml:brush>
  </inkml:definitions>
  <inkml:trace contextRef="#ctx0" brushRef="#br0">110 34 7947,'0'-11'176,"0"4"267,0-1 242,0 6 76,0-3 138,5 5-400,-4 0 0,4 5-18,-5 2 0,0 4-79,0 4 1,0 2-137,0 5 1,0 5-206,0 2 1,0 4 96,0 4 1,-5-3-90,-2 3 0,-3 1 129,-1-1 1,0 3-386,0-3 1,0-1-406,0-7 1,0-2 57,0-5-1262,0 0 774,5-5-285,1-6 0,5-7 147,0-8 1160,0 3 0,20-43 0,4-5 0</inkml:trace>
  <inkml:trace contextRef="#ctx0" brushRef="#br0" timeOffset="333">33 409 7607,'-7'0'1157,"-1"0"-707,6 0 1,-2-4-175,8 0 0,0-3-51,7 3 0,-2-4 10,10 0 1,-1-1-134,4-2 1,2 0 92,1 0 1,0-4-170,4 0 1,-1 0-7,2 4 1,-3 4-14,-5 0 0,0 4 68,0 0 1,-9 1 36,-2 2 0,-3 2 89,-1 1 1,-2 3-93,-5 5 0,-1 2 195,-3 1 0,2 4-73,-6 4 0,1 0-28,-4 0 0,3 0-17,1 0 0,1 0 39,-1 0 0,-2-4-982,5 1 1,1-6-773,3 2-392,0-3 1047,0-1 874,5-5 0,15-20 0,10-11 0</inkml:trace>
  <inkml:trace contextRef="#ctx0" brushRef="#br0" timeOffset="1065">639 552 7911,'0'-11'566,"2"5"-352,1 2 0,0 2 451,4-2-400,1 3 1,3-4-151,0 5 1,3 0 115,1 0 1,3 1-1,-3 3 1,5 1-623,-2 2 0,-2 3 254,-1-3 1,-2 3-136,2 1 1,-7-4 129,3 1 0,-7-1-25,0 4 1,-3 0 48,-1 0 1,-5-1 128,-2-3 0,-4 3-27,-4-2 0,-2-2-3,-5 1 1,3-3 148,1 3 1,3-5-91,-3 2 1,5-1 81,-2 0 1,3-2-91,1 3 1,3-3-13,1-1 50,4 0-337,-2 0 145,5 0 97,5 0 1,-2 0-39,4 0 1,2 0-9,5 0 0,-1 0 12,1 0 1,2 0 16,-1 0 0,3 0 66,-3 0 0,3 4-58,-3 0 1,4 1 140,-5-2 0,1 0-117,-4 4 0,2 0 39,-2 4 0,2 1 25,-10-1 0,1 0 11,-4 0 1,-1 3 213,-3 1 0,-6 0-74,-4-4 1,-7 3 23,-1 1 1,-1 0-75,-7-4 1,4-4-109,-3 1 0,3-5-30,-3 5 1,1-6-222,-2 2 1,3-4-402,5-4 1,5-2 130,2-5 474,3 0 0,35-20 0,9-4 0</inkml:trace>
  <inkml:trace contextRef="#ctx0" brushRef="#br0" timeOffset="2083">1323 89 7976,'6'-7'-707,"-2"-1"0,1 5 1731,-2-5-601,1 6 1,0-4 701,-1 2-307,1 3 107,-4-9-162,0 9-524,0-4 1,-5 7 155,-2 6 0,-4 0-43,-4 11 1,-2 1 11,-5 10 1,0 1-141,0 9 1,3 0-194,1 4 0,5 3 83,-2 4 0,7-3-874,5 7 0,8-8 460,6-3 0,5-5-1342,6-6 0,6-9 1642,5-6 0,29-29 0,13-9 0</inkml:trace>
  <inkml:trace contextRef="#ctx0" brushRef="#br0" timeOffset="2899">1687 177 7963,'-10'-7'44,"3"0"21,2 4 169,5-2 0,1 5-91,3 0 1,2 0 127,5 0 1,1 0-60,3 0 1,2 0 87,5 0 0,-2 0-229,2 0 0,-3 0 120,7 0 0,-3 0-230,-1 0 1,4-3 89,0-1 1,1-1-130,-2 1 0,-1 3 38,1-3 1,-6 3-16,-5 1 0,-1-4 62,-2 1 1,-4-1 31,0 4 102,-4 0 45,2 0 1,-7 0-36,-1 0-13,2 0-126,-9 0 0,7 0 62,-4 0 1,5 1-75,-2 3 19,-2-3-28,0 9 0,-2-4 83,1 5 0,1-3-52,-2-1 0,-1 0 50,1 4 1,-2 2-31,-1 1 0,-3 0-103,-1 4 1,-3-3 98,3 3 0,-5 1 15,2 3 1,-2 0-99,2 0 0,-2-2-162,6-1 1,-5 0 132,5-4 1,-5 0 41,5-4 1,3 0 402,3 0-151,6-5 209,-8 4-313,9-9 1,-3 4 152,8-5 0,-2 0 19,6 0 1,-1 0 0,4 0 0,5-4-153,2 1 0,3-1 26,1 4 1,1-4-426,3 1 1,-1-1 195,4 4 1,-3 0-1188,3 0 1,-3-1 621,3-3 1,-8 3-1980,1-3 2611,-2 3 0,-8 11 0,-2 2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41.220"/>
    </inkml:context>
    <inkml:brush xml:id="br0">
      <inkml:brushProperty name="width" value="0.08571" units="cm"/>
      <inkml:brushProperty name="height" value="0.08571" units="cm"/>
    </inkml:brush>
  </inkml:definitions>
  <inkml:trace contextRef="#ctx0" brushRef="#br0">22 673 7239,'6'-5'-1232,"0"4"1500,-2-3 182,-3 3-370,4 1 891,-5 0-792,-5 0 248,4 0-209,-4 0 885,5 0 0,0 5-913,0 2 0,-4 3-6,1 1 1,-1 0-233,4 0 1,0 1 83,0 3 0,0-2-558,0 6 1,0-4 296,0 3 1,0-5 224,0 2 0,10-8 0,2-2 0</inkml:trace>
  <inkml:trace contextRef="#ctx0" brushRef="#br0" timeOffset="1568">44 651 6998,'5'-6'-624,"-4"-4"777,4 9-7,-5-4 102,0 5-177,-5 0-11,4 0-32,-4 5 0,4-4 58,-3 3-43,3-3 36,-4-1-63,5 5 155,0-4 19,0 4 187,0-5-263,0 5 276,0-4-310,0 9 1,-1-9 22,-3 3 1,3-2 5,-3 2 1,3-2-51,1 6 1,0-5-11,0 5 0,0-5-103,0 5 1,-1-1 3,-3 4 0,3 0 61,-3 0 0,3 0-76,1 0 0,0 0 85,0 0 1,0 0 48,0 0 0,0 0-53,0 0 0,0 4 95,0 0 1,0-4-28,0-4 1,0 0 144,0 4 0,-4-3-157,1-1 0,-1-3 84,4 3-315,0-4 1,0 3-1,0-3-966,0-1 540,0 3 339,0-5 0,10-30 1,2-7-1</inkml:trace>
  <inkml:trace contextRef="#ctx0" brushRef="#br0" timeOffset="2132">187 12 6934,'0'-7'1630,"0"2"1,-1 5-1400,-2 0 0,1 2 2,-1 1 1,-2 1-15,1 7 1,-3 3 13,3 8 1,-3 1-216,3 3 0,0 2 112,4 5 0,0 4 51,0-1 1,2 5-1837,1-4 1,3-4 815,5-4 1,4-6 137,0-1 0,4-6 701,0-8 0,26-23 0,8-10 0</inkml:trace>
  <inkml:trace contextRef="#ctx0" brushRef="#br0" timeOffset="2675">375 155 8070,'0'-11'533,"0"0"-183,0 0 0,0 3 146,0 1-321,5 5 1,1-3 72,5 5 0,-2 0-134,2 0 1,-3 0 74,7 0 0,-3 0-418,-1 0 0,1 5-285,3 2 1,-4-1 340,0 1 1,-1 1-128,-6 3 0,3-4-172,-3 0 433,-1 1 1,-3 3-72,0 0 0,-5-4 131,-2 1 1,-3-2-57,-1 1 0,0-1 13,0-2 0,1-2 29,3 6 1,-3-6 20,3 2 0,1-3-120,-2-1 53,6 0 62,-8 0-75,9 0 215,-4 0-172,5 0 6,5 0 0,0-1 18,2-3 0,3 3 11,-3-3 0,-1 3-18,2 1 1,-1 0 13,4 0-26,0 0 0,0 0 10,0 0 0,0 1 1,0 3 0,-3-2-2,-1 6-71,0-1 0,3 4 87,-3 0 1,-2 0-1,-5 0 1,-1 0 114,-3 0 0,-2 0-125,-5 0 1,-3 0-206,-1 0 1,-3 0 74,3 0 0,-4-3-958,5-1 1077,-1-5 0,4-2 0,0-6 0</inkml:trace>
  <inkml:trace contextRef="#ctx0" brushRef="#br0" timeOffset="2983">617 0 9303,'9'2'1347,"2"1"0,-1 4-1015,8 4 1,1 4-270,3 4 1,0 2-27,0 1 1,-1 0 125,-3 0 1,-3 0-439,-8 0 1,-2 0 249,-5 0 1,-1 0-909,-3 0 0,-2-5-49,-5-2 0,-4 1 982,0-1 0,-14 4 0,0-2 0</inkml:trace>
  <inkml:trace contextRef="#ctx0" brushRef="#br0" timeOffset="3650">1058 287 7998,'-1'-10'0,"-1"2"23,-2 0 1,0 5 1154,4-5-595,0 6 1,2-3-152,1 5 0,7 0 204,5 0 1,6 2-213,1 6 0,5 4 168,6 10 0,3 5-187,1 2 0,4 8-269,-5 4 1,-5 3-127,-9 3 1,-6 2-334,-9 3 1,-8-3-496,-10-5 0,-10-1 432,-8-3 0,-7-7-102,0-7 1,2-8 86,5-3 1,5-4-317,-2-3 1,4 0-766,3-4 1482,3-1 0,25-17 0,5-5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47.982"/>
    </inkml:context>
    <inkml:brush xml:id="br0">
      <inkml:brushProperty name="width" value="0.08571" units="cm"/>
      <inkml:brushProperty name="height" value="0.08571" units="cm"/>
    </inkml:brush>
  </inkml:definitions>
  <inkml:trace contextRef="#ctx0" brushRef="#br0">1 45 8181,'7'-4'0,"1"0"427,0 2 0,-2-1 15,2 0 1,3 2-136,3-3 1,2 1-100,-1 0 0,-1 2-408,4-3 1,0 3 194,4 1 1,0-2-256,0-1 0,0 2 220,1-3 1,-5 3-908,0 1 1,-4 0 946,0 0 0,-11 9 0,-4 4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48.283"/>
    </inkml:context>
    <inkml:brush xml:id="br0">
      <inkml:brushProperty name="width" value="0.08571" units="cm"/>
      <inkml:brushProperty name="height" value="0.08571" units="cm"/>
    </inkml:brush>
  </inkml:definitions>
  <inkml:trace contextRef="#ctx0" brushRef="#br0">0 34 7978,'0'-6'2266,"5"1"-1676,2 5 0,3 0-214,1 0 1,5 0-153,2 0 0,3 0-759,1 0 1,5 0 404,3 0 0,-2 0-2432,1 0 2562,-4 0 0,21-10 0,1-2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50.017"/>
    </inkml:context>
    <inkml:brush xml:id="br0">
      <inkml:brushProperty name="width" value="0.08571" units="cm"/>
      <inkml:brushProperty name="height" value="0.08571" units="cm"/>
    </inkml:brush>
  </inkml:definitions>
  <inkml:trace contextRef="#ctx0" brushRef="#br0">177 298 7632,'0'-7'471,"0"-1"-168,0 6 0,0-4 420,0 2 112,0 3-281,0-4 102,0 0-396,0 4 0,2-4 84,1 5 0,-2 5-74,3 2 0,-3 8-140,-1 3 1,0 8-35,0 3 0,-1 9-163,-3 6 1,-3 3-72,-8 8 1,2-2 135,-5 5 0,-1-2-480,-3-5 0,4-2 241,-1-5 1,6-10-157,-2-4 1,7-7 91,0-4 1,6-7-277,-2-5 356,3-4 1,1 0-67,0-6 0,1 0 51,3-4 1,-2-1 60,6-3 1,3-5 72,3-2 1,5 1-80,-5-1 1,6 0 200,-2 0 0,0-3-131,0 3 0,0 1 219,4-2 0,-1 2 100,-2-1 0,0-2 52,-4 5 0,4 1-11,0 3 1,-3 1 409,-2 3-428,-1 2 0,-2 5-54,0 0 0,-4 5-143,0 2 1,-4 6 126,1 2 1,-3 5-260,-1-2 1,0 3 72,0 1 0,0-4-53,0 1 1,0-1-45,0 4 1,-4-1-20,0-3 0,1 2-28,3-5 1,-4 3 78,0-3 1,1-1-513,3-3 0,1-1 230,3-2 1,2-3 375,5-5 0,29-20 0,8-5 0</inkml:trace>
  <inkml:trace contextRef="#ctx0" brushRef="#br0" timeOffset="564">729 838 7865,'-7'-1'797,"3"-3"1036,-1-3-1439,3 2 0,-2-1 68,4 2-349,0 3 1,4-4-90,4 5 0,2 0-33,1 0 0,0 4-442,0-1 0,-4 2 296,0-1 1,1 1-503,3 2 496,0 3 1,-4-4 4,0 5 0,-4-3 95,1-1 0,-3 0-8,-1 4 0,-1 0 142,-3 0 1,1 0-36,-4 0 1,0-3 33,-4-1 0,0 0-74,0 4 0,3-3-71,1-1 1,0-3 74,-4 3 0,0-4-177,0 0 1,3 2 89,1-1 1,3 0-242,-3-4 114,4 0-218,-6 0 206,7 0 112,-3 0 1,7 0 166,1 0 1,0 0-93,4 0 0,-3 0 183,3 0-109,1 0 0,3 0-9,0 0 13,0 0 0,0 0 131,0 0 0,0 1 44,0 2 0,-4 0-110,0 4 1,1-3 118,3 3 0,-4 1-38,0 3 0,-4 0 31,1 0 0,-3 0-119,-1 0 0,-5 3-174,-2 1 0,-8 3-137,-4-3 0,-3 4 96,-3-5 1,-3 2-782,-6-1 1,0-7 896,-3 3 0,-7-31 0,-6-6 0</inkml:trace>
  <inkml:trace contextRef="#ctx0" brushRef="#br0" timeOffset="906">806 221 7921,'0'-8'1667,"0"1"-308,0 5-447,0-8 327,0 9-829,-5 10 0,-1 5-625,-5 12 1,-4-3-299,0-1 1,-3 4-485,3-1 0,-3 6 997,3-2 0,-9 23 0,0 5 0</inkml:trace>
  <inkml:trace contextRef="#ctx0" brushRef="#br0" timeOffset="1410">1478 232 8384,'-1'-6'923,"-3"2"1,-3 5-463,-8 7 1,-3 4-96,-8 10 0,-1 6 11,-2 5 1,-5 10-126,4 8 1,2 8-29,10 4 0,3 2-266,8 1 1,2-6-84,5-5 1,6-6-857,5-9 0,3-2 510,5-5 1,2-6-1986,-3-5 2456,3-4 0,6-17 0,1-2 0</inkml:trace>
  <inkml:trace contextRef="#ctx0" brushRef="#br0" timeOffset="2149">1787 408 7938,'-11'-6'148,"0"2"526,5-2-101,-4 5-346,9-4 213,-4 5-217,5 0 0,5 0-3,2 0 0,3 0-18,1 0 1,4 0-15,-1 0 0,6 0-150,-2 0 1,4-1-129,4-3 1,-1 3 85,4-3 0,0-1-78,4 2 1,-1-5 68,-2 5 0,-3-5-13,-5 5 1,0-1 5,0 4 0,-9-4-186,-2 1 343,-7-1 74,1 4 0,-6 0-103,-3 0 1,-2 4-56,-5-1 1,3 2-94,1-1 1,0 2 103,-4 5 0,0 0-67,0 0 0,-4 1 63,0 3 1,-3-1-208,3 4 0,-6 2-41,-1 5 0,-3-1-61,-5 1 0,0 3 15,4 2 1,-5-2 153,2 1 1,6-4 317,0 1 1,9-8-117,-1-3 0,8-3 175,3-1-181,3-5 1,2-1 282,3-5 1,6 0-123,4 0 1,6 0-3,-2 0 1,3-1-654,1-3 1,5 2 233,2-6 1,0 5-1091,0-5 0,-1 5 595,2-5 0,-2 5-1063,-3-5 1702,-6 6 0,2-3 0,-10 5 0</inkml:trace>
  <inkml:trace contextRef="#ctx0" brushRef="#br0" timeOffset="2383">2261 772 7932,'0'-6'3999,"0"1"-3382,0 5 1,0 5-136,0 2 0,-4 4-80,1 4 0,-2 2-404,1 5 0,-1 0 50,-2 0 1,-2 4-967,6 0 1,-5 3 640,5-3 1,-6 2-1511,2-6 0,2 1 1787,1-8 0,-2-5 0,0-5 0</inkml:trace>
  <inkml:trace contextRef="#ctx0" brushRef="#br0" timeOffset="2876">2581 55 12511,'-16'11'685,"2"5"-491,-4 3 1,0 3 60,-5 4 0,3 2-518,1 5 0,1 5-180,7 2 1,-1-1-455,8 2 1,1-6-530,7 2 1,6-8 632,5-3 0,8-7 793,-1-5 0,22-16 0,3-6 0</inkml:trace>
  <inkml:trace contextRef="#ctx0" brushRef="#br0" timeOffset="3385">2790 133 8000,'5'-11'289,"1"1"158,5 2 0,0 4-118,0 4 0,0 0 44,0 0 1,4 0-400,0 0 1,-1 3 114,-3 1 1,2 4-376,1 0 0,-5 2 220,2 1 0,-7 0-239,-1 0 1,-1 0 173,-2 0 0,-5 0-87,-3 0 1,-2 0 97,-1 0 1,-3-4-62,-1 0 1,-3-3 494,3 4 0,-1-6-124,1 2 1,3-3 25,-3-1 1,7 4-5,0-1-165,1 1 1,0-4 107,-1 0-156,6 0 1,-3-1 66,5-3 0,1 3-157,3-3 1,2 3 30,5 1 0,0-1 75,0-3 1,0 3-56,0-3 0,1 3 42,3 1 1,-1 0-66,4 0 1,-3 0 21,3 0 1,-4 1-5,0 3 1,2 2-10,-1 5 0,0 0-19,-4 0 1,-5 0 167,-3 0 1,-1 4-125,-2-1 1,-2 5 147,-1-5 1,-8 2-77,-8-1 1,-1-3-275,-3 3 0,1-6-174,0-2 1,0-1-243,0 1 1,5-2 214,2-5 432,-2 0 0,30-19 0,1-6 0</inkml:trace>
  <inkml:trace contextRef="#ctx0" brushRef="#br0" timeOffset="3643">3143 33 7990,'0'-11'-225,"0"4"225,0 0 0,1 4 1084,3 0 1,-2 1-448,6 2 0,-1 5 64,4 3 1,4 6-300,-1 5 1,5 5-162,-5 2 1,1 3-312,-4-3 0,3 5 101,-3-2 1,1 3-182,-8 1 1,-1-1 215,-3-3 1,-5 2-1344,-2-6 0,-4 0 70,-4-7 1207,-2 3 0,-15-13 0,-2 1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54.559"/>
    </inkml:context>
    <inkml:brush xml:id="br0">
      <inkml:brushProperty name="width" value="0.08571" units="cm"/>
      <inkml:brushProperty name="height" value="0.08571" units="cm"/>
    </inkml:brush>
  </inkml:definitions>
  <inkml:trace contextRef="#ctx0" brushRef="#br0">1 23 7200,'0'-6'2652,"0"-4"-2230,0 9 0,5-4-92,2 5 0,4 6 285,4 5 1,3 6-196,8 9 1,-2 8-55,6 10 0,-1 6-318,4 9 1,-5 0-308,-2 7 0,-9-3-492,-6 3 0,-14-10 506,-12-8 1,-10-9 7,-4-6 0,-3-6 25,-1-8 1,5-7-650,2-5 1,4-4-85,4 0 945,7-2 0,25-15 0,11-5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02.722"/>
    </inkml:context>
    <inkml:brush xml:id="br0">
      <inkml:brushProperty name="width" value="0.08571" units="cm"/>
      <inkml:brushProperty name="height" value="0.08571" units="cm"/>
    </inkml:brush>
  </inkml:definitions>
  <inkml:trace contextRef="#ctx0" brushRef="#br0">23 23 7924,'-6'0'152,"1"0"1,5-1 90,0-3 1,-1 3 189,-3-3 225,3 3-193,-4-4-407,5 4 261,0-4 41,0 5-230,5 0 0,1 0-134,5 0 1,1 0 14,3 0 1,-2 0 64,6 0 1,-1 0-149,4 0 0,5 0 103,3 0 1,1 3-51,2 1 1,2 0 85,2-4 0,-1 0-132,8 0 0,-6 1 43,6 3 0,-3-3-128,-1 3 0,3-3 151,-2-1 1,-2 0-18,1 0 1,-4 0-99,0 0 0,2 0 90,-1 0 1,4 4-41,-5-1 1,1 1 47,-4-4 0,1 0 4,3 0 0,-2 0 9,1 0 1,0 0 0,1 0 1,2 0-34,5 0 1,0 0 18,0 0 0,4 1-121,0 3 1,3-3 110,-3 3 0,4-3 24,0-1 0,3 0-33,4 0 0,0 0 58,-1 0 1,1 0-26,-7 0 0,-2 0 1,1 0 0,0 0-21,0 0 0,-6 0 11,-4 0 1,-6 4 199,2-1 0,-3 1-56,-1-4 1,-6 0-88,-5 0 37,0 0-297,-9 0 150,-2 0 0,-11 0-58,-8 0 1,-3 0-885,-3 0 1,0 0 113,-4 0 892,4 0 0,-16 0 0,0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4:59.264"/>
    </inkml:context>
    <inkml:brush xml:id="br0">
      <inkml:brushProperty name="width" value="0.08571" units="cm"/>
      <inkml:brushProperty name="height" value="0.08571" units="cm"/>
    </inkml:brush>
  </inkml:definitions>
  <inkml:trace contextRef="#ctx0" brushRef="#br0">144 408 7920,'-11'0'20,"0"0"1,3 0 357,1 0 46,4 0-77,-1 0-219,-1 0 1,3-1 186,-1-3-39,2 3-105,5-9 1,3 4-12,4-5 1,0 4-122,0-1 1,3 1 119,1-4 1,5 4-136,-2-1 1,3 2 65,1-1 0,4-2 36,-1 5 0,2 1-149,-1 3 1,-3 0-198,3 0 1,-3 1 143,-1 3 1,-5 3-64,-2 8 0,-4 2-232,-3 5 0,-4 5 155,-4 2 0,-6 8-221,-5 3 1,-5 2 137,-6-1 1,0 0 9,0-4 0,-3 3 157,-1-3 1,-5-1 159,2-7 0,1-2-125,-2-5 1,2-1 113,-1-3 1,2-3 336,5-8 0,1 2-183,2-5 0,0-1 60,4-3 1,0 0-47,4 0 1,2-1-29,1-3 1,3-5-110,5-6 1,2-1-18,1 1 1,3 2 5,5-6 1,7 2-28,4-1 1,1-2-34,6 6 1,1-2 59,3 1 1,-1 3-241,-3-3 0,2 4 68,-6 4 1,1-2-1324,-4 5 1458,0 1 0,-19 22 0,-6 6 0</inkml:trace>
  <inkml:trace contextRef="#ctx0" brushRef="#br0" timeOffset="1024">739 331 8102,'-7'0'543,"-1"0"-269,6 0 1,-4 0 484,2 0-145,3 0-140,-4-5-264,5 4 0,1-4 27,3 5 0,2 0-99,5 0 0,1 0 76,3 0 0,1-1-193,2-3 0,4 3-39,0-3 1,0 3-34,4 1 0,1-4 4,-1 0 0,3 1 103,-3 3 1,0-1-155,-4-3 0,-2 3 22,-1-3 0,-3 3-202,-5 1 150,-5 0 76,-1 0 140,-5 0 0,-5 3-69,-2 1 1,-3 5-17,-1-2 0,0 3-7,0 1 1,-2 0 22,-1 0 1,0 4-209,-4-1 0,-2 7 121,-5 1 0,1 0-197,-1 4 1,0-2 30,-1 2 0,-2-1 125,-5 4 0,5-4 242,2 0 0,3-1-97,1-2 0,5-5 111,2-3 1,8-5-96,3-2 311,3-4 0,6 2-114,2-5 0,7 0 107,0 0 0,6-4-136,-2 0 0,7 0-306,0 0 1,2 3-783,-1-3 1,-3-1 503,3 1 0,-3-3-344,-1 3 0,0-3 283,0 3 0,-3-1 425,-1 2 0,-4 2 0,2-4 0</inkml:trace>
  <inkml:trace contextRef="#ctx0" brushRef="#br0" timeOffset="1242">1213 640 8451,'0'-7'1564,"0"3"1,0 5-1042,0 2 0,0 4-155,0 4 0,0 5 14,0 2 1,-4 3-152,1 1 0,-5 3-204,5 1 0,-6 5-804,2-2 1,1-2 574,-2-1 0,2-3-1524,-1-1 0,1-3 194,2-1 1532,3-9 0,1-9 0,6-13 0</inkml:trace>
  <inkml:trace contextRef="#ctx0" brushRef="#br0" timeOffset="1726">1621 11 8250,'-1'-6'1040,"-3"2"1,2 3-495,-6 1 1,1 1 67,-4 3 1,-1 7-179,-3 7 0,1 5-175,-4 2 0,1 5-379,-1 6 1,-2 2 159,5 3 0,2 0-984,5-4 1,4-1 614,4-7 1,4 0-829,4-6 0,3-1 448,3-11 0,0 1 707,4-8 0,40-25 0,13-10 0</inkml:trace>
  <inkml:trace contextRef="#ctx0" brushRef="#br0" timeOffset="2226">1786 177 8015,'0'-11'524,"0"0"-14,0-1 0,0 5-243,0 0 1,2 4-75,1 0 1,0 1 48,4 2 0,0 0-265,4 0 0,0 0 114,0 0 1,0 5-386,0 3 1,-3-2 50,-1 1 0,-1 1-108,2 3 1,0 0 23,-4 0 0,0 0 119,-4 0 0,0 0 49,0 0 0,-2-2 23,-1-1 1,-3 2 171,-5-3-84,-1 3 1,1 0 98,0-3 0,0-1-66,0-2 1,0-3 3,0 3 399,0-3-141,0-1-210,0 0 8,5 0 38,1 0-17,5 0 89,5-5 1,-2 4-79,4-3-58,0 3 0,4 1 55,0 0 0,0 0 4,0 0 1,2 0 106,1 0 1,-1 1-121,1 3 1,2 1 10,-1 2 1,0 3-2,-4-3 0,-2 3-128,-1 1 1,-3 1 121,-5 3 1,-2-3-80,-1 3 0,-3 1-442,-5-2 1,-5 1 202,-3-4 0,-1 0-737,-3 0 0,1-1 986,0-3 0,-9-2 0,-4-5 0</inkml:trace>
  <inkml:trace contextRef="#ctx0" brushRef="#br0" timeOffset="2484">1974 99 7978,'3'-7'943,"2"0"87,1-2 0,3 4-411,6 2 1,-2 4 88,6 6 1,3 2-238,3 9 1,1 0-130,-4 4 0,0 4-337,0 0 1,-1 5 70,-3-2 0,-5-1-838,-6 2 0,-5-1 195,2 4 0,-11-5-223,-4-2 0,-4-4 283,0-4 507,-2 3 0,-29 1 0,-7 6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03.397"/>
    </inkml:context>
    <inkml:brush xml:id="br0">
      <inkml:brushProperty name="width" value="0.08571" units="cm"/>
      <inkml:brushProperty name="height" value="0.08571" units="cm"/>
    </inkml:brush>
  </inkml:definitions>
  <inkml:trace contextRef="#ctx0" brushRef="#br0">220 221 7920,'-7'-11'0,"4"0"1585,2 0-1108,1 0 0,1 0-175,2 0 0,7 0-84,5 0 0,6 3 40,1 1 0,1 5-27,7-2 0,-1-1-10,4 1 0,-4 2-165,1 6 1,-2 2-422,1 5 0,-2 1 263,-5 3 0,-4 2-200,-4 5 0,-3 1 165,-3 3 0,-5 1-576,-6 2 0,-5 7 258,-6-3 1,-5 4 70,-7-1 1,-2-1-53,-5 1 1,0-1 154,0-2 1,-5-1 354,-2-3 0,0-2-111,0-5 1,5-4 191,-2 1 1,-1-7-100,1-1 1,5-1 481,6-6 0,8-1 69,3-3-76,3-5 1,6-2-164,2-8 0,6 2 21,5-6 0,3 5-233,12-5 1,-1 2 47,8-1 0,5-3-12,7 3 1,2-2-17,1 2 1,-4 1-336,1 2 1,-2 3-488,1-3 0,2 4-1680,-5 3 2326,-6-1 0,-38 17 0,-14 0 0</inkml:trace>
  <inkml:trace contextRef="#ctx0" brushRef="#br0" timeOffset="1384">925 221 7944,'-7'0'468,"-1"0"-253,6-5 0,-3 3 33,5-6 1,0 5-139,0-5 0,0 5-14,0-5 1,1 5-179,3-5 0,2 1-100,5-4 0,0 4 139,0-1 1,4 5-41,0-5 1,1 6 72,-2-2 0,-2 3-289,3 1 237,-3 0 1,-2 5-4,-2 2 1,-4 7 0,-4 0 1,-3 6-84,-1-2 1,-4 7-30,0 0 1,-2 5 76,-1-4 1,2 4-170,1 0 1,-2 0 59,3 0 0,-1-2 98,0-3 0,0-2-28,4-1 1,-3 0 84,3-4 13,0-2 270,4 0 300,0-10-375,5-1 0,1-10 16,5-2 0,2-4-76,1-4 0,0 3-119,4-3 1,-1-2 48,2-2 1,1-1-26,-1-2 0,0 0-3,0-1 0,-2 0-38,-2-3 0,-7 8-51,3 0 1,-3 4 85,-1 3-431,-2 5 288,0 1 0,-4 6 155,3 3 0,-4 6-34,-4 5 1,3 4 7,-3 0 0,-1 1-71,1 2 0,0 0-3,0 1 1,3-1 72,-3 0 1,3-4-25,1 0 1,5-4 341,2 1 0,0-8-139,4-3 1,-1-3 623,9-1 1,-5-5-359,5-2 1,-1-8 369,4-4 1,-4-5-265,1-2 0,-6-4-239,2 0 1,-4 3-515,-4 2 1,-1-2 235,-2 1 0,-3-3-812,3 3 0,-3 0 463,-1 4 0,0 5 336,0 2 0,5 18 0,1 4 0</inkml:trace>
  <inkml:trace contextRef="#ctx0" brushRef="#br0" timeOffset="1627">1443 475 7938,'0'-7'2561,"0"3"-1393,0 4-910,0 4 1,0 4-303,0 7 1,0 0 84,0 4 1,-1 2-103,-3-3 0,2 4 102,-5 4 1,3-3-671,-3 3 1,0-3 365,0-1 0,-1-4-772,4 1 0,-5-6 433,2 2 0,1-4 602,-2-4 0,1-16 0,-4-10 0</inkml:trace>
  <inkml:trace contextRef="#ctx0" brushRef="#br0" timeOffset="1862">1543 475 7920,'0'-8'555,"0"1"-115,0 0 0,3-1 284,1 1 1,1 4 314,-2 0-634,-1 1 1,4 9-45,-3 4 0,-1 1-129,1 6 1,-1 1-354,-2 3 0,0 3 149,0 1 1,-5 4-219,-3-5 1,2 5-261,-1-5 0,3 1-559,-3-4 1,0 0-479,-5 0 0,5-2 1487,0-5 0,4-15 0,-2-13 0</inkml:trace>
  <inkml:trace contextRef="#ctx0" brushRef="#br0" timeOffset="2254">1917 34 8207,'-5'-7'0,"-2"3"0,-3 0 695,-1 0 1,4 5-188,0 7 0,-1 3-90,-3 4 1,5 2-259,2 5 1,0 3 55,0 1 1,0 4-665,4-5 1,1 6-326,3-2 1,-1-2 527,4-1 1,-3-3-1591,3-1 1835,-5 0 0,18-4 0,-2-3 0</inkml:trace>
  <inkml:trace contextRef="#ctx0" brushRef="#br0" timeOffset="2797">2193 45 7999,'0'-6'791,"0"1"0,1 1-594,3 0 19,-3 1 1,9 4-330,-3 2 1,-1-1 103,2 1 0,-1 4-238,4 0 0,-1 3 71,-3 1 1,2-4-69,-6 0 0,1 1-94,-4 3 254,0 0 1,-1 0 51,-3 0 1,-2-1-43,-5-3 0,0 2 143,0-6 1,-4 2-117,1-1 1,-1-3 124,4 3 1,4-2-185,-1 2-214,1-3 321,1 4-75,1-5 140,5 0-101,5 0 0,1 0 32,5 0 0,-4 0-30,1 0 0,-1 0 293,4 0-203,0 0 0,0 1 190,0 3 1,0-3 3,0 3 0,-4 1 13,1-2 0,-2 6-173,1-2 0,2 3-97,-5 1 1,-1 0-16,-3 0 0,-1 0 75,-3 0 0,-5 0-293,-6 0 0,-5 0 65,2 0 0,-3-1-563,-1-3 1,0 2 38,0-5 698,5 4 0,-9-16 0,3 0 0</inkml:trace>
  <inkml:trace contextRef="#ctx0" brushRef="#br0" timeOffset="2993">2402 1 7896,'8'0'93,"-1"0"1,0 0 906,5 0 1,0 1-394,2 2 0,0 4-152,4 4 0,-4 5-178,0 2 0,-1 4-24,-2 4 0,-4-2-145,0 6 0,-5-2-196,-2 1 0,-6 2 257,-9-6 0,-1 1 60,-2-4 1,-5-1-230,1-3 0,-19-2 0,-11-5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32.083"/>
    </inkml:context>
    <inkml:brush xml:id="br0">
      <inkml:brushProperty name="width" value="0.08571" units="cm"/>
      <inkml:brushProperty name="height" value="0.08571" units="cm"/>
    </inkml:brush>
  </inkml:definitions>
  <inkml:trace contextRef="#ctx0" brushRef="#br0">650 33 7641,'0'-11'-257,"0"0"820,5 5 1,-5 1-144,0 5 1,-6 6-138,-9 5 0,-3 8 17,-8 10 0,-5 9 141,-9 17 0,-7 15-214,18-26 1,0 4-1,-4 9 1,1 4-433,-4 5 1,2 4 0,1 3 0,1 2 217,2 0 0,1 0 0,5-1 0,2-1 73,0-1 0,3 0 0,4-2 0,1-1-336,2-4 1,2-1 0,3-4 0,2-1 274,2-7 1,2-1-1,1 48-534,4-4 1,7-8 26,7-9 0,3-11 247,1-8 0,0-5 235,0-7 0,4-1 0,-1-13 0,1-3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33.081"/>
    </inkml:context>
    <inkml:brush xml:id="br0">
      <inkml:brushProperty name="width" value="0.08571" units="cm"/>
      <inkml:brushProperty name="height" value="0.08571" units="cm"/>
    </inkml:brush>
  </inkml:definitions>
  <inkml:trace contextRef="#ctx0" brushRef="#br0">375 44 7741,'-11'-11'497,"0"0"-251,0 0 0,4 5-54,-1 2 171,6 3-130,-3 1 0,9 5 53,-1 2 1,6 4-86,-2 4 0,8 2 181,3 5 0,5 11-113,2 8 1,5 8-206,6 10 1,0 18-186,-16-33 0,0 4 0,0 8 1,-2 4-259,2 5 0,-3 2 0,-4 3 1,-5 0-89,-4 2 1,-4-1 0,-6-2 0,-3-2 300,-4-2 0,-4-1 0,0-2 1,-2-2 472,-3-5 1,0-3 0,0-3 0,0-2-148,-23 30 1,1-6 199,0-9 1,1 1-185,3-8 0,-2-4-222,6-10 1,-1-3 260,4-5 1,5-5-915,2-2 0,7-9 699,5-6 0,0-1 0,0-7 0,-4 1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40.512"/>
    </inkml:context>
    <inkml:brush xml:id="br0">
      <inkml:brushProperty name="width" value="0.08571" units="cm"/>
      <inkml:brushProperty name="height" value="0.08571" units="cm"/>
    </inkml:brush>
  </inkml:definitions>
  <inkml:trace contextRef="#ctx0" brushRef="#br0">0 287 7025,'0'-11'0,"0"0"1778,0 0-1554,0 0 1,0 3-366,0 1 1,0 3 140,0-3 0,0-10 0,0-6 0</inkml:trace>
  <inkml:trace contextRef="#ctx0" brushRef="#br0" timeOffset="131">55 33 8457,'16'-15'0,"1"-3"0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37.919"/>
    </inkml:context>
    <inkml:brush xml:id="br0">
      <inkml:brushProperty name="width" value="0.08571" units="cm"/>
      <inkml:brushProperty name="height" value="0.08571" units="cm"/>
    </inkml:brush>
  </inkml:definitions>
  <inkml:trace contextRef="#ctx0" brushRef="#br0">182 0 7790,'-4'11'4,"-1"0"1,-1 0-1,-3 3 1,1 3 703,0 5 1,-1 9-469,1 2 0,-2 1-181,-1 7 1,0 1-279,0 2 0,0-2 16,0-9-1,0-1 127,0-3 0,4-3-152,0-7 1,4-4 98,-1-3 1,0-1-276,0 0 0,0-4-9,4 0 414,-5-4 0,14-8 0,-2-7 0</inkml:trace>
  <inkml:trace contextRef="#ctx0" brushRef="#br0" timeOffset="665">402 331 7790,'7'-5'3,"1"-2"353,0-3-125,-3 4 0,-1 1-144,-8 5 1,-2 0 78,-5 0 1,4 4-82,-1-1 0,-3 6-14,-3-2 0,-2 4-110,1 4 1,2-3 16,-6 3 1,6-2-22,-2 2 1,3-3-47,1 3 0,0 1 35,0-1 1,0 1-116,0-2 0,4-1 44,4 1 1,2-1-107,1-2 1,0-4 43,0 0 0,1-3 95,2 3 0,0-4-178,4 0 1,4-3 89,4-3 0,0 0-25,-4-4 0,3-2 87,1-5 0,4 1 125,-5-1 1,1-2-8,-4 1 0,4-3 14,-1 3 0,1-3 73,-4 3 1,-4-3 137,1 3 1,-1 0-10,4 4 1,-5 0 61,-2 0 133,2 0 1,-5 4 197,3-1 140,-3 6-419,-1-3 0,0 6-208,0 3-117,0 2 1,-3 5-196,-1 0 1,0 1-46,4 3 0,0-3 137,0 3 0,-4-2-468,1 2 1,-1-3 241,4 3 1,0-3-237,0-1 0,0 0 560,0 0 0,0 0 0,0 0 0,15-14 0,3-5 0</inkml:trace>
  <inkml:trace contextRef="#ctx0" brushRef="#br0" timeOffset="1024">777 221 7790,'0'-11'246,"-5"5"1,3-3 141,-6 5 1,4 1-184,-3 3 1,3 1-84,-3 3 0,0-2 83,-4 5 1,3 1-236,1 3 1,1 0 111,-1 0 0,-2 0-340,5 0 1,1 0-180,3 0 45,0 0 1,0 0 113,0 0 0,1-4 79,3 1 0,-2-5 2,5 5 1,2-6 83,6 2 1,-3 1 119,3-2 0,-3 1-132,-1-4 1,0 5 32,0 2 1,-1 0 364,-3 0 1,-1-3 81,-2 3 0,-3 1 342,3 7 1,-9-3-300,-6 3 1,-1 1-1003,-7-1 0,1 3 354,-4-3 1,0 0 249,0-4 0,-10-5 0,-2-1 0</inkml:trace>
  <inkml:trace contextRef="#ctx0" brushRef="#br0" timeOffset="1376">1097 78 7790,'-2'-8'2771,"-1"1"-2291,-3 4 0,-1 5-94,4 9 0,2 2-168,1 9 0,0-1-378,0 8 0,0 1 176,0 3 0,0 1-643,0 3 0,-2-2 431,-1 6 0,0-7-828,-4-1 0,1-1 301,-2-6 1,-1-2 91,1-5 0,-2-3 631,-1-5 0,0-5 0,10-31 0,2-12 0</inkml:trace>
  <inkml:trace contextRef="#ctx0" brushRef="#br0" timeOffset="1583">898 342 7820,'7'0'204,"1"0"1,-4 0-6,3 0 0,4-1-30,4-3 1,5-1 35,2-2 1,5-4-450,6 0 0,2 0 181,2-4 1,-3-1-871,3 2 0,-4-5 206,-4 4 727,-2-4 0,-5 2 0,0-5 0</inkml:trace>
  <inkml:trace contextRef="#ctx0" brushRef="#br0" timeOffset="1792">1350 78 7790,'0'-8'-11,"0"1"454,0-1 229,0-3 32,0 5-178,0 1-14,0 15 0,-1-1-110,-3 9 1,3-2-48,-3 6 1,3-2-105,1 5 0,-4 4-324,1 0 1,-2-1-188,1 2 0,-1-1-257,-2 4 1,-3 0-317,3 0 1,1-5 425,-2-2 0,2-3-213,-1-1 0,1-4-344,2-4 236,3-6 728,-4-3 0,44-54 0,10-13 0</inkml:trace>
  <inkml:trace contextRef="#ctx0" brushRef="#br0" timeOffset="2260">1549 232 7790,'-11'0'936,"0"0"-537,-1 0 0,5 5-170,0 2 1,3 3-12,-3 1 1,3 1-44,-3 3 0,4-2 30,0 6 1,1-5-334,2 5 1,0-6-84,0 2 0,2-3-230,1-1 0,0-3-86,4-1 1,0-5 222,4 2 0,0-3 22,1-1 0,-1-5 61,0-2 0,3-6 8,1-2 1,0-3-14,-4 3 1,3-4 225,1 5 0,0-5 28,-4 5 0,0-1 309,0 4 0,0 0 585,0 0 0,-4 1 36,1 3-835,-1-3 0,3 10 50,-3 0 0,-2 6-270,-5 9 0,0 3 69,0 8 1,-1-2-46,-3 6 0,-1 0-20,-2 7 1,-7-1 33,3 4 1,-7 1-165,0 3 0,-4 0 131,-4 0 0,-2-5 244,-5-2 0,-2-3-120,-1-1 1,0-5-52,-4-2 0,5-8 250,2-3 0,3-8 364,8-3 0,-2-4-157,10-4 1,4-3-111,6-8 1,4 2-327,4-5 0,7-5 75,7-2 0,8-1-410,3 4 1,4 0 189,4 0 1,1 0-666,3 0 1,-2 0 385,-3 0 1,-1 3-370,2 1 0,-7 4 791,0 0 0,-1 11 0,4 5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42.177"/>
    </inkml:context>
    <inkml:brush xml:id="br0">
      <inkml:brushProperty name="width" value="0.08571" units="cm"/>
      <inkml:brushProperty name="height" value="0.08571" units="cm"/>
    </inkml:brush>
  </inkml:definitions>
  <inkml:trace contextRef="#ctx0" brushRef="#br0">485 453 7881,'-11'-5'129,"1"2"669,3-4-121,2 5-324,0-8 1,4 7 76,-3-4-68,3 5-134,6-8 1,5 5 0,5-2 0,4 0-78,0 4 1,1 2-117,2-3 0,-1 3 121,-2 1 0,1 1-488,-1 3 0,0 3-285,0 8 1,-3 3 355,-5 8 1,-2 3-210,-1 8 1,-3 2 122,-5 5 1,-6 0 126,-5 0 1,-7 0-64,-7 1 0,-3-1-120,-6 0 1,0-6 681,-3-5 1,3-5-199,-3-6 1,-1-4 354,2 1 0,4-9-214,6 1 0,4-8 203,4 1 1,2-7-103,5 0 0,5-9-50,2 1 0,4-4-117,4 0 1,2-2-20,5-5 1,5 1-160,2 3 0,4-3 93,4 3 0,2 0-77,5 0 0,0 1 89,0-2 1,-3 5-918,-1 6 0,-1 0 415,2 4 1,-8 1-1424,-8 3 1842,-1 4 0,-17 27 0,-3 11 0</inkml:trace>
  <inkml:trace contextRef="#ctx0" brushRef="#br0" timeOffset="776">970 475 7881,'-11'-5'106,"0"4"1,0-4 198,0 5 1,5-1 510,2-3-161,-2 3-427,5-4 0,-3 5-7,8 0 0,2 0 7,5 0 0,4-4-123,0 0 0,5 0 109,2 0 1,2 3-211,5-3 0,1-1-87,3 1 0,-4-3-111,0 3 1,0-3-54,0 3 1,-1-3 100,-2 3 1,-8-1-13,1 2 1,-6 2-6,-2-3 93,-5 3 12,-1 1 0,-10 3 200,-2 1 1,-3 5-3,-1-2 0,-4 4 7,1 4 1,-6 2-68,2 5 0,-3 0-35,-1 0 1,-4 5-109,0 2 1,-4 3 75,0 1 0,-1 2-175,-3 1 0,5-1 112,0 1 0,4-3 40,-1-3 0,8-5 85,3-6 1,8-3 158,3-5 0,4-5 97,4-2 1,2-3-120,5-1 1,1 0 32,3 0 1,-1-1-50,4-3 0,4-2-562,4-5 0,4-1 230,0-3 1,0 3-410,0-3 0,2-1-273,-3 1 1,-2 1-573,-1 3 0,-4 0 1390,-4 0 0,-2 9 0,-5 4 0</inkml:trace>
  <inkml:trace contextRef="#ctx0" brushRef="#br0" timeOffset="985">1389 806 7881,'-1'-7'2043,"-3"4"-1335,3 2 1,-4 5-48,5 4 1,-1 3-257,-3 4 0,2 2-165,-5 5 0,3 5-12,-4 2 0,1 2-579,-4-2 1,1 3 295,3-3 0,-3 0-1208,3 0 1,-3-8 101,-1 1 0,5-11 1161,2 0 0,8-32 0,2-5 0</inkml:trace>
  <inkml:trace contextRef="#ctx0" brushRef="#br0" timeOffset="1454">1764 34 7805,'0'-11'0,"-1"1"870,-3 3 1,-2 2-404,-5 5 1,0 6-50,0 5 1,-4 5-160,1 6 1,-6 1-47,2 3 0,0 2-316,0 5 1,5 4 143,-2 0 1,4 1-252,4-2 0,2 0-221,5 4 0,0-2-601,0-1 0,5-1 398,2-11 0,6-4-712,2-6 1346,0-8 0,45-31 0,12-13 0</inkml:trace>
  <inkml:trace contextRef="#ctx0" brushRef="#br0" timeOffset="1920">1940 144 7367,'0'-11'-1115,"0"4"2074,0-1 1,0 5-347,0-5 1,5 6-172,3-2 0,-2 3-172,1 1 0,2 0-44,5 0 1,-1 0-48,1 0 0,0 4-169,1-1 0,-3 6-150,3-2 1,-7 3 174,-1 1 1,-3-4-345,3 1 1,-4-1 154,1 4 0,-4 0-35,-4 0 1,-3 0 30,-8 0 0,3 0-21,-3 0 1,-1-3 73,1-1 1,-1-1-9,2 2 0,1-2-154,-1-3 191,1-1 1,4 4 28,1-3 0,2-1-67,3 1 242,1-2-170,-3-1 328,5 0-84,5 0-102,1-4 0,5 2-64,0-1 0,0 1 4,1 2 1,-1 0 11,0 0 0,1 2-7,3 1 0,-3 0-110,2 4 1,-1-1 89,-2 2 1,0 1-174,0-1 0,-1 5 84,-3 2 1,-2 0 4,-5-4 0,-1 3 34,-3 1 0,-6 1-91,-5-1 1,-4-4-103,0 0 0,-1 0-237,-2-4 1,1-1 454,2 2 0,-6-21 0,1 0 0</inkml:trace>
  <inkml:trace contextRef="#ctx0" brushRef="#br0" timeOffset="2162">2139 45 7862,'5'-10'775,"2"3"1,-1-2-242,2 6 0,0-1 157,7 4 1,2 0-192,5 0 0,1 8 40,3 3 1,-3 8-422,3-1 1,-4 4-9,-4 4 0,-5-2-210,-6 6 0,-4 0 130,0 7 0,-8-2-995,-6 1 0,-6-3 332,-9-3 1,2 0 631,-5-4 0,-16 5 0,-6-3 0</inkml:trace>
  <inkml:trace contextRef="#ctx0" brushRef="#br0" timeOffset="2777">177 1335 7754,'-13'0'194,"-1"0"1,1 0 881,-1 0-1220,1 0 116,7 0 1,6-1 120,8-3 0,11 3-3,7-3 1,9-1 504,6 1 0,13-4-203,8 0 0,14 2 7,12-1 0,-36 4 0,1 0-432,4-1 0,3 1 1,7-2-1,2 0 110,6 1 0,1 0 0,0 2 1,1-1-346,2 1 1,0 1 0,-2 0-1,0-1 237,-1 0 1,-1 1-1,-1 0 1,-1 0-93,-2 0 1,-2-1 0,-8 1 0,-2 1 4,-7-1 0,-2 2 1,35-1-496,-19 0 0,-11 1 284,-11 2 0,-12 0-569,-13 4 1,-10-4 723,-12 0 0,-10 2-677,-9-1 0,-5 3 1463,-6-3-612,-5 5 0,-1-3 0,-5 5 0</inkml:trace>
  <inkml:trace contextRef="#ctx0" brushRef="#br0" timeOffset="3314">375 1721 7778,'-15'-4'360,"1"0"0,0-1 296,7 2 158,-3 1-504,9-7 1,-3 6-230,8-4 0,7 3 175,7-3 0,8 4-26,3 0 1,3-2-182,1 1 0,0 0 129,0 4 0,3 2-279,-3 1 1,0 8 61,-11 8 1,1 3-602,-8 4 0,-5 2 353,-7 5 0,-4 5-210,-6 2 0,-10 4 97,-13 4 0,-6 1 29,-5 2 0,-3-2 402,-4-4 0,-2-1-78,-5 0 1,4-3 527,-1-4 1,7-1-277,1-11 1,1-4 249,6-6 0,6-4-182,9-4 0,5-3 455,6-8 1,1-2-321,3-5 0,2-1-321,5-3 1,1-2-50,3-5 0,7-1 71,7-3 1,3 3 35,1-3 1,5 3 15,3 1 0,3 2-156,4-2 0,-2 6 22,5-6 0,-4 7-677,1 1 1,1 1-269,-2 2 0,0 2-1821,-7 1 2739,-7-2 0,-1 24 0,-4-1 0</inkml:trace>
  <inkml:trace contextRef="#ctx0" brushRef="#br0" timeOffset="4111">827 1941 7778,'-11'0'-87,"5"0"1,-3-1 728,6-3-391,-1 3 1,5-9-128,3 3 0,-1 1 106,9-2 0,-4 1-241,7-4 1,2 4-25,1-1 1,3 2-65,1-1 1,-3-2 124,-1 6 0,-5-1-114,2 4 0,1 0-252,-1 0 0,-5 8 152,-7 3 1,-2 8 83,-1-1 1,-4 4 31,-4 4 1,-5 1-38,-2 2 0,-5 3 8,2-2 1,-3 1 4,-1 3 0,4-3 81,-1-1 0,6 0 6,-2-4 0,7-1 52,0-7 0,6-2-90,-2-5 1,4-5 177,4-2 0,2-3-99,5-1 1,1-5-21,3-2 0,-2-7 3,6 0 0,-4-6-198,3 2 0,-1-3 68,1-1 0,2 0-70,-5 0 1,4 0 152,0-1 1,-3 1-43,-2 0 0,-1 2 86,-2 1 0,-4 3-178,0 5 173,-4 5 1,2 2-58,-5 8 1,-5 2 37,-3 5 0,-1 5 15,-2 3 0,3 1-5,1 2 0,-1 0-56,-3 1 1,4 2 24,0 1 1,3 0 35,-3-4 1,4 0-4,0 0 0,3-1 257,3-3 1,3-2 225,5-5 0,2-5 250,1-2 1,0-4-415,4-4 1,1-7 29,3-7 1,0-4 418,0-4 0,-5-2-310,-2-5 1,1 0-356,-2 0 1,1-1 41,-4 1 1,-4 4-880,1 0 0,-5-1-145,5-3 0,-5 5 879,5 2 0,-6 23 0,3 5 0</inkml:trace>
  <inkml:trace contextRef="#ctx0" brushRef="#br0" timeOffset="4481">1411 2250 10154,'0'17'520,"0"-2"0,-1 2-516,-3 1 0,-2 7 85,-5 0 1,0 5-474,0-4 1,-1 3 298,-3-3 0,2 3-743,-6-3 1,6-1 372,-2-2 0,3-6-1064,1-3 1519,0-6 0,5-3 0,16-35 0,8-7 0</inkml:trace>
  <inkml:trace contextRef="#ctx0" brushRef="#br0" timeOffset="4721">1566 2272 7778,'11'0'444,"0"0"178,-5 0 1,-1 6-174,-5 5 1,-2 1-142,-1 7 1,-3-1 0,-5 4 0,-2 1-79,-1 3 0,1-3-350,-1 3 0,1 1 162,2-1 1,2-2-832,1-5 1,-1 1-42,1-1 0,3-3-1192,2-2 2022,-4-6 0,21-13 0,-1-7 0</inkml:trace>
  <inkml:trace contextRef="#ctx0" brushRef="#br0" timeOffset="5148">1929 1566 7150,'-1'-6'1029,"-2"2"0,0 4-569,-4 4 1,-2 4-191,-6 6 0,0 7-20,-4 5 0,-2 9-32,3 2 1,-2 1-13,2 2 1,2 2-1064,5 6 1,1-7 534,3 4 0,2-9-311,5 1 1,1-9 248,3-6 1,2-5 383,5-6 0,34-39 0,9-10 0</inkml:trace>
  <inkml:trace contextRef="#ctx0" brushRef="#br0" timeOffset="5598">2051 1688 7794,'0'-11'144,"0"3"319,0 1-164,0 4 0,1-5-127,3 4 0,2 0 25,5 4 0,0 0-213,0 0 0,3 0 89,1 0 0,0 4-233,-4 0 1,0 4 137,0 0 1,-1 2-311,-3 1 0,-2 0 206,-5 0 1,0 0-110,0 0 1,0 0 42,0 0 0,-5 0 94,-2 0 0,-3 0 165,-1 0 1,-1-4-87,-3 0 1,3-3 51,-3 4 0,3-6-67,1 2 1,0 1 2,0-2 0,3 1 31,1-4 0,3 0-126,-3 0 78,5 0-11,-3 0 32,5-5 1,5 3 14,2-6 0,-1 6-41,1-2 0,1-1 28,3 1 0,1 1 119,3 3 0,-3 0-68,3 0 0,-3 0 69,-1 0 0,0 0-57,0 0 1,0 5 133,0 2 1,0 3-26,0 1 1,-5 1-32,-2 3 1,-3-2 73,-1 6 0,-6-2-99,-5 1 1,-5 2-157,-6-5 1,0 0 100,0 0 1,0-4-722,0 0 0,3-1 86,1-6 599,0-1 0,5-22 0,4-6 0</inkml:trace>
  <inkml:trace contextRef="#ctx0" brushRef="#br0" timeOffset="5856">2293 1511 7794,'8'0'760,"-1"0"1,-3 0-288,3 0 0,2 5-105,5 2 1,0 4-52,4 4 0,-3 4-74,3 6 0,-3 0 110,3 4 0,-6 4-147,-1 4 0,-4 3-402,-7-3 1,-3 4-259,-4-5 1,-2 1-630,-9-4 0,-4-6-1109,-4-5 2192,0-5 0,-10-25 0,-5-6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48.990"/>
    </inkml:context>
    <inkml:brush xml:id="br0">
      <inkml:brushProperty name="width" value="0.08571" units="cm"/>
      <inkml:brushProperty name="height" value="0.08571" units="cm"/>
    </inkml:brush>
  </inkml:definitions>
  <inkml:trace contextRef="#ctx0" brushRef="#br0">11 749 7942,'8'0'346,"-1"0"-126,0 0 1,8-4 98,0 1 0,2-1-85,1 4 1,2 0-144,9 0 0,1 0-329,3 0 1,3-1-562,1-3 1,-1 3 474,-7-3 324,3 3 0,-14 6 0,3 1 0</inkml:trace>
  <inkml:trace contextRef="#ctx0" brushRef="#br0" timeOffset="175">0 914 7883,'11'-1'291,"0"-3"0,4 3 554,0-2 1,8-2-815,-1 1 1,7 0 31,1 4 1,2 0-2414,1 0 2350,0 0 0,10-9 0,2-4 0</inkml:trace>
  <inkml:trace contextRef="#ctx0" brushRef="#br0" timeOffset="825">1588 121 7804,'0'-15'179,"1"0"0,1 1 0,3-1 0,1 0 559,3 2 0,2 2-432,4 3 1,3 2-87,8 2 0,-2 3-61,6-2 0,-1 6 61,4 5 0,2 6-171,1 5 1,-5 6 100,2 5 0,-11 7-677,0 3 0,-8 3 111,-3 1 0,-7 0-356,-7 0 0,-8-1 230,-8-3 1,-8 2 169,-6-5 1,-5 0 114,-6-4 1,-1-5 23,-3-2 0,-1-4 534,-2-4 0,3-3-273,8-8 1,-2 2 591,5-6 1,3 0-296,8-7 0,7-2 292,11-5 1,3 0-195,5 0 0,2-4-88,1 0 1,8 1-45,8 3 1,3 0-59,3 0 0,7-3 79,5 3 1,5-2-71,-2 5 0,3 2-261,1-1 0,0 1 48,0-2 1,-5 3-1283,-2 5 0,-4 0 655,-3 0 0,-8 2-1571,-8 1 2169,-6 4 0,-43 18 0,-14 5 0</inkml:trace>
  <inkml:trace contextRef="#ctx0" brushRef="#br0" timeOffset="1125">1246 981 7832,'5'-7'2021,"-3"-1"-1472,6 4 1,2-3-329,8 3 0,6 0 196,13 4 0,7-3-143,8-1 1,13 0 252,8 4 1,9-1-373,10-2 1,-7 1-112,-1-1 0,-14 1 123,-8 2 1,-10 0-1177,-8 0-347,-15 5 140,-13 1 1,-21 5-175,-9 0 1,-7-3 181,-5-1 1208,-2 1 0,-44 3 0,-10 0 0</inkml:trace>
  <inkml:trace contextRef="#ctx0" brushRef="#br0" timeOffset="1570">772 1554 7832,'-5'-11'-263,"4"0"442,-3 0 0,-1 3 440,2 1 1,-1-4-368,4-4 0,5 1-36,2 3 1,4 0-102,4-1 0,6 1 46,4 0 1,6 4 6,-2 0 1,3 3 40,1-3 0,0 4-121,1 0 1,-3 6-70,-1 5 1,-4 3-233,-8 3 1,0 7 188,-7 5 0,-2 5 90,-9-2 1,-5 4-16,-2 4 0,-8 2-94,-3 5 1,-5-4-812,-2 1 0,-5-2 298,-6 1 1,-4 6 586,-4-6 1,0 1 13,0-8 0,-4-1 81,1-3 1,-4 0 321,7-7 1,4-3-197,10-12 1,8-2 64,8-5 1,6-1-43,5-3 1,1-7-303,2-7 1,7-7 137,4 0 0,6-6-296,8 2 0,7 0-110,5 0 1,6 3-119,1-3 1,0 4-176,4 0 1,-3 3 2,-1 3 585,-4-2 0,2 14 0,-2-3 0</inkml:trace>
  <inkml:trace contextRef="#ctx0" brushRef="#br0" timeOffset="2218">1268 1620 7852,'6'-11'311,"-2"0"113,2 0 117,-5 0 1,9 1-148,-3 3 0,0-2-156,0 5 1,4-3-1,4 3 0,0 1-254,0 3 1,-3 0-79,3 0 0,-3 0-52,-1 0 0,0 5-27,0 2 0,-4 8 67,-4 3 0,-3 3-210,-3 1 0,-4 1 111,-4 3 0,0-3-34,0 3 1,0 1 83,0-1 0,2 3 15,1-3 0,0-1 45,4-3 1,-3-3-2,3-1 1,-1-1 96,1 2 1,3-3-175,-3-5 184,3-5-84,1 4 1,5-10 176,2 0 0,3-5-3,1-6 0,0 0 28,0 0 1,2-4-120,1 0 1,-1-4 13,1 0 1,2 0-240,-1 0 0,0 0 73,-4 4 1,-2 0-24,-1 4 0,0 4 52,-4 0-234,0 4 0,-6-1 110,-1 8 1,-2 3 189,-2 8 1,-3-1 21,2 4 1,-1 0 24,-2 4 0,4-1 63,4-2 0,2 1-140,1-1 0,0 0 366,0 0 1,4-3-123,4-5 0,6-5 169,5-2 1,-1-3-88,4-1 0,-1-10 736,8-5 1,-3-8 48,4-3 0,-6-8-490,2 1 1,-8-3-467,-3 3 1,-3 0 28,-1 0 0,-5-4-828,-2 1 0,-3-1 507,-1 4 0,0 5-520,0 2 0,0 6 734,0 2 0,-5 34 0,-1 5 0</inkml:trace>
  <inkml:trace contextRef="#ctx0" brushRef="#br0" timeOffset="2585">1676 2006 7825,'6'5'708,"-1"-3"-380,-5 5 0,0 1-147,0 3 1,0 5-83,0 2 0,-5 4-180,-2 4 0,-3-2-16,-1 6 1,0-2 101,0 1 0,-4-2-284,0-5 0,1 0 165,3 0 1,0-4-1173,0-4 640,0-1 646,0-7 0,14-21 0,5-10 0</inkml:trace>
  <inkml:trace contextRef="#ctx0" brushRef="#br0" timeOffset="2802">1753 2050 7825,'6'-5'501,"-1"4"0,-4-4 36,3 5 1,-3 1 85,3 3 0,1 3-239,-1 8 0,-1 2-120,-3 5 0,0 1-458,0 3 1,-5 1 194,-2 2 1,-7 3-347,0-2 1,-5-2 298,5 1 0,-5-4-1424,5 0 1,-5-3 1469,5-3 0,-1-13 0,4-7 0</inkml:trace>
  <inkml:trace contextRef="#ctx0" brushRef="#br0" timeOffset="3360">2106 1278 7882,'-5'-6'773,"-2"2"0,-3 9-511,-1 6 1,-5 6-70,-2 9 1,-4 2 20,-4 5 1,4 7-395,0 4 0,0 1 203,3 6 1,8-8-938,4 1 1,4-8 545,3-3 0,9-5 368,2-6 0,47-24 0,8-7 0</inkml:trace>
  <inkml:trace contextRef="#ctx0" brushRef="#br0" timeOffset="3819">2205 1377 7882,'11'0'0,"0"0"0,0-3 0,0-1 0,0 0 0,0 4 0,0 0 69,0 0 0,0 2-25,0 1 0,0 0-235,0 4 1,-3-3 16,-1 3 0,-4 0 115,0 4 1,-2 0 33,-1 0 0,-4-3 73,-4-1 0,-3 1-81,-3 3 1,0 0 8,-4 0 0,4-4 47,-1 0 1,3-3-30,1 3 1,0-4 42,0 0-289,5 4 259,-4-6 14,9 4-52,-4-5 52,5 0-38,5 0 1,-3 0 31,6 0 1,-1 0-18,4 0 6,0 0 1,0 0 103,0 0 0,0 1-62,0 3 0,0 1 203,0 2 1,0 3-71,0-3 1,-3 3 23,-1 1 0,-4 0-63,0 0 0,-2 1 113,-1 3 0,-4-2-233,-4 6 0,-3-6-163,-4 2 0,-2 1-358,-5-2 1,1 0 290,3-7 1,-2 2-452,6-5 0,-2-1 661,1-3 0,13-19 0,-2-6 0</inkml:trace>
  <inkml:trace contextRef="#ctx0" brushRef="#br0" timeOffset="4044">2437 1311 7882,'11'0'134,"0"1"58,0 3 1,0 2 254,0 5 1,3 5-80,1 3 0,1 3-87,-1 3 0,-3 5-140,3 6 0,-8-1-98,-3 2 0,-4 1-408,-4-2 0,-6 0 288,-4-7 0,-7-2-1048,-1-5 1,-2-5 1124,-5-2 0,-5-17 0,-5-6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5:54.944"/>
    </inkml:context>
    <inkml:brush xml:id="br0">
      <inkml:brushProperty name="width" value="0.08571" units="cm"/>
      <inkml:brushProperty name="height" value="0.08571" units="cm"/>
    </inkml:brush>
  </inkml:definitions>
  <inkml:trace contextRef="#ctx0" brushRef="#br0">605 43 7885,'6'-5'344,"-2"-2"0,-3-3 2051,-1-1-1945,0 5 0,-2 2 253,-6 8 1,-1 7-282,-13 7 1,-3 14 343,-8 9 1,-6 21-436,-5 15 1,18-26-1,-1 2-482,-2 5 1,-1 2 0,0 9 0,0 3 155,0 3 0,1 1 0,3 1 0,1 1-115,-1-1 0,1 0 0,4-1 0,2-2-190,4-4 1,1 0 0,2-5 0,3-1 82,5-8 1,1-1 0,0-3-1,2 0-615,5 47 1,7-3 201,7-12 1,4-9-320,4-16 1,-3-9 199,3-6 1,-4-6 76,-4-9 1,-2-3 671,-5-8 0,-5 1 0,-2-8 0,-3-3 0</inkml:trace>
  <inkml:trace contextRef="#ctx0" brushRef="#br0" timeOffset="1677">771 661 7973,'-7'-5'987,"3"3"1,4-4-619,0 3 81,0 1-491,0-7 1,0 3-65,0-6 1,4 5-90,4 0 1,2-1 52,1-3 1,1 4 166,3 0 0,-3 3-256,3-3 1,-3 1-116,-1-2 131,5 3 1,-4 5 22,3 0 98,-3 0 1,-2 5-48,-3 3 1,-2 6-91,-5 5 0,0 1 172,0 3 1,-1 3-11,-3 4 0,2-1 54,-6 4 0,2-6-80,-1 6 1,-2-2 97,6 2 0,-5-4-90,5 1 0,-5-7 303,4-1-153,1 0 1,3-10 54,0 3 0,1-7-89,3-5 0,2-2-5,5-1 0,0-4-151,0-4 1,4-3 132,-1-4 1,2 0-216,-1-4 1,-3-2 116,3 3 1,-3-3 81,-1-1 1,-1 1-3,-3 3 0,2-3 125,-5 3 1,0 2-35,0 1 1,-3 6-28,3 2-115,-3 5 1,-1-2 74,0 8 1,-3 3-37,-1 8 1,-3-2 38,3 6 1,0-1-165,4 4 1,0 4 64,0-1 1,0 1-179,0-4 0,5 0 242,2 0 1,3-5 66,1-2 0,0-7 203,0-5 1,0-2 451,0-1 1,0-6-28,0-5 0,0-5-279,0-6 0,-1-5 240,-2-2 0,0-3-196,-4-1 0,3-4-694,-3 1 0,0 0-233,-4 7 1,0-2-465,0 5 1,3-2 949,1 6 0,0 22 0,-4 14 0</inkml:trace>
  <inkml:trace contextRef="#ctx0" brushRef="#br0" timeOffset="1876">1300 914 7973,'0'15'29,"0"0"1,0 3 664,0-3 1,-4 4-180,0 0 0,1 5-439,3 2 1,-2 1 78,-1-2 1,2-1-659,-3 1 1,-1-1 265,1-2 1,-1-1-144,2-3 1,0-1-135,-4-2 1,3-7 513,-3 3 0,-5-2 0,-5 2 0</inkml:trace>
  <inkml:trace contextRef="#ctx0" brushRef="#br0" timeOffset="2118">1432 969 7938,'5'-6'2151,"-4"1"-1227,4 5-571,0 5 0,-4 5-2,3 5 0,-3 4-131,-1 0 1,0 1-179,0 2 1,0 5-201,0 3 0,0-2-381,0 1 0,-4 0-114,1 0 1,-2-1 343,1-2 0,2-8 309,-6 1 0,6-21 0,-3-5 0</inkml:trace>
  <inkml:trace contextRef="#ctx0" brushRef="#br0" timeOffset="2603">1542 65 8283,'-11'-1'0,"0"-1"1073,0-2 1,0 5-506,0 6 1,-4 8-7,1 4 0,-1 3-202,4 3 0,0 4-284,0 4 1,4 5-842,-1 2 1,6 3 512,-2 1 0,3-5-552,1-2 1,1-4 414,3-4 1,2-3 388,5-8 0,20-21 0,4-11 0</inkml:trace>
  <inkml:trace contextRef="#ctx0" brushRef="#br0" timeOffset="3071">1686 231 7946,'0'-8'150,"0"1"1,0 3 824,0-3-722,0 4 1,4-1-33,4 4 1,2 0-130,1 0 0,0 3 77,0 1 0,0 4 52,0 0 0,0 0-146,0 0 0,-1 2-519,-3-3 1,2 3 198,-6 1 1,1-4-522,-4 0 524,0 1 1,-1 3 114,-3 0 0,-2-4 245,-5 1 1,0-2-110,0 1 1,0-1 67,0-2 0,0-3-87,0 3 1,0-3-76,0-1 0,3 1 19,1 3 20,4-3 7,-1 4-2,4-5 40,0 0-33,4 0 0,-1 0 172,4 0 0,-3 0-43,3 0 25,1 5 1,3 0-74,0 2 0,0 2 12,0-6 0,0 6-57,0-2 0,0-1 41,0 2 0,-4 0-76,1 7 0,-2-3 63,1 3 1,-2 1-134,-5-1 0,-5 1 67,-2-2 0,-4-2-619,-4 3 0,-2-3 44,-5-1 611,0-4 0,-15-12 0,-3-8 0</inkml:trace>
  <inkml:trace contextRef="#ctx0" brushRef="#br0" timeOffset="3310">1840 109 7940,'11'-7'984,"0"0"0,-4 4-489,1 0 1,3 1-129,3 2 1,6 5 207,-2 3 0,3 5-150,1 2 0,0 6-265,0 1 0,-3 1-127,-1 6 0,-6-3-266,-1 3 1,-5 1-876,-6 3 0,-2 4 703,-5-1 0,-3-4-1149,-12-6 1,2 0 1553,-5-4 0,-18-3 0,-4-8 0</inkml:trace>
  <inkml:trace contextRef="#ctx0" brushRef="#br0" timeOffset="4076">2623 683 8063,'6'-11'0,"-1"0"527,0 0 0,-4 0-157,2 0 0,-1-1 549,-2 1-475,-5 0 0,-3 2-152,-6 1 0,0 0-161,-4 4 0,-2 0 87,-5 4 1,0 2-187,-4 1 1,1 7 28,-2 5 1,3 1-418,5-2 1,1 2-454,3 3 1,2 2 435,5-3 1,5 3-296,2 1 1,4-4 231,4 0 0,0-4 18,7 1 0,2-4 80,9-4 1,0 2 108,0-6 1,1 0 249,3-7 0,-3 2-46,3-6 1,-6 1 375,-2-4 1,-3-4-213,3 0 1,-6 1-95,-1 3 1,-1-4 4,-6 0 0,3 1 64,-3 3 1,0 3 417,-4 1 2572,0 5-1614,0-3-1111,-5 5 1,2 5-336,-4 2 1,5 4 106,-2 4 0,3-2-359,1 5 1,0 2 150,0 6 0,-4 1-505,0 2 0,-1 4 146,2 0 1,-3 0-34,-5 4 1,0 2 204,-1 2 1,1-3 57,0-2 1,0-6 544,0-4 0,2-1-126,1-3 1173,-2-2-688,9-14-239,-4-1 1,5-10-257,0-2 1,5-4-282,3-4 0,5 1-117,2-4 0,6-4 162,1-4 1,5-1-980,6 2 1,0 1 434,0-1 0,-5 5 557,-2 2 0,2 9 0,0-1 0</inkml:trace>
  <inkml:trace contextRef="#ctx0" brushRef="#br0" timeOffset="4693">2799 1168 7870,'0'-8'334,"0"1"885,0 0-187,0 1-423,0 1 0,0 6-188,0 3 0,0 2-72,0 5 1,0 5-137,0 2 1,0 4-738,0 4 1,0-2 393,0 6 0,0-6-517,0 2 1,0 1 646,0-1 0,-5 4 0,-1-2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00.504"/>
    </inkml:context>
    <inkml:brush xml:id="br0">
      <inkml:brushProperty name="width" value="0.08571" units="cm"/>
      <inkml:brushProperty name="height" value="0.08571" units="cm"/>
    </inkml:brush>
  </inkml:definitions>
  <inkml:trace contextRef="#ctx0" brushRef="#br0">98 34 7835,'0'-6'-57,"0"-4"970,0 4-367,0-1-323,0 3 0,-5 6 364,-2 5 0,-2 2-176,2 9 1,-5 2-148,5 6 1,-6 2-220,6 5 0,-2 0-193,2 0 1,1 1-869,2 3 0,3-4 559,-3 0 1,8-5-1317,3-6 1773,3-4 0,26-17 0,5-9 0</inkml:trace>
  <inkml:trace contextRef="#ctx0" brushRef="#br0" timeOffset="1203">209 166 7455,'0'-6'809,"0"-4"-777,4 9 1,-1-8 104,4 6 0,-3-1-129,3 4 1,-3-4 36,3 1 0,1-1 50,3 4 1,0 0-155,0 0 1,0 0 104,0 0 1,0 0-339,0 0 193,0 5 1,-1 1-15,-3 5 1,-2 0 70,-5 0 0,-4 1 4,1 3 1,-10-3 21,2 3 0,-3-3-10,-1-1 0,1 0 187,-4 0 1,5 0-49,-2 0 0,3-3 20,1-1 0,0-3-36,0 3 0,4-3 177,4 3-207,1-5 1,2 5-27,0-4 1,2-2-62,1 3 0,4-1-160,4 0 0,0-2-40,0 3 1,3-3 87,1-1 1,3 0-442,-3 0 0,3 0 199,-3 0 1,3 0 373,-3 0 0,29-29 0,4-8 0</inkml:trace>
  <inkml:trace contextRef="#ctx0" brushRef="#br0" timeOffset="1444">473 23 7837,'-7'-10'1603,"-1"2"-1288,6 4 1,-2 4 22,8 0 1,2 4 130,5 4 1,5 5-49,2 2 1,3 6-113,1 1 0,4 1-169,0 7 0,-4-2 70,-4 1 0,-6 3-735,-1-3 1,-4 3 429,-7 1 1,-3-1 140,-4-2 1,-5-5-47,-11-6 0,-23 1 0,-7-2 0</inkml:trace>
  <inkml:trace contextRef="#ctx0" brushRef="#br0" timeOffset="1987">1300 739 7757,'11'0'35,"0"0"1,-4-3 916,1-1-210,-1 0-360,-1 4 1,-1-1 6,-5-3 0,-2 3-28,-6-3 0,-4 3-185,-10 1 1,-5 0 52,-2 0 0,-7 0-390,-1 0 0,1 0 182,3 0 1,1-1-915,2-3 0,0 3 474,4-3 1,1 3-368,7 1 1,2 0 785,5 0 0,29-10 0,8-2 0</inkml:trace>
  <inkml:trace contextRef="#ctx0" brushRef="#br0" timeOffset="2169">1113 607 7779,'0'-11'-29,"0"0"1,0 4 1911,0-1-739,-5 6 190,3-8-925,-2 9 1,7 1 277,1 7 1,1 4-347,-2 4 0,0-2-185,4 6 1,-4-1-334,0 4 0,2 4 197,-1-1 1,0 5-1232,-4-4 1,0-1 653,0-3 1,0 0-2444,0 0 3000,0 1 0,-5-11 0,-1-2 0</inkml:trace>
  <inkml:trace contextRef="#ctx0" brushRef="#br0" timeOffset="3061">1774 453 7359,'0'-11'-840,"0"0"1434,0 0 0,1 3-200,3 1 1,-2 3-187,6-3 0,-1 3-130,4-3 0,0 3 54,0-3 1,1 4-81,3 0 0,-3 1 112,3 2 0,-3 0-146,-1 0 0,-1 5 67,-3 3 1,-2 3-262,-5 3 0,0 4-47,0 4 1,-1 0-33,-3 0 0,0 1-70,-4 3 1,0-2 88,4 6 0,0-6-59,4 2 1,-3-2 42,-1 2 0,0-3-8,4 3 0,0-6 260,0-2 0,0-5 0,0 2 0,0-3 0,0-5 0,1-3 41,3-4 0,1-4-67,2-4 0,3-5 437,-2-2 1,5-5-194,2 2 1,-1-3 124,-3-1 1,4 0-49,0 0 0,1 0-83,-2 0 1,-1 1-136,1 3 0,-5 2-152,-2 5 0,-3 0-574,3 0 371,-4 5 65,2 1 1,-7 11 53,-1 5 1,0 1 47,-4 6 0,3 0 20,-3 0 1,3 3-12,-3-3 1,4 3 0,0 1 0,2-1 2,1-3 1,1 2 267,2-5 0,4-1-68,4-3 1,1-1 483,3-3 1,2-2-251,5-5 0,0-6 468,0-5 0,4-6-277,-1-9 0,0-1-17,-7-2 1,1-7-195,-8 3 1,1-2-242,-8 2 1,3-4-521,-3 0 1,-1 1 357,-3 2 1,-1 3-1315,-3 1 1,3 5 1401,-3 6 0,-2 18 0,0 8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05.116"/>
    </inkml:context>
    <inkml:brush xml:id="br0">
      <inkml:brushProperty name="width" value="0.08571" units="cm"/>
      <inkml:brushProperty name="height" value="0.08571" units="cm"/>
    </inkml:brush>
  </inkml:definitions>
  <inkml:trace contextRef="#ctx0" brushRef="#br0">109 848 7827,'0'-6'1487,"0"-4"-1218,-5 9 1,4-3 59,-2 8 1,0 0-121,-1 7 1,2 2-125,-5 9 0,3 0 92,-3 0 0,0 4-151,0 0 0,-3 3 87,3-3 0,1 5 92,-2-2 1,5-3-1867,-5-4 1,5-5 788,-5-6 1,6 0 871,-2 0 0,8-24 0,2-7 0</inkml:trace>
  <inkml:trace contextRef="#ctx0" brushRef="#br0" timeOffset="411">253 881 7827,'11'-6'55,"0"-4"-55,0 3 0,0 1 580,0-1 0,1 4-160,3-1 1,-3 3-58,3 1 0,1 0-154,-2 0 1,1 5-83,-4 3 1,-1 1 39,-3 2 1,-2 5-166,-5 3 0,0 1-24,0 3 0,-6 2 89,-5 1 0,-4 0-186,-3-4 0,-3 3 41,3 1 1,-7-4-71,-1-3 0,1-2 49,3 1 1,0-2-51,0-5 1,1-1-109,2-3-87,3 3-371,10-9 451,1-1 1,8-6 250,4-5 0,1-1-130,6-3 0,0 3 483,0-3 1,0 4-197,4 4 0,-3-2 144,3 6 1,-3-5-31,3 5 1,-3-2 121,4 1 1,-5 3-130,5-3 0,-6 3-64,2 1 1,-3 5-349,-1 2 0,0-1 116,0 2 0,-1-5-929,-3 5 0,2-5 89,-6 5 885,1-6 0,-19 3 0,-3-5 0</inkml:trace>
  <inkml:trace contextRef="#ctx0" brushRef="#br0" timeOffset="886">440 143 7810,'0'-11'163,"0"0"0,0 0 306,0 0-49,0 0 5,0 0 1,1 4 208,3 4 52,-3 2-284,4 1 0,-5 8-137,0 3 0,0 9-365,0 2 1,0 1 149,0 6 1,-4 1-211,1 3 1,-5 0 166,5 0 1,-5 0-1176,5 0 0,-1-1 527,4-3 0,0-2 641,0-5 0,44-14 0,11-4 0</inkml:trace>
  <inkml:trace contextRef="#ctx0" brushRef="#br0" timeOffset="1345">716 132 7834,'0'-11'722,"0"0"-57,0 5-391,0-4 0,1 9-51,3-3 0,2 3-122,5 1 0,0 1 80,0 3 1,0 2-85,0 5 1,0 0-49,0 0 0,0 0-198,0 0 1,-4 3-358,1 1 0,-6 0 0,2-4 186,-3 5 0,-5-4 64,1 3 0,-6-4 252,2-4 0,-3 2-110,-1-6 0,0 1 207,0-4 1,0 0-27,0 0 1,3 0-69,1 0-68,0 0 1,-1 0 40,1 0 214,5 0-202,-3 0 1,5-1 245,0-3-253,0 3 142,0-4 0,5 5-104,2 0 0,3 0 16,1 0 0,0 1 3,0 3 0,1-2 4,3 6 0,-3-1-60,3 4 0,1 0 43,-2 0 1,-3 0-297,-3 0 0,-6 4 86,2 0 0,-8 1 34,-3-2 0,-4-2-48,-4 3 0,-3-3-197,-8-1 0,3-3 193,-3-1 1,3-4 206,1 0 0,0-16 0,0-6 0</inkml:trace>
  <inkml:trace contextRef="#ctx0" brushRef="#br0" timeOffset="1585">848 10 7855,'11'0'0,"-4"-1"628,1-2 1,-1 1-183,4-1 1,1 10 309,3 4 1,-2 11-278,6 0 1,-2 8-87,1-1 1,2 6-481,-5 2 0,-2 1-392,-5-1 1,-4-4-1142,-4 0 1,-1-1 900,-2-6 1,-7-6 718,-5-5 0,-24 2 0,-3 0 0</inkml:trace>
  <inkml:trace contextRef="#ctx0" brushRef="#br0" timeOffset="2367">1741 639 7852,'5'-12'0,"1"-2"234,0-1 0,-1 1 140,-5 3 0,4 0-2,-1 0 1,0 0 43,-7 0 1,-2 0-186,-5 0 0,-1 0-12,-3-1 0,-3 5-240,-8 0 0,3 4 103,-3 0 1,3 3-252,1 3 0,0 3 61,0 5 0,3 4-102,1 0 0,4 4 57,0 0 0,6 0 100,5 0 0,1 2-710,2-3 0,0-1 293,0 2 0,2-6 226,1 2 0,5-7 42,6 0 1,0-6 231,4 2 1,-1-3 77,2-1 0,0-5 39,-4-2 0,1-3 84,-1-1 1,-3 0-112,3 0 0,-3 0 381,-1 0 0,-4 0 153,0 0-260,1 5 1,-1-3 274,1 5-410,-6 1 0,7 8-67,-6 2 1,1 4-71,-4 4 1,4 3-89,-1 8 1,5 2 29,-5 5 1,5 4-618,-5 0 1,1 4 306,-4 0 1,0 0-476,0 0 0,0-3 302,0-5 1,-5-4 248,-2 1 1,-2-11 189,2-1 743,-3-9-83,4-4 0,0-6-375,2-3 1,4-2 57,4-5 1,2-1-40,5-3 1,1-1-30,3-2 1,2-3-52,5 2 1,4 2-1140,0-1 1,0 4 540,0 0 0,-1 3 354,4 3 0,30 4 0,11 4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10.529"/>
    </inkml:context>
    <inkml:brush xml:id="br0">
      <inkml:brushProperty name="width" value="0.08571" units="cm"/>
      <inkml:brushProperty name="height" value="0.08571" units="cm"/>
    </inkml:brush>
  </inkml:definitions>
  <inkml:trace contextRef="#ctx0" brushRef="#br0">67 1290 8527,'0'-6'880,"0"1"1,0 4-344,0-3-108,0 3-296,0-4-131,4 0 1,3 4-86,4-3 0,0 3 199,0 1 1,3 0-11,1 0 0,5 0-655,-2 0 1,-2 1 269,-1 3 0,1-2-506,-2 6 511,1-1 1,-9 4-10,-2 0 0,-3 0 135,-1 0 0,-5 0-28,-2 0 0,-7 0 227,0 0 1,-6 0-55,2 0 0,-2-1 233,2-3 0,0 3-119,4-2 0,2-2 258,-3 1 0,6-3-155,2 3 1,4-3 379,0 3-310,2-4 1,2 5-92,2-4 1,4-1-159,4-3 1,5 4 63,2 0 1,3-1-228,1-3 0,5 0 63,2 0 1,2 0-1781,-2 0 1845,3 0 0,11-9 0,8-4 0</inkml:trace>
  <inkml:trace contextRef="#ctx0" brushRef="#br0" timeOffset="698">11 144 7785,'5'-7'-599,"-3"-2"239,1 1 1798,-2 3-489,4-4-82,-3 2-289,3 1-233,-5 1 1,0 7-24,0 1 0,-4 5 67,0 6 1,-3 3-93,3 6 1,-3 3-80,3 4 0,0 2-460,4 1 1,0 1 216,0 3 1,0-3-955,0 3 1,2-3 121,1-1 0,5-5-272,6-2 1,0-9 70,4-6 1058,1-5 0,27-35 0,7-8 0</inkml:trace>
  <inkml:trace contextRef="#ctx0" brushRef="#br0" timeOffset="1024">221 254 7785,'11'-5'0,"0"2"254,0-4 1,-2 5-37,2-2 0,-7 3-13,8 1 0,-4 0 13,3 0 0,-4 0-9,1 0 0,-2 1-4,1 3 1,-2-2-333,-5 5 0,0 1-39,0 3 1,0-4-45,0 0 0,0 1 149,0 3 0,-5 0 106,-2 0 0,1 0 81,-2 0 0,1 0-65,-4 0 1,0 0-56,0 0 1,1 0 64,3 0 1,-3 0-223,3 0 86,-3 0 0,4 0-75,2 0 0,3-3-275,1-1 0,6-3 180,5 3 0,6-5-519,9 2 1,-2-3 111,6-1 642,-1 0 0,44-24 0,9-7 0</inkml:trace>
  <inkml:trace contextRef="#ctx0" brushRef="#br0" timeOffset="1283">441 55 7785,'0'-11'0,"-3"0"666,-1 0 130,0 0 240,4 5-386,0 1 1,5 11-247,3 5 1,6 5 255,5 6 0,2 2-241,1 1 0,3 3-659,1 6 1,0 2 214,-4 1 1,-5 5-663,-2-2 1,-8-2-307,-3-1 1,-4-8 992,-4-3 0,-27-8 0,-10-2 0</inkml:trace>
  <inkml:trace contextRef="#ctx0" brushRef="#br0" timeOffset="1702">1290 882 7802,'11'0'0,"0"0"334,0 0 1,0 0 182,0 0 745,-4 0-817,-3 0 0,-5 0-69,-2 0 1,-10 0-202,-9 0 1,-5 0-128,-6 0 0,-5-1-190,-2-3 0,1 3 161,-2-3 1,7 2-809,1-2 0,1 3 364,6-3 0,2 3-1668,5 1 2093,3 0 0,30-5 0,6-1 0</inkml:trace>
  <inkml:trace contextRef="#ctx0" brushRef="#br0" timeOffset="1900">1070 750 7802,'0'-11'372,"0"0"1,-1 5 1453,-3 2-1038,3 3 1,-4 2-317,5 3 0,3 2-36,1 5 1,3 4-131,-3-1 1,5 6-255,-2-2 1,2 3-94,-2 1 0,2 0-921,-6 0 1,1-3-39,-4-1 1,4-1-2117,-1 1 3116,1 3 0,35-23 0,10-1 0</inkml:trace>
  <inkml:trace contextRef="#ctx0" brushRef="#br0" timeOffset="2683">1632 607 7680,'0'-11'0,"0"-1"-731,0 1 932,5 0 1,-4 0 1211,3 0-993,2 0-213,0 0 0,5 4-186,0 0 31,0 4 0,0-2-149,0 5 1,-3 2 93,-1 1 0,-1 5-7,1 6 1,-2 0-114,-5 4 1,0 2-90,0 5 1,0 0-82,0 4 1,-1-3 98,-3 3 0,3-3-44,-3 4 0,3-6 76,1 2 0,0-3-77,0-1 0,0-4-50,0 1 190,5-6 1,1-2 163,5-7 0,0-3-109,0-1 1,2-1 73,1-3 0,-1-5-65,1-6 0,-2-1 194,0 1 0,-1 2 25,0-6 1,-4 5 4,0-5 1,-3 6-130,3-2 0,-4 3 71,0 1-110,-1 0 1,-2 3 110,0 1-206,-5 5 1,0-2 77,-3 8 0,0-2-73,4 5 0,1 2-8,3 6 1,0-3 28,0 3 1,0-2 95,0 2 0,1-3-62,2 3 0,2-2 142,3 2 1,3-3-82,0 3 0,0-6 315,3-2 0,4-5-127,0 2 1,3-3 488,1-1 0,0-5-157,0-2 1,-4-8 8,1-3 1,-6-4-313,2-4 0,-8 2-230,-3-6 1,-3-3 34,-1-4 0,-6-3 83,-5 3 1,-1-3-775,-7 3 0,2 5 393,-1 6 0,-1 4-2583,8 4 2812,-2 7 0,26 36 0,1 11 0</inkml:trace>
  <inkml:trace contextRef="#ctx0" brushRef="#br0" timeOffset="3350">2172 1147 7798,'0'-8'763,"0"1"-108,0 5 39,0-3-415,0 5 1,0 5-48,0 2 0,4 6-178,0 2 0,4 5 127,-1-2 0,0 3-574,0 1 0,-1 0 267,1 0 0,-2-4-838,-5 1 0,4-2 455,0 1 0,-1 2 509,-3-5 0,-19-15 0,-6-8 0</inkml:trace>
  <inkml:trace contextRef="#ctx0" brushRef="#br0" timeOffset="3801">2327 1114 7798,'6'-11'-355,"3"-3"248,-1 3 1,-2-1 680,1 8 0,2-3-222,6 3 1,-3 1-193,3 3 0,-2 1-213,2 2 1,-3 2 67,3 3 1,-3 1-16,-1-1 0,-5 2 77,-2 1 1,-3 1-256,-1 3 0,0-3 87,0 3 1,-5-3-158,-2-1 1,-3-4 77,-1 0 0,-4 0 85,0 0 0,1 2 172,3-6 0,0 2-93,0-1 0,0-3 60,0 3-116,0-3 208,0-1-113,0 0 206,4 0-145,3 0 1,5 0-5,2 0 0,4 0-19,4 0 1,0 0-30,0 0 0,3 0-46,1 0 1,1 0 65,-1 0 0,-2 0-143,6 0 1,-5 1 68,5 3 1,-5 2-88,5 5 1,-6 0 84,2 0 1,-4 0-11,-4 0 0,2 4 23,-6-1 0,1 5-11,-4-4 0,-1 3-208,-3-3 0,-3-1 72,-8-3 1,-2 3-230,-5-3 1,-1-3 376,-3-8 0,-36-24 0,-14-7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15.130"/>
    </inkml:context>
    <inkml:brush xml:id="br0">
      <inkml:brushProperty name="width" value="0.08571" units="cm"/>
      <inkml:brushProperty name="height" value="0.08571" units="cm"/>
    </inkml:brush>
  </inkml:definitions>
  <inkml:trace contextRef="#ctx0" brushRef="#br0">44 55 7810,'0'-11'219,"0"0"0,2 5 97,1 3 1,-1 0 98,1-1-207,-2 3 1,-1-2-1,0 6 0,-3 3 162,-1 5 1,-4 2-83,0 1 0,2 5-33,-1 6 1,3 0-250,-3 4 1,4 1-242,0 3 0,1 3-731,2 1 0,0 0 552,0-4 0,5-1-261,3-3 1,1-2 674,2-5 0,15-19 0,4-6 0</inkml:trace>
  <inkml:trace contextRef="#ctx0" brushRef="#br0" timeOffset="460">188 188 7810,'11'-11'-51,"-4"3"150,0 1 0,1 3 96,3-3 0,-4 4 25,1 0 1,-1 2 2,4 1 0,0 0-38,0 0 1,0 4-1,0 4 1,-4 2-241,1 1 0,-2-4 108,1 0 1,-2 1-550,-5 3 420,0 5 0,0-4-66,0 3 0,0-3-3,0-1 0,-1-5-254,-3-2 315,-2 2 1,-5-5-84,0 3 0,4-3 18,-1-1 0,5 0-8,-5 0 69,1 0 20,-4 0 1,4 0 297,-1 0-154,6 0 59,-3 0-98,5-5 297,0 4-206,0-4-44,0 5 73,5 0 1,1 0-69,5 0 0,-4 4 146,1-1 0,-1 6-111,4-2 0,-1 3-67,-3 1 0,3 0-23,-3 0 0,-2 0-124,-1 0 1,-3 4-207,-1-1 0,0 1 153,0-4 0,-5 0 105,-2 0 0,1-1-26,-2-3 0,1-2 64,-4-5 0,-5-14 0,-1-5 0</inkml:trace>
  <inkml:trace contextRef="#ctx0" brushRef="#br0" timeOffset="709">364 77 7864,'7'0'1041,"1"0"-563,-1-4 1,4 4 16,0 0 0,4 6 227,0 8 1,3 4-277,-3 4 0,3 5-374,-3 2 1,3 0 92,-3 4 0,0-2-1120,-4 6 0,-5-4-35,-3-4 1,-1-2 989,-2-5 0,-25 5 0,-6 1 0</inkml:trace>
  <inkml:trace contextRef="#ctx0" brushRef="#br0" timeOffset="1417">1158 485 7864,'6'-11'-95,"-2"0"1,-3 0 0,-1 0 0,0 0 1041,0 0 0,0 0-496,0 0 1,-6 1-157,-5 3 1,-5-3-211,-6 3 0,0 2 85,0 1 1,-4 3-163,0 1 1,1 0-476,2 0 0,3 6 312,1 5 0,3 0-252,5 4 1,2 1 190,1-1 1,3 3-89,5-3 0,5 1 41,3-2 1,1-2 54,2 3 0,5-4 87,3-3 1,-2 0 68,1-4 1,1-1 20,3-3 1,-5 0 179,-3 0 1,2-4 342,-1-4 0,-1 2-264,-7-1 1,1-1 352,-4-3 1,0 0 106,-4 0 56,0 0 41,0 0-444,0 0-202,0 5 0,0 2-34,0 8 1,0 2 63,0 5 1,1 5-151,3 3 1,-3 5-366,3 2 0,2 9 228,1 2 1,-2 1-326,-1 2 1,-3 1-105,-1 3 0,0-4-335,0 1 1,0-11 478,0 0 1,-1-7-324,-3-4 1320,3-8 1,-5-7-446,2-4 1,3-8 686,-3-3 0,3-4-429,1 0 0,4-2 337,-1-5 0,6 4-283,-2-1 0,4 2-223,4-1 0,-2-2-998,6 6 1,3-1 550,3 4 0,6 0-1412,-2 0 1,0 5 1620,0 2 0,5 32 0,6 9 0</inkml:trace>
  <inkml:trace contextRef="#ctx0" brushRef="#br0" timeOffset="2026">1400 1081 7864,'7'-6'760,"-3"-4"-133,1 8 1,-2-6-208,4 4 1,-3 1-127,3 3 1,-3 0-82,3 0 0,1 0-273,3 0 0,3 3-84,1 1 0,0 4-144,-4 0 0,2 2-171,-2 1 0,3 0 243,-7 0 1,-2 0-25,-1 0 0,-3-4 2,-1 0 0,-1 0 168,-3 0 0,-3 2-86,-8-6 1,1 1 228,-4-4 0,5 0 17,-2 0 0,3 0 24,1 0 0,0 0-164,0 0 8,4 0 75,2 0 304,5 0-126,5 0 20,2 0 1,4 0-12,0 0 1,-4 0-11,0 0 1,1 0-227,3 0 1,0 1 130,0 3 1,0-2-189,0 6 0,0-1 49,0 4 1,3 0-14,1 0 0,1 4 58,-1-1 0,-7 2-109,3-1 1,-7-2 138,0 6 1,-3-4 3,-1 3 1,-6-5-345,-5 2 0,-5-6 108,-6-2 1,-5-5-597,-2 2 0,-3-3 339,-1-1 0,-4-1-363,0-3 801,0-7 0,14-25 0,2-11 0</inkml:trace>
  <inkml:trace contextRef="#ctx0" brushRef="#br0" timeOffset="2634">1433 0 8134,'-7'0'422,"0"0"1,-1 0-148,-3 0 0,4 6 155,0 5 1,-1 3-236,-3 8 1,2-1-161,1 8 0,0 2-21,4 6 1,0 1 67,4 2 1,5-1-791,3-2 0,6-7 370,5 4 1,0-10-694,0-2 1,1-6 1030,-1-9 0,11-36 0,5-14 0</inkml:trace>
  <inkml:trace contextRef="#ctx0" brushRef="#br0" timeOffset="2984">1533 111 7784,'0'-8'-505,"0"1"203,0-1 1660,0-3-878,0 5 0,5-2-88,2 4 1,-1 0-99,1 4 1,1 2-90,3 1 0,4 0-74,-1 4 0,1 0 40,-4 4 1,0 0-281,0 1 0,-1 2 114,-3 1 0,2 3-296,-6-3 0,1 1 76,-4-1 0,0-3-75,0 3 1,-5-3 348,-2-1 1,-3 0-113,-1 0 0,0 0 212,0 0 1,0-4-49,0 1 0,5-5 98,2 5-88,3-6-151,1 8 1,6-5-95,5 2 1,1-2-268,7-5 0,-1 1-511,4 3 1,0-3 398,0 3 1,5-3-270,2-1 772,-2-5 0,15-11 0,-1-7 0</inkml:trace>
  <inkml:trace contextRef="#ctx0" brushRef="#br0" timeOffset="3210">1863 33 7784,'-1'-7'1360,"-2"0"-892,1 4 0,2-2 448,8 5 0,1 6-408,2 5 0,7 7 42,4 7 1,1 1-204,6 7 1,-3-1-189,3 8 0,-5-4-1513,-2 1 1,-6 1 882,-9-2 0,-3-4-2325,-8-6 2796,-2-3 0,-34-11 0,-8-2 0</inkml:trace>
  <inkml:trace contextRef="#ctx0" brushRef="#br0" timeOffset="4135">2834 805 7791,'11'0'8,"0"4"286,0-1 179,0 1 0,-2-3 311,-1 3-498,2-3 1,-10 4-34,0-5 0,-6 4 0,-9-1 0,-4 1-226,-6-4 0,-5 0 132,-6 0 0,0 0-463,-4 0 0,0 0 250,0 0 0,2-4-899,5 1 1,4-2 469,-1 1 1,11 3-369,0-3 1,6-1 850,2 2 0,34-11 0,9 2 0</inkml:trace>
  <inkml:trace contextRef="#ctx0" brushRef="#br0" timeOffset="4353">2635 684 7791,'-6'-11'901,"0"1"-124,2 3-350,3-3 1,-4 13-13,5 1 1,0 5-6,0 2 1,1 5 75,3 2 0,2 4-99,5 4 0,-4-3-653,1 3 0,-1-3 229,4-1 0,-1 0-1229,-3 0 0,2-1 131,-5-3 1135,4-2 0,-2-19 0,5-5 0</inkml:trace>
  <inkml:trace contextRef="#ctx0" brushRef="#br0" timeOffset="4944">3264 364 7829,'-7'-18'445,"4"1"0,2 1 703,1 2-677,0 7-170,0-3-79,0 9 1,1-4 208,2 5 0,0 5-97,4 2 1,-3 4-113,3 4 1,1 0 192,3 7 1,-4-2 228,0 10 0,1 4-872,3 7 1,3 1 200,1 3 1,0-1-254,-4 0 1,-4-1 265,1-3 1,-6-2-803,2-5 1,1-6-105,-2-5 294,1-5 347,-4-11 1,0-2 473,0-8 1,0-2-182,0-5 1,1-4 215,3 1 1,-2-5 208,6 5 1,-6-6-217,2 2 0,-2 1-3,2-2 1,-3 1-90,3-4 1,1 3-97,-2 1 1,2 5-16,-1-2 1,2 3-145,5 1 1,0 4-66,0 4 1,5 2 67,2 1 0,3 2-7,1 5 0,5 2-211,3 9 0,1 2 62,3 6 1,-6-3 34,-3 3 0,-7-3 206,-7-1 0,-2 0-84,-5 0 0,-5-1 218,-7-3 0,-11-2 168,-7-5 0,-6-1 202,-4-3 0,-4-2-308,-4-5 1,0 0-117,0 0 1,5-5-1041,2-2 1,9 1 513,6-1 1,2 3 481,9-4 0,22-4 0,14-5 0</inkml:trace>
  <inkml:trace contextRef="#ctx0" brushRef="#br0" timeOffset="5386">3914 1003 7829,'0'-6'1277,"0"-3"-487,0 7 0,0-4 236,0 3-177,0 1 1,1-1-281,3 6 0,-2 5-50,6 6 0,-1 5-354,4 6 0,4 0 44,-1 4 1,2 1-1241,-1 3 0,-3 0 690,3 0 0,-8-5-1780,-3-2 1,1-8 2120,-1-3 0,-20-22 0,-9-7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22.125"/>
    </inkml:context>
    <inkml:brush xml:id="br0">
      <inkml:brushProperty name="width" value="0.08571" units="cm"/>
      <inkml:brushProperty name="height" value="0.08571" units="cm"/>
    </inkml:brush>
  </inkml:definitions>
  <inkml:trace contextRef="#ctx0" brushRef="#br0">34 210 7862,'-7'7'-97,"4"0"1,0-3 168,0 3 0,1-3 279,-1 3 1,-2 2-98,1 6 1,0-2-29,4 5 0,0 4-144,0 4 0,2 5-340,1-2 0,5 3 153,6 1 1,-1 0-48,1 0 1,2-3-129,-1-1 0,1-4 280,-1 0 0,21 3 0,11 1 0</inkml:trace>
  <inkml:trace contextRef="#ctx0" brushRef="#br0" timeOffset="1042">221 298 7862,'-6'-5'266,"1"2"186,5-4 155,0 5-155,0-8-255,0 9 0,1-6 16,3 4 0,2 2-115,5-3 1,0 3 19,0 1 0,4 1-184,-1 3 0,5-2-205,-5 5 0,2-3 179,-1 3 0,-3-1-278,3 2 0,-3 2 171,-1-3 0,-3 3-64,-1 1 1,-5-4-140,2 0 248,-3 1 1,-1 3-26,0 0 1,-1-5-26,-3-2 0,-2-2 67,-5 2 0,0-3-6,0 3 0,4-3 391,0-1 0,-1 0-127,-3 0 0,4 0 413,-1 0-253,6 0-94,-8 0-68,9 0-50,-4 0 1,5-1 196,0-3-223,0 3 1,1-4 19,3 5 0,-2 0 56,6 0-90,-1 0 1,4 0 20,0 0 1,0 0 45,0 0 0,0 5-1,0 2 0,2-1 92,1 2 1,-1-1-211,1 4 0,-2 0 92,-1 0 1,1 4-276,-1-1 0,-5 1 91,-3-4 0,-1 0-49,-2 0 1,-2 0 88,-1 0 1,-5 0-369,-6 0 1,1-3 87,-1-1 1,-3-5-69,-2 2 1,3-3 422,2-1 0,-2 0 0,1 0 0,0-14 0,4-5 0</inkml:trace>
  <inkml:trace contextRef="#ctx0" brushRef="#br0" timeOffset="1318">508 198 7862,'0'-12'0,"0"-2"1119,0 1-693,0-3 0,1 10 145,2 3 1,4 1-66,4 2 1,0 6-5,0 5 1,5 3-102,2 8 1,3 3-149,1 8 0,4 3-337,-1 1 0,5 6 124,-5 1 0,1-4-988,-4 5 1,-6-10 543,-5-2 0,-5-5-1301,-6-6 1,-10-2 1704,-4-5 0,-30-15 0,-9-13 0</inkml:trace>
  <inkml:trace contextRef="#ctx0" brushRef="#br0" timeOffset="2135">838 33 7902,'-5'-6'159,"4"-4"-159,-3 3 662,3 2-320,1 0 1,10 11-44,5 5 0,10 11 129,9 11 0,6 8-51,11 10 1,9 17-412,-25-28 0,0 4 0,3 6 1,-1 3 226,1 4 0,-3 4 0,0 4 0,-3 3-71,0 3 1,-2 1 0,-5 4-1,-3 0-14,-3-2 1,-2-1-1,-3 1 1,-4-1-107,-4-6 1,-1-1 0,-2 1 0,0-1 27,-3-3 0,0-1 0,-1-1 0,1-1-132,-2-4 0,0-1 0,-1-4 1,0-1-502,-8 35 0,-4-6 336,0-9 1,-3-7-286,3-16 0,-3-6 204,3-15 0,-3-6-265,3-9 0,-4-4 706,0-4 0,3-2-93,2-1 0,-4-4 0,1-3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28.020"/>
    </inkml:context>
    <inkml:brush xml:id="br0">
      <inkml:brushProperty name="width" value="0.08571" units="cm"/>
      <inkml:brushProperty name="height" value="0.08571" units="cm"/>
    </inkml:brush>
  </inkml:definitions>
  <inkml:trace contextRef="#ctx0" brushRef="#br0">287 573 8217,'4'-11'152,"1"-1"1,-1-2 0,1-1-1,-2 2 514,-2 1 1,-1 1-377,0 0 0,0 0 194,0 0 0,0 0-208,0 0 1,-6 3-149,-5 1 0,-1 4-184,-7 0 1,1 2 103,-4 1 0,0 1-352,0 2 0,0 5 247,0 7 0,-3-2-145,3 5 1,-1-3-108,8 3 1,0 0-79,4 0 1,2 3-49,1-3 0,3-2 105,5-1 0,0 1 126,0-2 1,5 0 24,3-7 0,3 2 246,3-6 0,3 1-98,5-4 1,4-1 187,0-3 1,0-2-1,-4-5 0,0 0-1,0 0 1,0 0 40,0 0 1,-1-4 221,-3 1 0,-2-1 578,-5 4-245,0 0-261,0 0-46,-5 5-493,-1 1 1,-6 7 96,-3 6 0,3 0-51,-3 11 0,-1-1-143,2 4 1,-6 5-293,2 2 0,1 4-284,-2 4 0,1-1 356,-4 4 0,-4-3 2,1 3 0,-2-3 2,1 3 1,3-9 589,-3-2 0,3-5 201,1-6 0,1-6 1081,3-4-1119,-3-6 0,9-2 197,-3-7 1,4-4 67,4-4 0,2-1-186,5-2 1,5-3-382,2 3 0,3-3 99,1-1 0,1 3-929,3 1 1,-2 4-174,6 0 1,-5 5-643,5 2 1,-1 1-408,4-2 1962,-4 3 0,22 25 0,2 5 0</inkml:trace>
  <inkml:trace contextRef="#ctx0" brushRef="#br0" timeOffset="217">695 970 8217,'0'-6'1596,"-1"-3"-487,-3 5-769,3 1 1,-4 4 493,5 3 1,0 2-294,0 5 0,0 1-322,0 3 1,0 2-12,0 5 1,-1 0-536,-3 0 1,3-4-115,-3 1 1,3-1-440,1 4 0,0-3-2357,0-1 3237,-5-5 0,4-6 0,-4-9 0</inkml:trace>
  <inkml:trace contextRef="#ctx0" brushRef="#br0" timeOffset="756">915 66 8632,'6'-11'0,"-1"1"1309,0 3-647,-4 2-369,-1 5 1,-6 6-83,-5 5 0,-3 1 20,-1 7 1,-1 3-338,1 3 0,3 6 164,-3-2 0,3 4-857,1 4 0,0-3 457,0 3 1,5 1-393,2-1 0,3-3 38,1-8 696,0 0 0,49-34 0,12 0 0</inkml:trace>
  <inkml:trace contextRef="#ctx0" brushRef="#br0" timeOffset="1076">1125 220 8146,'0'-6'692,"5"-3"-344,2 6 0,3-1-107,1 4 0,1 0-134,3 0 0,-2 0 164,6 0 1,-1 1-482,4 3 0,-4-2 180,1 6 1,-6-2-313,2 1 0,-4 3 2,-4-3 159,-2 3 1,-6 1 147,-3 0 1,-2-1-39,-5-3 0,-5 3 164,-2-2 0,-4-2-97,-4 1 1,3-1 188,-3 2 0,4 1-37,4-1 0,-2-2-45,5 1 0,2-3-63,6 3-243,2 1 109,5 3 0,8-2 73,3-1 1,11-2-330,0-3 0,4-1 122,0 1 1,-2-1-541,6-2 1,-5 0 65,5 0 702,-1 0 0,14-5 0,2-1 0</inkml:trace>
  <inkml:trace contextRef="#ctx0" brushRef="#br0" timeOffset="1360">1577 77 8146,'-11'-16'714,"5"4"1164,2-3-1020,-2 3 0,6 2-346,0 3 1,10 3-169,8 8 1,7 5-104,0 6 1,10 8-159,-2-1 0,2 8 135,-2-1 1,3 3-540,-3 1 1,-4 1 25,-10 3 0,-4-3-238,-3 3 1,-6-4-918,-3-3 1,-9-3 714,-9-5 0,-3-2-282,-11-1 1,-1-1 1016,-3-7 0,-19-7 0,-6-10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26.855"/>
    </inkml:context>
    <inkml:brush xml:id="br0">
      <inkml:brushProperty name="width" value="0.08571" units="cm"/>
      <inkml:brushProperty name="height" value="0.08571" units="cm"/>
    </inkml:brush>
  </inkml:definitions>
  <inkml:trace contextRef="#ctx0" brushRef="#br0">44 34 8378,'2'-6'1433,"1"2"0,5-1-1217,6 2 0,4-1-86,4 4 1,0-1-515,0-3 1,0 3 274,0-3 1,3 3-887,1 1 1,-4 0 556,-3 0 1,-6 0 437,2 0 0,-3 5 0,-1 1 0</inkml:trace>
  <inkml:trace contextRef="#ctx0" brushRef="#br0" timeOffset="224">0 210 9602,'2'-6'1282,"1"3"0,5-2-817,6 1 1,3-1-550,5 2 0,5 1 131,3-1 0,2 1-2733,1 2 2686,0-5 0,10-1 0,2-5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58.012"/>
    </inkml:context>
    <inkml:brush xml:id="br0">
      <inkml:brushProperty name="width" value="0.08571" units="cm"/>
      <inkml:brushProperty name="height" value="0.08571" units="cm"/>
    </inkml:brush>
  </inkml:definitions>
  <inkml:trace contextRef="#ctx0" brushRef="#br0">0 574 7957,'11'0'734,"1"0"-436,3 0 1,4-4 191,6 0 0,10 1-93,9 3 0,6-4 15,9 0 1,3-3-31,8 3 1,2-3-72,5 3 0,3-3-266,-3 3 0,0 1 118,-10 3 1,-1 0-505,-11 0 0,-1 0 268,-14 0 0,-2 0-1299,-16 0 733,3 0-238,-13 0-107,-1 0-1705,-6 0 2268,-15 0 421,8 0 0,-8-5 0,10-1 0</inkml:trace>
  <inkml:trace contextRef="#ctx0" brushRef="#br0" timeOffset="320">2073 287 7957,'6'-7'636,"-2"-1"352,-3 0-515,-1 3 511,0 0-609,-5 15 1,-1 1-102,-5 7 1,0 7-39,0-3 1,-4 2-298,0-2 1,1 4-173,3 0 1,0 1-221,0-2 0,0-1-48,-1 1 0,6-2 262,3-5 0,-2-1-1826,1-2 956,-4-8 1109,6 3 0,-7-25 0,2-3 0</inkml:trace>
  <inkml:trace contextRef="#ctx0" brushRef="#br0" timeOffset="518">1808 342 7957,'-6'-1'-182,"2"-3"759,-2 3 0,6-4-9,0 5 0,5 5-147,6 2 0,5 5-179,2 2 1,3 0-21,1 4 0,2 0-202,1 4 1,0 1 63,4-1 0,-5 0-859,-2 0 0,-2 0 61,-5 0 0,0-5-1221,-4-2 1935,-5-3 0,-16-11 0,-8-2 0</inkml:trace>
  <inkml:trace contextRef="#ctx0" brushRef="#br0" timeOffset="693">1786 464 7957,'-11'-5'772,"5"3"0,6-2-145,7 4 0,9 0-67,6 0 1,2 0-359,5 0 1,4 1-172,4 2 1,3 0-1316,-3 4 0,-1-3 375,-7 3 909,-2-4 0,-5 2 0,0-5 0</inkml:trace>
  <inkml:trace contextRef="#ctx0" brushRef="#br0" timeOffset="1038">2271 199 7957,'-11'-15'424,"0"1"0,0-2-34,0 1 1,-1 3 26,-3-3 0,-2 4-86,-5 4 0,-5 2-36,-2 5 1,-9 5-33,-6 2 1,-5 8-15,-7 3 1,3 9-156,1 6 1,2 1 93,2 7 1,13-1-306,2 4 1,13 2 117,9 1 1,10 0-80,8 4 1,13-5 27,5-2 0,12-5-28,7-6 0,6-5 11,9-2 0,-2-13-168,1-5 0,-1-8-178,-2-8 0,0-5 162,0-13 1,-5-7 391,-2-7 0,-9-3-71,-6-1 1,-9-2-293,-10-1 0,-6 3 95,-5-1 0,-8 3-318,-6 5 1,-6 0 137,-8 4 1,-2 5 306,-3 2 0,-2 18 0,4 4 0</inkml:trace>
  <inkml:trace contextRef="#ctx0" brushRef="#br0" timeOffset="1429">2933 287 7957,'0'-11'1940,"0"0"-1565,0 5 0,0 2-80,0 8 0,-4 6-73,0 4 1,-5 10-176,-2-2 0,-2 4 75,-5-1 1,1 3-198,-2 5 1,-1 1 115,1-1 0,2-4-668,-1 0 1,0-4-27,0 1-1112,2-3 401,5-6 1364,5-6 0,11-31 0,7-10 0</inkml:trace>
  <inkml:trace contextRef="#ctx0" brushRef="#br0" timeOffset="1636">2668 353 7939,'-5'-17'0,"0"1"383,-2 5 0,2 0 330,5 0 156,0 5-507,0 1 1,9 9 134,2-1 0,3 7-72,1 1 1,2 2-144,5 5 0,0 0-318,0 4 0,0 0 94,0 0 1,0 0-897,1 1 1,-5-1 489,0 0 0,-4-2 257,0-1 0,-3 0-342,-3-4 0,-3-4-2644,-5-4 3077,0-4 0,-25-18 0,-5-9 0</inkml:trace>
  <inkml:trace contextRef="#ctx0" brushRef="#br0" timeOffset="1802">2646 464 7939,'-7'-2'-730,"-1"-1"2489,6 1-1196,-3-7 1,14 7-128,2-1 1,11 1-140,0 2 1,8 4-155,3 0 0,2 3-167,5-3 1,-3 3-288,3-3 0,-4 4-1325,1 0 0,-8-3 1636,-3-2 0,-8-1 0,-2-2 0</inkml:trace>
  <inkml:trace contextRef="#ctx0" brushRef="#br0" timeOffset="2129">3098 210 7939,'-11'-16'110,"-1"3"54,-3-6 0,2 6 551,-6-2 1,0 4-207,-7 4 0,-3-2-87,-8 5 0,-2 2-202,-6 6 1,1 3-44,0 8 0,5 2-54,2 5 1,5 5-181,7 2 1,0 8 134,11 3 1,3 4-104,3 4 1,7 1-212,1 3 0,10-2 160,8-2 1,13-3-239,5 3 0,11-13 105,4-5 0,3-11-46,2-4 1,0-8 26,3-3 0,-8-9 80,1-6 0,-7-10 208,-5-8 1,-7-5 220,-7-7 0,-9 4 54,-6-7 1,-5-1-158,-6-3 1,-5-1-820,-2 1 1,-8 7 312,-3-3 0,-3 7 328,-1 0 0,-15 18 0,-3 4 0</inkml:trace>
  <inkml:trace contextRef="#ctx0" brushRef="#br0" timeOffset="2530">3804 298 7939,'-2'-10'238,"0"2"0,-3 2 980,-1 1-460,3-4-397,-1 8 1,2 1-142,-1 7 1,1 4-75,-1 4 1,-2 1 101,1 2 1,-3 7-155,3-3 0,-1 4-346,2-1 1,-2 0 284,-3 4 1,-1-1-340,1 2 0,-2-2 149,-1-2 1,0-7-745,0 3 1,0-7-81,0 0-523,0-8 1504,0-2 0,10-39 0,2-9 0</inkml:trace>
  <inkml:trace contextRef="#ctx0" brushRef="#br0" timeOffset="2728">3583 298 7939,'-6'-11'1514,"1"0"-1007,5 5 1,5 2-102,2 8 0,7 6-172,1 4 1,5 7 65,2 1 1,0 2 132,4 5 1,2-3-657,2 3 1,-3-3 194,-2 3 0,-5-4-1039,-2 0 0,-4-2 588,1-5 0,-7-2-1982,-1-5 1397,-4-5 1064,2-1 0,-20-25 0,-3-4 0</inkml:trace>
  <inkml:trace contextRef="#ctx0" brushRef="#br0" timeOffset="2903">3539 453 9487,'11'0'1101,"5"0"-671,2 0 1,13 1-79,6 2 1,6 2-645,4 3 0,-1 0-8,1-4 0,-6 3-221,-4-3 1,-8 0-1673,-3-4 2193,-13 0 0,-8-5 0,-11-1 0</inkml:trace>
  <inkml:trace contextRef="#ctx0" brushRef="#br0" timeOffset="3238">4046 144 7934,'-15'-22'174,"1"0"0,-6 3 371,2 1 0,-8 1-200,-3-2 1,-4 7 85,-4 5 0,-7 4-67,-8 0 0,2 6-100,-1 5 0,4 8-191,-1 6 1,4 5 106,4 6 1,3 5-217,8 2 1,7 8 115,7 3 1,8 8 133,3 4 0,9-3-607,6-2 0,14-5 167,12-1 1,10-6-2,4 2 1,8-13 83,4-5 1,1-12-210,3-7 1,0-6 117,3-9 1,-9-11 328,-2-11 0,-13-10-19,-9-4 0,-12-8 114,-7-3 1,-9-2-481,-6 2 0,-11-3 67,-7 2 0,-6-2-257,-5-1 1,2 4 479,-5-1 0,-20-33 0,20 36 0,0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6:54.954"/>
    </inkml:context>
    <inkml:brush xml:id="br0">
      <inkml:brushProperty name="width" value="0.08571" units="cm"/>
      <inkml:brushProperty name="height" value="0.08571" units="cm"/>
    </inkml:brush>
  </inkml:definitions>
  <inkml:trace contextRef="#ctx0" brushRef="#br0">12 618 7820,'-7'0'871,"3"-5"0,15 4-550,7-3 0,13 2 287,9-2 1,18 3-213,8-3 0,13-1 23,10 2 0,7-1-458,-45 4 1,1 0-1,2 0 1,-1 0 222,-1 0 0,-1 0 0,41 4-86,-12-1 1,-9 5-54,-12-5 0,-5 1-387,-10-4 0,-11 0 249,-7 0-328,-8 0 1,-11-1 210,-4-3 1,-2 2-40,-1-6 1,0 5 311,0-5 0,-4 6-821,-4-2 1,2 2-12,-1-2 1,3 3-207,-3-3 1,3 3 974,-3 1 0,24-5 0,2-1 0</inkml:trace>
  <inkml:trace contextRef="#ctx0" brushRef="#br0" timeOffset="334">2150 287 7820,'-6'-5'1240,"0"4"-358,2-3-334,3 3 0,-7 6-179,4 2 0,-3 4-265,3 4 0,-5 2 131,2 5 0,-3 5-423,-1 3 1,-1-2 68,-3 1 0,3-1-28,-3 2 1,-1 0-746,2-4 1,-1-4 402,4-3 1,1-10-1145,3 2 627,-3-7 1006,9 1 0,-9-10 0,19-30 0,-2-13 0</inkml:trace>
  <inkml:trace contextRef="#ctx0" brushRef="#br0" timeOffset="533">1886 375 7820,'-6'-11'1088,"-4"0"-168,4 0-59,0 5-498,1 1 0,6 10-104,3 3 0,3 3-38,8 3 1,2 0-14,5 4 1,5 0 13,2 5 0,3 0-1,1 3 1,-5-7 197,-2 3 1,-3-2-153,-1 2 0,-5-4-249,-2 1 0,-4-10-2478,-3 2 0,-4-6 2460,-4 3 0,-14-30 0,-5-4 0</inkml:trace>
  <inkml:trace contextRef="#ctx0" brushRef="#br0" timeOffset="733">1798 541 7820,'-10'-11'306,"2"0"0,3 3 250,5 1 1,5 5 17,3-2 1,6-1-176,5 1 0,3 1-206,4 3 0,3 1 16,8 3 0,2-2-388,5 5 0,0-3 181,0 3 0,-5-4-1444,-2 0 1,-7 2 1441,-5-1 0,-11-10 0,-4-6 0</inkml:trace>
  <inkml:trace contextRef="#ctx0" brushRef="#br0" timeOffset="1093">2349 276 7820,'0'-16'-151,"0"-2"1,0 1 99,0-2 1,0 6 769,0-2 1,-6 4-126,-5 4 1,-2-3-84,-5 3 1,-5 2-99,-7 1 0,-6 3-121,-5 1 0,-7 1-85,-3 3 0,-2-1 1,2 8 1,-2-1-77,5 9 0,2 3 76,5 3 1,8 7-289,8 1 1,6 2-15,5 5 0,6 4-97,5 4 0,7 0-134,7-4 1,15 0 153,11 0 1,7-10-89,7-4 0,2-11 77,10-4 0,0-8-103,7-3 1,-4-5 42,0-7 0,-6-8 205,-8-9 0,-7-10 14,-4 2 1,-14-7 205,-2 0 1,-14 0-417,-3 0 1,-6 0 35,-2-5 0,-6 7-536,-5 5 0,-5 5 269,-6 6 0,0 5-550,0 2 1014,0 3 0,10 26 0,2 5 0</inkml:trace>
  <inkml:trace contextRef="#ctx0" brushRef="#br0" timeOffset="1410">3043 232 7820,'-6'-5'1384,"1"4"0,4-3-880,-3 8 1,3 3-205,-3 8 0,3 2-92,1 5 1,-3 1-473,-1 3 0,-3 2 262,3 5 0,-3 4-1043,3 0 1,-4-2 609,5-5 0,-2-3-672,1-5 1,2-5 193,-6-2 913,6-8 0,-8-27 0,4-10 0</inkml:trace>
  <inkml:trace contextRef="#ctx0" brushRef="#br0" timeOffset="1617">2801 320 7820,'-4'-11'0,"0"0"0,-3 4 0,3 0 1517,1 4-995,3-2 1,6 10 5,5 2 0,1 7-160,6 1 1,2 4-136,6 0 0,-2 3-200,6 3 1,-1-1 61,4 1 1,-3-1-917,-1-2 1,-3-4 424,3 0 0,-9-4-810,-2 1 1,-4-8 13,-3-3 1192,0-3 0,-20-16 0,-4-3 0</inkml:trace>
  <inkml:trace contextRef="#ctx0" brushRef="#br0" timeOffset="1791">2812 475 7820,'-6'-5'1091,"-3"2"-284,5-4-33,1 4-510,3-6 0,10 7 115,4-1 0,7 2-212,5 1 1,2 3-298,5 1 0,4 3-296,0-3 0,4 3-598,0-3 1,-3 1 1023,-2-2 0,8-1 0,2 3 0</inkml:trace>
  <inkml:trace contextRef="#ctx0" brushRef="#br0" timeOffset="2145">3418 166 7820,'-11'-22'322,"-1"0"185,-3 0 0,-1 1 9,-2 3 1,-7-2-156,3 5 0,-11 4 110,0 4 1,-11 4-122,0 0 1,-7 2-4,-1 1 1,2 6-57,-2 5 0,3 5-188,2 6 0,1 6-133,13 5 0,-1 6-186,8 9 1,7 6-363,8 5 0,8 4 336,14 0 0,10-3-431,19-1 0,11-4 275,11-4 0,8-12-563,3-9 0,3-12 448,2-7 1,1-5 317,-2-6 0,-4-11 359,-15-7 0,-1-9 442,-13-10 0,-4-1 110,-10-2 0,-10 1-402,-8 2 0,-6-4-384,-6-6 0,-6 5 155,-6-2 1,-5 2-876,-8-2 1,-7 4 166,-5-1 623,-5 11 0,3-2 0,-5 10 0,0 0 0,0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18.009"/>
    </inkml:context>
    <inkml:brush xml:id="br0">
      <inkml:brushProperty name="width" value="0.08571" units="cm"/>
      <inkml:brushProperty name="height" value="0.08571" units="cm"/>
    </inkml:brush>
  </inkml:definitions>
  <inkml:trace contextRef="#ctx0" brushRef="#br0">88 87 7996,'-11'-1'0,"0"-1"1492,0-2-466,5 0-519,1 4 1,5 5-156,0 3 0,5 3 226,2 3 0,3 4-153,1 4 1,4 1-220,0 3 1,-1 2-166,-3 5 0,0 0 130,0 0 0,-1 0-695,-2 0 0,-4-1 381,-4-3 1,0 0-950,0-4 1,0-6 472,0-1 1,-1-9-648,-2-6 0,0-2 1266,-4-1 0,-1-58 0,-3-16 0</inkml:trace>
  <inkml:trace contextRef="#ctx0" brushRef="#br0" timeOffset="242">0 132 7947,'1'-12'0,"2"1"669,0 0 0,6 4-197,-2 0 1,4 4-145,4 0 1,6 1-69,5 2 0,4 2 0,0 1 0,5 3-238,2 5 1,2 0 60,-6 0 1,0 4-190,-11 0 0,0 0 129,-11-4 0,-2 3-384,-9 1 0,-6 0 185,-5-4 0,-6 0-302,-9 0 0,1-4-42,-4 0 0,1-3-201,-2 3 1,4-4 720,3 1 0,26-18 0,6-4 0</inkml:trace>
  <inkml:trace contextRef="#ctx0" brushRef="#br0" timeOffset="585">430 120 7965,'-1'-9'0,"-2"0"0,-2 3 0,1 0 2690,-1 0-1876,1 3 0,4 0-313,0 6 1,1 3-100,3 5 1,2 5-166,5 3 0,0 2-312,0 1 1,0 5 110,0 2 0,4-1-869,0 2 1,0-5 513,0 5 0,-3-2-1056,3 1 0,-3-2 344,-1-5 0,-1-1 1031,-2-3 0,-4-7 0,-4-6 0</inkml:trace>
  <inkml:trace contextRef="#ctx0" brushRef="#br0" timeOffset="976">673 264 7965,'-4'-11'667,"0"0"916,2 0-643,1 5-574,5 1 0,3 5-95,4 0 1,-4 5-200,0 2 0,1 6 128,3 2 1,0 5-503,0-2 0,0 3 262,0 1 1,-1-1-480,-3-3 1,3 2 180,-3-6 0,2 1-137,-2-4 1,2 0 113,-6 0 0,6-5 34,-2-2 1,-1-3 12,2-1 0,-2-1 80,1-3 1,3-2 160,-3-5 0,-1-3-94,2-1 1,-5-4 180,5 5 0,-5-5-42,5 5 0,-6-5 392,2 5 0,-3-5 82,-1 5 0,0-5 297,0 4 1,0 1-156,0 3 1,1 3 400,3 1-370,-3 5-382,4-3 0,-1 6-30,0 3 1,3 2 15,-3 5 0,4 3-358,-1 1 0,0 5 186,0-2 0,-1 3 31,1 1 0,3 0-1124,-2 0 1,1-1 1041,2-3 0,30 8 0,7-3 0</inkml:trace>
  <inkml:trace contextRef="#ctx0" brushRef="#br0" timeOffset="1528">1444 297 7942,'-3'-11'172,"-1"0"0,0 0 1321,-1 0-1284,-1 0 1,-5 3-225,0 1 0,0 5 58,0-2 0,-1 3-175,-3 1 1,3 0 104,-3 0 0,-2 1-95,-1 3 1,2-2 71,1 5 1,-1-3-45,1 3 0,-3 0-125,3 0 0,4 1-64,4-4 0,3 1 28,-3-1 85,5-3 211,-3 9 0,6-9-86,3 3 1,-2-3 62,5-1 1,1 1-71,3 3 1,0-3 77,0 3 0,0-3-2,0-1 1,0 0 11,0 0 0,0 0 6,0 0 0,0 0 116,0 0 1,0 0 62,0 0 9,0 0 1,4 4-26,-1-1 0,1 1-74,-4-4 1,1 5-134,3 2 1,-1 1 101,4 3 0,0-3-109,4 7 1,-3-2 68,-1 2 1,-1 1-330,2 2 0,-7-1 54,-5-2 0,-6-1 86,-1 4 1,-9-5 197,-10 2 0,-8-4-116,-6-3 1,-5 0-117,-6-4 1,1-1-55,3-3 0,2 0-412,5 0 629,0-4 0,29-17 0,8-9 0</inkml:trace>
  <inkml:trace contextRef="#ctx0" brushRef="#br0" timeOffset="2008">1863 264 7929,'0'-8'1130,"0"1"-667,-5 0 1,-1-3-22,-5 3 0,-4 2-276,1 5 1,-6 0 16,2 0 1,-4 0-375,-4 0 1,3 5 176,-3 2 1,6 3-524,2 1 1,5 0 321,-2 0 0,6-1-297,2-3 1,5 3-218,-2-3 399,8 3 0,2 0 197,5-3 1,1 2-50,3-6 0,-2 1 114,5-4 1,0 4-80,0-1 1,2 1 285,-6-4 1,5 0-69,-5 0 1,5-1 366,-5-3 0,1 3-184,-4-3 0,-4-1-26,1 2 1580,-1-1-710,4-1-425,0 4-230,0-4-398,0 5 0,0 1 144,0 3 0,-3-2 30,-1 6 1,0-1-128,4 4 0,0 0-228,0 0 1,-3 4-593,-1-1 1,-4 1 396,0-4 0,-6 4 82,-5 0 1,-6-1 42,-5-3 1,-3 0-305,-4 0 0,-2-3 144,-5-1 1,0-5-425,0 2 1,5-3 789,2-1 0,18-24 0,4-7 0</inkml:trace>
  <inkml:trace contextRef="#ctx0" brushRef="#br0" timeOffset="2208">2073 242 7929,'6'-5'1749,"4"4"0,-4-4-1305,5 5 1,0 5-105,0 2 1,1 6-108,3 2 1,-3 4-15,3-5 1,-4 5 13,-4-5 0,3 2-711,-3-1 0,-1-3 377,2 3 1,-6-7 100,2 0 0,-3-30 0,-1-4 0</inkml:trace>
  <inkml:trace contextRef="#ctx0" brushRef="#br0" timeOffset="2740">2062 76 8215,'-8'-17'0,"2"3"1764,1 1-939,-3 2-277,6 0-1205,-2 5 0,5 2 385,2 8 1,-1-1 271,1 4 0,13 20 0,3 8 0</inkml:trace>
  <inkml:trace contextRef="#ctx0" brushRef="#br0" timeOffset="3175">2359 231 7929,'-6'-5'2727,"1"4"-2508,5-4 1,2 6-140,1 3 0,0 2 106,4 5 0,-1 0-300,1 0 0,3 1-17,-2 3 1,0-3-10,0 3 1,0-3-22,-4-1 1,3 0 138,-3 0 1,3-4 144,-3 1 1,-1-5-120,-3 5-298,0-6 250,0 3 0,0-6-71,0-3 0,0-2 74,0-5 1,0 0-107,0 0 1,0 0 64,0 0 0,0-4 2,0 1 1,0-1 523,0 4 0,4 0-207,0 0 1,1 1 107,-2 3 0,0-2-82,4 5 0,-3-3-89,3 3 0,2 1-72,6 3 1,-2 1-72,5 3 0,-3 2-72,3 5 1,1 1-306,3 3 0,-4-2-698,1 6 0,-2-5 494,1 5 1,-2-6-481,-5 2 0,0 1 1030,0-2 0,15 6 0,3-3 0</inkml:trace>
  <inkml:trace contextRef="#ctx0" brushRef="#br0" timeOffset="3611">3076 286 7929,'7'-12'716,"1"-3"0,-5 3-221,5-3 1,-6 6 1015,2 2-1044,2 0 0,-5-4-103,3 0 1,-4 4-132,-4 4 0,-6 0-391,-4 0 1,-6 1 79,2-1 0,-7 2-7,-1 1 1,-4 3-550,0 1 1,3 4 356,2 0 0,3 2-608,3 1 1,3 0 283,5 0 0,2 0 207,1 0 1,3-4 220,5 0 0,0-3 227,0 3-20,5-4 0,3 6-152,6-6 1,-2 1 373,3-4 1,1 0-112,-1 0 0,3 0 172,-3 0 0,1 0-113,-2 0 0,-1 0 270,1 0 1,-1 0-127,-2 0 0,3 1-26,1 3 1,0-3-99,-4 3 1,4 1-7,-1-2 1,5 5-144,-5-5 0,5 6 92,-5-2 1,1 2-245,-4-2 1,0 3 51,0-3 1,-5 7-227,-2 0 1,-3 1 65,-1-4 0,-6 0-46,-5 0 1,-10-1-233,-8-3 0,-4 2 192,-4-5 0,-2-1-215,-5-3 0,0 0 154,-1 0 0,6-5 332,3-2 0,21-8 0,6-2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22.326"/>
    </inkml:context>
    <inkml:brush xml:id="br0">
      <inkml:brushProperty name="width" value="0.08571" units="cm"/>
      <inkml:brushProperty name="height" value="0.08571" units="cm"/>
    </inkml:brush>
  </inkml:definitions>
  <inkml:trace contextRef="#ctx0" brushRef="#br0">424 221 10236,'-7'7'590,"0"4"0,3 1-348,-3 6 1,-1 1-28,-3 3 0,0 0-218,0 0 1,0 0 113,0 0 0,0 2-1582,0-2 0,4 3 712,0-7 0,3-2-79,-4-1 1,5-3 837,-5-1 0,-4-24 0,-5-7 0</inkml:trace>
  <inkml:trace contextRef="#ctx0" brushRef="#br0" timeOffset="208">204 255 7888,'-4'-12'953,"1"1"-133,-1 5-667,4-3 1,5 9 75,2 0 0,4 4 112,4 7 1,1 2-126,2 1 1,4 0-98,0 4 1,0 4-124,4 4 0,-3 0 77,-1-4 0,-3 0-894,-1 0 1,-4 0 431,0 0 1,-6-4-739,-5 1 0,2-9 62,-1 1 1065,0-8 0,-14-13 0,-2-8 0</inkml:trace>
  <inkml:trace contextRef="#ctx0" brushRef="#br0" timeOffset="392">248 376 7837,'11'0'1515,"4"0"-974,-1 0 1,6 0-266,-2 0 1,3 3-372,1 1 0,4 3-423,0-3 0,0 3-772,-4-3 0,-2 4 257,-1-5 1033,-3 1 0,-5-9 0,0-1 0</inkml:trace>
  <inkml:trace contextRef="#ctx0" brushRef="#br0" timeOffset="761">590 166 8173,'-5'-7'0,"-1"0"352,0-2 0,-4-1 94,3-1 1,-8 1-109,-4 3 1,-3 1 25,-3 2 1,-5 3-90,-6-3 1,-4 4 98,-4 4 0,0 3-92,0 8 1,1 2-53,3 5 1,3 2-88,8 1 0,2 3 87,5 6 1,4 3-821,4 4 0,8-2 351,6 2 0,6-2-158,8 1 0,9-2 203,6-5 0,8-5-31,3-2 1,8-9-27,3-6 1,8-5-10,4-6 0,-3-6 253,-2-5 1,-2-5-78,-5-6 1,-7-5 351,-7-2 1,-13-3-145,-5-1 0,-11 0-232,-4 0 1,-3-1 59,-1-3 1,-8 6-302,-3-2 0,-8 9-278,1 2 0,-3 1 627,-1 6 0,19 15 0,6 7 0</inkml:trace>
  <inkml:trace contextRef="#ctx0" brushRef="#br0" timeOffset="1061">987 232 12308,'0'16'488,"0"-2"-536,0 4 1,0 1 104,0 3 1,-4 5-622,0 2 1,1 2 344,3-2 1,-2 2-830,-1-6 1,2 1 206,-3-4 0,-1-5-461,1-2 1302,-4-8 0,-3-21 0,-6-11 0</inkml:trace>
  <inkml:trace contextRef="#ctx0" brushRef="#br0" timeOffset="1278">766 255 7903,'-10'-5'0,"2"-2"0,2 0 1440,1 0-945,-4 4 1,9-2-9,0 5 0,5 4-141,6 0 0,3 8 16,4-1 1,0 7-318,8 1 1,2 3 123,2 4 0,2-4-153,1 0 1,-4 3 93,0-3 1,0 3-910,0-3 0,-3-4 415,-8 1 1,-2-7-2360,-5-1 1393,-5 0 1350,-1-10 0,-20-11 0,-3-8 0</inkml:trace>
  <inkml:trace contextRef="#ctx0" brushRef="#br0" timeOffset="1461">799 398 7903,'-3'-8'1459,"-1"1"-959,0 5 1,5-3-214,3 5 1,4 0 90,6 0 0,5 0-42,6 0 1,3 0-613,6 0 1,4 3 232,2 1 1,-1 3-1302,2-3 0,-6 3 340,2-3 1004,2 0 0,-14-9 0,0-1 0</inkml:trace>
  <inkml:trace contextRef="#ctx0" brushRef="#br0" timeOffset="1778">1196 144 7924,'-18'-14'26,"1"-1"0,-1 1 716,1 2 0,-5 6-207,-3 2 0,-10-1 10,2 2 0,-6 0-128,2 7 0,1 3-133,2 8 0,4 2-154,4 5 1,2 6-133,9 5 0,5 5-333,6 7 1,3-1 279,1 0 1,10 4-386,5-1 0,6-3 245,4-3 0,7-7-120,5-1 1,1-11 28,-1-11 0,2-1 81,5-6 0,0-2 20,0-6 1,-4-7 8,1-7 0,-9-4 241,1-4 0,-9-2-41,-2-5 1,-6 0-364,-8 0 1,-3-1 87,-5-3 0,-5 3 251,-3-3 0,-21-27 0,-7-6 0</inkml:trace>
  <inkml:trace contextRef="#ctx0" brushRef="#br0" timeOffset="2094">1626 243 7924,'-6'-4'1536,"2"-4"1,3 5-1281,1 3 0,0 6 27,0 8 1,-4 0-171,1 4 0,-1 4 70,4 4 1,0 5-326,0-2 1,-4 2 166,1-2 0,-1 3-876,4-3 1,-1-2-36,-3-1 0,3-4-241,-3-4 1,2-2 1126,-2-5 0,-7-24 0,-6-7 0</inkml:trace>
  <inkml:trace contextRef="#ctx0" brushRef="#br0" timeOffset="2312">1395 288 8340,'-7'-11'1188,"3"3"-563,4 1-408,0 4 1,1 0 230,2 6 0,5 4-6,7 4 0,2 4-47,5 4 0,1 2-394,3 1 0,1 0 114,2 0 0,5 4-1011,-4-1 0,0 1 578,-4-4 1,-6 0-408,2 0 0,-8-5 282,1-2 1,-6-8-1222,-2-3 1664,-4-3 0,-18-15 0,-10-5 0</inkml:trace>
  <inkml:trace contextRef="#ctx0" brushRef="#br0" timeOffset="2486">1351 376 9157,'12'1'942,"2"3"0,5-2-603,7 5 1,7-3-192,7 3 0,4 1 83,4 3 0,-3-1-14,3-3 1,-4 2-2200,-3-6 0,-8 1 1982,-8-4 0,-6-20 0,-3-4 0</inkml:trace>
  <inkml:trace contextRef="#ctx0" brushRef="#br0" timeOffset="2777">1825 177 7909,'-11'-22'423,"-1"0"0,-2 1-50,-1 3 0,-4 2 199,0 5 0,-3 0-120,-4 0 1,-2 5-120,-5 2 1,0 5 80,0 7 1,-3 0-96,3 11 1,-1 0-380,8 7 0,2 5 138,5 9 1,1 2-449,7 9 0,3-1 300,8 2 0,11 2-249,7-3 0,13 2 140,9-2 1,9-7-29,6-7 0,4-12-188,3-7 0,2-6 120,-5-4 0,-2-6 521,-5-9 1,-8-10-149,-7-13 1,-8-2 336,-3-1 0,-9-3-189,-6-1 0,-5-5-353,-6 2 0,-5-3-242,-2-1 1,-13 2-312,-5-2 1,-7 2-196,-5-5 0,-2-1 855,-5 4 0,0 12 0,-1 11 0</inkml:trace>
  <inkml:trace contextRef="#ctx0" brushRef="#br0" timeOffset="3468">2552 354 9194,'0'-6'1335,"0"1"0,1 6-1011,3 3 0,2 5-216,5 6 1,0 5-184,0-2 0,0-1-847,0 2 1,0-1 589,0 4 0,-3-1-794,-1-3 0,-5-2 1126,2-5 0,-12-5 0,-5-1 0</inkml:trace>
  <inkml:trace contextRef="#ctx0" brushRef="#br0" timeOffset="3619">2497 232 7902,'-6'-15'108,"-4"2"1,9-3 410,-3 5 804,3 5-2976,1 1 1176,0 5 1,4 5 476,-1 3 0,40 26 0,6 8 0</inkml:trace>
  <inkml:trace contextRef="#ctx0" brushRef="#br0" timeOffset="3946">2784 497 7902,'6'5'2260,"4"-4"-2016,-9 9 0,4-8 244,-5 6-391,0-6 224,0 3-1067,0-5 537,0-5 0,0-1-11,0-5 0,0 0 234,0 0 0,0 0-68,0 0 0,0-1 368,0-3 1,0 6-110,0-2 0,1 4-46,3 0 1,-2-2-18,5 5 1,2 1-88,6 3 1,-2 0-15,6 0 1,-2 5-184,1 2 0,3 4-89,-3 4 1,-1-2 94,2 6 1,-5-5-776,5 5 1,-6-6 376,2 2 1,-4-3-718,-4-1 1251,8 0 0,2-15 0,11-3 0</inkml:trace>
  <inkml:trace contextRef="#ctx0" brushRef="#br0" timeOffset="4163">3092 199 8694,'-9'-7'0,"0"0"1867,2-2-1265,4 4-142,-2 0 108,15 15 1,-1-1-149,9 9 0,0 0 2,4 4 1,0 4-411,1 0 0,-1 3-430,0-3 0,-5 3-815,-3-3 1,-1 5 705,-2-2 1,-5-2-594,-2-1 0,-2-4 460,2-4 0,-3-2 13,3-5 647,-3-5 0,-1-25 0,0-12 0</inkml:trace>
  <inkml:trace contextRef="#ctx0" brushRef="#br0" timeOffset="4521">2993 321 7902,'-7'-5'733,"-1"-1"141,0-1 1,4-1-593,4 4 0,3 1-38,8 3 0,2 0-126,9 0 0,5 0 98,3 0 1,1 4-244,2 4 0,4-2-130,0 1 0,0 1-133,-4 3 0,-4 0-239,1 0 0,-7 0 285,-1 0 1,-5 0-404,-6 0 90,-5 0 521,-1 5 0,-5-4-82,0 3 0,0-3 109,0-1 0,1 0 22,3 0 1,0-1 130,7-3 0,-2 2-199,10-6 1,-1 1 36,4-4 1,0 0 193,0 0 1,3-1-74,-3-3 1,5-2 421,-9-5 0,1-1-218,-8-3 0,-2 3 151,-1-3 1,-3-1 3,-5 2 0,-6-5 42,-5 4 1,-10 1-390,-9 3 0,-3 1-2,-4 3 1,0-2-1194,-4 5 0,4 1 239,8 3 841,-3 0 0,24 14 0,-1 5 0</inkml:trace>
  <inkml:trace contextRef="#ctx0" brushRef="#br0" timeOffset="5186">4448 199 9809,'0'-6'1030,"0"3"-863,0 6 0,0 3 49,0 5 0,-1 5-106,-3 3 0,3 5-76,-2 2 1,-2 5-231,1-2 0,-5 6-438,2 2 1,1 0 368,-1-4 0,-1-5-576,-3-2 1,4-4 353,-1-4 1,1-3-384,-4-8 870,0-2 0,0-24 0,0-6 0</inkml:trace>
  <inkml:trace contextRef="#ctx0" brushRef="#br0" timeOffset="5395">4228 243 8244,'0'-6'1199,"0"1"1,5 10-763,2 3 0,8 3-75,3 3 0,4 5-81,4 7 1,-2 0-66,6 4 0,-4 2-859,3-3 1,-6 3 227,-1 1 1,-1-6-101,-6-5 1,-4-2-724,-4-9 0,-3 2 127,3-6 1111,-4-2 0,-13-19 0,-9-11 0</inkml:trace>
  <inkml:trace contextRef="#ctx0" brushRef="#br0" timeOffset="5570">4151 387 7892,'11'0'434,"0"0"0,0 0-24,0 0 0,5 0-53,2 0 0,3 1-158,1 3 1,5-2 16,2 5 0,7-3-427,1 4 0,-1-2 224,-3 1 0,-1 3-1274,-2-3 1,-5-2 1260,-6-1 0,-8-8 0,-6-2 0</inkml:trace>
  <inkml:trace contextRef="#ctx0" brushRef="#br0" timeOffset="5889">4658 221 7892,'-11'-17'524,"0"-6"-309,0 5 1,-2-4 119,-1 7 0,0-3-53,-4 3 0,-4-2 178,-4 6 1,-4-2-85,0 10 0,-3-1-82,-4 4 1,-1 6-151,-2 5 0,2 5-96,5 6 1,0 3-158,0 4 1,6 0 142,5 8 1,5 2-118,6 2 1,4 2 50,4 1 1,8 0-350,6 0 0,6 0 147,9 0 0,4-5-33,11-2 0,0-9 93,11-6 1,-1-6 114,4-8 0,5-3 365,3-5 0,-8-10-167,-4-5 0,-7-9 171,-7-6 1,-5-5-70,-10-2 0,-10-4-342,-4 5 0,-7-5 146,-5 5 0,-7-2-924,-7 1 0,-3-1 115,-1-3 764,0 3 0,-10 15 0,-2 2 0</inkml:trace>
  <inkml:trace contextRef="#ctx0" brushRef="#br0" timeOffset="6206">5044 210 8567,'0'-11'3511,"0"0"-2613,0 5-374,0 16 0,0 4-291,0 11 1,0 0-18,0 0 1,0 4-594,0 4 1,0 0 282,0 0 0,0 0-934,0 0 1,0-1 529,0-3 1,0 1-309,0-8 1,0-3-340,0-8 1145,0-5 0,0-40 0,0-15 0</inkml:trace>
  <inkml:trace contextRef="#ctx0" brushRef="#br0" timeOffset="6397">4845 232 7895,'0'-6'2243,"1"1"-1600,3 5 0,3 7-231,8 4 1,6 5 177,5 6 0,6 1-117,1 3 1,5 2-203,6 5 1,-5 0-973,-2 0 0,-8-4 518,-3 1 0,-4-6-1095,-4 2 0,-3-8 691,-8-3 0,-2-6-1918,-5-2 2505,0-5 0,-10-6 0,-2-9 0</inkml:trace>
  <inkml:trace contextRef="#ctx0" brushRef="#br0" timeOffset="6597">4856 376 7895,'-6'-1'1880,"2"-3"-1314,3 3 0,2-4-165,3 5 1,3 0-128,8 0 0,4 1-750,6 3 1,0-2-135,4 5 0,1 1-471,3 3 1,3-1-207,1-3 1287,0 3 0,55-14 0,-39 3 0,0 1 0</inkml:trace>
  <inkml:trace contextRef="#ctx0" brushRef="#br0" timeOffset="6906">5275 166 7895,'-11'-28'0,"0"2"344,0 3 1,-4 2 68,1 3 0,-10 0-14,2 7 0,-3-2-9,-1 10 0,-6-1-89,-5 4 0,-3 5 31,3 2 0,0 8-116,4 3 0,5 8-55,2 3 1,4 7 54,4 1 1,3 4-247,8 0 0,5 5-32,9 2 0,8 7-117,14-3 1,6 3-450,13-7 1,4-6 348,6-5 1,3-5-187,1-6 0,-2-7 127,-5-11 0,-1-6-19,-3-9 1,-3-6 58,-7-9 1,-13-4 703,-10-4 1,-6-5-240,-4-2 1,-5-4 6,-6 5 1,-8-5-628,-8 4 0,-3-4 208,-3 0 0,-2 3-1122,-3 2 1367,-2 1 0,-10-3 0,-10-1 0</inkml:trace>
  <inkml:trace contextRef="#ctx0" brushRef="#br0" timeOffset="7879">6267 387 7870,'0'6'1587,"0"-1"-1132,0-5 1,-3-1 2,-1-3 0,-5 3-233,2-3 1,-3 2-103,-1-2 1,0 3-60,0-3 1,-5 3 94,-2 1 0,1 5-234,-2 2 1,5 3 119,-5 1 0,6 1-382,-2 3 0,4 1-7,4 2 1,-2 3-73,6-3 1,0-2 210,7-1 1,3-3 26,8-1 0,2-5-102,5-2 0,4-3 117,-1-1 0,1-1-29,-4-3 0,-1-3 42,-3-8 1,-2 2 208,-5-6 1,-5 5-123,-2-5 1,-3 1 342,-1-4 1,-3 5 155,-1 2 0,-5 3-17,2 1 117,-3 0-327,-1 0 1,4 5 33,0 2 1,4 8-76,-1 3 0,3 3 106,1 1 0,1 0-228,3 0 1,2 5-236,5 2 0,-2 2-9,2-2 0,-3 2-300,7-6 1,-3 5-462,-1-5 1,4 1 441,0-4 1,3-1-540,-3-3 1056,4-2 0,8-24 0,8-6 0</inkml:trace>
  <inkml:trace contextRef="#ctx0" brushRef="#br0" timeOffset="8422">6422 387 7870,'-6'-11'1273,"1"0"-912,0 5 23,4 1 0,-1 6-42,6 3 1,5 3 69,-2 8 1,3-2-120,1 6 0,3-5-260,1 5 0,4-2 64,-5 1 1,1 2-323,-4-6 0,0 5 133,0-5 1,-1 1-122,-3-4 35,3 0-160,-4 0 5,0-5 124,-1-1-181,-5-5 286,0 0-169,0-5 182,-5-1-28,4-5 0,-4 4 36,5 0 1,-1 4-236,-3-1 265,3-2 1,-4 4-149,5-6-44,0 6 88,0-3-135,0 5 198,0-5 20,0 4 273,0-4 364,0 5-438,-5 0-54,4 0 125,-4 0 0,4 0 18,-3 0 0,3-1 103,-3-3 0,3 2-51,1-6 0,0 5-142,0-5 0,0 1 133,0-4 0,0 0-26,0 0 1,4 0 26,-1 0 1,6 0-54,-2 0 0,3 0-104,1 0 0,0 5-9,0 2 0,4 3-60,0 1 0,4 1 86,-1 3 1,7 5-127,1 6 0,-1 4-690,-3-5 0,-3 6 368,-1-2 0,1-1-921,3 2 1,-5-6 529,-2 2 0,-3-6 721,-1-2 0,10-10 0,2 2 0</inkml:trace>
  <inkml:trace contextRef="#ctx0" brushRef="#br0" timeOffset="8981">7116 188 7884,'-7'-11'484,"0"0"1,3 0-71,-4 0 1,5 5 408,-5 2-130,6-2-322,-3 5 1,5 1 28,0 7 1,6 8 136,5 4 1,5 3-206,6 3 0,4 0-117,0 4 0,1-1-509,-2 2 1,-1 0 260,1-4 1,-3 0-143,-3-4 0,-3-1 167,-5-3 0,-4-2-671,0-5 26,-4-5 227,2-1 1,-5-6-413,0-3 0,0-2 349,0-5 1,-1 0-94,-3 0 1,-2-1 163,-5-3 1,0 6 378,0-2 1,-5 3-85,-3-3 1,-3 0 95,-3 0 0,0 3 161,-4 1 1,1 5 171,-2-2 1,-4 3 437,4 1 0,-3 1-365,8 3 1,4 3 149,6 8 0,3 1-173,1 2 1,5 3 26,2-3 0,13 2-91,5-2 0,11 2-33,4-6 1,4 0-45,4-7 0,1-2-620,2-5 1,2 0 271,-5 0 0,-4-5-1267,-4-2 0,-4-3 1400,1-1 0,-13-20 0,-3-4 0</inkml:trace>
  <inkml:trace contextRef="#ctx0" brushRef="#br0" timeOffset="9597">7932 133 7930,'-11'-6'346,"1"-4"642,3 3-99,-3-3-216,4 4-313,0 1 0,1 6-141,5 3 1,5 6 174,2 5 1,4 8-108,4-1 0,2 7-215,5 1 1,4 2 17,0 1 1,4 0-92,0 0 1,-4 0-129,0 0 1,-3-1 130,0-3 0,-3-2-361,-1-5 0,-5-8-37,-6-3 27,-3-8 287,-5 2 1,-2-10 111,-1-2 1,0-3-90,-4-1 1,5 0 16,-2 0 1,1-4 101,0 1 0,1-1-76,-1 4 1,2-4 57,1 1 0,-4-2-54,0 1 0,1 3 190,3-3 0,0 3-114,0 1 1,0 0 75,0 0 1,1 1-83,2 2 0,0 0-183,4 4 1,6 1 26,5 3 0,4 2-99,4 5 1,3 2-13,8 9 0,-3 1 107,3 3 0,-4 0-228,-4 0 0,-3 0 77,-8 0 0,-7-4-31,-7 1 0,-9-6 93,-6 2 1,-6 0 170,-9-4 1,-6 1-213,-4-8 1,-2-1 22,1-3 1,4 0-141,0 0 0,6-1 75,9-3 0,3 2 274,7-6 0,53 1 0,16-4 0</inkml:trace>
  <inkml:trace contextRef="#ctx0" brushRef="#br0" timeOffset="9989">8759 398 7930,'4'-11'363,"-1"0"0,1 0 1463,-4 0-1002,0 0-539,0 0 1,-1 5 68,-3 2 1,-2 3-122,-5 1 1,-1 0-175,-3 0 1,3 5 101,-3 2 1,-1 3-435,1 1 0,1 5-40,3 2 0,0-1-303,0 2 1,1-5 329,2 5 0,3-5-330,5 5 69,0-6 0,2 2 119,1-8 1,3 2 747,6-6 0,-1 0-199,0-7 0,3-2 48,1-5 1,3-1 78,-3-3 0,0 2 139,-4-6 1,-1 6 106,-3-2 0,1-1-182,-4 1 1,4 1 117,-5 3 1,1 0-64,-4 0 1,1 1-315,3 3 233,-3 2-56,9 5 0,-4 5-250,5 2 0,-1 3-90,-3 1 1,3 1-548,-3 3 0,3-2 378,1 6 0,-4-6-866,1 2 0,-1 1 492,4-2 0,0 1-400,0-4 0,0-4 314,0 1 739,0-6 0,25-7 0,5-7 0</inkml:trace>
  <inkml:trace contextRef="#ctx0" brushRef="#br0" timeOffset="10256">9156 343 7930,'0'-11'363,"0"0"1,0 0-87,0 0 0,-2 1 698,-1 2-567,-3-1 0,-9 4 37,0-3 0,-1 4-90,2 4 0,0 4 62,-4 4 0,4 2-176,0 1 0,1 1-57,2 3 0,5-2-173,3 5 0,1 1 66,2 3 1,5 0-321,3 0 1,6 0 176,5 0 1,1-1-707,3-3 1,3-2 370,4-5 1,5 0-520,2 0 1,0-5 192,-4-2 1,-1-3 63,-3-1 0,2-5 254,-5-2 1,-6-4 408,-5-4 0,-3-36 0,-1-14 0</inkml:trace>
  <inkml:trace contextRef="#ctx0" brushRef="#br0" timeOffset="10465">9288 111 7930,'-5'-10'714,"-2"3"-282,2-3 0,-1 8 740,2-6-624,3 6 0,-3-2 60,8 8 0,0 3-2,7 8 0,-2 3-188,10 8 1,-1-1-291,4 4 0,0 0 105,0 5 0,-5-1-832,-2 0 0,1-4 464,-1 0 0,-1-4-1121,-3 1 0,-4-4-926,-4-4-420,-2-7 2602,-1-6 0,-14-34 0,-5-8 0</inkml:trace>
  <inkml:trace contextRef="#ctx0" brushRef="#br0" timeOffset="10742">9520 166 7566,'0'11'2096,"-4"0"-1750,0 0 1,-6-3-127,-1-1 0,-1 0-67,-6 4 1,-1-3 66,-3-1 0,1-1-25,3 2 1,-2 0 10,6-4 1,3 4-14,3 0-141,6 2 1,2 1 68,7 0 1,8 1-98,3 3 0,4-3 79,4 3 0,2-3-567,5-1 0,2 4 273,1-1 1,4 2-486,4-1 1,-1-3 77,-3 3 598,3-3 0,-9-1 0,4 0 0</inkml:trace>
  <inkml:trace contextRef="#ctx0" brushRef="#br0" timeOffset="11515">10424 133 7830,'-4'-7'410,"0"0"346,-4 4 577,6-2-739,-3 5 0,7 5-95,1 2 1,5 9-73,6 6 1,5 5-139,7 6 1,0 5-272,4 3 0,2 2 89,-3 1 1,-1 0-861,2 0 0,-11-5 472,0-2 1,-11-9-2298,-4-6 1243,-3-5 0,-2-11 881,-3-2 0,2-3 454,-6-1 0,-19-19 0,-8-6 0</inkml:trace>
  <inkml:trace contextRef="#ctx0" brushRef="#br0" timeOffset="11882">10291 310 7830,'8'-10'105,"-1"2"0,0 2 276,4 3 0,5 1-36,3-1 0,1 2-136,2 1 1,5 0-45,3 0 0,3 0 58,4 0 0,-2 4-264,6 4 1,-6-1 112,2 4 1,-3-2-191,-1 5 0,-10-1 57,-4-2 0,-7 0 45,-5 0 1,-2 1-797,-5 3 1,0-3 358,0 3 0,-5-3 303,-2-1 1,1 4-6,-1-1 1,4 1 193,0-4 1,3 0-97,3 0 0,5-4 121,6 1 0,3-6-53,5 2 1,2-3 9,1-1 0,4 0 123,4 0 0,-4-5-106,0-2 0,-5-4 376,-2-4 1,-3 2-165,-8-6 0,-3 1 278,-12-4 0,-8 4-165,-10-1 0,-10 2-157,-8-1 0,-8 3-112,-4 8 0,3-2-109,2 5 1,7 1-1272,7 3 0,10 5 1286,8 2 0,57 27 0,14 8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35.008"/>
    </inkml:context>
    <inkml:brush xml:id="br0">
      <inkml:brushProperty name="width" value="0.08571" units="cm"/>
      <inkml:brushProperty name="height" value="0.08571" units="cm"/>
    </inkml:brush>
  </inkml:definitions>
  <inkml:trace contextRef="#ctx0" brushRef="#br0">308 199 7949,'0'-7'-283,"0"0"0,0 3 1825,0-3-494,0 4-17,0-2-741,0 5 0,-4 6 40,0 5 1,1 5-121,3 6 1,-4 5-29,0 3 1,1 3-580,3 4 0,-2-3 316,-1 3 0,0-3-892,-4-1 0,3-5 502,-3-2 1,3-3-483,-3-1 0,3-8 22,-3-3 931,4-8 0,-16-42 0,0-16 0</inkml:trace>
  <inkml:trace contextRef="#ctx0" brushRef="#br0" timeOffset="192">87 243 7949,'-6'-7'0,"2"0"1020,3 4-154,1-7-403,0 9 0,5 1-83,2 8 1,8 3 139,3 3 0,8 5-128,4 6 0,1 0-352,2 4 0,2 2-51,1 6 1,-6-4-176,-1 0 1,-4-1-975,-3-7 0,-5 0 621,-2-7 1,-4-2-1951,-4-5 2489,-2-5 0,-15-11 0,-2-7 0</inkml:trace>
  <inkml:trace contextRef="#ctx0" brushRef="#br0" timeOffset="376">54 343 8406,'11'0'1094,"0"0"0,6 1-768,5 3 0,5 2 96,6 5 0,5 1-107,3 3 0,5-3-464,2 3 1,-4-3 183,-3-1 1,-11 0-1413,0 0 1,-6-1 285,-2-3 1091,-5-2 0,-11-15 0,-7-2 0</inkml:trace>
  <inkml:trace contextRef="#ctx0" brushRef="#br0" timeOffset="711">495 133 7937,'-18'-24'179,"0"0"0,1 5 298,0 2 0,-2 2 2,-7 4 0,-2 1-39,-5 3 1,-5 2-24,-3 5 0,2 5-202,-1 2 1,4 8 4,-1 3 1,9 4-155,6 4 0,5 7 112,6 7 0,5 5-342,2 2 1,4 0 168,4 4 1,11-3-565,7 4 0,12-6 132,3 2 1,9-9-89,6-6 1,3-5 174,4-6 0,-3-9 69,3-6 1,-3-6 707,-1-4 0,-5-12-265,-2-7 0,-12-9 115,-7-2 1,-9-1-93,-6-7 0,-6 3 34,-5-6 0,-6 8-408,-5-5 1,-6 2-371,-5 2 1,-3-3 51,-4 3 0,2 6-970,-5 9 1467,-1 5 0,-13 36 0,-2 6 0</inkml:trace>
  <inkml:trace contextRef="#ctx0" brushRef="#br0" timeOffset="1086">1167 596 8179,'12'0'1601,"-1"0"-950,0-5 0,-4 4-412,0-3 1,-3 3 255,3 1-991,-4-5 0,2 3 320,-5-6-2216,0 6 2392,-5-8 0,-31-6 0,-12-7 0</inkml:trace>
  <inkml:trace contextRef="#ctx0" brushRef="#br0" timeOffset="1210">1079 365 7951,'8'0'-145,"-1"0"0,-3 0-898,3 0 1043,0 0 0,-1 0 0,-1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39.888"/>
    </inkml:context>
    <inkml:brush xml:id="br0">
      <inkml:brushProperty name="width" value="0.08571" units="cm"/>
      <inkml:brushProperty name="height" value="0.08571" units="cm"/>
      <inkml:brushProperty name="color" value="#E71224"/>
    </inkml:brush>
  </inkml:definitions>
  <inkml:trace contextRef="#ctx0" brushRef="#br0">407 188 7680,'-4'-8'-188,"1"1"0,-1 3 728,4-3 1,0 3-126,0-3 1,0 3-37,0-3 0,1 1-192,3-1 1,6-3 23,4 2 1,5 2-79,-5-1 1,6 3 91,-2-3 0,7 4-137,1 0 1,-1 2 86,-3 1 1,2 1-380,1 2 1,-5 7 67,2 5 1,-7 8-1,-1-1 1,-6 8-151,-5-1 0,-1 4 120,-2 4 0,-5-2-78,-3 6 1,-6-4 16,-5 3 1,-3-1 26,-3 2 0,-4-7 66,-4-5 0,0-4 141,0 1 1,0-8 92,0-3 1,1-4 167,3-4 1,-2-2-41,5-5 1,2-5-81,6-2 1,2-4 141,5-4 0,4-2-62,4-5 0,2 1-186,1 3 1,8-3 124,3 2 0,11-2-469,0-1 0,8 4-11,-1 0 0,7 4-182,0 0 1,6 1-122,-2 2 1,3 1 615,1 3 0,40 17 0,9 8 0</inkml:trace>
  <inkml:trace contextRef="#ctx0" brushRef="#br0" timeOffset="1368">1289 89 7857,'6'-5'81,"4"-1"0,-8-5 315,6-1 0,-6 5 76,2 0 1,-3 3-122,-1-3 1,0 3 155,0-3-55,0 4-422,0-7 0,-1 9 65,-3-2 1,-2 1-135,-5 2 1,-1 6-59,-3 6 1,2 0-73,-6 6 1,1 2-17,-4 5 1,0 4 53,0 4 0,0 1-19,0 3 0,-4 3 49,0 8 1,-3 1-141,3 2 0,4-3 52,4-7 1,4-5 184,-1-6 1,7-5-39,0-6 244,6-3-128,-3-10 1,6-2-109,3-8 0,1 1 5,2-4 0,7 0 40,-3-4 1,7 0-211,0 0 0,3 0 106,1 0 0,4 0-65,0 0 1,1 0 83,-2 0 0,-1 3 204,1 1 1,-2 3 60,-5-3 1,3 4 210,-3 0 1,-2 1-37,-1 2 0,-3 0-84,-1 0 1,-4 0-69,1 0 1,-5 4-21,5 0 0,-1 3-65,4-3 0,0 3 66,0-3 0,1 0-16,3-4 0,-1 0-1062,4 0 0,-3 0 464,3 0 0,-3 0-776,3 0 1,-4-2 82,0-1 1112,-2 1 0,0-12 0,-1 1 0</inkml:trace>
  <inkml:trace contextRef="#ctx0" brushRef="#br0" timeOffset="1751">297 794 7048,'-11'0'1626,"6"-1"-1200,5-3 1,11 3-177,11-3 1,15-1 77,10 2 0,16-6-116,7 2 1,19-3-72,10-1 1,-46 6-1,1 0-162,1 1 0,0 1 0,1-2 0,1 1 513,-2 2 0,0 1 0,43-3-109,-13 4 0,-17 0-264,-9 0 1,-10 0-1508,-12 0 944,-10 0-820,-16 0 1,-8 0 565,-6 0 0,-5 0-1006,-6 0 1844,-4 0 1,-43 0-1,-10 0 1</inkml:trace>
  <inkml:trace contextRef="#ctx0" brushRef="#br0" timeOffset="2298">186 1312 7777,'-6'-14'0,"1"-1"0,2 1 0,-1 2 654,2 1 0,2 0-153,3 0 0,3 0-102,5 0 0,2 4-124,1-1 0,4 6-49,4-2 0,1 3-56,3 1 0,1 0 55,2 0 1,2 1-162,-6 3 0,1 6 94,-4 4 0,-5 6-464,-2-2 1,-8 7 206,-3 1 0,-3 4-258,-1 0 1,-6-2 155,-5 1 1,-1 1-188,-7 3 0,0 0 106,-7 0 0,3-5-24,-3-2 0,-2-3 212,-1-1 1,-2-1-13,1-3 0,0-2 202,4-5 0,-4 1-62,0 3 1,-1-8 283,2 1 1,7-6 18,7-2 1,3 0 177,1 0 0,5-8-230,2-3 1,6-8-119,5 1 1,1-3-570,11-1 0,0 0 245,7 0 0,6 4-225,5-1 0,7 1 203,-4-4 0,7 3-1442,-3 1 1621,0 5 0,20 2 0,-2 6 0</inkml:trace>
  <inkml:trace contextRef="#ctx0" brushRef="#br0" timeOffset="3058">683 1456 7831,'0'-8'1,"0"1"0,0 3 558,0-3-113,0 4 352,0-6-333,4 2-278,-2-4 0,4 0-92,-3 0 0,0 4 72,4 0 0,-3 3-205,3-3 1,1 4 81,3 0 1,0-2-599,0 1 437,0 0 0,0 6 54,0 1 1,-5 3-225,-2 5 0,-3 4-240,-1 0 1,0 6 257,0 1 1,-1 0 136,-3 3 0,-2 0 44,-5 1 1,0-2-55,0 6 1,1-10 75,3 2 0,-2-3-40,5-1 0,1 2 182,3-6 0,0-3-44,0-3 1,1-6 15,3 2 1,2-4-10,5-4 0,3 1-74,1-8 0,1 2 46,-1-6 0,-2-2-20,6-1 0,-6 1 12,2-2 1,-2 1-3,2-4 0,-3 1 3,3 3 0,-7-2-2,0 5 0,-5 1 41,5 3-345,-6 0 179,3 4 63,-5 3 1,-1 5 25,-3 2 0,2 7 14,-6 5 0,6 3-35,-2-3 0,-1 5-103,2-2 1,-1-2 76,4-1 1,0 1 30,0-2 0,0 1 513,0-4-328,5 0 1,5-5 115,4-2 1,6-3-73,-2-1 0,3-9 471,1-2 1,0-8-227,0-3 0,0-2 176,1-5 0,-6 3-274,-3-3 0,-1 3-193,-2-3 1,-5-1-1043,-3-3 1,-1 4 585,-2 0 0,0 4 323,0-1 0,-20 8 0,-4 2 0</inkml:trace>
  <inkml:trace contextRef="#ctx0" brushRef="#br0" timeOffset="3808">1179 1720 7788,'0'-6'536,"0"0"-99,0 2 203,0 3-28,0-4-345,0 5 1,0 5-71,0 2 1,0 3 20,0 1 1,0 5-163,0 2 1,-4 3 51,0 1 1,-1 0 109,2 0 0,0 4-875,-4 0 1,3 0-150,-3-4 1,4-4-133,0 0 1,-2-4-84,1 1 1021,1-3 0,3-6 0,0-21 0,0-9 0</inkml:trace>
  <inkml:trace contextRef="#ctx0" brushRef="#br0" timeOffset="4042">1267 1742 7789,'6'-6'1556,"4"-4"-1197,-9 9 0,5-4-77,-2 5 1,-3 1 127,3 3 0,-3 2-82,-1 5 1,0 4-119,0 0 1,0 4-181,0 0 1,0 1-219,0 2 0,0 2-761,0 1 0,0-1 518,0 1 0,0-6-2021,0-4 2452,0 2 0,0-25 0,0 0 0</inkml:trace>
  <inkml:trace contextRef="#ctx0" brushRef="#br0" timeOffset="4583">1476 1070 7423,'0'-11'2080,"0"0"-1398,0 5-54,0 1-411,-5 14 1,-1 2-164,-5 8 0,4 2 113,0-3 1,-1 7-326,-3 0 1,0 6 18,0-2 0,4-1-157,-1 2 1,6-1-738,-2 4 1,3-4 464,1-4 0,1-3 568,3-3 0,27-8 0,10-6 0</inkml:trace>
  <inkml:trace contextRef="#ctx0" brushRef="#br0" timeOffset="5098">1609 1114 7270,'-7'0'-755,"3"-1"2118,4-3-819,0 3-340,0-4 1,1 1-45,2 0 0,5 1 45,7 3 0,-3 0-247,2 0 0,2 3 84,-1 1 1,0 3 127,-4-3 1,0 5-527,0-2 0,-4 3-370,1 1 593,-6 0 0,-1 0 67,-4 0 0,-7 0 63,-1 0 1,0-4-35,-4 1 0,2-5 76,-2 5 0,3-6-62,-3 2-77,3 2 34,1-5-21,0 4 256,4-5-139,3 0 62,4 0 1,1-4 144,2 1-170,4-1 1,4 4-21,0 0 0,-3 0-30,3 0 0,-2 0-4,6 0 0,-3 1-94,-1 3 0,3-2 62,1 6 0,1-1-101,-1 4 0,-3-2 110,3 2 0,-8-3 39,-3 7 0,1-1-4,-2 0 0,-4-2 6,-6 3 0,-7 1-97,0-1 0,-10-1-109,2-2 1,-2-3-498,2-1 0,3-2 64,1-3 608,5-1 0,6-17 0,9-10 0</inkml:trace>
  <inkml:trace contextRef="#ctx0" brushRef="#br0" timeOffset="5326">1818 1081 7794,'11'-5'0,"0"4"380,0-3 1,0 3-40,0 1 1,1 1 173,3 3 0,2 3-87,5 8 0,-3 1-171,-1 2 1,-4 4-62,0 0 0,-3 1 10,-3 7 0,-5-5-422,-6 5 1,-3-2 235,-6 1 1,0 1-964,-2-8 1,-4 1 271,-4-8 671,5 0 0,-13-4 0,0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45.990"/>
    </inkml:context>
    <inkml:brush xml:id="br0">
      <inkml:brushProperty name="width" value="0.08571" units="cm"/>
      <inkml:brushProperty name="height" value="0.08571" units="cm"/>
      <inkml:brushProperty name="color" value="#E71224"/>
    </inkml:brush>
  </inkml:definitions>
  <inkml:trace contextRef="#ctx0" brushRef="#br0">22 12 7854,'-6'0'1216,"-3"0"-736,7 0 130,-3 0-385,15 0 1,4 0-83,11 0 0,0 0 69,4 0 0,4 0-379,4 0 1,1 0 180,-1 0 0,-4-4-300,0 0 0,-1 0-178,-6 4 0,-4 0-1287,-4 0 537,-5 0 1214,-2 0 0,-20 5 0,-10 2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46.206"/>
    </inkml:context>
    <inkml:brush xml:id="br0">
      <inkml:brushProperty name="width" value="0.08571" units="cm"/>
      <inkml:brushProperty name="height" value="0.08571" units="cm"/>
      <inkml:brushProperty name="color" value="#E71224"/>
    </inkml:brush>
  </inkml:definitions>
  <inkml:trace contextRef="#ctx0" brushRef="#br0">32 1 7854,'-4'6'143,"-4"-2"0,2-2 294,-1 2 0,4-2 61,0 5 1,6-4-116,5 1 1,6 1 32,5-2 0,6 1-82,5-4 1,3 1-520,4 3 1,1-3 184,2 3 1,2-3-1348,-6-1 0,-3 0 1347,-3 0 0,-15 0 0,-1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49.251"/>
    </inkml:context>
    <inkml:brush xml:id="br0">
      <inkml:brushProperty name="width" value="0.08571" units="cm"/>
      <inkml:brushProperty name="height" value="0.08571" units="cm"/>
      <inkml:brushProperty name="color" value="#E71224"/>
    </inkml:brush>
  </inkml:definitions>
  <inkml:trace contextRef="#ctx0" brushRef="#br0">154 486 8115,'-1'-10'0,"-1"2"545,-2 0-483,0 6 61,9-8 1,1 9 46,5-3 0,5-1-95,3 1 0,-2 1 72,1 3 0,1 0-123,3 0 1,2 0 109,-2 0 0,3 5-277,-7 2 0,-2 2-26,-1-2 1,-1 4-29,-3 0 1,-2 0 102,-9 4 0,0-2 78,0 2 1,-9 1-30,-2 2 1,-7 2-6,0-6 0,-3 6 139,-1-2 1,-5 0-81,-3 0 1,2-5 224,-1 2 0,3 1 21,-3-1 0,1-1-3,-2-2 0,7-5-76,4 0 1,5-3 68,-5 3-52,6-4 70,2 2-253,6-5 207,5 0 39,5 0 0,5 0-22,4 0 1,2 0 89,-1 0 1,2 0-237,5 0 1,4 0-82,0 0 1,4-4-23,0 0 1,0-1-248,0 2 0,0 1-1386,-4-1 1,3 0 1647,-3 0 0,5 1 0,-3-2 0</inkml:trace>
  <inkml:trace contextRef="#ctx0" brushRef="#br0" timeOffset="1219">1378 310 8009,'0'-8'0,"0"1"0,0 3 350,0-3 1,0 3 253,0-3-483,0 4 1,-1-2 5,-3 5 0,2 2-137,-6 1 1,5 5-13,-5 6 1,1 0 99,-4 4 0,0-3-351,0 3 1,0 2 188,0 6 1,1-7-323,3 3 1,-2-2 144,5 2 1,1-1 32,3-3 0,0-2 138,0-5 0,6-1 48,5-3 1,5 2 168,6-6 0,0 0-128,0-7 0,0-2 82,0-5 0,4 0-48,0 0 1,-2-5 163,-6-2 0,3 1 99,-2-2 0,0 2 69,0-1 1,-3-2-94,-5 5 0,-4-3 120,0 3 1,-4 1-254,0 3 1,-1 3 231,-2 1-384,0 4 0,0 0 123,0 6 1,-4 4-194,0 4 0,-3 5-7,3 2 1,-1 3-52,2 1 0,0 0 35,-4 0 0,3 5-220,-3 2 1,-2 3-123,-5 1 1,-4 0 193,-4 0 1,-1 2-31,-3 1 0,-2-3 135,-5 0 1,-4-4 216,1-7 1,-2-5-139,1-2 1,3-4 832,-3-4 0,7-2-376,5-5 0,3-5 425,3-2 0,5-3-280,6-1 0,3 0-159,5 0 0,5 0-492,3 0 0,8-2 156,6-1 0,5 3-182,6 0 1,6 0 135,5 3 0,0-2-705,4-1 0,-3 2-229,-1 1 1,-3 0 942,-1 4 0,5 5 0,6 5 0</inkml:trace>
  <inkml:trace contextRef="#ctx0" brushRef="#br0" timeOffset="1702">1720 784 7973,'-6'-8'197,"1"2"0,1 0 1,0 0 1110,2-3-187,1 4-213,1-4-488,0 7 1,0-1-132,0 6 1,0 1 69,0 7 1,0-2-230,0 5 1,1 3-230,3 2 0,-3 2-133,3 1 0,-3 3 246,-1 1 0,0-4-1567,0-3 1,0-2 112,0 1 1440,0 3 0,5-48 0,1-6 0</inkml:trace>
  <inkml:trace contextRef="#ctx0" brushRef="#br0" timeOffset="2308">1510 23 8027,'-7'0'-139,"0"0"0,-2 0 950,-1 0 1,3 0-280,0 0-303,-1 0 0,-2 5-199,3 2 0,-3-1 48,3 2 0,1-2-204,-2 1 1,6 3-125,-2-3-76,-2 3-216,5 1 370,-4 0 0,5-4-60,0 1 165,0-6 1,1 3 65,3-5 0,-2 0-38,6 0 1,-1-5 6,4-2 0,0 1 87,0-2 1,0 1 202,0-4 0,-1 0 865,-3 0-795,3 0 0,-5 0 548,2 0-153,-2 0-422,-5 0 1,2 5-804,1 2 475,-2 3 1,9 1-76,-2 0 0,3 5-411,3 2 0,4 7-1035,4 0 0,3 7 1548,1 1 0,44 44 0,-32-25 0,1 0 0</inkml:trace>
  <inkml:trace contextRef="#ctx0" brushRef="#br0" timeOffset="2600">2117 673 7961,'0'-11'1130,"0"0"0,0 4-696,0 0 1,5 4-345,2-1 0,4 3 102,4 1 0,2 0-895,5 0 0,4 0 425,-1 0 0,10 0 278,-2 0 0,51 0 0,11 0 0</inkml:trace>
  <inkml:trace contextRef="#ctx0" brushRef="#br0" timeOffset="3217">3010 276 7977,'-4'-11'0,"0"0"0,1 4 1052,3 0-208,-5-1-30,4 2-506,-9 1 1,7 5-246,-4 0 1,3 6-150,-3 5 1,4 2 135,0 5 1,2-3-377,1 3 0,0-1 212,0 2 1,1 0-108,2-4 0,0 3 54,4-3 1,1 0-203,3-4 1,0 0 84,0 0 1,1-5 112,3-2 0,-3-3 227,3-1 1,0 0-64,0 0 1,4-6 248,-5-5 0,1 0-86,-4-4 0,0-1 0,0 1 0,-1-1 6,-3 2 1,-1 0 299,-2-4 0,-3 4-64,3 0 0,-3 1 498,-1 2-676,0 5 141,-5-3-532,4 7 1,-4 2 155,5 8 0,0 3-44,0 3 1,5 4 66,2 4 1,3 1-537,1 3 1,-4 2 7,1 5 0,-4 0-190,3 0 0,-5 0 120,2 0 0,-9 5 151,-6 2 0,-1-2 347,-7-1 0,0-6-146,-7-2 0,2-8 608,-6 1 0,2-7-312,-1 0 1,-3-8 312,2-3 0,2-4 33,-1-4 1,8 0 255,-1-7 1,7 3 2,1-7 0,6-1-228,5 1 1,3-3-426,3 3 0,5-1 93,6 2 1,8 1-859,8-1 1,3 1 440,4 2 1,1 4-420,2 0 1,5 1 732,-4-2 0,33 8 0,2 6 0</inkml:trace>
  <inkml:trace contextRef="#ctx0" brushRef="#br0" timeOffset="3567">3550 695 7942,'-6'-11'1562,"-4"0"-492,9 5-510,-4-4 1,5 10-159,0 0 1,0 5-40,0 6 1,0 0-144,0 0 1,3 5 14,1 3 0,4 1-1088,-5 3 1,5-1 583,-5 0 1,2-4-2627,-1 0 2895,-3 1 0,23 13 0,1 2 0</inkml:trace>
  <inkml:trace contextRef="#ctx0" brushRef="#br0" timeOffset="4187">948 210 7951,'0'-7'-1526,"0"0"2319,0-2 0,0 3 407,0-1-612,-5 4 1,-5 3-167,-4 7 1,-6 9-40,2 6 1,-3 7-40,-1 7 1,0 8 56,0 8 0,5 3-454,2 4 1,4 6 123,4 5 0,3 3-579,8-3 0,3-5 344,8-6 1,5-9-1359,6-6 1,1-1 1521,-1-6 0,26-6 0,12-4 0</inkml:trace>
  <inkml:trace contextRef="#ctx0" brushRef="#br0" timeOffset="4793">3704 254 7888,'-10'-11'5,"2"2"1,2 0 467,1 2 1,0 3 293,1-3-499,3 4 0,-3-2-39,8 5 0,2 1 124,5 3 1,6 4-97,5 6 0,3 8 158,8 8 0,-1 6-75,8 5 1,-3 8-283,3 6 1,0 6-212,0 9 0,-7 2-97,-7 5 1,-13-10-71,-5-9 1,-11-9 214,-4-12 0,-8-5-600,-3-10 1,1-8 257,-2-3 1,6-8-1237,-2 1 1683,3-3 0,6-25 0,1-7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7:58.098"/>
    </inkml:context>
    <inkml:brush xml:id="br0">
      <inkml:brushProperty name="width" value="0.08571" units="cm"/>
      <inkml:brushProperty name="height" value="0.08571" units="cm"/>
      <inkml:brushProperty name="color" value="#E71224"/>
    </inkml:brush>
  </inkml:definitions>
  <inkml:trace contextRef="#ctx0" brushRef="#br0">1 210 7886,'0'-6'4776,"0"1"-4314,0 5 1,1 5-5,3 2 1,-2 8-125,5 4 1,-3 6-55,4 5 0,-1 6-65,4 5 0,0 2-179,0 1 0,0 4-5,0-1 1,-1 0-74,-3-7 0,2-2-256,-6-5 0,1-1 226,-4-2 0,-4-5-241,1-6 1,-5-7-72,5-5 121,-6-4 194,8 2 1,-4-10-116,5-3 1,0-3-11,0-3 1,0 0-174,0-4 0,0 1-21,0-2 1,0-2 166,0 3 0,0-1 73,0 0 0,4 0-50,-1 4 0,2-5 306,-1 2 0,1 1-98,2-2 0,2 6 117,-6-2 1,6 2 164,-2-2 1,3 6 187,1-2 0,0 8-79,0-1 1,0 8 252,0 3 1,4 4-186,0 4 0,-1 3 109,-3 8 0,4-2-448,0 6 0,-1-6 39,-2 2 1,-1-3-734,0-1 1,-2 0 401,-1 0 0,1-4-555,-1-4 1,-2-1-430,1-2 1,1-4 1145,3 0 0,24-19 0,7-1 0</inkml:trace>
  <inkml:trace contextRef="#ctx0" brushRef="#br0" timeOffset="657">629 750 7881,'0'-7'147,"-1"1"1,-1 0 1262,-2 0-566,0-2-505,9 2 0,1 1-125,5 5 1,1 0-85,3 0 0,1 0-127,2 0 1,3 5-225,-2 3 0,-2 1 224,1 2 0,-4-1-102,0-2 0,-5 5 59,-2-2 0,-4-1-168,0-3 1,-1 1 60,-2 3 1,-5 0 137,-3 0 1,-1-2 0,-2-1 1,0 0 129,-1-4 1,-2 1-112,-1-1 1,0-3 2,4 3 0,0-3-100,0-1 1,4 0 109,0 0 1,3 0-296,-3 0 195,4 0 0,-3 0-99,2 0 134,3 0 0,-3 0-21,8 0 3,2 0 1,5 0 7,0 0 1,0-4-14,0 0 1,0 1 23,0 3 1,0 0-17,0 0 0,2 0 8,1 0 0,0 1 102,4 3 1,-3-2 8,3 5 1,-4-3 165,0 3 1,0 1-93,1 3 1,-7 0 123,3 0 1,-7 0 97,0 0 1,-3 0-99,-1 0 1,-1 0-211,-3 0 0,-7 1 124,-7 3 0,-7-6-638,-1 2 0,-4-3 270,0 3 0,-2-5-2083,-1-2 2276,5-3 0,-23-20 0,-2-6 0</inkml:trace>
  <inkml:trace contextRef="#ctx0" brushRef="#br0" timeOffset="1183">750 1 10794,'-4'6'532,"0"5"-691,-7 0 1,2 1-551,-5 7 1,-2-1-751,1 4 1459,0 0 0,-1 25 0,-1 5 0</inkml:trace>
  <inkml:trace contextRef="#ctx0" brushRef="#br0" timeOffset="2083">1478 111 7898,'0'-11'669,"0"4"-67,0-1-202,0 6 1,-1-3 24,-3 5 1,-7 1 64,-7 3 0,-3 4-166,-1 11 0,-4 2 67,0 12 1,-3 2-88,3 9 0,2 4-88,5 0 1,5 5-214,6-2 0,6 2 112,9-2 1,6 1-320,9-8 1,0-3-169,0-8 1,-1-4-380,-3-4 1,1-3-86,-4-3 0,4-3 16,-5-5 820,1-5 0,11-16 0,3-8 0</inkml:trace>
  <inkml:trace contextRef="#ctx0" brushRef="#br0" timeOffset="2891">1798 365 7735,'-8'-4'-33,"1"0"0,3 1 543,-3 3-77,5 0 144,-3-5-361,5 3 1,1-2 39,3 4 1,2 0 15,5 0 1,3 0-28,1 0 1,5 0-112,-2 0 0,-1-4 109,2 0 1,3 1-218,3 3 1,1-4 113,-4 0 0,0-1-124,0 2 1,4 1 23,0-1 0,-4 1-55,-4 2 1,-4-3 80,0-1 0,-1 0-262,-2 4 232,-5 0-229,4 0 174,-9 0 0,-1 5 0,-6-2 32,-5 4 1,0-3-14,0 3 1,0-1-23,-1 2 0,1 3 27,0 0 0,-3 0 127,-1 3 1,-1 0-140,1 1 1,2-2 32,-5 5 0,0 1-140,0 3 0,-3 0 131,3 0 1,1 0-68,-2 0 1,6-1 50,-2-3 1,4 2 176,4-5 1,1-1 99,2-3-58,3 0 0,0-3 183,4-1 0,6-5-129,-2 2 0,7-3 28,0-1 1,10 0-64,-2 0 0,3 0-422,1 0 0,2-1 165,5-3 0,-3 3-1418,-1-2 0,-4 1 371,0 2 0,-1 0-838,-2 0 1903,-5 0 0,-6 10 0,-6 2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02.424"/>
    </inkml:context>
    <inkml:brush xml:id="br0">
      <inkml:brushProperty name="width" value="0.08571" units="cm"/>
      <inkml:brushProperty name="height" value="0.08571" units="cm"/>
      <inkml:brushProperty name="color" value="#E71224"/>
    </inkml:brush>
  </inkml:definitions>
  <inkml:trace contextRef="#ctx0" brushRef="#br0">23 783 7882,'-7'-6'1348,"-1"3"-319,6-4-255,-3 6-396,5-4 0,0 10-109,0 3 0,0 1 164,0 2 0,1 5-205,3 3 1,1-2-166,2 1 0,3 1-233,-3 3 1,-1 3-154,2 1 0,-5-4-1277,5-3 0,-2-2 244,1 1 1356,-2-2 0,0-20 0,1-3 0</inkml:trace>
  <inkml:trace contextRef="#ctx0" brushRef="#br0" timeOffset="558">89 1 8814,'6'0'2056,"-2"5"-1745,-8 2 1,-1 3-86,-2 1 0,-3 5-173,3 2 0,1 3 108,-2 1 0,6 4-464,-2-1 1,-1 6 234,2-2 0,0 0-832,7 0 0,2-5 425,5 2 1,1-3-1255,3-1 1729,-3-4 0,39-17 0,2-9 0</inkml:trace>
  <inkml:trace contextRef="#ctx0" brushRef="#br0" timeOffset="1084">277 67 7457,'1'-10'251,"2"3"1,0 2 79,4 5 1,1 0 52,3 0 0,0 0-82,0 0 1,1 0-107,3 0 0,-2 0-363,5 0 1,-3 5 171,4 2 0,-5 3-415,5 1 0,-6-4 249,2 1 0,-7-1-18,0 4 0,-6 0 0,2 0 1,-3-4 20,-1 1 1,-5-5 101,-2 5 1,-4-5 104,-4 5 1,3-6 101,-3 2 0,-1-3-49,2-1 0,-1 0 73,4 0 0,0 0 123,0 0-118,0 0-96,0 0 1,3 0-203,1 0 168,5 0-221,-3-5 223,5 4-46,5-4 1,1 5-126,5 0 1,0 0 72,0 0 0,0 0 27,0 0 0,0 1 8,0 3 1,1-2 11,3 6 1,-3-5-1,3 5 1,-3-1 4,-1 4 1,0 0-95,0 0 1,-1 0 79,-3 0 0,2 4-332,-6 0 260,1-1 0,-10-3-236,-5 0 1,-1-1 82,-7-3 1,1 2-278,-4-5 510,0-1 0,-20-3 0,-4 0 0</inkml:trace>
  <inkml:trace contextRef="#ctx0" brushRef="#br0" timeOffset="1367">585 12 7892,'8'0'1406,"-1"0"1,0 0-657,4 0 0,2 1-292,1 3 1,2 3-108,3 8 0,3-2-171,0 5 1,-4 1-113,4 3 1,-4 4-392,1-1 0,-7 2 276,-5-1 0,-4-3-1297,1 3 1,-9-3 646,-6-1 0,-2-1 697,-5-2 0,-5 1 0,-5-3 0</inkml:trace>
  <inkml:trace contextRef="#ctx0" brushRef="#br0" timeOffset="1934">1103 287 8008,'-4'-11'919,"-4"0"210,-2 0-268,4 0-579,1 5 1,7 2-54,1 8 0,5 2 309,6 5 1,7 6 22,5 5 0,4 5 27,0 6 0,5 7-580,2 4 1,0 0 50,-4 4 1,-9 2-676,-2 1 0,-12-1 456,-2 2 1,-11-10-69,-4-2 1,-8-13 90,-3-5 1,-3-7-332,-1-1 0,1-3-170,3-3 0,-2-3-291,5-5 1,1 0-1009,3 0 1937,5 0 0,10-25 0,9-5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06.288"/>
    </inkml:context>
    <inkml:brush xml:id="br0">
      <inkml:brushProperty name="width" value="0.08571" units="cm"/>
      <inkml:brushProperty name="height" value="0.08571" units="cm"/>
      <inkml:brushProperty name="color" value="#E71224"/>
    </inkml:brush>
  </inkml:definitions>
  <inkml:trace contextRef="#ctx0" brushRef="#br0">386 133 7957,'0'-18'163,"0"4"1,1 1 220,3 2 1,-3 0-163,3 0 1,-4 0 195,-4 0 1,2 4-103,-6 0 0,-3 0-212,-3 0 1,-6 2 14,2 5 0,-8 0-127,-4 0 0,-1 1-165,-2 3 1,3 2 175,1 5 0,3 2-262,-3 1 1,5 2 112,2 3 1,5 0-55,6-4 1,5 3 78,2-3 0,3 3-153,1-3 0,5 0-22,2-4 0,6-2 62,5-1 0,0 0 170,8-4 0,1 0-83,-1-4 0,3-1 233,-3-3 0,3 1-66,-3-4 1,-4 0 74,-4-4 0,0 0-87,0 0 0,-2 1 273,-5 2 0,-5-1 81,-2 1 1,-3-1 66,-1-2 0,0 3-69,0 1 0,-4 3 484,1-3-618,-6 4-55,3-2 1,-1 7-34,-1 1 1,6 3 84,-2 5 1,4 5-59,4 3 1,1 2-87,2 1 0,6 5-185,-2 2 1,3 3-395,-3 1 1,0 4 276,0-1 0,0 1-172,0-4 1,-1-1 134,-3-3 1,-2-3 368,-5-7 0,0-3-238,0-5 414,0-5 0,0-3 194,0-6 1,0-3 453,0-5 0,1-5-147,3-3 1,3-2-256,8-1 1,-1 0-424,4 0 0,-3 0 55,3 0 1,0 0-832,4 0 0,0 1 471,0 3 0,-3 3-621,-1 8 0,-4 2 338,0 5 1,2 0-2440,-1 0 2919,0 0 0,1 39 0,1 10 0</inkml:trace>
  <inkml:trace contextRef="#ctx0" brushRef="#br0" timeOffset="441">871 496 7931,'-5'-9'264,"-1"0"1,-1 3 811,-1 1 0,6 0 137,-2 1-401,3 3-314,1-4 1,0 6-106,0 3 0,5-1 73,2 4 0,-1 4-27,2 4 1,-1 1-149,4-2 1,0 3-200,0 5 1,0 1 140,0-1 1,0 0-795,0 0 1,-3 0 422,-1 0 0,-3-4-1968,3 1 0,-3-5 114,3 5 1992,-5-11 0,23-18 0,-1-14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07.527"/>
    </inkml:context>
    <inkml:brush xml:id="br0">
      <inkml:brushProperty name="width" value="0.08571" units="cm"/>
      <inkml:brushProperty name="height" value="0.08571" units="cm"/>
      <inkml:brushProperty name="color" value="#E71224"/>
    </inkml:brush>
  </inkml:definitions>
  <inkml:trace contextRef="#ctx0" brushRef="#br0">121 54 7951,'0'-11'710,"0"0"-169,0 0-174,0 5 0,0 0 155,0 2-172,0 3 1,-4-2-102,-4 6 1,-2 3-30,-1 5 1,0 2-37,0 1 1,0 8-48,0 8 1,0 2-491,0 1 1,1 1 223,3 3 0,2-2-748,5 6 1,5-3 435,2-2 1,9 0-485,6-10 0,2-6-119,5-5 1044,5-3 0,20-20 0,9-6 0</inkml:trace>
  <inkml:trace contextRef="#ctx0" brushRef="#br0" timeOffset="402">375 154 7989,'0'-11'287,"-1"1"557,-3 2 97,3-1-323,-4 3-393,5-1 1,5-1-1,2 4 1,3 0-72,1 4 1,1 0 84,3 0 1,-2 4-286,6 0 0,-4 4 120,3 0 1,-5 0 161,2 0 0,-3 1-1081,-1-1 1,-5 2 410,-2 1 0,-3-4 209,-1 0 1,0 1 74,0 3 1,-5 0 158,-2 0 0,-6 0-118,-2 0 1,-1-4 215,1 1 1,3-1-17,-3 4 0,3-1 94,1-3 1,1 3 26,3-3 1,2-1-30,5 2-124,0-1 1,3 3 6,4-3 1,0 2-354,8-6 1,2 5 114,1-5 1,3 1-720,1-4 1,0 0 216,0 0 0,0 0 674,1 0 0,23-15 0,7-3 0</inkml:trace>
  <inkml:trace contextRef="#ctx0" brushRef="#br0" timeOffset="677">662 87 7989,'-2'-11'738,"0"0"141,-2 0 1,6 5-250,5 3 1,8 1-214,3 2 0,8 7-54,3 4 0,8 6-98,3 8 1,3 0-74,1 4 0,-8 1-688,-3 3 0,-14 0 424,-4 0 1,-8 0-954,-7 0 0,-13-4 556,-5 1 0,-12-7 469,-3-1 0,-29 10 0,-13-3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19.185"/>
    </inkml:context>
    <inkml:brush xml:id="br0">
      <inkml:brushProperty name="width" value="0.08571" units="cm"/>
      <inkml:brushProperty name="height" value="0.08571" units="cm"/>
      <inkml:brushProperty name="color" value="#E71224"/>
    </inkml:brush>
  </inkml:definitions>
  <inkml:trace contextRef="#ctx0" brushRef="#br0">143 54 7567,'0'-6'383,"0"-4"0,2 9 84,1-3-76,-2 3 11,4-4-89,-5 4-157,0-4 1,0 6-171,0 3 1,-1-2 39,-3 6 0,2-1-130,-5 4 1,3 0 84,-3 0 0,1 0-167,-2 0 0,0 1 60,4 3 0,-5-3 15,2 3 0,1-4-16,-1-4 1,3 3 60,-3-3 0,3 2 1,-4-2 226,6 3-5,-3-9-113,5 4 53,0-5 0,1-5-72,3-2 1,2-3 41,5-1 0,0-4-34,0 1 1,0-1-8,0 4 1,-3-4 39,-1 1 1,0-1 63,4 4 0,-1 0-57,-3 0 1,2 4 87,-5-1 1,3 5-125,-3-5 105,-1 6-241,-3-3 62,0 5 1,-1 5-85,-2 2 0,-4 3 137,-4 1 1,2 0-121,1 0 1,-4 4-6,5-1 0,-9 2-26,5-1 1,-3-3-5,3 3 1,0-3 72,0-1 1,1 4 44,3 0 1,-3-2-104,3-6 199,2 3-149,-5-4 26,9 0 123,-4-1 1,6-5-58,3 0 0,2-5 123,5-2 1,0-3-80,0-1 1,0-3 49,0-1 0,0-1 10,0 1 1,0 3-23,0-3 0,0-1 33,0 2 1,-1-5-69,-3 5 1,3-1 31,-2 4 0,-2 0 54,1 0-138,-4 0 1,1 3 133,-4 1-223,0 5 0,0-2 29,0 8 1,-1 2-70,-2 5 0,-2 0 13,-3 0 1,-1 4 57,1-1 0,-2 2-22,-1-1 0,4-2 30,0 6 0,-1-6 84,-3 2 1,1-3-88,3-1 1,-3 0 115,3 0 1,1-1-15,-2-3 1,5 2 29,-5-5 35,6-1-87,-3 2 20,5-4 0,0 3-31,0-8 0,0 2-8,0-5 1,5 3 6,2-3 1,-1-1 5,2-3 0,-1 0 131,4 0-72,0 0 0,0-2-34,0 2 1,-1-3 6,-3 7 0,3-3-3,-2-1 0,-2 1 0,1 3 0,-3-2 34,3 6 36,-4-6-256,6 3 122,-7 0-78,2 1 0,-4 6 55,0 3 2,-4 2 1,-3 9 95,-4-1 0,2 1-72,1-4 0,-2 0 35,3 0 0,1 0-24,-1 0 0,-1-1-5,-3-3 0,4 3 17,0-3 1,3 2-125,-3-2 0,3 2-57,-3-5-77,4 4 0,-2-5-578,5 4 319,0-5-1209,0 3 1450,0-5 0,5-9 1,1-4-1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28.959"/>
    </inkml:context>
    <inkml:brush xml:id="br0">
      <inkml:brushProperty name="width" value="0.08571" units="cm"/>
      <inkml:brushProperty name="height" value="0.08571" units="cm"/>
      <inkml:brushProperty name="color" value="#E71224"/>
    </inkml:brush>
  </inkml:definitions>
  <inkml:trace contextRef="#ctx0" brushRef="#br0">45 298 7937,'-8'-11'41,"1"0"1,5 0 165,-2 0 0,-1 3 286,1 1 1,1 3 242,3-3 253,-5 4-164,4-1-97,-4 4-460,5 0 0,1 6 164,3 5 0,2 1-113,5 6 1,0 4-112,0 4 1,4 5-185,-1-2 0,2 3 62,-1 1 1,-3 0-444,3 0 0,-4 4 230,-4 0 0,3-1-514,-3-3 0,-2-4 311,-1-4 1,-3-1-177,-1-2 1,0-5-265,0-2 80,-5-3 455,4-6-150,-4-1 498,5-10 1,0-1-126,0-5 1,0 0 150,0 0 0,0 0-65,0 0 0,1-4 52,3 0 1,-3-1 52,3 2 1,-3 0-11,-1-4 1,0 4-96,0 0 1,1-2-31,3 1 1,-2 0 84,6 4 0,-5 1-66,5 3 0,-1-3 126,4 3 1,1 2-116,3 1 0,-1 3 180,4 1 1,-3 5-114,3 2 0,-3 8-40,3 3 0,-3 0-91,3 0 0,-8 0 108,1 4 1,-4-3-553,1-1 1,2-3 217,-3 3 1,-2-4-1907,-2 0 1189,4-1 1,-1-7 932,5-3 0,5-11 0,1-4 0</inkml:trace>
  <inkml:trace contextRef="#ctx0" brushRef="#br0" timeOffset="613">541 44 7959,'0'-11'-182,"0"0"0,4 4 61,-1-1 2421,1 6-723,-4-3-427,0 5 0,0 5-781,0 2 1,0 8-740,0 3 1,0 1 303,0 3 0,0-3-1551,0 7 0,0-1 1617,0 0 0,0 38 0,0 13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25.513"/>
    </inkml:context>
    <inkml:brush xml:id="br0">
      <inkml:brushProperty name="width" value="0.08571" units="cm"/>
      <inkml:brushProperty name="height" value="0.08571" units="cm"/>
      <inkml:brushProperty name="color" value="#E71224"/>
    </inkml:brush>
  </inkml:definitions>
  <inkml:trace contextRef="#ctx0" brushRef="#br0">143 155 9412,'0'-6'1418,"0"2"-1054,0 8 0,0 3-80,0 8 1,-3-2-63,-1 6 0,-1 3-140,2 4 1,1 4-74,-1 0 0,-2 1-195,1 3 1,-4-1-462,0 0 0,2-5 378,-1-2 1,3-4-1832,-3-4 888,4-2 224,-2-10 988,5-6 0,20-45 0,4-15 0</inkml:trace>
  <inkml:trace contextRef="#ctx0" brushRef="#br0" timeOffset="301">110 221 7953,'0'-11'0,"0"0"0,0 0 72,0 0 0,4 0 938,0 0-346,-1 5-448,2 1 0,1 5 15,5 0 0,1 5-6,-1 2 0,0 8-352,0 3 0,3 4 104,1 4 1,5 1-65,-2 2 0,-1 3-114,1-2 1,1-5-169,3-2 1,-1-3 89,-3-5 0,3 0 58,-3-4 1,-1-5 334,2-2 0,-6-4-148,2-4 1,1-8 385,-1-10 1,-1-2-150,-3-5 1,0 0 198,0-5 0,-1-2-80,-2-1 0,0-1 57,-4 1 1,-1 7-686,-3-3 0,-3 3 204,-1 1 0,-1 7-1755,2 7 899,1 8-511,-3 2 1469,10 15 0,26 26 0,11 17 0</inkml:trace>
  <inkml:trace contextRef="#ctx0" brushRef="#br0" timeOffset="618">948 298 7953,'0'-11'812,"0"0"47,0 0-546,0 0 1,-5 4-103,-2 0 0,-3 4-1,-1-1 1,-5 8-6,-2 3 0,-3 3 17,-1 1 0,0 2-249,0 1 1,4 3 94,-1 5 1,7-3-536,1-1 1,5 1 169,6 3 1,0-4-47,0 0 0,10-4 175,4 1 0,7-8 65,5-3 1,-2-4 134,6-4 0,-2-2-112,1-5 0,-2-4 469,-5 0 1,-5-4-170,-2 0 1,-4 0-324,-3 0 0,-5 0 144,-6 4 0,-4-3-1871,-4 3 1830,-5 0 0,-25 9 0,-12 1 0</inkml:trace>
  <inkml:trace contextRef="#ctx0" brushRef="#br0" timeOffset="977">1070 56 7953,'-7'-5'178,"3"-2"1,0-3 1988,0-1-912,0 5-846,4 1 0,5 11-10,3 5 1,2 1-134,1 7 1,0 3-173,0 3 0,0 6-401,0-2 1,3 3 291,1 1 0,0 0-261,-4 0 1,3-1-597,1-2 1,0-3-473,-4-5 1,-4-2 602,1-1 0,-5-8-126,5-7 867,-6-3 0,-2-26 0,-6-5 0</inkml:trace>
  <inkml:trace contextRef="#ctx0" brushRef="#br0" timeOffset="1451">1047 265 7663,'-6'-5'331,"1"4"1,7-5-17,1 2 1,3 3-162,6-3 0,0 4 126,2 4 1,4-1-94,4 4 1,3-3-249,1 3 1,5 0 83,-2 4 0,4-3-277,4-1 0,-6-3 159,2 3 1,-6-4-134,2 0 1,-3-2 62,3-1 0,-8-1 70,1-2 1,-7 0 209,-1-4 0,-1-1-127,-2-3 1,0 0 495,0 0-314,-5 0 1,0-3 60,-2-1 1,-3 4-12,3 4 0,-3-1-336,-1-3 0,-4 0 35,0 0 1,-4 4-40,0-1 0,2 6 94,-1-2 0,-2 3 35,-5 1 0,1 0 86,-1 0 1,2 1-120,1 3 0,-2 2 302,-1 5 0,5 1-88,-2 3 1,4-3 54,-1 3 0,0 2-42,4 2 1,0-2-202,4 1 0,0-3 44,0 3 0,6-3 79,5 3 0,5-4-135,6 0 1,5-5 58,3-2 0,2-4-286,1 0 1,0-3 99,0-3 0,0-3-429,0-5 1,-5 0 237,-2 0 0,-4 1-722,-4 2 0,-2 0 1050,-5 4 0,-29 10 0,-8 7 0</inkml:trace>
  <inkml:trace contextRef="#ctx0" brushRef="#br0" timeOffset="1795">0 640 8905,'22'-1'0,"0"-2"1041,0 0 0,6-5-565,6 5 0,15-1-173,13 4 1,18 0-84,12 0 0,-39 0 0,1-1-364,5-1 1,0 0-1,3 2 1,2-1 465,4-1 0,0 0 0,-5 1 1,-1 1-51,1 0 1,-1 0 0,-4 0-1,-1 1 125,1 1 0,-2 0 0,42-1-872,-6 3 1,-26 1 485,-11-2 0,-18 1-2161,-15-4 1693,-5 0 1,-12 0-322,-5 0 1,-10-4 213,-8 1 1,-4-1-1692,-4 4 2255,3-5 0,-4 9 0,5-3 0</inkml:trace>
  <inkml:trace contextRef="#ctx0" brushRef="#br0" timeOffset="2134">2128 530 7965,'7'0'128,"1"0"0,-1-1 977,-1-3-951,-1 3-1834,0-4 958,-4 0 722,4 4 0,-25-14 0,-4 3 0</inkml:trace>
  <inkml:trace contextRef="#ctx0" brushRef="#br0" timeOffset="2275">2106 365 7965,'-4'-11'0,"0"-1"1195,1 1-1160,3 0 1,0 4-1304,0 0 1268,0 4 0,14 13 0,5 8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32.326"/>
    </inkml:context>
    <inkml:brush xml:id="br0">
      <inkml:brushProperty name="width" value="0.08571" units="cm"/>
      <inkml:brushProperty name="height" value="0.08571" units="cm"/>
      <inkml:brushProperty name="color" value="#E71224"/>
    </inkml:brush>
  </inkml:definitions>
  <inkml:trace contextRef="#ctx0" brushRef="#br0">45 232 7927,'0'-7'430,"1"1"907,3 1-818,2 1 1,5 7-100,0 4 0,0 0-152,0 8 0,1 2-374,3 2 0,-3 2 149,3 1 0,-3 0-826,-1 0 0,-1-1 533,-3-3 0,2 1-985,-5-4 1,-1-4 1234,-3-3 0,-9-21 0,-4 0 0</inkml:trace>
  <inkml:trace contextRef="#ctx0" brushRef="#br0" timeOffset="149">12 23 7941,'-4'-7'-377,"1"-1"-990,-1 6 1367,4-3 0,15 15 0,3 2 0</inkml:trace>
  <inkml:trace contextRef="#ctx0" brushRef="#br0" timeOffset="567">442 199 7962,'0'-6'43,"0"-4"96,0 9 1,-1-5-207,-3 2 0,1 3 134,-4-3 1,-1 3-159,-7 1 0,1 1 76,-4 3 1,0-3 200,-4 3 1,1 1-58,2-1 1,0 3 39,4-3 0,0 3-242,4-3 137,0 4 1,5-2-42,3 5 0,3-3 55,3-1 1,7 0-167,5 4 0,4-3 75,0-1 1,5 1-198,2 3 1,1-2 31,-1-1 1,-3 1 118,3-1 0,1-2-48,-2 1 1,5-1 49,-5 2 0,1 0 133,-4-4 1,-1 3-85,-3-3 1,2 3 56,-5-3 0,-6 5-55,-5-2 1,-3-1 137,-1 1 0,-5 0-79,-2 0 1,-9 3 113,-6-3 1,-1-2-293,-7-1 1,1 1 104,-4-2 1,-4 1-346,0-4 0,1 0 151,3 0 0,1-4-700,2 1 914,8-6 0,51-7 0,15-7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31.040"/>
    </inkml:context>
    <inkml:brush xml:id="br0">
      <inkml:brushProperty name="width" value="0.08571" units="cm"/>
      <inkml:brushProperty name="height" value="0.08571" units="cm"/>
      <inkml:brushProperty name="color" value="#E71224"/>
    </inkml:brush>
  </inkml:definitions>
  <inkml:trace contextRef="#ctx0" brushRef="#br0">143 111 7963,'0'-6'1041,"0"-4"-825,0 9 1,-1-4 26,-3 5 0,1 0 2,-4 0 1,-4 8 68,-4 3 1,-1 8-85,2-1 1,2 7-29,-3 0 1,3 7-255,1 1 1,3 0 122,1 4 1,4 1-474,0-1 0,6 2 262,5-6 0,3 1-273,3-8 1,5 0 180,7-4 1,-2-9-1472,5-2 1703,-4-7 0,17-19 0,-2-9 0</inkml:trace>
  <inkml:trace contextRef="#ctx0" brushRef="#br0" timeOffset="538">363 177 7960,'-6'-1'-71,"2"-3"1,2 3 1198,-2-3-233,3 3-615,-4 1 0,10 0-84,2 0 0,7 0 41,1 0 0,5 0-232,3 0 0,-1 0 82,3 0 1,2 0-169,-1 0 0,0 4 80,-4-1 0,0 1-83,0-4 0,-5 0-172,-2 0 220,-3 0-163,-6 0 147,-1 5 0,-5-3 24,0 6 1,-5-5 16,-2 5 1,-3-5-54,-1 5 1,0-1 52,0 4 1,-1 1-141,-3 3 1,3-3 98,-3 3 1,1 1-7,0-1 1,2 3 48,-3-3 0,-1 1-40,1-2 0,1-1-9,2 1 1,5-2-15,0 0 1,4-5 1656,0 0-1156,1-4 1,11 2-23,2-5 1,4 0-224,-1 0 1,2 0-218,3 0 0,2 0-148,-3 0 0,2 0 132,-2 0 1,3 0-1003,-3 0 1,-1-2 472,2-1 0,-1 1-1370,4-1 1948,0 2 0,10-9 0,2-3 0</inkml:trace>
  <inkml:trace contextRef="#ctx0" brushRef="#br0" timeOffset="842">837 34 7960,'-11'-10'0,"0"2"778,5-1 1,2 7-205,8-1 0,4 2-106,6 1 1,8 8-150,8 3 0,3 8 68,3-1 0,4 4-356,4 4 0,-5 1 123,-2 2 0,-5 3-129,-7-3 0,0 4 84,-11 4 1,-4-8-948,-6 1 1,-8-2-39,-3-2 1,-7-4-391,0-4 0,-5-4 1266,5 0 0,-11-6 0,2-3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36.187"/>
    </inkml:context>
    <inkml:brush xml:id="br0">
      <inkml:brushProperty name="width" value="0.08571" units="cm"/>
      <inkml:brushProperty name="height" value="0.08571" units="cm"/>
      <inkml:brushProperty name="color" value="#E71224"/>
    </inkml:brush>
  </inkml:definitions>
  <inkml:trace contextRef="#ctx0" brushRef="#br0">23 23 8082,'-7'-4'590,"-1"1"-420,6-6 220,-3 8-171,5-4 1,0 6-25,0 3 0,1 3 206,3 8 1,2 2-37,5 5 0,0 1-262,0 3 0,0-1-94,0 4 1,0 0-175,0 4 1,0 4-168,0 0 1,-4-4 220,1-4 1,-6-4-585,2 1 1,-3-4-75,-1-4-848,0-7 1617,0-6 0,-5-44 0,-1-10 0</inkml:trace>
  <inkml:trace contextRef="#ctx0" brushRef="#br0" timeOffset="274">288 133 8009,'4'6'0,"-1"-1"0,4-5 536,-4 0-299,2 0 1,-10 4-189,-3 0 0,-6 3 89,-5-3 1,0 3 35,0-3 1,0 1-120,4-2 1,0-2 102,4 3 0,0 1-220,0-1 133,5 4 1,1-2-31,5 5 0,1 0 74,3 0 1,6 2-280,5 1 0,4 0-159,0 4 0,1-3-161,2 3 0,4-4-264,0 1 1,1-3 317,-1-1 0,-3-1 430,3-3 0,-3-2 0,9-25 0,2-4 0</inkml:trace>
  <inkml:trace contextRef="#ctx0" brushRef="#br0" timeOffset="675">541 199 10073,'0'8'367,"0"-1"1,5 4-338,2 4 0,-1 0 141,2-4 0,-5 3-86,5 1 1,-2 1-13,1-1 0,2-3-209,-5 3 1,0-7-251,0-1 199,-3 1-179,4-2 248,0-1 1,-4-6-126,3-3 1,-3-2 61,-1-5 0,0-1 146,0-3 1,0 3 21,0-3 0,0-1 135,0 1 1,0-3 49,0 3 1,0 0-70,0 4 1,0 0 42,0 0 1,4 0-104,0 0 1,8 5 157,-1 3 1,6 1-81,-2 2 1,6 2 47,1 1 0,0 3-116,3 5 1,-1 2-15,-2 1 1,-1 0-157,-3 4 0,-2-1-267,-5 2 1,-1 0-325,-3-4 1,-2 0 341,-5-4 0,0 0-450,0 0 1,-1-1 53,-3-3 762,3-2 0,6-15 0,7-2 0</inkml:trace>
  <inkml:trace contextRef="#ctx0" brushRef="#br0" timeOffset="967">1125 221 8009,'5'-11'634,"-2"2"-349,4 1 1,-3 0-112,3 4 1,-4-1 309,0 1-415,-2 3 34,-1-4 1,-1 9-103,-2 0 0,-1 4-42,-7 0 1,2 5-86,-5 2 1,1 1-4,2-2 0,0 2 34,0 3 0,1 2-104,3-3 0,-1-2 41,4-1 0,1 0 111,7 0 1,3 0-88,8-4 0,6-5 111,5-2 0,4-3 233,0-1 0,0-5 416,0-2 1,-3-8-317,-5-3 0,-5-3-68,-2-1 1,-8-2-52,-3-1 0,-8 5 96,-3-2 0,-8 4-3250,-4-1 2963,-1 3 0,-17 20 0,-4 3 0</inkml:trace>
  <inkml:trace contextRef="#ctx0" brushRef="#br0" timeOffset="1565">1423 243 7970,'0'-7'-699,"0"0"-103,0-2 2024,0 4-466,0 0-533,0 5 1,4 5-136,-1 3 1,1 1 117,-4 2 1,4 4-201,-1 0 1,6 4 124,-2 0 1,3-2-359,1 1 1,0 0 159,0 0 0,0-2-332,0-5 1,0 0 192,0 0 0,0-1 9,0-3 0,0-2 187,0-5 0,2 0-37,1 0 0,-1-1-34,1-3 0,-1-2 33,-2-5 0,-4 0-185,0 0 207,1 0 0,-2 0 65,-3 0 0,2 0-86,-1 0 1,0 0-16,-4 0 0,-2 5 216,-1 2 0,0-1 54,-4 1-190,4 1 1,-3 3 10,3 0-17,1 5 0,-2 1-57,4 5 0,0 0-12,0 0 0,3 0 33,1 0 1,4 0 7,0 0 0,5 0 311,2 0 1,1-5-101,-1-2 1,-2 1 254,5-2 0,-4 1-148,1-4 1,-2-4 29,2 1 0,-8-7-106,1-1 1,-2 0-132,-3-4 0,0-2-525,-7-1 1,-2 0 253,-5 0 1,-1 5-856,-3-2 1,6-1 507,-2 1 1,4 0-63,0 4 585,2 5 0,24-3 0,6 2 0</inkml:trace>
  <inkml:trace contextRef="#ctx0" brushRef="#br0" timeOffset="1940">1941 243 7532,'11'0'-809,"0"0"1466,0 0 0,-3 0-120,-1 0 0,0 4-153,4 0 1,0 4-343,0 0 1,0 2 54,0 1 1,-1 0-253,-2 0 0,0 3 149,-4 1 0,-1 0-252,-3-4 0,0 0 117,0 0 0,0 0-47,0 0 1,-4-4 107,-4 1 0,2-6 14,-1 2 1,3-3 215,-3-1 0,3 0-58,-3 0 0,1-5 79,-2-2 0,0-3-28,4-1 1,-3 0-49,3 0 1,-1 0 49,1 0 1,3 0-59,-3 0 1,3-2-4,1-1 0,0 1-3,0-1 1,1-2-9,3 1 1,2 0-1,5 4 0,2 0-23,1 0 0,0 5 74,4 3 0,4 1 73,4 2 1,1 2-88,-1 1 0,0 3 2,4 5 1,-3 5-133,-5 3 1,-1-2 83,-3 1 0,2-3-762,-6 3 0,-3-4 359,-3 0 1,-6-1-2450,2-2 2788,-3 0 0,-11-5 0,-2-1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40.022"/>
    </inkml:context>
    <inkml:brush xml:id="br0">
      <inkml:brushProperty name="width" value="0.08571" units="cm"/>
      <inkml:brushProperty name="height" value="0.08571" units="cm"/>
      <inkml:brushProperty name="color" value="#E71224"/>
    </inkml:brush>
  </inkml:definitions>
  <inkml:trace contextRef="#ctx0" brushRef="#br0">199 34 7936,'11'-5'-101,"-3"3"283,-1-1 679,-5-3-200,8 4-550,-9-3 0,-1 2 85,-7-1 0,-3 0-131,-1 4 0,-3 4 4,-1 0 1,-5 4 102,2 0 1,1 2-394,-2 1 1,5 0 134,-5 0 1,6 1-310,-2 3 1,3-3 165,1 3 0,1 0-172,3 0 1,2 1-97,5-1 347,0-3 1,8 3 81,3-8 0,8-2-70,-1-5 0,3 0 88,1 0 1,4-1-65,-1-3 0,-3-2 285,-3-5 1,-6-1-58,2-3 0,-3 3 358,-1-3 1,-5-1-47,-2 1 0,-3-3 85,-1 3 1,-1 4 440,-3 4-180,3 0-462,-9 0 158,9 3-384,6 8 1,4 6 85,9 5 0,0 5-912,4-2 1,1 3 151,-1 1 590,0 0 0,34 15 0,9 3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40.679"/>
    </inkml:context>
    <inkml:brush xml:id="br0">
      <inkml:brushProperty name="width" value="0.08571" units="cm"/>
      <inkml:brushProperty name="height" value="0.08571" units="cm"/>
      <inkml:brushProperty name="color" value="#E71224"/>
    </inkml:brush>
  </inkml:definitions>
  <inkml:trace contextRef="#ctx0" brushRef="#br0">429 177 7910,'11'-8'39,"0"2"1,0 0 0,0 0 0,0-1 329,0 0 1,0-1-152,0 4 0,-5-4 344,-2 0 1,-3 2-133,-1-1 1,-2-1-616,-5-3 1,-7 0 214,-12 0 0,-7 0-207,-7 0 0,1 2 143,-2 1 1,1 0-11,-4 4 1,0 0-126,0 4 1,6 1 19,4 3 1,8 2 180,7 5 1,3 5-36,5 3 0,5 5 144,2 2 0,9 9-123,6 2 1,5 6-96,6 5 1,4-2 26,0 6 1,3-6-133,-3 2 0,0-3-419,-4-1 1,-5-4 244,-3-4 1,-6-7-121,-4-7 1,-3-5 119,-1-6 1,-5-5 355,-3-2 0,-5-4 0,-2-4 0,-3-2 0,3-5 0,-14-30 0,-1-6 0</inkml:trace>
  <inkml:trace contextRef="#ctx0" brushRef="#br0" timeOffset="400">21 452 7627,'0'-7'85,"0"0"273,0-1 0,5 2-150,2 2 0,3-1 4,1 2 1,5-1 16,3 4 1,8 0 8,6 0 1,1 0-15,6 0 0,0 5-158,0 2 0,2 0-185,-6 0 0,4 0-295,-7 4 1,-4 0 254,-11 0 0,-2 0-67,-5 0 1,-5 4 93,-2 0 0,-3-1-125,-1-3 0,0 0-64,0 1 230,0 3 1,0-2 37,0 1 1,0-5 167,0-2 1,5-4 49,3 0 0,-1-1-78,4-2 0,-2 0-51,5 0 0,2-4 3,-1 0 1,3-4-343,-3 0 1,1 2 50,-1-1 1,-3 0 148,3-4 0,-3 0 163,-1-1 0,-4 1 493,1 0 106,-6 0-276,3 5-250,-5-4 0,1 9-3,3-2 0,-3 6 134,3 5 1,-2 1-82,2 2 1,2 0-401,5 0 0,-4 1-131,1-1 0,-1 3-302,4 1 0,0 0-79,0-4 0,-4 0 729,1 0 0,14-5 0,7-1 0</inkml:trace>
  <inkml:trace contextRef="#ctx0" brushRef="#br0" timeOffset="794">969 518 9876,'10'11'226,"-3"0"1,2 0-151,-5 0 0,4 1-235,0-1 0,-2 1 92,1 2 0,-4-1-106,0 1 19,3-1 0,-4-2-80,1 0 275,3-5-95,-4 4-26,3-9 74,-5 4 1,0-6 16,0-3 0,-2-1 20,-1-2 0,1-3-116,-1 2 0,1-1 208,2-2 1,0 0 186,0 0 0,0 0-3,0 0 0,0 0-98,0 0 1,5-1-35,3 1 0,2 4-43,1 0 0,4 4-98,4 0 1,2 1 58,1 2 0,1 2-107,3 1 0,-3 5-39,3 6 1,-3-1-225,-1 1 0,-4 2-645,1-1 0,-6 1 419,2-1 0,-4-3 503,-4 3 0,-7-3 0,-6-1 0</inkml:trace>
  <inkml:trace contextRef="#ctx0" brushRef="#br0" timeOffset="1178">1763 540 7344,'0'-11'0,"-1"2"-271,-3 1 0,0 0 917,-7 4 1,2 0-243,-10 4 0,1 0-84,-4 0 1,-4 2-131,0 1 0,4 3 41,4 5 1,5 2-215,-2 1 0,7 2 147,5 3 1,2 1-340,1-1 1,6 0 163,5 0 0,6 0-522,9-4 0,2 3 14,5-3 1,0 0-184,0-4 1,0-5 326,0-2 1,-1-3 374,-3-1 0,2 0 0,-5 0 0,3-6 0,-3-5 0,0 0 0,-4-30 0,0 0 0</inkml:trace>
  <inkml:trace contextRef="#ctx0" brushRef="#br0" timeOffset="1393">1973 298 7910,'-11'-11'0,"1"0"31,2 0 381,-1 0-163,2 5 1,1 2-33,3 8 1,1 3 151,2 8 0,2-2-152,1 6 1,5 3 32,6 3 0,0 6-5,4-2 0,1 7-200,3 1 1,0-1-261,0-3 1,-1 3-443,-3-3 0,2 3-314,-6-7 1,0-6 483,-7-1 1,2-11-277,-6 0 763,1-7 0,1 1 0,-14-34 0,2-8 0</inkml:trace>
  <inkml:trace contextRef="#ctx0" brushRef="#br0" timeOffset="1618">1973 551 7910,'0'-11'103,"0"0"0,0 4 233,0 0 0,1 1 72,2-2 1,4 3-64,4 5 1,5-3 29,2-1 0,4 0-109,4 4 0,1 4 91,2 0 1,7 4-127,-3 0 0,2 5-148,-2 2 1,-5 1 31,-2-2 1,-3 0-61,-1 4 0,-4-3-708,-4 3 1,-3-4 154,-3 0-333,1-1 1,-6-3-30,4-3-220,-4-2 0,3-5 229,-3 0 851,-1 0 0,7-10 0,-2-2 0</inkml:trace>
  <inkml:trace contextRef="#ctx0" brushRef="#br0" timeOffset="1759">2325 342 7910,'-17'-11'0,"2"0"0,7 1 161,1 3 406,4-3-1375,-2 9 1,5-3 27,0 8 780,0-3 0,15 19 0,3-2 0</inkml:trace>
  <inkml:trace contextRef="#ctx0" brushRef="#br0" timeOffset="2434">2788 562 7933,'-5'-12'208,"-2"-1"144,-3-2 0,-2 2-26,-3 5 0,2 3-57,-6 5 1,1 0-264,-4 0 1,0 2 76,0 1 1,1 3-223,3 5 0,-2 4 3,5 0 0,4 1-152,4-2 0,5 0-180,-2 4 1,3-3 189,1 3 0,1-4-32,3 1 0,3-3 50,8-1 1,-2-4 175,6 0 0,-1-4-81,4 1 1,0-3 135,0-1 1,-2-1 33,2-3 1,-6 1-60,6-4 1,-6 0 244,2-4 0,-5 0-93,2 0 1,-4 0 208,-3 0 0,0-4-120,-4 0 1,1-1 79,-2 2 1,-1 1-46,1-1 0,-2 1 261,-1 2 0,-1 4 107,-2 0-228,1 4-292,-3-2 0,5 7 83,0 1 1,4 3-193,0 5 1,3 0 60,-3 0 0,4 2-38,0 1 1,-2 0 30,1 4 1,-3-3-260,3 3 1,-4-4 40,0 1 0,0-1 42,0-3 1,-1 3 268,1-7 1,-1-1-186,-2 2 384,0-6-377,0 3 1,0-14 100,0-2 0,0-2-52,0 2 0,0 0 68,0 0 1,0 0-15,0 0 1,0-4 256,0 0 1,1-1-105,3 2 0,-2 1 247,5-1 1,-3 0-124,3 0 1,1 1-106,3-1 1,1 6-17,3 5 0,-2 1-19,6 2 1,-1 2-99,4 1 1,0 5-230,0 6 0,-1 0-522,-3 4 1,3 1 380,-3 3 0,0-4-895,0 0 1,-5-4 495,2 0 0,-6-1 697,-2-2 0,-9 0 0,0 0 0</inkml:trace>
  <inkml:trace contextRef="#ctx0" brushRef="#br0" timeOffset="2985">3670 739 7973,'6'-5'923,"4"4"-1334,-4-4 468,0 0-57,-1 4 0,-34-19 0,-8 2 0</inkml:trace>
  <inkml:trace contextRef="#ctx0" brushRef="#br0" timeOffset="3118">3604 562 8344,'6'-4'-97,"4"2"1,-7-3 96,4 5 0,-10 10 0,2 3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39.161"/>
    </inkml:context>
    <inkml:brush xml:id="br0">
      <inkml:brushProperty name="width" value="0.08571" units="cm"/>
      <inkml:brushProperty name="height" value="0.08571" units="cm"/>
      <inkml:brushProperty name="color" value="#E71224"/>
    </inkml:brush>
  </inkml:definitions>
  <inkml:trace contextRef="#ctx0" brushRef="#br0">264 110 7932,'11'-4'0,"0"-4"0,-1 2 56,-3-1 1,3 3 338,-3-3 616,3-1-645,1-3 0,-5 4-150,-2 0 1,-4 4-197,-4 0 0,-3 1 71,-8 2 1,-2 0-29,-5 0 1,-4 5 113,0 3 0,-3 1-341,3 2 1,-1 0 110,2 0 1,1 4-238,-1 0 0,6 1 58,5-2 0,1 0-57,2 4 1,1-3 92,3 3 1,3-4 124,8 1 1,2-4 51,5-4 0,5 1-72,3-4 0,5 0 158,2-4 0,3-5-94,-3-2 1,5-3 61,-2-1 0,-2-1 21,-1-3 0,-7 1 127,0-4 0,-6 4 141,2 0 1,-8-2-118,-3 1 0,-3 0 11,-1 4 1,0 4-70,0 0 1,-1 4 214,-3 0-23,3 1-399,-9 2 0,9 5 3,-3 3 0,3 3-161,1 3 0,0 0-510,0 4 0,5-3 382,2 3 0,1-3-626,3 3 0,-3-3 523,7 3 0,-2-5 447,2-2 0,41-5 0,15-6 0</inkml:trace>
  <inkml:trace contextRef="#ctx0" brushRef="#br0" timeOffset="344">815 99 7932,'10'-11'281,"-3"0"0,3 0 264,-3 0-121,-2 0-204,0 0 0,-6 1-196,-3 3 0,-2 2 66,-5 5 0,-4-3-24,1-1 0,-6 0 55,2 4 0,-2 4-120,2 0 0,-2 0 49,5 0 1,1-1-168,3 4 1,0 0-144,0 4 0,5-3 120,2-1 0,4 0 27,4 4 1,3 0 55,8 0 0,1 0-69,2 0 0,6 1 8,-2-1 1,4-4-134,0 0 0,-2 1 271,6 3 1,-2-4-106,1 0 1,0-1 174,-4 2 1,-6 2-95,-1-3 1,-9-1 271,-6 1 1,-3 0-95,-3 0 0,-8 1 22,-8-4 0,-7 3-85,-3-3 1,-4 0-81,-4-4 0,3 1-954,-3 3 0,8-3 923,3 3 0,8-13 0,2-3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49.609"/>
    </inkml:context>
    <inkml:brush xml:id="br0">
      <inkml:brushProperty name="width" value="0.08571" units="cm"/>
      <inkml:brushProperty name="height" value="0.08571" units="cm"/>
      <inkml:brushProperty name="color" value="#E71224"/>
    </inkml:brush>
  </inkml:definitions>
  <inkml:trace contextRef="#ctx0" brushRef="#br0">198 297 7980,'3'-8'0,"1"1"0,0 3 408,-4-3 0,0 3 25,0-3 1,0 3 16,0-3 1,-1 5-283,-3-2 0,-3 3 56,-8 1 1,1 0-172,-4 0 0,3 1 51,-3 3 1,1 2-52,-2 5 1,2 5 108,3 2 0,1-1-544,-1 2 0,5-1 44,2 4 1,4-1-111,0-3 0,3 3-18,3-3 1,3-2 163,5-1 1,4-6 66,0-2 1,4-5 63,0 2 0,-2-3 62,1-1 0,-3-1-73,3-3 0,-4-3 26,0-8 1,-1 2 73,-2-6 0,-5 2 141,-2-1 0,-3-3 335,-1 3 0,0 1-199,0-2 1,-4 6 274,0-2 1,-3 3-201,3 1 0,1 3 369,3 1-123,0 5-38,0-3-276,0 15 1,1-3-11,3 8 1,2-2-509,5 2 0,0 1 199,0 2 1,0 3-726,0-3 1,0 2 432,0-2 1,0 2-955,0-5 1363,0-1 0,5-13 0,1-2 0</inkml:trace>
  <inkml:trace contextRef="#ctx0" brushRef="#br0" timeOffset="268">628 264 7980,'-11'-14'0,"0"3"0,0-2 621,0 5 1,0 4-171,0 0 0,-2 3-199,-1 1 0,1 1-56,-1 3 0,5 5-187,2 6 0,4 5 37,0-2 0,1 3 148,2 1 0,2 0-523,1 0 0,3-1 249,5-3 1,2 3-624,1-3 1,4-2 325,4-1 0,0-4-274,0-4 1,3 2 199,1-5 1,0-1 450,-4-3 0,0-1 0,0-3 0,2-5 0,-1-6 0,1-5 0,-7-26 0,5-13 0</inkml:trace>
  <inkml:trace contextRef="#ctx0" brushRef="#br0" timeOffset="467">837 87 7891,'-11'-17'-268,"0"1"1480,0 5-269,0 0-598,0 5 0,5 2-121,2 8 1,3 3 235,1 8 0,5 2-61,2 5 0,3 4-24,1 0 1,4 4-206,-1 0 1,5 0-153,-4 0 0,-1 2-681,-3-3 1,0-1 480,0 2 0,0-6-399,0 2 0,-3-3 287,-1-1 1,-4-5-958,0-2 1,-2-3-294,-1-1 1544,0-5 0,-4-30 0,-3-13 0</inkml:trace>
  <inkml:trace contextRef="#ctx0" brushRef="#br0" timeOffset="718">804 352 7980,'-5'-11'0,"3"1"1016,-6 3-149,6-3-587,-3 4 1,11 0-42,5 2 0,1 3 203,7 1 1,-1-4 25,4 0 1,5 1 73,3 3 1,1 1-172,2 3 1,-1-2-148,-2 5 1,0 1-294,-4 3 1,0 4 122,-4-1 1,-1 5-341,-3-5 1,-6 2 246,-4-1 1,-2-2-336,1 6 0,2-6-748,-6 2-843,1-3-474,-4-1 1393,0-5 1046,0-1 0,10-29 0,2-7 0</inkml:trace>
  <inkml:trace contextRef="#ctx0" brushRef="#br0" timeOffset="850">1102 76 7980,'-11'-11'577,"0"0"-231,0 0-1903,5 0 732,1 5 825,5 1 0,9 20 0,4 3 0</inkml:trace>
  <inkml:trace contextRef="#ctx0" brushRef="#br0" timeOffset="1253">1267 286 7755,'11'0'-497,"-4"0"1145,1 0 0,-1 5-184,4 2 1,0 7-313,0 0 0,4 7 38,0 1 0,4 0-377,0 4 1,0-3 58,0-1 0,1-3 69,-1-1 0,0-5 152,0 2 1,-3-8 6,-5-3 0,0-3 472,0-1 1,-4-8-243,0-3 1,-4-8 304,1 1 1,-2-4-176,2-4 0,-3 2-278,3-6 1,-3 6-428,-1-2 0,0 3-621,0 1 0,1 1-652,3 3 1,-2 2 778,6 5 0,-1 5-324,4 2 1063,0 3 0,15 35 0,3 9 0</inkml:trace>
  <inkml:trace contextRef="#ctx0" brushRef="#br0" timeOffset="1901">1873 374 7965,'7'-11'307,"-4"0"1,-2 4 77,-1-1 1,0 1 104,0-4 1,-1 5-207,-2 2 0,-1-1-33,-7 1 0,2 1-265,-5 3 0,0 1 94,-1 3 1,2 2-31,-5 5 0,4 4 106,-1-1 0,3 5-518,1-5 0,4 6-88,-1-2 1,6-1-188,-2 2 1,4-6 147,4 2 0,2-3 110,5-1 1,0-1 371,0-3 1,4-2-128,0-5 0,0 0 114,0 0 1,-3-5-28,3-2 0,-3-3 282,-1-1 1,0 0-41,0 0 0,-4-1 91,-4-3 0,-2 2 47,-1-6 1,0 6-86,0-2 0,0-1 12,0 2 1,-3-1-92,-1 4 1,-3 4 339,3-1-206,0 6-383,0-3 0,2 6 99,-1 3 0,1 3-94,2 8 1,0 1-27,0 2 0,4 3-125,0-3 1,3-1-177,-3 2 0,4-4 162,0 3 0,0-5-111,0 2 1,1-3 100,-1-1 1,3-3-38,4-1 0,-3-5-5,2 2 0,2-4 36,-1-4 1,0-2 91,-4-5 0,0-1 164,0-3 0,0 2 0,0-5 0,-5-1 0,-2-3 0,1 0 0,-2 0 0,1-1 0,-4-3 0,0 2 0,0-6 0,-5 1 86,-2-4 1,-3 0 131,-1 0 0,1 1 496,3 2 1,-3 3-325,3 5 0,0 5 793,0 2-733,5 8 0,-3 3-266,5 8 1,0 2-1,0 5 0,1 6 144,3 5 1,2 3-120,5 8 0,1-2-14,3 5 1,-3 2-167,3-1 1,1 5 118,-2-2 1,1-6-635,-4 0 1,0-5 321,0 0 0,-4-2-713,1-5 1,-5-6 6,5-5-1033,-6 0 1287,3-9 0,-5 1 616,0-6 0,0-38 0,0-13 0</inkml:trace>
  <inkml:trace contextRef="#ctx0" brushRef="#br0" timeOffset="2134">2072 352 7965,'0'-11'646,"0"5"-344,0-4 1,5 5 109,2-2 1,3 2-127,1 5 1,5 0 287,2 0 1,3 0-43,1 0 1,4 1-21,0 3 1,3 2-146,-3 5 1,3 1-145,-3 3 0,0-2-235,-4 6 1,-2-5 121,-1 5 1,-5-5-687,-6 5 1,0-4 379,-4 3 0,0-5-1990,-4 2 113,0-3-390,0-1 1538,0-5 925,0-1 0,10-29 0,2-7 0</inkml:trace>
  <inkml:trace contextRef="#ctx0" brushRef="#br0" timeOffset="2259">2381 120 7965,'-10'-14'0,"2"-1"0,0 0 920,4 4-654,-4 0 0,5 5-1080,-4 2 1,3 4-73,-3 4 886,4 2 0,-6 10 0,2 1 0</inkml:trace>
  <inkml:trace contextRef="#ctx0" brushRef="#br0" timeOffset="2985">2833 330 7168,'0'-11'477,"0"0"0,-2 3-68,-1 1 1,-8 5-201,-8-2 1,-2 3 41,-1 1 0,-3 5-509,-1 2 1,0 7 45,4 0 0,1 2-83,3-1 1,2 1 57,5 2 1,5-2 115,2-5 1,3 4-52,1-1 0,5 1-3,2-4 1,4 0-44,4 0 1,3-3 105,8-1 0,-3-5 112,3 2 1,-3-3-15,-1-1 1,-3-5 126,-1-2 0,-4-3 129,0-1 0,-3-1-109,-3-3 0,0 2 109,-4-6 0,0 5-45,-4-5 0,0 6 131,0-2 1,0-1 234,0 2-319,0-1-97,0 4-175,0 5 1,3 2 58,1 8 0,1-2 73,-1 6 1,0 3-140,4 3 0,2 5 108,-3-5 0,-1 6-180,1-2 1,0-1 90,0 2 0,3-1-66,-3 4 1,2-5 43,-2-2 1,2-1 24,-6 0 0,5-5-34,-5 2 1,2-7-4,-1-1 180,-3-2 0,4-2-79,-5-2 0,-1-4-91,-3-4 1,3-1 60,-3-3 0,-1 3-56,2-3 0,-1 0 51,4 0 0,0-1-3,0 1 1,0 2 317,0-6 0,0 5-110,0-5 0,0 5 255,0-5 0,5 5-148,2-5 0,-1 9-50,2-1 0,0 4-48,7 0 0,-3 2-225,3 5 1,2 5-88,1 2 1,3 8-186,1 3 0,0 7-177,0 0 1,-3 2 203,-1-1 0,-4-3-1025,0 3 1,-2-3 22,-1-1 1242,1-5 0,8 4 0,4-4 0</inkml:trace>
  <inkml:trace contextRef="#ctx0" brushRef="#br0" timeOffset="3168">3571 528 7965,'6'0'920,"-1"0"-484,-5 0-664,5 0 1,-2 0-1518,4 0 1745,-5 0 0,8-19 0,-4-6 0</inkml:trace>
  <inkml:trace contextRef="#ctx0" brushRef="#br0" timeOffset="3293">3571 418 7965,'-6'-11'0,"1"4"0,5-1 0,0 1 0,0-4 1385,0 0-413,0 5-2798,0 1 1826,0 0 0,5 4 0,1-4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45.323"/>
    </inkml:context>
    <inkml:brush xml:id="br0">
      <inkml:brushProperty name="width" value="0.08571" units="cm"/>
      <inkml:brushProperty name="height" value="0.08571" units="cm"/>
      <inkml:brushProperty name="color" value="#E71224"/>
    </inkml:brush>
  </inkml:definitions>
  <inkml:trace contextRef="#ctx0" brushRef="#br0">342 210 8108,'6'-5'0,"4"3"744,-2-1-8,-3-3 208,4 4-323,-7-7-559,2 7 1,-5-3 126,-2 5 0,-5 0-246,-6 0 0,-4 0 42,-4 0 0,-3 0 15,-1 0 1,-4 0-178,5 0 0,-5 0 87,5 0 1,-1 2-143,4 1 1,0-1 47,0 1 1,5 2 19,2-1 0,3 3-45,1-3 58,5 4 0,1-1 90,5 4 1,5-4 3,2 0 1,4 1-20,4 3 0,3 0 1,8 0 0,-2-2 12,6-1 0,-1 2-1,4-3 0,-1 3 101,-3 1 0,4 0-93,0 0 0,-3 0 57,3 0 1,-4 0 2,1 0 0,-3 0 7,-5 0 0,-5-1 2,-2-3 1,-8 3-37,-3-3 1,-4 3 196,-4 1 1,-3-4-53,-8 1 0,-7-6 71,-8 2 1,-3 1-82,-3-1 1,0-1-421,-4-3 0,4 0-98,-1 0 0,1 0-153,3 0 0,3-5 559,12-2 0,41-27 0,15-8 0</inkml:trace>
  <inkml:trace contextRef="#ctx0" brushRef="#br0" timeOffset="192">574 320 8108,'6'0'2379,"4"5"-2019,-3 2 0,-1 4-411,2 4 1,-2-2 127,1 6 0,3-5-206,-3 5 1,-1-5 101,2 5 1,-5-6-903,5 2 0,-6-3 929,2-1 0,12-29 0,2-8 0</inkml:trace>
  <inkml:trace contextRef="#ctx0" brushRef="#br0" timeOffset="325">651 110 8108,'-11'-11'0,"1"0"180,3 0 0,-2 4 324,6 0-2115,-1 4 1611,4-2 0,29 30 0,8 5 0</inkml:trace>
  <inkml:trace contextRef="#ctx0" brushRef="#br0" timeOffset="869">1026 375 8090,'0'-11'404,"0"0"99,0 0 0,0 0-363,0 0 279,0 5-670,0-4 221,-5 9 1,-5-6 74,-5 4 1,0 2-27,0-3 1,-2 4-177,-5 4 0,0-2-146,0 5 0,0-3 116,-1 3 1,5 1-34,0 3 0,4-4-130,0 0 263,-4 1-103,6 3 275,1 0-46,6-5 1,14 3-30,2-6 1,4 1 23,-1-4 1,0 0 102,4 0 1,-3 0 1,3 0 0,-3-1-54,3-3 0,-4 3 85,0-3 1,0 3-77,1 1 1,-3 0 118,3 0 0,-3 0-86,-1 0 1,3 0-37,1 0 1,0 0 28,-4 0 0,4 4-17,-1-1 1,2 6-55,-1-2 1,-2 3 60,6 1 0,-6 0-273,2 0 1,-6 1 77,-2 3 0,-5-3-97,2 3 1,-9 1 43,-6-1 1,-6-2-95,-9-6 1,-6 2-78,-4-5 1,-5-1 67,4-3 0,2 0-347,6 0 0,2-1-64,5-3 652,4-2 0,56-39 0,19-9 0</inkml:trace>
  <inkml:trace contextRef="#ctx0" brushRef="#br0" timeOffset="1426">1191 298 8074,'6'-5'1367,"-1"4"-1133,0-4 0,0 6 138,2 3 1,3 2-83,-2 5 0,-2 1-266,1 3 0,0 2 98,4 5 0,-3-4-191,-1 1 1,-3-1-152,3 4 1,-4-5-167,0-2 1,-2 1-416,-1-1 573,0-1 0,-1-8-34,-2-2-20,1-3 169,-3-1 0,2-5-22,-1-2 0,0-3 200,4-1 1,0 0-5,0 0 1,0-4 103,0 1 0,2-5 88,1 5 1,-1-5-173,1 5 0,-2-1 143,-1 4-167,5-5 1,0 4-38,3-3 0,1 8 63,-1 3 0,-2 3-141,1 1 0,1 0 17,3 0 1,0 8 23,0 3 1,0 4-22,0 0 1,0-2 40,0 6 1,0-5-16,0 5 1,-1-2 12,-3 1 1,2-2 77,-6-5 0,5 0-55,-5 0 2,1 0 365,-4 0 0,0-5-660,0-1 1,0-13 149,0-3 1,0-3 125,0 3 0,0 0-39,0 0 1,0-1 63,0-3 1,0 3-5,0-3 0,0 3 84,0 1 0,0 0 235,0 0 0,0 0 50,0 0-46,5 0 0,1 1-207,5 3 0,0 2 6,0 5 0,1 1-459,3 3 1,-2 3 197,6 8 1,-6-3-250,2 3 0,0 2-135,-4 1 1,2-1-383,-5 2 1,0-6-491,-1 2 1367,3-3 0,1 4 0,6 1 0</inkml:trace>
  <inkml:trace contextRef="#ctx0" brushRef="#br0" timeOffset="1726">1985 375 8074,'0'-11'-610,"0"0"1600,5 0-571,-4 5 1,3 1-405,-8 5 1,-3 1 8,-8 3 0,2 1 85,-6 2 0,1 6-33,-4-2 1,0 3-140,0-3 0,3 4 89,1-1 1,1 6-142,-2-2 1,4-2-245,3-1 1,6 1 175,3-1 0,4-1-25,6-3 0,7-5 69,11-2 1,5-3 176,7-1 1,-3-8 1,3-3 1,-8-4 260,-3 0 1,-3 2-193,-1-6 0,-6 1-73,-5-4 1,-6 4-833,-9-1 1,-2 2 795,-5-1 0,-29 7 0,-8 6 0</inkml:trace>
  <inkml:trace contextRef="#ctx0" brushRef="#br0" timeOffset="1960">2106 397 8018,'11'4'954,"0"-1"0,-1 6-580,-3-2 0,3 2-245,-2-2 1,0 4-149,0 0 0,0 0-499,-4 4 0,3-3 346,-3-1 1,-1 0-657,-3 0 541,5 0 287,-3-5 0,3-15 0,-5-10 0</inkml:trace>
  <inkml:trace contextRef="#ctx0" brushRef="#br0" timeOffset="2101">2106 187 8043,'-11'-11'0,"1"-3"247,3-1 0,1 5 214,2 7-2184,3 1 967,-4 2 756,5 0 0,5 10 0,1 2 0</inkml:trace>
  <inkml:trace contextRef="#ctx0" brushRef="#br0" timeOffset="2685">2459 77 8135,'0'-7'543,"0"0"0,1-1 347,3 2 1,-2 1-621,6 5 0,-5 9-21,5 2 0,0 8-50,7 3 1,-1 2 29,4 5 1,0 4-371,4 4 0,0 0 145,0-4 1,0 0-592,1 0 0,-3-3 338,-1-4 0,-5-1-659,-6-11 205,-3-4 682,0-5 1,-5-6-66,0-3 1,-2 2-98,-5-6 1,3 1 15,-3-4 1,1 0 40,-2 0 0,-1 0 51,1 0 0,0 0 3,0 0 1,-5 1 108,2 3 1,-3-3-99,3 3 1,-3 0 257,-1 0 1,-5 5 59,2-2 1,-3 3 74,-1 1 1,0 1-50,0 3 0,1 2-52,3 5 1,2 0-32,5 0 1,5 4-34,2-1 1,5 2-217,7-1 1,0-3 142,11 3 1,0-3-508,7-1 1,-2-5 209,6-2 1,-2 1-833,1-2 0,2 1 365,-5-4 0,3 0 670,-3 0 0,14-19 0,1-6 0</inkml:trace>
  <inkml:trace contextRef="#ctx0" brushRef="#br0" timeOffset="3302">2966 397 8135,'0'-11'0,"-1"0"677,-3 0-437,3 0 1,-5 1 213,2 3 0,2 2-95,-6 5 1,1 0-235,-4 0 0,4 0-150,-1 0 1,1 5 135,-4 2 1,0 3-91,0 1 0,1 4 146,3-1 0,-2 2-582,6-1 0,-1-3 154,4 3 1,0-3-973,0-1 824,0 0 0,5-1 97,2-3 1,-1 2 325,2-5 1,3-1-128,3-3 0,1-1 121,-4-3 0,0-1-139,0-2 1,0-3 210,0 3 0,0-3 2,0-1 1,-5 0 159,-2 0 0,-3-1 9,-1-3 1,0 3 421,0-3-401,0 3 1,-1 2-101,-3 3 0,2-2-187,-5 5 0,3 1 83,-4 3 0,6 1 51,-2 3 1,3 2-6,1 5 1,0 0-224,0 0 1,0 0-114,0 0 1,4 4-106,-1-1 0,6 1 103,-2-4 1,3 0 104,1 0 1,1 0 159,3 0 1,-3-3-125,3-1 1,1-5 38,-1 2 0,3-3-36,-3-1 0,3-5 93,-3-2 0,1-3-64,-1-1 0,-3-1 13,2-3 1,-5 2-148,-2-6 0,-3 5 130,3-5 0,-4 1 159,1-4 0,-3-4-109,-1 0 0,-5-4 469,-2 0 0,-3-1-203,-1-3 1,0 5 165,0 0 1,0 1 155,0-2 0,0 4 1064,0 8-1064,0 2 0,3 10 220,1 2-389,4 3 0,3 11-101,8 5 0,3 9 153,3 5 0,4 7-156,4 1 1,1 4-163,3 0 1,-3-2-305,3 1 1,-3-4-553,-1 1 0,-4-8-1812,1-3 0,-6-4 374,2-4 2146,-8-2 0,-2-29 0,-5-7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8:58.189"/>
    </inkml:context>
    <inkml:brush xml:id="br0">
      <inkml:brushProperty name="width" value="0.08571" units="cm"/>
      <inkml:brushProperty name="height" value="0.08571" units="cm"/>
      <inkml:brushProperty name="color" value="#E71224"/>
    </inkml:brush>
  </inkml:definitions>
  <inkml:trace contextRef="#ctx0" brushRef="#br0">0 133 12079,'0'17'988,"4"4"-528,0-2 1,4 3-210,0 3 1,0 3-212,0 6 1,1-1-239,-1 0 1,-2 0 244,1 0 0,-4-5-1073,0-2 1,2-4 513,-1-4 1,0-6 511,-4-4 0,-10-25 0,-2-3 0</inkml:trace>
  <inkml:trace contextRef="#ctx0" brushRef="#br0" timeOffset="350">463 387 7953,'0'-8'-109,"0"1"0,0 3 2087,0-3-1386,0 5 0,2-3-78,1 5 1,5-4-201,6 0 1,4 1-218,4 3 1,1 0-79,3 0 1,1-2-317,2-1 1,2 2-1334,-6-3 0,-3 3 1630,-3 1 0,4 0 0,5 0 0</inkml:trace>
  <inkml:trace contextRef="#ctx0" brushRef="#br0" timeOffset="1217">1257 89 7951,'0'-11'687,"0"0"-206,0 0 35,0 5-185,0 1 0,4 6 39,0 3 1,4 2-109,-1 5 0,3 1-40,1 3 0,0 7 27,0 7 1,0 3 15,0 1 0,0 4-214,0 0 1,0 4-191,0 0 1,1 4-28,-1-1 0,-5-2-243,-3-9 1,0-5 290,0-2 1,-1-4-68,1-4 0,-1-5-652,-2-6 502,0-5 0,-2 2 164,-1-8 1,1 2-41,-1-5 0,2-1-153,1-3 1,0-1 340,0-3 1,0 2-87,0-6 0,1 5 263,2-5 1,-1 5-90,1-5 1,0 5 17,0-5 0,2 6-31,3-2 1,2 3 177,-3 1 1,3 3 58,1 1 0,3 5 27,1-2 0,3 3 150,-3 1 1,4 5-112,-5 2 0,5 3-174,-5 1 1,5 3 5,-5 1 0,1 4-627,-4-5 1,4 5 278,0-5 0,-2 5-342,-6-5 0,3 1-176,-3-4 0,0 0-1365,0 0 2044,-5-5 0,8-11 0,-4-7 0</inkml:trace>
  <inkml:trace contextRef="#ctx0" brushRef="#br0" timeOffset="1501">2018 155 7951,'-11'-11'2642,"0"5"-1950,0 1 1,1 8-281,3 4 0,-2 2-65,5 9 1,1 5-178,3 7 0,0 3-147,0 3 0,0 0-629,0 4 0,1 0 463,3 0 1,2 2-916,5-6 0,3 0 483,1-7 0,5-3-568,-2-8 1,3-3 260,1-8 882,0-2 0,25-39 0,5-9 0</inkml:trace>
  <inkml:trace contextRef="#ctx0" brushRef="#br0" timeOffset="1969">2271 288 7943,'-11'-8'1160,"0"1"-712,0 4 0,5-3 172,3 3-194,1 1 1,7-3-124,3 5 1,6 0-275,5 0 1,5 0 122,2 0 1,5 0-239,-2 0 1,2 0-1,-2 0 1,2 0-24,-6 0 0,0 0 61,-7 0 1,3 0 100,-3 0 1,-5 0-146,-2 0 121,-8 0-128,7 0 1,-10 0 85,0 0 0,-5 4-48,-6 0 1,0 6 42,0 1 1,0 0-112,0 3 0,0 2-18,0-1 1,-1 5 57,-3-2 1,3-1-15,-3 1 0,3-3 38,1 4 0,0-2 191,0 1 0,3-2-110,1-5 1,5 0 245,-2 0 1,3 0-93,1 0 1,1-5 200,3-2 0,2-3-106,5-1 1,5 0-84,2 0 0,3 0-743,1 0 1,0 0 339,0 0 1,1 0-424,3 0 0,-3-1 284,3-3 0,-3 3-954,-1-3 1,0 3 1313,0 1 0,25-5 0,6-1 0</inkml:trace>
  <inkml:trace contextRef="#ctx0" brushRef="#br0" timeOffset="2278">2712 34 7932,'-11'-6'1320,"5"-4"1,3 5-855,6-2 1,12 2-12,7 5 1,12 10 295,3 4 0,7 7 214,8 5 0,-1 6-416,8 5 1,-8 4-293,-3 0 1,-10 5-11,-9 2 1,-8-2-1230,-13-5 1,-10 1 660,-9-6 0,-8-3-518,-7-3 0,-3-7-230,3-1 1,0-2 1068,4-9 0,-29-3 0,-8-8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05.818"/>
    </inkml:context>
    <inkml:brush xml:id="br0">
      <inkml:brushProperty name="width" value="0.08571" units="cm"/>
      <inkml:brushProperty name="height" value="0.08571" units="cm"/>
      <inkml:brushProperty name="color" value="#E71224"/>
    </inkml:brush>
  </inkml:definitions>
  <inkml:trace contextRef="#ctx0" brushRef="#br0">23 199 8222,'-4'-7'0,"0"-1"0,1 1 0,1-3 837,-1 3-449,2-3 0,-4 8 561,5-6-218,0 6-319,0-3 234,0 5-267,0 5 0,1 5-285,3 4 1,-2 7 133,5 1 1,-3 2-376,3 5 1,-1 2 165,2 5 0,2 0-171,-3 4 0,-1-3 111,1 3 1,-4-4-454,1 1 0,-2-3 144,2-1 1,-3-5-52,3-2 1,-3-8-201,-1-3 211,0-3 467,-5-6 0,4-2-144,-3-8 0,3-2 40,1-5 1,0 0-57,0 0 1,0-3 161,0-1 0,0-4-98,0 5 0,0-5 105,0 5 0,1-2-84,3 1 0,-2 3-26,6-3 0,-5-1 58,5 2 1,-5-1-55,5 4 1,-1 3 29,4 1 1,0 1-14,0-1 0,1 2 126,3 5 0,-3 1-26,3 3 0,1 2 82,-1 5 0,0 0-283,0 0 1,-3 5 98,3 2 0,-3 3-457,-1 1 0,-3-4 202,-1 1 1,-3-5-568,3 5 1,-4-6 361,0 2 0,-2-3 465,-1-1 0,5-19 0,1-6 0</inkml:trace>
  <inkml:trace contextRef="#ctx0" brushRef="#br0" timeOffset="233">353 78 8228,'0'-17'0,"0"1"1450,0 5-947,0 0 0,2 1-203,1 3 1,3 2-21,5 5 1,-3 5-465,-1 2 0,-3 6 184,3 2 0,-4 5-556,0-2 1,-1 7 555,-2 0 0,-10 40 0,-3 6 0</inkml:trace>
  <inkml:trace contextRef="#ctx0" brushRef="#br0" timeOffset="653">662 210 9329,'-11'0'684,"4"0"-414,-1 0 0,0 9-45,-7 2 1,3 8-64,-3 3 1,3 5-121,1 6 0,5 2-445,2 2 0,3 0 305,1 4 1,6 1-285,5-6 0,5 1 171,6-4 0,0-10 211,0-4 0,25-20 0,5-7 0</inkml:trace>
  <inkml:trace contextRef="#ctx0" brushRef="#br0" timeOffset="1062">861 387 8275,'-8'-4'-342,"1"0"0,4-1 578,0 2 632,1 1 1,2-4-499,0 3 1,2 1-117,1-1 0,5 2-311,6 1 1,0 0 86,4 0 1,2 0-122,6 0 0,-3 0 116,3 0 1,-3 0-228,-1 0 1,0 1 35,0 2 0,-5-1 115,-2 1 1,0 0 92,-4 0 1,1 0-51,-8 4 0,-1-3-44,-3 3 0,0 1 68,0 3 1,-8 0-110,-3 0 1,-8 3 110,1 1 1,-3 3-59,-1-3 0,1 1 26,3-1 0,-2-2-16,5 6 1,1-6 116,3 2 0,1-3-104,3-1 1,2-4 54,5 1 0,5-2-34,2 1 1,4 2-276,4-5 0,2-1 96,5-3 1,0 0-160,0 0 1,0 0-163,0 0 1,0 0 495,0 0 0,5-5 0,1-1 0</inkml:trace>
  <inkml:trace contextRef="#ctx0" brushRef="#br0" timeOffset="1335">1235 265 8275,'-1'-11'394,"-3"0"1,3 0 249,-2 0 595,1 5-785,2 1 1,5 6 120,3 3 1,8 6-79,6 5 1,1 8-226,6-1 1,-1 7-358,2 1 0,0 3 167,-4 4 0,-1-2-1093,-7 5 1,-3-4 521,-8 1 1,-2-3-2274,-5-1 2762,-5 0 0,-21-10 0,-9-2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02.433"/>
    </inkml:context>
    <inkml:brush xml:id="br0">
      <inkml:brushProperty name="width" value="0.08571" units="cm"/>
      <inkml:brushProperty name="height" value="0.08571" units="cm"/>
      <inkml:brushProperty name="color" value="#E71224"/>
    </inkml:brush>
  </inkml:definitions>
  <inkml:trace contextRef="#ctx0" brushRef="#br0">34 33 8287,'0'11'3378,"0"0"-2874,0 0 1,0 5-171,0 3 1,5 2-282,2 1 0,-1 5-32,2 2 0,-1 4-87,4 4 1,0-3-179,0 3 1,-3-8-494,-1-3 1,-5-3-460,2-1 0,-3-1-153,-1-3 1349,0-7 0,-10-30 0,-2-12 0</inkml:trace>
  <inkml:trace contextRef="#ctx0" brushRef="#br0" timeOffset="395">1 55 8230,'4'-11'-408,"-1"0"1,5 4 868,-5 0 1,6 4-102,-2 0 0,4-2-18,4 1 0,3 0-126,8 4 1,2 2-221,5 1 0,0 3-251,0 5 0,-1 0 195,-2 0 1,-1 4-167,-7 0 0,-6 4 140,-9 0 1,-5 0-264,-2 0 0,-10 0 93,-9-4 1,-3 3 31,-3-3 0,-3-4 163,-6-4 1,3 0 237,1 0 0,3 2 154,5-6 0,4 1-164,-1-4 1,6 0 314,-2 0-79,8 0-56,2 0 1,6-4-47,3 1 0,6-1 1,4 4 1,6 0-130,-2 0 1,3 5-110,1 2 0,2 3-159,1 1 0,0 0 88,4 0 0,-4 0-257,0 0 1,-1 0 135,-2 0 1,0 0-884,0 0 0,-5-1 71,-2-3 940,-8-2 0,-7-10 0,-6-1 0</inkml:trace>
  <inkml:trace contextRef="#ctx0" brushRef="#br0" timeOffset="761">508 331 11402,'11'0'207,"0"0"0,4 0-356,0 0 0,3 0-312,-3 0 0,3-4 327,-3 1 0,3-5-409,-3 5 0,-1-5 245,-3 5 0,0-6-215,1 2 1,-3 1 128,-1-2 1,0 1 158,-4-4 1,0 3 149,-4 1 1,-2 1 256,-1-1 1,-3-2 343,-5 5 1,0-3-331,-1 3 1,1 1 433,0 3 0,-3 1-266,-1 3 1,0-2 258,4 5 1,0 1-195,0 3 0,4 1 20,0 3 0,4 1-195,-1 2 1,3 2-6,1-6 1,0 6-413,0-2 1,5 2 163,2-2 0,4 2-320,4-5 1,4-1-632,6-3 0,0-1 950,4-3 0,50-26 0,15-12 0</inkml:trace>
  <inkml:trace contextRef="#ctx0" brushRef="#br0" timeOffset="1314">1015 55 8194,'0'-7'284,"0"0"404,0-2 1,0 3-174,0-1-59,0 4 31,0-2-302,0 15 1,-1 1-169,-3 7 1,3 5 59,-3-1 1,3 3 81,1 5 1,0 2-308,0-3 1,0 3 113,0 1 0,0 0-127,0 0 0,1-5 74,3-2 1,-1-4 370,4-4 0,4-2-128,4-5 1,3-5 67,-3-2 0,5-3-369,3-1 1,-1-1 165,3-3 0,-1 0-870,-2-4 0,0 0 437,0 4 0,-5-1 412,-2 1 0,-3-2 0,-1-5 0</inkml:trace>
  <inkml:trace contextRef="#ctx0" brushRef="#br0" timeOffset="1742">1467 33 8194,'-5'-11'718,"4"0"0,-5 5 65,2 2-427,3 3 0,-4 3 42,5 1 1,0 7-318,0 5 0,-4 5 125,1 3 0,-1 0-276,4 6 0,0-1 114,0 2 1,0 2-376,0-3 1,0 3 211,0 1 1,1-4-135,3 1 0,6-6-45,5 2 0,0-6-3,0-2 0,2-8 26,5 1 0,4-8 136,0 1 1,1-4 127,-2-4 0,2-3-110,3-8 0,2-2 184,-3-5 0,-1 0-91,2 0 0,-6-1 101,2-3 0,-8 2 127,-3-6 1,-3 4 248,-1-3 1,-5 1 110,-2-1 0,-3-2-197,-1 5 0,-5 0-379,-2 4 1,-3 5 122,-1 3 1,4 3-1138,-1 3 0,1 3 207,-4 5 823,5 0 0,11 25 0,7 5 0</inkml:trace>
  <inkml:trace contextRef="#ctx0" brushRef="#br0" timeOffset="2317">2316 408 8195,'0'-7'-685,"0"-1"0,1 6 685,3-2 0,-3 3 0,4 1 0</inkml:trace>
  <inkml:trace contextRef="#ctx0" brushRef="#br0" timeOffset="2459">2316 232 8156,'-5'-11'488,"4"0"-791,-4 0 347,5 0-44,0 5 0,0 20 0,0 11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0.996"/>
    </inkml:context>
    <inkml:brush xml:id="br0">
      <inkml:brushProperty name="width" value="0.08571" units="cm"/>
      <inkml:brushProperty name="height" value="0.08571" units="cm"/>
      <inkml:brushProperty name="color" value="#E71224"/>
    </inkml:brush>
  </inkml:definitions>
  <inkml:trace contextRef="#ctx0" brushRef="#br0">431 1 7802,'-11'0'0,"3"0"0,1 0 0,0 0-235,-4 0 0,-2 0 188,-1 0 0,1 1-26,-1 3 1,-2-2 123,1 5 0,-4 1-79,0 3 0,3 0 96,2 0 0,1 4-2,2-1 1,0 5-33,0-5 1,1 5-2,3-5 0,2 2 1,5-1 0,1-2 17,3 6 1,2-4-1,5 3 0,4-3 2,0 3 0,4 0-118,0 4 1,1 0 58,2 1 1,2 0-9,1 3 0,-2-3-17,-1 3 1,-2 0-109,-5 0 1,0 1 122,-4-1 0,-5-3-4,-2 3 0,-3-4 161,-1-4 1,-9 3-102,-2-3 0,-7-2 154,-1-1 0,-1-3-98,-2-1 0,-2 4-50,-1 0 0,0-4-78,-4-4 0,4-1-154,0 2 0,0 0 48,-1-4 0,4 3 99,0-3 1,1 0-290,7-4 1,-5 0 94,5 0 0,-1 0-6,4 0 1,1-2 238,3-1 0,2 1 0,5-4 0,0 3 0,1 1 0,3-1 0,31 2 0,13 1 0</inkml:trace>
  <inkml:trace contextRef="#ctx0" brushRef="#br0" timeOffset="360">100 872 7802,'-11'5'0,"0"-4"0,0 4-34,0-5 100,0 0-429,0 5 337,5-4 58,1 4 1,6-2 248,3 1 0,3 0-69,8-4 1,2 3 43,5 1 0,0 3-158,0-3 1,4 5-38,0-2 0,3 4 12,-3 4 1,3-2-137,-3 6 0,0-5-130,-4 5 1,-2 3 114,-1 3 1,-5 5-46,-6-4 1,-6 4 14,-9 0 0,-3 1 219,-12 2 0,2 1-93,-5-1 1,-2-4 84,1 0 0,2-4-106,5 1 0,0 1 295,4-2 0,4-3 49,4-3 0,4-6 42,-1 2 1,8 1-23,3-1 1,8-1-66,4-3 0,3 0-381,3 0 1,0 0 89,4 0 0,1 0-322,3 0 1,3-3 227,1-1 1,5-1 88,-2 2 0,42-28 0,11-11 0</inkml:trace>
  <inkml:trace contextRef="#ctx0" brushRef="#br0" timeOffset="1167">1456 166 7744,'0'-7'81,"0"-1"1,0 5 213,0-5-94,0 6 0,-1-4-110,-3 2 1,2 3 122,-6-3 0,1 3-107,-4 1 1,-4 1 105,1 3 1,-6 3-193,2 8 1,-3-2 9,-1 6 1,1-1-75,3 4 1,-2 1-215,5 3 1,1-3 153,2 3 1,6-3-180,3 0 1,8-1 102,6 0 1,9-5 30,10-3 0,3-6 52,4-5 1,2-3-8,5-3 0,-1-7 43,-3-5 0,-2-4 82,-5 0 0,-6-1 109,-5-3 0,-6 1-42,-8 0 1,-10 0-93,-9 0 1,-6 0 22,-9 0 0,-2 5-283,-5 2 0,1 3 84,3 1 0,-2 5 179,6 2 0,9 18 0,6 4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09.655"/>
    </inkml:context>
    <inkml:brush xml:id="br0">
      <inkml:brushProperty name="width" value="0.08571" units="cm"/>
      <inkml:brushProperty name="height" value="0.08571" units="cm"/>
      <inkml:brushProperty name="color" value="#E71224"/>
    </inkml:brush>
  </inkml:definitions>
  <inkml:trace contextRef="#ctx0" brushRef="#br0">110 56 7839,'-6'-1'-895,"1"-2"895,0 0 0,4-1 0,-4 4 0,5 0 0,0-5 0,0 4 0,0-4 0,0 5 0,0-5 0,0 4 0,0-4 0,-5 5 0,4 0 0,-4 0 0,5 0-1162,0-5 1165,0 4 17,0-4 199,0 5-68,-5 0-6,4 0 29,-4 0 3831,5 0-3920,5 0 1,1 0 48,5 0 0,1 0-403,3 0 1,3 0 196,8 0 1,1-1-260,2-3 1,2 3 196,-5-3 0,3 3 25,-3 1 1,-2 0 108,-5 0 0,-13 5 0,-8 1 0</inkml:trace>
  <inkml:trace contextRef="#ctx0" brushRef="#br0" timeOffset="249">22 177 7839,'-8'0'868,"1"0"-414,5 0 0,-2 0-36,8 0 1,7 0-191,7 0 0,8 0-4,3 0 0,4 0-421,4 0 0,1-1 197,2-3 1,-2 3-1,-5-3 0,10 3 0,3 1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3.205"/>
    </inkml:context>
    <inkml:brush xml:id="br0">
      <inkml:brushProperty name="width" value="0.08571" units="cm"/>
      <inkml:brushProperty name="height" value="0.08571" units="cm"/>
      <inkml:brushProperty name="color" value="#E71224"/>
    </inkml:brush>
  </inkml:definitions>
  <inkml:trace contextRef="#ctx0" brushRef="#br0">22 117 6507,'-5'-6'-377,"4"-4"1,-5 5 376,2-2 629,3-3-235,-4 4 0,5-5 86,0 0 0,0 3 35,0 1 0,0 3 211,0-3 136,0 0-158,0 1-186,0-4-112,0 9 7,0 10 0,0 5-23,0 12 1,0 1-132,0-2 0,1 10-392,3-2 1,-1 3 174,4 1 0,-1-3-981,1 3 1,2-4 535,-5-3 1,1-3-1145,-2-5 1,-2-5 1546,3-3 0,-3-31 0,-1-8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4.064"/>
    </inkml:context>
    <inkml:brush xml:id="br0">
      <inkml:brushProperty name="width" value="0.08571" units="cm"/>
      <inkml:brushProperty name="height" value="0.08571" units="cm"/>
      <inkml:brushProperty name="color" value="#E71224"/>
    </inkml:brush>
  </inkml:definitions>
  <inkml:trace contextRef="#ctx0" brushRef="#br0">99 12 7746,'0'-7'1224,"0"3"1,0 5-1073,0 2 1,0 4-135,0 4 0,-5 4-126,-2 4 1,1 2-304,-1 1 1,-1 0-668,-3 0 0,0 0 1078,0 0 0,-5 10 0,-1 2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7.524"/>
    </inkml:context>
    <inkml:brush xml:id="br0">
      <inkml:brushProperty name="width" value="0.08571" units="cm"/>
      <inkml:brushProperty name="height" value="0.08571" units="cm"/>
      <inkml:brushProperty name="color" value="#E71224"/>
    </inkml:brush>
  </inkml:definitions>
  <inkml:trace contextRef="#ctx0" brushRef="#br0">101 0 7747,'-7'0'1440,"3"0"-509,4 0-554,0 5 1,-4 1-147,0 5 1,-1 2-273,2 1 1,0 3 79,-4 5 1,1-3-696,-2-1 1,-1 1 429,1 3 1,0 0-469,0 0 0,-2-4 694,3 0 0,17-9 0,3 1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8.233"/>
    </inkml:context>
    <inkml:brush xml:id="br0">
      <inkml:brushProperty name="width" value="0.08571" units="cm"/>
      <inkml:brushProperty name="height" value="0.08571" units="cm"/>
      <inkml:brushProperty name="color" value="#E71224"/>
    </inkml:brush>
  </inkml:definitions>
  <inkml:trace contextRef="#ctx0" brushRef="#br0">11 45 7648,'-6'0'1548,"1"0"-1239,5 0 1,5-2-86,2-1 0,3 1-39,1-1 0,5 2-69,2 1 0,7 0-138,1 0 1,8 0 117,-1 0 0,3 0 48,-3 0 1,-1 0 23,-3 0 1,-2 0-28,-5 0 0,-5 0-1078,-2 0 678,-3 0 0,-6 1 11,-2 2 1,-4-1 111,-4 1 0,-2 2 139,-5-1 1,0 3 42,0-3 0,-1 4-51,-3 0 1,3-2 75,-3 1 0,-1 4-64,1 4 0,-3 0-5,3-4 1,-4 3 14,0 1 1,2 5-137,-1-2 1,1 3 135,-2 1 0,0-1-5,4-3 1,0 3 185,4-3-141,5-2 275,1 0 0,6-6-131,3-3 0,2-2 85,5-5 0,4 0-37,0 0 1,8-3-386,-1-1 0,4-1-343,-1 1 0,2 3-525,3-3 1,5 3 1003,-2 1 0,52 5 0,9 1 0</inkml:trace>
  <inkml:trace contextRef="#ctx0" brushRef="#br0" timeOffset="559">1036 45 7728,'-3'-8'26,"-1"1"1,-5 4 123,2 0 0,1-2 120,-1 1 1,4-1 82,0 2-49,1 1-212,2-3 0,2 9 132,1 0 0,5 4-140,6 0 1,3-2 62,5 1 1,2 1-163,1 3 0,4 1 28,4 3 0,3-7-105,1 3 0,0-2-74,-4 2 0,0-1-115,0-3 0,-5 1 70,-2-4 1,-8 3-107,-3-3 342,-3 0 1,-7-3-70,-5 3 1,-6-2 217,-9 6 1,-2-1-60,-5 4 0,-3 0 0,-1 0 0,-5 1-20,2 3 1,-3-3 55,-1 3 0,1 1-247,3-2 1,-2 1 107,5-4 1,1 3-608,2-3 1,6 2-15,3-6-127,1 3 1,8-4 735,5-2 0,49-12 0,18-5 0</inkml:trace>
  <inkml:trace contextRef="#ctx0" brushRef="#br0" timeOffset="992">1951 67 7735,'0'-8'0,"0"1"0,0 3 387,0-3 1,-1 3 3,-2-3 0,-4 4-147,-4 0 0,-1 1 35,-3 2 0,-3 0-67,-8 0 1,-2 2-13,-5 1 0,0 5 13,0 6 0,4 4-175,-1 4 1,11 0-86,0 0 1,7 1-210,5 3 1,3 1 52,8 2 1,8-2-216,10-5 0,6 0-277,9 0 1,1-5 316,2-2 0,2-8 100,-5-3 1,-1-3 10,-3-1 0,-1-5 796,-2-2 0,-5-4-384,-6-4 1,-8-2 618,-8-5 1,-1-4-362,-2 1 0,-6-5-248,-6 5 1,-3-2-824,-7 1 1,-4 3 429,0-3 1,-1 7-787,1 5 1024,3 2 0,-9 15 0,4 5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15.098"/>
    </inkml:context>
    <inkml:brush xml:id="br0">
      <inkml:brushProperty name="width" value="0.08571" units="cm"/>
      <inkml:brushProperty name="height" value="0.08571" units="cm"/>
      <inkml:brushProperty name="color" value="#E71224"/>
    </inkml:brush>
  </inkml:definitions>
  <inkml:trace contextRef="#ctx0" brushRef="#br0">45 100 7737,'-12'-6'-1753,"3"0"2901,1 2-199,-1 3-396,7-4-240,-3 5 64,5 0 0,5 0-177,3 0 1,5 0 30,2 0 1,4 0-20,0 0 1,2 0-80,1 0 0,1-1 53,3-3 1,-3 3-227,3-3 0,-3 3 1,-1 1 0,-1-1-9,-3-3 1,2 3 6,-6-3 0,1 3 66,-4 1 1,-3 0 67,-1 0-56,-5-5-356,3 4 287,-5-4 1,-1 5-7,-3 0 28,3 0 1,-7 1-13,4 3 1,-1-2 95,1 6 0,2-5-70,-5 5 1,3-1 36,-4 4 1,1 1-27,-4 3 0,-4-2-44,1 6 0,-2-1 46,1 4 1,2 0-49,-6 0 0,6 0 47,-2 0 1,-1-1-7,1-2 1,4-2 238,4-3 1,5-5-84,-2 2 1,3-6 427,1 2-360,0-4 1,5 2-114,2-5 1,4 0 23,4 0 0,-2-2-498,6-1 1,3 1-20,3-1 0,5-2-198,-5 1 0,6-1-1181,-2 2 1,0 1 1750,0-1 0,10 2 0,7 1 0</inkml:trace>
  <inkml:trace contextRef="#ctx0" brushRef="#br0" timeOffset="1478">1125 34 7763,'7'-1'-212,"1"-3"152,0-3 0,-2 2 150,2 1 0,-5 2 106,5-2 0,-5 3 85,5-3 0,-5 3 121,5 1-115,-6 0-89,3 0 1,-5 5-28,0 2 1,-5 2-159,-2-2 0,-8 4 116,-3 0 1,-3 0-202,-1 4 1,-1-2 58,-3 2 0,-1-3-37,-2 3 1,-2-3 6,5-1 1,-3 0 176,3 0 0,4-3-185,4-1 1,4-5 144,-1 2-113,8 2 72,2-5 0,6 4 66,3-5 1,3 0-66,8 0 0,2 4 66,5 0 1,4 0-161,0 0 1,4-1-149,0 4 1,2-3-82,1 3 0,-4-1-312,1 1 1,-6 3 10,2-2 0,-7-2 209,0 1 0,-6-4-381,2 0 742,-3-2 0,-1-1 0,25-4 0,5-3 0</inkml:trace>
  <inkml:trace contextRef="#ctx0" brushRef="#br0" timeOffset="1862">1775 67 7763,'0'-11'408,"0"0"-181,0 0 0,-5 5-21,-2 2 0,-4 3 8,-4 1 0,-2 1 25,-5 3 1,0 2-146,0 5 1,0 1 108,0 3 0,1 2-281,3 5 1,-2 0 89,5 0 1,6 0-530,5 0 0,3 0 281,1 0 0,6 0-70,5 0 0,5-4 108,6-4 1,4-3-245,-1-3 1,8-3 230,-3-5 1,4 0 208,-4 0 1,0-5 602,0-3 0,-5-5-347,-6-2 0,-3-3 39,-5 3 1,-5-5-26,-3 2 0,-8-3-407,-6-1 1,-4 1 171,-8 3 1,-3 1-34,-4 2 0,-31 13 0,-9-2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32.402"/>
    </inkml:context>
    <inkml:brush xml:id="br0">
      <inkml:brushProperty name="width" value="0.08571" units="cm"/>
      <inkml:brushProperty name="height" value="0.08571" units="cm"/>
      <inkml:brushProperty name="color" value="#008C3A"/>
    </inkml:brush>
  </inkml:definitions>
  <inkml:trace contextRef="#ctx0" brushRef="#br0">39 695 7756,'-7'0'-8,"-1"0"0,0 0 491,-2 0 0,5 0-467,5 0 1,6 0 53,9 0 1,7 1 139,7 3 0,4-2-57,4 5 1,8-3 165,11 3 1,1 0 47,9 0 1,4 3-20,11-3 0,1 3-521,2 1 1,-8-1 165,-9-3 1,-7 3-402,-9-3 0,-6-2 271,-12-1 0,-7 1-1022,-15-2 846,-5 1 1,-1-3-885,-5 3 285,0-3 912,0 9 0,-10-9 0,-2 4 0</inkml:trace>
  <inkml:trace contextRef="#ctx0" brushRef="#br0" timeOffset="274">965 860 7756,'6'-5'-161,"4"4"1,-8-5 240,6 2 426,-6 3 228,8-4-219,-9 5-108,4 0 1,-6 5-146,-3 2 1,-7 4 121,-7 4 1,-5 3-97,-7 8 1,-1 2 107,-9 5 1,-6 2-119,-10 1 0,-5 5-117,-9 7 1,3-3-335,-3 3 0,3-3 336,1-1 1,6-5-608,4-2 1,14-12 128,12-7-1816,8-10 1544,16-3 0,11-6 587,10-2 0,24-18 0,7-9 0</inkml:trace>
  <inkml:trace contextRef="#ctx0" brushRef="#br0" timeOffset="934">1593 562 7698,'-7'-9'1419,"0"1"-449,4-2-545,-2 9 1,5-2-113,0 6 1,0 8 80,0 8 0,0 6-87,0 5 1,0-1-48,0 4 1,2-2-148,1 6 0,0-3-157,4-1 0,-3 0-614,3 0 0,-5-3 422,2-1 0,-3-6-2280,-1-1 1131,0-5 46,0-10 1339,0-3 0,-5-48 0,-1-11 0</inkml:trace>
  <inkml:trace contextRef="#ctx0" brushRef="#br0" timeOffset="1157">1593 573 7708,'0'-11'0,"5"2"444,3 1 0,-2-2-64,1 3 0,2 2-107,5 2 0,4 1-51,4 2 0,0 0 107,0 0 1,0 2-106,0 1 0,-1 3-19,-3 5 0,-2 2-57,-5 1 1,-5 0-98,-2 4 1,-9-3-266,-6 3 1,-5-1 149,-6 2 0,-5-3-900,-3-5 1,2 3 463,-1 1 0,4-1-1186,0-7 1686,6 3 0,18-19 0,8 2 0</inkml:trace>
  <inkml:trace contextRef="#ctx0" brushRef="#br0" timeOffset="1449">2045 408 7828,'-6'-11'118,"-4"0"-118,3 0 0,2 5 1311,0 1 0,5 6-584,0 3 1,0 6-139,0 4 0,5 6-225,3-2 0,1 7-134,2 1 0,0 3-815,0-3 0,0 3 442,0-3 1,0 4-1160,1 0 0,-3-3 648,-1-1 1,0-4-317,-4-4 0,0 2 970,-4-6 0,4-24 0,3-9 0</inkml:trace>
  <inkml:trace contextRef="#ctx0" brushRef="#br0" timeOffset="1818">2255 540 7793,'0'-11'83,"-1"4"859,-3 0-274,3 4-356,-4-2 1,5 10-116,0 3 1,1 1-159,3 2 1,-3 2 56,3 1 1,0 2-71,0 3 0,4 0 95,-5-4 1,5 3 45,-5-3 1,5 0-190,-5-4 1,5 0-261,-5 0 1,6-5-543,-2-2 1,3-3 398,1-1 0,0-1-63,0-3 1,1-2 161,3-5 1,-3-5 78,3-3 1,1-1 123,-1-2 0,-1 0 158,-3-1 0,-5 3 105,-2 1 1,1 0 341,-1 4 1,-1 0 918,-3 4-687,0 0-310,0 5 0,2 2-43,1 8 0,0 2-307,4 5 0,-1 2 112,2 1 1,1-2-149,-1 3 1,0 1-286,0-1 1,1 1-405,-1-2 0,-2-1-512,1 1 1,-3-1 179,3-2 1003,1 0 0,17-10 0,5-2 0</inkml:trace>
  <inkml:trace contextRef="#ctx0" brushRef="#br0" timeOffset="2260">2883 496 7709,'6'-11'0,"-1"0"874,-5 0-499,0 0 1,0 0-68,0 0 0,0 4-98,0-1 0,0 5-78,0-5 0,-5 6 66,-2-2 0,-3 3-49,-1 1 0,-1 0-6,-3 0 0,2 1-113,-6 3 0,2 2-51,-1 5 0,-3 0 109,3 0 1,2 1-275,1 3 1,6-3 112,2 3 0,5-3-287,-2-1 1,3-3 152,1-1 1,5-1-206,2 2 0,4-2 101,4-3 0,-3-1-6,3 1 1,2-3 239,1-3 0,-1 0-122,2-4 0,-6 3-6,2-3 0,1 3 13,-1-3 1,-1 1 545,-3-2-201,0-2 1045,0 4 0,-1-1 274,-3 0-961,3 4 0,-7-2-38,4 5-263,0 0 0,4 1-114,0 3 1,-3 2 113,-1 5 0,0 2-306,5 1 0,-6-2 88,-3 3 1,-1 2-459,-2 2 1,-2 2 242,-1 1 1,-5-4-137,-6 0 1,-8-4 108,-8 0 0,-7-2-584,-3-5 1,1-2 153,-2-5 0,6 0 680,-2 0 0,13-25 0,3-5 0</inkml:trace>
  <inkml:trace contextRef="#ctx0" brushRef="#br0" timeOffset="2685">3578 408 7426,'-6'-5'1026,"-4"4"46,9-4-694,-4 5 0,6 5-139,3 2 0,2 3-29,5 1 0,-4 0-391,0 0 1,1 4 200,3 0 1,-1 1-369,-3-2 1,2-5 233,-6 2 0,5-3-1003,-5 3 0,1-3 1117,-4-1 0,-5-19 0,-1-2 0</inkml:trace>
  <inkml:trace contextRef="#ctx0" brushRef="#br0" timeOffset="2833">3556 243 7709,'-4'-11'0,"0"0"0,-1 1 475,2 3-30,2-3-2218,-4 9 1004,5-4 769,0 10 0,29 35 0,8 14 0</inkml:trace>
  <inkml:trace contextRef="#ctx0" brushRef="#br0" timeOffset="3135">3754 529 7709,'6'11'-1234,"0"-1"740,-2-2 2465,-3 1-662,4-3-441,-5 5-337,0-4-358,0-2-20,0-5 44,0-5 1,-1-2-94,-3-4 1,2-3 92,-6-1 1,5-1-239,-5 1 0,5 3 39,-5-3 0,6 0 146,-2 0 1,3 0-93,1 4 1,0 0 21,0 0 1,5 1-74,2 3 1,8 2 99,3 5 0,4 0-264,4 0 0,2 6 72,5 5 0,4 4-390,0 3 1,-4 3 201,-4-3 1,-5-2-879,-2-1 1,-5-3 18,-6-1 1138,-5 0 0,-6-9 0,-6-4 0</inkml:trace>
  <inkml:trace contextRef="#ctx0" brushRef="#br0" timeOffset="3519">4394 22 7709,'-11'-6'918,"3"-2"-105,1 4-437,4 0 1,-2 5-180,5 3 1,2 2 24,1 5 0,7 5-25,5 3 1,6 3 0,1 3 0,1 0 290,6 4 0,-4 1-131,1 3 1,-3-1-1413,-1-3 1,-1 2 117,-3-6 1,-3 0-266,-8-7 0,-2-2 220,-5-5 982,-5-5 0,-11-16 0,-7-8 0</inkml:trace>
  <inkml:trace contextRef="#ctx0" brushRef="#br0" timeOffset="4200">4327 210 7709,'0'-15'150,"0"0"1,0 1 299,0 3 0,5 0-43,3-1 0,1 5-148,2 0 0,2-1 104,1-3 1,0 2-55,4 1 1,1-2-142,3 3 0,0-1 29,0 0 1,0 3-245,0 5 0,1 0 37,3 0 1,-3 2 18,3 1 1,-7 7-364,0 5 0,-1 4 170,4 0 0,-5 1-300,-2 3 1,-3 2 178,-1 1 0,0 0-106,0-4 0,-1 0 119,-2 0 1,0-4-69,-4 1 1,1-6 86,-2 2 1,0-7 82,4 0 0,-3-6 21,3 2 0,1-4 0,3-4 1,0-2 168,0-5 0,3 0 0,1 0 0,0-1 0,-4-3 0,0 3 0,0-3 0,0 3 41,0 1 1,-4 0-74,1 0 0,-6 3 425,2 1-74,2 5-112,-5-3 1,5 5 36,-2 0 1,-2 0-90,6 0 0,-1 5 6,4 2-61,0 3 0,0 1-177,0 0 0,4 0-20,-1 0 0,2-1-142,-1-3 0,-1 2 77,4-6 1,-3 1 87,3-4 0,0 0 35,4 0 1,1-1-32,-1-3 1,3-2 90,1-5 1,0-1-88,-4-3 1,0 1 100,0-4 0,-1 3-1,-3-3 1,-6 3 12,-4-3 0,-2 3 53,1-3 0,-2 4-53,-5 0 0,-1 3 196,-3 3 0,-2 3-58,-5 5 0,0 0 22,0 0 1,0 0-56,0 0 0,-3 5 283,3 3 0,-5 1-82,9 2 1,-4 2 21,7 1 1,-3-1 98,3 1 1,1 2-149,3-1 1,6 1-141,5-1 0,6-3 36,9 3 1,8-4-299,10-4 0,5-2 109,6-5 1,4 0-175,0 0 1,-3-5 105,-8-2 0,-6-7-346,-13-1 1,-3-3-524,-8 3 0,-7-3-2164,-7 3 3068,-3 1 0,-40 7 0,-10 3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39.064"/>
    </inkml:context>
    <inkml:brush xml:id="br0">
      <inkml:brushProperty name="width" value="0.08571" units="cm"/>
      <inkml:brushProperty name="height" value="0.08571" units="cm"/>
      <inkml:brushProperty name="color" value="#008C3A"/>
    </inkml:brush>
  </inkml:definitions>
  <inkml:trace contextRef="#ctx0" brushRef="#br0">177 1256 7738,'-7'0'-1253,"0"0"1002,4 0 1,-3 0 250,2 0 0,3 0 0,-9 0 0,8 0 0,-6 0 0,6 0 0,-4 0 0,2 0 0,3 0 0,-5 0 0,2 0 0,3 0-32,-9 0 48,9 0 356,-9 0-59,9 0-62,-9 0 0,8 0 271,-6 0-176,6 0 243,-3 0-94,0 0-52,4 0-250,-4 0 1,4 0 126,-3 0 2,3 0-164,-4 0-90,5 0 45,5 0 1,-3 0-183,6 0 0,0 0 45,7 0 0,-2-3-93,6-1 0,-1-3 44,4 3 1,0-3-30,0 3 0,0-3 61,0 3 0,0-3-26,0 3 0,-3-3 44,-1 3 1,-4 0-9,0 4 0,-5-3 157,-2-1-155,-4 0 259,2 4-129,-5 0-203,-5 0 130,4 0-74,-4 0 207,5 0-141,-5 5 215,4-4-118,-4 4-39,5-5-129,0 0 84,0 5 1,-4-2-73,0 4 0,-3-3 56,3 3 1,-3-3-52,3 3 0,-4 0 34,0 4 1,-1 2 22,-3 1 0,-2 0-33,-1 4 1,-3 1 3,3 3 0,-3 0-109,3 0 1,0 0 107,4 0 1,0-4-91,0 1 0,1-6 50,3 2 116,-3-3-132,9-1 228,-4-5 67,5-1 0,1-5-86,3 0 0,-2-1-90,6-3 0,-1 2 38,4-6 0,1 2 317,3-1 1,-1-3-116,4 3 1,0-3-444,4-1 0,2 4-284,1-1 1,-1 1-350,1-4 1,0 4-32,1-1 0,-3 5 21,3-5 790,-3 6 0,-1 2 0,0 6 0</inkml:trace>
  <inkml:trace contextRef="#ctx0" brushRef="#br0" timeOffset="740">872 1168 7769,'-6'-5'575,"2"-2"-62,-2-3 229,5-1-440,-9 0 1,9 4 189,-3 0-339,3 4 194,1-2-313,0 5 1,1 5 108,3 2 0,1 7-338,2 1 1,3 4 150,-3 0 0,-1 1-310,1 2 1,1 0 193,3 1 0,-4-5-24,1 0 0,-2-3 72,1 3 0,3-5 78,-3-2 0,-1-2 195,2-5 1,-1 0-66,4-4 0,-4-5 33,1-2 0,-5-8-58,5-4 1,-5-1-193,5-2 0,-5-4-8,5 0 0,-5 0-158,5 4 1,-1 0-648,4 0 1,0 4 380,0 0 1,0 4 552,0-1 0,35 18 0,8 4 0</inkml:trace>
  <inkml:trace contextRef="#ctx0" brushRef="#br0" timeOffset="1985">1379 1113 7769,'6'-5'574,"-1"-1"0,-5-1-331,0-1 0,-1 6-99,-3-2 1,-2 3 83,-5 1 1,-1 0-215,-3 0 0,3 5 126,-3 2 0,-1 3-157,1 1 0,1 0 64,3 0 0,0 4-240,0 0 0,3 1-8,1-2 1,4-1-97,0 1 0,2-2 72,1-1 0,1 0-23,2 1 1,5-3 56,7-1 0,-3-3 81,2-5 0,2 0-44,-1 0 1,0-5-24,-4-3 1,0-1 226,0-3 0,0 0 70,0-2 1,-5 1 99,-2-1 0,1-2 36,-2 1 0,1 0-91,-4 4 0,0 0 157,0 0-50,0 0 27,-5 0-53,4 5-399,-4 1 148,5 5 0,0 5-39,0 2 0,0 3-73,0 1 0,0 1 89,0 3 0,0-3-135,0 3 1,4-3 78,-1-1 1,5 0 67,-5 0 1,5 0-53,-5 0 115,6-4 0,-3 1-41,5-4 0,0 0 7,0-4 1,0-5-190,0-3 1,1-3 101,3-3 0,-3 0 101,3-4 0,-1-1-55,0-3 0,-2 0 77,3 0 1,-4-1-90,-3-3 0,0 3 311,-4-3 0,-1-2 72,-3-1 1,0 2 78,0 1 1,-1 3-67,-2 1 1,-2 4 484,-3 4-379,-1 2-17,2 5-384,-4 3 0,2 10 90,1 5 1,3 1-171,5 6 1,0 2-129,0 6 1,0-2-102,0 5 1,2-3-234,1 4 0,3-2 242,5 1 1,0 2-284,0-5 1,0-1 193,0-3 1,3-1 153,-3-2 1,5-4-27,-9-4 0,5-4 41,-4-4 115,2-2 0,1-5 144,0-4 0,-4-3-147,0-3 0,-1 0-34,2-4 1,0 1 127,-4-2 1,3-2-70,-3 3 1,3 1 104,-3-2 0,1 2-91,-1-1 1,-3 1 129,3 2 1,-2 3 31,2-3 0,-3 3 435,3 1-101,-3 5-94,-1 1-265,0 5 1,0 8 8,0 3 0,0 4-189,0 0 0,0-2 53,0 6 0,0-2-283,0 1 0,0 2 84,0-6 1,4 5-7,-1-4 0,5-1 37,-5-3 0,6 0-49,-2 0 1,-1-1 200,2-3 0,-5-2-103,5-5 0,-1 0-78,4 0 0,-4-5 90,1-2 0,-1-4-34,4-4 0,0 2 131,0-5 1,-3 3-22,-1-4 0,-1 5 0,1-5 0,2 5 133,-5-5 0,3 5 181,-3-5 0,-1 6-129,-3-2 1,0 3 616,0 1-252,0 0-181,0 5-234,0 1 1,0 6 7,0 3 0,0 2-107,0 5 0,0 0 67,0 0 0,0 1-211,0 3 1,2-3 43,1 3 1,0-3-60,4-1 1,-3 2 24,3-1 1,0 1-43,4-6 0,0 2 15,0-2 0,0-2 36,0-5 0,5 0 22,3 0 1,0-1 14,0-3 1,2-2 119,-3-5 1,2 0-112,-2 0 0,2-4 129,-6 1 0,1-2-67,-4 1 0,-1 2 108,-3-6 0,2 6 51,-6-2 1,0 3 145,-7 1 1,2 0-30,-6 0 0,-3 0-129,-3 0 1,-2 5 161,1 2 1,1 3-39,-4 1 1,5 5-77,-2 2 1,3 4 68,1 4 1,0-2 97,0 5 0,4-3-39,4 4 1,2-2-87,1 1 0,1 3-42,2-3 1,9-1 17,6 2 1,4-6-139,4 2 0,6-4 71,4-4 0,2 2-992,-1-5 0,-3-2 479,3-6 0,-5-2-1209,-6-5 0,-2-4 1586,-9 1 0,-30-25 0,-11-3 0</inkml:trace>
  <inkml:trace contextRef="#ctx0" brushRef="#br0" timeOffset="2808">3088 793 7693,'0'-7'0,"1"1"0,3 1 703,-3 1 76,4 0-382,-5 2 1,0-4-283,0 3 0,-2 1 42,-1-1 0,-3 3-151,-5 3 0,0 3 61,0 5 1,0 4-120,0 0 0,0 4 62,0 0 1,3 5-212,1 2 1,4 0-64,0-4 1,1 0-162,2 0 1,5-1 55,3-3 0,2-2 126,1-5 0,1-5 169,2-2 0,-1-3-76,1-1 0,-1-5 142,-2-2 1,-4-7 37,0 0 1,-4-10 161,1 2 1,-3-2 43,-1 2 0,-1 0-114,-3 0 1,1-4 414,-4 0 1,0 4-196,-4 4 0,1 4 567,3 0-254,-3 1-450,4 2-83,-1 5 1,3 6-49,4 8 0,3 1-33,1 2 0,8 5 61,-1 3 0,6 5-530,-2 2 0,5 1 231,-2-1 0,-1-3-767,2 3 1,-6-3 427,2-1 0,-3-5-342,-1-2 0,0-3 878,0-1 0,-4-5 0,1-2 0,-6-23 0,3-5 0</inkml:trace>
  <inkml:trace contextRef="#ctx0" brushRef="#br0" timeOffset="3150">3407 749 7695,'0'-11'0,"-3"0"611,-1 0-320,-5 0 0,7 1-80,-5 3 1,3 2 133,-3 5-257,-1 0 1,-3 1-37,0 3 1,4-1 103,0 4 1,0 0-75,0 4 1,-2-3 93,6-1 1,-1 0-415,4 4 0,0 0-23,0 0 1,5-1-83,2-2 0,7 1 147,1-1 0,4-2 5,0 1 0,1-1 212,2 2 1,0 1-70,1-1 0,-1-2 274,0 1 1,0 1-93,0 3 1,-1-2-132,-3-1 0,-2 2 78,-5-3 1,-1-1 180,-3 1 0,-3 1-218,-8 3 0,-3-4-174,-8 1 1,-2-6-611,-5 2 1,0 1 379,0-2 0,0 5-196,0-5 1,1 1 555,2-4 0,8-5 0,6-1 0</inkml:trace>
  <inkml:trace contextRef="#ctx0" brushRef="#br0" timeOffset="3477">3716 694 7695,'0'-11'272,"0"0"0,4 4 187,-1 0-375,1 4 0,-5-2 82,-3 5 1,-2 0-37,-5 0 1,0 0 52,0 0 0,0 4 0,0 0 0,4 4 32,-1-1-234,1 3 0,0 1-267,-1 0 1,6 0 199,-2 0 0,4 0-168,4 0 0,2 0 99,5 0 0,1 0 20,3 0 0,-2-1 139,6-2 0,-5 1-18,5-1 1,-1 2 309,4 1 0,-3-4-132,-1 0 0,-5 1 212,2 3 1,-8-4-115,-3 0 0,-4-1-246,-4 2 0,-7 0 107,-7-4 0,-6 1-908,-2-1 1,-7-3 442,3 3 1,-4-3 341,5-1 0,12-5 0,2-1 0</inkml:trace>
  <inkml:trace contextRef="#ctx0" brushRef="#br0" timeOffset="3852">4102 617 7711,'0'-11'848,"-1"1"-509,-3 3 1,-2-2-288,-5 6 1,-1-1-64,-3 4 1,1 5 107,-4 2 1,-3 3-4,-1 1 1,-2 5 63,5 2 1,5 3-256,3 1 1,1 0 73,6 0 1,0 0-57,4 0 0,10-1-29,5-2 0,9 0 22,6-4 0,-2-5 251,1-7 0,0-1 59,0-2 0,-3-5-187,-8-3 0,-3-3 16,-8-3 0,-2-3-204,-5-6 1,-1-2 87,-3-1 1,-2 2-445,-5 5 0,0 0 215,0 4 0,0-4-1055,0 5 1347,5 4 0,16 15 0,8 7 0</inkml:trace>
  <inkml:trace contextRef="#ctx0" brushRef="#br0" timeOffset="4295">4355 617 7711,'4'-12'0,"0"-3"0,0 3 715,-4-3 0,0 7 220,0 0-630,0 1 0,-2 1-279,-1 2 1,-4 3 122,-4 1 0,0 5-127,0 2 0,0 7 68,0 0 0,4 6-258,0-2 1,4 3 133,0 1 0,1 0-147,2 0 0,5 0-140,3 0 0,1-1-245,2-2 1,4 0 102,0-4 1,4 0 106,0-4 0,-2-5 263,1-3 1,1-1-92,3-2 0,0-5 171,0-3 1,-4-3-48,1-3 0,-6-2-97,2-3 0,-4-1 259,-4 1 0,2-2 366,-6-1 0,1 4 47,-4 0 1,0 0-263,0 0 1,-4-2 603,1 6-532,-6-1 0,7 5-94,-6 3-33,6 2 0,-3 6-78,5 3 1,1 1 73,3 2 1,-2 7-153,6-3 0,-1 3-49,4 1 1,0-2-181,0 6 0,0-4-265,0 3 0,0-3 252,0 3 0,0-5-606,0 2 0,-3-3-86,-1-1-311,0-4 1203,4 2 0,0-7 0,-9-32 0,-4-13 0</inkml:trace>
  <inkml:trace contextRef="#ctx0" brushRef="#br0" timeOffset="4425">4565 441 7711,'-17'-27'516,"2"5"1,4 1 222,4 6-896,-3 5 291,9 5-1262,-4 5 0,5 2 1128,0 1 0,14 28 0,5 11 0</inkml:trace>
  <inkml:trace contextRef="#ctx0" brushRef="#br0" timeOffset="5134">4907 496 7722,'-5'-17'-194,"2"4"130,-4 6 632,0 0 0,-4 1-148,0 2 1,0 4-567,0 4 1,0 3 41,0 8 0,-1-2 7,1 5 0,4 1 13,0 3 1,4 0 123,0 0 0,1-1-189,2-3 0,5 3 115,3-3 1,1 0-350,2 0 0,4-6 131,0-1 1,3-1 116,-3-6 1,3-1 76,-3-3 0,3-1-5,-3-3 1,0-2 137,-4-5 0,-4-3-110,1-1 1,-6-3 142,2 3 0,-4-5-10,-4 2 1,-1-2 300,-2 2 0,-3-2-128,3 6 0,0-5 117,0 5 0,3 0 146,-3 7 79,5-3-704,-3 9 98,5 1 1,1 9-51,3 6 1,-2 4 23,5-5 1,1 6-11,3-2 0,0 2 16,0-2 1,1 3-185,3-3 0,-2 0 72,6 0 0,-5-5-266,5 2 0,-5-6 110,5-2 0,-6-5-9,2 2 1,1-4 222,-1-4 0,-2-2-34,-6-5 1,2-5 78,-5-2 0,-1 1-82,-3-2 0,0-3 4,0-3 0,-1-2 65,-3 1 0,2 2 293,-5-6 1,-1 1 77,-3-4 0,0-4 170,0 0 1,-3 0 25,-1 4 0,0 2-211,4 1 0,0 8 99,0 7 0,1 3 258,3 1-559,2 5 0,5 6 27,0 7 0,1 8-36,3 3 0,2 4 40,5 4 0,5 2-101,2 5 0,3 2-183,1 1 1,0 0 63,0 4 1,-3-4-773,-1 1 1,0-3 429,4-1 1,-4-5-337,-4-2 1,-1-8 72,-2-3 1,-4-8-569,0-3 1243,-4-3 0,-18-30 0,-9-8 0</inkml:trace>
  <inkml:trace contextRef="#ctx0" brushRef="#br0" timeOffset="5501">5061 463 7722,'-6'-8'268,"2"1"130,3 5-69,6-3 1,5 5-119,4 0 0,6 1-3,-2 3 1,8-2-17,4 5 0,3-3 0,3 3 0,-1 0-230,1 0 0,-1-2 97,-2-5 1,0 3-150,0 1 1,-9 0 59,-2-4 1,-7-4-112,0 0 1,-4-4-18,-4 1-35,-2-3 1,-6-1 110,-3 0 0,1 0 53,-8 0 1,2 0 130,-6 0 1,-1 4-122,2 4 1,-5 2 174,5 1 0,-5 0-46,4 0 0,2 4 229,6 4 1,-3 2-112,2 1 1,4 0 82,0 0 1,3 5-148,1 2 0,0 2-200,0-2 0,5 3 61,2-3 0,6 3 91,2 1 1,5-1-445,-2-3 1,3 2 158,1-5 0,4-6-531,-1-5 0,5-3 310,-4-1 1,0-1-360,0-3 1,-3-2 168,3-5 1,0-4-120,-4 1 699,2-1 0,-1-11 0,5-3 0</inkml:trace>
  <inkml:trace contextRef="#ctx0" brushRef="#br0" timeOffset="5930">5778 55 7722,'-10'-17'948,"2"2"1,0 6-79,4 2-557,1 5 0,3-2 3,0 8 0,4 3-105,4 8 0,5 3 240,2 8 1,5 2-109,-2 5 0,3 1-292,1 3 1,-4-1-217,1 4 0,-2-4-268,1 0 0,-3-1-417,-8-2 1,2-5 27,-6-2 80,6-8-5,-8-7 372,4-6 0,-5-10 176,0-2 0,-4-3-11,1-1 0,-1 0 88,4 0 0,-5-4 147,-2 0 0,-3 1 243,-1 3 1,-1 3-175,-3 1 0,2 1 316,-6-2 0,2 4-231,-1 4 1,-3 0 128,2 0 1,4 4-24,0 4 1,3 5 247,1 2 0,1 8-151,2-1 0,5 3-64,6-3 1,6 0-237,9 0 0,1 0 69,6 0 1,4-6-386,0-5 0,-2-1 195,-1-7 0,-3 0-288,-1-7 0,-5-2 184,-2-5 1,-8-1-1932,-3-3 2074,-3 3 0,-25-14 0,-7 3 0</inkml:trace>
  <inkml:trace contextRef="#ctx0" brushRef="#br0" timeOffset="6943">23 2039 7190,'-6'0'1617,"-4"0"-1241,9-5-150,-4 4 0,5-3-29,0 8 0,0 2-191,0 5 0,0 1 140,0 3 0,0-1 38,0 4 0,1 2 0,3 5 0,-2-1-368,6 1 1,-1 2 107,4-1 0,0-1-162,0-7 0,1 2 63,3-6 0,-3 0-61,3-7 0,1-2 135,-1-5 0,-1-5 53,-3-2 1,0-4-2,0-4 0,-3-2-7,-1-5 1,-5 0 55,2 0 0,1-4-40,-1 0 0,-1 2-46,-3 5 0,0-1-27,0 1-22,0 3-62,0 0 0,0 9 83,0 0 1,0 5 139,0 2 1,0 5-70,0 6 1,0 2 79,0 1 1,0 0-59,0 4 0,0-3 23,0 3 1,2 1-14,1 3 1,3-2 12,5-1 0,0 0 146,0-4 1,2 0-45,1-4 0,2-1 353,3-3 0,0-2-180,-4-5 0,1-5 216,-1-2 0,-4-8-159,0-3 1,-2-5-109,-5-2 1,0 0-199,-4-4 1,0 8-288,0-1 1,-4 2-702,0-2 0,-4 4 530,1 0 1,0 5-1399,0 2 1828,0 0 0,-9 20 0,-1-2 0</inkml:trace>
  <inkml:trace contextRef="#ctx0" brushRef="#br0" timeOffset="7110">475 2116 7743,'11'11'731,"0"0"0,0-3-226,0-1 1,0 0-99,0 5 0,0 2-327,0 1 0,-1 1 58,-3-1 1,2-3-1198,-5 2 844,-1-1-2123,-3-2 1394,0-5 944,-5-1 0,-16-35 0,-8-6 0</inkml:trace>
  <inkml:trace contextRef="#ctx0" brushRef="#br0" timeOffset="7227">464 1951 7743,'-11'-17'0,"4"1"1368,-1 5-1021,6 0-1128,-8 5-510,9 1 918,-4 5 0,6 5-261,3 2 634,-3-2 0,19 20 0,-2-1 0</inkml:trace>
  <inkml:trace contextRef="#ctx0" brushRef="#br0" timeOffset="7563">541 1808 7743,'0'-13'-35,"0"-1"1,0 5 478,0-2 398,0 7-363,0-5 0,1 9-144,3 0 1,2 5-23,5 6 0,0 5-67,0 2 1,1 4-193,3 4 0,-1 2 111,4 5 0,-3 0-371,3 0 1,-3 0-113,3 0 0,-4 0-352,0 0 1,-1-4-165,-2-4 0,-2-3 380,-1-3 0,-2-5-544,-2-6 998,-3-3 0,4-7 0,-5-1 0,0-3 0,-10-50 0,-2-10 0</inkml:trace>
  <inkml:trace contextRef="#ctx0" brushRef="#br0" timeOffset="7971">640 1973 7743,'-6'-5'0,"1"3"24,5-6 352,0 6 117,0-8-292,0 4 0,1-1-28,3-1 0,2 2 27,5-1 1,4-2-47,0 6 1,3-6 71,-3 2 0,4 1-221,0-2 0,-2 2-41,1-1 1,-1-2-77,2 5 1,0-3-118,-4 3 0,0 1 118,-4 3 0,0 5-37,0 2 0,-1 4 84,-3 4 0,3 2-89,-3 5 1,-1 4 64,2-1 0,-1 1-34,4-4 0,-1 0 71,-3 0 1,3 0-9,-3 0 0,2-5 214,-2-2-159,3-3 1,-8-5 426,6-4-141,-1-2-106,4-1 1,-1-4-26,-3-4 1,3 0 81,-2 0 0,1-5 112,2 2 0,0-3 134,0 3 0,2-3-15,1-1 0,-1 1-97,1 7 0,3-3-164,2 3 0,-2 2-2,1 1 0,-3 3-218,3 1 0,-4 1 92,1 3 1,0 2-733,0 5 0,0 0 105,-4 0 1,-4 0-173,1 0 1,-1-1-1899,4-3 2622,0-2 0,15-19 0,3-5 0</inkml:trace>
  <inkml:trace contextRef="#ctx0" brushRef="#br0" timeOffset="8619">2007 1775 7705,'6'-5'-580,"-2"-3"1221,-3-1-235,-1 2 1,-5 3-157,-2 4 0,-4 2-155,-4 5 0,3 1-213,-3 6 0,-1 2 64,2-1 0,0 5 132,7-2 0,2 3-108,5 1 0,0-1 67,0-3 0,5 2 30,2-6 1,8 1-35,3-4 0,3-1 8,1-3 1,0-2 61,0-5 1,-4-1 118,-4-3 1,-3-3-350,-3-8 0,-4-2 76,-4-5 1,-4-4-616,-4 1 1,2-1 330,-1 4 1,-1 0-239,-3 0 1,5 1 3,3 2 569,1-1 0,27 7 0,5-3 0</inkml:trace>
  <inkml:trace contextRef="#ctx0" brushRef="#br0" timeOffset="8961">2140 1742 7760,'0'6'424,"0"3"0,0-6-51,0 4 0,4 1-88,4 3 0,2 1-272,1 3 1,0-3 21,0 3 1,3 0 31,1 0 1,0 4 44,-4-5 0,0 0-146,0-7 1,-4 2-161,1-6 36,-6 1-63,3-4 196,-10 0 1,-1-5 123,-5-2 0,0-3-74,0-1 0,1-1 116,3-3 0,-2 3-24,5-3 0,-3-1 65,3 1 1,1 1-195,3 3 0,1-3 90,3 3 1,2-2-127,5 5 1,0 2 129,0-1 1,5 4 32,2 0 1,3 2-91,1 1 0,-1 4-17,-3 4 1,3 5-162,-3 2 0,-2 5-272,-1-2 0,-3-1-478,-1 1 1,-3-3 415,-1 4 1,-5-6-122,2 2 0,-1-4 608,0-4 0,-2-2 0,4-5 0</inkml:trace>
  <inkml:trace contextRef="#ctx0" brushRef="#br0" timeOffset="9314">2570 1786 7830,'0'-6'1150,"1"-1"-852,2 4 1,4 2-353,4-3 1,1 3 107,3 1 1,-2 0-282,5 0 0,-4 0 92,1 0 1,-2-2-60,2-1 0,-4 0 27,0-4-100,0 4 1,-10-6 84,3 1 0,-3 2 96,-1-1 0,-1 1 139,-3-2 1,-2-1-107,-5 1 0,-1 2 133,-3-1 0,1 4 47,-4 0 0,5 1 163,-2 2 1,-1 2-32,1 1 1,2 0 198,5 4 0,-1 2-72,1 5 0,2 4-100,-1 4 0,4 0 79,0 0 1,6 0-91,5 0 1,3 0-174,3 0 0,9-4 113,6 1 1,4-6-616,4 2 1,-2-8 278,6-3 1,-6-3-1389,2-1 1,-4-6 98,-4-5 1410,-2 0 0,-24-20 0,-6 2 0</inkml:trace>
  <inkml:trace contextRef="#ctx0" brushRef="#br0" timeOffset="9987">3275 1367 7698,'0'-11'-141,"-1"0"1,-2 0 1992,0 0-1006,-1 0-590,4 4 1,0 9 113,0 9 1,1 1-66,3 6 1,2 2 10,5 6 0,5 2-68,2 5 1,7 1-139,1 3 1,3-3-150,-3 3 1,3-3-209,-3-1 0,0-4-425,-4-4 1,-5-3 55,-2-3-399,-8-3 262,-2-10 427,-5-1 0,-5-7-34,-2-1 0,-3-3 62,-1-5 1,-2 0 157,-1 0 1,0-2 101,-4-1 0,3 1 133,-3-1 1,-1 1-99,-3 2 1,0 4 251,0 0 1,4 3-59,0-3 0,0 4 66,0 0 0,2 3-79,5 3 0,0 3-65,0 5 1,5 4 67,2 0 0,3 3-78,1-3 0,5 3-122,2-3 1,8 3 70,3-3 1,3 0-592,1-4 0,0-4 276,0 0 0,4-4-460,0 1 1,3-4 422,-3-4 1,0 1 299,-4-4 0,34-25 0,9-9 0</inkml:trace>
  <inkml:trace contextRef="#ctx0" brushRef="#br0" timeOffset="10595">3804 1609 7698,'0'-11'-1228,"0"0"982,0 0 1,0 0 1937,0 0-560,0 0-753,0 0 0,-1 5-99,-3 2-253,-2 3 0,-8 2-27,-1 3 0,0 6 61,4 4 1,-1 6-55,-3-2 1,7 3 123,-3 1 1,3 3-469,1-3 1,2 2 133,5-5 1,0-3-277,0-2 0,1-1 169,3-2 0,2-5 13,5-3 1,0-1 7,0-2 0,0-5 131,0-3 0,0-3 116,0-3 1,0 0-105,0-4 1,-3 3 328,-1-3 0,-5 4-138,2 0 1,-3-2 182,-1 1 0,4 0 138,0 4-111,-1 0 0,-3 4 249,0 0-254,0 4 189,0-2-284,0 15 1,0-3-158,0 8 0,0-3 124,0-1 1,5 0-191,3 0 1,-2 2-56,1 1 1,0-5-68,4 2 1,0-3-30,0 3 0,-1-3 81,-2-1 1,1-4-28,-1 0 1,2-1 90,1-2 1,0 0-121,0 0 1,-2-5 55,-1-3 0,2-2-97,-3-1 1,-2-3 118,-2-1 1,2-5 29,-1 2 0,0-3 86,-4-1 0,-1-1 0,-3-3 0,0 2 188,-7-6 0,1 0-57,-8-7 1,3 6 256,-3-2 0,0 8-129,-5-1 1,5 4 84,0 3 0,8 8 34,-1 8 1,4 3 135,-1 3 0,3 5-82,5 6 1,5 5-117,3 7 0,6 2-265,5 5 1,1 0 88,2 0 0,1 0-350,-1 0 1,0-4 177,0 1 0,-1-2-221,-3 1 0,-2-2-164,-5-5 1,0-1-1222,0-2-145,-5-3 1361,4-5 1,-9-7 421,3-4 0,-8-4 0,-12-32 0,-7-6 0</inkml:trace>
  <inkml:trace contextRef="#ctx0" brushRef="#br0" timeOffset="10754">3848 1532 7698,'0'-7'232,"0"-1"0,0 5-11,0-5 0,2 6-356,1-2 1,5 3-120,6 1 1,3 0-159,6 0 1,0 0-44,3 0 1,-2 0 454,5 0 0,-3 0 0,4 0 0,-6 0 0,2 0 0,-3 0 0,24-5 0,5-1 0</inkml:trace>
  <inkml:trace contextRef="#ctx0" brushRef="#br0" timeOffset="11079">4300 1455 7698,'0'-11'-1228,"0"4"737,0-1 1829,0 1-366,-5-4-835,-1 5 0,-5 1 37,0 5 0,0 1-135,0 3 0,0 2 20,0 5 0,4 1-88,-1 3 0,2 1-1,-1 2 1,-2 3 122,6-3 0,-1-1-350,4 2 1,0-2 113,0 1 1,0 2-215,0-5 0,0-1-58,0-3 273,5-5 0,1-1 87,5-5 0,0 0 149,0 0 1,0-5-61,0-2 0,0-3-68,0-1 0,0-3 272,0-1 1,0-3-79,0 3 1,-3-5 373,-1 2 0,-3 1-190,3-2 0,-4 5 859,0-5-371,3 6-501,-4-3 0,4 10-231,-3 2 0,0 4 121,4 4 0,-1 2-482,2 5 0,1 4 228,-1-1 1,0 1-1049,0-4 0,0 4 530,-4-1 1,3 1 550,-3-4 0,0 0 0,-4 0 0</inkml:trace>
  <inkml:trace contextRef="#ctx0" brushRef="#br0" timeOffset="11457">4631 1367 7699,'-4'-11'0,"1"0"433,0 0 1,-2 3 327,2 1-362,-1 5-203,4-3 1,4 10 151,-1 2 0,6 4-37,-2 4 1,7 2 53,0 5 0,5 5-391,-4 2 1,4 3 93,0 1 0,-4-1-913,0-3 0,-3 3 473,-1-2 1,0-2-262,0 1 1,-1-6-137,-2-1 24,-3-4 0,-7-12 745,-1-3 0,1-1 0,-17-22 0,0-4 0</inkml:trace>
  <inkml:trace contextRef="#ctx0" brushRef="#br0" timeOffset="11688">4565 1400 7699,'-5'-28'0,"4"2"320,-3 8 0,3-2 205,1 5-301,0 1 0,5 6-16,2 1 1,8 4 75,3 0 0,3 1-49,1 2 0,4 2 88,0 1 0,5 4-134,2 4 0,-3 4-13,3 4 1,-7-2-430,-1 1 1,-4 1 178,-6 3 1,-5-4-549,-10 1 1,-6-6 327,-5 2 1,-7 1-454,-7-2 1,1-3 276,-1-3 1,1-6-98,2 2 0,2-3 567,1-1 0,7 0 0,5 0 0,29-10 0,3-2 0</inkml:trace>
  <inkml:trace contextRef="#ctx0" brushRef="#br0" timeOffset="11972">5160 1345 7699,'0'-11'594,"0"0"-101,0 0-422,-5 0 0,-1 4 10,-5 4 1,-1 3-48,-3 3 1,3 5 41,-3 7 1,-1-2 70,2 5 0,0 1-260,7 3 1,-2 0 105,6 0 0,-1 4-168,4-1 0,5-3 21,2-3 0,4-5 29,4 5 0,1-7 195,2-1 1,3-5 130,-3-6 1,-2-1-121,-1-3 1,-3-2-63,-1-5 0,-5-4-338,-2 1 1,-3-6 141,-1 2 0,-1-3-621,-3-1 0,-2 0 798,-5 0 0,-5-25 0,-1-5 0</inkml:trace>
  <inkml:trace contextRef="#ctx0" brushRef="#br0" timeOffset="12146">5193 1268 8879,'5'11'1008,"3"0"0,3 1-683,3 3 0,3 2-116,5 5 0,-3 3-511,-1 1 0,-4 0-96,0-4 0,-3-1-353,-3-3 1,-2-2-260,-2-5-776,-3-5 1786,4-1 0,-15-24 0,-2-6 0</inkml:trace>
  <inkml:trace contextRef="#ctx0" brushRef="#br0" timeOffset="12288">5226 1190 7699,'-11'-11'0,"4"0"280,0 0 0,4 0 113,0 0-341,1 5 112,2-4 1,2 9-982,1-3 0,0 3 344,4 1 0,-3 1 473,3 3 0,10 7 0,6 6 0</inkml:trace>
  <inkml:trace contextRef="#ctx0" brushRef="#br0" timeOffset="12615">5403 1433 7717,'11'5'0,"0"1"322,0 5 1,4 0-100,-1 0 0,1-1 85,-4-3 0,-4 2-33,1-6 1,-5 1 153,5-4-208,-6 0 1,3-1-58,-5-3 1,-1-2-224,-3-5 1,-1 0 102,-2 0 1,-2-4-196,6 1 0,-5-5 96,5 4 0,-1-3-203,4 3 1,0-3 134,0 3 1,0-3 3,0 3 0,0 1 40,0 3 0,1 0-19,3-1 0,-2 6 392,6 3 1,-1 1-117,4 2 0,-4 7-230,1 4 1,3 5 50,3 6 0,2 0-304,-1 0 1,-1 0 38,4 0 1,-5-1-56,2-3 0,-3 2-118,-1-6 1,4 0-290,0-7 1,-1 2 727,-3-6 0,-4 1 0,7-38 0,-1-9 0</inkml:trace>
  <inkml:trace contextRef="#ctx0" brushRef="#br0" timeOffset="12822">5623 1003 7717,'-3'-7'375,"-1"-1"133,0 1 0,5 1-164,3 2 1,0 8-101,7 3 0,-3 8 142,7 3 1,2 8-52,2 3 1,1 4-89,3 4 0,-1-1-49,0 4 1,-2-3-835,-1 3 0,-3-5-32,-5-2 1,-1-3-421,-3-8 1,1-2-443,-4-9 1530,5-5 0,2-21 0,6-9 0</inkml:trace>
  <inkml:trace contextRef="#ctx0" brushRef="#br0" timeOffset="12980">5678 1190 7717,'-11'0'582,"2"-1"-337,1-3 1,5 3 586,6-2 1,6 1-523,9 2 1,2 0-410,9 0 1,-1 0-1063,2 0 1,2 0 279,-3 0 881,-2 0 0,-5-24 0,-6-7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23:49:52.911"/>
    </inkml:context>
    <inkml:brush xml:id="br0">
      <inkml:brushProperty name="width" value="0.08571" units="cm"/>
      <inkml:brushProperty name="height" value="0.08571" units="cm"/>
      <inkml:brushProperty name="color" value="#008C3A"/>
    </inkml:brush>
  </inkml:definitions>
  <inkml:trace contextRef="#ctx0" brushRef="#br0">121 805 7967,'11'-11'0,"0"1"314,0 3 0,1-2-201,3 5 1,-3 1-349,3 3 0,1 0 111,-2 0 0,1 0 178,-4 0 1,1-4-231,3 0 1,-6 0 117,2 0 1,-8-2-35,1-5 1,-3 0 82,-1 0 0,-1-2-23,-3-1 0,-7 1 24,-7-1 0,-8 5 124,-3 2 0,1 3 10,-2-3 0,5 4-73,-5 0 1,6 3 215,-2 3 0,6 0-54,2 4 1,8 2 32,-1 5 1,8 1-62,-1 7 0,8-1-25,3 8 0,11 1-54,4 3 0,8 1-128,-1 3 0,3-3-50,1 3 0,0-3 107,0-1 1,-1 0-134,-3 1 1,-7-6 72,-7-3 0,-4-6-421,-3-5 0,-5-1 169,-6-2 0,-5-5-339,-7-2 0,2-4 143,-5-4 0,4-3 471,-1-8 0,-7-22 0,-1-9 0</inkml:trace>
  <inkml:trace contextRef="#ctx0" brushRef="#br0" timeOffset="486">143 970 7967,'0'-11'272,"0"0"0,0 4-21,0 0 1,1-1 14,3-3 1,2 5-44,5 2 1,0-1 234,0 2 0,5-1-166,2 4 1,4 0 36,4 0 0,-3 1-192,3 3 0,-4 3-251,-3 8 0,0-1-343,-4 4 1,1 0 349,-2 4 1,-1-1-496,1-2 0,-3 1 292,-3-1 1,0-3-493,-4-2 162,5 3 380,-8-9 114,4 2 1,-5-15 223,0-3 1,0-1-114,0-2 1,0-4-99,0 0 0,-2-4 160,-1 0 0,-2 2-57,-2-1 1,-2 3 92,5-3 0,-1 4-120,2-1 0,2 3 249,-3 1 1,4 0-18,4 0 0,-1 4-108,8-1 1,-2 6 88,5-2 0,0 3-59,1 1 0,-2 5-69,6 2 0,-2 3 29,1 1 1,2 0-201,-6 0 0,5 4 104,-5 0 0,5-1-5,-5-3 1,6 0 11,-2 0 0,3-3-19,1-1 0,0-5 106,0 2 0,0-3-81,1-1 1,-6-5 348,-3-2 1,-1-3-98,-2-1 1,-2-5-52,-1-2 0,-3-2-88,-5 2 0,-3-3-18,-4 3 1,-5-2-68,-10 2 0,-5 2-181,-3 5 1,-5 5-190,-2 2 1,0 3 182,4 1 0,5 5-1237,2 2 1422,8 3 0,36 35 0,14 9 0</inkml:trace>
  <inkml:trace contextRef="#ctx0" brushRef="#br0" timeOffset="1101">959 794 7924,'0'-6'999,"5"1"1,1 5-637,5 0 1,-4 5-122,0 2 1,1 3-59,3 1 0,0 5-70,0 2 1,-4-1-120,1 2 1,-2-1 72,1 4 1,2-3-282,-6-1 1,2-3-44,-1 3-337,-3-5 244,4 3 237,-5-9-175,0-3 1,0-16 151,0-3 0,1-3 80,3 3 1,-3 2 134,3-5 1,1 0-94,-2 0 0,1-2 201,-4 6 1,4-5-74,-1 5 1,1-1 64,-4 4 1,4 0-32,-1 0 0,2 1-110,-1 3 1,-2 2 7,6 5 1,-5 0-24,5 0 0,-2 1-81,1 3 1,3 2 62,-3 5 0,0 1-89,0 3 0,-1-3 80,1 3 0,2 1-30,-5-2 1,1 5 22,-2-5 0,-2 1 5,3-4 0,-3 1-275,-1 3 160,5-3 105,-4 4-46,4-5 142,-5-5 1,0-2-105,0-8 1,2-2-70,1-5 0,-1-1 72,1-3 0,2 3 222,-1-3 0,3-2 35,-3-1 0,3 1 29,-3-2 0,4 5-11,0-5 1,2 6-108,1-2 0,0 3 264,0 1 1,0 1-75,0 3 0,1 1 154,3 2 0,-2 3-97,5-3 0,-3 8-388,4 3 0,-5 8-347,5 3 0,-6-1-465,2 2 0,-4-1-222,-4 4 0,3 0 162,-3 0 865,-2-5 0,5-1 0,-4-5 0</inkml:trace>
  <inkml:trace contextRef="#ctx0" brushRef="#br0" timeOffset="1826">1962 573 8243,'1'-6'974,"3"3"-753,-3 1 1,4 4-175,-5 1 0,4 7-11,-1 5 1,6 4-142,-2 0 0,-1 2 27,2 1 0,3 1 146,3 3 1,5-4-294,-4 0 1,4-1 90,-1-7 0,0-3-69,0-3 1,-1-6 83,2 2 1,-4-4-22,-4-4 0,0-3 93,1-8 0,-6-1 115,-3-2 0,2-3 26,-1 3 1,0-3-80,-4-1 0,-4 0 231,0 0 0,-3 4-58,3 4 1,-3-2 258,3 1-143,0 0-148,0 4-86,2 5 0,2 3-141,8 6 1,2 5 138,1 6 0,3 0-18,1 4 0,5 4 43,-2 4 0,4 5-49,4-2 1,-3 3 186,3 1 0,-4 0-111,-4 0 1,-2-1-178,-5-3 1,-5 2 57,-2-5 1,-4-6-164,-4-5 0,-3-4-145,-8-4 1,-2-2 129,-5-5 0,0-1 141,0-3 0,3-5-57,1-6 0,5 0 93,-2 4 0,12-19 0,5-6 0</inkml:trace>
  <inkml:trace contextRef="#ctx0" brushRef="#br0" timeOffset="2110">2645 617 7965,'7'-11'98,"-3"5"1,-4 0-85,0 3 88,0 1 0,0-1-158,0 6 0,-4 3 122,-4 5 1,2 4-201,-1 0 0,1 4 31,-2 0 0,0 2 44,4 1 1,0 0 126,4 0 1,2 0-14,1 0 1,3-5 282,5-2 1,5-4-103,3-4 1,2-2 27,1-5 1,0-6-14,0-5 0,-5-5-11,-2-6 1,-8-1-302,-3-3 0,-3 3-308,-1-3 0,-4 3-665,0 1 0,-4 4 185,0 4 849,-1 1 0,-17 12 0,-3 2 0</inkml:trace>
  <inkml:trace contextRef="#ctx0" brushRef="#br0" timeOffset="2494">2811 573 7965,'0'-11'1508,"5"5"-1207,1 1 0,5 7-64,0 1 0,0 7-230,0 5 1,-2 3 100,2-3 0,-5 4-164,8 0 1,-8 2-25,6 1 0,-4-2-16,3-1 0,0-2-268,0-2 0,0-4 169,0 0 1,0-5-22,0-6 1,0 0 85,0 0 0,0-1-110,0-3 0,0-6 80,0-5 1,0 0 21,0 0 1,-4-1 79,-4-2 1,2 0 115,-1 4 0,-1-2 174,-3-3 1,0 3 48,0 5 422,0 0-262,5 0 75,-3 5-253,3 1 0,-5 7-244,0 1 0,3 5 124,1 6 0,0-1-240,-4 1 0,3 3-632,1 2 1,3-2 383,-3 1 0,1-4-536,-2 1 1,4 0 200,4 0 680,0-5 0,14 0 0,5-4 0</inkml:trace>
  <inkml:trace contextRef="#ctx0" brushRef="#br0" timeOffset="2811">3263 540 7962,'0'-6'839,"-5"1"-468,4 5-121,-4 0-43,10 5 1,1 1-207,5 5 0,-3 0 116,3 0 1,-2 5-152,6 3 1,-3-2 43,-1 1 1,0 1-98,0 3 0,-1-2 54,-3-1 0,2 0 60,-6-4 0,5 0 480,-5-4-290,6 0 444,-8-5 0,4-2-229,-5-8 0,0-6 50,0-4 1,1-6-99,3 2 1,-3-3-180,3-1 1,-2-2-782,2-1 1,-1 1 454,4-1 1,0 4-617,4-1 0,0 7 377,0-3 1,2 2-1027,1 5 1,0-1 1385,4 8 0,-4 10 0,1 6 0</inkml:trace>
  <inkml:trace contextRef="#ctx0" brushRef="#br0" timeOffset="3263">3825 232 8544,'4'-11'652,"-1"0"1,6 4-435,-2 4 1,-1 11 116,2 7 1,-1 6-112,4 5 1,4 5-28,0 6 0,4 5-130,0-2 0,3 3-207,3 1 0,-5-1-753,2-2 0,-7-5 509,-1-6 0,-1 0-1841,-2-4 2225,-5-5 0,-16-20 0,-8-8 0</inkml:trace>
  <inkml:trace contextRef="#ctx0" brushRef="#br0" timeOffset="3927">3869 485 7916,'0'-11'-364,"0"0"0,1 0 942,3 0 0,-2 4-139,6-1 0,0 2-141,7-1 1,-1 1-81,4 2 0,2 3-126,5-3 1,0 3 84,4 1 1,-3 6-119,3 5 0,-3 1-327,3 7 0,-4-3 200,1 6 1,-8-6-439,-3 6 0,-4-3 223,-4 3 1,2-3-195,-6-1 145,1-4 415,-4 2 0,-1-10 68,-3-3 0,2-6 157,-6-5 0,5-2-113,-5-1 0,5-3-71,-5-1 0,6-3 12,-2 3 0,3-3-3,1 3 1,0-3-229,0 3 1,0-4 64,0 5 1,5-2-339,2 1 0,8 3 23,3-3 1,7 3-92,0 1 1,5 1 158,-4 3 0,3-2 108,-3 6 0,-1-5 260,-3 5 1,-3-1-140,-1 4 1,-4-4 600,0 0-424,-6 1 1,-3 8 13,-5 2 0,-5 3-38,-3 1 1,-5 1-53,-2 3 0,-3-2-129,3 6 1,-3-5 108,3 5 1,2-5-141,5 5 1,0-2 96,4 1 0,0 2-189,4-5 1,0-1 88,0-3 1,5 0 187,3 0 1,3-4-30,3-4 1,-1-2 166,1-1 0,0-4-105,0-4 0,-1-5-93,1-2 1,-3-5 124,-3 2 1,0-2-70,-4 2 0,0-6 189,-4 2 0,3 1-84,1 2 1,0 1 69,-4-4 1,0 5-41,0 2 1,-4 3 358,0 1-499,1 0 40,3 5 0,0 2 28,0 8 0,0 2 14,0 5 1,5 5-174,2 2 1,3 2 73,1-2 0,3 3-368,1-3 1,0 3-69,-4 1 1,2-4-240,-2 1 0,4-6-119,-4 2 0,-4-4-128,4-4 494,-2-2 1,2-5 160,0 0 0,-4-5 215,1-2 0,-1-27 0,4-8 0</inkml:trace>
  <inkml:trace contextRef="#ctx0" brushRef="#br0" timeOffset="4094">4751 320 7916,'-1'-11'-581,"-3"0"1806,3 0-312,-4 5-342,5 1 0,5 17-297,2 3 0,-1 3 50,2-3 0,-1-2-106,4 6 0,-1-2-464,-3 1 0,3 3 234,-3-3 0,0-1-1155,0 2 0,-3-6 377,3 2 1,0-3 789,4-1 0,10-24 0,2-7 0</inkml:trace>
  <inkml:trace contextRef="#ctx0" brushRef="#br0" timeOffset="4244">4762 210 7916,'-21'-22'98,"3"-1"1,-2 3 1194,6 1-373,-1 3-1624,9 10 521,-4 1 1,9 10-1713,-3 3 1895,8-4 0,12 36 0,7 3 0</inkml:trace>
  <inkml:trace contextRef="#ctx0" brushRef="#br0" timeOffset="4895">4905 265 8011,'0'-6'-75,"0"1"560,0 5 1,2 5-86,1 2 1,0 3-351,4 1 0,0 5 122,5 2 1,-5-1-101,0 2 0,1-1 95,3 4 1,0-4-318,0 1 0,-4-6 105,0 2 0,-4-7 64,0 0 105,4-6-258,-6 3 1,4-11-85,-5-5 0,0 0 101,0-4 0,-4-1 39,0 2 0,1-5 63,3 5 0,0-6-132,0 2 1,0 2 55,0 1 0,0 3 17,0 1 0,3 0-30,1 0 155,5 0 0,-3 1-14,5 3 0,-4 2 135,0 5 1,-3 1 63,3 3 1,-3 2-144,3 5 1,1 5-27,3 2 0,0-1 7,0 2 0,-4-5-146,1 5 1,-1-6 94,4 2 0,0-3-436,0-1 0,0-1 64,0-3 0,0 2-82,0-6 1,-4 1-139,1-4 0,-1-1 569,4-3 0,0 1 0,0-9 0,-1 4 0,-3-7 0,3 2 0,-2-2 0,-4 2 0,0-6 0,1 5 0,-1-5 0,-1 2 42,-3-1 1,0-2 240,0 5 1,-3-3 462,-1 3 0,-3 1 187,3 3-99,0 4-571,-1 2 0,4 7-114,-2 1 0,6 1-54,5 7 0,1-1-104,2 8 1,2-3-281,1 3 0,-1 1 209,1 3 1,2-1-729,-1-3 0,0 3 400,-4-3 0,0-2-923,0-1 1331,0-3 0,0-6 0,0-1 0</inkml:trace>
  <inkml:trace contextRef="#ctx0" brushRef="#br0" timeOffset="5053">5247 77 8011,'-7'-17'371,"-1"2"1,6 3 324,-2 1-1152,3 0 0,6 5 211,2 2 0,3 3-560,1 1 0,0 4 805,0-1 0,0 6 0,0-2 0,15 13 0,3 3 0</inkml:trace>
  <inkml:trace contextRef="#ctx0" brushRef="#br0" timeOffset="5354">5567 320 8011,'11'6'0,"0"4"18,0-3 0,0-1 335,0 2 769,-5-6-689,-1 3 0,-5-6-226,0-3 0,-1-1 34,-3-2 1,-1-3-212,-2 3 0,-3-4 26,3-4 1,1 3 66,-2-3 1,6-1-56,-2 1 1,3 1 50,1 3 0,0-2-61,0-1 0,0 1 26,0-1 1,0 1-64,0 2 0,5 4 108,2 0 1,-1 4-212,2 0 0,0 1-123,7 2 1,-3 5-162,3 3 1,2 3-94,1 3 1,0 0 180,0 4 1,-3-1-665,3 2 1,-1 0 364,1-4 0,-2 3 190,-5-3 1,2 0 386,1-4 0,-1 0 0,1 0 0,8-5 0,2-1 0</inkml:trace>
  <inkml:trace contextRef="#ctx0" brushRef="#br0" timeOffset="5731">6096 254 8011,'5'-16'-665,"-4"4"750,3-3 0,-3 3 682,-1 1 1,0 0-305,0-1 1,0 1-129,0 0 0,-5 2-72,-2 1 1,-4-2-37,-4 3 1,2 1-205,-6-1 0,2 4 164,-1 0 1,-7 1-261,3 2 1,1 0-23,3 0 1,1 0-68,-2 0 1,4 4-528,4 0 521,4 4 0,2-2-59,5 5 1,3-3 93,4-1 1,2-1-151,9 2 0,1 1 28,3-1 0,-2-3 24,-1-2 0,2 2 170,-3-1 1,3 1 287,1-2 1,-4-1 286,1 1 1,-6-1-292,2-2 0,1 0 312,-2 0 0,1 3-208,-4 1 0,0 1-6,0-2 1,0 0-24,0 4 0,-3 1-99,-1 3 1,-3 0-89,3 0 0,-5 1-219,2 3 0,-3-2-343,-1 6 1,-1-6 282,-3 2 0,-3 1-700,-8-2 1,-3 0 402,-8-7 1,-2 2-403,-5-6 1,-1 1 866,-3-4 0,-56-10 0,37 4 0,0 0 0</inkml:trace>
  <inkml:trace contextRef="#ctx0" brushRef="#br0" timeOffset="6337">2061 1334 7951,'4'-11'472,"0"0"1,-2 5-67,-6 2 0,-2 3-454,-5 1 0,-5 1 53,-2 3 0,1-2-96,-2 6 0,1-1 59,-4 4 0,5 4 48,2-1 0,6 1-6,2-4 1,5 1-128,-2 3 0,8-3 0,3 3 1,8-3 103,3-1 1,8 0 94,3 0 0,3 4-83,1 0 1,-1 0-21,-3-4 1,3 1 21,-2 2 1,-8-1 111,-4 1 0,-6-1 49,-4-2 0,-5 0-88,-6 0 0,-6-4 110,-9 0 0,-2-3-118,-9 3 1,1-3-490,-2 3 1,0-4 219,4 1 0,1-3-1526,7-1 1729,-3 0 0,24-15 0,-1-3 0</inkml:trace>
  <inkml:trace contextRef="#ctx0" brushRef="#br0" timeOffset="6687">2260 1533 7970,'18'-2'264,"0"-1"0,-3 0-13,3-4 1,1 3 4,3-3 1,0 3-34,0-3 1,-4 3-262,1-3 1,-6 4-114,2 0-77,-3-4 28,-6 1 203,-1-5 1,-10 0-74,-2 0 1,-7 4-39,0 0 0,-6 0 13,2 0 0,-3-1 44,-1 4 0,0 0 244,0 4 0,1 0-38,3 0 0,2 1 78,5 3 1,1 2-15,2 5 1,4 4-93,4 0 0,1 4-116,2 0 0,5-2 148,7 1 0,3 3-345,8 1 1,1 3 91,2-7 1,3-2-546,-3-2 0,3 1 94,1-4 0,-3-2-73,-1-9 0,-6 0 268,-1 0 1,-1-5 349,-6-2 0,-1-4 0,-3-4 0,-4-2 0,-12-45 0,-8-9 0</inkml:trace>
  <inkml:trace contextRef="#ctx0" brushRef="#br0" timeOffset="6879">2568 1246 7970,'-12'-19'-564,"-3"1"1,7 5 1683,-3-2-215,2 8-562,3 2 0,1 6-65,5 3 0,0 3 124,0 8 0,9 2-175,2 5 0,7 0-4,0 0 1,5 5-217,2 2 1,-1-1 91,1 2 0,-1-6-739,-2 2 1,-4-1 394,0 0 1,-3-1-342,3 1 1,-4-5-53,1-2 0,-3-8-859,-1 1 1497,-5-7 0,4-14 0,-4-8 0</inkml:trace>
  <inkml:trace contextRef="#ctx0" brushRef="#br0" timeOffset="7029">2579 1378 7970,'0'-11'700,"0"0"0,6 5-596,5 2 1,5 3-272,6 1 1,2 0 166,1 0 0,23 15 0,10 3 0</inkml:trace>
  <inkml:trace contextRef="#ctx0" brushRef="#br0" timeOffset="7498">3142 1169 8433,'11'0'984,"0"0"1,0 1-793,0 3 0,1 3-403,3 8 1,2 3-229,5 8 1,0-2-130,0 6 0,-1-1 568,-3 4 0,8 39 0,-3 10 0</inkml:trace>
  <inkml:trace contextRef="#ctx0" brushRef="#br0" timeOffset="7613">3439 1720 7946,'8'-7'695,"-1"-1"0,-3 6-447,3-2 1,-3 3-417,3 1 0,-3 0 168,3 0 0,0 19 0,4 6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00:13:17.266"/>
    </inkml:context>
    <inkml:brush xml:id="br0">
      <inkml:brushProperty name="width" value="0.08571" units="cm"/>
      <inkml:brushProperty name="height" value="0.08571" units="cm"/>
      <inkml:brushProperty name="color" value="#E71224"/>
    </inkml:brush>
  </inkml:definitions>
  <inkml:trace contextRef="#ctx0" brushRef="#br0">12 128 7695,'-4'-11'239,"1"0"145,-1 0 1,4 4 62,0 0-271,0 4 1,0-1 8,0 8 1,0 2 26,0 5 0,0 4-12,0 0 0,4 5-15,-1 2 1,1 2 0,-4 5 0,0 2-90,0 6 0,0-2-146,0 5 0,0 1-17,0 3 0,0 0-207,0 0 0,0 0-96,0 0 0,0-4 196,0-4 1,0-6-29,0-5 0,0-6 37,0-4 55,0-3 34,0-6 1,0-6 13,0-7 1,0-4 5,0-4 0,4-2 32,-1-5 0,1 0-243,-4 0 0,4-4 103,-1 0 0,2 0 205,-1 4 1,-2 4-97,6 0 1,-5 0 96,5 0 1,-5-2-74,5 6 0,-2-1 219,1 4-68,3 0 374,-4 5-175,5 1 1,-1 10-170,-3 2 1,0 7-106,-4 0 1,3 5-64,5-5 0,-3 6-218,-1-2 1,0 0 92,4 0 1,0-1-87,0 1 1,0 2-119,0-5 0,-1 1-936,-2-2 1283,1-1 0,-2 3 0,-6-15 0,-2-2 0</inkml:trace>
  <inkml:trace contextRef="#ctx0" brushRef="#br0" timeOffset="299">508 194 7695,'-1'-9'-341,"-2"0"478,0 2 0,-2 4 332,1 0 0,2 3-125,-6 3 0,5 3 4,-5 5 1,2 5-132,-1 3 0,-2 5 12,6 2 0,-5 6 20,5 1 1,-2 1-162,1 7 1,3-5-150,-3 5 0,7-5-42,0 5 1,6-6-333,-2 2 1,4-6-45,4-2 0,-2-6-505,6 0 0,-5-6 518,5-6 1,-2-5 465,1-3 0,23-26 0,0-7 0</inkml:trace>
  <inkml:trace contextRef="#ctx0" brushRef="#br0" timeOffset="842">707 371 7813,'-10'-1'0,"1"-2"904,2-1-710,4 1 26,-2 3-41,5 0 1,7 0-21,4 0 0,1 0-75,6 0 1,-3 0 19,3 0 0,4 0-215,4 0 0,-1 0 19,-7 0 1,3 0-268,-3 0 1,2-4 80,-2 0 0,-1 1 156,-2 3 0,-3 0 169,3 0 0,-7 0 19,0 0 353,-6 0-336,3 0 0,-6 3 79,-3 1 0,2 5-61,-6-2 1,0 3 184,-7 1 0,3 1-156,-3 3 0,2-2-2,-2 6 0,3-5-125,-3 5 0,2-2 94,-2 1 1,4 2-18,0-5 1,0 0 2,4 0 0,-2-3-17,2 3 1,-2-3 2,5-1 0,1 0 21,3 0 0,0 0-119,0 1 0,5-5 74,2 0 0,-1-4-249,1 0 0,2 2-183,6-1 0,-3 0-201,3-4 0,2 0 73,1 0 1,-1 0-324,2 0 0,-1-4 535,4 0 0,-4-3 303,1 3 0,9-14 0,6-1 0</inkml:trace>
  <inkml:trace contextRef="#ctx0" brushRef="#br0" timeOffset="1149">1081 205 7695,'-1'-11'262,"-3"0"140,3 5 0,-2 1-91,6 5 1,3 2 35,5 1 0,0 3-34,0 5 1,2 5-22,1 3 1,2 3 0,3 4 1,2-2-146,-3 5 1,-1 4-72,1 4 1,-4 9 17,1-2 0,-4 2-153,-4-2 0,-2-1-41,-5-2 0,0 0-369,0-4 1,-5-5-440,-2-6 0,-3-8 229,-1-3 0,1-3-553,3-1 1231,-3-5 0,-1-21 0,-6-9 0</inkml:trace>
  <inkml:trace contextRef="#ctx0" brushRef="#br0" timeOffset="1697">1754 18 7695,'0'-7'1449,"0"-1"-1151,-5 6 1,-1 2 233,-5 7 1,0 8-37,0 3 0,-5 9 93,-3 6 0,2 7-135,-1 7 1,4 12-3,0 7 1,3 4-299,3 0 0,5-3-166,6 3 0,5-4-92,6-3 1,0-9 147,4-10 0,-1-5-777,2-6 1,2-5-152,-3-2 1,-1-8-476,2-3 1,-6-6 1358,2-2 0,7-19 0,1-2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00:13:13.907"/>
    </inkml:context>
    <inkml:brush xml:id="br0">
      <inkml:brushProperty name="width" value="0.08571" units="cm"/>
      <inkml:brushProperty name="height" value="0.08571" units="cm"/>
      <inkml:brushProperty name="color" value="#E71224"/>
    </inkml:brush>
  </inkml:definitions>
  <inkml:trace contextRef="#ctx0" brushRef="#br0">22 132 7618,'-4'-7'0,"1"0"0,-1-1 249,-1 2 0,4 0 409,-3 2-124,3 3-28,1-4-103,0 0-202,0 4 1,0-2 62,0 6 0,0 0-25,0 4 0,1 4-164,3 4 0,-2 6 110,6 1 0,-6 5-317,2 6 1,1 5-40,-2 2 1,1 3-162,-4 1 1,4 4 192,-1 0 0,1-2-9,-4-6 1,0-2 105,0-4 0,0-6-31,0-3 0,-1-6 13,-3-5-98,3-1 205,-4-7 1,4-1-72,-3-5 0,3-1-17,-3-3 1,3 1-20,1-4 0,0 0-78,0-4 1,0-4 30,0 0 1,1-4-102,3 0 1,-2 2 58,6-1 0,-5-1-108,5-3 0,-1 0 56,4 0 0,-1 5 29,-3 2 1,3 0 166,-3 0 1,3 0-8,1 4 1,0 4 180,0-1-207,0 6 1,0-2 33,0 8 1,-3 2 52,-1 5 1,-3 1 128,3 3 1,-3 1-25,3 2 0,-3 2-160,3-5 0,-3 4-153,3 0 1,-3-3-11,3-2 0,-3-2-194,3 0 1,1-5 113,3 0 1,-4-4 248,0 0 0,10-16 0,7-6 0</inkml:trace>
  <inkml:trace contextRef="#ctx0" brushRef="#br0" timeOffset="272">441 22 8017,'-6'-11'1706,"1"5"-1540,5 1 0,0 6-197,0 3 0,0 3-59,0 8 1,-4-1-60,1 4 1,-1 0-153,4 4 0,-4-1-1066,1-2 1367,-1 1 0,-1 37 0,-1 14 0</inkml:trace>
  <inkml:trace contextRef="#ctx0" brushRef="#br0" timeOffset="758">695 121 7524,'-8'-3'0,"1"-1"623,-2 2 1,1 2-266,0 3 0,-1 3-102,1 5 1,-3 5 112,-4 3 1,3 3-61,-2 3 1,1 7 71,2 5 1,0 6-267,0 1 1,5 0-165,2 4 1,3 0-96,1-4 1,1 2-376,3-5 1,2-4 277,5-4 1,4-6-167,0-9 1,1-2-591,-2-5 0,2-5-64,3-2 1061,1-3 0,-2-16 0,4-3 0</inkml:trace>
  <inkml:trace contextRef="#ctx0" brushRef="#br0" timeOffset="1251">772 309 7762,'-2'-6'0,"0"1"286,-2 0 630,1 4-562,3-4 1,0 4 34,0-3-170,0 3 1,5-4-98,2 5 1,-1 0-122,1 0 1,2 0 45,6 0 1,-3 0-172,3 0 0,-3 0-4,-1 0 1,4 0-209,-1 0 1,1 0-57,-4 0 174,0 0 159,0 5 50,0-4 8,0 4 56,-5 0 107,-1 1 1,-6 4-93,-3-3 0,-1 3-10,-2-3 1,-3 3 105,3 1 0,-3 0-119,-1 0 1,0 1 1,0 3 1,0-2 27,0 6 1,-4-5 2,1 5 1,-1-4-33,4 3 0,0-3 1,0 3 0,3-3 68,1 3 0,5-4 20,-2 0 0,3-2-346,1-1 0,0 1-75,0-1 0,5 0-96,2 0 1,6-5-38,2-3 0,5 2-204,-2-1 0,-1 0 183,2-4 1,-1 0 437,4 0 0,-5-5 0,4-16 0,-4-8 0</inkml:trace>
  <inkml:trace contextRef="#ctx0" brushRef="#br0" timeOffset="1574">1025 143 7762,'-1'-7'-12,"-3"0"551,3 4 0,-3-5-176,8 4 0,2 2 9,5 5 0,4 0-131,0 4 1,4 5-26,0 7 0,1 3-76,3 3 1,-1 4 87,0 4 0,-2 6-25,-1 5 0,-3 0-101,-5 4 1,-5 1-148,-2-1 0,-3-2-309,-1-5 0,-5-5-500,-2-6 0,-4-5 213,-4-6 1,3 0-1060,-3-4 1700,3 0 0,1-14 0,0-2 0</inkml:trace>
  <inkml:trace contextRef="#ctx0" brushRef="#br0" timeOffset="1982">1455 430 7977,'5'-6'528,"-2"0"-76,4 2-214,0 3 1,4-4-143,0 5 1,4 0-203,0 0 0,-1 0-475,-3 0 0,4 0 333,0 0 0,1 0-829,-2 0 1077,-6 0 0,6 15 0,-7 3 0</inkml:trace>
  <inkml:trace contextRef="#ctx0" brushRef="#br0" timeOffset="2165">1477 540 7740,'-6'0'162,"-2"2"680,4 1-406,0-2-280,4 4 1,5-5 44,2 0 0,3 0 24,1 0 1,2 0 75,1 0-301,-2 0 0,44-5 0,4-1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00:13:20.149"/>
    </inkml:context>
    <inkml:brush xml:id="br0">
      <inkml:brushProperty name="width" value="0.08571" units="cm"/>
      <inkml:brushProperty name="height" value="0.08571" units="cm"/>
      <inkml:brushProperty name="color" value="#E71224"/>
    </inkml:brush>
  </inkml:definitions>
  <inkml:trace contextRef="#ctx0" brushRef="#br0">22 22 7679,'-7'-6'385,"1"1"446,1 0-587,1 4 0,5-4 15,3 5 1,3 0 97,8 0 0,2 5 84,5 2 0,5 8-119,3 3 0,6 3-114,5 1 0,2 9-147,1 2 0,-1 12-223,-3 3 1,-3 10 131,-8 4 1,-7 3-57,-7 1 1,-8 3-35,-3-3 1,-8-4-130,-3-10 1,-7-7 152,0-4 0,-5-7-20,5-1 0,-1-6 29,4-9 1,-4 2-206,1-5 1,-5-1-292,4-3 0,1-3-25,3-1 0,0-5 608,0 2 0,5-17 0,1-6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2:41.701"/>
    </inkml:context>
    <inkml:brush xml:id="br0">
      <inkml:brushProperty name="width" value="0.08571" units="cm"/>
      <inkml:brushProperty name="height" value="0.08571" units="cm"/>
    </inkml:brush>
  </inkml:definitions>
  <inkml:trace contextRef="#ctx0" brushRef="#br0">133 75 7945,'-5'-3'-73,"2"-3"0,1 0 0,0-1 1,0 2-1,0-2 780,1 0 1,1 1-493,0 1 0,3 2-51,-1-3 0,5 5 15,-2-2 1,4 1-6,2-1 0,-1 2-180,4-1 0,-3 2 128,3 2 1,0 3-320,2 3 1,-2 1 127,0 2 1,-1 2-218,1 4 1,-2 2 111,-4 1 0,-4 2 23,-1-3 0,-2 4-23,-1-1 0,-1 2-117,-2 1 0,-5-1 95,-6-2 0,-1 1 41,-2-3 1,-2 2 282,-1-3 0,-3-2-71,1-3 0,2-4 114,0 1 1,0-3-46,1-2 1,-1-3 63,4-3 1,3 0 46,2 0 1,0-3-89,2-3 0,2-1 63,4-1 1,2-3-47,-1-1 0,3-1-201,2 2 0,5-3 92,0 3 0,1-1-336,5 1 0,0 1 146,2-1 0,4 5-751,-1 0 1,1 4 883,-4-4 0,19 8 0,5-1 0</inkml:trace>
  <inkml:trace contextRef="#ctx0" brushRef="#br0" timeOffset="979">622 50 7945,'0'-5'-1719,"0"-1"2662,0 4 43,0-5-296,0 2-438,0-3 0,0 3-31,0-1 0,-1 4-77,-1 0 254,1 1-441,-7 1 0,5 1 7,-3 1 0,-1 4-18,1 5 0,-1 0-133,-2 6 0,0 1 103,-2 7 0,1 1-38,-4 1 1,0 0 7,-2 4 0,2-2-191,0 1 0,1 2 95,-1-4 1,2-5 186,4-3 1,1-6-31,1-3 1,2-2 218,4-1-79,0-3-90,0-1 0,1-4-148,2 0 1,2-3 81,3 0 1,0-2-42,1 2 1,3-4 71,1 2 1,0-2-146,1 2 1,-3-2 104,3 5 1,-3-4 5,3 3 0,-1 0-25,1 0 1,-1 2 237,-2-2 0,-1 2 224,4 1 0,-4-3-176,1 1 1,-2-1 30,-1 3 1,1 0-86,-1 0 1,0 0-162,1 0 1,-4 1 148,1 2 0,-4-3-485,4 3 0,-3-2-461,2-1 823,-3 0 0,2-7 0,-4-2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2:43.731"/>
    </inkml:context>
    <inkml:brush xml:id="br0">
      <inkml:brushProperty name="width" value="0.08571" units="cm"/>
      <inkml:brushProperty name="height" value="0.08571" units="cm"/>
    </inkml:brush>
  </inkml:definitions>
  <inkml:trace contextRef="#ctx0" brushRef="#br0">249 83 7395,'-5'0'-1649,"2"0"1649,3 0 0,-4-3 0,3 2 0,-3-3 276,4 4-143,-3 0-72,2 0 238,-3 0-135,0 0 34,4 0 1,-5 0 61,2 0 190,2 0-146,-2 0-90,-1 0-76,3 0 78,-3 0 1,14 0-183,4 0 1,7 0 61,2 0 1,8-1-39,5-2 1,9 3 152,8-3 0,1-1-190,7 1 1,1-2-125,-1 2 0,-1-1-35,-1 2 1,-9 0 117,-3-4 0,-7 3-214,-4-2 1,-5 3 61,0-1 1,-8 0-61,-1 0 0,-7 0-129,-4 3 193,-6 0 0,-3 0-148,-7 0 0,-2 0-366,-7 0 682,-3 0 0,-56-7 0,-17-3 0</inkml:trace>
  <inkml:trace contextRef="#ctx0" brushRef="#br0" timeOffset="1018">83 540 7322,'-3'-6'255,"0"1"354,1-1-80,2-2-351,0 0 1,1-1-72,1 1 1,3 3 64,3-1 1,1 3-187,-1-2 1,1 3 68,2-1 1,-1 2-77,4 1 1,-1 0-38,1 0 1,1 1 90,-4 2 0,3 2-169,-3 3 0,0 1 52,-3 2 1,-1 2-22,-1 4 1,0 2 67,-3 0 0,0 2-119,-3-2 0,-4 1 7,-1 2 1,-4 2-42,-2-1 1,-2-3 202,-3-1 1,-1 2-97,1-2 1,-1-1 219,0-4 0,1-2-62,-1-4 1,1 1 31,-1-1 0,0-1-60,1-1 1,3-2 365,2-4-182,2-4 1,1-1 47,3-3 1,1-1-312,4-2 0,1 2 99,2-3 0,-1 0-299,3 1 0,1-2 98,2 2 1,4-1-400,2 0 1,0 3 112,2-2 0,-1 2-350,4 1 770,-1-1 0,21 5 0,5 0 0</inkml:trace>
  <inkml:trace contextRef="#ctx0" brushRef="#br0" timeOffset="1962">423 615 7832,'-1'-8'-291,"-1"3"235,1-3 0,-3 7 161,4-5 0,0 3-11,0-2 1,0 2 73,0-3-295,4 5 170,0-7 0,5 4-70,-1-1 0,-3 1 106,1 4 0,0-1-287,2-1 189,0 1 1,0-3 16,1 4 1,-1 1-35,0 2 1,-2 1-100,-1 5 0,-3-1 8,1 0 0,-2 3 112,-1 0 1,0 4-11,0-1 1,0-1-5,0 1 1,-4-1-40,-1 4 1,0-3 33,0 0 0,-1-1-4,-2 0 1,2-1 133,1-3 0,3-1-48,-1 0 189,2 1-145,1-1-60,0-3 1,4-2-7,1-3 0,3-3-72,0-3 1,0 1 32,1 0 0,-1-1-6,0-2 0,1 0 30,-1-1 1,0 1-22,0 0 0,1-1-125,-1-2 0,-1 1 73,-1-1 0,1 2 157,-1 1 1,-2-3-118,2 0 0,-4 0 22,1 2 0,-2 4-74,2-1 9,-2 1-51,3 0 0,-5 1 62,-2 4 0,1 1 56,-3 2 0,2 2-32,-3 3 0,2 1-76,-2 2 0,2-2 52,1 3 1,2 0-83,-2-1 1,0 2 103,0-2 0,0 1-29,3-4 0,0 0 130,0 0 1,4-2-95,1 0 0,0-5 392,0 2 1,2-2-166,4-1 1,-1-5 176,4-3 1,-1-4-120,1-4 1,0-1 92,-3 0 0,1-2-91,-4 0 1,0-4-265,0 4 0,-2-1-216,-1 0 1,-3 4 200,1-1 1,-2 2-886,-1 4 0,-4-1 902,-1 4 0,-10 15 0,-2 3 0</inkml:trace>
  <inkml:trace contextRef="#ctx0" brushRef="#br0" timeOffset="2601">813 714 7832,'0'-5'276,"0"-1"717,0 0-784,0 2 1,0 1 98,0 6 1,0 2-129,0 3 1,0 0-1,0 1 1,0 3-46,0 1 0,0 3 41,0 1 1,-2-4-402,-1 1 1,0 0 195,3 3 0,-3-1-633,1 1 0,-2-1 346,1-3 0,2 2-537,-2-4 0,3 0-242,0-2 1095,0-5 0,11-26 0,2-10 0</inkml:trace>
  <inkml:trace contextRef="#ctx0" brushRef="#br0" timeOffset="2835">896 706 10076,'0'8'446,"0"3"-301,0 0 1,0 3 77,0-3 0,0 4-303,0-1 0,0 2-272,0 0 0,0 0-363,0-2 0,0 0-1417,0-3 2132,0 4 0,0-20 0,0-2 0</inkml:trace>
  <inkml:trace contextRef="#ctx0" brushRef="#br0" timeOffset="3329">963 274 7855,'-6'-2'391,"1"-1"243,-2 1-464,4 1 1,-4 2 173,4 2 1,-2 1-107,2 5 1,-2 2-157,2 0 1,-3 4 3,3-2 1,-2 3-167,2 1 1,-2-1-105,2 1 0,0-1 124,3 1 0,0 0-637,0-1 0,1 0 332,2-2 0,-1-2-396,3-4 1,1-3 760,2-3 0,26-23 0,7-6 0</inkml:trace>
  <inkml:trace contextRef="#ctx0" brushRef="#br0" timeOffset="3713">1046 332 7855,'0'-8'-373,"1"4"342,1 1 1,0 2 259,4 1 0,-3-3-82,2 0 1,1 1-47,2 2 0,0 2-83,1 1 1,-2 1 72,-1-1 0,1 0-104,-2 3 1,0 1 100,1-1 0,-5-2-199,2 2 0,-2-1 14,-1 4 1,-3-1-8,1 0 0,-5 1-12,2-1 0,-3-3 98,0 1 0,0-1 5,-1 4 1,1-2-13,0-1 0,-1 0 109,1-3 0,3 3-108,-1 0 207,4-2-176,-5 3 1,6-5 395,-2 3-255,2-3 1,5 3 78,1-2 1,3-3-339,0 3 1,3-1 121,0 1 1,4-2-626,-1 2 0,1-3 310,2 0 1,-3 0-193,0 0 1,-3 0 495,3 0 0,-1-11 0,4-2 0</inkml:trace>
  <inkml:trace contextRef="#ctx0" brushRef="#br0" timeOffset="3988">1220 291 7855,'-3'-6'984,"1"1"-714,-1 3 0,6-1-45,3 6 1,0 3 4,2 5 0,-2-1-18,5 4 0,1-1-214,-1 4 0,1 2-96,-1 1 1,-1 2-129,1-3 1,-5 1 5,0-4 0,-4 2 145,0 1 1,-1-5-666,-1 0 1,-3-4 739,-3-2 0,-9-22 0,-2-5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2:48.651"/>
    </inkml:context>
    <inkml:brush xml:id="br0">
      <inkml:brushProperty name="width" value="0.08571" units="cm"/>
      <inkml:brushProperty name="height" value="0.08571" units="cm"/>
    </inkml:brush>
  </inkml:definitions>
  <inkml:trace contextRef="#ctx0" brushRef="#br0">17 9 7853,'-9'0'722,"5"-4"-298,0 3 53,4-3-266,0 4 1,4 0 0,1 0 0,4 0 92,2 0 1,1 0-93,1 0 0,3 0-537,-2 0 0,2 0-121,0 0 1,0 0-467,-2 0 1,-1 0-380,-2 0 1291,-2 0 0,-1 0 0,-4 0 0</inkml:trace>
  <inkml:trace contextRef="#ctx0" brushRef="#br0" timeOffset="191">17 92 7828,'-4'4'-129,"-2"-1"238,3-2 0,-1 0-76,4 2 1,4-2 144,1 1 1,5-1-62,2-1 1,6 0-835,1 0 0,2 0 717,1 0 0,48-14 0,15-5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2:50.101"/>
    </inkml:context>
    <inkml:brush xml:id="br0">
      <inkml:brushProperty name="width" value="0.08571" units="cm"/>
      <inkml:brushProperty name="height" value="0.08571" units="cm"/>
    </inkml:brush>
  </inkml:definitions>
  <inkml:trace contextRef="#ctx0" brushRef="#br0">665 75 7911,'0'-8'244,"0"-1"47,0 1-228,0 0 1,1 0-54,1-1 0,4 4 132,5-1 0,-1 4 18,4 0 1,3-2 13,2 1 1,4 0-66,-1 3 0,5 3 80,1 0 1,-1 6-187,-2-1 1,-1 6-78,-2 0 0,1 3-39,-3 2 1,-6 0-231,-5 3 0,-5 0 187,-4 3 0,-1 0-102,-1-1 1,-4 0 66,-5-1 1,-2 0 90,-3-4 0,-4-2-36,1-4 1,-2-2 175,2 0 1,2-2-24,-3-1 1,0 0 100,1-3 1,-1 2 63,4-5 0,3 1-49,2-3 1,1-3 80,2 1 0,4-5-47,1 2 0,2-3-7,1 0 1,2 0-69,3-1 1,2 1-80,6 0 1,1-1-18,3 1 1,0 0-174,3-1 1,0 1-268,2 0 1,1 2 202,-3 1 1,3 2-348,-1-2 0,-2 3 243,-1-1 1,-5 2 344,-3 1 0,-5 15 0,-2 3 0</inkml:trace>
  <inkml:trace contextRef="#ctx0" brushRef="#br0" timeOffset="377">416 523 7491,'-5'-3'0,"3"-2"-190,4 0 1,0-1 485,4 3 0,0 0 20,5 3 0,2 0-169,4 0 1,7 0 295,3 0 0,6 0-111,6 0 1,4 0-121,6 0 1,7 0-49,-1 0 1,3-2-182,-5-1 0,-1 0-60,-2 3 0,-1 0-209,-2 0 0,-6 0-370,-8 0 0,-2 0 342,-6 0 0,1 0-137,-7 0 1,-3 0 86,-5 0 0,-6 1 364,-2 2 0,-20-2 0,-6 2 0</inkml:trace>
  <inkml:trace contextRef="#ctx0" brushRef="#br0" timeOffset="1034">1 947 7891,'7'-9'93,"0"1"1,-3 0 0,1-1-1,-1 1 1,3 1 0,0 0 389,2 2 1,3 0-269,1 0 1,3 0-89,1 2 0,0 2 115,3-2 1,0 3-166,2 3 1,-2 0-88,-3 5 1,-1 0-178,1 6 1,-4-1 75,-2 4 1,-3 0-111,-2-1 1,-2 1 51,-4-1 0,0 2 81,0 1 0,-1-1-148,-2 1 1,-3-1 6,-5-2 0,-2 4 50,-3-1 0,-1-1 65,1-4 1,-4 1 169,1-4 1,-3 0-17,2-3 0,1 1 91,2-1 0,1-3-65,-1-3 0,3-1-80,0-1 0,7-1 262,-1-1 1,4-3-47,-1-3 1,3-1-8,-1-3 0,5 2-104,1-4 1,6 3-54,-1-2 1,6 2-581,0-3 1,4 4 296,2-2 0,4 0-562,0 1 0,1 0 807,3 3 0,27-8 0,7-1 0</inkml:trace>
  <inkml:trace contextRef="#ctx0" brushRef="#br0" timeOffset="1726">482 996 7875,'0'-5'33,"0"-1"0,0 0 1,0-2 89,0 0 1,0 3 60,0-1 0,1 3-98,2-2 0,-1 2 79,3-3 0,-2 5-201,3-2 68,-1-2 1,3 4-122,1-1 0,-4 2 54,1 2 0,-2 3-44,2 3 1,0 1-138,-3-1 0,3 4 82,-4 2 0,2 0-99,-1 0 0,-2 2 129,2-2 1,-3 1-2,0 2 1,0-1-11,0-2 0,0 0 1,0-3 0,3 0 54,0-2 1,1-1 113,-2 0 1,0-3-35,4-2 0,-3-2-120,2-1 187,1 0 0,2-4-63,0-2 0,1-1 67,-1-1 0,-1-3-45,-1 0 1,1-3 141,-1 3 1,-2-3-107,2 3 1,-3-4-61,2 1 1,-2 2-18,2 1 1,-3 2 47,1 1 0,-1 0-299,1 3 196,-2-3-189,2 7 0,-3-1-131,0 4 280,0 3 1,0 6 60,0 0 1,0 0 17,0-2 1,0 2-19,0 0 1,0 1-31,0-1 0,0-2 13,0 2 1,3-2 24,0 0 0,2-1 178,-2 0 1,4-2-51,-2-1 0,2-3 315,2 1 0,-1-5-82,0-1 0,1-6 61,-1 1 0,1-6-115,2 0 1,-4-2-103,1 0 1,-2-1-318,-1 1 1,-1-1 139,-4 0 1,0 1-282,0-1 1,0 1 159,0 3 1,0 1 113,0 3 0,-8 8 0,-1 2 0</inkml:trace>
  <inkml:trace contextRef="#ctx0" brushRef="#br0" timeOffset="2060">947 1063 7871,'-5'0'976,"2"0"0,3 1-704,0 1 0,0 0-85,0 4 1,0 0 52,0 5 1,0-1-365,0 4 1,0-3 168,0 3 0,1-1-600,1 1 1,-1 2 159,2-3 0,-2-1-115,-1 0 1,0 0-1165,0-1 1674,0 0 0,0-3 0,0 0 0</inkml:trace>
  <inkml:trace contextRef="#ctx0" brushRef="#br0" timeOffset="2286">1038 1071 7884,'0'-5'1175,"0"2"-482,0 3-424,0 11 0,3-4-295,0 10 0,0-3 82,-3-1 1,0 3-442,3-2 0,-2 2 227,2 0 0,-2 0-844,-1-2 0,0 1 1002,0-4 0,7-11 0,2-6 0</inkml:trace>
  <inkml:trace contextRef="#ctx0" brushRef="#br0" timeOffset="2679">1096 731 8549,'-8'0'0,"0"1"529,-1 1 1,2 0-394,2 4 1,-2 2 100,4 3 0,-2 3-161,2-3 1,0 4-140,3-1 1,0 1-249,0 2 1,0 2-564,0 1 0,1-4 453,2-2 0,1-4 35,1 1 386,3-1 0,18-21 0,10-3 0</inkml:trace>
  <inkml:trace contextRef="#ctx0" brushRef="#br0" timeOffset="3063">1188 756 7840,'-5'-4'412,"1"2"35,4-3-525,0 3 60,0-2 1,4 4 19,2 0 1,1 0 30,1 0 0,1 0 73,-1 0 1,3 1-146,0 2 1,0-2 75,-3 1 1,0 3-166,-3 1 0,2-2 33,-5 2 0,4-4-99,-3 4 114,0 0 0,-4 2 43,-2 0 1,1-2 13,-4-1 1,1 0-16,-3 0 1,-1 3 155,1-3 0,0 0-83,-1 0 1,2-2 78,1 3 0,-1-4-44,2 4 1,1-3-67,1 2 73,-1-3-142,3 6-101,-3-8 1,8 4 63,1-4 0,3 3-135,0 0 1,1-1 43,2-2 1,-2 0-606,2 0 798,2 0 0,8-11 0,4-2 0</inkml:trace>
  <inkml:trace contextRef="#ctx0" brushRef="#br0" timeOffset="3328">1370 714 8083,'4'5'1028,"-2"1"-763,3-3 1,-2 3 72,3 0 1,-2 2-115,2 3 0,1-1-383,-1 4 0,-2-3 169,2 3 0,-4-3-360,0 3 0,-1-3-136,-1 3 1,0-4 485,0 1 0,-14-5 0,-5-3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2:54.962"/>
    </inkml:context>
    <inkml:brush xml:id="br0">
      <inkml:brushProperty name="width" value="0.08571" units="cm"/>
      <inkml:brushProperty name="height" value="0.08571" units="cm"/>
    </inkml:brush>
  </inkml:definitions>
  <inkml:trace contextRef="#ctx0" brushRef="#br0">291 25 7893,'0'-5'-890,"0"-1"1366,0 0 1,-1 2-182,-2 2 1,1 1-74,-3 1 1,2 1 196,-3 1 0,0 4-49,-5 5 0,1 2-24,-4 3 1,-1 6 77,-4 2 1,0 9-149,-3 6 0,0 9-269,-3 8 0,3 10 110,0 12 1,3 4-163,0 6 0,6-1 261,5-4 0,3-4-1304,5-1 1,1-6 540,2-5 0,5-8 354,6-15 0,2 0 654,0-9 1,4 0-250,-1-8 1,0 0-337,-2-8 1,-1 0 121,1-5 1,-3-3-1540,0-6 1541,-4-1 0,2-8 0,-4 0 0</inkml:trace>
  <inkml:trace contextRef="#ctx0" brushRef="#br0" timeOffset="1162">797 540 7501,'-8'6'0,"2"-1"472,0 2 1,1 1 85,-3 3 0,-3 6-46,0 5 0,-1 7-216,0 7 0,3 6-57,-2 7 0,6 5-309,2 1 1,2-4 112,1-1 1,5-7-293,3-1 1,1-3 171,5-6 0,-1-2-257,1-9 1,1-3-200,-1-5 0,-1 0-1169,1-6 1702,-4-1 0,17-44 0,0-9 0</inkml:trace>
  <inkml:trace contextRef="#ctx0" brushRef="#br0" timeOffset="1918">1170 656 7857,'-4'-1'126,"0"0"549,0-2-463,3 0-38,-2 3 1,0 4-121,0 1 1,0 3-88,3 0 0,0 3 73,-3 0 1,2 4-81,-2-1 1,2 0 129,1 0 0,1 2-382,2-2 0,-1-1 150,3 0 0,1-2-214,2 0 0,0-2 90,1-1 0,-1-3-10,0-2 1,1-3 64,-1 0 1,0 0 78,0 0 1,1-3 63,-1-3 1,0-2 67,1-3 0,-2 2-23,-1-2 1,-3-1-46,-3 1 0,3-1 324,0 4 0,0-3 30,-3 0 1,0 0 36,0 3 0,-3 2 326,0 1-145,0-1-466,0 1 88,2 2 1,-3 4-15,4 1 1,0 3 20,0 3 1,0 2-140,0 1 0,1 2-5,2 3 1,-2 4-98,5-1 1,-3 4-65,2-1 0,-3 2 63,1 1 1,1 1-118,-2 1 0,0-1 57,-5 2 0,1-2 48,-7-1 1,3-5 126,-5-3 0,-1-5 112,1-3 0,-3-2-21,3-1 1,-1-3 156,1-3 0,2-1-37,-2-1 1,1-3-99,2-3 0,3-1 117,-1 1 1,3-3-75,-2 0 1,3-3-170,-1 3 1,3-4-22,3 2 1,4 0-127,4-1 0,4 4-108,-1-1 0,2-1-338,0 1 0,2-1-640,1 4 1240,-1 0 0,13-4 0,-1-1 0</inkml:trace>
  <inkml:trace contextRef="#ctx0" brushRef="#br0" timeOffset="2452">1204 449 7941,'-9'-4'509,"4"3"-454,-1-2 0,3 3 96,-2 3 0,3-1 204,-1 4-246,-1-1 1,0 3-147,-2 1 0,2-1-113,1 0 1,2-2 114,-2-1-48,2 1 30,-2 2 0,2-2-377,-2-1 21,2-3-88,1 2 442,4-8 1,-2-1-37,3-3 1,-3 0 271,1 0 0,1-1-81,2 1 1,-2 0 31,-2-1 1,2 1-13,-1 0 1,2-1 584,-2 1-242,0 0-385,1 0 0,-3 3-313,5 2 0,-3 2 151,2 1 0,-2 4-684,3 1 1,0 7 123,5 1 644,-2-1 0,44 45 0,6 6 0</inkml:trace>
  <inkml:trace contextRef="#ctx0" brushRef="#br0" timeOffset="2852">1444 1021 9624,'0'5'746,"0"2"1,0-2-675,0 3 1,1 3 119,2 0 1,-2 4-397,2-1 0,-2 2 208,-1 0 0,2 1-832,1 0 0,0-1 20,-3 1 1,0-4 807,0-2 0,0-6 0,0-1 0</inkml:trace>
  <inkml:trace contextRef="#ctx0" brushRef="#br0" timeOffset="3119">1652 980 7122,'8'0'0,"0"0"0,2 0 0,0 0 0,1 0 0,1 0 0,-1 0 0,-2 0 0,2 0 0,17-4 0,3 0 0</inkml:trace>
  <inkml:trace contextRef="#ctx0" brushRef="#br0" timeOffset="3760">1992 731 7850,'0'-8'-316,"-1"0"-736,-2 3 1493,2 1-285,-2 8 0,3 1-84,0 6 1,0-1-27,0 1 1,2 1-90,1-1 1,1 1-298,-1-1 1,-1 1 175,3 2 1,-2-2-21,2-4 0,-2 0 184,3 0 0,-1 1 0,4-5 0,-1 0 0,0-4 0,-2 0 0,-1 0 0,0-4 0,0-1 0,2-5 0,-4-1 0,-1-3 0,-2 3 0,3-3-93,0 3 0,0-1 96,-3 1 0,0 2 275,0-3 1,0 3-82,0 1 0,0 2 49,0 1 1,0 2 68,0-2-206,0 3 206,0-2-187,0 11 1,1 0-62,1 7 0,-1 0 49,2 2 0,1 1-251,-2-1 1,2 2-79,-1 1 0,-2 2-50,2 4 1,-2 0-264,-1 0 0,0 1 301,0 2 1,-1-2 224,-2 5 0,-3-4 0,-5 0 0,1-2 0,-4-3 0,0-1 0,-2-5 0,0-3 0,2-2 0,0-5 0,2-4 0,-1-2 37,2-2 0,0-3 199,6-3 0,-2-1 183,5-3 0,-1 0 28,3-1 1,0-2-142,0 4 0,4-3-94,1 3 1,3-3 21,4 3 1,-2 0-505,3 3 0,1 0-188,3 3 0,-3-3-442,0 3 0,-1 0 900,4 0 0,14 3 0,4-2 0</inkml:trace>
  <inkml:trace contextRef="#ctx0" brushRef="#br0" timeOffset="3961">2266 980 8609,'5'0'1408,"1"4"-967,-3 1 0,0 3-296,-3 4 0,0-2 56,3 4 0,-2-1-763,2 4 1,-2 0 422,-1-1 1,0 0-1099,0-2 0,0 1 583,0-1 1,0-2 653,0-1 0,4-9 0,0-3 0</inkml:trace>
  <inkml:trace contextRef="#ctx0" brushRef="#br0" timeOffset="4354">2307 623 7832,'9'0'732,"-1"0"1,4 1-236,2 2 1,2 6 154,4 8 1,1 4-251,4 6 1,-1 6-162,-2 3 0,0 6-363,-5 0 0,-2 1 172,-7-2 0,-5-3-132,-3-2 1,-4-6 127,-7-5 1,2-5-665,-2-6 0,1-2 277,2-4 0,0-3-901,-1-3 0,1-1 1242,0-1 0,0-22 0,-1-5 0</inkml:trace>
  <inkml:trace contextRef="#ctx0" brushRef="#br0" timeOffset="5454">2424 357 7792,'0'-4'729,"0"0"-536,0 0-128,0 4 0,1-4 288,1 4-282,3-4 1,3 3 106,1-1 1,-1 1-191,0 1 0,0 0 74,1 0 1,-1 0-152,0 0 1,1 2 39,-1 1 1,-3 3-1,1-4 0,-3 5 39,2-2 1,-3 0-135,1 1 0,-2-1-25,-1 3 0,-3 1 144,0-1 0,-3-2 14,0-1 0,-1 1-20,-1 2 1,-2 0 123,-1 0 0,2-2-12,-2 0 0,2-1-24,1 3 1,0-2 88,3-1 0,-2-2-57,4 3 23,-3-1-62,5 4 1,-2-5-182,6-1 1,4 1 56,4-2 0,5 1-783,1-3 0,3 0 857,5 0 0,26-7 0,6-2 0</inkml:trace>
  <inkml:trace contextRef="#ctx0" brushRef="#br0" timeOffset="5906">3220 938 8235,'13'0'0,"-2"0"431,-1 0 0,-7 0-171,-3 0 1,-7 0 12,-7 0 0,-2 0-239,0 0 1,-4 0 62,1 0 0,-4 3-397,1 0 1,1 0 227,-1-3 1,0 0-752,0 0 0,2 3 406,3-1 1,1 1-613,-1-3 1029,4 0 0,20-7 0,7-3 0</inkml:trace>
  <inkml:trace contextRef="#ctx0" brushRef="#br0" timeOffset="6104">3054 872 7841,'-4'0'1226,"0"0"0,4 1-778,0 2 0,0 1 34,0 5 0,0 0-464,0 2 0,3-2 38,0 2 0,2 1-1054,-2-1 1,2 1 581,-2-1 0,4-1 416,-2 1 0,10-6 0,2-1 0</inkml:trace>
  <inkml:trace contextRef="#ctx0" brushRef="#br0" timeOffset="6582">3735 565 8460,'-8'-3'695,"-1"0"1,4 1-426,-1 2 0,1 3 153,-4 3 0,0 5-80,-2 3 1,2 5 53,-2 3 0,2 3-119,0 3 0,1 5-112,0 6 0,3 1-361,2 2 0,2-1 216,1 1 1,4-3-264,2-1 1,2-4-590,3 0 0,1-9-109,2-5 0,2-6 366,-3-3 0,3-6 574,1-2 0,18-46 0,4-13 0</inkml:trace>
  <inkml:trace contextRef="#ctx0" brushRef="#br0" timeOffset="7125">3959 656 7841,'-1'-7'0,"-1"0"229,0 2 0,-2 3 124,1-1-214,2 2 0,-3 5 123,4 2 0,0 4-93,0 1 1,1 4-291,2-2 1,-1 0 66,4 1 0,-1-1-295,3 1 1,0 1 167,-3-4 1,3 0-224,-3-3 0,3-1 117,0-1 1,-3 0-304,1-3 392,-1 0 0,3-7 198,-3-1 0,2-3-64,-4 0 1,0-1 63,0-2 0,-2 2 214,2-3 1,-2 0-109,-1 1 0,2 0 302,1 3 0,0 0 98,-3-1-147,0 1 395,0 4-431,0 0 0,0 5-8,0 2 1,3 2-78,-1 6 1,2 2-247,-1 4 0,-1 3 48,3 2 0,-3 2-259,1 1 0,-2 4 4,-1 1 1,0 2-146,0 1 0,0 0 96,0-3 0,-1-1 80,-2-4 0,-1-1 110,-5-2 0,4-6-67,-1-5 1,1-5 507,-4-3 0,1-2-196,0-1 0,0-5 78,3-3 1,-3-1-15,3-2 1,0-1-36,0 1 0,3-3-140,-1 3 0,2-1-163,1 1 0,4 2-169,1-2 1,3 2 154,0 1 0,3 2-853,0 0 0,4 2 970,-1-2 0,24-1 0,6 2 0</inkml:trace>
  <inkml:trace contextRef="#ctx0" brushRef="#br0" timeOffset="7571">4299 980 6975,'-4'-4'1783,"0"3"-1268,4-6-251,0 6 68,0-3-254,4 4 0,0 0-97,5 0 0,-4 1-9,1 2 0,-1-2 135,4 2-87,-1 1 1,0 0-141,0 2 0,-2 0-107,0-3 197,-5 3 0,6-1-59,-4 3 1,-1-2 82,-2-1 16,0 1 0,-2 2-23,-1 0 1,-4-2 142,2-1 0,-3 0-25,0 1 1,0 0 85,0-3 1,-1 2 98,1-2 1,1 4-61,1-2 1,2 0 179,4 0-245,0-3 1,1 5-265,2-5 0,5 4 99,6-3 0,3-1-1060,2-2 1,1 0 240,3 0 1,-3 0 818,-4 0 0,1-18 0,0-5 0</inkml:trace>
  <inkml:trace contextRef="#ctx0" brushRef="#br0" timeOffset="8155">3934 382 8067,'-3'-5'0,"0"0"776,-2 2-530,0 0 0,-1 3-35,0 0 0,4 3-59,-4-1 0,4 5-8,0-2 0,-2 0-202,1 0-182,-3 1 0,4 1 142,-4-1-413,4 1 225,-1-2-72,3-1 51,0 0 141,0-4 1,3-6 278,3-3 1,-1-1 58,0 2 1,1 0 186,2-1 0,0 1-54,1 0 0,-1 3 106,0 2 1,3 0-66,0 0 1,0-1-54,-2 1 1,-1 3-723,0-3 1,1 6 275,-1 2 0,0 2-909,0 2 1062,1 3 0,6 26 0,3 11 0</inkml:trace>
  <inkml:trace contextRef="#ctx0" brushRef="#br0" timeOffset="8822">4673 963 8214,'0'-4'563,"0"-1"-392,0 2 0,1 2-130,2-1 0,1 1 122,4 1 1,4 0-640,2 0 1,-1 0 77,1 0 1,0 0 397,2 0 0,23-4 0,5-1 0</inkml:trace>
  <inkml:trace contextRef="#ctx0" brushRef="#br0" timeOffset="9405">5080 723 7687,'-9'-9'486,"5"5"-186,-4 0 0,7 5-194,-1 2 1,1-1-32,1 3 0,0 3-94,0 3 1,2 1-166,1-4 0,4 1 91,-2 2 0,2-2-79,-2 2 0,3-1 73,-3-2 1,2-1-208,2-1 1,-1 0 78,0-3 1,1 0-15,-1-3 0,0 0 101,1 0 1,-1-1 36,0-2 0,-2-1 273,-1-5 0,-2-2-100,2 0 0,-3-3 79,1 3 1,-2-3-53,-1 3 0,0-3 328,0 3 0,0 0 125,0 3 159,0-4-239,0 3-98,0 1-254,0 4 1,3 8 49,0 1 1,3 6-178,0 3 1,-2 3 29,2 2 0,-4 2-93,4 4 0,-3 1 26,2 2 1,-3 1-340,1 4 1,-2 0 118,-1-3 0,-1 1-14,-2-3 1,-1 2 206,-5-2 1,0-4-48,-2-5 0,2-1 258,-2-1 0,-1-7-68,1-2 0,-1-5 95,1 0 1,1-3-13,-1 0 0,3-3 141,2-3 1,0-4-27,3-1 0,0-3-105,3 3 1,4-4-273,2 2 1,2 0 65,3-1 0,-1 3-502,4-3 0,0 4 274,2-1 0,4 1-678,-1 2 0,1 0 949,-4 0 0,27 3 0,5 1 0</inkml:trace>
  <inkml:trace contextRef="#ctx0" brushRef="#br0" timeOffset="9798">5445 1005 7831,'-5'-5'912,"1"2"0,5 3-668,2 0 1,-1 0-69,3 0 1,1 0 32,2 0 1,2 0-212,1 0 1,-2 2-72,2 1 1,-2 4-143,-1-2 0,1 0 0,-1 0 0,-2 0 136,-1 0 1,-3 3-113,1-3 0,-2 3 76,-1 0 1,-4-3 183,-2 1 1,-4 0-108,-1 2 0,-4-3 320,2 1 1,0-4-75,-1 1 0,4 0 38,-1 0 0,1 3-162,2-4 1,3 2 176,3-1-411,1-2 1,5 3 92,5-1 1,1-2-569,6 2 0,0-2 292,6-1 1,-2 2 28,2 1 304,0 0 0,36-18 0,8-3 0</inkml:trace>
  <inkml:trace contextRef="#ctx0" brushRef="#br0" timeOffset="10099">5619 673 7836,'-5'-8'1205,"2"3"-74,3 1-541,7 15 1,2 0-26,8 12 0,3-3-162,2 5 0,1 0-374,0 8 1,2-1 84,-3 7 1,3 0-362,-5 6 1,-8-6 221,-7 3 1,-3-10-1219,-2-1 1,-4-8 228,-1-4 1,0-6-969,0-5 1982,3-3 0,-9-13 0,2-1 0</inkml:trace>
  <inkml:trace contextRef="#ctx0" brushRef="#br0" timeOffset="10601">5727 449 7859,'0'-9'239,"0"1"0,1 0 1,2 0 145,2 3 0,2 1-235,2 4 1,-1 0 17,0 0 0,2 1 57,1 2 1,-2-1 199,2 3-199,-2 1 0,-1 2-454,1 0 1,-5 1 10,-1-1 0,-2 0-19,-1 1 1,-1-4 115,-2 1 1,2-1 73,-5 4 0,0-4-4,-2 1 1,3-2 1,-1 2 0,1 0 270,-4-3 0,2 1-83,1-2 0,-1-1 163,1 2 0,2 1 226,-2-1-219,4-1 0,-4-1-184,3 2-15,0-2 0,4 3-217,2-4 1,5 2 75,6 1 1,2 1-1080,1-1 0,3-2 1110,2 1 0,24-1 0,7-1 0</inkml:trace>
  <inkml:trace contextRef="#ctx0" brushRef="#br0" timeOffset="11474">6084 117 7833,'0'-9'608,"-3"1"-35,0 0-631,0 3 1,4 2 74,2 3 1,5 1 318,6 1 0,3 4 64,2 5 0,2 3 199,4 5 0,4 3-91,1 6 0,5 8-160,1 5 0,-1 12-59,-4 5 1,0 11-226,-3 11 0,0 7-14,-5-1 1,-5 1 107,-10-6 0,-3-4-709,-2-2 0,-7-4 206,-4-10 0,-1-7 18,-5-15 0,0-6 113,-3-5 0,-2-3 29,0-3 0,2-3 322,3-5 0,1-3-291,-1-5 154,2 1 0,4-10 0,0 2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09.497"/>
    </inkml:context>
    <inkml:brush xml:id="br0">
      <inkml:brushProperty name="width" value="0.08571" units="cm"/>
      <inkml:brushProperty name="height" value="0.08571" units="cm"/>
      <inkml:brushProperty name="color" value="#E71224"/>
    </inkml:brush>
  </inkml:definitions>
  <inkml:trace contextRef="#ctx0" brushRef="#br0">0 34 8306,'0'-8'427,"4"0"-240,2 3 1,5 0-157,2 2 1,7 3 74,2-3 1,3 2-101,2 1 1,0 0-112,4 0 0,-7 0-239,1 0 0,-6 0-397,0 0 0,-4 0-48,-1 0 789,-8 4 0,-13 0 0,-12 4 0</inkml:trace>
  <inkml:trace contextRef="#ctx0" brushRef="#br0" timeOffset="224">9 125 8335,'1'-7'491,"1"1"0,3 3-241,3 3 1,1 0 21,2 0 0,2 0-190,4 0 0,1-3-181,1 0 0,2 0-758,4 3 1,-3 0 512,0 0 0,-3-2-569,0-1 913,-1 0 0,-2-1 0,1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10.991"/>
    </inkml:context>
    <inkml:brush xml:id="br0">
      <inkml:brushProperty name="width" value="0.08571" units="cm"/>
      <inkml:brushProperty name="height" value="0.08571" units="cm"/>
      <inkml:brushProperty name="color" value="#E71224"/>
    </inkml:brush>
  </inkml:definitions>
  <inkml:trace contextRef="#ctx0" brushRef="#br0">2765 9 6399,'0'5'1439,"0"2"-1305,0-6 0,1 3 32,1-4 0,0 0 38,4 0 0,0 0-32,5 0 1,0 0-1,6 0 1,-1-3 21,6 0 0,0-1-493,3 2 0,2 1 193,1-2 1,0 2-366,-3 1 1,-1-3 197,-2 1 0,-3-1-278,-5 3-404,2 0 955,-7 0 0,-1 0 0,-37 3 0,-13 2 0</inkml:trace>
  <inkml:trace contextRef="#ctx0" brushRef="#br0" timeOffset="189">2806 117 7722,'5'0'5,"2"0"313,-1 0 1,1-3-191,1 0 0,4 1 68,2 2 0,2 0-191,0 0 0,2 0 108,1 0 1,2 0-582,4 0 0,-2 2 7,-1 1 0,-4 0 461,1-3 0,3-4 0,-1 0 0</inkml:trace>
  <inkml:trace contextRef="#ctx0" brushRef="#br0" timeOffset="1115">9 217 7143,'-5'0'1081,"2"0"1,3 3-736,0 3 0,0 2-44,0 3 0,1 2-77,1 4 0,2 4 9,2 4 1,1 3-160,-1 6 0,4 1-92,1 1 1,3 3-192,-3-3 1,3 0-510,0-3 0,1-3 393,-1-3 0,2-4-794,-3-4 0,0-6 1118,1-5 0,15-18 0,6-8 0</inkml:trace>
  <inkml:trace contextRef="#ctx0" brushRef="#br0" timeOffset="1898">2955 175 7969,'0'-5'-819,"0"2"1826,0 3 1,0 6-565,-3 2 1,2 7-142,-2 2 0,1 4-74,-1 7 0,2 1-172,-5 4 0,3 4 50,-2 2 1,-1-2-417,-2-1 0,-1-3 220,-2-2 1,-1-4-269,-2-5 1,1-2 104,2-6 253,2-2 0,-14-15 0,0-3 0</inkml:trace>
  <inkml:trace contextRef="#ctx0" brushRef="#br0" timeOffset="2715">449 1005 7673,'-5'-1'592,"3"-2"146,1 2-285,-3-2 1,3 4-146,-2 1 0,2 3 0,1 3 0,0 4-10,0 2 1,0 2-16,0 0 1,3 4-275,0-1 0,1 4 97,-2-1 0,-1 0-678,2 0 0,-2-1 378,-1 1 0,0-2-527,0-3 1,0-1-52,0-3-477,0-1 1249,0-7 0,-4-23 0,0-10 0</inkml:trace>
  <inkml:trace contextRef="#ctx0" brushRef="#br0" timeOffset="3201">407 1022 8093,'0'-12'-427,"0"2"356,0-1 0,0 2 636,0 1 0,0 2-139,0 1 0,4 3-322,2-1 1,2 2 18,3 1 0,-1 0 47,4 0 0,0 3-84,2 0 0,1 4 81,0 1 1,-2 1-296,-1 2 0,1 1 116,-4-1 1,-1 4-310,-4-2 0,-3 0 148,-3 1 0,-1-4-62,-1 1 1,-3 1 49,-3-1 1,-3 0 111,0-6 0,-4 2 46,1-5 1,-2 4-69,0-3 0,0-1 164,2-2 1,2 0-75,4 0-88,-4 0 57,3 0 75,0 0-36,6 0 1,3-1 1,0-1 36,3 1 0,2-3-60,3 4 1,1-3 113,-1 1 1,3-1-92,0 3 0,0 0 91,-3 0 0,4 0-67,-1 0 1,3 3 8,0 3 0,1-1-35,-1 0 0,1 2-3,-1 4 0,2-1-122,1 4 0,-5-3 134,0 3 0,-4-2-48,-3 2 0,-2 2 31,-6-2 1,-2-2 90,-6-1 1,-3 0-100,-5-3 1,0 2 98,-3-4 0,1 0-204,-1 0 1,-1-2-194,3-4 1,1 2-1250,2 1 1561,1 0 0,29-18 0,7-3 0</inkml:trace>
  <inkml:trace contextRef="#ctx0" brushRef="#br0" timeOffset="3535">856 1229 8040,'0'-8'0,"0"0"450,0-1 1,0 4 400,0-1-596,0 4 1,-1-4-54,-2 3 0,-2 0 29,-3 3 0,0 1-32,-1 2 1,-2-1 30,0 3 1,0 1-202,3 2 0,0 3 63,-1 0 0,2 1-330,1-1 1,3 0 97,3 2 0,0-2-34,0 3 1,1-4 61,1 1 1,4-4-133,5-2 1,-1-3 78,4 1 1,-1-2 86,1-1 0,1-1-203,-4-2 1,0-2 130,-3-6 1,-3 1-496,1-1 1,-4 2 217,1 1 0,-2 0 427,-1-1 0,-19-3 0,-4-1 0</inkml:trace>
  <inkml:trace contextRef="#ctx0" brushRef="#br0" timeOffset="3919">980 1005 8027,'-4'-8'275,"1"-1"1,2 1 0,0 0 1020,-2 0-1067,2 3 0,-2 2 247,3 6 0,2 2-46,1 3 0,4 1-60,-2 2 1,3 5-204,3 3 0,-1 4-115,1-1 0,-2 2-613,-1 1 0,-2 0 415,-1 0 0,-2 3-387,3-1 0,-5 0 275,2-5 1,-2-2-721,-1-3 0,0-1-235,0-2 155,0-6 1058,0-4 0,0-27 0,0-4 0</inkml:trace>
  <inkml:trace contextRef="#ctx0" brushRef="#br0" timeOffset="4386">914 1121 8027,'0'-8'202,"-3"2"343,0 1-246,0-1-106,7-2 0,1 1-142,3 1 0,4 0 147,2 3 1,2-3-112,0 4 0,1-4 130,-1 3 0,4 1-64,-1 2 1,3 0-55,-2 0 0,-4 0-175,-2 0 1,-4 2-68,1 1 1,-2 4 96,-4 2 0,2 0 30,-5 5 0,4-2 79,-3 4 0,-1-1-138,-2 4 0,0-1 62,0-1 1,0-1-36,0 1 0,0-1 50,0 1 1,0-3 1,0 0 0,0-6-26,0 3-19,0-7-46,0 3 0,1-7 77,2 0 0,2-1-264,3-2 0,0-1 78,1-5 1,-1 1 8,0 0 1,0 0 62,1-1 1,2 1 143,0 0 1,0-1-40,-3 1 1,-2 0-22,-1 0 1,0 2 340,0 0 0,3 4-141,-3-4 0,0 4 249,1 0 1,-5 2-139,2 2 0,1 3-184,-1 3 1,2 1 50,-2 2 1,2 0-451,-2 2 0,4-1 35,-2 1 0,0-2-146,0 3 1,1-4 422,2 1 0,4-5 0,1-2 0</inkml:trace>
  <inkml:trace contextRef="#ctx0" brushRef="#br0" timeOffset="4886">1760 1038 8056,'9'0'-89,"-1"0"0,1-1 0,2-1 1,2 0 728,0 0 1,3 0-100,-2-1 0,0 2-240,0-1 1,5-2-114,-3 1 0,2-1-88,-4 2 1,0 1-354,-3-2 0,3-1 190,-3 1 1,-3-3-185,-6 0 0,-1 2 124,-1-2 1,-2 1-417,-3-3 0,-3 0 195,-6 3 1,-3-3 8,1 3 0,-1-2 121,-2 2 0,2 1 221,3 4 0,-1 0 104,1 0 0,2 0-47,1 0 1,1 3 243,2 0 0,0 4-127,0 1 0,3 4 54,2 5 1,2 0-56,1 3 0,0 1-24,0 4 1,1 3-173,2 3 1,2 1 83,3 1 0,0 1-219,0-1 0,1-2 64,-1-3 1,-3-2 116,-3-6 0,2-2-65,-1-4-1484,0-2 990,-3-7 0,0-3 529,0-4 0,-4-21 0,-1-9 0</inkml:trace>
  <inkml:trace contextRef="#ctx0" brushRef="#br0" timeOffset="5352">1785 1246 8036,'0'-9'-469,"0"1"328,0 0 1,0 2 719,0 1 0,3 2-139,0-3 1,3 4-353,0-4 0,5 4 51,3 0 0,1 1 19,2 1 0,-2 0 52,1 0 0,-1 2-9,4 1 1,-1 4-246,-1-2 0,-5 3 136,-1 0 0,-1 3-300,-2 0 0,-3 1 120,-3-1 0,0-2-105,1 2 0,-2 1 21,2-1 1,-2 3-6,-1-3 0,0 0 106,0-2-10,0-1 1,2 0 133,1 0 1,4-3-99,-2-2 1,0-2-79,0-1 0,4 0 94,2 0 0,0-1-224,-3-2 0,1 1 3,2-3 1,-1 0-1,1 0 1,-2-3 170,-1 3 1,-2-3 64,-1 0 0,-2 0 82,2-1-141,-3-3 1,2 0 690,-4-1-274,0 1 636,0 3-334,0 1-12,0 3-245,0 2-330,0 10 0,3-1-53,0 5 0,0-2 92,0-1 1,-1 3-426,3 0 1,-2 3 146,3-3 0,-4 3-540,4-3 1,-3 0 117,2-3 1,1 1 19,2-1 1,-2-1 581,-1-1 0,15-21 0,7-8 0</inkml:trace>
  <inkml:trace contextRef="#ctx0" brushRef="#br0" timeOffset="5753">2300 1287 8036,'0'-13'91,"0"2"1086,0 2-300,3 1-419,-2 3 0,6 2-105,-4 6 1,2-1 31,-2 3 1,1 4-80,-2 2 0,0 1-62,4-1 1,-4-1-204,0 4 0,-1-4 90,-1 1 0,1 1-365,2-1 1,-2 0 161,2-3 1,-2 1-166,-1-1-117,0 0-211,0 1 94,0-5 195,0 0-1074,0-4 1179,0-7 1,0 1 33,0-5 1,0 2 17,0 0 1,1-2 48,1 0 0,0 0 133,4 3 0,-4 0 85,4-1 0,0 1-85,2 0 1,0-1 164,0 1 0,1 1-58,-1 1 1,0 0 108,1 3 1,-1 0-62,0 3 1,1 0-15,-1 0 1,0 4-100,0 2 1,0 1-16,-3 1 1,3 4-81,-3 2 1,0-1-258,0 1 0,0-3-597,1 3 0,0-4 387,-3 1 1,3 1-1466,0-1 1922,1-4 0,1-3 0,1-4 0</inkml:trace>
  <inkml:trace contextRef="#ctx0" brushRef="#br0" timeOffset="6035">2731 1295 8042,'0'-8'0,"0"0"0,0 2 0,0 1 0,0 3 0,-1-3 0,-1 3 294,-3 1 0,-3 1 482,-1 5 1,1 3-273,0 0 1,1 1-154,1 2 0,0-1-448,3 4 0,0-1 136,3 1 1,0 1-452,0-4 0,1 3 239,2-3 1,-1 1-351,3-1 0,1-5 66,2 2 0,1-2-116,2 0 1,-1-3-77,4-3 1,-3 0 648,3 0 0,0-1 0,2-1 0,16-29 0,3-10 0</inkml:trace>
  <inkml:trace contextRef="#ctx0" brushRef="#br0" timeOffset="6259">2914 1121 8042,'-4'-8'463,"3"0"1,-3 3 352,1 2-564,2 2 0,-3 5 120,4 2 1,1 2-93,2 3 0,-1 3-115,3 5 1,-2 0 65,3 3 0,-4-1-188,0 1 0,2 2-211,-1-2 1,0 4-459,-3-1 0,0 2 139,0-5 0,0-2-457,0-1 0,0-2 113,0-3 1,-1-2 830,-2-4 0,2-25 0,-3-7 0</inkml:trace>
  <inkml:trace contextRef="#ctx0" brushRef="#br0" timeOffset="6509">2848 1329 8042,'0'-11'111,"0"0"0,1 2 593,1 4 0,4 3-159,5-1 0,-1-1-134,4 2 1,-3-1-140,3 3 0,0 0 118,2 0 1,4 1-117,-1 2 1,0-2-34,-2 5 1,-3-1-47,0 4 1,-2-3-158,2 3 0,-3-3 94,-5 5 1,0-1-193,-3 1 1,0-1-756,-3 4 0,0-4 446,0 1 1,0 0-1684,0 0 825,0-2-974,0 3 2201,0-7 0,0-17 0,0-6 0</inkml:trace>
  <inkml:trace contextRef="#ctx0" brushRef="#br0" timeOffset="6650">3063 1171 8042,'-4'-17'851,"-3"2"-426,5 1-1505,-1 6 1080,3 4 0,11 19 0,3 3 0</inkml:trace>
  <inkml:trace contextRef="#ctx0" brushRef="#br0" timeOffset="7393">3329 1345 8108,'5'-3'-364,"-3"-3"0,2 1 1188,-1 0-404,0 3 0,-7-3-366,-2 3 0,-1 1 73,-1-2 1,-3 2 62,0 1 1,-3 4-73,3 1 1,-3 0-107,3 0 0,0 1-176,2 2 1,2 1-177,1-1 1,0 0-113,3 0 1,0 1 195,3-1 0,1 0-81,2 1 0,-1-4 81,4 1 1,-1-4 50,3 0 0,3-1 95,1-1 1,-1 0 109,-3 0 0,3 0 0,0 0 0,0-2 0,-3-1 0,1-4 0,-1 2 0,0 0 0,1 0 128,-1-1 0,-3-2-102,1-1 0,-4 4 804,1-1-270,1 1 86,-3-3-353,6 3 0,-5 1 65,4 4 74,-4 0-211,5 0 0,-5 4-156,3 2 1,-3-2 71,1 2 1,-1-1-140,1 3 0,-2 1 37,1-1 0,0 2-34,1-1 1,-2 1-159,2-5 0,-2 3 54,-1 0 0,2-3-148,1 1 135,0-4-326,-3 1-326,0-3 574,0-7 0,0 2 59,0-6 0,0 1 64,0 2 0,1 0-41,2-1 1,-3 1 220,3 0 0,-1-1-142,1 1 0,1 0 200,5 0 0,-3-1-50,3 1 0,-3 3 121,5 3 1,1-2-20,-1 1 1,4 1-137,-1 5 1,0 0-229,0 5 0,-1-1 138,-2 4 1,-2 2-142,3 0 1,-3 0 101,-1 1 0,-1-1-657,-1 1 1,-1-2 702,-3-4 0,-4 0 0,1 1 0</inkml:trace>
  <inkml:trace contextRef="#ctx0" brushRef="#br0" timeOffset="7793">3860 1312 8094,'-1'-7'242,"-2"1"210,-1 2 0,-7 4-244,0 0 1,-1 0-1,1 0 1,1 0-99,-4 0 0,4 3 62,-2 0 0,3 3-171,1 0 1,2-1 131,1 0 0,3 1-427,-1 2 1,3-2 36,3-1 0,-1 0-145,3 0 1,1 2 27,2-5 1,1 5 92,-1-2 0,1 0 72,2 1 1,-2-4 65,2 4 1,-1-2 176,-2 2 1,0 0-105,1-3 0,-1 4 146,0-2 0,0 0 136,1 0 1,-1-2 172,0 3 0,-2-2-6,-1 2 1,-3 1-99,1-1 0,-2-2-74,-1 2 0,-2-3-53,-3 2 1,-2-3-214,-7 1 1,0 0 71,-2 0 0,-1 0 102,1-3 1,-1 0-584,0 0 1,1-1-1732,-1-2 2199,1 2 0,6-21 0,3-1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20.368"/>
    </inkml:context>
    <inkml:brush xml:id="br0">
      <inkml:brushProperty name="width" value="0.08571" units="cm"/>
      <inkml:brushProperty name="height" value="0.08571" units="cm"/>
      <inkml:brushProperty name="color" value="#E71224"/>
    </inkml:brush>
  </inkml:definitions>
  <inkml:trace contextRef="#ctx0" brushRef="#br0">116 315 7968,'0'-4'1343,"0"0"-1038,0 4 0,-4 1-183,-2 2 1,-2 1-133,-3 5 0,2 0-2,-2 2 1,-1-1 87,1 4 0,-1-3-162,1 3 1,4-3 46,-1 3 1,5-4-120,0 1 1,3-2 34,3-1 0,5-3 6,6-2 1,6-2 36,2-1 0,1-4-156,-1-1 0,1-4 48,-4-2 0,0 1 101,-5-4 1,-3 3 58,-6-3 1,-1 1-55,-4 0 1,-7 1-138,-1 3 0,-6 1 12,0 0 0,2 0-188,-2 3 1,4 1 394,-2 4 0,3-4 0,1 0 0</inkml:trace>
  <inkml:trace contextRef="#ctx0" brushRef="#br0" timeOffset="392">497 183 7915,'6'-11'0,"-1"-1"0,0-1 117,1 2 1,-3-4 99,-3 1 1,0 1-14,0-1 0,-1 3-18,-1-3 0,-7 3-93,-5-3 1,-1 5-20,-2 1 1,0 1 101,-3 4 1,3 0-232,-3 3 0,3 1 80,0 2 0,2 1-101,1 5 1,-1 2 83,4 0 0,4 4 113,4 2 1,2 1-143,1 4 0,1 0 87,2 3 0,4 0-206,4 0 0,1 2 78,-1 1 1,1 2-80,2-2 0,1-1 56,-4-5 0,0 1-290,-3-4 0,-1 3 78,-1-2 1,-1-5-307,-3-4-106,-1-1 244,-1-6 465,-4 0 0,-1-8 0,-10-34 0,1-11 0</inkml:trace>
  <inkml:trace contextRef="#ctx0" brushRef="#br0" timeOffset="551">223 324 8072,'0'-9'392,"4"1"27,2 0 0,5 3-116,3 2 1,5 0-336,3 0 1,6 0 98,2 3 1,0 0-1102,0 0 1,-4 0 1033,-1 0 0,0 4 0,-4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23.090"/>
    </inkml:context>
    <inkml:brush xml:id="br0">
      <inkml:brushProperty name="width" value="0.08571" units="cm"/>
      <inkml:brushProperty name="height" value="0.08571" units="cm"/>
      <inkml:brushProperty name="color" value="#E71224"/>
    </inkml:brush>
  </inkml:definitions>
  <inkml:trace contextRef="#ctx0" brushRef="#br0">9 432 7936,'-4'-9'10,"3"1"249,-1 0-229,1-1 1,1 1 89,0 0 1,2 2-172,1 1 1,4 2-2,-2-3 1,0 5 8,0-2 0,1 2 78,2 1 1,-2 0 170,-1 0-246,1 0 1,1 4 56,-1 1 0,0 3 59,-3 0 0,0 3-26,-3 0 1,0 4-131,0-1 0,0 1 43,0 2 1,0-1-129,0 1 1,0 0 20,0-1 0,0 1 129,0-1 0,0 0-66,0-2 1,0-1 24,0-2 0,0-2 83,0 2 1,0-4-87,0-2 1,3-3 174,3 1 1,-2-2-105,2-1 1,0-1-44,2-2 0,0-2-132,0-3 1,1 0 99,-1-1 1,0 0 11,1-2 0,-1 1 12,0-4 1,0 3 65,-3-3 0,2 3-84,-5-3 0,1 4 326,-3-1-197,0-2 0,0 4-34,0-2 0,0 5-287,0 0 216,0 4 0,0-1 33,0 6 0,-3-1-3,1 4 0,-1 0 63,3 5 1,0-2-97,0 2 1,0 1 85,0-1 0,0 3-83,0-3 0,1 1 10,1-1 0,3-1 169,3 1 1,2-3-134,1-2 0,-1 0 32,4-3 1,-1-1-31,4-2 1,-1 0 170,-2 0 0,0-3-91,-3-3 1,0-4 135,-2-1 1,-4-4-99,1 1 0,-4-1-83,0-2 1,-2 1-445,-2-1 1,-3 0 202,-3 1 0,-3-1-943,0 1 1134,0-5 0,-5 7 0,-2-1 0</inkml:trace>
  <inkml:trace contextRef="#ctx0" brushRef="#br0" timeOffset="416">474 622 8169,'-5'-3'1764,"1"2"-1445,4-3 1,0 5-47,0 2 0,0 1-36,0 5 0,1 2-3,2 0 0,-2 4-203,2-1 0,0 0 67,0 0 0,1 2-694,-1-2 0,-1 0-24,3 0 0,-2 1-309,2-4 0,-2 2 104,3-5 0,-4 2 825,4-4 0,3-21 0,4-4 0</inkml:trace>
  <inkml:trace contextRef="#ctx0" brushRef="#br0" timeOffset="639">590 598 7916,'4'0'400,"1"0"36,-2 0-56,-2 0 1,5 1-82,-3 1 1,3 3-35,-4 3 0,4 4-47,-3 2 0,3 2-111,0 0 0,-2 2 64,2 1 1,-3-1-965,2 1 0,-3-1 501,1-2 0,0-2 292,0 0 0,0-22 0,-3-4 0</inkml:trace>
  <inkml:trace contextRef="#ctx0" brushRef="#br0" timeOffset="1074">582 100 7831,'0'-9'0,"-1"2"826,-2 1 0,1 3-493,-3 3 1,-1 2-156,-2 3 1,-1 2-1,1 6 0,1 2-40,1 5 1,0-2-204,3 4 1,-3-3-428,4 4 0,-1-4 331,3 3 0,4-1-697,1 1 1,2-1 389,2-5 1,3-3-379,2-2 846,1-5 0,24-21 0,5-8 0</inkml:trace>
  <inkml:trace contextRef="#ctx0" brushRef="#br0" timeOffset="1450">706 125 7937,'0'-9'-616,"1"2"792,2 1 0,0 2-74,3 1 0,1 2 293,-1-2 1,2 2-84,3 1 0,-2 0 20,3 0 1,-2 3-177,1 0 1,-2 3-195,2 0 0,-4 1-223,-2 2 0,-3-1 208,1 0 0,-2-1-58,-1 1 0,-1-4 42,-2 4 1,-2-2 6,-3 3 0,0-4 9,-1 1 0,1-2 1,0 2 0,-1 0 65,1-3 0,0 3 127,0-4 0,2 4-94,1-3 1,2 2-28,-3-2 1,4 1 8,0-2 0,1 0 4,1 4 1,3-4-189,3 0 1,1 0 105,2 1 0,3-2-462,1 2 0,4-2 24,2-1 0,0 0 488,3 0 0,22-11 0,9-3 0</inkml:trace>
  <inkml:trace contextRef="#ctx0" brushRef="#br0" timeOffset="1724">938 25 7937,'0'-8'751,"0"-1"-16,0 5 1,4 0-245,2 4 1,5 6-56,3 3 0,1 6-38,2 1 0,2 4 63,1 5 0,-2 0-609,-4 0 1,-3 0 187,-6 0 0,-1 0-881,-4 0 0,-1-4 550,-2-2 1,-4-4-1143,-4-1 0,-3-4 1433,3 1 0,-11-20 0,0-6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30.260"/>
    </inkml:context>
    <inkml:brush xml:id="br0">
      <inkml:brushProperty name="width" value="0.08571" units="cm"/>
      <inkml:brushProperty name="height" value="0.08571" units="cm"/>
    </inkml:brush>
  </inkml:definitions>
  <inkml:trace contextRef="#ctx0" brushRef="#br0">322 58 7869,'-1'-5'343,"-2"-1"-303,2 1 0,-3-1 142,4 1 1,0 2-128,0-3 27,4 5 0,3-4 64,4 2 0,4 2-10,-1-1 0,1 1 33,2 1 1,0 1-85,2 1 0,0 4 7,3 5 1,-3-1-167,3 4 0,-4 0 127,1 5 1,-2 2-399,-4 1 1,-4 1 94,-7-1 0,-2 3-62,-2 2 0,-5-1 58,-7 1 0,0-5 25,-8-2 1,0 0 23,-3-1 1,0-1 38,-3-4 1,3-2 189,-3-4 0,3-1-115,0-1 0,1 0 297,2-3 0,2-1-6,4-5 1,3 1 90,2-3 0,3-3-60,2-3 0,2 0-90,4 2 0,5-2-21,3 0 0,4 0-5,5 0 1,4 1-366,3-1 0,5 2 125,4 1 1,-1 3 124,1-1 0,30-3 0,6-4 0</inkml:trace>
  <inkml:trace contextRef="#ctx0" brushRef="#br0" timeOffset="572">865 17 7911,'-6'-3'-126,"2"0"1,-1-1-429,1 0 554,-2 1 0,-2 4 0,0 2 0,0 0 0,-1 5 0,-2-1 174,0 7 1,0-2-95,3 5 1,-1-3 248,-2 5 1,2 2-94,-2 1 1,2 3-265,1 2 0,-1-1-62,1 2 0,0-1-172,0-2 0,2-2-15,1-7 0,3 0 85,-1 1 0,2-7 95,1-2 1,1-5-78,2 0 0,2-2 41,6-1 1,-1-1-9,4-2 0,0-1 141,2-1 0,1-2 0,-1 1 0,1-1 0,-1-2 0,1 4 0,-1-1 0,0 2 0,1-2 0,-3 0-7,-1 3 1,-3-2 9,1 2 0,1 0 203,-1 3 0,3 0-38,-3 0 0,0 0 24,-3 0 0,3 0-112,0 0 1,3 0 11,-3 0 0,-1 1-278,-5 2 1,3-2 87,-3 2 0,0-2-579,0 2 677,-3-2 0,-6 3 0,-5-4 0</inkml:trace>
  <inkml:trace contextRef="#ctx0" brushRef="#br0" timeOffset="959">182 519 7911,'2'-5'0,"2"0"49,1 1 0,0-1 16,3 2 1,4 0-116,2 3 0,2 0-13,4 0 1,3 0 84,5 0 1,7 0 288,0-3 1,8 2-95,4-2 0,8 2 120,2 1 1,3 0-61,-2 0 0,-1-3-263,1 1 1,-3-1-175,-6 3 1,-2 0-112,-12 0 0,-4 0-310,-6 0 0,-2 0 18,-6 0-755,-7 0 1318,-6 0 0,-15 0 0,1 4 0,-21-3 0,1 2 0</inkml:trace>
  <inkml:trace contextRef="#ctx0" brushRef="#br0" timeOffset="1400">149 700 7911,'-4'-8'1055,"3"0"-977,-2 0 0,3 2 102,3 1 1,2 3-128,3-1 1,4 2 111,2 1 1,1 0 50,2 0 1,-1 0-84,1 0 1,-1 4-117,0 1 1,1 5-182,-1 1 1,-3 4 92,-2-1 0,-3 1-132,-2 2 1,-2 0 93,-4 2 1,-1 0 123,-2 2 1,-5-1-227,-6 2 0,-3 0-210,-2 2 1,-2-2 166,-3 0 1,0-4 118,2 2 1,-5-3 264,3 0 0,0-5-86,2-1 1,3-2-131,-3-4 0,4-1 41,2-4 0,3 0 613,5 0 0,3-4-205,2-1 1,3-3-354,0 0 0,0-3-4,3 0 1,3 0-78,5 3 1,1-3-464,5 0 0,0 0 211,3 3 1,-2-1-364,4 1 0,-3 0 686,3 0 0,18 0 0,8-1 0</inkml:trace>
  <inkml:trace contextRef="#ctx0" brushRef="#br0" timeOffset="2048">420 865 7889,'0'-8'-346,"0"-1"0,1 1 173,2 0 0,-1 1-1,3 1 1,-2-1 135,3 1 1,-1 2 207,3-2 0,1 4-23,-1 0 0,0 1 108,0 1 1,0 0-288,1 0 0,-1 3 90,0 3 1,0 2-130,1 3 1,-5-1 75,-1 4 0,-2 0-148,-1 2 0,0 1 41,0-1 1,0 1-46,0-1 1,-1 0 112,-2 1 0,1-1-11,-3 1 0,2-4 88,-2-2 1,3 1-118,-1-2 288,2 1-136,1-2-41,0-5 1,4-1-23,1-6 1,3 1-80,0-7 1,0 3 40,0-5 0,3-1-8,0 1 0,0-3 147,-2 3 0,-1-2-73,0 2 0,0-3-88,0 3 1,-2 0 48,-1 3 0,-2 0 13,3 3-88,-5-2-292,3 6 287,-4-3 0,0 5 25,0 2 0,0 1 100,0 5 0,0-1-97,0 0 1,-1 3 118,-2 0 0,3 1-54,-3-1 1,2-2 96,1 2 0,0-2-101,0-1 1,0 1 155,0-1 1,1-4 65,2-1 1,1-2 163,4-1 0,2-1-71,0-2 1,1-2-51,2-6 1,0-2-158,1-3 1,0-1 61,-3 1 0,-1-4-141,-4 1 0,1-3 76,-1 3 1,-3 0-330,0 2 0,-2 1-274,-1-1 1,0 4-1287,0-1 1771,0 8 0,0 2 0,0 9 0</inkml:trace>
  <inkml:trace contextRef="#ctx0" brushRef="#br0" timeOffset="2391">956 947 7889,'-5'0'565,"1"4"0,3 0-389,-1 5 1,1 0 9,-2 2 0,2-1-81,1 4 0,-1-3-184,-2 2 0,2 1 203,-1 2 0,1 1 48,1-1 0,-3-3-1231,0-2 1,1 1-18,2-1 218,0 0 858,-4-3 0,10-21 0,0-7 0</inkml:trace>
  <inkml:trace contextRef="#ctx0" brushRef="#br0" timeOffset="2616">1063 955 7889,'3'-4'759,"-2"0"-498,3 4 1,-3 4-229,1 1 1,-1 4 120,2 2 1,-2-1-177,-1 3 1,0 1 56,0 3 0,0-4-498,0 1 1,-1 0 275,-2 2 1,2-2-246,-1 0 0,0-4 31,-1 1 401,2-6 0,-2-9 0,3-5 0</inkml:trace>
  <inkml:trace contextRef="#ctx0" brushRef="#br0" timeOffset="2993">1334 692 7885,'-5'0'190,"-1"0"215,0 0 0,1 0-63,0 0 1,2 1-77,-2 2 1,2 1-124,-3 4 0,4 1-28,0-1 0,1 3-172,1 0 1,0 4-107,0-2 0,0 3 176,0 0 0,1 1-770,1-1 0,2 0 363,2-3 0,1-1-349,-2-3 1,5-2 742,1-2 0,0-1 0,34-37 0,9-8 0</inkml:trace>
  <inkml:trace contextRef="#ctx0" brushRef="#br0" timeOffset="3335">1499 700 6541,'4'0'901,"4"0"0,-6 0-700,3 0 1,-2 0-274,2 0 0,-2 0 135,3 0-77,-1 0 96,3 4 0,-2 0-137,-1 1 1,-3 2 46,1-1 0,-2-2-129,-1 2 0,0-1 127,0 4 0,-3-1 139,0 0 1,-3-1 108,0-1 1,-1 1-107,-1-1 0,0 1-1,-1 1 0,4-2 61,-1-1-168,1 1 202,-3 2-569,3 0 47,1 0 0,5 0-147,2-3 0,2-1-377,3-4 1,1 0 472,2 0 0,-1 0 347,4 0 0,21-7 0,9-3 0</inkml:trace>
  <inkml:trace contextRef="#ctx0" brushRef="#br0" timeOffset="3591">1647 634 7885,'-5'0'972,"2"0"0,4 0-708,1 0 1,3 4-59,3 2 0,1 2 9,2 3 1,-1-1-395,4 4 1,-4-1 223,1 4 0,0-1-884,-3 1 1,2-1 471,-8 1 0,4 2-821,-3 0 1188,-1 0 0,-24 1 0,-5 1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28.809"/>
    </inkml:context>
    <inkml:brush xml:id="br0">
      <inkml:brushProperty name="width" value="0.08571" units="cm"/>
      <inkml:brushProperty name="height" value="0.08571" units="cm"/>
    </inkml:brush>
  </inkml:definitions>
  <inkml:trace contextRef="#ctx0" brushRef="#br0">16 75 7959,'-6'0'419,"1"0"0,3-1-256,-1-2 1,6 2 6,2-1 0,6 1-11,3 1 0,2 0-75,4 0 0,1 0 55,3 0 1,1 0-338,0 0 0,-1 0 114,1 0 0,0 0-612,0 0 0,-4 0 372,-2 0 1,-5 0-729,-4 0 1052,0 0 0,-17-8 0,-3-1 0</inkml:trace>
  <inkml:trace contextRef="#ctx0" brushRef="#br0" timeOffset="274">32 157 7959,'-5'0'411,"2"0"1,4 0-187,1 0 0,6 0-116,3 0 0,4 0 89,2 0 1,0 0-519,5 0 1,-3-2 218,3-1 0,-3 0-257,3 3 1,-2-1 217,2-2 1,-7 2-1075,2-1 1214,-6 1 0,8-10 0,-2-3 0</inkml:trace>
  <inkml:trace contextRef="#ctx0" brushRef="#br0" timeOffset="600">263 1 7959,'-5'0'138,"1"0"1,5 0 35,2 0 1,5 3-49,6 3 0,-1 1 2,0 2 0,1-1-16,3 0 1,-1 3-179,1 0 1,-2 3 99,-1-3 0,-3 3-103,-6 0 1,2 1 88,-5-2 1,-1 3-147,-6-2 0,-2-2 40,-6 2 0,2-4-40,-3 1 1,0-2-290,-2 0 0,2-2-18,0-2 433,4 3 0,6-11 0,5 2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40.739"/>
    </inkml:context>
    <inkml:brush xml:id="br0">
      <inkml:brushProperty name="width" value="0.08571" units="cm"/>
      <inkml:brushProperty name="height" value="0.08571" units="cm"/>
    </inkml:brush>
  </inkml:definitions>
  <inkml:trace contextRef="#ctx0" brushRef="#br0">206 313 7700,'-4'-8'126,"1"0"0,2 2 100,1 1 0,0 2 111,0-2 0,0 2-112,0-3 0,0 4 0,0-4 0,1 4-129,2 0 0,1 0 130,5-1 0,2 2-215,3-2 1,2 3 45,0 0 0,3 0-27,1 3 0,3 2 113,-2 3 0,0 1-226,-2 2 1,-2 0-77,0 6 1,-5-3-75,-1 5 1,-4 2-80,-2 1 0,-4-1 102,-1 1 1,-3 0 0,-6 3 1,-3-4 74,-5-2 0,0 1-14,-5 0 1,0-1 20,-3-3 1,0-3 130,1-2 1,2-5 10,0 0 1,1-4 192,-1 1 0,2-3 0,3 0 0,4 0-77,2-3 1,5-2 84,1-3 0,4-3-36,1 0 0,3 0-303,6 3 1,2-3 76,3 0 0,5 0-206,3 3 0,2 2-270,1 1 0,2-1 522,1-2 0,36-8 0,6-1 0</inkml:trace>
  <inkml:trace contextRef="#ctx0" brushRef="#br0" timeOffset="674">651 322 7859,'0'-6'106,"-1"2"0,-1-1 371,-1 0 0,1 4-26,2 1-313,0 8 1,0 1-102,0 2 1,0-1 15,0 1 0,2-1 99,1 4 0,4-3-420,-2 2 0,2-3 200,2 1 0,-3-1-427,2-2 0,-4 0 231,4 0 1,-1 0-66,1-3 0,0-1 134,0-4 1,0 0 67,1 0 1,-4-1 189,1-2 0,-1-1-116,3-5 0,-3-2 118,-2 0 0,0-2-8,0 2 0,0-4 336,-3 1 1,0 2-170,0-2 1,0 4 265,0-1 0,-1-1-142,-2 1 0,2 0 371,-1 3-757,1 3 171,1-2-17,0 6 31,3 5 0,-1 4-205,4 5 1,-2 3 5,2-2 0,0 2-140,-3 3 0,2 2-57,-2 4 1,3-3-52,-4 0 0,1 1-84,-3 4 1,0-1 113,0 1 1,0-1 164,0-1 1,-6-4-60,-3-2 1,-2 0 115,0-2 1,1-3 83,-3-5 1,0-5 171,-1-1 0,-1-2-22,5-1 0,-2-4 125,1-1 0,2-3-107,1 0 1,0-4 29,2-2 0,3 2-140,0-2 0,3 1 30,3-1 0,1 0-147,5 3 1,2-3-211,0 3 1,3 0-366,0 3 1,1 1 103,2 1 0,2 0-851,0 3 1345,1-3 0,22 5 0,6-3 0</inkml:trace>
  <inkml:trace contextRef="#ctx0" brushRef="#br0" timeOffset="858">1046 503 8514,'-5'0'774,"2"0"1,3 1-495,0 1 1,1 3-192,1 3 1,3 1 94,3 2 1,0-1-504,-3 4 1,2-3 222,-1 3 1,1-1-1213,1 0 0,1 3 1308,-1-2 0,4 1 0,1 2 0</inkml:trace>
  <inkml:trace contextRef="#ctx0" brushRef="#br0" timeOffset="1517">684 33 7880,'-4'5'0,"0"-1"0,-1-1 0,-2-2 0,5 6 331,-4-5 100,5 5-753,-3-3 1,4 2 58,0-1 84,0-3 232,0 6-142,0-8-256,0 4 743,0-11-325,4 1 1,-4-6 219,3 4 1,-2 0-77,-1 0 1,0 2 17,0 1 0,1 0 143,2 0-205,-2-3 0,3 5-302,-1-3 1,-1 3 98,3 3 1,1 0-624,2 0 0,0 0 336,1 3 1,2 2 316,-1 3 0,34 22 0,6 6 0</inkml:trace>
  <inkml:trace contextRef="#ctx0" brushRef="#br0" timeOffset="2317">9 890 7560,'-5'0'460,"2"-4"-592,3 3 196,0-3 116,0 1 1,3 2-58,3-2 0,2 2 13,3 1 0,2 0-180,3 0 1,4 0 48,2 0 1,6 0-89,2 0 0,6 0 115,6 0 1,6 0 73,7 0 0,4 0-121,2 0 1,0-1-16,-1-1 1,0 1-42,3-2 0,-7-1 92,-1 1 0,-1 1-245,-2 2 1,-1 0 82,-4 0 0,-7 0-305,-7 0 0,-6 0-152,-7 0 149,-1 0 449,-10 0 0,-2 0 0,-7 0 0,-29-4 0,-11-1 0</inkml:trace>
  <inkml:trace contextRef="#ctx0" brushRef="#br0" timeOffset="2926">66 1137 7996,'3'-9'0,"1"1"286,0 0 0,2 0-180,2-1 1,1 5 67,2 1 1,2 2 60,4 1 0,3 0-7,2 0 0,-2 1-107,-1 2 0,1 1 0,-1 5 1,0 0-169,-2 2 1,-4 2-144,-2 3 0,-5 1 127,0-1 0,-5 1-29,2 3 0,-2-3 92,-1 2 1,-4-1-232,-5-2 1,0 0 19,-5 1 1,1-2 25,-4-1 0,1 1 37,-1-4 1,-2 0 61,0-3 0,0 0 5,2 1 0,1-5-8,-1-1 1,2 0 72,1 0 1,2-1-56,4-5 1,1 1 76,1-3 1,0-3-65,3-3 0,0-1 124,3 1 0,4 2-165,1-2 0,5-1-180,1 1 1,5-1-109,0 1 0,1 2 387,2-2 0,2 2 0,37-7 0,12-1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35.785"/>
    </inkml:context>
    <inkml:brush xml:id="br0">
      <inkml:brushProperty name="width" value="0.08571" units="cm"/>
      <inkml:brushProperty name="height" value="0.08571" units="cm"/>
    </inkml:brush>
  </inkml:definitions>
  <inkml:trace contextRef="#ctx0" brushRef="#br0">0 383 7926,'0'-8'309,"0"-1"1,0 4-75,0-1 1,0 4-1,0-4 1,1 4-126,2 0 1,1 0 65,5-1 1,0 2 14,2-2 0,1 2-70,5 1 1,-1 0-140,1 0 0,2 0-19,0 0 1,0 4 69,-2 2 1,-4 0-276,-2-1 1,-2 6 129,-1-3 1,-3 3-88,-3 0 1,-1-1 76,-1 3 0,-6 0 57,-2 1 0,-3 2 85,0-3 0,-2 2-64,-4-1 1,1 0 78,0-3 0,0 3-52,2-3 0,-1 3 225,1-3 0,1-1-51,-1-5 1,4 2 71,-1-1 0,5-2 288,1-2-347,3-1 1,-1-1-189,6 0 0,1 0 88,5 0 1,2 0-479,3 0 1,3 0 216,2 0 0,-1-2 157,4-1 0,0-1-52,3 1 0,-1 2 86,1-1 0,22-10 0,5-2 0</inkml:trace>
  <inkml:trace contextRef="#ctx0" brushRef="#br0" timeOffset="835">815 268 7826,'-3'-6'351,"0"1"-113,-2-2 1,1 4-4,-2 3 1,2 1-229,4 5 0,-2 2 111,-1 3 1,0 1-131,3-1 0,0-1 47,0 4 0,4-3-219,1 2 0,0-3-41,0 1 0,2 1-90,4-1 0,-2 0 70,2-3 0,1-2 50,-1-1 0,3-3 14,0 1 0,-2-2 10,-1-1 1,1-4 164,-1-1 0,0-3-123,-3 0 0,-3-3 212,-3 0 1,2-2 52,-1 2 1,-1-3 163,-2 3 1,0 0-50,-3 3 1,1-1 76,-4 1 1,4 0 181,-4 0-234,4 3-259,-1 2 135,3 3 0,3 3-132,-1 3 0,5 4 17,-2 1 0,2 4-175,2 2 1,-1 0-35,0 5 0,-2 0 84,-1 3 0,-3-1 49,1 1 0,-2 1 10,-1 1 0,-4-1 59,-2 1 1,-2-2-62,-3-3 0,-2-2 161,-3-4 1,0-2 20,-1 0 0,1-7 147,-1 1 1,1-5 0,-1 0 1,3-5-134,1-1 1,3-3-217,-1 0 0,5-2 117,4-3 1,1 1-142,1-4 0,0 4 103,0-1 0,7 0-770,4 0 0,4-3 45,1 3 0,0-3 696,1 3 0,18-3 0,4 1 0</inkml:trace>
  <inkml:trace contextRef="#ctx0" brushRef="#br0" timeOffset="1321">864 70 7577,'-5'-5'67,"-1"3"0,4 1 273,-4 1 0,3 1-122,-2 1 1,2 2-117,-2 2 1,2 1 59,-2-2 0,2 0-190,-3 0 1,4 1 76,0 2 0,-2-2-189,1-1 141,1-3-331,2 5-9,0-6 229,0 3 1,2-11 69,1-1 0,3-2 279,-4 2 0,5-3-89,-2 0 0,-1 0 162,-1 3 0,0-3 126,0 0-220,3 0 0,-2 3-141,2-1-377,1 5 114,-3-4 1,5 8 106,-1 0 0,1 5-755,2 6 0,-1 2-9,4 3 843,-4 4 0,16 23 0,1 10 0</inkml:trace>
  <inkml:trace contextRef="#ctx0" brushRef="#br0" timeOffset="1636">1120 630 7922,'2'5'550,"1"1"0,0-1-214,-3 3 0,3 1-132,-1-1 0,1 4-513,-3 2 1,0-2 186,0 2 0,3 0-778,0 2 0,-1 0 43,-2-2 857,0-3 0,19-21 0,4-4 0</inkml:trace>
  <inkml:trace contextRef="#ctx0" brushRef="#br0" timeOffset="1860">1367 523 7843,'5'-4'320,"1"0"118,0-1 1,1 1-808,2 4 1,0-2 166,2-1 0,2 0-547,7 3 1,-2 0 748,4 0 0,14 0 0,7 0 0</inkml:trace>
  <inkml:trace contextRef="#ctx0" brushRef="#br0" timeOffset="2427">1745 235 7919,'0'-9'0,"-1"2"384,-1 2 12,1-3-299,-3 7 0,4 1 207,0 6 1,0 1-106,0 1 1,0 2-42,0 1 1,1-1-143,2 3 0,-1-2-202,3 3 0,1-1 36,2 1 1,0 0-243,0-3 0,0 0 148,1-3 0,-1-2 50,0-1 1,0-3-84,1 1 0,-1-2 26,0-1 0,0-1 103,1-2 0,-4-2-38,1-6 0,-5 1 413,2-4 1,-2 3-52,-1-3 0,0 1 411,0 0 0,0-2 59,0 4 1,0 0-268,0 3 0,-1 0 244,-2-1-336,2 1 1,-2 3-203,3-1 70,0 4 0,3 2-238,-1 6 0,4 4-6,-3 1 1,2 4-144,-2 2 1,-1 0-127,-2 5 1,3 0 152,0 3 0,0 2-32,-3 1 0,0 3 130,0-1 1,-3 2-172,0 1 0,-3 0 24,0 0 0,-4-5 231,-1-3 1,-3-1-139,0-5 0,-2-1 301,0-4 1,0-5 58,3-3 1,-3-5 31,2 2 1,2-3 72,2-3 0,0-4-71,2-4 1,3-4-87,-1 2 1,4-3-24,0 0 0,4 0-179,4 2 1,2-1-141,3 1 0,2 0-282,3 0 1,1-1-70,-1 4 0,3 0-1006,1 3 1552,3 0 0,12 7 0,8 2 0</inkml:trace>
  <inkml:trace contextRef="#ctx0" brushRef="#br0" timeOffset="2619">2075 482 7866,'3'-5'2793,"-2"1"-2467,3 4 1,-1 1 136,-1 2 0,2 2-218,-1 3 0,-1 1-18,3 2 0,-3 2-762,1 3 1,0 1 406,0-1 1,0 2-1332,-3 1 0,1-2 268,1 2 1191,-1-5 0,-1-2 0,-4-4 0</inkml:trace>
  <inkml:trace contextRef="#ctx0" brushRef="#br0" timeOffset="3177">535 177 8142,'-8'0'0,"0"0"0,-1 1 0,1 2 929,0 2 0,-3 6-172,0 3 0,0 5-305,3 3 0,1 6-74,1 5 1,0 5-118,3 6 1,4-1-49,4 3 0,3-3-13,0 1 0,1-4-1,2-2 1,-2-4-450,2-1 1,-1-8-510,1-5 759,-2-3 0,25-15 0,2-4 0</inkml:trace>
  <inkml:trace contextRef="#ctx0" brushRef="#br0" timeOffset="3828">2116 152 7815,'0'-5'643,"0"-1"-116,-4 1-119,3 0 1,-2 2-9,6 3 0,2 4 99,3 4 1,4 9-33,2 8 1,5 4-155,3 7 1,2 2-169,4 6 0,0 2 89,2 7 1,0-3-640,-8 2 0,-5-9 306,-11-5 1,-4-5-682,-4-5 0,-6-2-34,-3-6 0,0-6-378,3-6 0,0 0 1192,0-5 0,-1-15 0,1-7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34.793"/>
    </inkml:context>
    <inkml:brush xml:id="br0">
      <inkml:brushProperty name="width" value="0.08571" units="cm"/>
      <inkml:brushProperty name="height" value="0.08571" units="cm"/>
    </inkml:brush>
  </inkml:definitions>
  <inkml:trace contextRef="#ctx0" brushRef="#br0">9 17 7854,'-5'0'1008,"1"0"-632,4 0 0,7 0-188,1 0 1,8 0-100,1 0 1,8 0-182,-1 0 0,4 0-228,-1 0 0,-1 0 234,1 0 1,2 0-860,-2 0 0,-3 0 945,-5 0 0,-16-8 0,-5-1 0</inkml:trace>
  <inkml:trace contextRef="#ctx0" brushRef="#br0" timeOffset="183">33 132 8093,'6'-5'298,"-1"3"1,2 1-75,4 1 1,1-3-203,5 0 0,3 1-312,2 2 1,2 0-1225,0 0 1514,5 0 0,11-8 0,7-1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45.155"/>
    </inkml:context>
    <inkml:brush xml:id="br0">
      <inkml:brushProperty name="width" value="0.08571" units="cm"/>
      <inkml:brushProperty name="height" value="0.08571" units="cm"/>
    </inkml:brush>
  </inkml:definitions>
  <inkml:trace contextRef="#ctx0" brushRef="#br0">0 246 8258,'4'-8'318,"-2"2"-314,3 1 0,-2 2 162,2-2-224,-3 3 1,5-5 51,-1 5 1,-2-1-116,2 3 0,-3 0 61,2 0 1,-2 0-29,2 0 0,-2 0 45,3 0 34,-5 4 0,6 0-107,-4 4 0,0 3 97,0 0 0,-2 0-115,2-2 1,-2 2 100,-1 0 1,2 2-123,1-2 0,0 3-6,-3-3 1,3 3 31,-1-3 0,2 0 76,-1-3 1,-1-1-147,3-1 251,1 1 1,2-6-110,0 2 113,0-2 1,0-1-59,1 0 0,-1-4 37,0-2 0,-1-1-55,-1-1 1,1 2-2,-1 1 0,-3-1 142,0-2 1,1-1-132,-1-2 0,-1 2 93,-2-2 1,1 2-85,2 1 1,-2-1 124,2 1 1,-2 0-71,-1 0-170,0-1 105,0 1-228,0 4 217,0 0 0,-3 5 18,0 2 1,0-2 25,3 5 1,-2-1-51,-1 4 0,0 2 82,3 0 1,0 0-66,0-3 0,0 3 21,0 0 0,4 0 22,1-3 0,0 2-2,0-2 0,1 2 71,2-4 0,3-2 139,0 2 0,0-4 56,-3 0 0,0-1-88,1-1 0,-1-3-23,0-3 1,-1-2-73,-1-3 1,0 1-78,-3-4 0,0 3 1,-3-2 1,0 0-197,0-1 0,-1-2-564,-2 3 1,1-3 385,-3 0 0,3 2 337,-1 0 0,-1-3 0,-1-4 0</inkml:trace>
  <inkml:trace contextRef="#ctx0" brushRef="#br0" timeOffset="378">445 312 7511,'0'5'1051,"0"2"-945,0-3 0,0 5 79,0-1 0,0 1-238,0 2 1,2-1 9,1 4 0,1-3 30,-2 3 0,0-3-413,4 2 1,-3-2 224,2 3 1,0-4-1080,0 1 771,2-2 509,-2-1 0,0-10 0,-2-4 0</inkml:trace>
  <inkml:trace contextRef="#ctx0" brushRef="#br0" timeOffset="662">527 328 7878,'0'-4'495,"0"0"1,1 4-357,2 0 0,-3 4 75,3 1 1,-2 3-74,-1 0 0,3 1 82,0 2 1,2-1-279,-2 4 0,1-3 99,-2 3 1,0-1-491,4 4 0,-4-2-60,4-1 0,-4-1-281,0-2 1,2-2 786,-1 2 0,11-17 0,-1-4 0</inkml:trace>
  <inkml:trace contextRef="#ctx0" brushRef="#br0" timeOffset="1210">634 40 7877,'0'-5'48,"0"-1"446,0 0-39,-4 2-459,0 1 125,-5 3 1,1 3 39,0 3 0,3 4 11,-1 1 1,1 1-193,0-1 0,1 1 29,4 1 1,0 3-253,0-2 0,0 0 92,0 0 1,0 1-47,0-1 0,4-2-362,1-1 1,3-2 209,0-1 1,1 1 96,2-1 0,-1-3 252,4-3 0,14-19 0,7-6 0</inkml:trace>
  <inkml:trace contextRef="#ctx0" brushRef="#br0" timeOffset="1612">757 73 7877,'4'-4'0,"-2"-3"-19,3 5 0,-2-1 216,3 3-18,-1-4 0,3 3-54,1-2 1,-1 3 356,0 0-388,0 0 0,0 0 76,1 3 0,-4-1-433,1 4 226,-1-1 0,0 3-90,-2 1 0,-3-1 22,0 0 1,0-3-28,0 1 0,-3-1 185,-3 0 1,2 2-57,-2-1 1,1-2 86,-4 2 0,1-3-71,0 2 0,3-2 106,-1 2 1,1-2-67,0 3 0,0-5-33,3 2 1,1-1 38,-2 1-50,2-2 1,4 3-185,0-1 1,3-2 61,-1 2 1,4-2-383,2-1 0,-2 0 188,2 0 1,1 0-167,-1 0 0,1 0 473,-1 0 0,-2-4 0,14-12 0,-1-6 0</inkml:trace>
  <inkml:trace contextRef="#ctx0" brushRef="#br0" timeOffset="1871">930 7 7966,'0'-4'945,"1"1"-717,2 6 0,2-1-101,3 3 1,0 3 43,0 3 0,1 3 13,2-3 0,-2 4-105,2-2 1,-1 3-221,-2 0 0,-3 0-538,1-2 1,-4 0 388,0-3 1,-1 3-1055,-1-3 1344,-3-4 0,-13-7 0,-6-4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49.545"/>
    </inkml:context>
    <inkml:brush xml:id="br0">
      <inkml:brushProperty name="width" value="0.08571" units="cm"/>
      <inkml:brushProperty name="height" value="0.08571" units="cm"/>
    </inkml:brush>
  </inkml:definitions>
  <inkml:trace contextRef="#ctx0" brushRef="#br0">301 74 7846,'7'1'0,"-1"1"239,0 1-194,-1-1 0,1-2 166,-1 0 1,-2 0 264,2 0-931,-3 0 325,2 0 173,-4 0 0,-7 0-56,-4 0 0,-4 0 26,-1 0 1,-2 0-64,-1 0 0,-2-1 60,-4-1 1,1 1-157,-1-2 1,1 2 84,2 1 1,-1-3-203,4 1 0,-2-1 66,5 3 0,0-1-365,5-2-22,6 2 584,-6-2 0,13 3 0,21-4 0,13-1 0</inkml:trace>
  <inkml:trace contextRef="#ctx0" brushRef="#br0" timeOffset="715">185 0 11308,'0'5'509,"0"1"0,1 2-352,2 3 1,-2 1-29,2-1 0,-2-1-111,-1 4 0,0 0-494,0 2 0,2-3 299,1-2 0,0 1-769,-3-1 0,3 0-94,-1-3-620,1 0 1660,-3 0 0,4-18 0,0-4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51.060"/>
    </inkml:context>
    <inkml:brush xml:id="br0">
      <inkml:brushProperty name="width" value="0.08571" units="cm"/>
      <inkml:brushProperty name="height" value="0.08571" units="cm"/>
    </inkml:brush>
  </inkml:definitions>
  <inkml:trace contextRef="#ctx0" brushRef="#br0">0 157 6802,'0'-8'1376,"0"2"-701,0 1-171,0 3-305,0-5 0,0 5-35,0-4 0,4 5-144,1-2 1,4 2 3,2 1 0,-1-3 103,3 0 0,1 1-138,3 2 0,-1 0 93,0 0 0,1 2-144,-1 1 0,-3 1 81,-2-1 1,0-2-63,-3 5 0,2-2 60,-4 2 0,-2 1-108,-2-1 0,-1 1-12,-1 1 0,-3 0 112,-3 1 0,-1 2-43,-1 0 0,-2 1 27,-1-1 0,2-1 2,-2 3 0,-1-2-2,1 3 0,0-4-2,3 1 0,-3 1 4,0-1 0,0 0 2,3-3 0,-3 0 139,0 1 0,3-2-29,2-2 391,1 3-318,0-7 1,3 2 25,4-3 0,4-1-60,5-1 0,0-2-159,5-2 0,0 2 20,6 1 0,-3 2-119,3-2 1,0 0-564,3 0 1,-2-2 335,-1 2 0,1 0-809,-4 3 0,-2-3-9,-3 1 1157,-4-1 0,-9-4 0,-7-3 0</inkml:trace>
  <inkml:trace contextRef="#ctx0" brushRef="#br0" timeOffset="826">708 25 7811,'0'-5'0,"0"-1"0,0 4 100,0-4 363,0 4-237,0-1 1,-1 4-20,-1 5 1,-3 0 146,-3 8 1,0 0-147,-1 2 0,1 2 35,0 1 1,0 2-11,3 4 1,-1-1-355,3 1 0,0 1 6,3 1 1,1-2-50,2-1 0,3 0-582,8-5 1,1-2 360,6-3 0,2-8-1021,5-1 1406,-3-3 0,44-35 0,6-8 0</inkml:trace>
  <inkml:trace contextRef="#ctx0" brushRef="#br0" timeOffset="1377">1062 66 7811,'-8'-3'823,"2"2"-101,1-2-701,3 2 1,-2 2 79,4 2 0,0 1-9,0 5 0,1 2 27,2 0 1,2 1-160,3-1 0,0-2-278,0 2 0,1 1 238,-1-2 1,1 1-69,2-2 1,-2-4-11,2 1 1,-2-4-106,0 0 0,-1-1 78,0-1 0,0 0 125,0 0 1,-2-3-33,-1-3 0,0-4 14,0-1 1,2-1 178,-4 1 1,2 2-62,-2-2 0,0-1 78,-3 1 1,1 0-68,1 3 1,-1 0 382,2-1-265,-2 1 1,-1 3 117,0-1 55,0 4-223,3 6 1,-2 2-158,2 8 0,1 0 134,-1 2 0,3 1-162,-1-1 1,0 4 82,1 2 0,-2 2 32,2 1 1,1 3-16,-2 2 1,3 2 243,0 1 0,1 1 79,2 2 1,-2-2 81,2 1 1,-5-4-432,-4-4 0,-1-8 118,-1-2 1,-6-7-295,-2-2 0,-6-3 109,0-5 0,1-1-57,0-2 0,0-2 1,-1-3 1,2-1-149,4-2 1,0-2 53,0-3 1,0-1 137,3 1 0,1 0-218,4 2 0,1-1 126,2 1 1,1 1-379,5 0 1,2 3 186,0-1 0,3 2-261,0 4 0,1-1 615,2 3 0,-4-4 0,35 6 0,6-2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53.262"/>
    </inkml:context>
    <inkml:brush xml:id="br0">
      <inkml:brushProperty name="width" value="0.08571" units="cm"/>
      <inkml:brushProperty name="height" value="0.08571" units="cm"/>
    </inkml:brush>
  </inkml:definitions>
  <inkml:trace contextRef="#ctx0" brushRef="#br0">41 33 7845,'-4'4'-152,"-4"-3"0,6 2 228,-3-3-20,3 0 52,-5 4 0,5-2-85,-3 3 0,3-2 117,-1 3 1,2-4-27,1 4 19,0-1-265,0 4-36,0-1 173,0 0 0,0-2-172,0-1 220,0-3-155,4 2 0,-2-8 62,3-2 1,-3 2 44,1-2 0,0 1-22,0-3 1,0-1 315,-3 1 1,2 0 142,1 0 0,1 0-186,-1 3 0,-2-2-97,1 1 1,2 2-22,-1-2 0,0 4-200,0-1 0,-1 0 82,3 0 1,1 0-562,2 3 0,0 4 95,1 1 1,2 4-488,0 2 933,3 1 0,21 42 0,9 8 0</inkml:trace>
  <inkml:trace contextRef="#ctx0" brushRef="#br0" timeOffset="583">552 618 7845,'0'-6'0,"1"1"0,0-2 290,2 0 594,3 2-646,-1 2 0,3 3-14,1 0 1,2 0-93,-1 0 0,2 0 92,-1 0 1,-1 1-308,4 1 0,-4 0 96,1 4 1,-4-3-250,-2 2 0,-2 1 42,2 2 27,-3 0 0,1 0 101,-6 0 0,-1 1 60,-5-1 1,1 0 44,0 0 0,0 1-57,-1-1 0,1-3 213,0 1 0,0-1-42,-1 4 1,1-4-79,0 1 0,3-4 284,-1 4 256,4-4-618,-1 5 0,3-6 60,3 2 1,2-3-603,3 0 1,4 0 295,2 0 0,-2 0-388,2 0 1,0 0 256,2 0 1,1 0 379,-1 0 0,30-21 0,7-7 0</inkml:trace>
  <inkml:trace contextRef="#ctx0" brushRef="#br0" timeOffset="817">1013 568 7845,'0'-5'477,"0"-1"-240,0 5 1,0-4-444,0 2 0,1 2 179,1-1 1,3 1-338,3 1 0,1 0 117,2 0 247,-2 3 0,43 2 0,7 3 0</inkml:trace>
  <inkml:trace contextRef="#ctx0" brushRef="#br0" timeOffset="1417">1342 214 7855,'-3'-5'0,"0"-1"572,2 0-304,-4 2 0,4 2-55,-2 4 0,2 3-52,1 3 1,0 1-90,0 2 1,1-1-41,2 4 0,1 0 102,1 2 1,3-2-504,-3 0 0,2-3 238,2 2 1,-1-3-393,0 1 0,0-4 233,1-2 1,-1-3-154,0 1 353,0-2 0,0-2 15,1-2 1,-1-1 70,0-5 0,-2 1-106,-1 0 1,-3-3 398,1 0 1,-1-4-120,0 2 1,-1 0-74,2-1 0,-2 3-30,-1-3 0,-3 3 519,0-2 0,1 5 295,2 0-163,-4 2-764,3 1 100,-3 1-3,8 12 1,-2-2 0,3 8 0,1 0-211,2 2 0,-1 4 59,-1 2 1,1 2-257,-1 1 1,-3-1 93,0 1 0,1 0-49,-1-1 0,-1 4 52,-2-1 1,0 1 139,0-4 0,-1-3 73,-1-1 0,-6-4-108,-3-2 0,-1-2 343,1-4 1,1-3-112,-3-3 1,2-1 291,-3-1 0,4-1-161,-1-1 0,2-3 11,1-3 0,-1 0 20,1-1 0,3 1-135,3 0 0,2-1 26,2-2 1,4 2-15,5-2 0,-1 1-187,4 2 1,0 0 83,6 0 1,-3 2-1052,2 1 1,-1 2 332,-2-2 1,3 2 703,0-3 0,12 8 0,-1-1 0</inkml:trace>
  <inkml:trace contextRef="#ctx0" brushRef="#br0" timeOffset="1651">1745 494 7855,'5'-3'1338,"2"2"1,-5 0-1056,3 4 0,-2 6 0,3-1 0,-4 6 42,4-1 1,-4 3-63,1 0 0,1 2-325,2 1 0,-2 2 102,2 4 0,-1-2-920,3-1 0,1 1 467,-1-4 0,0 1-251,0-4 1,-2-4 36,-1-4 627,1-3 0,2-31 0,0-6 0</inkml:trace>
  <inkml:trace contextRef="#ctx0" brushRef="#br0" timeOffset="2054">1828 190 7865,'0'-9'1263,"0"1"0,4 4-765,4 1 1,2 7-109,3 4 1,5 7 154,4 7 1,2 7-133,4 4 0,-2 4-171,4 7 0,-4 1-29,-1 1 0,-6-1-751,-8-4 1,-4-4 75,-7-4 0,-3-2-319,-3-6 1,-1-5-490,-1-6 1,-2-5 538,-1-1 1,2-1 730,-2-4 0,2-15 0,1-6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3:57.158"/>
    </inkml:context>
    <inkml:brush xml:id="br0">
      <inkml:brushProperty name="width" value="0.08571" units="cm"/>
      <inkml:brushProperty name="height" value="0.08571" units="cm"/>
    </inkml:brush>
  </inkml:definitions>
  <inkml:trace contextRef="#ctx0" brushRef="#br0">58 379 7843,'-2'-5'-45,"-1"-1"0,0 0 245,-1-1 644,4-2-655,-4 1 1,5 4-37,2 1 1,2-1-103,6 1 1,-1 1 104,4 2 0,0 3 47,6 3 1,-3 1-66,2 1 1,1 4-99,0 2 1,1 4-107,-1 2 0,-2 2-185,-4 0 0,-1 2-112,-4 1 1,0 2 168,-6 1 1,-4-2-128,-5-4 1,-2-1 71,-3-2 1,-5-2 20,-3-1 1,0-3 32,2-5 1,-2 1 199,0-1 1,0-4 99,2-1 1,2-2 93,1-1 0,-1-1 61,5-2 1,-1-1-94,6-4 1,1-1 103,4 1 1,0-1-51,0-2 0,0 2-71,0-2 0,5 2-15,3 1 1,1-1-248,5 1 1,0 0-224,2 0 1,1 0-276,-1 3 1,1-3-575,3 3 1184,-3 1 0,29-3 0,2 2 0</inkml:trace>
  <inkml:trace contextRef="#ctx0" brushRef="#br0" timeOffset="841">552 264 8336,'-2'-8'736,"-1"0"-632,-4 3 0,6 2 72,-1 6 0,1 2-57,1 3 0,0 0-14,0 0 1,0 3-79,0 0 0,1 4-189,1-1 0,-1-2 53,2 2 1,-1-1-207,1 1 1,-1-2 162,3-1 1,0-1-124,0 1 0,2-3 56,-1-3 1,1 2 40,1-5 0,1 1 78,-1-3 0,0 0-15,0 0 0,1-3 108,-1-3 1,0-4-84,0-1 0,-2-1 7,-1 1 0,-2 1 20,2-4 0,-3 2 429,1-2 0,-2-1-172,-1 4 1,0-2 158,0 2 1,-3 0-65,0 2 1,0 1 84,0 0 0,1 3-98,-3 3 48,3 1-120,-2 1 0,4 3-49,0 3 0,0 4-276,0 1 0,0 4 39,0 2 1,4 0-30,1 5 0,0-1-196,0 1 1,0 5 150,1-3 1,0 4-52,-3-1 1,2 2 81,-2 1 1,0-2-193,-3-3 1,-4-3 8,-1 0 1,-6-5 191,0 0 1,0-6 141,0-5 0,-1-2 310,-2-4 0,2-1 102,4-2 1,-3-2-236,0-3 0,0-1 107,3-2 1,2 1-48,1-4 1,3 3-1,-1-2 0,2 2-59,1-3 1,4 4-234,1-1 0,3-1-261,0 1 0,4 1-380,2 4 1,1-1-427,2 2 0,2 1 115,0 1 981,4 2 0,20 9 0,9 1 0</inkml:trace>
  <inkml:trace contextRef="#ctx0" brushRef="#br0" timeOffset="1457">857 552 7723,'4'-7'6,"1"1"0,0 0-97,0 3 138,1 1 1,2 2 88,0 0 0,0 0 58,0 0 1,1 0-59,-1 0 1,0 0-87,0 3 1,1-1 74,-1 4 0,-1-1-234,-1 3-18,1 0 16,-6 4 0,2-3 88,-6 2 1,-2 0 49,-3-2 1,0 1-22,0-5 1,-1 2-9,1-2 1,0 2 211,0-1 1,2-1-67,1 0 1,2-3 376,-3 1-433,5 1 1,-3-2 11,4 3 1,1-3-253,2 1 1,2-2 88,6-1 0,0 0-150,6 0 1,-2 0 102,7 0 0,-1 0-1270,1 0 1380,2 0 0,15-18 0,9-5 0</inkml:trace>
  <inkml:trace contextRef="#ctx0" brushRef="#br0" timeOffset="2099">511 50 7876,'0'-8'147,"0"3"1,0 1-167,0 1 141,0 2 734,0-3-768,-4 8 1,1 1-20,-3 3 1,0-3 28,3 1-186,-3-1 1,4 3-79,-4-3 153,5 2-107,-7-2 91,7 0 1,-2-1-148,3-1 161,0-2 258,0 2 0,1-9-188,1-2 1,0-2 271,4 2 1,-4-1-80,0 1 1,2 0 170,-1 0-72,3-1-481,-1 1 32,3 0 0,0 3-245,0 3 0,1 1-665,-1 1 1,1 3 490,2 3 1,-1 5-392,4 3 912,-1-3 0,22 34 0,5 5 0</inkml:trace>
  <inkml:trace contextRef="#ctx0" brushRef="#br0" timeOffset="2750">25 923 7870,'-5'0'0,"0"-1"0,2-2 423,-4 2-17,6-3-81,-2 1-107,3 2 1,3-3-33,3 4 1,5 0 9,3 0 0,2 0-112,3 0 0,3-3 2,6 1 0,3-1-178,7 3 1,6 0 352,11 0 0,10-1-90,9-2 0,5 2-320,-3-1 1,0 1 84,-4 1 0,-5 0-359,-6 0 0,-8 0 203,-9 0 0,-3 0 167,-3 0 1,0-3-350,-8 0 0,-4 1-1447,-13 2 1066,-1-4 783,-7 3 0,-13-6 0,-5 2 0</inkml:trace>
  <inkml:trace contextRef="#ctx0" brushRef="#br0" timeOffset="3317">124 1104 7870,'0'-8'-122,"0"-1"473,0 1 0,0 0-48,0 0 0,0 2 24,0 1 1,4 2-140,1-3 0,3 5-155,0-2 1,4 2 104,1 1 0,4 0 55,2 0 1,-1 4-87,4 1 1,-3 2 16,0 2 0,0 3-373,-2 1 1,0 3 162,-6 0 0,-4 1-116,-4-1 0,1 3 84,-2 1 1,0 0-32,-5-1 0,-1-1 37,-4 4 1,-4-1-194,-2 1 0,1-2 109,0-3 0,-1-1 117,-3 1 0,1-1 114,-1 1 0,1-5-76,-1-1 1,1-2 135,0-4 0,-1 2-92,1-5 0,3 1 37,2-3 1,2-1-45,0-2 1,2 2 125,2-5 1,1 0-37,4-5 1,1 2 59,2-2 0,1-2-211,4-1 0,4 1 99,2-1 1,2 4-503,0-1 0,3 0 207,1 0 0,0 0-422,-1 2 0,-1 2 683,4 2 0,0-3 0,6 7 0,2-2 0</inkml:trace>
  <inkml:trace contextRef="#ctx0" brushRef="#br0" timeOffset="4192">445 1293 7779,'0'-8'47,"4"3"189,-3-2 1,3 3 73,-1-1 1,-2 0-100,2 3 0,-1 0 402,0-4-191,-1 4-211,7-5 1,-7 6 137,5-2-310,-1-1 1,4 3-457,-1-2 1,-3 3 133,1 3 142,-1 2 1,3 5 54,-3 1 1,2 1-198,-5-1 1,4 2 86,-3 4 0,-1-4-60,-2 1 1,0 0 130,0 2 1,3 0 71,0-2 0,-1 0 98,-2-3 1,0 0-95,0-3 1,1 2 96,2-1-81,-2 1 1,4-9 187,-3 1 1,0-1-60,4-1 1,-4-1-98,4-1 1,-1-3-26,4-3 1,-1 0-91,0-1 1,0 0 159,1-2 0,-1 2-55,0-2 1,0-1 44,1 1 0,-4-3-52,0 4 0,0-1 39,1 2 0,0 1-27,-3 0 1,0 2 19,0 1-125,-2 3-84,3-2 0,-5 5 84,-2 2 1,1 2 67,-3 3 1,2 0-21,-3 0 0,5 1 3,-2 2 1,1-1-14,-1 4 0,2-4 66,-1 1 1,2-2 10,2 0 1,0-1-13,4 0 1,-1-1 87,3-1 0,3 0 163,0-3 0,3-1-80,-3-5 0,3 1 168,-3-3 1,3-3-70,-4-3 0,1-4-3,-2 1 0,-2 1-112,-2 0 0,2-4-12,-4-2 1,-1-1-276,-2 1 0,0 1-142,0-1 1,-2 2-868,-1 0 1,-3 4 1148,4-1 0,-5 11 0,3 0 0</inkml:trace>
  <inkml:trace contextRef="#ctx0" brushRef="#br0" timeOffset="4743">947 1343 7427,'0'8'1500,"0"-3"-1276,0 1 1,0-4 8,0 4 1,0-1-47,0 4 1,3 2-75,0 0 1,1 2-278,-2-2 1,2 4 167,1-1 1,0 1-502,-2 2 0,-1-2 274,3-1 0,-3-2-139,1-4 1,-2 0-98,-1 1 69,0-1 390,0-4 0,-4-15 0,-1-7 0</inkml:trace>
  <inkml:trace contextRef="#ctx0" brushRef="#br0" timeOffset="5035">1030 1359 6415,'3'5'2080,"-2"-1"-1631,2-1 0,-2-1-100,-1 3 1,3 1 5,-1 2 0,2 4-258,-1 2 1,1 1 102,1 2 0,2 0-557,-1 2 1,-2-1 280,2 1 1,-3-3-946,2-2 1,-2 1 180,2-4 840,-3 0 0,5-18 0,-2-3 0</inkml:trace>
  <inkml:trace contextRef="#ctx0" brushRef="#br0" timeOffset="5564">1104 1046 10237,'-4'5'539,"3"2"-232,-1-1 1,1 1-211,1 1 0,0 4-170,0 2 0,0 1-487,0 2 1,0 0 391,0 2 0,3-1-608,3 1 0,1-2 336,1 0 0,1-4-184,2-2 0,-1-3 624,1-3 0,9-12 0,2-7 0</inkml:trace>
  <inkml:trace contextRef="#ctx0" brushRef="#br0" timeOffset="5960">1260 1079 7836,'6'0'-40,"-1"0"0,-2-3 131,2 1 1,-2-1 47,3 3 14,-1 0 0,3 0-113,1 0 1,-1 0 128,0 0 0,0 0 58,1 0-162,-1 4 1,0-1-132,0 3 0,-2 1-82,-1-2 1,-3 0 78,1 1 1,-2-4-81,-1 4 177,0-1 0,-3 3-56,0 1 1,-3-4 26,0 1 1,-1-4 110,-1 4 1,0-1-100,-1 0 1,2 2 10,2-1 0,-2-2-43,4 2 0,0-3 50,0 2 0,2-2-58,-2 2 0,3-3 45,3 1 1,2 1-268,3-2 0,0 1 73,0-3 0,1 0-438,-1 0 0,3 0 307,0 0 1,1 0 308,-1 0 0,12-11 0,8-3 0</inkml:trace>
  <inkml:trace contextRef="#ctx0" brushRef="#br0" timeOffset="6235">1450 997 8844,'0'-5'1429,"3"2"-1193,3 3 1,2 3 140,3 3 0,2 5-57,3 2 1,1 6 80,-1 0 1,0 3-295,-3-3 0,-1 3 82,-3-3 0,-4 1-547,1 0 1,-5-6 261,2 3 1,-3-6-1014,-3 0 0,-1-3 536,-4-3 0,-1-1 573,1-4 0,-7-7 0,-3-2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16.643"/>
    </inkml:context>
    <inkml:brush xml:id="br0">
      <inkml:brushProperty name="width" value="0.08571" units="cm"/>
      <inkml:brushProperty name="height" value="0.08571" units="cm"/>
    </inkml:brush>
  </inkml:definitions>
  <inkml:trace contextRef="#ctx0" brushRef="#br0">84 154 8168,'3'3'0,"0"1"487,-3 2 1,-2 1-591,0 1 1,-3 5 111,1 2 0,-2 2-135,0 0 1,-1 2 35,1 0 0,-1 0 80,1 1 1,0-3-155,-1 0 1,1-3 18,2 1 1,-1-3-203,3-2 0,-2-2-181,2 1-105,-1-5 633,3-1 0,3-12 0,9-21 0,6-15 0</inkml:trace>
  <inkml:trace contextRef="#ctx0" brushRef="#br0" timeOffset="285">71 199 7798,'4'-7'121,"-2"1"1,-1 2-18,1 2 0,0 2-200,2 0 1,-2 0 66,2 0 0,-1 3 133,1 4 1,1 0-181,3 3 1,-1 1 92,2 2 0,0 0-36,0 0 0,2-1 8,-3 1 1,3-2-140,0 0 0,1-4 36,1 2 1,0-3 97,0-1 0,-3-2-23,1-3 1,-3-1-14,1-1 1,-1-3 320,-1-3 1,0 0-82,-2-3 1,-3 0-193,1-4 0,-1 1-62,1-3 1,-1 2-158,-2-2 0,0 0-400,0 0 1,-2-1 622,-1 3 0,-2 3 0,2 3 0</inkml:trace>
  <inkml:trace contextRef="#ctx0" brushRef="#br0" timeOffset="770">514 263 8090,'-1'-6'565,"-1"2"-201,1 1-215,-5 0 26,3 3 1,-4-1-172,1 3 1,-1 3 63,-2-1 0,1 4-12,-2 1 0,1 1-32,-2-1 0,4 2-21,-2 0 0,2 1-135,1 1 1,1 0 71,1 0 1,3-3-66,-2-2 0,4-1 34,3 0 1,1-2 143,6 0 0,0-2-79,2-3 0,-1-3 12,1-2 0,1 0-136,1-2 0,-4-1-176,2-1 1,-5-2-48,-2 0 1,1 1 124,-3-1 0,-1 3-402,-1-3 650,-1 3 0,-21-4 0,-5 2 0</inkml:trace>
  <inkml:trace contextRef="#ctx0" brushRef="#br0" timeOffset="1136">668 122 7798,'0'-7'0,"0"1"0,0 0 592,0-1 0,0 3 348,2 0-486,-1 2 0,2 0-20,-3 4 1,1 2-168,1 2 1,-1 4 110,1 3 0,-1 1-123,1 3 0,-1 2-36,1 2 1,-1 1-1,-1 0 1,2 1-718,0 2 0,0-1 365,-2-1 0,0-1 112,0 1 0,-1-5-1842,-1-1 0,2-6 838,-3-2 1,2-2-214,-1 0 1238,1-4 0,-2-26 0,3-9 0</inkml:trace>
  <inkml:trace contextRef="#ctx0" brushRef="#br0" timeOffset="1300">623 276 7798,'0'-4'0,"0"-1"-124,0 1 0,0-2 109,2 2 0,3 0-167,3 2 1,0 2 51,3-3 1,0 3-280,1 0 1,2 0 408,1 3 0,-2-3 0,23 12 0,2-2 0</inkml:trace>
  <inkml:trace contextRef="#ctx0" brushRef="#br0" timeOffset="1670">847 308 7798,'4'0'963,"-1"0"-568,-1 0 1,0 0-267,2 0 0,-2 0 77,3 0 1,-1 0-185,2 0 1,1 0 57,-1 0 1,3-1-437,-1-1 1,1 1 25,0-1 0,-1-1-264,2 1 0,-1-3 195,2 1 1,-3 0 103,0 0 1,-1 0 51,0-3 1,-4 1 242,-1 0 0,-1-1-49,-1 1 1,-1-1 48,-1 1 0,-1 2 210,-4 2 0,-1-1 34,-1 1 0,-2 0 189,0 2 0,-1 2-63,-1 0 1,0 3-84,0 0 1,1 2 263,2 2 1,-2 0-147,4 0 1,-1 0 145,3 2 1,1 1-182,1-1 1,3 1 24,-1 1 1,4-1-154,2 1 1,2-1-90,3-1 1,3 0-732,3-2 0,3-3 457,-1-1 1,4-4-630,0 1 1,-2-1 332,-2-1 0,-2-1-2212,0-1 2629,-2-1 0,-9-18 0,-1-3 0</inkml:trace>
  <inkml:trace contextRef="#ctx0" brushRef="#br0" timeOffset="2401">1482 32 7726,'1'-6'-44,"1"2"260,-1-2 0,2 4 56,-1-3 1,-1 2 85,1 1 0,0 1-94,0-1 1,-1 2 57,1 2 1,1 2-87,-1 5 0,1 1 120,-1 2 1,-2 5-97,2 2 0,0 1-187,0 4 0,-1 0-113,1 4 1,-1-1-219,-1 3 0,0-1-524,0 1 0,0-5 440,0-3 1,0-3-112,0-2 1,0-4 128,0-4 1,-1-5-477,-1-2 0,1-4 800,-1-2 0,-2-19 0,1-5 0</inkml:trace>
  <inkml:trace contextRef="#ctx0" brushRef="#br0" timeOffset="2913">1418 192 7726,'0'-6'169,"0"0"1,0 1 29,0 1 1,0 2-93,0-2 0,1 1 79,1-1 0,4 0-25,2-2 1,4-1-73,1 1 1,1-1 97,3 1 1,2-1-278,2-2 0,3 2 95,-3-1 0,-2 0-11,-1 2 1,-4 2-72,1 2-99,-5-1 0,-2 3 73,-4 0 0,-3 3 120,1 3 1,-1 3 108,-1 2 0,-1 1-76,-1 1 1,2 2 33,-3 0 1,3 2-44,0-2 0,0 3-68,3-1 1,-2 1 82,3 2 1,-2-3-109,3 0 0,-3-3 56,2 1 0,0-1-112,0-2 0,-1-2 114,-3-1 0,1-5-26,1-2 169,-2 2 1,4-4-92,-2 0 1,-1-3-218,4-3 0,-1-1 70,2 1 1,1-3-30,-1 1 0,1-4 31,2 2 1,-2 0 14,2-1 1,-2 2 86,-1-1 0,1 0-75,2-1 1,-2 0 114,2 2 1,-2 0-68,-1 3 0,-2 2 211,1 0 1,-1 2-45,2 0 0,-2 2-128,-2 2 1,1 2-28,-1 5 1,2 1-81,-2 3 1,1 0-53,-3-1 1,0 1-240,0 0 0,0 0-517,2 0 1,-1-1 176,1-1 711,2-2 0,-1-3 0,4 1 0</inkml:trace>
  <inkml:trace contextRef="#ctx0" brushRef="#br0" timeOffset="3751">2117 224 7742,'-3'-6'0,"-1"0"0,-2 2 0,0-2 151,-1 2 1,1 1 301,0 1 0,-1 1-112,-2 1 1,2 0-141,-2 0 0,0 1-90,0 1 0,-1 3 115,1 3 0,1-1-204,1 2 0,2 1 119,0 0 1,0 0-196,3 1 1,0 0-101,2 2 1,0-1-150,0-2 1,1 2-50,1-4 0,1 3 162,1-2 1,2-2-16,1-2 0,-1-2 57,3-3 1,0 0-84,0 0 1,-1 0 37,-1 0 0,1-3 39,1-2 0,0 0 59,-1-2 1,0-1 126,0-1 1,0 0 37,1 0 0,-2 0-93,1-2 0,-3-1 118,0 2 1,-2-2-37,1-1 1,-1 2 51,-3 0 0,0 4 40,0-2 38,0 2 0,-1 3 10,-1 2 1,1 1-64,-3 1 1,2 3 40,-3 2 0,4 1-83,-1 3 0,-1-2-117,1 4 0,0 0 119,2 2 0,0-1-116,2-2 0,0 2 94,2-1 1,0-1-173,3 1 0,-1-3-37,1 3 0,1-4-51,1 0 0,0-2 116,0-3 0,-2 1 35,1-3 0,0 0-127,1 0 1,-2-4 112,1-2 0,0-1-141,1-4 1,-2 0 76,1-2 0,0 0 19,1 1 0,-2-2 18,1-1 0,-1 1 178,-3-3 1,2-1 146,-2-3 1,1 1-121,-1-2 0,0 2 142,-2 1 1,-1 0-59,1 0 0,-1 3 67,-1 3 0,0 3-29,0 4 0,-1 2 324,-1 2-451,1 1 1,-5 2 8,2 1 0,1 4 168,-2 2 0,4 4-88,-1-2 0,-1 3-135,1 2 0,0 2 47,2 2 0,0 0-229,0 0 1,0 1 97,2-1 0,0 2-142,2 1 0,-2-1-168,3-2 0,-1 0-196,2 1 0,1-4-121,-1-1 0,0-4 249,1-3 1,-1-1-177,1-3 0,1-2 180,1-4 0,0-2 89,0-5 1,-2-1 290,4-3 0,3-14 0,2-3 0</inkml:trace>
  <inkml:trace contextRef="#ctx0" brushRef="#br0" timeOffset="3951">2252 154 7750,'-7'-3'0,"4"2"388,1-4 1,2 3-182,2-2 1,4 3-294,5-2 1,2 2-361,2-1 0,-1 1 261,3-1 1,3-1 184,4 1 0,18-6 0,5 1 0</inkml:trace>
  <inkml:trace contextRef="#ctx0" brushRef="#br0" timeOffset="4286">2688 366 8328,'6'-45'0</inkml:trace>
  <inkml:trace contextRef="#ctx0" brushRef="#br0" timeOffset="4435">2707 231 7750,'-5'-7'352,"0"1"1,2 0 292,3-1-2709,0 4 1111,0-3 953,3 5 0,4 1 0,3 4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23.250"/>
    </inkml:context>
    <inkml:brush xml:id="br0">
      <inkml:brushProperty name="width" value="0.08571" units="cm"/>
      <inkml:brushProperty name="height" value="0.08571" units="cm"/>
    </inkml:brush>
  </inkml:definitions>
  <inkml:trace contextRef="#ctx0" brushRef="#br0">103 373 7769,'0'-4'519,"0"1"-461,0 0 229,0 3-289,0-3 0,-1 8-40,-1 1 0,1 2-17,-1-1 0,1 0 57,-1 1 1,1 1-166,-1 2 1,1 1 80,1-1 0,0 1-91,0 1 0,0-2 77,0-1 0,1 0-59,1 1 0,-1-2 59,4-2 0,-1-3-49,2 0 0,3-2 55,-1 0 0,1-2-2,-3 0 0,2-2 79,0-3 1,-1-2-61,2-2 1,-1-2-17,0 0 0,-1-1 93,2-1 0,-4 0 53,-1 0 1,0 0-116,0 1 1,-1-1 206,-3 0 0,0 1 23,0 1 1,0 2 231,0 2-38,0 1-246,0 2 1,0 2 6,0 4 0,-1 2-19,-1 2 0,1 4 41,-1 0 0,1 5-39,1 3 1,0 0-115,0 1 0,0 1 50,0-1 0,0 2-101,-2 1 1,0 2 41,-2-1 0,0 1 65,-3 0 0,-2 0-175,-2-2 0,-1 0 31,-1-1 1,-2-4 152,-3 0 0,1-3-73,0-3 1,-1-2 314,3-3 1,0-2-98,5-2 1,1-2-144,2-2 0,1-2 39,2-2 0,1-3-56,3 1 0,3-4-129,1 2 1,5-3 113,2 1 0,1-1-500,3 0 1,0 1 185,2 1 1,0 0-414,2 2 0,-2 0 700,-2 0 0,18 2 0,5-2 0</inkml:trace>
  <inkml:trace contextRef="#ctx0" brushRef="#br0" timeOffset="188">353 681 7779,'0'4'148,"-1"0"1,0 1 178,-1 1 0,0 1 467,2 2 1,0-2-277,0 4 1,0 0-335,0 2 1,0-3-330,0 1 0,0-1-488,0 1 1,0 0-638,0-2 1,0-3 189,0-2 1080,0-2 0,5-19 0,2-8 0</inkml:trace>
  <inkml:trace contextRef="#ctx0" brushRef="#br0" timeOffset="763">167 26 7771,'-6'5'42,"1"-1"1,1 1 0,-1 1 288,-1 0 1,2 0-247,0 1 0,0-1 70,0 1 1,-1-1-272,3 0 0,-2-1 10,1-1 65,-2 0-204,5 3 170,-3-4-164,3 0 1,1-3 88,1 0 0,-1-3-61,3-1 1,-1-2 95,1 0 1,-2-1 218,2 1 0,-2-1 13,3-2 0,-3 2 150,2-1 1,-2 0-17,0-1 1,-1 4-67,1-1 1,-1 1 53,1-1 0,1 1 260,-1 1-458,0 3 1,-1-2 124,1 3 1,-1 3-673,4 1 0,0 4 302,3 3 0,0 1 89,3 1 115,0 3 0,16 26 0,3 9 0</inkml:trace>
  <inkml:trace contextRef="#ctx0" brushRef="#br0" timeOffset="1238">642 565 9104,'9'0'499,"-1"0"-295,2 0 0,1-1-192,2-1 0,2 2-184,0-3 1,1 3-209,-1 0 0,-2-2-626,2-1 1,-1 1 219,-2 2 786,-2 0 0,-12 0 0,-6 0 0</inkml:trace>
  <inkml:trace contextRef="#ctx0" brushRef="#br0" timeOffset="1431">616 661 7771,'-6'4'481,"-1"-1"0,4-3-85,3 0 1,4 0-102,4 0 0,2 0-79,3 0 1,3 0-693,1 0 0,-1 0-148,2 0 0,-1-2-1185,2-1 1809,-3 1 0,17-12 0,1-4 0</inkml:trace>
  <inkml:trace contextRef="#ctx0" brushRef="#br0" timeOffset="2114">1193 315 7967,'-4'-6'943,"0"2"-309,2-2-383,-1 6 1,3-3 135,0 6 0,0 0-82,0 4 0,0 4-102,0 2 1,3 5 8,-1 1 0,0 3-121,-2 4 0,2 2-51,0 2 1,0 2-138,-2 2 0,0-2-343,0 0 0,0-3 270,0-5 0,0-5-345,-3-1 1,0-7 224,-4 0 1,3-4-491,0-3-304,2-1 418,0-3 0,2-3 666,0-1 0,0-2 0,2 0 0,5-15 0,3-3 0</inkml:trace>
  <inkml:trace contextRef="#ctx0" brushRef="#br0" timeOffset="2406">1187 616 7730,'3'-6'126,"-3"2"0,4-1 39,-2 1 1,0 0-15,2 0 1,0 0 90,3 0 1,0-2-19,1 2 1,2-2-149,3 0 0,0-1 82,0 1 1,2 0-96,0 2 0,2-1 16,-2 3 1,-2 0-95,-3 2 1,-2 3 116,1 1 1,-4 4 11,-1 3 0,-3 1 69,1 1 1,-1 2-62,-1 0 0,-2 2-203,0-2 0,-1 0 67,1-2 0,1-3-581,-1 1 0,1-3-66,1 1 0,1-3-328,1-2 0,0 1 989,2-3 0,9-11 0,4-5 0</inkml:trace>
  <inkml:trace contextRef="#ctx0" brushRef="#br0" timeOffset="3064">1546 661 7730,'0'-4'252,"0"0"-216,0 2 59,3-3 1,0 4 166,4-1 1,-1 1-51,1 1 1,1 0-65,1 0 1,2 2-4,-3 0 1,3 3-102,-3 0 0,2 0-192,-2 2 0,-3-1 105,2 1 1,-5-1-369,0 0 316,1 4 0,-3-3 20,0 1 1,-3-1 42,-6 0 1,2-1-39,-1-2 1,-2 1 10,2-3 0,-1 1-14,3-1 0,-1-1-21,1 1 106,0-1 1,0-1 296,2 2-198,-2-1-134,5 2-14,-2-3 1,8 0-76,2 0 1,1 0-125,-2 0 173,0 0 1,3 0-111,-1 0 0,1 1 73,-3 1 1,1-1 29,-1 4 1,1-3-15,-1 2 1,1 2 63,-1 3 1,0-1-22,1-1 0,-3 2 71,0 2 1,-2-1 209,0 1 1,-1-2-84,-1 2 0,-4 1 61,-2-1 1,-1 0-44,-4 0 1,0-2-211,-2-2 1,0-1 88,-2 1 0,1-3-560,-4 0 1,3-2 112,-2 0 0,3-4 393,-1 0 0,4-20 0,2-3 0</inkml:trace>
  <inkml:trace contextRef="#ctx0" brushRef="#br0" timeOffset="3624">1944 296 7935,'-7'3'1086,"1"3"0,0-3-686,-1 1 0,-1 4 46,-1-2 0,0 5-97,0 0 1,0 4-190,-2 2 1,0 4 40,2 3 0,1 4-114,4 4 1,1 3 66,3 1 1,1-2-317,1-4 1,2-1 196,5-4 0,1-1-766,3-2 0,-3-4-95,1-5 1,-3-3-447,1-1 0,-2-3-53,-1-2 1325,-2-1 0,-4-14 0,-4-3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28.099"/>
    </inkml:context>
    <inkml:brush xml:id="br0">
      <inkml:brushProperty name="width" value="0.08571" units="cm"/>
      <inkml:brushProperty name="height" value="0.08571" units="cm"/>
    </inkml:brush>
  </inkml:definitions>
  <inkml:trace contextRef="#ctx0" brushRef="#br0">19 20 7711,'-6'0'141,"3"0"120,-3 0 164,5 0-49,-2 0 3,3-3 66,0 2-331,0-1 1,3 2 83,1 0 0,4 0-152,1 0 1,2 0-13,0 0 0,3 0-134,1 0 1,3-3 3,-1 1 1,2 0 0,0 2 0,-1 0-311,-1 0 1,-1-2 176,-3 0 0,-1 0-683,-1 2 291,-2 0-383,-5 0 1004,-2 0 0,-2 0 0,-2 0 0,-2 0 0,-2 0 0,-7 3 0,0 0 0</inkml:trace>
  <inkml:trace contextRef="#ctx0" brushRef="#br0" timeOffset="285">218 26 7711,'4'0'356,"-1"0"14,-3 0-149,0 3 0,-1 1-11,-1 2 0,-2 3-36,-2 2 1,-1 2 35,-2 2 0,-1 1-94,-3 4 1,3-1 49,-1 0 1,0 0-279,-1 1 1,1-1-22,0 0 1,3 0-143,0-2 1,1-4-133,0-2 0,3-3-24,0 0-142,2-3 133,-1-3-699,3-2 1139,6 0 0,-2 0 0,6-5 0,-4-2 0</inkml:trace>
  <inkml:trace contextRef="#ctx0" brushRef="#br0" timeOffset="492">58 334 8640,'5'0'393,"1"0"0,2-2-255,5 0 0,1 0-120,1 2 1,1-1-273,3-1 0,-2 1 186,0-1 1,-2 1-949,0 1 1,-5 0 226,-1 0 789,-2 0 0,-9 0 0,-2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30.408"/>
    </inkml:context>
    <inkml:brush xml:id="br0">
      <inkml:brushProperty name="width" value="0.08571" units="cm"/>
      <inkml:brushProperty name="height" value="0.08571" units="cm"/>
    </inkml:brush>
  </inkml:definitions>
  <inkml:trace contextRef="#ctx0" brushRef="#br0">7 527 7686,'0'-4'237,"0"1"1388,0 3-1236,0 6 1,0 1-97,0 3-169,0 2 34,0-2 1,0 3-276,0 0 1,0 2 149,0 0 0,1 0-678,1-2 0,-1 0 384,1-1 1,-1-2-683,1-1 943,-1-2 0,13-26 0,1-7 0</inkml:trace>
  <inkml:trace contextRef="#ctx0" brushRef="#br0" timeOffset="1127">58 14 7731,'-3'0'410,"-3"0"-219,3 0 1,-4 3 7,1 1 1,-1 2-10,1 3 0,2-1-13,-1 5 0,2 1-120,-1 3 0,1 1-366,3-1 1,0 4 219,0 1 1,0-2-649,3-3 0,0 1 371,4-3 0,-1-2-255,0-2 621,1-4 0,22-12 0,6-6 0</inkml:trace>
  <inkml:trace contextRef="#ctx0" brushRef="#br0" timeOffset="1677">212 46 7708,'7'-2'64,"-1"0"-46,1-1 1,-1 3 128,0 0 1,-1 0-82,-1 0 0,0 1 57,0 1 0,1 0-269,-3 2 0,1 0 72,-1 3-83,-1-1 1,1 0 28,-2 1 1,-2-1-34,0 1 0,-3-1 160,1 1 1,-2-2-5,0-1 1,-1 1 57,1-2 1,0 1-75,-1-2 35,1 3 0,0-4 9,2 4 73,-2-4-55,3 2 2,-1-3 29,1 0-45,3 0 0,5 0-101,2 0 1,0 0 84,0 0 0,-1 0-123,1 0 1,-1 2 58,0 0 1,1 1-22,-1-1 1,1 0 95,-1 2 1,0-2-56,1 2 0,-3 1 166,0 1 1,-2 0-92,0 1 1,-2-1 89,-2 1 0,-2 1-59,-2 1 1,-3-1-103,-2-1 1,-1-1-108,-1 1 1,-3-1-246,-1 0 0,2-1 111,0-1 270,-2-3 0,15-6 0,1-6 0</inkml:trace>
  <inkml:trace contextRef="#ctx0" brushRef="#br0" timeOffset="2043">328 14 7733,'0'-7'1573,"0"4"-1210,0 0 1,1 4-100,1 1 0,1 1-64,4 4 0,1 2 0,1 2 0,2 3-144,0 1 1,-1 3 42,1-1 0,-6 1-911,2 2 1,-3-1 69,0 0 0,-1 0-340,-3-2 1,-3-2 1081,-1-2 0,-10 0 0,-3 0 0</inkml:trace>
  <inkml:trace contextRef="#ctx0" brushRef="#br0" timeOffset="2635">584 309 7314,'0'-7'1495,"0"1"-647,0 2-565,0 2 0,3 2 27,2 2 1,1 3-111,2 3 0,2 2 156,3 3 0,3 3-159,1 1 1,-1 2-137,-1 2 0,-4 3-95,0 4 0,-6 0 79,-1 2 0,-3-1-159,-3-4 0,-4-2 60,-3-1 1,-2-3-445,0-2 1,-1-2 249,-1-4 1,3-4-241,-1-3 1,3-3 2,0 1 485,0-1 0,11-15 0,1-4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37.400"/>
    </inkml:context>
    <inkml:brush xml:id="br0">
      <inkml:brushProperty name="width" value="0.08571" units="cm"/>
      <inkml:brushProperty name="height" value="0.08571" units="cm"/>
    </inkml:brush>
  </inkml:definitions>
  <inkml:trace contextRef="#ctx0" brushRef="#br0">26 328 7857,'-6'0'405,"0"0"-308,-1 0 271,4 0-97,0 0 126,3 0-158,5 0 1,-2 0-94,6 0 1,-3 0-4,2 0 0,1 0-203,0 0 0,2 0 50,0 0 0,0 0-118,0 0 1,1 0 82,-1 0 0,1 0-2,1 0 1,0 0 26,0 0 0,-1 0-116,-2 0 1,2 0 123,-4 0 0,1 0 0,-3 0 0,-1 0 229,-1 0-214,-3 0 801,2 0-767,-6 3 0,0-2-1,-1 3 1,1 1-59,0 1 0,1 1 65,-3-1 1,0 1-96,0 2 1,-1-2 82,-3 4 0,1 0-71,-2 2 0,1 0 55,-1-1 1,0 0-30,-1 1 0,-1-4 6,1 4 0,2-4-1,0 2 1,1-4 131,0 2 0,3-3-114,-2-1 1,5 0 79,-3-3 0,4 1-36,-1-1-13,1-1-4,4 1 1,3-2-111,2 0 1,4 0 103,-2 0 0,2 0-184,1 0 0,3 0-142,1 0 1,-1-2-297,1 0 1,-2-2 12,3 2 1,-3-1-982,2 1 1560,-3 1 0,2-5 0,-4 3 0</inkml:trace>
  <inkml:trace contextRef="#ctx0" brushRef="#br0" timeOffset="280">398 514 7804,'0'3'1358,"0"3"-900,0-2 1,0 2-197,0 1 0,0 0-24,0 1 1,0 2-27,0 3 1,0 0-48,0 0 1,0 2-69,0 0 0,0 0-646,0-3 0,0 1 174,0 0 375,-2-3 0,-2-6 0,-2-5 0</inkml:trace>
  <inkml:trace contextRef="#ctx0" brushRef="#br0" timeOffset="838">507 46 8092,'-4'0'1085,"0"0"-797,2 3 0,-2 0-86,1 4 1,-1 2-27,2 1 0,-2 5-218,2 3 1,-1 0 128,3 1 0,-2 3-613,0 2 0,0 0 315,2 0 1,2-2-692,0-3 1,3-3 449,0-1 1,2-5 451,2-3 0,11-12 0,1-6 0</inkml:trace>
  <inkml:trace contextRef="#ctx0" brushRef="#br0" timeOffset="1396">661 103 7860,'3'-5'135,"2"0"0,0 0 77,2 3 1,-1 0-127,0 2 0,1 0 33,-1 0 0,1 1-87,-1 1 0,1-1 1,-1 4 0,1-1 103,2 2 1,-4 1-264,1-1 0,-3 1 100,1-1 1,-2 0-100,0 1 0,-2-1 7,0 1 0,0-1-46,-2 1 1,-1-3 110,-2 0 0,0 0 60,0 0 0,-1 0 10,-2-2 0,0-2-34,0 3 0,1-1 81,0 0 0,1 1-64,-1-3 1,3 0 105,0 0 0,2 0-52,-2 0 291,2 0-221,-4 0-110,6 0 0,-3-1-64,3-1 0,3 1 94,1-1 0,0 1-79,0 1 0,0 0 69,2 0 0,1 0-16,-1 0 1,1 0-27,-1 0 1,1 0-114,-1 0 0,3 2 74,-1 0 0,1 3 50,-3 0 0,0 0 11,1 2 0,-1 0-20,-2 2 0,-1-2-23,0 1 1,-3 0 26,2 1 0,-4-2 10,-2 1 1,-4-1-9,0 0 0,-4-1-1,1-2 1,-1 1-346,-3-3 0,1 2-1083,-1-2 1430,2 0 0,6-13 0,1-3 0</inkml:trace>
  <inkml:trace contextRef="#ctx0" brushRef="#br0" timeOffset="1681">803 20 7860,'0'-6'1359,"0"0"-921,2 2 0,0 1-195,2 3 0,3 3 39,4 1 1,1 4-71,1 3 1,0 2 13,-1 2 0,2 1-1,1 4 1,-4-1-450,-1 0 0,-2 0 43,-1 1 1,-4-1-184,-1 0 0,-2-3-207,-2-1 0,-2-1-1306,-5-1 1877,2-3 0,-8-10 0,2-4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40.416"/>
    </inkml:context>
    <inkml:brush xml:id="br0">
      <inkml:brushProperty name="width" value="0.08571" units="cm"/>
      <inkml:brushProperty name="height" value="0.08571" units="cm"/>
    </inkml:brush>
  </inkml:definitions>
  <inkml:trace contextRef="#ctx0" brushRef="#br0">0 181 7826,'4'-4'563,"2"2"1,-3 2-360,4 0 0,1 0 5,1 0 0,2 0-112,0 0 0,3 0 84,1 0 0,2 0-473,-2 0 0,2 0 245,-2 0 0,2 0-816,-2 0 0,-2 0 429,-2 0 1,-3 0 433,0 0 0,-6 2 0,-3 2 0</inkml:trace>
  <inkml:trace contextRef="#ctx0" brushRef="#br0" timeOffset="257">32 264 9057,'7'0'561,"-1"0"-464,1 0 0,3 0-143,2 0 0,2 0-942,3 0 1,0 0 243,2 0 744,-2 0 0,33-8 0,5-3 0</inkml:trace>
  <inkml:trace contextRef="#ctx0" brushRef="#br0" timeOffset="1224">712 117 7826,'-4'-6'0,"0"1"0,1 1 0,0-1 117,0-1 1,1 2 46,2 0 0,0 1-164,0-1 160,0 0-187,3-3 0,0 2 37,4 1 0,-1 0-129,1 2 87,-1 1 1,1-2 64,-1 3 1,0 1-117,1 1 1,-1 0 51,1 2 1,-3 2 93,0 3 0,0 1-120,0-1 1,1 5-116,-3-2 0,1 3-64,-1 0 1,-1 0 146,1 2 1,-2-3-5,-2 1 1,0 1 14,-2-1 1,1 0 35,-2-3 1,2 0-37,3-1 0,0-2 105,0-2 0,0-1-16,0 1 0,3-4 81,2-1 0,0-1 28,2-1 1,0-1-73,1-1 1,2-1-33,0-4 1,2 1-1,-4-1 0,4 1 51,-2 0 0,0-3-40,-2 0 1,0 0 32,1 1 1,-2 1 16,1-2 0,-1 1 99,-3 0 1,1 0-122,-3 0 0,2-1 4,-2 0 0,1 1 1,-1 1 1,-1 1 8,1-1 1,-1 3-68,-1 0 119,0 2-295,0-1 153,-3 6 0,2 1 27,-1 2 1,-1 1 67,1-1 1,0 3-56,2 2 1,-2-1-42,0 1 1,0-3 41,2 3 1,1-2-28,1 1 0,-1-1 35,3 1 1,1-2 56,1 1 0,0-3 5,1-1 0,2-3 136,2-2 1,1 0 13,1 0 0,2-2-55,0-3 0,0-3 157,-2 0 0,-3-4-37,1 2 1,-3-4-123,0-1 1,-1-3 2,-3 4 0,-1-4-84,-3 1 0,0-2-247,0 0 0,-4 0-364,-2-1 1,-1 2-703,-1 1 0,-1 2 588,0 4 0,1 2 623,1 2 0,9 7 0,3 0 0</inkml:trace>
  <inkml:trace contextRef="#ctx0" brushRef="#br0" timeOffset="1772">1251 252 7985,'0'-7'711,"0"3"-164,0 0-96,0 2 965,0-1-1086,0 12 1,0-3-183,0 6 0,0-2 64,0 0 1,0 2-142,0 3 0,2-2 85,0 2 0,1-1-625,-1-1 1,-1 1 280,1-1 0,-1 2-729,-1-4 0,0 0 86,0-5 1,0 1-1126,0-1 1956,0-3 0,8-17 0,3-7 0</inkml:trace>
  <inkml:trace contextRef="#ctx0" brushRef="#br0" timeOffset="2067">1360 232 8050,'0'-4'1031,"0"0"-271,0 2-13,0-1-468,3 3 0,-2 1 101,1 1 0,-1 2-116,1 2 0,1 1-54,2 2 0,0 1-35,0 3 0,-2 0-115,1-1 0,-2 3 52,3 0 1,-3 1-155,2-1 1,-2-1 88,0 0 0,-2 0 40,0-1 1,0-2-748,0-1 1,0-4-92,0 0 751,3-4 0,1-7 0,2-6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43.466"/>
    </inkml:context>
    <inkml:brush xml:id="br0">
      <inkml:brushProperty name="width" value="0.08571" units="cm"/>
      <inkml:brushProperty name="height" value="0.08571" units="cm"/>
    </inkml:brush>
  </inkml:definitions>
  <inkml:trace contextRef="#ctx0" brushRef="#br0">45 0 7802,'-3'0'535,"-3"0"1,2 1-283,-2 1 1,2 0 120,-1 5 0,2-1-118,-1 4 1,-1 1-51,3 2 1,-1 2-197,3 3 0,0 2 63,0 2 1,3 0-688,2-1 0,0-1 364,2 1 0,1-1-853,1-3 1,1-2 1102,-1-5 0,14-12 0,1-6 0</inkml:trace>
  <inkml:trace contextRef="#ctx0" brushRef="#br0" timeOffset="925">199 39 7128,'0'-4'545,"3"2"1,1 2-482,2 0 101,0 0 1,3 0-12,0 0 0,-1 0-238,-1 0 0,1 2 139,1 3 0,-1-2-475,-1 2 299,-1-1 0,0 2 30,-2 1 0,-1-3 4,-3 0-12,0 0 74,-3 3 1,-1-1-32,-2-2 103,-3 2 1,2-6-69,-2 2 1,2-1 32,1-1 1,1 2-10,1 0-115,0 1 0,-1-3 88,1 0 6,3 0 600,-2 0-552,9 0 1,-2 0-209,4 0 205,0 0 0,-2 0-52,0 0 0,1 2-29,-1 0 1,3 1-18,-1-1 0,1 1 53,-3 4 0,1-1-7,-1 1 0,-2-1-20,1 0 1,-4 2 19,1 0 1,-1-1 45,-1 2 0,-3-2-37,-1-1 0,-3 1 49,-1-1 1,0 0-105,-3-2 1,1 1-130,-3-3 1,0 3-246,0-3 0,2 0 445,1-2 0,2 0 0,-1-3 0,2-1 0</inkml:trace>
  <inkml:trace contextRef="#ctx0" brushRef="#br0" timeOffset="1252">372 13 7928,'7'0'277,"-2"-2"270,1 0 0,-1 0-156,4 2 1,1 1 31,0 1 0,0 2-81,1 5 1,0 1-6,2 2 1,-3 3-86,1 0 1,-4 3-132,0-1 0,-2 4-170,-3 0 0,0 0-229,-4-4 0,-3 1-797,-3-3 0,0-1 576,-3-3 0,3-2-874,-3-3 1373,3 1 0,-7-12 0,2-3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47.447"/>
    </inkml:context>
    <inkml:brush xml:id="br0">
      <inkml:brushProperty name="width" value="0.08571" units="cm"/>
      <inkml:brushProperty name="height" value="0.08571" units="cm"/>
    </inkml:brush>
  </inkml:definitions>
  <inkml:trace contextRef="#ctx0" brushRef="#br0">200 19 7868,'-3'-5'20,"-2"0"1,0 1-1,-2 1 1,0 2 0,-1 0-1,-1 1 332,-1 0 1,-3 1-234,-2 1 1,0 1-60,3 4 0,-2 0 14,-1 2 1,4-2-98,-2 4 1,4-2 125,1 1 1,1-1-1,0 2 0,4-3-478,0 3 1,3-3 178,0 0 0,3-1-88,1 0 0,2-4 80,3-1 0,-1-1-3,2-1 1,2 0 33,3 0 0,-2-1 12,2-1 0,-3-1 47,-2-1 1,1-1 7,2 0 1,-1 0 147,-1-2 0,0 1-92,-2-1 1,-1 1 304,-1-1 1,-2 1-2,0 0 655,-3-1-220,-2 1 101,0-1-490,0 4 0,0 1 128,0 4-153,0 1 0,0 6-47,0-1 1,0 4-221,0-1 1,0 1 103,0 1 1,1 0-243,1 2 0,-1 1 90,1 4 1,0 1-375,0 0 0,-2 3 133,3-3 0,-3 2-32,0-4 0,0 1-8,-3-8 47,3 3 1034,-3-8-600,3-1 1,0-4 422,0-4 0,1-1-264,1-1 0,1-4 18,4 2 0,-1-2 1,1 2 1,-1-3-285,0 1 1,3-3 28,-1 2 1,3 0-111,-2 0 1,1 2-541,-1-4 0,2 3 312,-3 0 0,1 0-1094,-3 2 1,0 2 75,-2-1 1273,2 4 0,-3 10 0,4 5 0</inkml:trace>
  <inkml:trace contextRef="#ctx0" brushRef="#br0" timeOffset="382">501 340 7868,'-3'0'1855,"0"0"0,3 1-1474,0 1 1,0 2 14,0 5 1,0-1-114,0 2 0,0 1-369,0 2 0,0 0 133,3-1 0,-3 2-935,2 1 0,-1-4 541,-1 2 0,2-2-1089,0 0 1436,0-2 0,7-23 0,2-4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48.945"/>
    </inkml:context>
    <inkml:brush xml:id="br0">
      <inkml:brushProperty name="width" value="0.08571" units="cm"/>
      <inkml:brushProperty name="height" value="0.08571" units="cm"/>
    </inkml:brush>
  </inkml:definitions>
  <inkml:trace contextRef="#ctx0" brushRef="#br0">39 20 7905,'0'-6'-255,"0"2"804,-2 2 1,1 0 218,-1 0-504,-2 2 1,1 0-15,-1 4 1,-1 2-21,3 3 1,-2 1-132,2 3 0,-3-1 131,3 1 1,0 3-466,2 1 0,0-1-120,0 2 1,3-1-339,1 2 0,0 0-247,3 0 0,-2-2 437,3-2 1,0-2 502,1-3 0,-2-3 0,14-13 0,-1-5 0</inkml:trace>
  <inkml:trace contextRef="#ctx0" brushRef="#br0" timeOffset="394">213 78 7905,'0'-5'-248,"0"1"248,0 0 0,2-2 465,3 2 1,0 1-119,2 3 0,-1 0-103,1 0 1,1 0-64,1 0 0,2 2 0,0 0 0,-1 3-438,1 0 1,-4 0 164,2-1 1,-2 1-51,0 0 1,-3 0 147,0-1 0,-3 2-524,2-2 357,-3 2 0,-3 0 147,-1 1 1,-1-3 184,-2 0 1,-1 0-129,-1 0 1,-2 2 154,0-2 0,2 1-45,0-1 0,1 2-46,1-2 0,-1 0 120,4 0-320,1 0 0,0 3-32,3-1 1,1-2-143,1 1 0,2-3 149,2 2 1,3-2 56,-1 2 0,4-2-997,-2 0 0,0-1 235,1-1 823,0 0 0,19-6 0,4-1 0</inkml:trace>
  <inkml:trace contextRef="#ctx0" brushRef="#br0" timeOffset="650">405 14 7905,'0'-5'232,"0"1"1,1 3 163,1-2 1,2 3 260,5 0 0,1 3-214,3 4 0,0 0-153,2 6 1,-1-1-170,1 6 0,-3-4 96,-1 1 1,-2 1-429,-5 1 1,1 0 177,-3 0 0,0-3-1138,-2 1 0,-3-1 164,-1-2 1007,-2 1 0,-11-6 0,-4-1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51.379"/>
    </inkml:context>
    <inkml:brush xml:id="br0">
      <inkml:brushProperty name="width" value="0.08571" units="cm"/>
      <inkml:brushProperty name="height" value="0.08571" units="cm"/>
    </inkml:brush>
  </inkml:definitions>
  <inkml:trace contextRef="#ctx0" brushRef="#br0">254 628 7892,'7'0'0,"-2"-1"0,0-1 942,0 1-139,-4-1-68,2 2-523,-9 0 1,1 0-42,-6 2 0,-2-1-12,-4 1 0,-2 1-160,0-1 1,-1 1-374,-1-1 0,1-1 241,-2 1 0,1 1-572,2-1 1,1 0 346,5-2 1,1 0-1276,1 0 896,2 0 737,5 0 0,16-14 0,6-4 0</inkml:trace>
  <inkml:trace contextRef="#ctx0" brushRef="#br0" timeOffset="200">126 570 7892,'-4'0'774,"-1"0"1,4 1-253,-1 1 1,1 0-126,1 2 0,0 0-249,0 3 0,0 0-266,0 1 0,1 0-171,1 3 1,-1-1 241,4 0 0,-3 3 132,2-3 0,0 0-85,0 1 0,10-3 0,0 1 0</inkml:trace>
  <inkml:trace contextRef="#ctx0" brushRef="#br0" timeOffset="1051">600 455 7760,'0'-7'1403,"0"1"-1220,0 0 0,0-1 27,0 1 1,3 1-100,-1 1 0,3 1 72,-1-2 0,2 0-155,3 3 0,-2-2 25,2 2 1,-1-2-198,0 1 0,-1 1 101,2 2 1,-2 0-186,-1 0 23,1 3 1,-2 3-82,0 2 1,0 2-68,-3-2 0,2 2 89,-2 3 0,2-1 7,-1-1 0,-1 2 114,1-2 1,-3 3 126,2-4 0,-1 2-94,-1 1 0,2 0 101,0 0 1,1-3-60,-3-2 0,0 0 78,0-2-74,2 0 1,2-2 131,2-2 0,1-1 67,-1-1 0,1-3-167,-1-1 1,1-2 17,2 0 1,-1-3-2,2 0 0,-2-1 128,1 1 0,-1-2-77,0 0 1,-2 1 91,2-1 0,-4 4-9,2-2 1,-4 2-84,1 0 0,-2 2 177,1 1-103,-1 1-92,2 3 1,-8 3 9,1 1 0,-1 2-22,3 3 0,1-2 1,-1 1 1,1 2-47,1-2 0,0 3 61,0-3 1,0 3-6,0-2 0,1 0-5,1 0 1,2-3-190,2 0 1,1 1 99,2-3 1,2-1 257,4-1 1,-1-2 81,3-2 0,-2-4 239,2-2 0,-3-4-141,1 2 1,-3-3-65,-2-2 1,-2 0-15,1-4 0,-5 3-2,-2-3 0,-5 1-634,-3-1 0,-4 1 279,-5 1 0,1 4-1046,-1 0 1,2 3 1119,0 4 0,15 11 0,2 2 0</inkml:trace>
  <inkml:trace contextRef="#ctx0" brushRef="#br0" timeOffset="1884">1159 577 7928,'0'-4'1785,"0"1"-1451,-3 3 1,2 3-116,-1 1 0,1 4-11,1 1 0,1 2 39,1-3 0,-1 5-288,1-2 0,1 2 104,2-2 0,-2 1-760,1 1 1,0 0 25,0-1 1,1-2-249,-3-1 0,3-2-36,-3-1 955,0-2 0,-2-1 0</inkml:trace>
  <inkml:trace contextRef="#ctx0" brushRef="#br0" timeOffset="2254">1274 596 7928,'6'-4'275,"-2"-1"1,2 2-57,-2-1 1,2 1-7,0 3 0,0 0 18,1 0 0,0 0 7,2 0 0,-2 0-5,1 3 1,0-2-245,1 3 1,-2 1-74,1 1 1,-1 0-87,0 1 0,-3 1-179,0 1 1,-1-1 228,1-1 1,-3 0-39,1 2 0,-2-2 43,-2 1 0,1-1 179,-3 0 1,-1-1-97,-4 1 1,2-3 334,-2 0 1,2-2 6,1 3 0,-1-4 138,1 1 1,0 1 217,-1-1-216,4 0-464,0 1 1,3-1 56,0 2 1,3-3-115,1 1 0,2 0 54,3 0 0,1-1-790,3 1 1,2-2-61,2 0 1,0 0 866,0 0 0,20-11 0,7-3 0</inkml:trace>
  <inkml:trace contextRef="#ctx0" brushRef="#br0" timeOffset="2783">1184 44 7951,'-3'-5'897,"-1"0"1,-1 5-485,1 5 0,-1 1-181,3 3 1,-3 1 5,0 2 0,3 3-265,-1 0 0,3 3 91,0-1 0,0 3-707,0 1 0,3-1 408,1 1 1,2-2-791,0-1 0,2-3 359,1-5 0,2-1 666,-3-2 0,18-15 0,2-3 0</inkml:trace>
  <inkml:trace contextRef="#ctx0" brushRef="#br0" timeOffset="3243">1402 89 7634,'1'-5'177,"1"0"0,0 0 734,2 3-546,0-3 0,2 4-143,1-1 0,-1 2-117,1 0 1,-1 2-36,1 3 0,-2-2-122,0 2 0,0-1-183,-3 2 1,2 1 153,-2-1 1,0 0-26,-2 1 1,0-1-5,-3 1 1,2-2 80,-3 0 1,-1 0-6,-1 0 1,0-2-39,-1-1 1,1-1 91,-1 1 0,3-1 13,0 1 0,-1-1-124,-1-1 92,0 0-152,-1 0 129,4 0 250,-3 0-244,5 0 3,7 0 1,-1 0-29,6 0 0,-4 1-32,0 1 1,0-2-141,2 2 1,-2 1 69,1-1 1,2 3 91,-2 0 0,3 0-36,-3 2 0,0-1 7,-4 1 0,1 1-18,-2 1 0,-1-1 76,-2-1 1,-1-1 127,-1 1 0,-5-3-291,-3 0 0,-2 0 98,-1 0 1,0-1-369,0-3 0,1 0 455,1 0 0,-6-9 0,-1-1 0</inkml:trace>
  <inkml:trace contextRef="#ctx0" brushRef="#br0" timeOffset="3477">1492 57 7955,'9'-4'644,"-1"0"1,3 2-156,-3 0 0,6 1-32,-1 1 0,1 5-204,-1 2 1,0 3-35,-1 1 0,1 3-272,-3 1 0,0 1 103,-4-1 0,0-1-971,-2 3 1,-1 0 517,-3 0 0,0-1-1541,0-4 1944,-3 1 0,-9-3 0,-5-1 0</inkml:trace>
  <inkml:trace contextRef="#ctx0" brushRef="#br0" timeOffset="4253">2140 404 7944,'1'-7'84,"0"1"0,1-1 0,0 0 0,-2-1 682,0 0 0,2-1-345,1 3 1,-1 2-120,-2-1 0,-3 2-234,-1-2 0,-3 0-16,-1 3 1,-2 0-116,0 2 1,-2 1 208,1 1 1,-1 2 39,-1 2 1,2 3-667,1-1 0,2 3 223,-1-3 0,3 3-209,1-2 1,0 0 134,3-1 1,0 0-13,2 0 1,1-1 79,1 0 0,2-2 92,2 0 0,3 0 171,2-3 0,-1 0-94,1-2 0,-1 0 121,3 0 0,0-2-72,0 0 1,-3-3 470,1 3 1,-3-2-41,1 2 0,-2-3 137,-1 3 1,1-2-18,-1 2 1,-2-2-129,0 1 1,-1 1-104,1 2 0,-2 0-44,2 0 1,-2 1 24,0 1 0,1 4-35,2 2 0,-2 4-186,2-1 0,-4 4-14,1 2 0,1 3-52,-1 2 1,0-1-1020,-2-2 0,2 3 532,1-1 1,-1 0 126,-2-4 0,0-1 79,0-4 1,-1-2 908,-1-1-422,1-5 368,-2-1 1,3-4-314,0-1 1,0-2 581,0-5 0,2 2-282,1-1 0,2-2-133,2-1 1,-1 0-598,3 0 1,1-1 220,0 1 1,2 1-1266,1-1 0,0 4 643,0-2 1,-2 3-1171,-1 1 1771,4 0 0,11 12 0,5 1 0</inkml:trace>
  <inkml:trace contextRef="#ctx0" brushRef="#br0" timeOffset="4805">2499 641 7944,'1'-4'340,"1"-1"130,-1 4-235,4-5 0,-1 5 21,2-1 1,-1 2-36,-1 0 0,0 0 124,3 0 1,-2 0-56,1 2 0,-1 0-210,3 2 0,0 0 94,-2 3 0,0-1-318,1 1 0,-1-1 8,-2 1 1,1 0-113,-3 1 0,0-1-11,-2 2 1,-1-2 125,-1-1 1,-1 1-38,-4-1 0,-2-1 39,-2-1 1,1-1 118,0 2 1,2 0-68,-1-3 1,2 2 301,1-2 1,-1 2 287,1-1 20,-1-1-183,4 1 0,1-3-122,4 2 1,2 0-183,5 0 1,1-1 150,5 1 1,3-1-884,3 1 0,0-1 385,2 1 0,0 1 303,0-1 0,19-2 0,3-4 0</inkml:trace>
  <inkml:trace contextRef="#ctx0" brushRef="#br0" timeOffset="5553">2493 51 7837,'0'-5'612,"0"1"-280,0 3 0,0-3 234,0 2-232,-3 1 0,-1 1-70,-2 5 1,2 1 154,-1 3 0,1 1-92,-2 2 1,1 3-153,1 0 1,3 4 47,-2 0 1,3 1-430,0 4 0,3-4-228,1 2 1,2 0-525,0-1 0,1-2-288,2-4 0,-1-5 110,2-1 1136,1-5 0,7-10 0,2-4 0</inkml:trace>
  <inkml:trace contextRef="#ctx0" brushRef="#br0" timeOffset="5889">2679 102 7841,'5'-4'510,"0"0"1,0 2-124,0 0 0,0 1-251,2 1 0,-1 1-98,1 1 1,-1 0-136,0 2 1,1 0 193,-1 2 1,-2 1 28,-2-1 0,1 1-380,-1-1 1,0 1 155,-2-1 1,0 0-41,0 1 1,-3-3 97,-1 0 1,-2 1 39,0 1 0,-1 0-21,1-2 0,0 2 210,2-2 1,-2 0-22,2 0 0,1 0-96,1 3 0,1-3-194,1 0 1,0-2 115,0 2 1,3-1-451,1 1 1,3-3 198,1 1 1,1 1-300,4-1 0,-1 1 556,5-3 0,20-12 0,7-2 0</inkml:trace>
  <inkml:trace contextRef="#ctx0" brushRef="#br0" timeOffset="6120">2897 25 7841,'0'-6'821,"0"-1"1,0 3-315,0 0 0,3 2-253,1 0 0,4 3 294,3 3 0,4 3-143,2 6 1,2 3-80,0 1 0,-2 1-68,0 2 0,-5-1-408,-2 0 0,-5 0 193,-3-2 0,-2 1-1296,-2-3 0,-1-1 133,-4-4 1120,-2 3 0,-12-9 0,-6 2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4:59.184"/>
    </inkml:context>
    <inkml:brush xml:id="br0">
      <inkml:brushProperty name="width" value="0.08571" units="cm"/>
      <inkml:brushProperty name="height" value="0.08571" units="cm"/>
    </inkml:brush>
  </inkml:definitions>
  <inkml:trace contextRef="#ctx0" brushRef="#br0">250 687 7936,'6'0'933,"-1"0"-69,-1 0-197,-3 0 0,-8 1-571,-6 1 0,-5 0 146,0 2 0,-1-3-129,-3 2 1,2-3-122,-1 0 0,-2 0-307,2 0 0,0 0-734,4 0 1,1 0 22,3 0-630,3 0 1656,3 0 0,19-5 0,6-3 0</inkml:trace>
  <inkml:trace contextRef="#ctx0" brushRef="#br0" timeOffset="183">114 623 8275,'-4'0'1698,"-1"0"-1173,3 2 1,0 0-151,2 2 0,0 3-63,0 1 1,0 3-85,0-2 0,1 2-452,1-3 1,-1 3 253,4-2 1,-3 2-1414,2 0 1,0-2 1382,0 0 0,19-2 0,2 0 0</inkml:trace>
  <inkml:trace contextRef="#ctx0" brushRef="#br0" timeOffset="816">580 493 8032,'-1'-9'30,"0"1"0,-1 0 395,0 1 112,2-3-372,3 3 0,0 1-193,4 4 1,-1 1 104,1 1 0,-1 0 5,1 0 0,-1 1 0,1 1 0,-1 1-5,0 4 0,0 2 199,-1 2 0,-2 0-128,-1 2 1,0-2-688,2 4 0,-3-1 241,2-1 1,-2 0 73,1 0 1,1 0 95,1 0 1,1-1-141,-2-1 1,2 1 71,-1-1 1,0-2 111,0 0 1,0-4-186,0-1 395,2-3 12,-3 2 1,3-3-155,-2-3 1,1 0 129,-3-4 1,3 0-83,0-1 0,1 0 32,0 0 1,1-2-48,-1 2 1,-2-3 92,1 2 1,-1 1-37,2 1 1,-1 1 91,-1 2-361,-3-2 264,2 6-151,-3-3 99,0 9 1,0-2-65,0 5 1,0 0 44,0 0 1,1 2-149,1 0 0,1-1 68,1 1 1,2-1 9,-2 1 0,3-2 75,2-3 0,-1 1 90,2-1 0,0-2 328,1-2 0,1-1-183,-1-1 0,-1-5 438,1-2 1,-3-6-289,1 0 1,-3-2-53,-2 0 0,-1-1 56,-3-4 1,0 1-528,0-1 0,-3 3-278,-1 0 1,-2 0-531,0 0 0,-3 0 943,1 4 0,-1 7 0,2 7 0</inkml:trace>
  <inkml:trace contextRef="#ctx0" brushRef="#br0" timeOffset="1125">1085 642 8010,'-3'-4'1331,"3"-1"-945,-3 4 0,3-1 349,0 7 1,0 0-253,0 6 1,1 0-48,1 4 1,1-1-277,4 1 1,-1 1-138,1-1 1,-3 3-17,0-1 0,0-1-218,0-1 0,0-1-1019,-2-1 0,-1-2 26,1-1-972,-1-2 2176,-1-1 0,2-22 0,2-6 0</inkml:trace>
  <inkml:trace contextRef="#ctx0" brushRef="#br0" timeOffset="1663">1260 603 8010,'0'-6'210,"3"1"190,1 1 1,2 0-246,1 0 0,-1 1-111,0 3 1,1 0-126,-1 0 0,3 1 96,0 1 0,1 1-8,-1 1 1,0 2 143,-3-2 0,1 2-316,-1 1 1,0 1-9,-2 1 1,-1 0-6,-3-3 1,0 0-83,0 1 1,-3-1 97,-1 1 0,-4-1 159,-1 1 1,-2-1-66,0-2 0,1 1 120,-1-3 0,3 1-135,-3-1 1,3-1 212,-1 1 0,4-1 22,1-1-72,2 0-61,-3 0 0,5 0 18,0 0-23,3 0 1,3 0-3,1 0 0,1 0 109,1 0 1,-1 0-107,-1 0 1,-1 0-1,1 0 0,1 0-33,1 0 1,0 2 6,-3 0 0,3 3-88,0-1 1,-1 0 109,-1 0 0,-1 1 82,1 4 1,-1-2-93,1 2 0,-3-1 275,0 0 0,-2 0-92,0 0 1,-2 2 11,0-2 1,0 1-5,-2-3 0,-4 1 121,-3-1 1,-2-2-368,0-2 1,-2 1-251,-2-1 1,0 0-1864,-2-2 2167,0 0 0,0-17 0,2-5 0</inkml:trace>
  <inkml:trace contextRef="#ctx0" brushRef="#br0" timeOffset="2626">1066 33 8403,'-4'0'490,"-1"0"0,2 1-239,-2 1 1,0 0 2,0 2 1,-1 2-32,0 3 1,-3 3 27,1 1 0,0 1-133,3 3 1,0 0-159,3 3 0,0-1-413,2 1 1,0-2 307,0 0 0,1 0-856,1-3 0,2-2 482,2-2 1,3-4 518,2-1 0,24-19 0,7-9 0</inkml:trace>
  <inkml:trace contextRef="#ctx0" brushRef="#br0" timeOffset="3112">1260 72 7967,'0'-6'0,"0"1"111,0 1-22,3 0 0,1 0 203,2 2 1,1 1-191,-1 1 0,3 3-6,-1 1 0,1 2-134,-3 1 0,3-1 75,0 1 0,-1-1-186,-1 1 0,-4 1 130,0 1 0,-2-1-298,1-1 156,-1-1 1,-1 0 90,-4-1 0,-3 0 48,-2 0 1,2-3-32,-1 1 0,-2-3 120,2 0 0,-1 1-108,2 1 1,1-1 104,0 1 0,1-1-74,1-1 83,2 0-74,-3 0-13,4 0 12,4-3 0,1 2 44,5-1 1,-2 1-42,-1 1 0,-1 0 0,-1 0 1,0 0 3,3 0 0,0 0 142,2 0 0,-2 3-72,2 2 0,-2-2-37,-1 1 1,3 1-88,0 1 0,-3 1 79,-2 2 1,0-2-98,0 2 1,-1-2 92,-3 0 0,-1 0-74,-1 1 0,-2-3 49,-5 2 1,0-3-272,-2 1 1,-1 0-181,1-3 1,1 0-592,-1-2 1041,3 0 0,2-14 0,3-4 0</inkml:trace>
  <inkml:trace contextRef="#ctx0" brushRef="#br0" timeOffset="3327">1390 14 7967,'2'-7'1419,"0"4"-924,2 1 0,1 1-203,1 1 1,3 1-70,2 1 1,1 4-40,1 5 1,1 4 52,1 2 1,-3 0-396,1 0 1,-5 1-311,1 1 0,-5-2-1436,-2 1 1904,-1-1 0,-10-4 0,-1 0 0</inkml:trace>
  <inkml:trace contextRef="#ctx0" brushRef="#br0" timeOffset="4201">1895 441 8003,'-1'-6'74,"-1"0"0,-3 1 0,0 1 0,-2-1 0,0 0 1,-1 0 623,0 3 1,-4-1-494,1 1 1,-3 0-201,-1 2 1,0 1 147,5 1 1,-3 1-43,3 4 0,1 0-246,2 2 0,1-1 126,2 2 1,1-1-395,1 2 0,1-1 166,1 1 0,1-2-226,1-2 1,3-1 170,4 0 0,2 0-41,-2-1 1,2 0 88,0-3 1,-1 0 87,1-2 0,-1-2 219,1 0 1,0-3-95,-2 0 0,-1 2 303,-1-2 0,1 1-124,1-2 1,-2 0 421,-3 1 1,0 0 124,3 0 1,-4 2 109,-1-2-49,2 4-515,-3-5 0,4 6 8,-3 0 1,1 2-9,-1 4 0,-1 0-189,4 5 0,-3 0-44,2 1 0,-2 4-172,3-1 1,-2 5-193,2-1 1,-3 4 13,-2-1 1,0 0-137,0 0 0,0-2 205,0 2 0,-2-5 114,-3-2 1,2-2-48,-2-2 1,2-4 786,-2-3 209,3-2-101,-1 0 0,2-2-100,-1-2 0,4-2-227,2-2 0,2-2-261,1 0 0,2 0 88,2-3 0,-1 1-744,3-1 0,-1-1 378,3 1 1,1 2-514,-1 0 1,2 2 97,-2 0 592,-2 1 0,-1 8 0,-2 2 0</inkml:trace>
  <inkml:trace contextRef="#ctx0" brushRef="#br0" timeOffset="5035">2186 752 7589,'0'-6'96,"0"-1"1,1 4 252,1 0 1,-1 0-264,4 1 1,-3 0 72,2 2 1,1 0-40,4 0 1,-2 0 34,2 0 1,0 1-17,0 1 0,-1-1-60,-1 4 0,0-1-111,2 3 0,-3-3-1,1 0 1,-2 1 81,-3 1 1,1 1-234,-3-1 0,0 0 60,0 1 1,-1-1-58,-1 1 1,-2-3 15,-2 1 0,-1-3 79,1 2 171,-1-3 1,1 2-94,-1-3 1,3 0 42,0 0-67,2 0-147,-4 0 191,6 0 410,-3 0-529,9 0 1,-2 0 118,5 0 1,-4 0-108,-1 0 1,2 0 107,3 0 0,0 3-168,-3 2 1,1-2 71,2 1 0,-2 1 53,2 4 1,-2-2 289,-1 2 1,-2 0-113,-2 0 0,-1 2 55,-1-3 0,-1 1-93,-1-3 0,-2 1-82,-5-1 1,-1 0 79,-3-2 0,0-1-776,0-3 1,-2 0 109,0-3 558,0 0 0,-7-27 0,-1-5 0</inkml:trace>
  <inkml:trace contextRef="#ctx0" brushRef="#br0" timeOffset="5479">2206 195 8167,'-1'-6'1505,"-1"2"-904,1 1-136,-5 3 1,3 1-56,-1 1 1,-2 2-12,2 2 0,-1 1-246,1 2 0,-2 1 79,1 3 1,3 3-455,-1 1 0,1 2 256,-1 0 0,2 4-916,3 0 0,2 0 469,2 1 0,1-5-758,2 0 0,1-4-27,3 0 1198,0-7 0,3-11 0,0-7 0</inkml:trace>
  <inkml:trace contextRef="#ctx0" brushRef="#br0" timeOffset="5831">2374 260 8020,'6'-4'348,"1"2"0,-1-1-22,1 1 1,-3 0-84,0 2 0,1 0-135,1 0 0,1 2 84,-1 0 1,1 3-158,-1 0 1,-2 0 89,1 2 0,-2-1 66,2 1 1,-2-1-717,-3 1 1,0-1 290,0 1 0,-1 0 69,-1 2 0,-2-2 89,-2 1 0,-3-3-65,0 0 0,-1-2 68,1 2 0,0 0-175,0 0 199,2-2 1,0 2 299,2-3 0,4 3-299,-1-1 0,4 0-191,5 0 1,0 0-131,4 0 0,3 1 135,3-3 0,-1 3 234,2-3 0,8 0 0,4-2 0</inkml:trace>
  <inkml:trace contextRef="#ctx0" brushRef="#br0" timeOffset="6104">2529 163 7996,'0'-4'475,"0"-1"187,0 1 1,3-2-129,1 2 1,2 2-152,1 4 1,0 2 85,2 5 1,1 2-115,3 4 1,2-1-252,0 3 0,0 1 110,-2 1 0,1 3-447,-1-1 1,-1 1-397,-6-3 0,-2 0-753,-2-2 1,-4 0 1381,-3-4 0,-12-4 0,-4-6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06.212"/>
    </inkml:context>
    <inkml:brush xml:id="br0">
      <inkml:brushProperty name="width" value="0.08571" units="cm"/>
      <inkml:brushProperty name="height" value="0.08571" units="cm"/>
    </inkml:brush>
  </inkml:definitions>
  <inkml:trace contextRef="#ctx0" brushRef="#br0">285 117 7959,'4'-2'-3,"1"0"105,-4-1 1173,2 3-1039,-9 0 1,2 0-42,-5 0 1,-1 0-19,-1 0 0,-2 0-80,-2 0 1,-1 0 5,-4 0 0,1 0-206,0 0 0,-3 0-472,0 0 0,1 0 354,1 0 1,2 0-639,0 0 1,3 0-103,4 0 961,2 0 0,26 3 0,5 1 0</inkml:trace>
  <inkml:trace contextRef="#ctx0" brushRef="#br0" timeOffset="361">175 26 7671,'-1'-6'847,"-1"-1"9,1 4-295,-2-3-116,3 5 421,0-2-564,0 12 0,0-3 55,0 7 1,3-1-200,-1 3 0,2-1-230,-2 1 1,3 1-886,-3-1 0,1 0 601,-1-2 1,-1 0-301,1 0 1,1-3 655,-1-2 0,6-12 0,-1-4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08.406"/>
    </inkml:context>
    <inkml:brush xml:id="br0">
      <inkml:brushProperty name="width" value="0.08571" units="cm"/>
      <inkml:brushProperty name="height" value="0.08571" units="cm"/>
    </inkml:brush>
  </inkml:definitions>
  <inkml:trace contextRef="#ctx0" brushRef="#br0">1 350 7958,'0'-7'-10,"0"1"59,0-1 264,0 1 0,0-1 177,0 1 108,0 2-376,0-1 0,0 3 302,0-2-24,0 2-51,0-1 0,0 9-163,0 3 0,0 2-64,2 2 1,0 3-1,2 1 1,-2 3-424,3 1 0,-2 2 154,2 3 0,0-2-176,-3 0 1,1 0 136,-1 1 1,-2 1-144,3 0 0,0-3 18,-1-4 1,0-2-2,-2-4 0,0-1-249,0-1 79,0-2 74,0-3-14,0-2 378,0-1 0,0-4-193,0-1 239,0-2 0,0-2-70,0-1 1,0 1 63,0-1 0,0-1 93,0-1 0,0 0-93,0 0 0,0 2 16,0-2 0,0 0-56,0 0 0,0-1-34,0 1 0,2 0 29,0 0 0,3 2-113,0-2 1,0 2 25,2 0 0,-1 1-126,1 0 1,2 1-5,2 1 1,1 2 94,1 0 0,1 2-107,1 0 1,1 3 58,1 4 0,-1-1-116,0 3 1,-5 1 64,2 1 0,-4 1 204,-1 1 1,-3-2-26,-3-1 1,-2 0 93,0 1 1,-5 1-19,-4-4 0,-2 1-81,-2-2 1,-3-3 143,-1 0 0,-2-2-67,-1 0 1,1-2-255,0 0 0,-1 0 89,1 0 0,0-2-579,2 0 0,4-1 663,7 1 0,40 4 0,13-1 0</inkml:trace>
  <inkml:trace contextRef="#ctx0" brushRef="#br0" timeOffset="300">350 699 8061,'0'-6'3293,"1"2"-3004,1 2 1,0 4-244,2 3 1,-2 3 103,2 0 1,1 4-197,1-1 1,-2 1 111,1 1 0,-1 2-269,3 0 1,-3-1 177,0-3 0,-2 1-2331,0-4 2356,1 1 0,7-17 0,3-4 0</inkml:trace>
  <inkml:trace contextRef="#ctx0" brushRef="#br0" timeOffset="702">292 7 8511,'-3'-4'2726,"2"1"-2330,-4 3 1,2 4-158,-2 2 1,0 2-2,3 5 1,-2-1-344,2 6 1,-3 0-41,3 3 0,0 0-38,2 3 0,2-1 317,0 3 1,6 0-93,-2 0 1,5-5-3529,0-2 3486,1-6 0,12-10 0,4-7 0</inkml:trace>
  <inkml:trace contextRef="#ctx0" brushRef="#br0" timeOffset="1249">493 65 8113,'3'0'32,"3"0"0,-5 0 202,4 0 34,-1 0 0,3 3-212,-1 1 0,-2 2-13,1 0 1,-2 1-170,2 2 0,0-1-49,-3 3 1,2-3 148,-2 3 1,0-2-89,-2 2 1,0-3 70,0 0 1,-2-3-53,-3 0 1,2-2 62,-2 1 1,1-1 0,-3-3 0,3 0 5,0 0 0,0 0 86,-3 0 1,3 0-75,-1 0 0,4 0 157,-1-3 0,-1 2 242,1-3-233,0 2 151,2-3-231,0 1 1,2 0 181,0-1 1,1 4-77,-1-1 1,-1 0-83,4 0 0,-3 1 23,2-1 0,-2 1-187,3 1 1,-2 1-54,2 1 0,0 0 136,0 2 0,0 0-48,2 3 1,-1 0 48,1 2 1,-1-1-168,1 2 1,-1-1 85,1 2 0,-4-2-169,0 1 1,-3 0-5,0 1 0,0-1-53,-3-4 1,-2 0-108,-4 1 0,-3-1 85,2-2 1,0 1-4,-1-3 1,0 0 315,-2-2 0,-3-14 0,0-4 0</inkml:trace>
  <inkml:trace contextRef="#ctx0" brushRef="#br0" timeOffset="1500">661 13 9312,'3'-4'593,"-1"2"195,5 2 0,-2 0-275,6 2 1,1 7-58,3 4 0,1 6-173,4 1 0,-2 4-431,0-1 1,-3 3-11,-2-1 1,-3 0-257,-4-4 1,-3 0-1019,-5-6 0,-2 0 238,-2-4 1194,-3-2 0,-7-8 0,-4-2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16.630"/>
    </inkml:context>
    <inkml:brush xml:id="br0">
      <inkml:brushProperty name="width" value="0.08571" units="cm"/>
      <inkml:brushProperty name="height" value="0.08571" units="cm"/>
    </inkml:brush>
  </inkml:definitions>
  <inkml:trace contextRef="#ctx0" brushRef="#br0">205 39 8120,'3'-3'0,"-1"-1"390,-1-2 1,-1-1 157,0 1-154,0 3 0,0-3-145,-3 5 1,0-2-245,-4 3 0,-1 0-29,-1 0 1,-2 3 219,0 1 0,-1 3-230,-1 1 1,0-1 91,-2 2 0,1 1-111,-1 1 1,2 1 20,0 1 1,1-1-115,1 1 0,2 0 15,2 0 1,2 0 6,0 0 1,3-1-118,4-2 0,0 0 42,5-1 0,-1-5-3,4 0 0,0-2 47,1-2 0,2-1 3,0-1 0,-1-1 32,1-4 0,-1-1-9,-1-1 1,1-2 45,1 3 1,-3-4 16,-1 2 1,0 0 182,-1-1 1,1 2-63,-3-1 1,0 2 270,-2-1 0,1 2-142,-3 1 1,3 2 246,-3-1 0,1 4 159,-1-1 25,-1 1-392,1 1 0,-2 3-48,0 1 0,-2 5-21,0 1 1,-3 2 32,1 1 1,-1 2-28,1 0 1,-2 3-18,2-1 1,-3 5-225,-1 1 0,0-1-39,0 0 1,1 0-7,0-1 0,1 1-44,0-1 0,0-3 135,2-1 1,-1-3 12,2-1 0,-1-3-19,2 1 107,0-3 1,2-1-116,0-3 387,0-2 419,0 1-471,3-9 1,0 3-133,4-5 0,-1 2 83,1-3 1,2 2-115,2 1 1,-2-3-115,2 1 0,-2-2 116,1 2 1,0 1-716,1-2 0,-1 3-219,-1 1 0,-2 0-619,1 0 1,-1 2 1427,0-1 0,-1 5 0,1 0 0</inkml:trace>
  <inkml:trace contextRef="#ctx0" brushRef="#br0" timeOffset="2293">339 417 11069,'0'7'554,"0"-1"-200,0 0 1,0 4-136,0 0 1,0 2-105,0 1 0,0 2-477,0 0 0,0 1 253,0-1 1,-2-2-1148,0 2 1,0 0 132,2-2 1123,-3-1 0,5-17 0,-1-3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19.687"/>
    </inkml:context>
    <inkml:brush xml:id="br0">
      <inkml:brushProperty name="width" value="0.08571" units="cm"/>
      <inkml:brushProperty name="height" value="0.08571" units="cm"/>
    </inkml:brush>
  </inkml:definitions>
  <inkml:trace contextRef="#ctx0" brushRef="#br0">71 20 8017,'0'-3'1561,"0"0"-716,0 0-299,0 2-321,-2 4 0,0 1-95,-2 5 0,0 1 95,-3 0 0,1 3-310,-1 2 0,1 2 131,-1 2 1,1 3-228,0 2 1,1-2-228,1 2 0,3-1-437,-1 0 1,1 1-255,1-5 1,1-1 154,1-5 944,4-3 0,7-13 0,3-4 0</inkml:trace>
  <inkml:trace contextRef="#ctx0" brushRef="#br0" timeOffset="476">187 110 7923,'6'-3'-25,"-2"2"82,-2-4 0,2 4 142,0-1 1,-1 1 463,2 1-438,-1-3 0,2 3-113,1-3 1,-1 3 365,1 0-528,-1 3 1,0-1-45,1 3 1,-3 0-89,0 0 1,-2 0 12,0 2 1,-1 1 166,-1 1 1,0 0-150,0 0 0,-3-2 52,-2 1 1,0 2-15,-2-2 1,0 1 57,-1 0 0,1-2 171,-2 2 0,1-2-44,0-1 0,1-2 68,-2 1 0,4-2-1,1 2 1,0-2-62,0-1 103,1-1 177,3 2 1,3-3-156,1 0 0,3 0-192,1 0 1,0 0-144,3 0 0,-3 0-558,3 0 0,-3-2 369,3 0 1,-1-1-305,1 1 0,0 1 625,-2-1 0,11-8 0,0 0 0</inkml:trace>
  <inkml:trace contextRef="#ctx0" brushRef="#br0" timeOffset="801">347 27 7955,'-6'-7'663,"2"1"0,1 1-220,3 1-221,0 3 1,3-2 193,1 3 1,4 1-17,1 1 1,3-1-123,1 3 1,0 3-219,2 1 1,0 4 116,0-2 1,0 3-605,-2-1 1,-1 4 327,-1 1 1,-4 2-706,-3 0 0,-2 0 409,0 0 0,-4 1-637,-3-1 1032,0-3 0,-16 3 0,-3-3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22.396"/>
    </inkml:context>
    <inkml:brush xml:id="br0">
      <inkml:brushProperty name="width" value="0.08571" units="cm"/>
      <inkml:brushProperty name="height" value="0.08571" units="cm"/>
    </inkml:brush>
  </inkml:definitions>
  <inkml:trace contextRef="#ctx0" brushRef="#br0">46 154 7881,'0'-6'360,"-1"-1"578,-1 1-294,1-1-117,-2 4 157,3 0-355,3 9 0,-2 1 103,4 6 0,-3 2-58,2 2 1,-2 3-160,3 1 0,-4 2-223,1 3 1,-1 2 72,-1 2 0,0 1-402,0 1 1,-3 1 213,-1-1 1,-2-1-117,0-1 0,-2-4-75,0-5 1,1-4-294,1-2 1,0-4-559,1-3 395,3-4-704,-1-1 1251,3-3 0,8-17 1,3-4-1</inkml:trace>
  <inkml:trace contextRef="#ctx0" brushRef="#br0" timeOffset="292">46 456 7881,'-4'-7'0,"1"1"436,3-1 1,0 1-73,0 0 0,1 1-350,1 1 0,2 2 124,2-2 0,1 1-91,2-1 1,1 3 36,2-1 1,2-1 26,1 1 0,-1-1-104,3 3 0,-2 0 130,2 0 0,-2 3-197,2 2 0,-4 1 72,-1 3 0,-3 1 62,0 2 0,-3 3-19,-2 0 1,1 2 191,-3-2 1,0 0-164,-2-2 0,0 2-171,-2 0 0,0-2-284,-2-2 289,2-4 0,0 3-1720,2-4 1802,0-2 0,11-19 0,3-6 0</inkml:trace>
  <inkml:trace contextRef="#ctx0" brushRef="#br0" timeOffset="1027">405 558 8201,'0'-6'945,"0"0"-805,3 2 0,0 0 57,4 2 0,-1 1-28,0-1 1,4 2 40,0 0 1,2 0-189,-2 0 0,3 0 56,-3 0 0,0 2-78,-2 3 0,-1 1-176,0 3 1,-4-2 82,-1 4 1,-1-2-13,-1 1 1,-4 0 77,-2 1 0,0 0-90,-3-2 0,-1 2-26,-1-3 0,1 2-372,0-2 0,2-1 121,-1 2 0,2-3-61,1-2 0,0 2-241,2-2 696,-2-1 0,14-3 0,0-3 0</inkml:trace>
  <inkml:trace contextRef="#ctx0" brushRef="#br0" timeOffset="1211">424 712 8695,'0'-3'1594,"1"-2"-1315,1 2 1,0 1-63,4 2 0,0 0-174,5 0 1,0 0 101,4 0 1,-1 0-1143,1 0 1,0 0 264,0 0 732,3 0 0,-1 0 0,2 0 0</inkml:trace>
  <inkml:trace contextRef="#ctx0" brushRef="#br0" timeOffset="1818">950 154 8509,'-2'-4'0,"-1"0"0,-1 1 733,-1 2 1,0 1-453,-2 2 0,1 5 340,-1 3 0,-2 3-136,-1 2 0,-2 4-69,1 5 1,-1 4-12,2 4 0,-2 3-114,2 4 0,0 4-465,4-1 1,2-2 193,2-6 0,4-2-957,3-2 0,3-2 546,3-7 0,2-3-1313,2-5 0,0-3 1704,2-1 0,22-19 0,2-5 0</inkml:trace>
  <inkml:trace contextRef="#ctx0" brushRef="#br0" timeOffset="2468">1142 302 7646,'-6'0'383,"0"0"427,-1 0-166,4 0-218,0 0-265,3 0 1,5 0 13,1 0 0,3 0 0,-1 0 0,3 0-172,4 0 1,-1 0 53,3 0 0,0 0-45,0 0 0,1 0 73,-1 0 1,0 0-260,0 0 1,-4-1 89,0-1 1,-1 1-30,-3-1 0,-1 1 124,-1 1 1,-4 0 116,0-3 110,-3 3-195,0-3-2,-3 3 0,0 1 54,-4 1-72,1 1 1,0 4 40,-1-1 0,1 3-93,-1-1 1,-1 4 13,-1-2 1,-1 2-115,1 1 1,-2 1 24,0 1 1,-1 1 54,-1 3 0,-2-2 55,0 1 0,0-2-37,2 1 1,1 0 108,1-4 1,3 1-66,4-6 0,-1-2 531,3-1-340,-1-1 1,6 0-124,2-2 1,1-2-13,2 0 1,3-2 23,4 0 0,-1-1-613,3 1 0,1 1 284,1-4 0,0 4-966,0-1 1,1-1 103,-1 1 1098,0 0 0,-3-4 0,0-1 0</inkml:trace>
  <inkml:trace contextRef="#ctx0" brushRef="#br0" timeOffset="2894">1502 545 7863,'0'-6'-201,"0"2"414,0-1 1,0 3 986,0-2-76,0 3-327,0-2-362,0 8 1,0 2-106,0 4 1,0 1 57,0-2 0,0 5-44,0 0 1,0 2-458,0-2 1,2 2-307,0-2 0,0 2-381,-2-2 0,2 2-83,0-2 0,0 0 77,-2-2 806,0-1 0,-5-7 0,-2-3 0</inkml:trace>
  <inkml:trace contextRef="#ctx0" brushRef="#br0" timeOffset="3397">1591 32 7555,'-6'0'1791,"0"3"0,0 1-1568,2 5 0,-2-1-151,2 5 0,0-1-314,0 6 1,0-1 222,0 5 0,1-2-253,3 4 1,0-3 197,0 0 0,3-2-953,1-2 0,3-2 41,1-4 986,2-2 0,20-17 0,4-3 0</inkml:trace>
  <inkml:trace contextRef="#ctx0" brushRef="#br0" timeOffset="3780">1726 96 7902,'6'-3'0,"-1"-2"0,-1 3 162,0 0 1,3-1 81,-1 1 1,1 0-28,-1 2 0,-2 0-141,1 0 0,0 2 59,3 0 0,-1 3-54,2-3 0,-4 3-179,-1-1 1,0 2 96,0 0 1,1 1-198,-3-1 1,0 0 93,-2 1 1,-1-3 6,-1 0 1,1 1 90,-3 1 1,-1 1 98,-1-1 0,-3-2-62,1 0 1,-1 1 15,3 1 1,-1-2 142,-2 1 1,4-2 142,-1 2 47,1 0-288,-2-1 0,4 0-168,1 0 0,1-1 99,1 1 1,3-2-469,1 2 1,4-2 76,0 0 1,4 1-91,-1-1 0,-2 0-677,2-2 1135,0 0 0,10-3 0,3-1 0</inkml:trace>
  <inkml:trace contextRef="#ctx0" brushRef="#br0" timeOffset="4062">1906 7 7902,'-7'-3'1026,"4"2"0,1-2-584,4 3 0,2 3-110,5 1 1,0 4-53,4 1 1,2 2-146,0 0 1,2 1 44,-2 1 1,0 0-209,-5 2 0,0 1 125,-4 1 1,0 2-998,-2-2 0,-2 0-45,-4 1 0,-2-3 945,-5-2 0,-15 0 0,-7 0 0</inkml:trace>
  <inkml:trace contextRef="#ctx0" brushRef="#br0" timeOffset="4653">2201 257 8217,'0'-7'0,"0"1"0,0-1 1442,0 1-861,0 3 1,3 0-184,1 3 1,4 1 25,3 3 1,1 3-58,1 6 1,3 3-49,1 1 0,1 5-206,-1 4 1,1 2 93,-3 2 1,-3 3-343,-4-1 0,-4 1 175,-1-3 0,-6-2-431,-4-5 1,-2-1 213,-4-5 1,0-2-805,1-2 1,1-4-36,0-2 1,1-1-1222,0-1 2237,0-3 0,7-4 0,0-6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21.541"/>
    </inkml:context>
    <inkml:brush xml:id="br0">
      <inkml:brushProperty name="width" value="0.08571" units="cm"/>
      <inkml:brushProperty name="height" value="0.08571" units="cm"/>
    </inkml:brush>
  </inkml:definitions>
  <inkml:trace contextRef="#ctx0" brushRef="#br0">51 14 8074,'-3'-3'1272,"0"2"15,3-2-1011,3 0 0,1 3-80,5-2 1,1 1-166,3 1 1,0 0 79,2 0 0,-1 0-776,3 0 0,0 0 420,0 0 1,1 0-953,-3 0 0,0 0 1197,-3 0 0,-4 3 0,-3 0 0</inkml:trace>
  <inkml:trace contextRef="#ctx0" brushRef="#br0" timeOffset="205">19 123 7899,'-4'0'595,"0"0"1,2 0-91,-3 0-275,4 0 0,-1 0 125,4 0 0,4 0-66,5 0 1,4-2-311,2-1 1,2-1 94,3 2 0,1-1-992,2 1 1,0 1 917,-1-1 0,6-4 0,0-1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33.006"/>
    </inkml:context>
    <inkml:brush xml:id="br0">
      <inkml:brushProperty name="width" value="0.08571" units="cm"/>
      <inkml:brushProperty name="height" value="0.08571" units="cm"/>
    </inkml:brush>
  </inkml:definitions>
  <inkml:trace contextRef="#ctx0" brushRef="#br0">33 263 7220,'-7'0'0,"1"0"807,-1 0 290,1 0-461,2 0-394,1 0 1,4 0 10,1 0 1,3 0-115,3 0 1,0 0 85,3 0 1,-1 0-256,3 0 1,2 0 75,0 0 1,1 0-295,-1 0 1,-1 0 64,3 0 1,0 0-81,0 0 1,0 0 73,-2 0 1,0-1-6,-2-1 1,0 1 195,0-1 0,-3 1-128,-2 1 241,0 0-138,-5-2 374,0 1 496,-3-2-774,-6 9 1,2-3 19,-5 4 1,4-1-125,1-2 1,-1 4 65,-3 1 1,0 0-47,0 0 1,-2 1 50,-1 2 0,1 1-150,0 0 0,-1 0 72,-2 0 1,-2 2-92,0 0 1,0 0 172,2-3 0,3 1 2,-1-3 0,1 2 12,-1-4 1,4 1 151,3-3 1,2-2-41,0 1 0,2-4-114,2 1 1,3-1 182,3-1 0,0 0-71,3 0 1,-1-2-189,3 0 1,1-1-17,1 1 1,-2 1-210,2-1 0,-1 1-522,-1-2 1,0 3 371,-1-2 0,2 1-715,1 1 1,-2 0 42,0 0 1067,-1 0 0,4-3 0,4-1 0</inkml:trace>
  <inkml:trace contextRef="#ctx0" brushRef="#br0" timeOffset="222">417 519 7845,'3'5'872,"-1"-1"1,0-1-280,-2 3 0,2 0-173,0 5 1,0-1-24,-2 3 1,0 3-139,0 1 0,0 2-36,0 0 1,0-2 27,0 0 0,0-3-1528,0 1 0,0-2 225,0-2 1052,0-2 0,3-17 0,1-3 0</inkml:trace>
  <inkml:trace contextRef="#ctx0" brushRef="#br0" timeOffset="805">514 32 8024,'-1'-6'718,"-1"2"-449,1 1 1,-3 3 149,2 0 1,1 0-139,-3 0 0,-1 3 74,-1 1 1,0 5-83,-1 2 1,1 1-186,2 0 0,-1 2 114,3 1 1,-2 1-481,2 4 0,-1-1-101,3 0 1,0 0-371,0 1 0,0 0-205,0-1 0,1-1 465,1-5 1,0-1 111,2-1 1,-2-2 376,2-5 0,15-16 0,5-5 0</inkml:trace>
  <inkml:trace contextRef="#ctx0" brushRef="#br0" timeOffset="1222">616 115 7921,'0'-6'88,"2"0"118,0-1 0,3 3-85,-3 0 0,3 2 113,-1 0 0,2 1 28,0 1 0,1 0-175,-1 0 0,1 0 82,-1 0 0,1 1-148,2 1 0,-2 0 44,1 2 0,-1-2-207,-3 2 1,2 1 81,-2 1 0,-1-2-42,-1 1 1,-1-1 42,-1 2 1,0 1-116,0-1 1,-1 0 82,-1-2 1,-2 2 58,-2-2 1,-1 2 62,1 0 1,-1 0-61,-2-2 0,2 2 223,-1-2 1,1 0 81,0 0-135,1 0 0,0 0-96,2 1 0,1-3 13,3 2 0,0-2-176,0 3 1,0-3 116,0 2 0,3-2-331,1 2 0,2-2 137,0 0 1,1 1-289,-1-1 1,2 0 163,1-2 0,2 0-256,-3 0 1,3 0 574,-2 0 0,2 0 0,25-11 0,8-4 0</inkml:trace>
  <inkml:trace contextRef="#ctx0" brushRef="#br0" timeOffset="1481">789 19 7921,'-2'-6'1060,"1"1"-658,-1 1 0,2 3 1,2-1 1,1 4-145,4 2 1,2 2 16,2 3 0,3 1-30,1 3 0,0 0-27,-2-1 0,0 2-350,-1 1 1,-2-1 201,-1 3 1,-3 2-1225,-1 0 1,-2 2 153,-3-4 999,0-1 0,-20-1 0,-5-2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36.338"/>
    </inkml:context>
    <inkml:brush xml:id="br0">
      <inkml:brushProperty name="width" value="0.08571" units="cm"/>
      <inkml:brushProperty name="height" value="0.08571" units="cm"/>
    </inkml:brush>
  </inkml:definitions>
  <inkml:trace contextRef="#ctx0" brushRef="#br0">26 84 7902,'-4'-6'0,"0"0"130,-1 2 0,2-2 78,1 2 1,-1-2 54,1 0 0,0 1 198,2 1-420,0 0 0,2-3 62,3 1 0,0 2-96,2-1 0,-1 3 69,1-2 1,0 3-75,1-1 1,-1 1-12,2 1 1,-1 0-170,0 0 0,0 1 35,0 1 1,-3 2 120,-1 4 0,0 0-53,0 3 1,-1 0 75,-3 2 1,0 0-176,0 2 0,0-1 35,0 3 0,0-2 41,0 2 1,0-2-2,0 0 1,0-1-133,0 1 1,0-4 26,0 2 0,1-4 93,1-1 1,1-1-1,4 0 0,-1-2-3,1 0 0,-1-2 186,1-3 1,1-3-42,1 1 0,-1-3 49,-1 1 0,-1-2-1,0-3 0,1 2-101,-1-2 0,-1 2 198,-1-2 0,-1 1-88,2-3 0,0 3 57,-3-3 1,1 3-53,-1 0 1,-2-1-88,3 0 113,-3 0-306,0 3 144,0 3 1,0 0-66,-3 3 1,3 3 33,-2 1 1,0 1 48,0 2 0,1 1 19,-1 1 0,2 2-30,0 0 1,0-1 64,0 1 1,0-1 1,0 0 1,0 2 9,0-4 0,2 2 11,3-2 1,3-1 96,3-1 0,1 0-88,1-4 1,2-1-25,0-3 0,2-1 227,-2-4 0,0-2-60,-2-2 0,-1-2 171,-2-2 0,-2 1-172,-4-3 0,-3 2-328,1-2 0,-4 2-590,-2-2 0,-5 1 424,-1-2 1,0 3-697,-1 2 987,0 0 0,-1 3 0,-1 1 0</inkml:trace>
  <inkml:trace contextRef="#ctx0" brushRef="#br0" timeOffset="427">469 251 7902,'-4'-3'606,"-1"2"-172,3-4 237,0 4-104,2-2-236,-3 3 0,2 3-75,-1 1 0,4 3-11,0 1 0,3 2-179,-1 3 1,0 0 99,0 0 1,0 2-532,3 0 1,-2 2 271,0-2 0,0 0-725,-3 0 0,2-3 415,-2 1 0,0-3-223,-2 1 1,0-2-416,0-2 1041,0-4 0,3-14 0,1-7 0</inkml:trace>
  <inkml:trace contextRef="#ctx0" brushRef="#br0" timeOffset="684">578 245 8416,'0'-4'1471,"0"1"-1021,0 3 1,1 5-89,1 2 1,1 1-37,4 1 1,-2 1-98,0 2 0,3 2 0,-2 1 0,0-1-231,-2 3 1,0-2-259,3 2 0,-1-2-872,0 2 1,-1-4 156,-1-1 975,-3-3 0,8-11 0,-2-6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35.370"/>
    </inkml:context>
    <inkml:brush xml:id="br0">
      <inkml:brushProperty name="width" value="0.08571" units="cm"/>
      <inkml:brushProperty name="height" value="0.08571" units="cm"/>
    </inkml:brush>
  </inkml:definitions>
  <inkml:trace contextRef="#ctx0" brushRef="#br0">7 7 7902,'-4'0'-390,"1"-3"390,3 3 0,4-3 1017,2 3 1,2 0-403,5 0 0,1 0-486,5 0 1,3 0-294,-1 0 0,3 0-407,-3 0 0,0 0-62,-1 0 1,-5 0 359,-2 0 0,-3 0 273,-3 0 0,-21 3 0,-5 0 0</inkml:trace>
  <inkml:trace contextRef="#ctx0" brushRef="#br0" timeOffset="167">26 97 9884,'6'0'-397,"4"0"406,0 0 1,4 0-575,1 0 1,5 0 564,0 0 0,35-9 0,7-1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38.397"/>
    </inkml:context>
    <inkml:brush xml:id="br0">
      <inkml:brushProperty name="width" value="0.08571" units="cm"/>
      <inkml:brushProperty name="height" value="0.08571" units="cm"/>
    </inkml:brush>
  </inkml:definitions>
  <inkml:trace contextRef="#ctx0" brushRef="#br0">46 20 7926,'-7'0'0,"3"0"420,0 0 1,1 0-35,-1 0 1,2 3 35,-2 1 0,2 4-94,-3 3 1,3 2-100,-2 2 1,2 2-240,0 4 1,2 1 82,0 2 1,2 0-183,3-2 0,0 0 72,2-2 0,2 0-811,2-5 1,1-1 57,1-4 1,0 0 789,-1-4 0,21-22 0,5-6 0</inkml:trace>
  <inkml:trace contextRef="#ctx0" brushRef="#br0" timeOffset="393">238 109 7926,'0'-6'0,"2"0"353,0-1 0,1 4-21,-1 1 1,2-1-172,2 1 1,1-1 57,-1 3 0,3 0-288,-1 0 1,1 3 139,0 2 1,-2-2-86,2 1 0,-2 1-2,-1 1 1,1-2-153,-1 1 0,-2-1-143,1 2 1,-4 1 126,1-1 0,-1 1 83,-1-1 1,-3-2 49,-1 1 0,-3-1 280,-1 2 1,1-2-19,-2 1 0,0-1-6,0 2 1,1-1-73,1-1 1,1-2 175,-1 2 1,2-1-193,0 1 1,0-2 37,3 2 1,0-2-427,2 3 213,0-4 1,3 4-439,1-3 1,3 0 82,1-2 1,0 1-98,3 1 0,-1-1-734,3 1 1244,0-1 0,28-13 0,8-2 0</inkml:trace>
  <inkml:trace contextRef="#ctx0" brushRef="#br0" timeOffset="660">411 20 7926,'-6'0'1837,"2"0"-1207,1 0-374,9 0 1,2 3 75,7 1 0,1 4-133,3 0 0,1 4-122,-1-2 0,-2 2-141,0 1 0,-3 1 140,-2 1 1,0 0-857,-6 3 1,-1-3 383,-5-2 0,0 0-1580,-3 0 1976,-3 0 0,-12-6 0,-6-2 0</inkml:trace>
  <inkml:trace contextRef="#ctx0" brushRef="#br0" timeOffset="1601">1001 353 8093,'0'-6'0,"0"-1"0,0 2 297,-3 0 0,2 0-34,-3 3 0,-1-2 87,-4 2 0,-1-2-184,-3 1 1,0 1 52,-2 2 0,1 0-217,-4 0 1,4 3 114,-1 1 0,2 2-101,0 1 0,3-1-131,1 0 1,3 4-181,2 0 0,-1 0-81,3 1 0,-1-3 190,3 0 1,3 2-132,-1-2 1,3 1 68,2-3 0,0 0-57,4-2 1,-3-1 77,3-3 0,0 0 188,1 0 0,-1 0-65,0 0 0,-1-3 65,0-1 0,3-2 338,-3 0 1,-1-1-166,0 1 1,-2 0 315,0-1 1,-2-1-184,0-1 0,0 3 591,-3 1-231,0 1-259,1-2-204,-3 2 0,3 2-24,-3 4 1,0 2-49,0 5 1,0-1 71,0 2 1,2 2-256,0 3 0,1-1 46,-3 3 0,0 0-405,0 2 0,0 3 202,0-1 0,-3 1-237,1-3 0,-3 0 187,1 0 1,-2 1 113,0-1 1,0-3 234,2-4 1,-1-2-309,3-3 1485,0-1-945,2-2 1,1-4 562,3-5 1,1 0-323,3-2 1,2-1-107,1-1 0,0-2-323,1 0 1,0 1-300,3-1 0,1 1-1060,-2-3 0,4 3 718,-3 1 1,2 2-1095,-2-2 1640,0 5 0,-3-2 0,1 6 0</inkml:trace>
  <inkml:trace contextRef="#ctx0" brushRef="#br0" timeOffset="1952">1296 635 7923,'-3'-6'2052,"3"2"-1595,-3-1 0,3 5 99,0 0 0,0 3-137,0 3 1,2 3-307,0 2 0,3 1 106,-1 1 0,0 0-181,0 0 1,0 2 55,0 0 0,1-1-1075,-3-1 1,3 2-112,-1 0 1,1-1 1091,0-3 0,0-13 0,-1-6 0</inkml:trace>
  <inkml:trace contextRef="#ctx0" brushRef="#br0" timeOffset="2526">1309 26 7700,'4'-3'940,"-1"3"1,-6-3-568,-2 6 1,0 0-152,-2 4 1,-1 2-58,-1 1 1,0 3-96,0 2 0,2 2-212,-1 2 1,3 0-93,0 0 0,4 3 188,-1-1 1,2 1-676,2-3 1,4-2 344,5 0 1,1-5-427,1 1 0,1-7 802,1-2 0,24-17 0,8-5 0</inkml:trace>
  <inkml:trace contextRef="#ctx0" brushRef="#br0" timeOffset="2743">1489 135 7960,'0'-3'1926,"0"-3"-1214,0 5-549,3 4 0,0 1-106,4 5 0,-2 1-244,1 1 1,-3-2 154,3 2 1,-2-1-304,1 1 0,0 1 229,0-1 0,0 0-1610,-1 0 1716,2-2 0,0-5 0,4-2 0</inkml:trace>
  <inkml:trace contextRef="#ctx0" brushRef="#br0" timeOffset="3002">1566 13 7874,'3'-3'-87,"-2"-2"431,3 3 1,-1-1 555,3 3 1,2 1-195,5 1 0,4 5-278,2 3 0,2 5-296,3 2 1,0 3 36,-3 1 1,-2-1-695,-4 1 1,-7-1 171,-1 0 0,-6-2-136,-1-1 1,-3-1 261,-6-3 227,-1-3 0,-26-1 0,-5-3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49.564"/>
    </inkml:context>
    <inkml:brush xml:id="br0">
      <inkml:brushProperty name="width" value="0.08571" units="cm"/>
      <inkml:brushProperty name="height" value="0.08571" units="cm"/>
    </inkml:brush>
  </inkml:definitions>
  <inkml:trace contextRef="#ctx0" brushRef="#br0">45 686 8043,'-8'0'263,"-1"0"1,1 0 0,1 0 573,1 0 1,2 0-137,2 2-402,1-1 1,2 4-4,1-3 0,4 0-65,5-2 0,2 0-57,2 0 0,3 0-95,4 0 1,2 0-192,0 0 1,1 0-815,0 0 1,2 0 504,-1 0 1,-2-2-702,-5 0 1,-2-1 474,1 1 1,-7 1 646,0-1 0,-18-4 0,-4-1 0</inkml:trace>
  <inkml:trace contextRef="#ctx0" brushRef="#br0" timeOffset="248">186 609 8532,'-1'-5'1595,"-1"1"-1126,2 3 1,-3-1-84,6 4 1,-2 1-2,3 4 1,1 2-109,1 2 1,3 1-144,-1 1 1,3 0 110,-3 2 0,3-1-1275,-2 3 0,0-2 645,-1 2 1,0-2 384,0 3 0,2-16 0,0 0 0</inkml:trace>
  <inkml:trace contextRef="#ctx0" brushRef="#br0" timeOffset="990">763 551 7925,'0'-10'0,"0"1"0,0 0 0,0 1 536,0 0 0,1 1-103,1 0 1,2 1-107,2 2 0,1-1-90,2 3 1,-2 0-269,2 2 0,1 1 9,0 1 1,0 2-30,1 5 1,-3 1-350,0 2 1,-1 1 239,0 0 0,-1 1-98,-2 1 1,1-2 107,-3 2 0,2 1-223,-2-1 1,1 0 85,-3-2 0,0-1 99,2-2 1,-1 2-25,1-4 1,1 3 239,-1-2 1,3-3 43,0-2 0,-2-2 445,1 0-329,1-1 1,1-2-80,0-1 0,1-2 66,-1-2 1,1-3-48,-1 1 0,-2-2 8,1 2 1,-1 0-26,2-3 0,1 3-15,-1-3 0,1 2-71,-1-1 0,0 2-14,1-1 1,0 0-248,2 1 1,-4 1-50,1 3-10,-1 2 214,1 0 1,-2 4 10,-2 3 0,-1 0 55,-1 2 1,-2 1 113,-1 1 0,1 2 53,2-3 0,0 1-107,0 0 0,1 0-146,1 2 1,0-2 126,5-2 0,-2-1-101,6 0 0,0-2 144,2-2 1,-1-1 151,1-1 1,1-5 85,1-2 1,-2-5 316,-1-1 1,-2-4-34,-3 0 1,-1-2-163,-2 0 0,-2-3-524,-4 1 0,-5-1 114,-3 1 1,-2 1-378,-1-2 0,-2 1 281,0 2 1,1 2 76,3 6 0,4 13 0,5 6 0</inkml:trace>
  <inkml:trace contextRef="#ctx0" brushRef="#br0" timeOffset="1307">1347 654 7979,'0'-4'1941,"0"-2"-1257,0 6 0,3-3-98,1 6 0,2 1-281,0 4 0,1 2-81,-1 3 1,1 0-111,2 0 0,-2 0 83,2 2 0,-3 0-680,-2 2 0,2-3 345,-2 1 0,0-2-1139,0 0 0,-3-3-748,2-1 179,-3-2 1846,0-3 0,6-27 0,1-9 0</inkml:trace>
  <inkml:trace contextRef="#ctx0" brushRef="#br0" timeOffset="1667">1482 660 7968,'0'-9'574,"0"1"0,0 1 210,0 3-527,0 0 0,3 0-49,1 2 1,2 1 14,0 1 1,1 0 27,2 0 1,1 1-29,3 1 1,-1 2-203,1 2 1,-2 0 162,0-2 0,-1 4-342,3-1 0,-3 0-84,-1 0 1,-2 0-63,-1 1 0,-2 0 78,1 0 0,-4-1 78,1 0 1,-3 1 42,-1 1 1,-5 0 24,0 0 1,-1-2 200,-1 1 0,1-1-136,-2 0 1,2-1 551,-1-2 1,2 1-92,1-3 0,1 1 74,1-1 1,3-1 85,-1 4-365,1-4 1,4 2-395,1-3 0,4 0 139,3 0 1,2 0-280,2 0 0,1 0 186,1 0 1,1 0-1370,-1 0 1,-1-1 1475,-1-1 0,4-10 0,1-5 0</inkml:trace>
  <inkml:trace contextRef="#ctx0" brushRef="#br0" timeOffset="2442">2072 403 8214,'2'-6'0,"0"0"0,0-1 1288,-2 1-557,0-1-382,0 1 1,-3 0-56,-1 2 1,-4-1-168,-3 3 1,-1 0 96,-1 2 1,0 0-271,0 3 0,1-2 91,-1 3 1,1 3-359,1 1 1,1 4 80,1-2 0,2 2-12,-1-2 0,3 2-237,0-1 0,4 1 154,-1 1 0,1 0-54,1 0 1,1-3 63,1-2 0,4-1 334,2-3 1,3-1-78,-2-3 1,1-1 220,-1-1 0,2-1-97,0-1 0,1-4 111,1 2 1,-3-2-33,1 1 1,-1 1-88,1 0 1,0-1 511,-2 1 1,-1 1-198,-1 1 1,-1 2 424,1-2-500,-1 2 0,-2-1-223,1 3 109,-4 0 1,2 3-192,-3 2 0,0 1 66,0 3 0,0 1-77,0 5 0,2-1-255,0 4 1,0-1 124,-2 2 0,0 1-194,0 1 0,0-1 139,0 2 1,0 0-78,0-1 0,0 0 173,0-1 0,0-4 225,0-1 0,0-2 127,0-2 1,0-4 18,0-3 1875,0-3-1525,3-3 1,1-3 172,2-6 0,1 0-299,2-2 0,-1 1-322,2-1 1,1 0-223,2 0 0,0 0-386,-1 0 1,3 1-1255,0-1 0,1 2 905,-1 0 0,-1 3-1342,1 0 2135,-2 4 0,-3 4 0,-1 3 0</inkml:trace>
  <inkml:trace contextRef="#ctx0" brushRef="#br0" timeOffset="2902">2431 698 7979,'0'-6'1795,"1"0"-1612,1 2 1,-1-1 40,4 3 1,-1 0 45,2 2 1,1 0-114,-1 0 0,3 0-136,-1 3 0,3 0 1,-2 4 0,1-2 63,-1 0 1,-1 0-226,-1 0 0,-1 0 85,1 2 1,-3-1-55,0 1 1,-2-1 83,0 0 1,-2 0 73,-2-2 0,-2 2-42,-2-2 0,-1 2 5,1 0 0,-1 0 9,-2-2 1,2 2 12,-2-2 0,2 1 245,1 0 1,-1 0-70,1 0 0,0-2 196,2 1 0,-1-1 223,3 1-282,0-3 1,2 4-19,3-3 0,2 1-63,4-3 1,2 0-816,0 2 0,1-1 371,1 1 1,2-1-1522,0-1 1,0 0 240,-2 0 1458,-1 0 0,4-6 0,1-1 0</inkml:trace>
  <inkml:trace contextRef="#ctx0" brushRef="#br0" timeOffset="3541">2354 19 7958,'-6'0'889,"-1"0"0,1 0-659,-1 2 1,2 3 21,1 3 1,-2 2 13,2 3 1,-1 3-145,0 1 0,2 2 62,3 2 0,0 0-343,0 3 1,3-3 168,2 3 1,2-7-804,2 0 0,2-2-1,0-2 0,3-4 794,1 0 0,12-13 0,0-4 0</inkml:trace>
  <inkml:trace contextRef="#ctx0" brushRef="#br0" timeOffset="3925">2527 96 7958,'4'-3'0,"2"1"0,-2-2 0,2 3 0,0-2 0,0 3 550,1 0 1,-1 0-222,1 0 0,-1 2-214,0 0 1,1 3-170,-1-1 1,1 2 71,-1 0 1,-2-1-67,-2-1 1,-1 0 81,1 3 1,-1-1-90,1 0 1,-3 1 44,-1-1 0,-3 1 132,0-1 0,-2 0-17,-2 1 0,0-1 13,0 1 1,2-2 26,-1 0 1,0 0 146,2 0 1,0-2-55,2 2 1,-1-3-77,3 2 0,0-2-261,2 2 1,0-2 94,0 3 1,3-4-456,1 1 1,4 1 109,0-1 0,2 0-67,-2-2 1,2 0-153,3 0 0,0 0-1070,0 0 1638,2 0 0,19-2 0,6-2 0</inkml:trace>
  <inkml:trace contextRef="#ctx0" brushRef="#br0" timeOffset="4184">2720 31 7958,'0'-6'0,"-2"0"1710,-1-1-1155,1 1 0,5 2-148,1 2 0,3 2-172,1 2 0,2 2-13,3 5 1,2 1-144,0 3 1,4 2 103,0 3 1,-3 0-798,1 1 0,-3 3 403,-3-1 1,-2 1-2419,-3 0 2629,-2-2 0,-13-1 0,-5-4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55.683"/>
    </inkml:context>
    <inkml:brush xml:id="br0">
      <inkml:brushProperty name="width" value="0.08571" units="cm"/>
      <inkml:brushProperty name="height" value="0.08571" units="cm"/>
    </inkml:brush>
  </inkml:definitions>
  <inkml:trace contextRef="#ctx0" brushRef="#br0">13 26 8654,'0'-5'0,"-2"0"0,0 0 1443,1 0-752,-3 3-331,3-1 0,-1 3-47,2 3 0,0 0 71,0 4 0,0 2-71,2 2 1,2 3-118,2 4 1,1 0-193,-1 1 1,-2 3 93,1 2 0,-1 1-363,2 1 0,0-1 221,-2 1 1,1 0-324,-2-1 0,-1-2 136,0-2 0,-1-4 5,1-2 1,-2-4-192,-2-2 178,1-5 427,-4-1 0,3-6-81,-2-1 1,3-4-84,-1-1 0,1 0-36,1 0 0,0 0 68,0-1 0,1-3-30,1 3 0,-1 0-19,3-1 0,0 3-24,0-3 0,2 2 12,-2-1 0,2 2 53,0-1 0,1 2-52,2 1 1,-1 2-34,3 2 1,-2-1 46,2 1 0,1 1-125,-1 3 1,1 0 28,1 4 0,0-1-54,0 4 0,-1 0 102,-2 0 1,2 2-14,-4 0 1,0-1 134,-4 0 0,1 1-91,-2 2 1,-2-2 186,-3-1 0,-5-2-58,-3 1 0,-3-1 6,-2-1 1,-1 0-256,-4-5 0,-2 0-355,-1-2 1,-1 0-43,0 0 0,0-1 230,2-1 1,2-1-1656,3-1 1949,1-2 0,49 0 0,11-4 0</inkml:trace>
  <inkml:trace contextRef="#ctx0" brushRef="#br0" timeOffset="358">385 398 7975,'0'-4'679,"0"0"1,0 2 307,-2 0-365,1 2 1,-1 2-200,4 3 1,-1 3-101,3 0 1,1 6-86,1-2 1,1 3 140,-1 0 0,0 1-297,1 1 1,-1 2-312,1-2 1,-2 1-1078,0-1 0,0-2 716,-3-2 0,0-3 590,-2-1 0,-6-11 0,-1-2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54.631"/>
    </inkml:context>
    <inkml:brush xml:id="br0">
      <inkml:brushProperty name="width" value="0.08571" units="cm"/>
      <inkml:brushProperty name="height" value="0.08571" units="cm"/>
    </inkml:brush>
  </inkml:definitions>
  <inkml:trace contextRef="#ctx0" brushRef="#br0">261 94 7967,'6'0'-408,"1"0"285,-1 0 1,1 0 1770,-1 0-546,0 0-116,-2 0-705,-1 0 1,-8 0-174,-2 0 0,-6 0-11,-2 0 1,-3 0-164,-1 0 1,-3 0-150,-2 0 1,-1 0 206,0 0 1,0 0-926,1 2 0,2-1 426,3 1 1,3-1-1100,1-1 1606,4 0 0,13 0 0,6 0 0</inkml:trace>
  <inkml:trace contextRef="#ctx0" brushRef="#br0" timeOffset="251">126 23 7967,'0'-6'374,"0"1"-250,-3 1 1643,3 3-1064,-3-5 1,3 6 575,0 0-903,3 6 0,0 1-139,1 4 1,2-2 190,-2 1 1,-1 1-123,2 2 0,-1 0-737,2 0 0,-1-1 320,-1 1 1,-2 0-1648,2 0 0,-2-2 1758,0-1 0,-4-2 0,-2 1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5:57.216"/>
    </inkml:context>
    <inkml:brush xml:id="br0">
      <inkml:brushProperty name="width" value="0.08571" units="cm"/>
      <inkml:brushProperty name="height" value="0.08571" units="cm"/>
    </inkml:brush>
  </inkml:definitions>
  <inkml:trace contextRef="#ctx0" brushRef="#br0">51 64 7945,'0'-7'433,"0"3"37,0 0 286,0 2-94,0-1-383,-3 3 0,2 2 74,-3 1 0,-1 4-74,-1-1 0,0 5-106,-1 0 0,3 3 48,0 1 0,1 3-223,-1-1 1,3 2 94,-1 2 1,4 0-753,2 2 0,4-2 130,0 1 1,6-3-144,-1-2 1,2-1 671,0-4 0,18-13 0,8-4 0</inkml:trace>
  <inkml:trace contextRef="#ctx0" brushRef="#br0" timeOffset="547">231 102 8003,'0'-6'484,"0"-1"-249,3 1 1,-2 2 13,3-1 1,-2 3-106,3-2 0,-1 2 78,2 0 0,2 2-99,0 0 0,0 0 99,3 0 0,-1 0-211,0 0 1,2 2-91,-4 3 1,3 0-211,-2 2 1,-2 1 17,-2 1 1,-3 2 156,-2-3 1,0 4 19,0-2 0,-2 0 52,-3 1 1,0-3 32,-2 3 1,-2-2-67,-2 1 1,1-2 226,0 1 1,1-3 17,-2-2 1,6 2 239,-2-2-187,2-1 0,0 1 26,0-2-171,2-1 0,6 2 41,2-3 1,1 0-177,3 0 1,1 0 88,2 0 0,1-1-314,0-1 0,1 1 142,0-1 0,0 1 86,1 1 1,-1 0-1384,-2 0 1,-1 0 1436,0 0 0,5-11 0,4-4 0</inkml:trace>
  <inkml:trace contextRef="#ctx0" brushRef="#br0" timeOffset="818">507 12 7973,'0'-6'949,"3"2"-588,4 2 1,0 3-168,6 3 1,-1 3 250,5 6 1,3 3-158,1 1 1,-2 2-156,-2 2 0,-3-1 119,-1 2 0,-4 0-441,-5-1 0,-1-2 206,-3-4 1,-5-2-314,-1 0 1,-5-1-414,0-1 1,-1-2 708,-1-2 0,-2-10 0,-2-1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6:02.930"/>
    </inkml:context>
    <inkml:brush xml:id="br0">
      <inkml:brushProperty name="width" value="0.08571" units="cm"/>
      <inkml:brushProperty name="height" value="0.08571" units="cm"/>
      <inkml:brushProperty name="color" value="#E71224"/>
    </inkml:brush>
  </inkml:definitions>
  <inkml:trace contextRef="#ctx0" brushRef="#br0">661 39 8197,'-4'-4'-350,"1"-1"-515,1 3 527,1 0-7,-2 2 268,0 0 173,3 0 696,-3 0-633,0 0 300,2 0-301,-4 0 1,3 0 375,-2 0-353,2 0 1,-1 0 299,1 0-145,1 0-184,-2 0-66,9 0 0,-1 0-128,5 0 1,4-1 83,3-1 0,5 1 95,4-1 0,6-1-72,6 1 1,7-2 119,4 2 0,4-2-100,3 1 0,-3 1-135,-4 2 1,-2 0 145,-7 0 1,-2 0-182,-4 0 1,-7 1 28,-6 1 1,-7-1-108,-5 1 1,-2-1-271,-1 2-100,-2-3 1,-2 3-9,-4-3 81,-2 3 460,-5-2 0,-21 7 0,-7-1 0</inkml:trace>
  <inkml:trace contextRef="#ctx0" brushRef="#br0" timeOffset="331">623 109 8411,'2'-3'-720,"4"0"496,3 3 1,3 0 617,3 0 1,5 0 100,5 0 0,7-1 79,5-1 1,2 1 45,6-1 0,-1 1-129,5 1 0,-3 0-240,-1 0 1,-4-2 16,-5 0 0,-1 0-220,-5 2 0,-1 0 68,-6 0 0,-3 0-605,-9 0 1,-2 1-741,-2 1-925,-4-1 2154,0 4 0,-29-1 0,-6 2 0</inkml:trace>
  <inkml:trace contextRef="#ctx0" brushRef="#br0" timeOffset="1031">26 392 8352,'-6'0'349,"0"-1"524,2-1-593,-2 1-29,5 1 1,-2 6 51,3 2 0,0 1 110,0 0 1,2 3-153,1 3 1,1 1-28,-2-1 0,1 1 60,-1 3 1,-1 1-305,1-1 1,-1 0 86,-1 0 0,2 1-374,0-1 1,0-3-142,-2-1 0,0-3-343,0-2 0,0-2 21,0 1 0,0-4-142,0-1-462,0-3 1364,0 2 0,9-23 0,1-5 0</inkml:trace>
  <inkml:trace contextRef="#ctx0" brushRef="#br0" timeOffset="1289">45 597 8056,'0'-10'-740,"0"3"1340,0-1 1,0 1-100,0 0 1,0 3-118,0 0 0,3 0-106,1 0 1,4 0-145,1 2 1,2 1 143,0-1 0,1 2-254,1 0 1,0 2 12,-1 3 1,1 0-107,0 2 1,-2 0-155,0 2 0,-4-2 159,2 4 0,-2-1-140,-1 1 0,-1 1 40,-1-1 1,-3-1-503,2 0 1,-1-1 248,1 1 1,-1-2-993,-2 1 1409,0-2 0,8-6 0,3-2 0</inkml:trace>
  <inkml:trace contextRef="#ctx0" brushRef="#br0" timeOffset="1734">315 597 8259,'0'-4'-56,"0"1"1,2 3 132,3 0 0,3 0-94,0 0 1,3 0-66,-3 0 1,4 0 134,-1 0 1,-2 0-142,2 0 1,-1 0 110,1 0 0,0-2-167,-2 0 0,-3-3-81,-2 1 156,1-2 1,-2 0 13,-1-1 0,-1 3-105,-1 0 0,-3 2 245,-1-3 1,-2 4-86,0-1 0,-3 1 207,-2 1 1,-1 0-70,-1 0 1,0 0 114,0 0 0,3 3 16,-1 1 1,0 2-96,-2 0 1,3 1 15,2-1 1,1 3 23,0 2 0,4-1-225,1 1 1,1-1 101,1 0 1,1 3-256,4-3 1,0-1 76,8 0 0,1-2-472,6 0 0,2-4 274,1-1 0,2-1 285,-2-1 0,28-26 0,4-6 0</inkml:trace>
  <inkml:trace contextRef="#ctx0" brushRef="#br0" timeOffset="2023">546 552 8259,'4'0'-788,"0"0"1,-2 0 1269,3 0 0,-3 1-125,2 1 0,0-1-227,3 3 1,-1 1-20,0 1 0,1 3 60,-1 2 1,1-1-158,-1 1 0,1-1 154,-1 3 0,0 0-75,-2 0 0,-1-1 46,-3-1 0,0-2 153,0-3 1,0 1 48,0-1 203,0-2-593,0-1 0,0-4 131,0-1 1,-2-4-82,-1-2 1,1-3 157,2 2 1,0-2-244,0 0 0,1-1 41,1-1 0,2 0-573,2 1 0,3-1-178,2 3 0,2 1 794,2 2 0,16 1 0,6-1 0</inkml:trace>
  <inkml:trace contextRef="#ctx0" brushRef="#br0" timeOffset="2510">847 642 9190,'4'-3'531,"1"2"-406,0-1 0,0 1 140,2 1 1,-1 0-424,1-3 0,1 3 113,1-2 1,1-1-182,-1 1 0,2-3-12,0 0 1,-2 0-11,0 1 0,0-2 61,0 2 0,-3-2 83,-2 0 1,-2 2 208,0-1-163,-1 1 0,-2 0 38,-1 0 0,-3 2 15,-3 0 1,-2 2 15,-3 2 1,0 0 302,0 2 1,-2 0-103,0 3 1,0 1 399,0 1 0,1-1-229,-1-1 1,2 1 209,3 1 1,1 1-104,2-1 1,1 2-216,2 0 0,2-1-20,4 1 0,5-3-244,6 0 1,3 1 76,3 0 1,3-3-761,2-4 1,3-2-329,1 0 1,1 0 999,-4 0 0,11-19 0,-2-6 0</inkml:trace>
  <inkml:trace contextRef="#ctx0" brushRef="#br0" timeOffset="2858">1463 610 8224,'-3'-4'1033,"2"1"-562,-2 3 0,3 3-150,0 1 1,3 2-73,1 0 0,2 3-623,1 0 0,-1 2 255,0 0 0,-1-1-997,-1 0 0,0-2 213,3 1 903,-4 1 0,-3-15 0,-3 0 0</inkml:trace>
  <inkml:trace contextRef="#ctx0" brushRef="#br0" timeOffset="3038">1450 456 8268,'-6'-7'-467,"0"1"312,2-1-522,1 4 0,3 1 677,0 4 0,14 7 0,4 5 0</inkml:trace>
  <inkml:trace contextRef="#ctx0" brushRef="#br0" timeOffset="3384">1726 526 8323,'-3'-6'0,"1"2"-15,-2-1 201,0 4 0,-2-2-250,-1 3 1,1 0 130,-1 0 1,1 2-81,-1 0 0,1 3 127,0 0 0,-1-2-171,1 1 0,2 1 116,-1 1-52,4 0 0,-4 1 79,3-1 0,0-1-35,2-1 0,0 0-40,2 3 1,2-3 43,2 0 1,1 0-170,-1 3 1,3-3 96,2 0 1,1-2-342,1 3 1,0-2-5,0 2 0,0 0-1,-1 0 0,1-2 221,0 1 1,-1 1-22,-1 1 0,-3-2 515,-3 1 1,-2-1-220,-3 2 0,-3-1 362,-2-1 1,-3-2-209,-3 2 1,-4-2-141,-2 3 1,-1-3-325,-2 2 1,4-2-889,1 0 1065,1 1 0,10-8 0,2 1 0</inkml:trace>
  <inkml:trace contextRef="#ctx0" brushRef="#br0" timeOffset="4108">2213 558 7937,'-4'-6'0,"0"-1"-345,2 1 1,-1 0 894,3-1 1,0 3-71,0 0 1,1 0-254,1 0-17,2-2 1,2 5-115,1-4 1,1 4 49,1-1 0,-1 1-185,-1 1 1,1 1-7,1 1 0,-1 2 138,-4 2 0,1 0-362,-3 1 0,2 1 133,-2 1 1,1 2-110,-3 0 1,0 1 137,0 1 0,0 0-146,2 0 0,-1-1 95,1 1 1,1-1 37,-1-1 0,3 1-132,0-1 1,-2-2 135,1 0 0,0-2 188,0-1 0,2-2-120,-2-2 1,0-1 174,0-1 0,-2 0-116,2 0 1,1-3-116,1-2 0,-2-2 115,1-2 0,-1 0-9,2 0 1,1 1 43,-1-2 0,1 2-69,-1-1 1,0 0 115,1 1 0,-3-2-141,0 2 410,1 1-191,-2-3-124,0 7-21,-3 0-26,-3 9 1,2-1-134,-3 5 0,2-1 97,0 2 0,1-1-55,1 0 1,0 2 65,0-1 0,1-1-145,1 1 0,2-3 63,2 0 1,3-1 64,-1 0 1,4-2 188,-2 0 0,2-3 305,1-4 1,0-2 83,0-2 0,-2-4-227,-1 0 0,-3-5 13,0 0 0,-1-2-141,-4 2 0,0-2-316,-2 2 0,-3 0 221,-1 0 1,-4 2-1692,-1 0 1605,1 0 0,-1 9 0,-1-2 0</inkml:trace>
  <inkml:trace contextRef="#ctx0" brushRef="#br0" timeOffset="4425">2707 654 8439,'0'-3'1016,"0"0"1,1 4-470,1 1 1,-1 2-337,4 5 0,-2-1 42,2 2 1,0 1-437,-1 2 1,4 2 178,1 0 1,-1 0-870,-1-2 0,-1-1 331,1 1 0,-1-1 3,1-1 1,-4-2 151,-1-2 387,-1-1 0,5-14 0,1-3 0</inkml:trace>
  <inkml:trace contextRef="#ctx0" brushRef="#br0" timeOffset="4642">2829 680 8217,'-4'-1'160,"2"-1"0,2 1 828,0-3-224,0 2-294,0-1 1,2 6-228,3 1 1,0 4 20,2 1 0,1 2-170,1 0 0,2 1 98,-3 1 0,3 2-579,-3 0 1,3 2-311,-2-2 1,0 0-1963,-1-2 2659,-3-1 0,9-2 0,-3 0 0</inkml:trace>
  <inkml:trace contextRef="#ctx0" brushRef="#br0" timeOffset="5010">2797 295 8333,'-6'-4'0,"-1"0"667,1 2 1,1-1-110,1 3 1,0 1-68,-3 1 0,3 3-307,0 3 1,2 1-119,0 4 0,2-1-64,0 5 0,0-1 111,0 1 1,5 2-1071,1-2 0,5 1 542,-1-1 0,3-2 415,2-5 0,22-9 0,7-5 0</inkml:trace>
  <inkml:trace contextRef="#ctx0" brushRef="#br0" timeOffset="5368">2983 302 8170,'0'-5'-88,"0"1"1,1 1 444,1-2 0,1 0-57,4 3 1,0 0-239,1 2 1,0 1 101,3 1 1,0 1-172,1 1 0,-1 2 91,0-2 0,-3 2-116,3 0 1,-4 1-17,0-1 1,-2 0-246,-3 1 1,1-1 15,-3 1 1,0-1 94,0 0 1,-5 1 177,-2-1 0,-3 1-71,-1-1 1,-2-2 214,-2 1 0,2-2-81,-2 1 1,2 2 108,2-2 0,2 0-81,2 0 1,4-2 87,1 3 0,1-1-80,1 2 1,3 1-373,4-1 1,2-1-139,4-1 1,0-1-164,0 2 1,2 0 104,0-3 0,0 0 473,-3-2 0,1-1 0,0-1 0,6-13 0,1-6 0</inkml:trace>
  <inkml:trace contextRef="#ctx0" brushRef="#br0" timeOffset="5592">3207 282 8167,'0'-6'441,"-2"0"1,1 1 416,-1 1-363,1 3 1,2-2-29,1 3 0,2 3 23,5 1 1,-1 2-229,2 3 0,1 1-4,2 3 1,0 0-429,2 2 1,-3 2 198,0 2 1,-2-2-1306,0 0 1,-4 2 681,1 3 0,-5-4 594,0-3 0,-13-1 0,-3-1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6:09.498"/>
    </inkml:context>
    <inkml:brush xml:id="br0">
      <inkml:brushProperty name="width" value="0.08571" units="cm"/>
      <inkml:brushProperty name="height" value="0.08571" units="cm"/>
      <inkml:brushProperty name="color" value="#E71224"/>
    </inkml:brush>
    <inkml:brush xml:id="br1">
      <inkml:brushProperty name="width" value="0.11429" units="cm"/>
      <inkml:brushProperty name="height" value="0.11429" units="cm"/>
      <inkml:brushProperty name="color" value="#E71224"/>
    </inkml:brush>
  </inkml:definitions>
  <inkml:trace contextRef="#ctx0" brushRef="#br0">13 100 8276,'-3'-3'327,"-1"0"-218,2-1 93,1-2 1,-2 6-84,3 0 1,3 5 481,2 4 0,0 3-264,2 1 0,1 0-164,1 4 1,1-2-196,-1 2 0,2 0 121,-3 3 1,2-2-703,-2-1 0,-1 1 340,2-3 1,-3 2-601,-2-5 1,1 2 391,-2-6 0,-1-1-541,-2-3 1012,0-2 0,-3-8 0,-1-5 0</inkml:trace>
  <inkml:trace contextRef="#ctx0" brushRef="#br0" timeOffset="250">26 119 8276,'-3'-13'0,"-2"3"217,2-1 1,1 3-105,2 0 1,5 3-168,2 3 1,4 1 82,2 1 0,3 1 157,3 1 0,1 3 1,1 3 1,2 5 143,3 4 1,-1 2-279,1 3 1,-6-2 50,-3 4 1,-4-1-194,-5 0 1,-2 1 133,-6-2 1,-4-2-244,-5-2 0,-1-4 62,-5-3 1,0 1-569,0-4 1,2-1 40,2-3 663,3-3 0,13-21 0,7-8 0</inkml:trace>
  <inkml:trace contextRef="#ctx0" brushRef="#br0" timeOffset="975">353 273 8436,'7'-3'37,"-1"2"126,0-1 1,1 2-165,-1 0 0,1 0-4,2 0 1,-2 0 97,2 0 1,-2 0-92,-1 0 120,3-3 1,-1 1-159,0-2 1,-1 2 158,-3-2 0,-1 2-306,0-3 0,-3 1 55,2-2 1,-1-1 105,-1 1-246,-3-1 0,0 2 166,-4 0 0,-1 2 219,-1 3 1,-2 0-99,3 0 0,-3 1 205,3 1 0,-3 2-60,2 2 1,1 1 5,1 2 0,2-1-89,0 3 0,0-1 21,3 3 0,1 0-84,3 0 1,4 0-167,5-1 1,4 0-115,2-1 1,1-2 73,-1-2 1,2-1-76,-2-2 1,1-1 35,-1-3 0,1-3-25,-4-1 0,1-2 62,-2-1 0,-1 1-172,-1 0 0,0-3 370,-5 0 0,2 2-76,-4 2 0,0 0 164,0 0 1,-2 0-33,3 1 75,-1-2 0,2 4-29,1-3 1,-3 2 120,0 1 1,-2 1 108,3-1-186,-1 1 0,0 1 18,0 0 1,-1 0 179,1 0 144,-3 0-259,5 0-253,-2 0 0,2-2 95,0 0 0,0-1-217,-2 1 1,2 0 12,-2-2 1,1 2 109,0-2 0,0-1-2,-3-1 0,0 2-11,-2-1 0,-1 2 203,-1-1 0,-2-1-176,-2 2 1,-1 1 287,-2 2 0,0 0 32,-2 0 0,0 3 0,2 1 1,1 2-118,1 1 1,1-1-28,0 0 1,1 3-274,1-1 1,3 4 111,-1-1 1,4 1-581,2 1 1,2-1 261,3 1 1,-1-2-445,5 0 0,-1-4 132,3 2 1,0-5 615,0-2 0,26-9 0,4-4 0</inkml:trace>
  <inkml:trace contextRef="#ctx0" brushRef="#br0" timeOffset="1208">918 241 8436,'-2'-6'102,"-1"-1"1,1 1 508,2-1-426,-3 1 60,3 2 0,-2 2-240,4 4 1,-2 3 156,3 3 1,0 0 45,1 3 1,0 2-11,0 1 0,-2 2-9,3-1 1,-3-1-11,2 3 1,-2 0-28,2 0 1,-2-1-232,0-1 0,-1-1 125,2 1 1,-3-2-343,2 0 163,-1-3-1332,-1-1-138,0-2-354,0-6 1957,0-5 0,-6-26 0,-1-8 0</inkml:trace>
  <inkml:trace contextRef="#ctx0" brushRef="#br0" timeOffset="1400">911 254 8436,'0'-9'346,"3"-1"-76,1 0 1,2 1-113,0 5 1,4-1 85,3 3 1,1-1-76,3 3 0,-2 1 118,2 1 0,-1 2-310,1 2 1,-2 1-40,-4 2 1,-2-1-27,-2 3 1,-4-3 104,0 3 1,-6-3-143,-4 3 1,-5-3-493,-5 0 1,-2 0 332,-3-2 0,2 0 284,-1-2 0,10 2 0,2-3 0</inkml:trace>
  <inkml:trace contextRef="#ctx0" brushRef="#br0" timeOffset="1667">1155 106 8574,'-4'-6'1368,"1"0"-849,1 2 1,1 2-262,-1 4 0,3 2 26,1 5 0,4 1 45,1 3 0,-1 0-10,2 2 1,2 1-736,-2 1 0,1 1 9,-3-1 1,2 4-225,-1 0 1,2 0 630,-5-4 0,9 2 0,-2-3 0</inkml:trace>
  <inkml:trace contextRef="#ctx0" brushRef="#br0" timeOffset="2070">1322 215 9979,'0'7'568,"3"-1"-508,1 1 0,1-1 118,-1 0 0,2 3 78,-2-1 1,3 3 31,0-2 1,2 1-1166,-5-1 0,3 0 439,-5-3 0,2-2-29,-2 0 254,3-2 127,-1 1 0,2-5 121,1-1 1,-3-1-103,0-1 0,-2 0 101,0-2 1,1-1-50,-1-1 1,2 3 127,-2 1-101,3 1 0,-2-2-17,1-1 1,2 4 125,-2 1-50,2 1 1,2 2-6,1 1 1,0 2-51,-3 4 1,1 2 203,2 3 0,-2 3-99,1 1 0,-1 2-24,0 0 0,-1 2-81,-2 1 1,-1-1-14,-3-2 0,-4-2 65,-2-2 1,-6-5-93,-3-1 0,-5-5-348,1-2 1,-4-1 51,2-1 320,-3-6 0,7-24 0,-2-11 0</inkml:trace>
  <inkml:trace contextRef="#ctx0" brushRef="#br0" timeOffset="2693">1957 113 8582,'-2'-10'0,"-1"1"582,2 2 1,0 1 500,1-1-227,0 4-43,0 0-271,0 8 1,0 0-48,0 6 0,3 3-122,1 3 0,2 1-71,1 2 1,-1 0-18,0 1 0,1 0-386,-1 2 0,1-2 161,-1 3 0,-2-1-724,1 0 1,-4-1-499,1-2 1,0-4 625,0-1 1,-2-6-242,3-3 389,-3-4 0,0-2 167,0-4 1,0-3-166,0-1 0,1-1 529,1-2 0,0-1-223,2 1 0,0 1-117,3-1 0,-1 1 48,0 0 1,-1-2-26,-1 1 1,-1 2 178,2 0 1,0 0 218,-3 0 0,1 3 596,-1 2-645,1-1 1,4 2 125,-1 1 1,-1 4-13,2 2 0,-4 2-84,6 0 1,-4 3-238,4-1 0,-2 4 111,0-2 1,-1 2-438,0-1 1,1 0 172,-1-3 1,-1 3-547,-1-2 1,-3-1 363,1-1 0,0-2-1216,0 0 1583,-1 0 0,4-4 0,5-4 0,3-4 0</inkml:trace>
  <inkml:trace contextRef="#ctx0" brushRef="#br0" timeOffset="2893">2310 267 8582,'0'-10'-481,"0"-1"192,2 5 1526,-1-2-164,5 7-647,-3-2 1,2 6-148,-1 1 0,-2 5-134,2 2 0,-2-2-12,3 2 1,-3 0-209,2 2 0,-2-3-130,3 1 1,-3 0 167,2 2 1,-3-3-2308,2 1 2344,0-3 0,9-5 0,5-3 0</inkml:trace>
  <inkml:trace contextRef="#ctx0" brushRef="#br0" timeOffset="3079">2258 106 8288,'-6'-13'0,"0"1"-1103,2 2 287,1 3 816,3 4 0,14 20 0,4 5 0</inkml:trace>
  <inkml:trace contextRef="#ctx0" brushRef="#br1" timeOffset="3546">2572 36 10381,'0'-10'145,"0"1"1,-2 2 530,0 1-484,0 2 0,2 5-46,0 5 1,0 3 533,0 4 0,3 4-90,1 2 0,3 1-223,1 3 0,0 1-437,3 2 1,-1-1 205,3 1 0,0 1-567,0-1 1,-2 1 261,-2-5 1,-1-2-377,-6-7 182,0-3 367,-2-4 1,-2-4-87,0-4 1,-1-1-81,1-1 0,1-2-95,-1 2 1,-1-4-223,1-1 1,-1 1 42,1 2 1,-1-1 230,-1 1 0,-2-1 339,2 1 1,-2-3-216,0 1 0,-1-1 171,-2 3 1,1 0-60,-3 2 0,1-1 650,-3 3 0,-1 0 136,-1 2 1,3 0-387,-1 2 0,1 3-181,3 3 1,1 2-132,4 3 1,1 0-362,3 0 1,3 2 144,1 0 0,5 1-226,1-3 0,5 1-436,3-3 0,-1-3-586,0-1 1,2-2 1334,-2-2 1,24-24-1,7-8 1</inkml:trace>
  <inkml:trace contextRef="#ctx0" brushRef="#br1" timeOffset="3953">2803 61 10381,'-3'-12'4,"1"-1"1,1 3 1029,1 1-434,0 5-331,0 1 1,3 6 337,1 1 1,2 3-202,0 1 0,1 4 79,2 3 1,-1 5-330,2-1 1,1 5-143,2-1 0,0 2-92,0 1 1,-1 0-480,1-1 0,-3-2 91,-1-1 1,-4-5 171,-1-2 1,-2-2-1053,2 0 357,-2-6-159,1-1 222,-3-6 456,-3-6 0,1 2 218,-2-5 0,0 2 152,-2 1 0,-1-3 127,1 1 0,-1-1 32,-2 3 1,1-1 320,-3 1 0,3-1-213,-3 1 1,1 2 703,-3 2 0,0-1-391,0 1 1,0 0 444,0 2 1,3 4-338,-1 2 1,3 1-126,0 4 1,3 0-432,0 4 0,4 0-298,-1 2 1,5-3-33,3 1 0,4-2 242,5 0 1,1-3-1360,4-1 0,-2-3 1405,-1-1 1,13-14-1,1-5 1</inkml:trace>
  <inkml:trace contextRef="#ctx0" brushRef="#br0" timeOffset="4388">3015 273 7534,'6'0'805,"1"0"-284,-1 0 0,4 1-145,0 1 0,2-1-107,-2 1 1,2 1-321,-1-1 1,2 0-95,2-2 1,-2 0 147,0 0 0,-1 0-93,-4 0 0,3 0 84,-2 0 1,-1-3-252,-2-1 0,-1-2 66,-1 0 0,-3-3 74,2 1 0,-6-4 100,-1 1 1,-2 1-12,-3 0 1,-1 2 211,-3-1 1,1 2-72,-1 1 1,-1 2 105,-1 2 0,4 1-47,-2 1 1,2 1 97,1 1 0,0 2-89,4 2 1,0 4-181,2 3 1,1 2-13,3 2 1,0 2-128,0-2 1,3 1 52,1 2 0,6-2-279,2-1 1,2 1-715,3-3 0,1-2 111,3-3 967,-1-2 0,34-16 0,4-7 0</inkml:trace>
  <inkml:trace contextRef="#ctx0" brushRef="#br0" timeOffset="4796">3304 235 8431,'0'-11'0,"0"0"0,0 3 1426,0 0-376,0 4-856,0 1 0,0 3 76,0 3 0,2 2 15,0 4 0,3 2 18,-1 0 1,2 1-245,0 1 1,1 0-41,2-1 1,-3 1-137,2 0 1,-4 2-167,2 0 1,-1-2 172,-1-2 1,1-3-761,-3 3 375,0-3 112,-2 1 135,0-6 0,-1 0 80,-1-3 0,2-3-36,-3-1 0,1-2-128,-1 0 1,1 0 137,2-1 0,0-1 57,0-1 0,0 0 23,0 0 0,0-1 104,0-2 1,0 1 429,0 0 1,0 0-261,0-1 1,0-1 526,0 0 1,1 1-272,1 1 0,2 0 140,2 2 1,1 3-193,2 2 1,1 3-92,3 1 0,-1 3-240,1 6 0,0 2 154,0 4 0,-2-1-857,-1 3 1,-1 0 372,2 2 0,-6 0-707,2-2 0,-3-1 20,0-4 984,-1 1 0,3 3 0,1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6:30.846"/>
    </inkml:context>
    <inkml:brush xml:id="br0">
      <inkml:brushProperty name="width" value="0.08571" units="cm"/>
      <inkml:brushProperty name="height" value="0.08571" units="cm"/>
      <inkml:brushProperty name="color" value="#E71224"/>
    </inkml:brush>
  </inkml:definitions>
  <inkml:trace contextRef="#ctx0" brushRef="#br0">110 27 6951,'3'-4'101,"-3"1"0,3 2-49,-3-1 190,0 2-139,0-3 35,3 3-10,-2 0-178,2 0 87,0 0 1,-2-1-77,3-1 1,-2 1 55,3-1 0,-3 1 48,2 1-89,0 0 1,3 0 9,-1 0 1,1 0 27,-1 0 1,0 0 2,1 0 1,-1 0-32,1 0 1,-1 0 32,0 0 1,3 0-49,0 0 1,-1 0 42,-1 0 1,1 0-31,1 0 0,-1 0-8,-1 0 0,0 0-2,1 0 0,-1 0 5,2 0 1,0 0 13,0 0 1,0 0-7,0-3 0,-2 3 4,4-2 0,-2 1 38,1 1 0,-1 0-38,2 0 1,-3 0 26,3 0 0,-3 0-55,3 0 0,-2 0-2,1 0 1,1 0-56,2 0 0,-2 0 81,-1 0 1,1 0-40,2 0 0,0 0 25,-1 0 1,1 0 28,0 0 1,0 0-40,0 0 0,0 2 32,-1 0 1,1 0-23,0-2 0,-2 0 5,2 0 0,-3 0 52,2 0 0,-1 0-46,0 0 1,1 2-18,-1 1 1,-1-1 17,0-2 1,-2 0-37,1 0 0,0 0 29,-1 3 1,3-3 45,-2 2 0,0-1-13,0-1 0,-2 0 2,1 0 0,1 0 11,0 0 1,2 0-30,-3 0 1,3 0-5,-3 0 1,3 0 10,-2 0 1,2 0-30,0 0 1,-1 0 25,0 0 1,0 0-69,1 0 1,1 0 66,-4 0 1,4 0-4,-2 0 1,0 1 71,1 1 1,-3-1-78,3 1 1,0-1 34,2-1 0,-1 0-23,1 0 1,0 0 6,0 2 0,0-1 6,2 1 1,-1-1-27,1-1 1,1 0 9,1 0 1,1 0-6,-1 0 1,2 0 134,-2 0 0,2 2-120,0 0 1,0 0 6,0-2 0,1 0 3,2 0 0,-2 0 18,1 0 0,1 0-7,-1 0 1,0 2 82,-4 1 1,2-1-70,-2-2 0,1 0 58,2 0 0,-3 0-60,0 0 0,-2 0 5,2 0 1,-1 2 17,1 0 1,1 0-13,-3-2 0,-1 0 190,-3 0 1,1 0-119,-4 0 1,1 0 279,-3 0-112,-2 0-168,1 0-134,-4 0-733,2 0 1,-12-8 0,-1-3 0</inkml:trace>
  <inkml:trace contextRef="#ctx0" brushRef="#br0" timeOffset="1851">91 46 7749,'0'-4'-172,"0"1"247,-3 0 137,2 3-188,-2-3 278,3 3 37,-3 0-195,3 0 0,-3 1 2,3 1 0,0 1 87,0 4 0,0-1-109,0 1 0,0 0-120,0 1 0,-1 0 44,-1 3 1,1-1-78,-1 3 1,1 0 84,1 0 0,0 1 41,0 0 1,-2 2-141,0 1 0,0 0 48,2-2 1,0 0 17,0 2 0,0 1-1,0-3 1,0 1-182,0-1 0,0-2 27,0 2 1,0-1 100,0-1 0,0 0-80,0-1 1,0 1 88,0 0 1,0-2-46,0-1 0,0 0 32,0 1 0,0 1-68,0-1 0,0-1 61,0 1 0,0-1 10,0 3 1,0-2 16,0-1 1,-1 1 5,-1 2 0,1 0 45,-1 0 1,1-1-70,-1 1 1,1-2 43,-1 0 0,1-3-27,1 3 0,0-3 62,0 3 1,-1-3-51,-1 1 1,2 0 49,-3-1 1,3 2-27,0-2 0,0 0 0,0 3 0,0-3-1,0 3 0,0-3 1,0 3 0,0 0-2,0 2 0,-2-3-1,-1 1 0,1 0 38,2 2 0,0-1-38,0 1 0,0 0 10,0 0 0,-2 0-9,0 0 0,0-3 0,2 1 1,0-1 58,0 1 1,-2 1-54,0-2 1,-1 0 58,3 1 1,0-2-48,0 1 1,-2 1-27,0 2 0,0-2 27,2-1 0,0-1-95,0 1 0,0 1 0,0 2 0,0-2 17,0-1 0,0 1 79,0 2 1,0-2-42,0-1 0,0 0 134,0 1 1,0 0-79,0-2 1,0 2 47,0 0 0,-1-1-63,-1 1 1,1-1 73,-1 0 0,2 2-105,0-1 0,0 1-3,0-2 0,0 2-63,0-1 0,0 1 94,0 1 0,0-2-87,0-1 0,0 1 66,0 2 0,0-1-16,0-1 0,0 0-10,0-2 0,0 1 230,0-1 1,0 2-58,0-3 1,-1 1 6,-1 0 1,1-1-28,-1 2 1,1-1-59,1 2 0,0-3 30,0 0 0,0 0-17,0 0 0,0 0 193,0 0-198,0-1 1,0 0-23,0-1 0,0 1 16,0-1 1,0-2-147,0 0 0,0-1 125,0 1-945,0-3-85,0 2 0,-3-40 0,0-9 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6:34.086"/>
    </inkml:context>
    <inkml:brush xml:id="br0">
      <inkml:brushProperty name="width" value="0.08571" units="cm"/>
      <inkml:brushProperty name="height" value="0.08571" units="cm"/>
      <inkml:brushProperty name="color" value="#E71224"/>
    </inkml:brush>
  </inkml:definitions>
  <inkml:trace contextRef="#ctx0" brushRef="#br0">1822 13 6485,'4'-4'518,"1"1"367,-3 1-269,0 1 399,-2-2-580,3 3-50,-2 0 40,2 0-200,-3 3 1,0 1 11,0 2 0,0 1-37,0 2 1,0 1 8,0 2 1,0 3-10,0 0 1,0 5-154,0 0 0,0 3 14,3 1 1,-3 1-151,2 0 1,1-2-63,-1-2 1,3 2 114,-3-2 1,1 0-65,-1-4 0,-2 0 30,3-2 0,-1 0-58,1-2 0,-1 2 71,-2 0 0,0 0-27,0-2 1,0 1 47,0 0 1,0 0 2,0 1 1,0-1 64,0-2 0,0 1-64,0 0 0,0 0 134,0 0 0,0-1-116,0-2 1,0 2 117,0-4 1,0 3-94,0-2 0,0 1 110,0-1 1,0 2-60,0-3 0,0 4 6,0-2 1,0 2-83,0 1 1,0-2 62,0 0 0,0-1-112,0 3 0,0 0 59,0 0 1,0-3-62,0 1 0,0 0 74,0 2 0,0-3-66,0 1 1,0 0 43,0 2 0,0-3 6,0 1 0,0 0 114,0 1 0,0 1-109,0 0 0,0-2 146,0-1 0,0 1-71,0 2 0,0-2 12,0-1 1,0 1-37,0 2 0,0-2-24,0-1 1,0 1 21,0 2 1,0 0-7,0-1 0,0 1 60,0 0 0,0 0-55,0 0 1,0-1 53,0-1 0,0 1-50,0-2 1,0 0-69,0 1 0,0-2 74,0 1 0,0-2-121,0 1 0,0 0 68,0 0 1,0 0-14,0-1 1,0-1-4,0 2 1,0 0 17,0 0 1,0 2-36,0-3 0,0 3 29,0-3 0,0 3 33,0-2 1,0 1-5,0-1 1,0 0 3,0 0 0,0-2 32,0 1 0,0 0 7,0 1 0,0-2 12,3 1 1,-3-1-47,2 0 1,-1 1 7,-1 1 1,0 0 76,0-3 34,0 0 1,0 1 76,0-1-1056,0-2-228,0 1-631,0-4 1215,0 2 1,-6-31 0,-1-8 0</inkml:trace>
  <inkml:trace contextRef="#ctx0" brushRef="#br0" timeOffset="1821">26 1623 7699,'-3'0'-903,"-2"1"833,3 1 312,0-1 82,-1 1-95,2-2 256,-2 0-168,0 0-84,3 0 251,-3 0-344,9 0 1,-4 0-16,4 0 0,-1 0-42,1 0 1,1 0-158,-1 0 0,1 0-17,2 0 0,-1 0 96,3-2 0,-2 1-51,2-1 0,3-1 91,-1 1 1,2-1-85,-3 1 0,3 1 65,0-1 1,0-1-5,-2 1 1,0 0-9,0 2 1,0 0-51,-1 0 0,3 0 44,0 0 1,0-2 49,-2-1 0,1 1-45,1 2 1,-1 0 2,3 0 1,-3 0-35,1 0 0,-1 0 35,-1 0 0,2 0-21,-1 0 0,-1 0 17,-2 0 0,-1 2-34,1 1 0,1-1 23,-2-2 0,0 0-5,1 0 0,-2 0 72,1 0 1,1 0-64,2 0 1,0 0 34,0 0 0,-1 0-25,1 0 0,2 0 20,0 0 1,-2 0-14,-2 0 1,-1 0 36,3 0 1,0 0-17,0 0 1,-1 0 2,-1 0 0,1-1-36,-2-1 0,2 1 19,-1-1 1,1 1 19,-2 1 1,2 0-15,1 0 0,-1 0-74,-1 0 1,1 0 64,-1 0 0,1 0-33,1 0 1,-1 0 32,-1 0 1,0 0-4,-2 0 1,1 0-8,-1 0 1,2 0-5,-3 0 0,3 0-59,-3 0 0,4 0 57,-2 0 1,2 0-63,-1 0 1,1 0 55,-2 0 1,2 0-13,1 0 1,-2 0 0,0 0 1,-1 0 59,0 0 1,2 0-59,-4 0 1,3 0 72,-2 0 1,0 0-64,-1 0 1,0 0 5,3 0 0,-3 0-122,3 0 0,-1 0 75,1 0 0,1 0 15,-1 0 1,0 0 7,0 0 1,1 0-2,-1 0 0,-2 0-16,2 0 1,-2 0 61,1 0 1,-2 0 18,1 0 1,0 0-58,0 0 1,0 0 22,-1 0 0,0 0-9,0 0 0,1 0-46,0 0 1,2 0-10,-3 0 0,3 0-9,-3 0 0,3 0 52,-2 0 0,1 0-14,-1 0 0,-1 0 72,-1 0 0,-1 0-72,1 0 0,-1 0-34,1 0 0,0 0 42,1 0 1,-1 0-83,2 0 1,0 0 80,0 0 0,0 0-58,0 0 0,-2 0 163,4 0 1,-2 1-123,1 1 0,-2-1 198,1 1 0,0-1-59,-1-1 0,1 0 395,-3 0-292,1 0 0,-1 0-87,1 0 0,-1 0-1,1 0-64,-1 0 1,0-1 48,1-1-22,-1 1 1,1-2 38,-1 3-42,0 0-87,1 0 1,-1 0 60,1 0 0,-3 0-186,0 0 1,-2 0 60,3 0 1,-3 0-194,2 0 1,-2 0 32,2 0 1,-1 0-378,1 0-1390,-3 0 1752,2 0 1,-46-5 0,-10-3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6:37.650"/>
    </inkml:context>
    <inkml:brush xml:id="br0">
      <inkml:brushProperty name="width" value="0.08571" units="cm"/>
      <inkml:brushProperty name="height" value="0.08571" units="cm"/>
      <inkml:brushProperty name="color" value="#E71224"/>
    </inkml:brush>
  </inkml:definitions>
  <inkml:trace contextRef="#ctx0" brushRef="#br0">7531 0 7190,'4'0'559,"1"0"-451,-4 0 40,5 0 0,-5 0 114,4 0-83,-4 3 1,2-1-104,-3 2 1,2-2 48,0 2 1,1 1-110,-1 1 1,-1 0 18,1 1 1,-1 0 64,1 2 1,0-2-163,2 4 1,-2-1 47,3 1 0,-3 1-78,2-1 1,-3 1 69,2 0 0,-3 1 67,0 0 1,2 0 10,1 0 1,-1 2 115,-2 0 0,0 0-76,0-2 1,0 1-43,0 1 1,0 3 122,0-3 1,0 2-40,3-2 1,-1 2 51,3 1 1,0-2-133,0 1 0,-2 0-2,1 2 0,1 1 77,1-1 0,-2 0 2,1 0 0,-2 1-53,2 2 1,0 0 13,0 1 1,-2 0-82,1-2 0,-1 2 77,1 0 1,0 4-163,2-1 0,0 1 57,-2-1 1,2 0-45,-2 2 1,2 0 73,1 2 0,-1-1-8,0-1 1,0-1 74,-2 3 0,1 2-65,-3 0 1,3 1 42,-3-3 1,0 1-20,-2 1 0,1 3 118,1-1 0,-1 2-133,1-2 0,-2 3 8,0-3 0,3 3-5,-1-1 0,2 0-5,-2 0 0,2 0-72,-1 0 1,1 4 80,-2-1 1,1-1-3,-1-2 1,-1 0-28,1 3 1,-1 1-11,-1-2 1,-1 2 44,-1-4 1,0 2 71,-2 1 1,2-3-131,-2 0 1,1-2-2,-1 0 0,0 0-55,-3 0 1,1-2 53,0 3 0,-3-3-5,1 1 0,-3-1 18,2 0 0,-2-1-16,0-1 0,-1 1-4,-1-4 1,0 4-2,-2-1 0,0-1 27,-2-2 0,0 2 3,-2-1 0,-1 0 53,-1 0 0,-2-2-60,-3-1 0,1 0 173,-1-3 0,-1 2-53,-3-1 0,2-1 56,-4 0 1,1-2-20,-1-1 0,0 0-20,-3 0 1,5 1-87,-2-1 0,-1-2-72,-1 0 1,-4-2-68,-1 2 1,3-3 93,-2 1 1,0 1-105,0-1 0,-3 0 65,-2-2 0,-1-2 102,2-1 0,-3-2-24,3 1 0,-6-2 4,-3-1 1,2 1 105,0-1 0,0-2-69,0 1 0,-5-4-51,-1 1 1,3 1 23,0-1 1,2 0-50,-4-2 1,1 0 48,-1 0 1,2 0-212,5 0 0,-3 0 8,0 0 1,1 0 7,-1 0 1,2 0 109,1 0 0,1 0-43,-4-3 0,2 2 209,-1-3 0,0 2-70,2 0 1,1-1 128,-3 1 0,1-2-54,1 2 0,0-1 65,4 1 0,1-1-46,-1-1 1,3-1-72,1 3 0,2-1-90,7 1 1,2 0 72,0-2 0,2 0-177,3 0 0,4-1 54,4 3 1,4-2-489,2 1 1,2-1-33,1 2-2197,2-3 416,1 1 1105,3-2 1,3 2 508,2-1 738,0 4 0,10-5 0,2 3 0</inkml:trace>
  <inkml:trace contextRef="#ctx0" brushRef="#br0" timeOffset="672">4638 3188 7886,'-3'4'691,"1"1"0,-1-3-391,1 2 0,-3 0-101,0 3 1,-3 2 87,-3 2 0,-1 1-88,-1 1 1,0 0-71,-2-1 0,1 1 50,-1-3 0,2 2-181,0-4 1,3 0-164,1-4 205,2 2 111,1-2-85,2-1-323,1 0 969,3-3 1,6 0-591,3 0 0,0 3-290,2 1 1,0 2 102,4 0 0,-1 1-250,3-1 0,0 0-376,3 1 1,-3-1-667,0 1 0,-3-1 1357,1 1 0,-10 5 0,-3 1 0</inkml:trace>
  <inkml:trace contextRef="#ctx0" brushRef="#br0" timeOffset="1984">27 3438 6720,'-4'-3'2025,"1"3"-1650,3-3 1,-1 1 317,-1 0-402,2 0 0,-3 2 3,3 2 0,-1 0-73,-1 5 1,1-1 27,-1 4 0,1 2-28,1 3 1,0 1-251,0 3 0,-2 1-19,0 2 0,0 0-97,2 4 1,0-2-262,0-1 1,1-2 249,1 0 1,-2 1-207,3-3 0,-1-4 126,1-7 0,2-1 120,-1-3 1,2 1 5,0-3 0,0-3 65,1-3 0,-1-2-15,1 0 1,0-3 32,1 1 1,-1-3-3,2 0 1,-1-1-32,0-1 0,0-2 112,0 0 1,1-1-95,0 1 1,-3 2 93,-1-2 1,-2-1-91,1 1 0,1-2 133,-2 2 1,-1 0-34,-2 2 0,0 3 0,0 2-48,0 1 12,-3 3 1,2 4-146,-1 4 1,-1 3 124,1 1 1,0 2 85,2 3 0,-2 2-92,0 0 0,-1 3-104,3-1 0,0 2 48,0 3 1,0-5-89,0 3 0,3-3-79,-1 3 1,3-3 108,-1 0 0,2-6 337,0 0 0,3-6-121,-1-3 0,4-4-176,-2-2 0,2-8 174,1-3 0,0-3 638,0-4 1,-2 1-495,-1-5 1,-2 4-329,1-3 1,-3 3-221,-2 1 1,-1 1 222,-3 1 1,0 0-2106,0 2 2186,0 4 0,-3 15 0,0 6 0</inkml:trace>
  <inkml:trace contextRef="#ctx0" brushRef="#br0" timeOffset="2451">392 3637 9502,'4'0'653,"1"0"-455,0 0 1,-2 0-142,2 0 0,-1 0-13,2 0 1,1 0-85,-1 0 1,0-2-32,1 0 0,-1-3 58,1 1 1,-1 0-26,1 0 1,-3 0 59,0-3 0,0 0-293,0-2 1,1 2 29,-3-1 0,1 1-94,-1 0 1,-1 1-62,1-1 160,-1 1 290,-4 0 1,-1 0-110,-2 2 1,-1 1 304,1 3 1,-3 0-132,1 0 0,-3 3 126,3 1 0,-2 4-42,2 0 0,0 4-73,-3-2 1,1 5 531,0 0 0,0 2-203,4 0 0,0 2 203,-1 0 0,4 0-250,0 1 1,4-3-829,3 0 1,1-5 329,6 1 1,2-5-402,2 1 1,3-5 271,-1-2 1,1-1 214,2-1 0,10-20 0,4-5 0</inkml:trace>
  <inkml:trace contextRef="#ctx0" brushRef="#br0" timeOffset="3174">886 3567 7882,'-3'-3'271,"-1"0"623,2-1-814,1 1 1,-2 3 75,0 0 1,3 3 10,-2 1 0,1 4 48,1 0 0,-2 4-138,0-2 0,-1 3 31,3-1 0,0 1-124,0 0 0,0 1-10,0 1 1,0-2 39,0 2 1,3-1-139,-1-2 1,3 1 45,-1-3 0,0-1-72,0-5 0,0 1 29,2-3 0,1 0-46,-1-2 1,3-3 57,-1-1 0,1-2-114,-3-3 0,1 1 4,-1-2 1,2 0 76,-2-1 1,2-1-74,-3 1 1,0 0 94,-1 0 0,1-1 114,-3 1 1,1 0-119,-1 0 1,-1 0 172,1 2 0,-1 0-90,-1 0 0,-3 4 134,1-1 0,-1 4-26,1 0 0,1 1-47,-3 1 0,2 4 2,0 2 1,-1 0-28,1 3 1,0 1 31,2 1 1,0 1-28,0 1 1,0-3-14,0 1 1,0 0 7,0 1 1,0 1 55,0-3 1,1 2 6,1-4 1,1 1 124,4-3 0,-2 0-5,1-2 0,-1-1-79,4-3 1,-2-1 392,2-1 0,-2-4-159,2-5 1,-2-1-96,-1-1 1,1 0 80,-1-2 1,0 1-39,1-1 0,-3 2-405,0 0 0,-1-2-472,1 0 0,-3 0-866,1 2 0,1 2 227,-1 1 1235,1 2 0,-1-1 0,2 2 0</inkml:trace>
  <inkml:trace contextRef="#ctx0" brushRef="#br0" timeOffset="3405">1175 3650 7882,'0'6'951,"0"1"0,0-1-393,0 1 1,0-1-201,0 0 1,0 3-118,0 0 1,0 1-256,0-1 1,0-1 91,0-1 0,0-1-1670,0 1 1,-2-1 1591,-1 0 0,1-16 0,2-5 0</inkml:trace>
  <inkml:trace contextRef="#ctx0" brushRef="#br0" timeOffset="3630">1200 3393 7909,'-6'-6'93,"0"0"1,2-1-94,2 1 0,-2 2 0,15 4 0,0 4 0</inkml:trace>
  <inkml:trace contextRef="#ctx0" brushRef="#br0" timeOffset="4124">1361 3406 7844,'0'-6'0,"0"-1"633,3 1 1,-3 2-179,2-1 0,0 4 414,0-1-538,-1 1 0,4 5 32,-3 2 1,0 3-164,-2 4 0,0 4-34,0 2 1,0 1-77,0 3 1,-1 1 75,-1 2 1,1-1-211,-1 1 0,-1 2 72,1-1 0,-2 1-396,2-2 1,0-3 177,2-2 0,0 0-276,0-4 1,0-1-128,0-7 315,3-3 0,0-4 105,4-2 0,-1-2 16,0-3 0,2-3-185,0-3 0,1-3 109,2-1 0,1-3-167,-1 1 0,-1 0 51,0-3 0,0 3 89,1-5 1,1-1 171,-4 0 1,3 0 155,-3 0 1,3-3 377,-2-2 0,-1 3-302,-1 1 1,-2 5 173,0 0 1,0 5-129,-3 1 0,1 4 183,-1 5 74,-2 1 0,3 3 578,-3 3 1,-3 1-501,-1 4 0,1 0-60,-2 3 1,1 0-157,-2 4 1,1 0 60,1 2 1,0 1-88,-3 3 0,3 0-72,0 2 0,2-2-171,0 0 1,1 2 140,1 0 0,0 0-438,0-2 0,3-2 191,2-2 0,1-1-960,3-3 0,-2-3-212,1-2 1,2-3-2006,-2-3 3243,3-2 0,5-22 0,4-7 0</inkml:trace>
  <inkml:trace contextRef="#ctx0" brushRef="#br0" timeOffset="4593">2034 3406 7815,'0'-9'348,"-1"2"68,-1-2 1,2 2 0,-3 3 496,3 0-462,0 2 0,0 0 122,0 4 1,0 2-150,0 5 0,0 2 53,0 4 0,0 1-108,0 3 1,1 3-218,1-1 0,-2 5 56,2 0 1,1 1-224,-1-1 1,1 0-267,-3-1 0,0 1-412,0-1 0,0-4-13,0-2 1,0-4-711,0 0 0,0-4-1182,0-2 2598,0-5 0,11-24 0,3-9 0</inkml:trace>
  <inkml:trace contextRef="#ctx0" brushRef="#br0" timeOffset="4891">2220 3541 7815,'0'-6'0,"0"-1"1229,0 1-342,0-1-591,0 4 0,-2 1-75,0 4 0,-3 1 33,1 4 1,-2 2-47,0 2 0,-3 3 13,0 1 1,-2 3-112,0-1 0,2 1-180,1 2 0,0-3-247,2 3 1,0-3 184,2 5 1,1-3-251,3-2 1,4-2 164,2-4 0,3-3 153,4-3 1,1-2-22,1-3 1,-2-4 150,2-2 0,1-6-138,-1-3 1,-2-3 300,-3 1 1,-2-1-73,1-2 1,-4 1-70,-1 0 1,-2 0-805,0 2 0,-2 0 367,0 2 0,0 0 349,0 2 0,-5 11 0,-2 4 0</inkml:trace>
  <inkml:trace contextRef="#ctx0" brushRef="#br0" timeOffset="5276">2438 3573 7815,'-2'-12'833,"0"1"1,-2 0-333,2 2 1,-1 3 378,1 2-526,1 2 0,-3-1 37,2 3 1,1 2-123,-4 2 0,1 1-213,-2 6 1,-1-1 6,1 3 0,-1 1 31,-2 1 0,2 0-154,-1 4 0,0-1 34,2 3 1,0 0-346,2 0 0,1-1 209,3 1 1,0-1 27,0-3 0,6-2 64,3-4 1,2-3-127,2-4 1,2-1 5,0-3 1,2-6-214,-2-2 1,1-4 38,-3-3 1,1-2 73,-3-2 0,-4 0-260,-1 0 1,-3-1 152,-1-2 0,-2 5-521,0-3 918,-2 3 0,-13-8 0,-6-2 0</inkml:trace>
  <inkml:trace contextRef="#ctx0" brushRef="#br0" timeOffset="5626">2573 3426 7849,'-2'-10'882,"0"1"1,0 2-284,2 0 0,0 3 274,0 0-449,0 2 0,2 0 184,3 4 0,-2 2-158,2 2 1,-1 4-179,2 0 1,-1 3-346,-1 2 1,-1 2 97,2 5 1,0-2 185,-3 4 1,1-1-499,-1 0 1,-2 4-774,3-4 1,-3 3 347,-3-2 0,2-3-483,-3-1 1,0-2 210,0-3 1,-1-3 139,3-3 844,-3-5 0,4-1 0,1-23 0,4-5 0</inkml:trace>
  <inkml:trace contextRef="#ctx0" brushRef="#br0" timeOffset="5883">2733 3483 10585,'-6'7'967,"-1"0"-633,-2 1 0,1 0-259,-2 3 1,0-3 116,-1 3 1,2-3 18,2 0 1,4 0-379,1-2 0,2 1-121,2 2 0,2-1-31,5 2 0,3-1 148,3 1 0,0 1-533,-2 2 0,-1 0 300,1 0 0,0-3-635,0 1 1,-2-1 1038,-1 1 0,9 4 0,5-2 0</inkml:trace>
  <inkml:trace contextRef="#ctx0" brushRef="#br0" timeOffset="6192">3099 3515 7790,'-4'-3'2108,"-1"3"-1147,4-3 0,-2 4-432,3 1 1,2 4 53,0 5 0,3 1-372,0 1 1,-2 0-6,2 2 0,-3 0-519,2 2 1,-2-1 246,2 1 0,-2 1-1420,0-3 1,-1 0-1622,-1-2 3107,0-3 0,-6-10 0,-1-4 0</inkml:trace>
  <inkml:trace contextRef="#ctx0" brushRef="#br0" timeOffset="6429">3125 3387 7790,'-5'-9'-58,"1"1"0,3 2 58,-2 1 0,3 4 0,0-2 0,11 9 0,3 1 0</inkml:trace>
  <inkml:trace contextRef="#ctx0" brushRef="#br0" timeOffset="6666">3221 3676 7790,'-2'10'-900,"0"1"1,-1-2 2232,3 1 1,0-2 21,0 1-763,0-5 0,0 2 720,0-2-219,0-1-1183,3 0 1,0-6 122,1-2 1,2 0-456,-2-2 0,0 1 337,0 0 0,0-4-147,0 0 0,2-3 80,-2 1 0,2-2-33,0-1 0,1 2 172,2-2 0,-2 3 39,1 2 1,0 2 249,-2-1 0,3 3-76,-1 1 1,1 3 24,0 2 1,-2 3-47,2 4 0,-2 3-443,-1 5 1,1-1 169,-1 3 0,0-2-834,1 2 1,-4-3-15,0 1 1,-3-1 941,0-1 0,-3-1 0,0 1 0</inkml:trace>
  <inkml:trace contextRef="#ctx0" brushRef="#br0" timeOffset="7301">3548 3329 7799,'0'-10'271,"0"2"1429,0 1-443,0 0-874,0 4 1,0 1 80,0 4 0,1 2-119,1 4 0,-1 5 217,1 4 1,0 3-166,1 1 1,2 2-43,-1 3 0,-1 0-338,2 2 0,-3-1-225,2 3 1,-2-3-668,0 3 0,-2-5 505,0-2 0,0-5-769,0-3 1,0-2 469,0-3 1,0-3-839,-2-5 781,1-1 726,-5-4 0,5-12 0,-1-6 0</inkml:trace>
  <inkml:trace contextRef="#ctx0" brushRef="#br0" timeOffset="7718">3471 3496 7799,'-4'-6'401,"-1"-1"0,4 1 277,-1-1-818,1 4 0,4 0 110,1 3 0,3 0 147,1 0 0,0 0-132,3 0 1,-1 0 76,0 0 1,3 0 6,-3 0 1,2 2 10,1 0 1,0 3-118,0 0 1,-1-2 37,-1 1 1,0 1-73,-2 1 0,-1 0 19,-1 1 1,-2-1-93,0 1 0,0 0-73,-3 1 1,0 0 41,-2 3 0,0-1 131,0 1 1,-2 1-44,0-2 0,-3 3 123,3-1 1,0 1-72,2 0 1,1 0 164,1 0 1,1-3-60,4 1 0,2-3 39,2 0 1,1-1-40,1-3 0,2-1-35,2-3 0,1 0-56,-1 0 1,1-6 52,-3-2 1,0-4 339,-2-1 1,-3 1-147,-1-1 1,-5-2 456,-2 0 1,-1-3-354,-1 1 0,-3 1-284,-1 1 1,-5 0-248,-2 0 0,-3 2 186,-1 2 1,-3 4-1444,1 1 1,-1 0 1456,1 4 0,-4 8 0,1 5 0</inkml:trace>
  <inkml:trace contextRef="#ctx0" brushRef="#br0" timeOffset="8619">4183 3438 7790,'2'-6'0,"0"0"333,0-1 0,-2 1 624,0-1 82,0 4-311,0-3-335,0 5 0,0-1 120,0 4 1,0 3-124,0 3 1,0 3 25,0 4 0,2 2-149,1 4 1,2 2-320,-1 3 1,2-1-142,0 1 1,0 3-209,-2 0 1,1-1-94,-3-2 1,2-3 269,-1-4 1,-1-1-2119,-2-3 883,0 0-228,0-11 1687,-3 2 0,-4-23 0,-3-5 0</inkml:trace>
  <inkml:trace contextRef="#ctx0" brushRef="#br0" timeOffset="9302">4125 3515 7790,'0'-9'0,"0"2"374,0-2 1,1 3-38,1 2 1,2-1-332,2 3 0,0-1 71,1 1 1,2 1 114,2-1 1,1 1-97,1 1 0,2 0 82,3 0 0,-2 0-93,1 0 1,-1 1 80,2 1-1,-3 2-263,-2 5 1,-1 1 9,-1 2 0,-3 3-19,-3 0 0,0 4 62,0 0 0,-2 0-83,-1 3 1,1-2-11,-1-1 1,0 0 81,-2 0 0,0 0 54,0-2 0,0-3-21,3-4 0,-3-1-23,2 2 0,1-6 22,-1 2 0,1-5-183,-1 0 0,0-1 0,2-1 0,0 0-103,3 0 0,-1-3 160,1-1 0,-1-2 27,1-1 0,-1 0-254,0-1 1,1 0 46,-1-3 0,1 3 332,-1-3 0,-2 1-2,1-1 0,-4 2 740,1 3-439,2-4 0,-3 4 503,3 0-182,-2 2-370,3 4 1,-2 1-63,2 1 1,0 4-16,-3 2 1,3 1-28,-1 0 0,0-1-9,0 2 1,0-1-20,3 2 1,-1-3-71,0 0 0,1-1-120,-1 0 0,1-1-486,-1 0 1,0-1 318,1-1 1,1-3-535,1 2 1,0-3 325,-3 0 1,2 0 121,1-3 1,0 0 322,0-4 0,-2 0 0,2-1 0,-2 1 0,-1-2 0,-2 0 0,1 0 0,-2-1 0,1 1 0,1 0 0,-2 3 0,1 0 836,-2-1 0,0 1-293,-2-1 0,2 3 799,0 0-464,3 2-542,-4 0 0,5 4-119,-2 3 1,0 0 0,0 2 0,-2 1-178,2 1 1,0 2 50,0 0 0,1-1-525,-3 1 1,3-3 271,0 3 1,-2-1-1053,1 1 0,-1-2 569,1-3 1,-2 1 644,2-1 0,-2-8 0,1-2 0</inkml:trace>
  <inkml:trace contextRef="#ctx0" brushRef="#br0" timeOffset="9541">4741 3515 7790,'-3'-13'0,"2"1"0,-4 2 0,4 0 0,-1 4 0,1 2 0,24 13 0,5 5 0</inkml:trace>
  <inkml:trace contextRef="#ctx0" brushRef="#br0" timeOffset="9911">5023 3624 7790,'-3'-6'0,"2"0"2070,-3-1-889,-1 1-1357,-1 2 1,2 1 124,-1 3 1,1 0-13,-2 0 1,1 0 52,1 0 0,0 2-60,-3 1 1,2 2-55,0-1 0,0-1 98,3 2 0,-2-1 15,2 2 1,-2-1-37,2-1 0,-1 0-3,3 3 28,0-1 1,0 0-132,0 1 0,0-1 53,0 1 0,3-2 33,2 0 0,1 0-113,2 0 1,2 0 78,0 2 1,5-1-61,-2 1 1,1-1 70,-1 0 1,-1 1 119,1-1 1,0 1-92,0-1 0,-2 1 297,-1 2 0,-4-2 11,0 1 0,-3 0 124,-1 1 1,-2-2 386,-2 1 0,-2 0-301,-2-2 1,-4 0 79,0-2 0,-5 1-161,0-3 1,0 0-373,0-2 0,1 0 85,-1 0 1,2-2-1171,0 0 1,3-2 1080,1 2 0,11-6 0,2 1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20.143"/>
    </inkml:context>
    <inkml:brush xml:id="br0">
      <inkml:brushProperty name="width" value="0.08571" units="cm"/>
      <inkml:brushProperty name="height" value="0.08571" units="cm"/>
    </inkml:brush>
  </inkml:definitions>
  <inkml:trace contextRef="#ctx0" brushRef="#br0">54 212 7934,'-4'-1'0,"1"0"0,1-1 1173,0 3 0,-1 2-492,3 6 1,0-1-573,0 3 0,0 1-13,0 3 0,0 0-91,0 3 0,-2-1-16,0 3 0,-2 0-249,1 0 0,-1-1-340,2 1 1,-3-1 288,3-1 0,-2-5-1,2-4 1,-3-2-190,3 0 426,0-4-85,2-9 1,0-2-6,0-10 0,0 1 99,0 0 1,0-2 22,0 1 0,2-3 76,0-1 1,3 0-62,-3 2 1,2 0 86,-2 1 1,4-3-76,-2 0 0,4 0 162,1 5 1,3-2-102,-1 4 1,1 1 199,1 5 1,0 1-12,1 6 1,-1 1-40,3 3 0,0 4 33,2 5 1,-2 3-59,-3 1 0,0 2-161,0 3 1,0 2-65,1 0 1,-5 0-268,-2-3 1,-1 0-443,-4-1 0,0 0 385,-2-2 1,0-4 378,0-3 0,-9-11 0,-2-2 0</inkml:trace>
  <inkml:trace contextRef="#ctx0" brushRef="#br0" timeOffset="163">67 304 8944,'-5'-3'0,"2"-1"251,0-2 0,4 0-547,6 2 1,5 1-590,6 3 1,4 0 13,2 0 871,2 0 0,47 0 0,12 0 0</inkml:trace>
  <inkml:trace contextRef="#ctx0" brushRef="#br0" timeOffset="346">515 271 7934,'-6'-3'1270,"2"2"1,1-1-684,3 4 0,0 3-201,0 4 1,0-1-4,0 3 1,1 0-101,1 5 1,-1-2-291,1 4 1,-1 0 104,-1 1 0,0 3-329,0 0 0,0 0-384,0-2 1,0-3-744,0-2 0,2-1-803,0-4 2161,0-3 0,1-13 0,1-5 0</inkml:trace>
  <inkml:trace contextRef="#ctx0" brushRef="#br0" timeOffset="564">462 278 7889,'0'-13'270,"0"-1"1,0 2 431,0 1 0,3 1-455,2 4 1,1 1-72,3 1 1,4 3 26,2-2 0,4 6-201,1 1 0,0 5 116,2 2 0,-3 1-228,-1 1 0,-3 1 81,-4-1 0,-2-2-362,-5 0 1,-1-1 175,-6 1 0,-2 1-347,-6-4 0,0 1 109,-7-2 0,0-1-469,-1-2 922,-1-1 0,-6-9 0,-1-1 0</inkml:trace>
  <inkml:trace contextRef="#ctx0" brushRef="#br0" timeOffset="814">799 265 8566,'-1'-6'0,"-1"1"1223,0 0 0,-1 4-589,1-2 0,1 3-228,-1 3 0,1 3 61,1 2 0,1 5-130,1 0 0,0 2-426,2 3 0,0 1 127,0-1 0,1 1-745,-2 3 1,-1-1 42,-2 1 0,2-4-408,0 0 0,0-4-707,-2 2 892,0-5 887,0-2 0,0-26 0,0-5 0</inkml:trace>
  <inkml:trace contextRef="#ctx0" brushRef="#br0" timeOffset="1031">792 265 7889,'1'-7'93,"0"0"0,2 1 0,1 0 0,2 1 734,2 3 0,3 2-427,4 0 0,2 0-109,3 2 1,2 3-50,0 4 1,2 0-36,-2 2 0,-4 2 8,-5-2 1,-3 1-212,-6 1 0,-1-2 69,-3 0 0,-6-3-481,-5 1 1,-5-2-209,-6 0 0,-2-1-527,-2-2 1,2-1 1142,2-3 0,2-14 0,0-5 0</inkml:trace>
  <inkml:trace contextRef="#ctx0" brushRef="#br0" timeOffset="1281">1069 54 7889,'-2'-9'3202,"0"0"-1665,0 1 1,2 9-874,2 3 0,2 8-293,3 2 1,-1 3-188,1 1 0,-1 3-1194,1 1 1,-1 3 668,-2-1 0,1 2-1581,-2 0 1,-1 0 327,-2-2 1594,0-1 0,-3-9 0,-1-2 0</inkml:trace>
  <inkml:trace contextRef="#ctx0" brushRef="#br0" timeOffset="1698">1234 205 7889,'-5'-6'1462,"2"-1"-779,0 0 0,1 4-611,2 3 0,0 3 14,0 4 1,0 2 84,0 0 1,2 2-173,0-3 1,2 4-133,-1-1 1,1-1-285,-2-2 1,3 2 109,-3-1 0,1-1 108,-1-1 1,-1-3 56,1 1 58,2-1 0,-1 0-88,4-2 1,-1-2 70,-2-2 1,2-2 161,-2-2 1,4-2-6,1 0 0,0 0 56,-2-1 0,-1 0 143,1 0 0,-1-2-81,1 2 0,0 1 102,-1 4 1,1-2-37,-1 2 1,1 1-92,-1 0 1,-1 3-3,-1 3 0,1 0-166,1 4 1,1 3 53,-1 3 0,-1 1 28,-1 4 0,-2-1-82,0 3 1,-1 1 32,-1 1 0,-2-2 132,-2 2 0,-1-1-94,-6-1 1,-1-4-261,-3 0 0,0-5-245,-3-2 1,-1-3-326,-3-1 1,-2-3 170,4-2 1,0-1 606,4-3 0,22-21 0,6-10 0</inkml:trace>
  <inkml:trace contextRef="#ctx0" brushRef="#br0" timeOffset="1906">1524 225 7889,'0'-7'1219,"0"1"-204,0-1 0,1 4-493,1 0 0,-1 6-159,4 4 1,-3 2 30,2 5 0,1-1-110,4 3 0,-1 0-613,0 2 1,0-2 285,-2 0 0,1-2 217,-1 1 1,-2-4-2477,-2-2 2302,2-2 0,-12-12 0,0-3 0</inkml:trace>
  <inkml:trace contextRef="#ctx0" brushRef="#br0" timeOffset="2055">1557 73 7899,'-7'-11'198,"1"1"0,2 1 264,2 0-462,1 5 0,19 19 0,4 7 0</inkml:trace>
  <inkml:trace contextRef="#ctx0" brushRef="#br0" timeOffset="2524">1689 245 8101,'0'-7'0,"1"1"0,1 2 936,2 2 1,0 4-538,0 2 0,1 4-218,1 1 0,-1 3 35,-1-1 1,0 1-148,0 1 0,1 1 43,-3-1 0,3-1-101,-3-1 0,1 2 1,-1-2 1,-1-2-344,1 0-8,-1-2 133,-1 0 57,0-3 0,0-2 86,0-4 1,0-2-150,0-3 1,0 1 59,0-1 0,0-2-24,0 1 0,0-3 130,0 2 1,0-3 5,0 1 0,0 1 63,0-1 1,0 2 176,0-2 0,0 1-67,0-1 1,2 1 123,0 4 0,3 1-139,0 1 0,0 2-31,2 0 0,0 2-240,2 2 1,1 5 94,4 4 1,-1 2-436,0 3 1,-1-2 28,-1 4 1,2-3-135,-2 3 1,1-4 597,2 2 0,-1 1 0,0 0 0</inkml:trace>
  <inkml:trace contextRef="#ctx0" brushRef="#br0" timeOffset="2958">2131 297 7899,'0'-11'339,"0"0"0,0 1 1,-1-1-1,-1 0 330,0 2 1,-2-2-277,2 2 0,-4 1-44,-1 4 1,0-2-320,-4 4 0,0 0 124,-2 2 1,-1 3-274,1 1 0,1 2-79,1 1 0,1 0-221,4 2 0,-1-2-200,0 2 0,3 1 298,0-2 0,2 3-118,0-2 1,1 0 75,1-3 1,2 1-50,1 0 1,2-1 127,-1-2 0,0 0 339,0-2 0,1-1 135,1 1 1,1-2 155,-1 0 1,2 0 235,1 0 0,-2-2-313,2 0 1,-2-2 86,0 1 0,-1 1-42,1 2 0,-1 0 117,1-3 1,0 3-77,2-3 1,-2 3-59,2 0 1,-1 3-131,-2 1 0,1 2-100,-1 0 0,-1 4-242,-1 1 0,0 1 144,0 2 0,1 0-103,-3 1 0,1 1 41,-3 2 0,-1 0-57,-1-3 1,-5 2 13,-4-4 1,-1 1 28,-1-5 0,-4-1-245,0-4 0,-2-1-403,-1-3 0,-1 0 755,0 0 0,-6-17 0,-3-5 0</inkml:trace>
  <inkml:trace contextRef="#ctx0" brushRef="#br0" timeOffset="3764">2605 27 7884,'-4'-3'250,"-1"-1"1,4 0 1029,-1 0-286,-2-1-253,3 2 100,-2 0-180,3 3-171,3 9 0,0-1-105,2 7 1,1 2-319,-2 0 0,3 3-221,1 2 1,0 2-367,0 2 0,0 0-155,-2 1 1,-1-1 368,-1 1 1,-2-1-1013,0 0 0,-2-5 510,-2-4 0,-2-6 318,-3-4 1,2-3 489,-1-4 0,3 0 0,-2-44 0,5-11 0</inkml:trace>
  <inkml:trace contextRef="#ctx0" brushRef="#br0" timeOffset="4497">2480 100 7927,'-4'0'-130,"-1"0"-86,0 0 869,-1 0 61,3 0 41,0 0-781,8 0 1,0 0 132,4 0 1,1-3-214,1 1 0,1 0 80,2 2 1,-1-2-77,3 0 0,-2-3 43,4 0 0,-3 1-187,0 0 1,-2 3 42,-2-2 0,1 1 127,-3-1 0,0 1 215,-3 2 0,0 1-126,-2 1 0,2 4 170,-4 3 0,2 2-47,-2 0 1,3 3-57,-3 1 1,3 2-1,-1 3 1,0 0-125,1 2 1,-1-1-42,3 1 0,-1 0-157,1-3 1,-3 1 104,0-7 0,1 1 99,1-5 1,-1-2 110,-1-3 1,-2-3-129,3 2 1,-3-6 60,2-1 0,1-2-41,1 0 1,1-2-294,0 0 0,0-1-2,2-2 1,-2 1-23,2-1 0,-2-1 270,0 1 1,-1 1-77,1-1 1,-3 2 334,1 1 1,-4 0-114,1 2 437,-1 2-350,-1-2 1,0 6-61,0 0 1,0 3 158,0 4 1,1-1 68,1 1 0,-1 0-228,1 2 0,2-1 32,0 3 0,0-3-144,0 1 1,1-2 114,1 0 1,-1-1-53,2 1 0,-2 0 28,4-1 0,-2-1-70,0-1 0,2-2 52,2 0 1,-1-2-127,1 0 1,0-2-59,3 0 1,-1-3-190,0 1 0,0-5 46,0 1 0,-2-1 104,0 2 0,-3-2 206,1 1 1,-1-3-143,-2 2 0,-2-2 324,-2 2 0,-1 0 14,-1 3 1,-1-1-105,-1 1 0,-2 2 208,-2 2 1,-2 1-88,-1 1 1,1 1 276,-3 1 0,0 2-143,-2 2 0,2 1 202,0 2 0,3-1-116,-1 3 1,2 0-175,0 3 1,1-1-118,-1 0 0,4 0-1,0 0 1,6 3-172,4-1 1,3 0 69,6-4 0,3-2-1190,6-2 0,1-4 590,2 0 1,0-3-2191,0 0 2715,-4 0 0,8-20 0,-1-6 0</inkml:trace>
  <inkml:trace contextRef="#ctx0" brushRef="#br0" timeOffset="5257">3772 205 7852,'4'-6'567,"-1"-1"-86,-3 0-269,0 4 0,-1 0 145,-1 3 0,-2-2-146,-2-1 1,-4 2-4,-1 3 1,-1 2 64,-1 2 1,-1 2-28,1 1 1,0 1-135,0 3 0,0 0 126,2 0 1,4 3-386,3-1 1,3 1 146,1 0 1,6-2-565,8 1 1,3 0 325,4-2 1,3 1-807,2-5 1,3-1 464,-1-3 0,1-2 579,-3-3 0,7-18 0,0-4 0</inkml:trace>
  <inkml:trace contextRef="#ctx0" brushRef="#br0" timeOffset="5481">3950 60 7875,'-3'-6'1360,"0"-1"-316,-4 0-525,3 4 1,2 5-256,4 4 1,2 5-38,3 0 1,0 3-166,2 1 0,-1 2 113,3 3 0,-2 0-666,2 2 1,-3 1 289,0 1 0,-1 2-1017,-3-2 0,0-1 383,-2-1 0,-1-3-338,1-1 1173,-4-5 0,-2-12 0,-2-6 0</inkml:trace>
  <inkml:trace contextRef="#ctx0" brushRef="#br0" timeOffset="5724">4036 278 7875,'0'-11'0,"1"0"482,1 2 0,-1 0-33,4 3 1,-1-1-60,3 0 1,0 4-25,2 0 0,-1 3-152,3 0 0,0 0-39,2 3 0,0 0 66,0 4 0,0 2-270,-2 0 1,1 2 96,-4 0 1,1 2-477,-2 0 1,-1 0-50,1 0 0,-3 0-234,-2-2 1,-1 0-386,2-2 0,-3 2 66,2-2 1010,-1 0 0,-7-11 0,-1-3 0</inkml:trace>
  <inkml:trace contextRef="#ctx0" brushRef="#br0" timeOffset="6184">4425 251 7875,'-11'-6'46,"1"-1"0,0 1 0,1 0 0,0 1 900,-2 0 1,1 4-377,-1-2 1,3 3-172,-1 3 1,-1 0-276,2 4 0,-1 0-81,5 2 0,-1-1-212,3 3 0,-1 0 158,1 2 1,1 0-135,-1 1 1,1-2 45,1-1 0,2 2-453,0-2 0,3-2 101,0 0 1,1-2-41,0 0 1,1-4 207,0 0 1,1-3 79,1 0 1,1 0 196,-2-3 1,0 0-119,3-4 0,-2-2 140,-1 1 0,2-2-38,-1 1 0,-3 0 43,-1-2 0,-2-2 89,2 2 1,-2 1 176,-3-1 1,0 1 575,0-1-613,0-2 1,0 6 282,0-2-193,0 5-296,0 1 125,0 9 0,2 0-180,0 5 1,3 2 75,0-2 1,-2 1-462,2 1 1,1 3-138,3-1 1,0 1-963,-3-3 1495,4-3 0,12 5 0,6-1 0</inkml:trace>
  <inkml:trace contextRef="#ctx0" brushRef="#br0" timeOffset="6383">4590 258 7875,'-1'-6'0,"0"1"0,-2 1 876,1 2 0,2 0-340,0 4 0,3 2-277,2 2 0,-2 4-45,2 1 1,-1-1-337,3 1 1,-1 0 130,1 2 1,-1 0-1061,1-2 0,0 0 204,-1-2 847,1 3 0,2-11 0,2 2 0</inkml:trace>
  <inkml:trace contextRef="#ctx0" brushRef="#br0" timeOffset="6516">4544 73 7690,'-3'-8'0,"1"-1"0,1 1 0,6 9 0,2 4 0</inkml:trace>
  <inkml:trace contextRef="#ctx0" brushRef="#br0" timeOffset="7035">4715 278 8108,'0'-7'676,"0"1"1,1 2-190,1 2 0,0 1-101,2 1 1,0 3-161,0 1 0,2 2 17,-2 1 1,1 2-151,0 2 1,1-1 81,-2 1 1,0-2-268,0 2 0,-2-1 79,3 1 0,-4 1-259,1-3 1,-1 0-165,-1-3 153,0 1 0,0-3-124,0 1 292,0-4 1,0 1-23,0-4 67,-3-1 1,2-4 59,-1 0 1,1-1-49,1-1 1,0-1 150,0 1 1,0 1-29,0-3 1,0 1 89,0-1 1,1-1-40,1 1 0,0 0-93,2 0 0,0 3-8,0 0 0,4 0 22,-1 2 1,2 2-1,0 2 1,1 1 0,3 1 1,0 5 107,0 2 0,1 4-34,-1 0 0,-3 1 148,-1 1 0,0 3-184,0-1 0,0 1 22,-3-3 1,0 0-1730,-1 0 1,0 0 203,-3-2 1427,3-2 0,-1-14 0,2-3 0</inkml:trace>
  <inkml:trace contextRef="#ctx0" brushRef="#br0" timeOffset="7966">5381 205 7845,'0'-6'1069,"-3"-1"-869,2 3 249,-2-2 196,3 6-424,3 3 0,-1 1 0,2 5 1,1 0-206,1 0 0,1 5 91,-1-1 1,1 3-247,0-1 1,-3-1 78,0 1 0,-2 1 20,0 0 1,1 1-1,-1-1 0,0-2-174,-2-3 0,-2-1 137,0-3 1,-1-2 234,1 0 0,0-3 131,-2-4 1,3-3-98,-2-3 1,2-1 179,-1-4 0,1 1-67,-1-3 0,1-2-290,1 2 1,3-3 108,1 3 0,2-1-379,1 1 1,2 1-308,2-2 0,4 2-639,0 1 0,4 4 29,-2 2 1,2 1 334,-2 4 837,2 0 0,1 11 0,3 2 0</inkml:trace>
  <inkml:trace contextRef="#ctx0" brushRef="#br0" timeOffset="8353">5691 238 8964,'-4'0'1550,"-1"3"-1339,3 1 1,-2 2-176,1 1 0,1 0 42,2-1 1,0 3-29,0 0 1,1 2 1,1 0 1,0 0-228,2 0 1,0-3-278,3 0 1,2 0 208,0-2 0,-1 0 35,-1-1 0,-1-2 80,1-3 1,0 0-24,-1 0 1,-1 0-34,-1 0 0,0-3-128,3-2 0,-3-1 16,1 0 0,-1-1 152,3 1 1,-1-3 192,1 0 1,-1 0-78,-2 0 1,2 1 289,-1-3 1,0 3-159,-1-1 1,1 2 313,-3 0 0,1 3-128,-3-1 0,0 3 279,0-2-147,0 2 0,-3 4-446,1 5 1,0 2 120,2-1 1,0 0-230,0 1 0,0 0 46,0 0 0,2 2-220,0-2 0,4 0 25,-2 0 0,2-2-61,0 2 0,1-2 26,0-3 1,-1 2 99,1-2 1,-1-1-254,1-1 1,0-1 468,2-1 0,-2 0 0,9-17 0,-2-5 0</inkml:trace>
  <inkml:trace contextRef="#ctx0" brushRef="#br0" timeOffset="8559">6001 93 7845,'-2'-12'628,"-1"0"905,-1 1-725,0 3-542,0 1 1,1 7-56,3 5 0,1 3-7,1 3 1,1 3 32,1 1 1,4 2-305,-1 3 1,0-1 110,-2 1 1,1 0-816,-2 0 0,-1 2 396,-1 0 0,0-1 205,0-3 1,-2 0-2130,3-3 2299,-3 4 0,3-17 0,1-1 0</inkml:trace>
  <inkml:trace contextRef="#ctx0" brushRef="#br0" timeOffset="8986">6205 311 8614,'7'0'649,"-1"0"1,0-1-426,-1-1 1,1 1-110,-2-1 0,0 1-36,0 1 1,0-1-202,3-1 1,0 1-21,-1-1 1,0 1 115,-2-1 1,2 0-180,-1-2 194,1-1 0,-1-1-47,0-1 0,0 1 34,-3-1 0,0 0 22,-2-2 0,0 1-11,0 0 0,0 0 137,-3 2 0,2-1-36,-3 1 0,-2 2 140,-2 2 1,0-1 84,-3 1 1,2 0-95,-2 4 0,0 2 226,-2 3 1,2 0-82,0 2 1,2 1-36,-2 3 0,5 0-49,-1 1 1,5 1-152,0 0 1,1 4-130,1-2 1,4-1 102,2 0 0,5-1-503,4-2 0,2 1 267,3-5 0,0-1-826,-1-4 1,0-1 449,-1-3 0,0 0-383,-2-3 0,-2-1 892,-3-5 0,-1-13 0,-4-6 0</inkml:trace>
  <inkml:trace contextRef="#ctx0" brushRef="#br0" timeOffset="9227">6640 377 8615,'5'-3'2759,"-1"1"-5095,-2 0 590,3 2 1746,-4 0 0,-1-6 0,-3-1 0</inkml:trace>
  <inkml:trace contextRef="#ctx0" brushRef="#br0" timeOffset="9359">6647 271 8014,'-4'-11'0,"1"1"102,0 0 0,3 2 944,-2 1-267,1 0-2307,4 4 794,0-3 734,4 5 0,-3 10 0,-1 6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32.956"/>
    </inkml:context>
    <inkml:brush xml:id="br0">
      <inkml:brushProperty name="width" value="0.08571" units="cm"/>
      <inkml:brushProperty name="height" value="0.08571" units="cm"/>
    </inkml:brush>
  </inkml:definitions>
  <inkml:trace contextRef="#ctx0" brushRef="#br0">83 308 7869,'-5'-7'165,"0"1"0,1 0 1,1-1-1,2 1 1,0-1-1,1 1 986,0 0 1,1-1-997,1 1 0,2 0 85,5 2 1,1-3-28,2 2 1,2-1-1,1 4 1,1-2-164,4 1 1,-1 1 96,0 2 0,0 4-504,1 2 1,-4 3-7,-1 4 1,-2 2-222,-3 0 0,-1 3 278,-5-1 0,-1 4-91,-3 0 1,-1 3 59,-4 0 1,-2-1 35,-8 0 0,-4-1 125,-2 1 0,-4-3-49,2-1 1,-1-2 576,0-4 1,1-3 66,2 1 0,3-5 282,-1 0 0,4-4 69,0 0 0,4-3-330,0-1 1,5-5-77,0 0 0,4-1-130,0-1 0,2-1-217,5-3 0,2 3 71,5-1 0,5 0-948,2-2 1,3 3-77,4-1 0,0 3 936,2 0 0,35-2 0,12 0 0</inkml:trace>
  <inkml:trace contextRef="#ctx0" brushRef="#br0" timeOffset="647">462 263 8555,'0'-6'0,"0"-1"1975,0 1-1419,0 2-238,0 1 1,-2 6-189,-1 1 1,1 3 81,2 1 1,0 0-404,0 3 0,0 0 227,0 1 0,0 1-572,0 0 1,2 0 294,1 0 0,2-1-267,-1-1 0,1 0 162,2-2 1,-1-2 43,1-2 0,1-2 216,1-3 1,0 0-67,0 0 1,-2-4 182,1-2 1,-1-3-52,0-2 0,-1-3 154,1 1 1,-4-1-34,-1 1 1,-1 2 209,-1 1 1,2-1-21,0-2 0,1 3 424,-3 2-418,0 1-42,0 3-294,0 1 0,0 8 131,2 2 1,0 3-131,2 1 0,0 4-55,3 2 0,-1 2-170,1 3 1,-3-2 190,0 4 0,-2-1-382,0 0 0,-2 3 127,0-1 1,0-1 33,-2 2 1,-5-5 260,-4 0 0,-1-1-104,0-3 1,-2-2 681,-1-2 1,-1-3-333,-1-1 0,-1-5 464,1-2 0,-1-1 41,1-1 1,2-3-272,4-1 0,2-3-146,2-1 0,4-2-233,1-3 1,2 0-448,2 0 1,5 1 283,6-1 1,0 1-1263,4 1 1,3-1 127,1 4 1228,3-3 0,28-5 0,9-4 0</inkml:trace>
  <inkml:trace contextRef="#ctx0" brushRef="#br0" timeOffset="823">821 494 10910,'0'4'838,"0"0"1,0 1-430,0 1 0,1 1-375,1 2 0,1 1-443,1 3 1,1-1-1041,-3 1 1,2 1 762,-2 1 0,3-2 686,-3 2 0,3 2 0,-2-1 0</inkml:trace>
  <inkml:trace contextRef="#ctx0" brushRef="#br0" timeOffset="1448">532 32 7847,'-4'-1'338,"0"0"509,-1-1-660,2 0 1,-1 2 113,2 0-277,1 0 0,-2 0 2,1 0 0,1 3 123,-1 1 1,1-1-249,1 2 1,-1-1 50,-1 2 1,2-1-295,-3-1 125,3 0-201,0 3-57,0-1 47,0-2 69,0-2 156,0-2 1,2-2 68,0-3 1,0 0 476,-2-2 1,2 1-191,0-1 0,1 1 494,-3-1 0,2 1-225,0 0 1,0-1-26,-2 1 0,2 2-270,0-1 0,3 4 84,0-1 1,0 1-707,2 1 1,2 1 354,2 1 1,1 4-2041,3 5 2180,-1 1 0,24 27 0,4 5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35.313"/>
    </inkml:context>
    <inkml:brush xml:id="br0">
      <inkml:brushProperty name="width" value="0.08571" units="cm"/>
      <inkml:brushProperty name="height" value="0.08571" units="cm"/>
    </inkml:brush>
  </inkml:definitions>
  <inkml:trace contextRef="#ctx0" brushRef="#br0">103 20 7809,'-5'0'2,"1"0"1,2 0 81,-2 0 1,2 0 182,-3 0-60,4 0 1,-3 0 278,2 0-71,2 0-313,-3 0 14,8 0 0,0 0-184,6 0 1,0 0 55,2 0 0,3 0-11,3 0 0,1-2 262,4 0 1,3-1-110,5 3 0,7-2-96,8 0 1,4-1 57,7 1 0,3 1-105,1-1 1,5 2 79,3 0 1,-3 0-270,-1 2 1,-1 0-104,-6 2 1,4-2-120,-4 3 0,-2-2 9,-6 1 1,-5-1 120,-6-3 0,-6 2-141,-2 1 1,-9-1-249,-4-2 683,-10 0 0,-3-1 0,-6-1 0,-3 1 0,-18-5 0,-7 3 0</inkml:trace>
  <inkml:trace contextRef="#ctx0" brushRef="#br0" timeOffset="692">96 347 8646,'-2'-7'0,"-1"-1"0,0-1 0,1 2 0,0-1 0,1 2 599,1 0 1,1 1-343,1 1 1,4 0-71,3-3 0,2 4-79,0 1 0,1-1 90,1 1 1,2 0 21,0 2 1,2 0-309,-2 2 1,0 3 71,-3 3 1,1 2-109,0 3 0,-5 0 22,-2 0 0,-4 2-90,1 0 0,-3 2-10,0 1 0,-3 0-29,-1 1 0,-4 1-135,-3-1 1,-4 0 81,-2 0 1,0 0 144,0-2 1,0-1-7,-2-4 0,0-1 564,0 0 0,1-3-160,1 0 1,3-3-40,-1-3 0,2-2 35,0 0 1,3 0 182,4-2 0,0-2-17,4-2 0,0-3-63,2 0 0,1-2-107,1 0 0,2 0 8,5 0 1,3-1-1210,3 1 1,3 0 359,-1 0 0,1 1 99,2 2 0,1 1-157,0-2 1,1 5 647,-3 2 0,6 4 0,1 1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40.666"/>
    </inkml:context>
    <inkml:brush xml:id="br0">
      <inkml:brushProperty name="width" value="0.08571" units="cm"/>
      <inkml:brushProperty name="height" value="0.08571" units="cm"/>
    </inkml:brush>
  </inkml:definitions>
  <inkml:trace contextRef="#ctx0" brushRef="#br0">97 283 7748,'-3'-8'350,"1"-1"1,-2 0 100,2 3 1,0 0-104,2-1 0,0 1-29,0-1 0,3 3-65,1 0 1,4 2-106,3 0 1,2-1 34,2 1 1,1 1 12,4 3 1,2 2-453,1 2 1,2 4 192,1 3 1,-1 2-625,-2 5 1,-1 1 378,-5 0 1,-5 3-14,-6-3 1,-4 4 68,-6-2 1,-6 0-87,-7 0 0,-2 0 86,-3 1 1,0-2 96,-4-3 0,0 0 318,-2 1 0,1-4-130,0-1 0,1-4 561,2-3 0,2-1-324,0-3 1,6-1 456,1-3 1,4-3-296,5-1 1,2-2-39,2-1 1,1-2-180,1-1 0,6 0-283,3-1 0,3 0-655,6-2 1,-1 1 466,7-1 1,-1 2-753,3 0 0,2 1 452,0 0 0,2 0 555,-3 1 0,10 5 0,-1-2 0</inkml:trace>
  <inkml:trace contextRef="#ctx0" brushRef="#br0" timeOffset="575">469 283 8122,'-7'-3'624,"1"0"-577,2 3 0,1 3 341,3 4 1,1 0-119,1 3 0,2-1-165,2 2 1,1-1-389,-1 3 1,1 0 180,2 0 1,-2-2-390,1-1 0,0-2 253,-2 1 1,0-4 64,1-1 0,-3-3 44,0 2 0,1-3 141,1-3 0,0 0-157,-2-4 1,2-2 155,-2-2 1,1 1 151,-1 0 1,1-1 245,-3-2 1,3 3 235,-3-1 1,0 1-275,-2-1 0,2 2-3,0 3 1,1-1 204,-1 1-767,-1 2 131,5 1 1,-3 7-52,4 2 1,-3 4-38,0 2 0,0 2 93,0 1 1,1 1-248,-3 3 1,0 1 97,-2-1 1,2 2-70,0 1 1,1 2 60,-3-1 0,-3 0 92,-1 1 1,-2-4 367,-1 2 1,-2-4 144,-2-1 0,-1-4-76,-3 0 0,1-4-131,-1-4 1,-1 0 353,1-3 0,1-1-158,4-3 0,-2 0-342,4-4 0,2 0 68,4-5 1,1 0-864,1-1 1,4-1 434,2 0 1,3-1 184,4-1 0,3 2-1435,1-2 0,1-1 1573,2 1 0,19-5 0,5 0 0</inkml:trace>
  <inkml:trace contextRef="#ctx0" brushRef="#br0" timeOffset="742">796 456 7748,'4'6'1664,"0"-2"1,-2 3-994,0-1 1,1 1-271,2 4 0,-2 0-31,2 1 1,-3 3-321,2 0 0,-2 3-343,2-1 1,-2 2-1210,0 0 0,1-3 854,-1-1 1,0-1-914,-2-1 1561,0-6 0,-3-10 0,0-8 0</inkml:trace>
  <inkml:trace contextRef="#ctx0" brushRef="#br0" timeOffset="1375">552 52 7413,'-3'4'0,"0"-1"0,-2-1 0,2 1 309,0 0 1,-2-1 57,1 3 1,0-3-128,0 2 1,2-2-225,-3 2 1,3-1 130,-2 1 0,3-2-203,-2 2 1,1-2 93,-1 3-249,1-4 79,2 5-8,0-6-44,0 3 66,3-3 0,0-3 48,1-1 0,2-1 39,-2-2 1,0 1 203,0-1 1,0 0-64,0-1 0,2 0 338,-2 0 1,-1-1-119,2 0 0,-3 1 16,2 4 1,-2-2 419,3 2-445,-1-2 1,2 3-294,1 1 1,0 1 106,1 1 1,0 6-895,3 2 0,2 4 440,2 0 1,2 4 318,-2 1 0,23 22 0,3 5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37.698"/>
    </inkml:context>
    <inkml:brush xml:id="br0">
      <inkml:brushProperty name="width" value="0.08571" units="cm"/>
      <inkml:brushProperty name="height" value="0.08571" units="cm"/>
    </inkml:brush>
  </inkml:definitions>
  <inkml:trace contextRef="#ctx0" brushRef="#br0">14 476 6871,'-2'-5'318,"-1"1"1,1 3 371,-1-1-490,3-2 0,-3 3 46,3-4-22,0 4 1,0-3-281,0 2 0,0 1 86,0-4 0,1 4-182,1-1 55,1-2 1,4 4-41,-1-3 0,3 3 35,-1 0 0,1-2 102,-3-1 1,1 1-174,-1 2 1,0 1 83,1 1 1,-3 2-171,0 2 0,-1 1 58,1-1 1,-3 3 85,1-1 1,-2 3 72,-2 0 1,0 3 125,-4 1 1,1 1 108,-4-1 1,1-1-82,0 1 1,1-2-32,1 0 1,0 0-59,1 0 0,2-1 79,1-2 1,2 0-31,0-4 0,0-2-110,2-2 1,4 1 39,3-1 0,2-1-118,0-3 1,-1 1 37,0-4 0,1 1-155,2-2 1,-2-3 123,-1 1 1,-2-2 31,1 2 1,-2 1 93,-1-2 0,1 0-100,-1 0 1,-2-2 126,1 0 1,-3 2-1,2 0 0,-3 0-11,2 0 0,-3 1 38,0 2-86,0-1-54,0 4 57,0 0 16,0 8 1,0 0-17,-3 3 1,3 1 148,-2 0 1,1 2-28,1 0 1,0-1-31,0 1 1,0-1-10,0 0 0,0 2 96,0-4 1,1 2 100,1-2 0,1-1-58,4 2 0,0-5 78,1-2 1,2-1-34,0-1 0,3-3 296,-3-1 1,2-5-255,1-1 0,-3-5-139,-1-2 0,-1 0-447,0 0 0,-3 0 230,1-2 0,-3 2-857,-1 0 1,-1 2 490,1-3 1,-1 5-260,1 0 0,-1 3 684,-1 4 0,0 16 0,0 5 0</inkml:trace>
  <inkml:trace contextRef="#ctx0" brushRef="#br0" timeOffset="309">399 617 7739,'3'0'1288,"1"-1"-419,-2-1-433,-1 1 0,1-1-98,-2 4 1,0 2-67,0 2 1,0 1-71,0-1 0,0 3 24,0 2 1,-2-1-313,0 1 1,-2 1 113,2 3 1,-3 0-589,0-2 1,2 0 336,-1 0 1,0 0 79,0-1 1,0-2-898,2-1-1943,1 1 2098,-1-3 885,2 0 0,8-16 0,3-5 0</inkml:trace>
  <inkml:trace contextRef="#ctx0" brushRef="#br0" timeOffset="551">488 597 9144,'-3'0'2148,"0"1"-1773,3 1 0,0 3-162,0 3 0,0 0-130,0 3 1,2-1 73,0 0 0,0 2-587,-2-1 0,0 1 342,0 1 0,0 0-1153,0 0 0,0-3 315,-2 1 1,0-2 925,-2 1 0,0-7 0,-3-1 0</inkml:trace>
  <inkml:trace contextRef="#ctx0" brushRef="#br0" timeOffset="1053">546 232 8837,'-3'-4'0,"-1"2"683,-2 1 1,0 4-284,-1 2 1,1 3-164,0 3 0,-1 1-75,1 1 0,0 2-449,2 0 0,1 3 234,3-1 1,0 1-877,0 1 1,1 0 516,1-2 1,1-1-503,4-1 1,0-4 212,1 0 701,0-3 0,12-13 0,1-3 0</inkml:trace>
  <inkml:trace contextRef="#ctx0" brushRef="#br0" timeOffset="1395">674 296 7739,'0'-4'669,"0"-1"-474,0 1 1,3 1-181,2 0 1,0 1-58,2 0 1,-1-1 100,0 3 0,3 1-147,0 1 1,-1 1 161,-1 1-216,2 2 1,-2-2 4,1 2 71,-3 0 1,-2 1 104,-3-1 0,-1 1-2,-1-1 1,-2-2-74,-2 1 1,-1-1 21,1 2 0,-3 1 127,1-1 0,-1 3-48,0-1 0,2 1-16,-2-3 0,4 1 9,1-1 0,3 0-234,-1 1 0,1-1 8,1 1 1,3-4 1,1-1 1,2 1-427,3-1 1,1 1 12,3-3 579,2 0 0,22-15 0,7-3 0</inkml:trace>
  <inkml:trace contextRef="#ctx0" brushRef="#br0" timeOffset="1635">873 245 7845,'-3'-3'174,"1"-1"1244,1-2-932,1 2 1,3 1-65,1 3 1,5 3-154,1 2 0,0 0-56,1 2 0,0 0-252,1 1 1,-1 0-68,0 3 1,-3 0-200,0 1 1,-1 1 226,-3 0 0,-1 0-765,-3 0 0,-1 0 382,-1-1 1,-2-1 460,-5 0 0,-12-6 0,-6 0 0</inkml:trace>
  <inkml:trace contextRef="#ctx0" brushRef="#br0" timeOffset="1968">1374 27 9241,'6'-5'0,"0"2"0,2 0 0,0 1 680,3-1 0,1 2-656,1-1 1,2 1-413,2 1 0,2-2-647,0 0 0,-2 0 1035,-2 2 0,-5 0 0,0 0 0</inkml:trace>
  <inkml:trace contextRef="#ctx0" brushRef="#br0" timeOffset="2127">1374 129 7759,'2'-3'932,"3"1"0,1 1-1103,3 1 0,1-1 167,5-1 0,2 1 4,2-1 0,14-4 0,4-1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43.194"/>
    </inkml:context>
    <inkml:brush xml:id="br0">
      <inkml:brushProperty name="width" value="0.08571" units="cm"/>
      <inkml:brushProperty name="height" value="0.08571" units="cm"/>
    </inkml:brush>
  </inkml:definitions>
  <inkml:trace contextRef="#ctx0" brushRef="#br0">0 59 7770,'0'-4'419,"0"1"-500,0 3 193,3-3 0,-1 3 46,2-3 1,-2 3-8,2 0 1,0 0-85,3 0 1,0-2 91,2-1 1,3 1-97,6 2 0,3-2 14,2 0 0,5-2 3,2 2 0,6-1-9,3 1 0,4 1-119,-1-1 0,3-1-58,2 1 1,4-1 48,2 1 1,2 1-80,-2-1 1,3 1 88,4-2 1,2 3-198,2-2 1,1 1 39,-5 1 0,2 0 82,-2 0 0,1 0 18,-6 0 1,-6 2 127,-10 0 1,-4 1-224,-5-1 1,-3-1-132,-6 1 0,-3-1-60,-7-1 0,-2 0 390,-3 0 0,-8 0 0,-2 0 0</inkml:trace>
  <inkml:trace contextRef="#ctx0" brushRef="#br0" timeOffset="824">90 373 7495,'0'-7'0,"0"1"0,0 0 0,0-1 389,0 1 1,0 2 14,0-1 1,1 1-50,1-2 0,1 0-186,4 2 0,1-2 47,1 2 1,3-1 11,1 0 0,0 2-25,2 1 1,0 1-101,0-1 1,3 4 75,-1 2 0,-1 3-390,-1 1 1,-4 1 115,0 4 0,-3-1-65,0 5 1,-3 0-233,-3 2 0,-2 1 184,-2 1 0,-3 0-216,-3 3 0,-2-3 131,-3 3 1,-3-4-85,-1 2 0,-1 0 106,-2-1 0,1-2 283,0-2 1,0-5 30,0 1 0,1-4 88,1-1 0,3-3 343,-1-3 1,2-1-235,3-1 0,0 0 203,4 0 1,0-4-140,2-2 1,1-2-10,3-2 1,1-1-43,1-2 0,4 0-350,5 1 0,2-1-120,2 0 0,2 0-176,4 0 0,-1 3-62,2 2 0,-2-1 192,-1 3 0,-2-1-1357,0 5 1620,-6-1 0,2 15 0,-7 2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7:47.620"/>
    </inkml:context>
    <inkml:brush xml:id="br0">
      <inkml:brushProperty name="width" value="0.08571" units="cm"/>
      <inkml:brushProperty name="height" value="0.08571" units="cm"/>
    </inkml:brush>
  </inkml:definitions>
  <inkml:trace contextRef="#ctx0" brushRef="#br0">1 437 6670,'0'-4'1693,"0"1"-1079,0 0-164,0 3 313,0-3-503,0 9 0,0 0-41,0 5 1,0 1-78,0-1 0,0 1-140,0 0 0,0 1-287,0 0 1,0 0 206,0 0 0,0 0-883,0-1 0,0-2 481,0-1 1,0-2 479,0 0 0,3-15 0,0-4 0</inkml:trace>
  <inkml:trace contextRef="#ctx0" brushRef="#br0" timeOffset="650">110 13 7756,'3'-3'494,"-3"-1"-26,3 2 222,-3 1 18,0-1-456,-3 2 1,0 2 65,-4 3 1,0 0-117,-1 2 1,1 2 18,-2 2 0,2 1-128,1 1 1,-1 2-194,1 3 0,1 0-163,1 1 1,3 1-409,-1-1 0,1-1-461,1-1 1,3-3 527,1-3 1,2-4-149,0-1 752,1 1 0,7-18 0,4 0 0</inkml:trace>
  <inkml:trace contextRef="#ctx0" brushRef="#br0" timeOffset="1435">379 20 8075,'2'-4'1518,"0"-1"-1216,3 4 0,-1-1 162,2 4 1,1 2-343,-1 5 1,1 1 31,-1 2 1,1 2-101,-1 1 0,-2 2 107,0 4 0,-2-1-455,0-1 1,-2 0 172,-2-2 0,-2-1-761,-5-1 1,1-2 80,-2-3 1,-1 0 800,-2-4 0,-3-11 0,0-3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8:10.486"/>
    </inkml:context>
    <inkml:brush xml:id="br0">
      <inkml:brushProperty name="width" value="0.08571" units="cm"/>
      <inkml:brushProperty name="height" value="0.08571" units="cm"/>
    </inkml:brush>
  </inkml:definitions>
  <inkml:trace contextRef="#ctx0" brushRef="#br0">155 212 7837,'-4'-1'54,"-1"0"0,1-2 454,1-1-285,0 0 1,3 0-215,0-1 0,0 4 98,3-1 0,2-1 52,4 1 0,2-3-107,0 3 0,1 0 113,1-1 0,2 3-149,0-2 1,0 1 106,0 1 1,-1 0-212,1 0 0,-2 3 61,-3 1 0,0 4-270,-4 3 0,-2 4 107,-2 2 0,-2 2-11,-2 3 1,-3 1-24,-6 5 1,-3-1-119,-5 3 1,-3-2 225,-1 2 0,0-5-35,-1 1 0,1-6 331,-3-1 1,3-2-96,-1-4 0,6-4 557,1-3 0,1 0 55,4-4 0,0 0-313,3-2 1,5 0-136,-1-3 0,4 0 32,1-4 0,1 0-551,1-1 0,4 0 245,5-3 0,4 1-688,2-3 1,4 0 372,0 0 1,3 1-1453,0 1 1792,1-1 0,29-6 0,7-6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8:13.518"/>
    </inkml:context>
    <inkml:brush xml:id="br0">
      <inkml:brushProperty name="width" value="0.08571" units="cm"/>
      <inkml:brushProperty name="height" value="0.08571" units="cm"/>
    </inkml:brush>
  </inkml:definitions>
  <inkml:trace contextRef="#ctx0" brushRef="#br0">13 32 8113,'3'0'8,"1"0"-84,-2 0 1,0 0 0,2 0 113,0 0 0,5 0 16,-1 0 0,2 0 33,-2 0 0,3-2-47,4 0 1,-1 0 15,3 2 0,3 0 86,4 0 0,1-2-33,3-1 1,4 1 107,4 2 1,3-2-146,2 0 1,4 0 25,2 2 0,2 0-76,-7 0 0,5 0 88,0 0 1,2 0-182,-2 0 1,-2 0 88,-2 0 0,-3 0-197,3 0 0,-2 0 10,0 0 1,-3 0 47,-6 0 0,-1 0-143,-1 0 1,0 0 67,-4 0 0,-2 0-43,-5 0 1,-2-2 15,-2 0 1,-3-1-655,-1 3 877,-2 0 0,-5 0 0,-2-2 0,-10 1 0,-3-2 0</inkml:trace>
  <inkml:trace contextRef="#ctx0" brushRef="#br0" timeOffset="726">109 321 7676,'-4'-6'0,"0"1"0,1 1 0,1 0 0,0-1 0,0 1 1480,1-1-1120,0-1 1,1 0-157,0-1 1,3 3 135,1 0 1,4 0-91,0 0 1,4-1 0,-2 3 0,5-1-36,0 1 1,3 1-12,-1-1 1,1 1-262,1 1 1,-1 4 129,-1 2 1,-2 2-473,0 2 1,0 2 206,-7 3 0,-2-1-102,-4 3 0,-1 0-143,-1 2 0,-6 3 143,-3-1 1,-5 0-17,-3-1 1,-2-1 121,-3 0 1,2-2 208,-4 0 0,3-2-130,-3 0 1,1-2 337,0 0 0,2-3-67,3-2 0,3-3 51,2 0 1,1-4-130,1 1 1,2-1-9,2-1 0,4-4 766,1-2 1,1-1-330,1-4 1,2 3-406,2-3 1,3 0 78,6-4 0,2 3-416,3-1 1,2 3 38,2-1 0,2 0-104,-1 2 0,-1 0-194,0 3 1,-2 2 181,-1 0 0,-3 2-891,-1 0 0,-4 1 83,-2 1 1114,-5 0 0,-4 6 0,-4 1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8:54.353"/>
    </inkml:context>
    <inkml:brush xml:id="br0">
      <inkml:brushProperty name="width" value="0.08571" units="cm"/>
      <inkml:brushProperty name="height" value="0.08571" units="cm"/>
    </inkml:brush>
  </inkml:definitions>
  <inkml:trace contextRef="#ctx0" brushRef="#br0">39 0 7673,'-6'0'-16,"-1"0"287,1 0-56,2 0 118,-1 0-193,4 0 97,-2 0 1,8 0-248,1 0 1,2 0 72,-1 0 1,-1 0-131,1 0 1,2 0 98,2 0 0,-2 0-71,2 0 1,-2 0 88,1 0 1,-1 0-209,2 0 1,-3 0-3,3 0 0,-3 0-9,0 0 1,2 0 78,-2 0 0,1 0 44,-3 0 0,0 0 53,1 0 0,-3 0-109,0 0 159,-2 0 0,1 0-126,0 0 74,-3 0-719,3 0 864,-3 3 0,0-2-62,0 4 1,-1-3-74,-1 2 1,1 0 90,-3 3 1,-1 0-94,-1 1 1,-3 2 57,-2 3 0,1 1-112,-1 1 1,1-2 50,-3 2 0,0 1-128,0-1 1,1 0-162,1-2 1,0 0 116,2-1 1,1-2-91,1-1 0,2-2-198,0-1 450,0 1 0,4-1 0,-2-2 0,3-4 0,0-4 0</inkml:trace>
  <inkml:trace contextRef="#ctx0" brushRef="#br0" timeOffset="222">7 282 7959,'-4'-3'785,"2"0"1,2 3-455,2 0 0,0 0-73,2 0 0,3 0-35,4 0 0,2 0 0,2 0 0,2-1-14,4-1 1,3 1-125,4-1 0,-1-1 92,3-2 0,-4 2-3179,0-1 3002,-4 2 0,-14-6 0,-3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00.007"/>
    </inkml:context>
    <inkml:brush xml:id="br0">
      <inkml:brushProperty name="width" value="0.08571" units="cm"/>
      <inkml:brushProperty name="height" value="0.08571" units="cm"/>
    </inkml:brush>
  </inkml:definitions>
  <inkml:trace contextRef="#ctx0" brushRef="#br0">616 26 7768,'0'-4'-321,"0"0"666,0-1 9,0 2-20,0 0-229,0 3-175,0-3 83,3 2 1,0-1-85,4 2 0,-1 0 60,0 0 1,1 0-128,-1 2 0,3 0 0,-1 2 1,1-2 109,-3 3 1,1-3-143,-1 2 0,1 0 47,-1 0 0,-2 2-142,1-2 237,-4 2 1,2 0 2,-3 0 1,0 1 86,0-1 0,-1-2-145,-1 1 140,-2-1 1,-4 2-80,-1 1 1,1-4 38,1 0 1,1-1-18,0 1 1,-1-1 8,1 0 0,-1-1 78,1 1-46,-1-1 0,1-1-12,0 0-10,2 0-33,1 0 69,3 0 0,5 0-57,2 0 0,-2 1-3,0 1 1,-1-1 5,2 1 0,3 1 5,-1-1 1,1 1-14,-3-1 0,1-1 12,-1 3 0,0 1-9,-2 1 1,1-2 4,-3 1 0,3-1 8,-3 2 1,0 1 42,-2-1 1,-1 3 127,-1-1 1,-2 1-142,-5-3 0,1 1 12,-2 2 1,1-3-123,-2 1 0,1-1 110,-3-2 0,0 0-524,0 0 1,1-2 68,1 0 416,-1-1 0,2-19 0,-2-3 0</inkml:trace>
  <inkml:trace contextRef="#ctx0" brushRef="#br0" timeOffset="890">148 187 7703,'3'0'-715,"-1"2"809,-4 0 1,1 4 25,-4 0 1,1 0 102,-2 3 0,-1 0-111,-2 0 1,2 2-12,-2 0 0,0 1-54,1 1 0,-3 0 69,2-1 0,1 1-145,1-3 0,1 2 69,0-4 0,0 1-132,2-3 1,-1 1 2,2-1 0,-1-2-317,2 1 210,0-4 1,1 4 37,-1-3 83,1 0 0,-2-1 14,3 1 1,0-1-29,-2 1-52,1-1-169,-2-1 1,3 0-1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10.187"/>
    </inkml:context>
    <inkml:brush xml:id="br0">
      <inkml:brushProperty name="width" value="0.08571" units="cm"/>
      <inkml:brushProperty name="height" value="0.08571" units="cm"/>
    </inkml:brush>
  </inkml:definitions>
  <inkml:trace contextRef="#ctx0" brushRef="#br0">199 39 7152,'0'-7'151,"-2"1"0,1 2 148,-1-1 1,-2 3 19,0-2 0,0 2-48,0 0 0,-1 1-96,-4-1 1,0 1 29,-2-1 1,-1 2-97,2 2 0,-5 0-56,0 2 0,0 0-135,3 2 1,0 1-107,1-1 1,-1 3 106,4-1 0,0 2-171,4-2 0,-1 0 75,3 3 0,0-3 3,2 0 1,0 1 46,0 0 0,0 0-113,2-3 0,2-3-11,2 0 1,4-3 64,0 0 1,0 0 15,1 0 0,0 0 35,1-3 1,1 2 160,0-3 1,-2 0-99,0-3 1,-2 1 93,2-1 0,1 1-74,-4-1 1,1 1 370,0 0 1,-4-1 32,1 1 0,-3-1 185,-1 1 1,-2 2 578,0-1-422,0 1-545,0 1 0,0 0 79,-2 3 0,1 0-147,-1 3 1,-1 0 95,1 4 1,-1 0-124,1 1 0,1 2-63,-1 3 1,-1 1-139,1 1 0,-2 1-273,1 3 0,-2 0 229,1 1 1,-2 1-180,0 0 0,-1 2 134,-2-2 0,2-1 38,-4 1 1,2-2 51,-1-1 0,2-3 159,-1-5 0,2-1 223,1-2 460,2-1-166,1-2 0,3-2-247,0-4 1,1-2 21,1-2 0,2-1-76,5-2 1,1 1-225,3-2 0,0 0 145,2-1 0,1 0-674,1 2 0,2-2 91,-2 3 1,-1-1-179,1 3 1,-3-1-1229,1 1 1839,-1 0 0,-7 5 0,-1 2 0</inkml:trace>
  <inkml:trace contextRef="#ctx0" brushRef="#br0" timeOffset="543">373 327 12023,'0'7'411,"-1"-1"-310,-1 1 1,1 2 77,-1 2 0,-1 1-598,1 0 1,-3 1-191,1 0 0,0 2-567,0 0 0,2-2 1176,0-2 0,1-1 0,1 3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07.327"/>
    </inkml:context>
    <inkml:brush xml:id="br0">
      <inkml:brushProperty name="width" value="0.08571" units="cm"/>
      <inkml:brushProperty name="height" value="0.08571" units="cm"/>
    </inkml:brush>
  </inkml:definitions>
  <inkml:trace contextRef="#ctx0" brushRef="#br0">65 237 7554,'0'-4'92,"0"1"21,0 0 0,3 3 9,1-2 1,0 1-56,3 1 0,-2 0 31,3 0 0,2 0-162,1 0 1,1 0 95,1 0 1,0 0-100,-1 0 1,0 0 78,-1 0 1,1 0-58,-1 0 0,-2-2-23,0 0 16,1-1 1,-3 3-1,1 0 36,0 0 61,-5 0-51,3 0 2,-5 0 114,1 0-60,-7 3 0,3-1-37,-5 2 0,4 0 78,-1 0 0,0 2-66,-3 1 0,1 0-39,-1 3 1,-2-1 37,-1 2 1,-3 0-130,1 4 0,-4-1 85,-1 3 1,-2 1-12,0 1 1,0 0 11,0 0 0,2-2 0,2-2 0,2-4 217,3 0 0,0-3-71,4 0 0,2-3 126,2-1-83,2-2-83,2 4 0,2-5-29,2 3 1,1-2 9,-1 0 1,4-1-162,0 1 0,1-1 91,2 1 0,-2-1-548,4-1 0,1 0 225,2 0 1,-2 0-772,1 0 1096,0 0 0,17-12 0,3-2 0</inkml:trace>
  <inkml:trace contextRef="#ctx0" brushRef="#br0" timeOffset="374">366 474 8023,'-3'-6'654,"3"2"0,-4 1-208,2 3-211,1 0 0,-2 1-64,3 1 1,0 2-105,0 2 0,0 3-258,0-1 0,0 4 176,0-2 1,3 2-232,-1 1 0,0 0 154,-2 0 1,0 0-754,0-1 1,0 1 346,0 0 0,0-3 498,0-1 0,-3-5 0,-1-1 0</inkml:trace>
  <inkml:trace contextRef="#ctx0" brushRef="#br0" timeOffset="911">578 12 7844,'-1'-3'2,"0"0"1,-2 1 0,-1-1 709,-1 2 0,0 3-494,-2 2 1,1 4-76,-1 1 1,3 2 0,0 0 0,0 4-104,-3 2 1,1 0 152,-1 2 0,4-1-11,1 4 0,-1-3-1274,1-2 0,-1 1 557,3 0 0,0-3-193,0 0 1,3-4 727,2-3 0,20-15 0,7-4 0</inkml:trace>
  <inkml:trace contextRef="#ctx0" brushRef="#br0" timeOffset="1406">680 44 7572,'1'-5'-458,"1"0"597,-1 2 189,5 1 0,-3 1-129,4-1 0,-1 2-174,1 2 0,0-1 118,1 4 1,-1-1-229,2 2 0,-2 0-1,-1-2 0,1 3-128,-1-2 0,-1 4-179,-1-3 341,-3 2 0,2-1-27,-3-1 15,-3 0 1,-2 1 81,-4-1 0,0-2-81,3-2 0,-3 1 128,1-1 1,-1 1-50,3-1 0,0-1 92,-1 1 0,1-2 23,-1 0-101,4 0-25,-3 0 35,5 0-95,-2 0 30,9 0 0,-2 0 20,5 0 1,-4 0-4,-1 0 0,1 0 123,1 0 1,3 3-112,-1-1 1,1 2 90,-3-2 1,3 2-75,-1-1 0,3 2 93,-3-1 1,1 2-66,-3 0 1,0 0-59,-2 1 0,-1 1 52,-3 1 1,0-1 0,0-1 0,-3 1-233,-4 1 1,0 0 66,-4-3 0,3 0-354,-3 1 1,3-3 199,0 0 1,1-2 62,0 0 1,3-1 212,0-1 0,5-15 0,0-2 0</inkml:trace>
  <inkml:trace contextRef="#ctx0" brushRef="#br0" timeOffset="1640">847 38 7844,'7'-6'0,"-1"2"416,0 2 0,1 1-37,-1 1 0,3 1-138,-1 1 0,2 1-83,-2 4 0,0 2 66,3 2 0,-3 1-207,0 1 0,-1 0 70,-3 2 0,-1-1-601,-3 4 1,0-3 357,0 2 1,-3-3-471,-1 1 1,-3-2 625,-1-3 0,-11 0 0,-4-4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12.494"/>
    </inkml:context>
    <inkml:brush xml:id="br0">
      <inkml:brushProperty name="width" value="0.08571" units="cm"/>
      <inkml:brushProperty name="height" value="0.08571" units="cm"/>
    </inkml:brush>
  </inkml:definitions>
  <inkml:trace contextRef="#ctx0" brushRef="#br0">103 14 7804,'-3'-4'0,"2"1"0,-3 0 0,1 3 0,-1-2 0,2 1 296,-2 1 0,-1 1-87,-1 1 1,0-1-62,-1 3 0,2 1 31,-1 4 0,1-1 13,-4 2 0,2-1-236,1 2 1,1 0 99,1 4 1,1-1-467,-2 1 0,2-2 217,3 0 0,1-1-406,1-1 0,2-1 162,2-3 0,4 0-225,0-5 662,2 0 0,15-10 0,4-3 0</inkml:trace>
  <inkml:trace contextRef="#ctx0" brushRef="#br0" timeOffset="419">199 46 7804,'6'-5'-111,"-2"1"63,2 3 1,-2-3 38,2 2 1,-2 1 227,0-1-221,1 2 0,1 0 85,1 0 1,-2 0-63,0 2 1,0 0 95,0 2 1,-2-2-199,1 2 0,-2-1 29,0 1-32,-1 0 1,-1 3 100,0-1 1,-1 0 6,-1 1 0,-2-3 111,-2 0 1,-1 1-67,-2 1 1,2 0 69,-2 1 1,0-1-80,1 1 1,-1-1 109,3 1 0,-1-2-134,1 0 0,2 0 48,-1 0-364,4 0 203,-2 2 0,6-2-355,1 0 0,3 0 174,1-3 0,2 0-333,3-2 0,0 0 591,0 0 0,-1 0 0,13-6 0,2-1 0</inkml:trace>
  <inkml:trace contextRef="#ctx0" brushRef="#br0" timeOffset="743">385 20 7804,'0'-6'220,"0"-1"0,1 4-42,1 1 1,2 1 57,2 1 0,1 3-115,2 1 0,0 2 12,2 3 0,1 1-191,-1 3 1,-2 0 114,-1-1 0,-1 1-115,-3 0 0,-1 0 48,-3 0 0,0-1-196,0-1 0,-3 0 90,-1-3 0,-4 1-503,-1-3 1,0 0 46,1-2 572,0 2 0,-9-11 0,0 1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15.447"/>
    </inkml:context>
    <inkml:brush xml:id="br0">
      <inkml:brushProperty name="width" value="0.08571" units="cm"/>
      <inkml:brushProperty name="height" value="0.08571" units="cm"/>
    </inkml:brush>
  </inkml:definitions>
  <inkml:trace contextRef="#ctx0" brushRef="#br0">110 148 6899,'2'-6'368,"0"-1"1,3 3-218,-3 0 0,3 2 48,-1-3 1,2 3 15,0-2 0,1 3-17,2-2 0,1 2-35,3-1 1,-1 1-112,1-1 1,0 1 96,0 1 0,0 3-198,0 1 0,-1 3-45,1 1 0,-3 3-81,-1 4 0,-3-1 129,-2 3 1,-1 1-63,-3 4 1,0-2-101,-3 4 1,-1-3 26,-4 3 0,-5-1-66,-4 3 1,-2-3 32,0-2 0,0-3 159,-1-1 1,-1-3-63,0 1 1,1-4 302,3-3 1,2-3 42,-2-3 1,4 1-115,0-1 0,1 0 122,3-2 0,1-2-58,1 0 1,1-3 25,-1 0 0,4 2-43,1-1 0,1-1-154,1-1 1,3-1 6,1-2 0,4 1-102,0-2 1,6 1 20,-1-2 1,4 2 43,0-2 1,2-1-141,3 1 1,-2 2 84,4 0 1,2 1-583,1 1 0,1 0 659,-2 5 0,5 6 0,2 3 0</inkml:trace>
  <inkml:trace contextRef="#ctx0" brushRef="#br0" timeOffset="798">796 193 7964,'2'-4'0,"1"0"0,-2-1 0,0-1 0,-1-1 436,0 1 0,2 2-104,0-1 0,0 1-112,-2-2 1,0-1-28,0 1 0,-1 0 27,-1-1 1,-1 3-179,-4 0 0,-1 2-97,-1 0 0,-2 1-106,0 1 1,-4 1-57,-2 1 0,1 4 33,-1 2 1,2 3-142,-3-2 0,3 2 119,0 0 1,0 0-98,4 0 0,2 1 66,0-1 1,2-1 75,1 0 1,2-4 81,2 0 1,3-1 88,3-1 1,0-1 49,5-3 0,1 0-51,1 0 1,1-3 63,1-1 1,2-2-63,-1 0 0,2-1 31,-1 1 0,-1 0-50,3 2 0,1-2 156,1 2 0,-3-2 40,-1 0 1,1-1 142,-1 1 1,-1 2 232,-3 2-131,-2-1-232,-3 2 1,-3 1-52,-3 4 1,-3 3-120,-6 1 1,1 2 93,-2 3 1,2 2-129,-1 0 0,0 3-68,0-1 0,0 1-150,1 2 0,0 0-230,-3 1 1,3-1 196,-3 1 0,3-1-63,-1-1 0,-1 0 73,0-2 1,1-3 65,3-4 1,0-4-374,4 0 1012,-3-3 235,4-1 16,-2-2 0,4-2-198,1 0 1,0-3-172,2 1 1,2-2-137,3 0 1,2-1-10,0 1 0,2-3-188,2 1 0,-1-4 85,3 2 0,0 0-535,3-1 0,-3 3 34,0 0 1,0-2-161,2 2 0,-2-1 164,0 3 402,-2 2 0,9 4 0,-1 4 0</inkml:trace>
  <inkml:trace contextRef="#ctx0" brushRef="#br0" timeOffset="998">1072 411 7806,'-3'3'648,"-1"1"156,2 2 0,1 0-367,-1 1 0,1 0-118,1 2 0,0-2-244,-3 4 0,3 0 83,-2 2 1,-1-3-546,1 1 0,-3-1-182,3 1 1,-3 0-532,1-2 0,0 0 1100,0-1 0,0-6 0,-3 0 0</inkml:trace>
  <inkml:trace contextRef="#ctx0" brushRef="#br0" timeOffset="1442">1284 26 8248,'-2'-6'0,"-1"0"0,0 1 0,-1 2 0,1 0 0,-2 1 579,-1 2 0,0 0-350,-1 3 0,0 2-22,-1 4 1,0 2-100,-3 0 0,3 3 112,-3 1 0,1 3-534,-1-1 1,1 4 254,2 0 1,1 3-367,1 0 1,0 0-172,4 0 1,0-4-350,2-3 1,5-4 944,1 0 0,16-12 0,3-5 0</inkml:trace>
  <inkml:trace contextRef="#ctx0" brushRef="#br0" timeOffset="1794">1393 103 7806,'1'-5'369,"1"0"-162,-2 0 0,6 3 25,-2-2-64,2 3 0,0-2-126,1 6 0,0-2 136,2 3 1,-2 0-203,1 0 0,-1 2 4,0-2 1,-1 2-6,1 0 1,-2 1-523,0-1 430,-3 0 0,-2 1-65,0-1 0,-2 1 84,-3-1 1,-3 0 197,0 1 0,-3-1-110,0-2 0,-1 2 198,-1-2 0,2 2-64,1 0 1,2-2 47,-1 1 1,2-1-85,1 2 1,2 1-21,2-1-345,1 0 0,4 1 138,1-1 1,5 0-455,2-2 0,1 1 229,0-3 1,3 3 363,0-3 0,20-3 0,3-2 0</inkml:trace>
  <inkml:trace contextRef="#ctx0" brushRef="#br0" timeOffset="2058">1604 39 7806,'0'-4'1433,"0"0"-1004,0-1 0,3 2-146,2 1 0,4 2-47,4 2 0,0 2-29,4 5 0,0 1-178,0 2 1,-2 4 126,-4 1 1,-2 0-594,-3 0 1,-2-1-120,-2 1 1,-2 2-447,-2-2 1,-3-1 296,-3-2 705,-2 0 0,-29 10 0,-5 3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18.897"/>
    </inkml:context>
    <inkml:brush xml:id="br0">
      <inkml:brushProperty name="width" value="0.08571" units="cm"/>
      <inkml:brushProperty name="height" value="0.08571" units="cm"/>
    </inkml:brush>
  </inkml:definitions>
  <inkml:trace contextRef="#ctx0" brushRef="#br0">13 13 7777,'-4'0'90,"0"0"1,2 0-255,0-2 216,2 1 684,0-2-629,2 3 0,2 0-14,2 0 0,1 0-11,-1 0 0,1 0-83,-1 0 1,3 0 82,2 0 0,0-2-92,0 0 0,1 0 45,-1 2 1,3 0-38,1 0 0,2 0 32,-2 0 1,0 0 0,-2 0 0,2 0-3,0 0 1,0 0 11,-2 0 1,0 0-58,-1 0 1,1 0 60,0 0 1,0 0-102,0 0 0,-1 0 79,-2 0 0,3 0-65,-3 0 1,2 0 22,-2 0 1,2 0-5,-1 0 0,-1 0-50,1 0 0,0 0 66,1 0 1,0 0-39,-1 0 1,1 0 29,-1 0 0,1 0-12,1 0 0,-1 0 3,-1 0 1,1 0-1,-1 0 0,1 0 24,0 0 0,-1 0 3,0 0 1,0 0 15,1 0 1,0 0-31,-1 0 1,1 0 2,-1 0 1,1 0 2,1 2 1,0-1 31,0 1 1,-1-1-31,1-1 0,1 0 92,1 0 0,-2 0-26,2 0 1,0 0 11,-1 0 0,1 0-71,2 0 0,-3 0 23,1 0 0,-1 0-20,-2 0 1,4 0 28,1 0 0,0 0-3,0 0 1,-3 0-53,1 0 0,1 0-182,1 0 0,0 0 126,0 0 1,-3 0 33,1 0 0,2 0 62,0 0 0,-2 0-44,0 0 0,1 0 52,-1 0 0,3 0-44,-1 0 1,1 0-11,2 0 0,-3 0 21,0 0 0,2 0-69,2 0 1,1 0 53,-3 0 1,1 0-10,1 0 1,2 0 42,3 0 1,0 0-37,-1 0 1,1 0 11,-1 0 1,1 0-10,0 0 1,-1 0 26,1 0 0,0 0-18,-1 0 1,3 0 78,-3 0 0,2 0-19,-3 0 1,1 0 6,0 0 1,0 0-47,-1 0 1,-3 0 6,-4 0 0,-1 0-251,-3 0 162,-3 0-66,-1 0 1,-6 0 73,-3 0 0,-3 0-226,-3 0 1,-3 0-108,1 0 396,-4 0 0,-4-3 0,-3 0 0</inkml:trace>
  <inkml:trace contextRef="#ctx0" brushRef="#br0" timeOffset="1177">276 379 7782,'-3'-6'224,"-3"-1"332,2 1-211,1-1-275,0 1 0,4 0 43,1 2 1,2-1 68,2 3 1,2-1-85,1 1 1,2 1 116,0-1 1,1 1-47,1 1 0,0 0-73,0 0 1,2 0-153,0 0 1,0 3-107,-3 1 1,1 3-142,-3 1 1,-1 2 36,-5 3 0,-1 2 92,-3 0 0,-1 3-19,-1-1 1,-4 2 8,-5 3 1,-2-2 49,-2 1 0,-1 0 58,-3 0 1,-1-3-10,-2 1 1,2-2 43,-1 0 1,1-1 136,1-3 1,0-3 106,2-2 0,0-1-79,4-3 0,2 1 56,4-3 1,1 0-30,-1-5 1,4 2 80,1-3 1,1-1-82,1-4 1,0 1-22,0-2 1,3 0-196,1-1 1,4-1 107,1 1 0,3 1-272,1 0 0,-1 0 75,3-1 0,2 2-199,0 2 0,-1 2 128,1 0 0,0 0-1047,3 3 1272,-1 0 0,12 8 0,2 1 0</inkml:trace>
  <inkml:trace contextRef="#ctx0" brushRef="#br0" timeOffset="1884">655 341 7782,'-7'0'325,"1"0"0,0-1 755,2-1-772,1 1-138,3-2 1,4 3-26,2 0 0,1 0-127,4 0 1,0 0 95,4 0 0,1 0-103,1 0 0,2 0 3,-2 0 0,1 0-241,1 0 1,0 0 105,-2 0 1,-1 0-169,-3 0 0,-1 0-62,-2 0-15,3 0 438,-9 0-229,2 0 276,-6 0 1,-1 0-58,-1 0 0,0 0 15,-2 0 1,2 1-62,-2 1 0,1-1 103,-1 4 1,1-3-39,-2 2 0,0 0-45,0 3 1,-3 1-8,0 1 1,-1 2 16,0 0 0,-1 1-52,-3 1 1,0 0 37,1 2 1,-1 0-24,0 2 0,-2-1 13,0 1 1,1-1 88,3-3 1,0-1 105,2-1 15,1 1 0,4-5-102,2 1-45,1-3 0,4-2-119,1-3 1,5 0 72,2 0 0,4 0-126,2 0 0,2 0 35,2 0 1,0-1 68,2-1 0,-1 0-688,1-2 0,-4 2-2044,0-2 2715,-7 2 0,12-4 0,-4 3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23.118"/>
    </inkml:context>
    <inkml:brush xml:id="br0">
      <inkml:brushProperty name="width" value="0.08571" units="cm"/>
      <inkml:brushProperty name="height" value="0.08571" units="cm"/>
    </inkml:brush>
  </inkml:definitions>
  <inkml:trace contextRef="#ctx0" brushRef="#br0">52 417 7829,'0'-7'1081,"0"4"-552,0 0 455,0 3 1,0 5-734,0 1 0,-2 4-172,-1-1 0,1 2 45,0 0 0,0 1-63,-2 1 1,2-3-476,-3 1 1,2 0 293,-1 2 1,-1-3-961,2 1 0,-1-3 493,2 0 1,-1 0 586,1-2 0,1-11 0,-2-3 0</inkml:trace>
  <inkml:trace contextRef="#ctx0" brushRef="#br0" timeOffset="581">276 32 8228,'4'-7'0,"-2"1"702,-1 0 0,-2 0-498,-1 2 1,0 1 61,-2 6 1,0-2-37,-3 3 1,-1 3-39,-1 1 0,0 4 25,1-2 1,0 3-167,-3 2 0,2-1-157,-1 1 1,2 1-191,-1 1 0,2 0-87,1 0 1,0-1 199,2 1 0,1 1-631,3-3 0,0-1 311,0-3 1,3 0-120,1-5 0,3-1 622,1-5 0,2 0 0,31-20 0,8-5 0</inkml:trace>
  <inkml:trace contextRef="#ctx0" brushRef="#br0" timeOffset="948">372 102 7336,'0'-6'-269,"3"2"618,-1-1 1,1 4-47,-1-1 0,1 0 189,4 0-321,-1 2 0,3-3 10,-1 3 1,1 0-80,-3 3 1,1-2-142,-1 3 1,2-2-61,-2 3 0,2-1 91,-4 2 1,0-1-224,0-1 1,-2 0 114,0 3 1,-2-1-55,-2 0 0,-4 1 96,-3-1 1,-2 1 30,0 2 1,0-2 71,0 2 0,-1-2 130,1-1 0,1 0 82,0-2 0,2 2 57,-1-2-223,2 2 23,4 0 1,0 1-218,3-1 1,1-2 121,1-2 1,3 1-500,4-1 0,2 1 78,0-1 1,1-2-57,1 3 1,0-3-181,0 0 654,2 0 0,19-8 0,6-3 0</inkml:trace>
  <inkml:trace contextRef="#ctx0" brushRef="#br0" timeOffset="1216">635 77 7782,'0'-4'1063,"0"-2"0,0 6-846,0 0 1,4 3-51,2 1 1,1 4-31,1-2 1,2 4-89,-2-1 1,3 2-30,-3 0 1,1 2 86,-3 1 0,-1 0-472,-1 1 0,-3-1 149,2 1 1,-6-2-487,-1 0 0,-2-1 27,-3-3 675,-1-1 0,-17-4 0,-4-1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25.770"/>
    </inkml:context>
    <inkml:brush xml:id="br0">
      <inkml:brushProperty name="width" value="0.08571" units="cm"/>
      <inkml:brushProperty name="height" value="0.08571" units="cm"/>
    </inkml:brush>
  </inkml:definitions>
  <inkml:trace contextRef="#ctx0" brushRef="#br0">109 200 7803,'0'-7'-577,"0"1"556,0 0 0,0 1 904,0 1-617,0 0 1,2-3-85,0 1 1,4 2-101,1-1 1,0 3 88,3-2 1,-1 2 44,2-2 0,-1 2-56,3 0 1,2 1 66,0 1 1,1 0-118,-1 0 1,-2 5-144,2 2 0,-2 3 29,-2 1 1,-2 4-232,-3 2 0,-2 4 46,-2 0 0,-2 3 66,-2 0 0,-2 2-258,-5 1 1,-2 2 133,-4 1 0,0-2-103,-4-2 1,1-1 45,-3-2 1,1-3 100,1-5 0,0-2 574,-1 0 1,1-3-197,0-1 1,2-5-4,3-2 0,1-1-65,2-1 0,0 0 126,2 0 1,3 0-11,1 0 1,4-3 34,-1-1 1,2-4-182,2-1 0,2-2-84,5 0 1,1-2-154,3-2 0,2 2 60,2-2 0,2 1-567,0 1 0,2 3 318,1 2 1,-1-1 348,-2 3 0,29 4 0,7 5 0</inkml:trace>
  <inkml:trace contextRef="#ctx0" brushRef="#br0" timeOffset="656">577 187 7803,'-5'-1'80,"0"-1"241,0 1-44,1-1 107,1 2-194,0 0 1,3 0-69,3 0 0,0 0 50,4 0 0,2 0-191,1 0 1,3 0 116,2 0 0,0-3-124,2 1 1,0 0 49,2 2 1,0-2-50,0 0 0,0 0 93,-2 2 0,-1 0-16,-3 0 0,-3 0-288,-2 0 84,-1 0 160,-3 0 0,-2 0 8,-4 3 0,-2 0 115,-2 4 0,-3-1-67,-2 0 0,1 3-30,-1-1 1,0 4-32,-4-1 0,1 1 49,-4 1 1,1 2-187,-2 2 1,0 0 107,0 0 0,-1 0-156,1 2 1,1 0 88,1 1 0,2-5 332,4-2-114,2 0 0,5-6 171,2 2 0,3-5-85,3-2 1,0 1-106,5-1 0,1 0-76,0-2 1,5 0 89,0 0 0,2 0-645,1 0 1,2 0 269,2 0 1,-1-1-1025,-2-1 0,0 2 1279,-2-2 0,7-5 0,0 0 0</inkml:trace>
  <inkml:trace contextRef="#ctx0" brushRef="#br0" timeOffset="881">917 424 7803,'0'-4'1347,"-3"0"-415,3 2-213,-3-1-427,3 12 0,0-3 95,0 7 0,0-2-257,0 2 1,0 0 88,0 2 1,0 0-694,0 2 0,-2 0 387,0 2 1,-3-2-455,3 0 1,-2-3 207,2 1 0,-3-2-1924,3-2 2257,-3-2 0,5-14 0,-3-3 0</inkml:trace>
  <inkml:trace contextRef="#ctx0" brushRef="#br0" timeOffset="1344">1161 27 7355,'-3'-4'2833,"0"2"-2452,-1 4 1,-2 0 68,2 5 1,-4-2-183,0 6 0,-1 0-61,3 2 0,-1 2-226,1 2 1,-1 4-79,1 0 0,0 3-619,2-3 0,1 3 428,3-3 0,0 0-632,0-4 1,6-4 378,2-2 0,4-5-637,1 0 1178,2-4 0,36-24 0,11-10 0</inkml:trace>
  <inkml:trace contextRef="#ctx0" brushRef="#br0" timeOffset="1701">1296 97 7803,'0'-6'328,"0"-1"1,0 1 305,3 0-408,0 2 0,4 0 27,-1 2 0,1 2-46,2-3 0,-2 3-132,1 3 1,-1-1 95,0 3 1,1 0-203,1 0 1,-1 0 107,-4 2 1,1-1-380,-3 1 1,2-1 23,-1 0 1,-1 1 18,-2-1 0,-1 3 32,-1-1 0,-2 1 86,-2-3 0,-1 1 40,-2-1 0,0 1-7,-2-1 0,-1 0 268,1-2 0,0 2-83,0-2 1,0 2 150,2 0 0,1-2-84,1 1 0,4-1-145,1 2 0,1-1-232,1-1 1,1-1 106,4 2 0,0-2-160,5-1 1,1-1 108,2 1 1,0-1-526,0-1 0,-1 0 702,1 0 0,20-14 0,5-4 0</inkml:trace>
  <inkml:trace contextRef="#ctx0" brushRef="#br0" timeOffset="1957">1482 14 7803,'6'-6'626,"1"2"0,0 1 192,1 3 1,0 0-292,3 0 0,-1 5-54,3 1 1,-2 7-203,0 0 1,-3 3-173,0-1 0,-2 4 121,-1 0 0,0 0-813,-3 3 1,-1-2-151,-3-1 1,-2-2-534,-5 0 1,2-3 1275,-4 1 0,-17 2 0,-6-1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29.237"/>
    </inkml:context>
    <inkml:brush xml:id="br0">
      <inkml:brushProperty name="width" value="0.08571" units="cm"/>
      <inkml:brushProperty name="height" value="0.08571" units="cm"/>
    </inkml:brush>
  </inkml:definitions>
  <inkml:trace contextRef="#ctx0" brushRef="#br0">19 45 7809,'-3'0'-483,"0"0"986,0 0-145,2 0 196,-2 0-239,1 0-203,1 0 169,-2 0-180,3-2 139,0 1-43,0-2 0,3 3-228,1 0 1,2 0 3,0 0 1,1 0 58,-1 0 1,3 0-98,-1 0 0,4 0 79,-2 0 0,2 0-54,1 0 1,1-2 40,1 0 1,-1 0-18,3 2 1,-2 0 82,2 0 1,-2-1-56,2-1 0,0 1-26,3-1 1,-3 1 29,0 1 0,-2-1-84,2-1 0,-2 2 83,2-3 0,-2 3-28,2 0 0,-3 0 8,1 0 1,0 0-11,-1 0 1,0 0 57,1 0 0,-1 0 5,-2 0 0,1 0-9,0 0 0,0 0-27,0 0 1,0 0 10,2 0 0,-1 0-13,4 0 0,-4 0-30,1 0 0,0 0 28,0 0 0,3 0-5,-1 0 1,1 0 35,-1 0 1,1 0-2,-3 0 1,3 0-23,-1 0 0,-1 0-1,-1 0 0,1 0-30,1 0 0,0 0 32,2 0 1,-3 0-74,3 0 0,0 0 59,2 0 0,1-1-5,3-1 0,0 1 46,2-1 0,-2 1-4,-2 1 1,2 0 86,1 0 0,0 0-111,-5 0 1,3 0 22,-3 0 1,5 0-3,-2 0 0,2 0-71,-3 0 1,2 0 38,1 0 1,0 0-17,-1-2 1,1 1 31,0-1 0,-1 1-24,-2 1 0,1 0-58,-2 0 1,-4-2 44,-3 0 1,-4 0-13,-3 2 11,0 0 105,-2 0-282,-2 0 0,-2 0-721,-4 0 386,-2 0 1,0 0 199,-1 0 1,-1 0-412,-3 0 0,0 2 740,1 0 0,-25 6 0,-8-1 0</inkml:trace>
  <inkml:trace contextRef="#ctx0" brushRef="#br0" timeOffset="699">186 366 7809,'0'-6'-124,"1"-1"0,0 1-148,1-1 0,1 1 862,-1 0 0,0-1 40,2 1 0,2-1-237,3 1 0,2 2-118,0-1 0,2 2-42,2-1 1,1-1-12,4 2 1,-1 1-16,0 2 1,-2 1-160,0 1 1,0 2 96,0 5 1,-4 1-396,-5 3 1,-1 2 25,-3 3 1,1 0-182,-3 1 1,-1 1 64,-3 2 0,-2-2-109,-5 4 1,-1-1 39,-5 0 1,0 1 80,-2-2 1,-2-1 157,-2-2 1,-3 1 38,0-1 1,1-3 120,0-1 1,0 0 137,-1-2 0,0 1-89,3-3 0,0-4 244,4 0 1,2-5-134,4 0 0,2-1 256,3-1 0,2-4-163,2-2 1,1-4 2,1-3 1,1-1-66,1-1 0,2-3 24,5 3 0,2-2-216,4 2 1,1-2 95,3 2 0,3 1-185,2 3 0,1-1 66,0 2 0,3 0-595,0 2 0,1 4 317,-3 1 0,0 3-1032,-4 0 1344,-7 0 0,-5 11 0,-8 3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32.424"/>
    </inkml:context>
    <inkml:brush xml:id="br0">
      <inkml:brushProperty name="width" value="0.08571" units="cm"/>
      <inkml:brushProperty name="height" value="0.08571" units="cm"/>
    </inkml:brush>
  </inkml:definitions>
  <inkml:trace contextRef="#ctx0" brushRef="#br0">13 282 7492,'-3'-3'79,"0"2"174,3-3 0,-1 2-49,-1-3 1,1 3 376,-1-2-364,2 0 0,0-3-198,0 1 0,0-1 89,0 1 0,2 0-86,0-1 1,3 1 47,-1-1 1,4 3-171,0 0 0,3 0-33,-2-3 0,1 4 65,-1 0 0,2 3-5,-3 0 1,3 0 20,-3 0-113,1 0 1,-3 3 60,-2 4 1,-1 0 42,-3 4 0,-1-1 1,-1 3 0,-4 2-104,-2 0 0,-1 2 30,3-2 1,-1 0 61,1-2 1,0 2 12,-1 0 1,1 0-20,-1-2 0,2-3 49,0 1 0,0-3-43,3 3 0,0-3 123,2 1 0,1-4-35,1-1 0,1-3-24,4 1 1,-1-1 49,1-1 0,0 0 10,1 0 0,0-3-8,3-1 1,-1-2-41,1 0 0,0-1-17,-2-2 0,0 2 22,-1-1 1,-1-2-94,2-1 1,-2 1 74,0-1 0,-2 0-7,0-1 0,0 0-49,0 1 0,-3-1-9,0 4 0,1-1-92,-1 3 95,3 0-61,-4 2 1,2 2 125,-3 4 1,-1 2 7,-1 2 1,-1 3 53,-4 2 0,1 2-62,-1 2 0,1-1-20,0 3 1,-1-2 7,1 2 0,0-2 53,2 2 0,-1-3-31,3 1 0,0-2 125,4-2 0,3-2 7,3-2 0,1-4 292,4-1 1,-1-4-94,5-2 1,-2-7 95,2-2 1,0-4-151,2 0 1,-2-1-21,-2-2 1,-4-1-251,0 0 0,-4-1 109,-1 3 0,-2 0-633,-1 0 0,-3 0-67,2 2 1,-3 4-1275,-1 5 1854,-3 0 0,-7 19 0,-5 4 0</inkml:trace>
  <inkml:trace contextRef="#ctx0" brushRef="#br0" timeOffset="459">424 398 7898,'-3'-4'1308,"2"1"-899,-2 3 4,1 0 0,1 4-99,-1 2 0,1 1-234,1 4 1,-1 0-154,-1 2 0,1 0 116,-4 2 0,4-1-493,-1 4 0,-1-3 263,1 2 0,-2-2-202,2 2 1,-1-5 128,3 1 1,-2-5-478,0 1 1,0-4-239,2-1 975,0-3 0,6-15 0,1-7 0</inkml:trace>
  <inkml:trace contextRef="#ctx0" brushRef="#br0" timeOffset="756">527 385 7435,'3'1'1070,"-1"1"1,-1-1-706,-1 4 1,0-1-43,0 2 1,0 3-120,0 2 1,0 1-206,0 1 1,-1 2 107,-1 0 0,1 3-477,-1-1 1,1-1 99,-1-1 0,0-2-133,-2 0 0,2-1-1857,-2-1 2260,2-2 0,-12-14 0,0-3 0</inkml:trace>
  <inkml:trace contextRef="#ctx0" brushRef="#br0" timeOffset="1356">713 19 8267,'-1'-6'0,"-1"0"726,-3 2 1,2 1-477,-1 3 1,-1 3 117,-1 1 1,-1 4-156,1 1 0,0 4-9,-1 0 1,3 4-99,0 0 0,2 2 57,0 0 0,1 2-523,1 1 0,0-1 253,0-2 0,0 2-920,0-2 0,1-1 209,1-5 0,0-3-1,2-2 0,2-3 819,3-3 0,14-19 0,1-4 0</inkml:trace>
  <inkml:trace contextRef="#ctx0" brushRef="#br0" timeOffset="1739">828 71 7461,'0'-7'1020,"1"2"-611,1 0 0,-1 2-43,4 3 0,-1 0-190,2 0 1,1 0-13,-1 0 0,0 1-144,1 1 1,1 0 68,1 2 1,0 0-255,-3 3 0,0-1 123,1 1 1,-2-3-210,0 0 0,0 0 98,-3 3 1,0-1-70,-2 1 0,-3-1 31,-1 0 1,-3 0 120,-1-2 0,0 2 201,-3-2 1,3 1-79,-3 0 0,3 0 297,-3 0 0,3-2-137,0 1 0,1-1-13,3 1 0,-1-2-50,3 2 0,0-2-240,2 3 1,0-3 8,0 2 0,2-2-58,3 3 0,3-4-569,0 1 1,3 1 325,0-1 0,1 0-452,1-2 1,1 0 833,1 0 0,12-8 0,7-3 0</inkml:trace>
  <inkml:trace contextRef="#ctx0" brushRef="#br0" timeOffset="2007">1046 19 7778,'-4'0'733,"2"-2"1,4 1-345,3-1 1,1 2 16,3 2 1,1 2-137,5 5 1,1 1-67,1 5 1,1 0-255,-3 2 1,-1 0 126,-3 2 1,-3 2 126,-3-2 1,-2 2-628,-3-4 1,-4-2-934,-2 0 0,-3-1 684,-2-1 0,-1-4 672,2-3 0,-11-5 0,-3-4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09:53.044"/>
    </inkml:context>
    <inkml:brush xml:id="br0">
      <inkml:brushProperty name="width" value="0.08571" units="cm"/>
      <inkml:brushProperty name="height" value="0.08571" units="cm"/>
      <inkml:brushProperty name="color" value="#E71224"/>
    </inkml:brush>
  </inkml:definitions>
  <inkml:trace contextRef="#ctx0" brushRef="#br0">193 26 7522,'-6'-1'521,"2"-1"-460,1 1 305,3-2 1,3 3-180,1 0-147,2 0 0,1 0 6,-1 0 1,2 0-96,1 0 0,0 0-33,0 0 1,0 0 80,2 0 1,1 0-101,-1 0 1,1 0 69,1-2 0,2 1-18,-1-1 1,4 1 36,-3 1 0,2 0-2,0 0 0,4-2-3,1 0 1,-1 0 3,-2 2 1,0 0-20,1 0 1,-1-1 2,0-1 1,0 1-8,-2-1 1,-1 1 17,-1 1 1,-1 0 35,1 0 0,-2 0-37,0 0 1,1 0 37,0 0 1,1 0-19,2 0 1,-2 0 5,2 0 0,-1 0 60,1 0 0,4 0-62,-2 0 0,2 0 107,-2 0 0,1 0-94,2 0 0,0 0 3,1 0 1,1 0 5,-2 0 0,2 0-168,0 0 1,-2 0 53,-1 0 1,0 0-51,0 0 0,3 0 34,3 0 1,0 0-144,3 0 0,1 2 194,3 0 0,2 1-57,2-3 0,2 0 9,0 0 0,-1 0-31,2 0 0,-1 2 413,1 0 0,-5 0-55,0-2 0,-5 0-183,-3 0 0,-1 0-94,1 0 1,-5 0 70,1 0 1,-4 0-298,-1 0 1,-2 1 92,-2 1 0,-7-1 183,-1 1 0,-11-7 0,0-2 0</inkml:trace>
  <inkml:trace contextRef="#ctx0" brushRef="#br0" timeOffset="723">264 109 7422,'-4'-6'1270,"-2"2"-1002,6-1 0,-2 4 12,4-1 1,-1 1-154,3 1 0,1 0 18,4 0 1,-1 0-139,2 0 0,1 0 114,2 0 0,1 0-129,0 0 1,1 0 90,2 0 1,1 0-72,3 0 1,0 0 75,5 0 1,-2 0-89,4 0 1,-2 0 13,0 0 1,0 0 9,2 0 1,1 0-86,4 0 1,-4-2 110,1 0 1,0 0-169,2 2 1,-2 0 88,-3 0 1,0 2-36,-2 0 0,-1 1 55,0-1 1,-2-1-83,2 1 0,-1-2 57,-2 0 1,0 3-129,2-1 1,1 0 108,1-2 1,1 0-8,0 0 1,3 0 108,3 0 1,0 0-91,2 0 0,0 0 86,0 0 1,-1 1-80,4 1 0,-6-1 200,1 3 0,-1-2-24,1 0 0,-2 1 90,0-1 0,-3 0-103,1-2 1,-4 0-52,-1 0 1,-1 0-262,1 0 0,-2 0 87,0 0 0,-1 0-188,-3 0 1,-4 0-118,-2 0-191,-3 0 53,-2 0 1,-4 0-795,-7 0 1333,1 0 0,-48-6 0,-8-1 0</inkml:trace>
  <inkml:trace contextRef="#ctx0" brushRef="#br0" timeOffset="1257">835 109 8647,'0'-3'2952,"0"0"-2493,0 9 0,0 1-62,0 5 1,0 1-186,2 0 1,-1 1 35,1 1 0,1 1-205,-1 3 1,0 1 89,-2-1 1,1 2-265,1 1 0,-1-2 112,1-3 0,-1 1-687,-1-3 0,0 0-14,0-2 0,-1-1-1339,-1-1 297,1-2 931,-2-3 831,3-2 0,6-13 0,1-5 0</inkml:trace>
  <inkml:trace contextRef="#ctx0" brushRef="#br0" timeOffset="1482">969 334 7986,'-6'0'500,"-1"0"0,3 0-93,0 0 0,2 0-71,-3 0 0,2 3-83,-1 1 0,-2 2-168,2 0 1,0 0 139,0 1 0,-1 0-438,-1 1 1,0 2-124,-1 0 0,1 0-341,-1-1 0,2-2-188,-1 2 1,2-2 391,-3-1 0,1 0-62,2-2 535,1 2 0,-6-11 0,2 1 0</inkml:trace>
  <inkml:trace contextRef="#ctx0" brushRef="#br0" timeOffset="1682">732 347 7986,'-7'-7'0,"1"1"1424,0-1-430,-1 1-442,4 2 1,0 2-159,3 4 1,1 2-170,1 2 1,1 1 6,4 2 0,0-1-246,1 3 0,2-2-431,0 2 1,2 1-1362,-1-1 1806,1 1 0,12 4 0,4 0 0</inkml:trace>
  <inkml:trace contextRef="#ctx0" brushRef="#br0" timeOffset="2757">13 808 8051,'-2'-4'644,"0"0"0,-2 2 260,2-3-24,0 4 460,2-2-1108,0 9 0,0 0 164,3 5 0,-2 3-194,3-1 0,0 4-157,3 0 0,-3 2-121,0 3 0,1 1 109,1 2 0,1 1-245,-1 0 0,0-1 143,-2 1 0,1-1-369,-3-2 0,2-1 228,-2-2 1,1-6-64,-3-1 1,0-5-160,0 1 318,0-5 1,0-2 109,0-4 0,0-1-119,0-4 0,-3 0 110,1-1 0,0 0-96,2-3 1,0 0 145,0-2 1,0 3-55,0-1 0,0 0 31,0-1 1,2 1-17,0 0 1,3 3 0,0-3 0,0 3 49,2 0 1,-1 0-70,1 2 1,0 2 197,1 2 0,0 2-111,3 0 0,0 0 31,1 2 0,-1 2-68,0 2 1,-1 3-47,0 0 0,2 2-181,-4 0 1,1 1-323,-3 1 1,-1-1-214,-1 1 1,-3 0 320,2 0 1,-3 0-256,0 0 0,0-1 667,0 1 0,0-3 0,3-6 0,1-5 0</inkml:trace>
  <inkml:trace contextRef="#ctx0" brushRef="#br0" timeOffset="3366">398 1084 8004,'0'-6'364,"-2"1"636,0 1-1083,0 0 0,5 0 124,1 2 1,2 2 153,0 0 1,3 0-113,2 0 0,1 0 12,1 2 1,2 2-113,0 2 1,2 1 117,-2-1 0,0 1-479,-2-1 1,-3 1 182,-2 2 0,-3-2-54,0 1 1,-4-1 52,1 0 0,-4-1 194,-2 1 0,-3-1-39,-1 1 0,0-3 154,-3 0 1,1 0-31,0 0 0,-2 0-64,4-2 1,-1-2 139,3 3 1,-1-3-43,1 0 0,-1 0 263,1 0-136,0 0-114,-1 0-50,4 0-239,0 0-245,3 0 361,6 0 0,-2 0-155,4 0 1,-1 0 21,0 0 1,1 0-1,1 0 1,0 0 119,-3 0 0,0 0-5,1 0 1,-1 2 115,1 0 0,-1 3-126,0-3 1,0 3 21,-2-1 1,2 0 1,-2 0 0,1 0 155,0 3 1,0 0-79,0 1 0,-2 0 118,-1 0 0,-2-1-36,0 0 1,0 1 31,0 1 0,-2-1-193,-3-1 1,-3-1-136,0 0 1,-4 1 174,2-1 0,-3 0 76,-2-2-67,1 2 0,-27-22 0,-4-3 0</inkml:trace>
  <inkml:trace contextRef="#ctx0" brushRef="#br0" timeOffset="3724">392 635 8347,'0'-6'2502,"0"2"-1554,0 1-697,0 9 0,0 0-235,0 5 1,-3 1-387,-1-1 1,-2 3 277,0 1 1,-1 2-1225,1-2 1,-3 3 1315,1-1 0,-6 10 0,0 3 0</inkml:trace>
  <inkml:trace contextRef="#ctx0" brushRef="#br0" timeOffset="4341">822 783 8002,'0'-7'0,"0"1"1049,0-1 0,-1 4-615,-1 1 0,-2 1-79,-2 1 1,-1 3-55,-2 1 0,-1 5 113,-3 1 0,1 3-73,-1 2 0,2 4-211,0 5 1,1 3 99,-3 1 1,4 3-262,2 1 1,4 0-21,3 3 1,3-4-110,4-3 1,3-1-234,4-6 0,4-2 189,3-1 1,-1-5-2426,1 0 2629,-1-3 0,8-15 0,2-3 0</inkml:trace>
  <inkml:trace contextRef="#ctx0" brushRef="#br0" timeOffset="5058">1040 879 8000,'-7'0'878,"4"0"-366,-3 0 204,5 0-696,7 0 0,1 0 76,6 0 1,0 0-131,-2 0 0,1 0 61,3 0 0,0 0-111,2 0 0,-2 0-55,2 0 1,-1 0 123,1 0 1,-1 0 1,-3 0 1,-3 0-113,-2 0 0,-1-2 282,0 0-15,-4 0 107,0 2 1,-3 0-76,-3 0 1,1 2 84,-4 3 0,1-2-70,-4 1 1,2 3-136,1 1 0,-1 1 42,-2-3 0,1 4-82,-2 0 1,-1 2-295,-2 1 1,0 0 149,0 0 0,1 0-122,-1 0 0,0 2 55,0 0 0,-2 0 233,0-3 0,2 0-2,3-1 0,2 1 498,-1-4-82,5 1-276,1-3 64,3 0 1,3-2 0,1-2 1,4 1-105,1-1 1,2 0 13,0-2 0,1 0-400,1 0 1,2 0 163,0 0 0,0 0 94,-3 0 1,1 0-651,0 0 1,0 0-879,0 0 0,0 0 1521,-1 0 0,15-3 0,4 0 0</inkml:trace>
  <inkml:trace contextRef="#ctx0" brushRef="#br0" timeOffset="5258">1373 1135 9804,'4'7'756,"1"-1"-480,-3 1 1,3 0 111,-1 1 1,0 2-113,0 3 0,0 1-294,0 1 0,2-2-428,-2 2 1,-1-1-578,2-1 1,-4-3 1022,1 1 0,2-9 0,-1 0 0</inkml:trace>
  <inkml:trace contextRef="#ctx0" brushRef="#br0" timeOffset="5728">1476 571 8666,'-6'0'959,"-1"0"1,3 1-605,0 1 0,-1 1-58,-1 4 0,-1 2 103,1 2 1,2 4-416,-1 2 1,2 2 112,-1 3 0,-1 0-110,3 4 0,-1-1 89,3-2 0,0 2-798,0-4 0,3-2-861,-1-2 0,2-3 298,-2-1 1284,3-3 0,19-18 0,7-3 0</inkml:trace>
  <inkml:trace contextRef="#ctx0" brushRef="#br0" timeOffset="6273">1630 629 8007,'-4'-7'1851,"1"1"-1197,3 0-469,3 2 1,1 1 28,2 3 0,1 0-83,-1 0 1,3 1 95,-1 1 1,1 1-356,0 1 1,-2 2 100,2-2 1,-2 2-275,-1 0 1,1 1 168,-1-1 0,0-2-159,-2 1 0,-1-1 77,-3 2 0,0-1-48,0-1 157,0 0 0,-1 2 4,-1-2 0,-2 0 139,-2-2 0,0-2-61,-1 3 0,1-3 64,-1 0 1,1 0-72,0 0 0,-1 0 4,1 0-164,-1 3-27,1-2 156,0 2-11,2-3 146,1 0-170,3 0 178,0 3 0,1-3-73,1 2 0,-1-1-43,4-1 1,-1 2-41,2 0 1,1 3-146,-1-3 0,1 2 7,-1-2 1,0 3 92,1 0 1,1 0-12,1 2 1,-1-1 24,-1 0 0,-1 2 81,-2 0 0,-1-1-100,0 2 1,-3-2 235,0-1 0,-3 1 18,-4-1 1,0 1 20,-1-1 1,0 0-542,-3-2 0,0 1 160,-1-3 0,1 0 230,0-2 0,-2-8 0,-4-3 0</inkml:trace>
  <inkml:trace contextRef="#ctx0" brushRef="#br0" timeOffset="6526">1771 565 8007,'6'-3'1657,"1"2"-1076,-1-1 1,3 4-167,2 2 0,1 4-220,1 1 0,0 4 61,0 0 0,0 2-288,-1 0 1,-2 1 95,-1 1 1,-3 1 175,-1-1 0,-3 0-222,-2 0 1,0-5-1672,-2 1 1,-2-5 1652,-2 1 0,-4-8 0,0-1 0</inkml:trace>
  <inkml:trace contextRef="#ctx0" brushRef="#br0" timeOffset="7368">2015 744 7939,'-4'-3'0,"1"2"0,3-3 0,0 2 0,3 0 1443,1 4 1,3 3-634,1 3 0,2 3-367,3 4 1,3 2-379,1 4 1,4 2 18,0 3 0,-3 2-165,-5 2 0,-4 2 126,-5 2 0,-4-4-339,-4 0 1,-7-6 129,-2-2 1,-2-5-53,0-2 1,2-4-162,-2-3 1,4-1-174,0-3 0,3-1-1966,-1-3 2516,2 0 0,15-20 0,4-5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01.749"/>
    </inkml:context>
    <inkml:brush xml:id="br0">
      <inkml:brushProperty name="width" value="0.08571" units="cm"/>
      <inkml:brushProperty name="height" value="0.08571" units="cm"/>
      <inkml:brushProperty name="color" value="#E71224"/>
    </inkml:brush>
  </inkml:definitions>
  <inkml:trace contextRef="#ctx0" brushRef="#br0">7 13 7348,'-3'-3'975,"0"3"166,3-3-1051,3 3 1,0 0 68,4 0 1,0 0-201,1 0 0,2 0 121,3 0 0,2 0-54,0 0 1,5 0 81,-1 0 0,5 0-11,2 0 0,3-2-71,5-1 0,0 1 49,2 2 1,-1 0-206,1 0 1,1 0 127,4 0 0,-4 0-143,1 0 0,2 0 112,3 0 0,0 0 41,1 0 1,-2 0-74,3 0 1,-3 0-152,1 0 0,1 0 189,-1 0 1,-2 0-23,-3 0 0,1 0-111,-3 0 1,-1 2 110,-1 1 0,-4-1-145,-2-2 1,-5 0 75,-4 0 1,-2 0-314,-2 0 1,-4 2-218,-1 0-3,-2 0 651,-1-2 0,-4 0 0,-3 0 0,-15-3 0,-5 0 0</inkml:trace>
  <inkml:trace contextRef="#ctx0" brushRef="#br0" timeOffset="442">244 109 7326,'9'0'562,"0"0"0,2 0-370,0 0 0,4-2-41,2 0 0,2 0 8,2 2 1,6 0-100,5 0 0,3-2 72,6 0 1,2-1-106,4 1 0,2 1 104,4-1 1,-3 1-162,-1 1 0,-3 1 78,-1 1 0,1-1-110,1 4 0,-5-3 72,1 2 1,-4-3-19,-2 2 0,0-1-70,-3 1 1,-3-1 102,-3-2 1,-4 2-305,-3 0 1,-2 0 80,-2-2 1,-2 0 114,-4 0-577,-5 3-232,-3-2 1,-6 2 891,-4-3 0,-2 0 0,-9 0 0,-2 0 0</inkml:trace>
  <inkml:trace contextRef="#ctx0" brushRef="#br0" timeOffset="850">777 167 8032,'-3'-4'223,"-1"-1"236,1 4 284,0-5-283,0 6 165,2-3 70,-1 3 0,4 5-452,3 1 0,0 5 29,2 0 0,-3 1-179,0 3 1,1 2 2,1 2 1,-2 3-23,1 2 0,-4 3 71,1 1 1,1-1-353,-1-1 1,0-1 158,-2-2 0,0-1-416,0-5 1,0-2-47,0-4 1,0-2-1037,0-3-946,-3-2 1362,3-1 1130,-3-3 0,11-15 0,3-2 0</inkml:trace>
  <inkml:trace contextRef="#ctx0" brushRef="#br0" timeOffset="1065">905 443 8723,'-4'0'657,"0"0"1,0 3-371,0 1 1,-2 2-165,2 0 0,-2 1 66,0-1 1,-1 2-180,1 1 0,-1 2-278,1 0 0,-3-2-390,1 0 1,-1 0-357,3 0 1,-1-3 206,1-2 807,0-2 0,-4-8 0,0-5 0</inkml:trace>
  <inkml:trace contextRef="#ctx0" brushRef="#br0" timeOffset="1223">693 488 8032,'-5'-7'0,"0"1"0,0 2 821,3-1 0,-1 4 345,1-1-724,2 1 0,-3 1-21,6 0 1,0 3-152,4 1 0,0 3-581,1 1 0,0-1 299,3 2 1,-3 1-2663,3 1 2674,-3-2 0,13 6 0,-1-2 0</inkml:trace>
  <inkml:trace contextRef="#ctx0" brushRef="#br0" timeOffset="2182">283 1059 7444,'0'-7'485,"0"1"1,0 2-182,0-1-262,0 1 1,1-2 106,1-1 0,-1 3-281,3 0 112,1-1 0,1 0-154,1 0 167,-1 0 1,0 4-323,1-1 69,-4 1 246,3 1 0,-4 3 11,2 1 1,-3 4-28,1 1 0,0 2 24,0 0 1,-1 1-15,1 1 0,-1-1 4,1 1 1,1 0-182,1 0 0,0 0 61,-2 0 0,0-3-8,2 1 0,-1-1 78,2 1 1,0-2 43,-3-3-36,3-2 1,-2 1 6,4-3 1,-1-1-64,1-3 1,-1-1-84,0-4 0,1 0 50,-1-1 0,1 1 147,-1-2 0,0-1 26,-2-1 0,2 0-26,-2 0 0,0-1 0,0 1 0,-3 1 0,1 0 0,1 2 0,-1-1 0,3 2 214,-3 1 141,0 2-318,-2-1 1,0 7-2,0 0 1,0 3 91,0 1 0,0 3-101,0 2 0,0-1-85,0 1 0,0 0 47,0 1 0,0 1-4,0 0 0,1-2 5,1-1 1,-1-2-16,4 1 0,1-3 147,3-2 0,1 1-80,-1-2 1,2-2 290,0-3 0,0-4-99,0-2 0,0-6 3,-2 1 0,-1-2-52,-1 0 0,-1 1-124,-2-3 1,-1 2 13,-3-2 0,0 2-152,0-2 1,-2 0-740,-1 0 0,-1 2 816,2 2 0,-12 0 0,0 0 0</inkml:trace>
  <inkml:trace contextRef="#ctx0" brushRef="#br0" timeOffset="2718">713 1116 9096,'-4'3'604,"1"1"-376,3 2 0,0 1 50,0-1 1,0 3-126,0 2 1,0 1-110,0 1 1,0 0-290,0 0 1,0-1 207,0 1 0,0 0-659,0 0 1,0-2 372,0-1 0,0-2-1353,0 1 884,0-2 792,0-1 0,0 1 0</inkml:trace>
  <inkml:trace contextRef="#ctx0" brushRef="#br0" timeOffset="3074">815 1104 8471,'0'3'1125,"0"3"1,0-2-728,0 5 0,0-2-48,0 4 0,0 0-223,0 2 1,0-1 83,0 1 0,2 2 26,1 0 1,1 2-623,-2-2 0,1 0-431,-1-5 1,-1 2-603,1-4 1,-1 1 1417,-1-3 0,-6-8 0,-1-2 0</inkml:trace>
  <inkml:trace contextRef="#ctx0" brushRef="#br0" timeOffset="3641">969 680 7573,'-3'-3'576,"-1"0"1,1 3-102,-2 0 0,1 3-42,-2 1 0,-1 4-170,1 3 0,-1 1-267,1 1 0,0 1 112,-1 1 1,1 1-397,-1 3 0,4 3 224,1-1 1,-1 1-235,1-1 0,0-1 150,4 2 0,0-5-735,2-2 1,1-2 882,4-3 0,12-6 0,6-5 0</inkml:trace>
  <inkml:trace contextRef="#ctx0" brushRef="#br0" timeOffset="4183">1085 706 7840,'6'-7'-116,"-2"4"197,1 1 0,0-1-13,3 1 1,-1 0 90,2 2 0,0 0 39,0 0 0,-1 2-250,-1 3 1,1 0 82,1 2 1,-1-1-138,-1 1 1,-3-1 87,0 0 1,-2 1-111,0-1 0,-1 1 33,-1-1 1,-1 0-17,-1-2 0,-2 2 80,-2-2 1,-1 0-30,-2 0 1,2-2 61,-2 2 0,0-2-26,1 0 1,-1 1 76,3-1-76,-1 0 205,1-2-172,-1 0 180,4 0-86,0 0 160,3 0-148,0-3 0,1 2-61,1-1 0,-1-1-102,3 1 1,1 0 110,1 2 0,1-2-187,-1 0 1,0 0 97,1 2 1,-1 0 30,1 0 0,1 1-5,1 1 1,0 1-34,0 1 1,-2 1-220,1 0 0,-1 3 46,0 0 0,-1 1 467,-2 0 1,-1-1-85,-1 3 0,-1-3 70,1 3 1,-4-3-51,-2 0 0,-2-1-220,-3 0 1,0-1-162,-2 1 1,-1-3-318,1 0 0,-1-3 237,-1 2 1,3-3-422,-1 0 684,3 0 0,2-11 0,3-3 0</inkml:trace>
  <inkml:trace contextRef="#ctx0" brushRef="#br0" timeOffset="4475">1277 642 7840,'7'-2'-284,"-1"-1"1,0 1 975,1 2 1,-1 0-203,1 0 1,1 3-101,1 1 0,2 4-103,0 1 0,-1 2-77,0 0 1,0 2-90,1 2 1,1-1 67,-4 3 1,0 0-191,-4 2 0,1 0 92,-3-2 1,0-1-165,-4-1 0,0-2-369,-2 0 0,0-3-404,-3-4 0,1 1-1203,-1-1 2049,1-2 0,-3-10 0,-1-5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07.816"/>
    </inkml:context>
    <inkml:brush xml:id="br0">
      <inkml:brushProperty name="width" value="0.08571" units="cm"/>
      <inkml:brushProperty name="height" value="0.08571" units="cm"/>
      <inkml:brushProperty name="color" value="#E71224"/>
    </inkml:brush>
  </inkml:definitions>
  <inkml:trace contextRef="#ctx0" brushRef="#br0">1 26 9064,'3'-3'183,"3"2"1,-2-1-172,2 2 1,0 0 25,1 0 0,1 0-27,1 0 1,2 0 65,0 0 1,2 0-91,2 0 0,1 0 13,1 0 1,1 0-8,-1 0 1,4 0 54,0 0 1,1-1-15,-3-1 1,0 1 7,0-1 0,2 1-10,-2 1 0,2 0 0,-4 0 0,1 0 7,-1 0 0,3 0-78,-3 0 1,2 0 71,-4 0 1,3-2-48,-1 0 1,1 0 33,-1 2 0,2 0-85,-2 0 0,1 0 40,2 0 1,1 0 23,0 0 1,1 0 42,0 0 1,1 0-44,2 0 0,1-2 4,0 0 0,-3-1 0,1 3 0,-1 0 3,3 0 0,2 0-175,-1 0 1,1 0 104,-2 0 0,2 0-157,2 0 1,2 0 112,0 0 0,-2 0-72,0 0 0,-3 1 46,3 1 1,-3-1-129,1 1 1,-5 1 74,-4-1 1,-2 0 8,-5-2 0,-2 0 16,-1 0 32,-5 0-259,-1 0 140,-3 0 249,-6-3 0,-6 0 0,-8-4 0</inkml:trace>
  <inkml:trace contextRef="#ctx0" brushRef="#br0" timeOffset="675">110 116 7952,'-4'0'-898,"-1"0"716,1 0 487,-2 0 173,2 0-99,-2 0 334,6 0-644,8 0 0,0 0 73,7 0 1,1 0-122,-4 0 0,3 0 106,0 0 0,1 0 21,1 0 1,2 0-126,-2 0 1,1 0 95,2 0 1,1 0-123,0 0 0,1 0 98,0 0 0,-2 0-34,1 0 0,1-2 31,0 0 1,0-1-35,-1 3 1,-1 0 15,1 0 0,2 0-107,-2 0 1,1 0 93,-1 0 1,0 0-113,3 0 0,-1 0-11,3 0 0,-3 0-125,1 0 1,-1 0 99,3 0 0,2 0 63,0 0 1,-1 0-92,-1 0 0,0 0 59,-1 0 0,3 1 137,0 1 1,0 0-19,-3 2 1,2-2-87,1 2 0,-4-1-28,1 1 1,-4-3 46,-2 1 1,1 0-90,-3 0 1,-2-1 81,0 1 0,-2-2-61,-2 0 1,1 0-23,-1 0 0,-2 0-399,-1 0-540,0-2 354,-2 1-174,-2-2 853,-2 3 0,-33 0 0,-8 0 0</inkml:trace>
  <inkml:trace contextRef="#ctx0" brushRef="#br0" timeOffset="1170">668 212 7945,'0'-4'-77,"0"-1"0,0 3 180,0-2 0,0 2 376,0-2-37,0 2 139,0-3-97,0 4 852,0-2-992,0 9 0,2-2-10,0 5 0,1 0-48,-1 2 0,0 3-128,2 1 1,-2 4 62,2 0 1,-2 1-178,3 4 0,-4 0 54,1 4 1,-1-2-333,-1 2 1,0 0 98,0 0 0,-3-1-47,-1-3 1,-1-3-156,1-4 0,-1-4 140,2-4 1,1-2-907,2-1 740,0-2 0,0-2-1849,0-4 1200,0-2 1012,3-2 0,18-23 0,7-6 0</inkml:trace>
  <inkml:trace contextRef="#ctx0" brushRef="#br0" timeOffset="1351">796 469 7945,'-6'0'610,"-1"0"0,1 2-195,-1 3 0,1 0-116,0 2 1,-1 1 124,1 1 1,-1 0-293,1 0 0,0 0-240,-1 2 1,1 0-755,-1-2 0,1 1 556,0-1 0,1-1-261,1-1 1,0-1 186,-3 1 1,1-4 379,-1-1 0,1-9 0,0-4 0</inkml:trace>
  <inkml:trace contextRef="#ctx0" brushRef="#br0" timeOffset="1526">546 481 7945,'-3'-6'1953,"0"0"-1069,-1 2-238,1 1 1,4 6-250,1 1 1,2 4-142,2 1 1,3 2-25,-1 0 1,4 1-635,-2 1 0,2-3 248,-2 1 154,2 0 0,7 5 0,4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10.517"/>
    </inkml:context>
    <inkml:brush xml:id="br0">
      <inkml:brushProperty name="width" value="0.08571" units="cm"/>
      <inkml:brushProperty name="height" value="0.08571" units="cm"/>
      <inkml:brushProperty name="color" value="#E71224"/>
    </inkml:brush>
  </inkml:definitions>
  <inkml:trace contextRef="#ctx0" brushRef="#br0">19 203 7904,'-4'0'156,"0"-1"946,2-1-879,-1 1 1,3-2-17,-2 3 0,1 1 133,-1 1 1,1 2-68,1 2 1,0 4 123,0 0 1,2 3-125,0 2 0,1 4-125,-1 2 1,1 4-33,1 1 0,1 0-186,-2 4 0,1-2-292,-2 2 1,0-3 277,-2 0 0,0-3-137,0-3 0,0-4 14,0-4 0,0-1-292,0-4 136,0-2 237,0-3 44,0-12 0,1 6-36,1-5 1,-1 1 53,4-1 0,-3 1 144,2-2 1,-2 0-132,3 0 1,-3-2 8,2 0 0,-2-1 41,2-1 1,-2 3 103,0-1 1,1 0-68,2-2 1,-2 3 160,2-1 0,-3 3 22,2 0 0,0-1-52,3 3 1,-2 0 49,0 4 0,0 2-67,0 0 1,3 3 18,0 3 1,1 3-35,-3 2 0,0 3-174,1 1 1,-1 2-390,1-2 1,-3 1 233,0-1 0,-2-1-532,0 1 1,1-1 346,-1-1 1,0 2-627,-2-5 0,0 0 1005,0-2 0,11-12 0,4-4 0</inkml:trace>
  <inkml:trace contextRef="#ctx0" brushRef="#br0" timeOffset="427">359 511 7904,'5'-1'0,"-1"-1"343,-3 1 1,5-2-5,-2 0 0,0 3-80,0-2 1,0 1-43,3 1 0,-1 0-151,1 0 1,0 1 108,1 1 1,-1-1-277,2 3 0,-2-1 11,-1 1 1,2-1 2,0 2 1,-3 0 19,2 0 1,-3-2 85,0 2 0,-1-1 90,-3 2 0,0-1-87,0-1 1,-1 0-60,-1 2 1,-1 3 69,-4 0 1,0-1 30,-2-1 1,2 0 30,-4 1 1,1-1 99,-1 2 0,0-2-2,2-1 1,1-1-75,1-1 1,1 0 176,0 3 0,-1-4 201,1-1-227,2 2 85,1 0-410,3 2 1,3-2-146,1 0 1,5-2-209,2 0 1,1-1-170,1-1 1,-1 0 272,1 0 1,0 0-1014,0 0 0,0 0 1317,0 0 0,8-6 0,2-1 0</inkml:trace>
  <inkml:trace contextRef="#ctx0" brushRef="#br0" timeOffset="843">455 132 7899,'0'-4'466,"0"0"1,0 2 1062,0-3-516,0 4-558,0-2 0,0 8-164,0 1 0,0 4-213,-2-1 1,0 3 87,-2 1 0,2 0-634,-2 2 0,-1-1-266,-1 1 0,-1-1-1705,1 3 2439,0-2 0,-7 6 0,0-1 0</inkml:trace>
  <inkml:trace contextRef="#ctx0" brushRef="#br0" timeOffset="1305">763 132 7913,'0'-6'368,"0"-1"1,-2 2 0,-3 1 662,0 1 0,-3 6-312,0 4 1,-2 2-195,-3 4 0,0 2-13,0 3 0,1 2-93,2 2 1,-2 4-164,4 0 1,2 4-371,4-1 1,2 5 159,2 0 0,2 2-650,5-4 0,1-1 385,3-6 1,0-1-1540,2-2 1,-1-2 756,3-7 0,-2-3 1001,0-5 0,24-25 0,6-9 0</inkml:trace>
  <inkml:trace contextRef="#ctx0" brushRef="#br0" timeOffset="1813">911 261 7913,'-4'-3'695,"1"2"0,3-3-438,0 2 0,1 2-129,1-3 0,2 3 103,2 0 1,3 0-148,-1 0 1,5 0 102,-1 0 1,2-2-245,3 0 1,-1-1 91,1 3 0,1 0-216,-3 0 1,0 0 107,-2 0 1,-3 0 55,-1 0 1,-2 0-108,-1 0 179,-2 0 150,-1 3 0,-6 1-93,-2 2 0,-2 1 120,-2 2 0,-2-1-93,3 2 0,-4 1-128,2 2 1,-2 0-8,-1 0 0,0-1-181,0 1 1,2 0-2,1 0 1,0 0 79,-1 0 1,0-1 49,5-2 0,-1 0-68,5-4 120,-3 3-12,4-2 1,1 1 87,4-4 0,4-3-149,1 1 0,1-1 67,-1-1 0,2 0-365,0 0 0,1 0 153,1 0 0,0 0-249,0 0 0,-1 0 135,1 0 0,2 0 328,0 0 0,17-3 0,2 0 0</inkml:trace>
  <inkml:trace contextRef="#ctx0" brushRef="#br0" timeOffset="2027">1257 485 7913,'0'4'1888,"0"-1"-1781,0-1 0,1 1 138,1 1 0,-1 4 37,1-1 0,1 3-124,-1 1 0,0 4 73,-2 2 1,2 2-421,0 0 1,0 0 184,-2 0 1,0 0-824,0-2 0,0-1 102,0-3-450,0-1 1175,0-2 0,-2-15 0,-2-6 0</inkml:trace>
  <inkml:trace contextRef="#ctx0" brushRef="#br0" timeOffset="2513">1321 17 7924,'0'-4'470,"0"-1"0,0 1 450,-2 0 0,-2 4-490,-2 5 1,-1 3-71,1 3 0,-1 1-239,1 1 1,-1 3 97,1 1 0,3 2-409,0 2 0,3 0 211,0 3 0,0-4-961,0 2 1,3-3 57,4-2 0,0-1-1219,3-4 2101,-2-2 0,10-9 0,-1-5 0</inkml:trace>
  <inkml:trace contextRef="#ctx0" brushRef="#br0" timeOffset="2905">1456 87 7924,'0'-6'0,"1"2"-404,1-1 295,2 4 0,3-2 133,1 3 1,-1 0 365,2 0 0,0 2-100,0 0 0,-1 3-142,-1 0 1,1-2-18,1 2 1,-1-1-186,-4 2 0,-1 1 186,0-1-170,-3 0 1,2 1 85,-4-1 0,-1 0-109,-4-2 1,1 1 189,-1-3 0,0 3-90,-1 0 0,1-2 116,-2 2 1,0-3-107,0 2 0,1 0 11,1 0 1,2 1 22,0 0 0,0-2-150,3 2 7,0-1 1,3 2-192,1-2 1,2 1-35,5-3 0,-1 2-198,2-2 1,1 1-291,2-3 0,-2 0 773,-1 0 0,1 0 0,25-12 0,5-2 0</inkml:trace>
  <inkml:trace contextRef="#ctx0" brushRef="#br0" timeOffset="3144">1623 36 7924,'-1'-3'772,"-1"0"53,1 3-546,-2-3 1,6 2 56,2-1 0,2 4-65,2 2 1,2 2-233,0 1 0,1 2 63,1 1 1,-1 3-822,-1-1 1,-2 1 441,-3 0 0,-2 2-1699,-2 0 1976,-1 0 0,-24 9 0,-5 3 0</inkml:trace>
  <inkml:trace contextRef="#ctx0" brushRef="#br0" timeOffset="3681">1841 196 7926,'-1'-5'439,"0"0"0,-1 1 0,3 1 621,3 2 0,1 1-718,2 2 1,2 2 11,2 5 0,3 2-135,1 4 1,3 4-174,-1 4 0,-1 3 143,1 2 1,-3 1-582,-1 3 1,-6-3 50,-5-1 0,-5-2-169,-3 0 0,-4-6 170,-2-3 1,-3-5 115,3-4 0,-3-1-92,5 0 1,0-4-307,-1-1-895,3 2 1517,-1-3 0,8-7 0,2-5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19.928"/>
    </inkml:context>
    <inkml:brush xml:id="br0">
      <inkml:brushProperty name="width" value="0.08571" units="cm"/>
      <inkml:brushProperty name="height" value="0.08571" units="cm"/>
      <inkml:brushProperty name="color" value="#E71224"/>
    </inkml:brush>
  </inkml:definitions>
  <inkml:trace contextRef="#ctx0" brushRef="#br0">32 27 8337,'-8'-3'0,"2"1"0,0 1-109,1 0 0,1 1 80,2-3-10,1 3 0,4-3 132,1 3 1,5 0 186,2 0 0,3 0 91,4 0 0,1-2-102,2 0 1,3-1-24,4 3 1,1-2-43,6 0 0,2 0-16,4 2 1,5 0 24,-1 0 1,6 0-108,0 0 0,3 0 77,-2 0 0,-2 1-42,-6 1 0,-1-1-341,0 1 0,-2 1 127,0-1 0,-3 0-148,-6-2 1,-2 2 91,0 0 0,-4 0-273,0-2 0,-1 0 140,-4 0 0,0 0-258,-4 0 0,-2 0-262,-5 0-73,0 0-341,-7 0 1196,0 0 0,-34-5 0,-8-3 0</inkml:trace>
  <inkml:trace contextRef="#ctx0" brushRef="#br0" timeOffset="539">58 110 8016,'-7'0'-960,"1"0"1041,2 0 0,2 0-71,4 0 1,5 0 233,4 0 0,4 0 16,5 0 1,2 0 153,3 0 0,4-2-141,4 0 1,4 0 133,3 2 0,6 0-271,-1 0 0,2 0 76,0 0 0,-1 0-88,3 0 1,0 0 50,0 0 0,-1 0-297,-1 0 0,1 2 66,1 0 0,3 0-162,-5-2 0,-2 0-12,-6 0 1,-4 2 5,-3 0 0,-4 1-1027,-7-1 594,-5-1-140,-10 2 0,-4-3 797,-7 0 0,1 0 0,-20 0 0,0 0 0</inkml:trace>
  <inkml:trace contextRef="#ctx0" brushRef="#br0" timeOffset="880">648 123 7762,'0'-4'1111,"0"1"1,0 4-847,0 1 1,1 2 146,1 2 1,-1 4-132,4 0 1,-3 2-115,2 1 0,-3 1 90,2 1 0,-1 1-316,0 3 1,1 1-122,-3-1 1,0 0-188,0 0 0,0 0 296,0-2 0,0-1 26,0-4 1,-3-2-1062,1-1 1,0-2-206,2-1 658,0-2 653,0-1 0,12-17 0,2-4 0</inkml:trace>
  <inkml:trace contextRef="#ctx0" brushRef="#br0" timeOffset="1088">821 309 7995,'-4'0'705,"0"0"0,1 0-404,-1 0 1,2 1-76,-2 1 0,0-1 16,0 3 1,-2 1 11,2 4 0,-2-2-382,0 2 0,-1 0-183,1-1 1,-3 2-225,1-2 1,-1-1-443,3 2 0,0-2 487,-1-1 1,0 1 489,-2-1 0,2-8 0,-2-2 0</inkml:trace>
  <inkml:trace contextRef="#ctx0" brushRef="#br0" timeOffset="1263">539 341 7995,'-4'-3'223,"-1"-1"1,2 0 607,-1 0 598,-2 3-960,5-2 0,-1 5-115,4 0 1,2 5-354,2 0 1,3 1 81,-1 1 0,4-2-360,-2 4 0,2-1 177,1 1 100,0-2 0,8 0 0,3 1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22.462"/>
    </inkml:context>
    <inkml:brush xml:id="br0">
      <inkml:brushProperty name="width" value="0.08571" units="cm"/>
      <inkml:brushProperty name="height" value="0.08571" units="cm"/>
      <inkml:brushProperty name="color" value="#E71224"/>
    </inkml:brush>
  </inkml:definitions>
  <inkml:trace contextRef="#ctx0" brushRef="#br0">199 59 7863,'-4'-7'-235,"0"1"1,2-1 93,-3 1 1,3 0 450,-2 2 1,0-2 12,-3 2 1,1 1 50,-1-2 1,0 4-166,-1-1 1,0 1 10,-3 1 0,0 0-151,-1 0 0,-1 3 106,0 1 1,0 2-233,0 0 0,3 1 96,-1 2 1,3-1-44,0 2 0,3-2-57,3 1 1,1 0-142,1 0 1,1-1-26,1-1 1,2-2-142,2 0 0,4 0-54,0-3 1,4 0 115,1-2 0,0-1 32,-2-1 1,0 1 77,0-4 0,0 1 84,0-2 1,-1-1-34,1 1 0,-2-1 243,0 1 0,-3 0 59,3-1 1,-4 1 174,-1-1 0,1 3 729,-3 0-510,-1 2 213,0-3-121,-3 4 0,-3 3-424,-1 4 0,1 4 5,1-1 1,1 2-72,1 0 0,0 1-144,0 1 1,1 1-32,1 0 1,-1 3 42,4 2 0,-4 0-179,1 1 0,1 0 75,-1 1 0,0-3-70,-2 1 1,0-4 57,0 0 1,0-2 91,0 0 0,0-3 140,0-1 272,0-2 145,-3-3-185,3-2-75,-3-2 0,3-2-31,3-3 1,-2 0-173,3-2 1,1 1 37,4-1 0,-2-1-2,2-1 1,0 0 17,-1 0 1,4 2-342,-2-1 0,0 1-154,1 0 0,-1 1-283,1-1 0,0 2-665,-2 0 0,1 0 579,-1 3 1,0 0 718,-3 2 0,-2 3 0,-2 1 0</inkml:trace>
  <inkml:trace contextRef="#ctx0" brushRef="#br0" timeOffset="2410">494 315 7450,'0'4'757,"0"-1"1454,0-3-1528,0 3-203,0-3-162,0 6-1,0-5-69,0 4 0,0-1 58,0 2 1,0 3-94,0-1 0,0 4-160,0-1 1,0 1-37,0 0 1,0 1-207,0 0 1,2-1-174,1-1 0,-1 0 214,-2-2 1,2-1-2537,0-1 1413,3-4 1271,-1 0 0,13-28 0,4-7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25.802"/>
    </inkml:context>
    <inkml:brush xml:id="br0">
      <inkml:brushProperty name="width" value="0.08571" units="cm"/>
      <inkml:brushProperty name="height" value="0.08571" units="cm"/>
      <inkml:brushProperty name="color" value="#E71224"/>
    </inkml:brush>
  </inkml:definitions>
  <inkml:trace contextRef="#ctx0" brushRef="#br0">39 32 10157,'-7'2'518,"1"1"1,2 4-280,-1-1 0,2 5-31,-1 0 1,-1 1-285,3 0 1,-1 4 118,3 1 0,0 0 166,0 0 0,1-1-1809,1 1 0,3 1 783,3-3 1,0-1 141,3-3 0,-1 0 675,0-5 0,2-1 0,18-16 0,8-4 0</inkml:trace>
  <inkml:trace contextRef="#ctx0" brushRef="#br0" timeOffset="225">218 109 7821,'-3'-3'1296,"0"0"-1107,3 3 1,1 5-167,1 1 1,1 3-203,4-1 0,-1 0 134,1 3 0,-1-1-661,1 1 1,-1 0 400,0-2 1,1 1 304,-1-1 0,3-1 0,1-1 0</inkml:trace>
  <inkml:trace contextRef="#ctx0" brushRef="#br0" timeOffset="501">334 7 7828,'3'-3'875,"3"2"-498,-2-1 1,4 1 14,1 1 0,5 4-113,1 2 0,1 2-264,1 5 0,0-1 143,2 5 0,0-1-108,-2 3 1,-3-1-237,-5 3 1,-2-1-284,-4-3 0,-2 0-622,-3-2 1,-2 0 96,-2-5 994,0-3 0,-7-7 0,0-4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27.453"/>
    </inkml:context>
    <inkml:brush xml:id="br0">
      <inkml:brushProperty name="width" value="0.08571" units="cm"/>
      <inkml:brushProperty name="height" value="0.08571" units="cm"/>
      <inkml:brushProperty name="color" value="#E71224"/>
    </inkml:brush>
  </inkml:definitions>
  <inkml:trace contextRef="#ctx0" brushRef="#br0">0 26 7828,'0'-4'-278,"0"0"358,0 2 0,0-1 103,0 1-289,0 1 397,0-2 1,0 0 152,0 2 43,0-1 1,2 2-229,1 2 0,-1 2-1,-2 2 0,2 1-97,0-1 0,3 1-178,-1 2 0,0-1-509,0 2 1,1 0 335,4 1 0,-2 1-1672,1-4 1862,-1 1 0,11-3 0,3 0 0</inkml:trace>
  <inkml:trace contextRef="#ctx0" brushRef="#br0" timeOffset="833">58 33 7821,'0'-5'-120,"0"1"0,0 2 244,0-2-158,0 2-90,0-3 192,0 4 1,-1-4-254,-1 3 238,1 0-109,-4 2 69,4 0 1,-2 0 9,0 0 122,3 0 1578,-3 0-1579,3 2 1,0 0-26,0 2 1,0 0-37,0 3 1,2-1-4,0 1 1,2-1-79,-2 0 1,3 3-38,-3 0 0,3 0 68,-1-1 0,0 0-357,0 0 0,-2 1 152,2 0 0,1-1-786,1-1 1,-2-3 957,1 0 0,2-8 0,3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42.389"/>
    </inkml:context>
    <inkml:brush xml:id="br0">
      <inkml:brushProperty name="width" value="0.08571" units="cm"/>
      <inkml:brushProperty name="height" value="0.08571" units="cm"/>
    </inkml:brush>
  </inkml:definitions>
  <inkml:trace contextRef="#ctx0" brushRef="#br0">250 87 8937,'2'-6'0,"0"0"0,0-1 1005,-2 1-793,-2-1 1,-2 2-77,-2 0 1,-3 0-89,0 3 0,-4 0-55,0 2 1,-3 0 41,1 0 1,-3 3-178,1 1 0,-2 2 80,0 0 1,0 1-111,0 2 1,3-2 58,3 2 0,3-2-65,4-1 1,0 1-17,2-1 0,2 1-44,4-1 0,2-2 120,5 0 1,0 1 13,4 1 0,0-2 118,0 1 1,3-1-116,1 2 0,1 3 49,-1 0 0,1 0-29,-1-1 1,3 0 81,1 3 1,-1 0-56,1 1 0,-1 1-10,-3 0 1,-2 0 50,-2 0 0,-1 0 112,-4 2 0,0-1 133,-6 1 0,-1-1-74,-3 1 1,-3-4 240,-4 2 1,-2-2-128,0 0 0,-2-2 243,-2-3 1,2 0-154,-2-2 1,-1-1-177,1-3 1,-2 0-186,2 0 0,-2-1-325,2-1 1,1-1-527,3-4 0,1 0 444,1-1 1,5 0-1232,0-3 1637,5 0 0,26-21 0,8-6 0</inkml:trace>
  <inkml:trace contextRef="#ctx0" brushRef="#br0" timeOffset="180">430 261 7737,'4'2'1087,"0"0"1,-2 3-652,3-1 1,-3 3-141,2 1 1,0 0 20,3 3 0,-2-1-104,0 3 0,0-1-13,-3-1 0,1 1-46,-1-1 1,-2-2-983,3 0 1,-3-2-978,-3-1 1805,0-2 0,-6-24 0,-1-9 0</inkml:trace>
  <inkml:trace contextRef="#ctx0" brushRef="#br0" timeOffset="297">481 120 7737,'-7'-10'0,"1"-2"539,0 4 1,2-1-158,2 3 0,1 1-1103,1 1 0,3 3 721,1-2 0,13 8 0,4 3 0</inkml:trace>
  <inkml:trace contextRef="#ctx0" brushRef="#br0" timeOffset="1081">609 267 7737,'-3'-1'1009,"0"-1"0,3 1-305,0-4-169,0 4 0,0 6-314,3 6 0,-2 0-75,3 0 1,-2 0-38,3 1 1,-2 0-156,2-1 1,-2 1-324,-1-1 0,0-1 284,2 1 1,-3-3-250,2 3 1,-3-5 161,0 0 0,0-3-205,0 1 210,3-2 0,-2 0-105,1-4 1,-1-3 142,-1-3 1,0 0 6,0-3 0,0 0 128,0-1 0,0 1-114,0 0 0,0 1 184,0-3 0,2 0-103,0 0 0,2 2 60,-2 1 1,3 0-48,0-1 0,0 2 19,2 2 0,-1 2 20,1 0 1,0 3-22,1 2 0,-1 0 48,2 0 1,0 3-63,0 4 1,-1 1 180,-1 3 0,-1 2-60,1-1 1,-1 1 17,0 2 1,0-1-45,-2-1 0,-1-1-118,-3 1 0,2-2 71,0 0 0,1-1-12,-3 0 1,0-3-28,0-2 42,-3-1 1,1 0-289,-2-2 197,3-2 0,-2 0-326,3-2 0,0-2 150,0-2 1,0-1 113,0 1 0,0-4-164,0 0 0,0 0 80,0-1 1,0 1 332,3-1 0,-3-1-128,2 2 1,1-2 360,-1 2 1,3-2-166,-3 4 1,3-1 169,-1 3 1,1-1-104,-1 1 1,3 2 17,-1 2 1,1 1-98,1 1 1,-1 1-16,0 1 0,1 2-105,1 2 0,0 1 81,0 2 1,-2 1-203,1 3 0,-1-3 49,0 1 1,-1 0-628,1 2 1,-1-1-97,1-2 0,-3 2-388,0-4 1,0 1 370,3-3 739,-1 1 0,15-18 0,3-4 0</inkml:trace>
  <inkml:trace contextRef="#ctx0" brushRef="#br0" timeOffset="1272">1058 273 7737,'0'-6'342,"0"0"1,2 1 313,0 1-230,1 3-102,-1-2 1,1 6 197,2 1 1,-2 2-227,-1 0 0,0 3-96,2 2 0,-3-1-100,2 1 0,-1-1 75,1 3 1,-1 0-656,0 0 0,-1-2 295,1-1 0,-1-1-1285,-1 1 1,1-4 105,1 1 1364,-1-5 0,1-14 0,-2-6 0</inkml:trace>
  <inkml:trace contextRef="#ctx0" brushRef="#br0" timeOffset="1423">1020 62 7737,'-7'-10'0,"2"1"1063,0 2-231,2 1-2464,3 2 1632,0 1 0,15 12 0,3 2 0</inkml:trace>
  <inkml:trace contextRef="#ctx0" brushRef="#br0" timeOffset="1766">1225 62 7737,'-3'-7'-32,"0"-1"0,-2 0 2029,1 2-798,3 0-528,-2 5 0,3 2-263,0 5 0,0 1 114,0 4 1,2 3-150,0 3 1,3 1-56,-1 2 0,2 2-268,0 1 0,1 3-204,2 2 0,-2-2-1304,2 2 1,-1-3 795,0-1 0,-3 0-2164,1-2 2826,-3-4 0,2-8 0,-1-4 0</inkml:trace>
  <inkml:trace contextRef="#ctx0" brushRef="#br0" timeOffset="2201">1514 229 7737,'-3'-10'69,"1"2"-69,-2-2 873,0 2 1,-3 1-348,1 3 0,-1 2-44,1 0 1,-2 4-150,-1 2 0,0 2-198,3 0 1,0 4-34,-1 0 1,1 3-209,2-1 0,1 1-26,3 0 1,0 2 190,0 0 0,0 0-665,0-2 0,3-3 263,1 1 0,2-1-372,1 1 1,-1-3 268,0-3 0,1-3 64,-1-2 1,1 0 137,2 0 0,-2-2 143,2-3 1,0-1-17,-1-3 1,1 2-110,-3-4 1,1 0 373,-1-2 0,-2 1-115,1-1 0,-4-1 509,1-1 1,1 2-283,-1-2 0,0 1 713,-4 1 1,0 3-228,-2-1 0,2 4-83,-3 0 1,3 2-163,-2 3-536,3-1 0,-2 7 150,3 2 0,0 4-4,0 2 1,1 2-268,1 1 1,1-1 158,4 3 1,-1-2-822,0 0 0,1 0 363,-1 0 1,3 0-830,-1-2 0,1-3 493,-3-1 1,1-3 790,-1-2 0,6-12 0,2-7 0</inkml:trace>
  <inkml:trace contextRef="#ctx0" brushRef="#br0" timeOffset="2516">1680 203 7737,'0'-7'0,"0"1"0,0 0 1076,0 2-671,0 1 0,1 3-79,1 0 1,0 4-217,2 2 0,-1 1 68,2 4 1,0 0-330,0 2 0,0 0 168,-1 2 1,2-1-182,-2 3 1,0-2 54,0 0 1,-3-2-356,1 0 0,-1 0 168,-1 0 0,0-3-272,0-2 875,0-4 1,-1-1-188,-1-3 1,1-3 546,-1-1 1,2-7-330,0-1 1,0-5 158,0 2 1,0-2-114,0 2 0,2-3 124,3 1 1,-1-1-371,2-1 0,0 2-385,5 2 1,-3 2-1101,3 0 0,2 3 735,2 1 0,0 5 612,-2 2 0,2 18 0,2 6 0</inkml:trace>
  <inkml:trace contextRef="#ctx0" brushRef="#br0" timeOffset="2866">1937 23 7737,'-2'-6'0,"0"-1"2420,0 1-1661,1 2 1,1 5-244,0 6 1,1 3 55,1 5 0,1 1-209,1 3 0,2 1-404,-2 2 1,2-2 81,1 4 1,-1-1-1305,0 3 1,1-1 787,-1-2 0,-2 0-1269,1-1 1,-4-6 356,1-1 1387,-1-4 0,13-14 0,4-1 0</inkml:trace>
  <inkml:trace contextRef="#ctx0" brushRef="#br0" timeOffset="3326">2110 177 7737,'-3'-10'-186,"3"1"186,-3 3 1275,0 2-819,2 1 0,-2 6-60,3 1 0,0 3-185,0 1 1,0 0-88,0 3 0,0-1-98,0 0 1,0 3 115,0-3 1,2 0-497,1 1 1,2-3 221,-1 3 1,-1-3-315,2 1 1,-2-2 190,1-1 0,2 0-130,-2-2 0,2 1 135,1-3 0,-1 0 78,0-2 0,1 0 52,-1-3 0,1 0-28,-1-3 0,0-1 258,1 1 0,-1-3-53,-2 1 1,1-3 195,-3 2 1,2-1-116,-2 1 1,1-2 300,-1 3 1,-1-3-90,1 3 1,0-1 57,0 3 0,-1-1-187,1 1-49,1-1 1,-1 4-116,2 1 1,-2 1 75,2 1 1,0 1-251,0 1 1,2 4 70,-2 5 0,1 1-49,-1 1 1,2 2 136,-2 0 1,0 3 10,0-1 0,-2 3 92,0 2 0,1-1-62,-1-2 0,0 3 96,-2-1 0,-1 3-52,-1-3 1,-4-2 218,-2-4 0,-4-3-32,2-1 0,-2-2-143,-1-5 0,-2-1-801,0-3 0,-3-1-1110,1-1 1,1-2-286,1-5 2025,5 2 0,9-22 0,5-3 0</inkml:trace>
  <inkml:trace contextRef="#ctx0" brushRef="#br0" timeOffset="3733">2598 427 7946,'-3'7'0,"-1"-1"0,0 1 0,0 0 704,1 1 0,-1 2 101,2 3 0,-1 0-860,1 0 1,1 0 47,-1-1 0,-1 1-2629,1 0 2636,-3-3 0,2-1 0,-4-2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49.306"/>
    </inkml:context>
    <inkml:brush xml:id="br0">
      <inkml:brushProperty name="width" value="0.08571" units="cm"/>
      <inkml:brushProperty name="height" value="0.08571" units="cm"/>
    </inkml:brush>
  </inkml:definitions>
  <inkml:trace contextRef="#ctx0" brushRef="#br0">167 58 7848,'0'-6'0,"-2"-2"0,-1 1 0,1-2 428,-1 1 1,-2 3-137,0 1 1,-2 2-89,-2-2 1,0 2 39,0 0 0,-1 2-37,-3 2 1,1 2-1,-1 2 1,2 3 17,0 2 1,3 3-22,-3 1 1,3 5-188,0-1 1,3 4 62,3-1 0,2 1-580,0-1 0,5 1-129,4-2 0,3 1 364,3-3 0,4-5-789,5-1 0,1-4 13,3-1 1041,-4-3 0,26-25 0,2-9 0</inkml:trace>
  <inkml:trace contextRef="#ctx0" brushRef="#br0" timeOffset="384">424 64 7666,'-6'-6'198,"2"0"1,-4 0 356,2 2 0,-3-1-175,1 2 1,0 2-138,-3 3 1,3 2-67,-3 5 0,1 1 16,-1 3 1,0 0-10,2-1 0,1 2 33,4 1 1,-1-1-269,3 3 0,0-2-119,2 0 1,1-2-200,1 0 1,3 0-226,4 0 1,0-4 312,0-3 0,-2 0 10,1-4 0,2 0 38,-2-2 1,1-3-14,-3-1 1,3-4-2,-1 0 1,2-4 109,-2 2 0,-3-2 48,2-1 0,-3 0 161,0 0 1,1 0 291,-3 0 0,0 1-220,-2-1 0,0 2 177,0 0 1,0 3 17,0 0-176,3 1 1,-1 3-40,2 2 1,-3 4 54,1 3 1,2 2-144,0 2 1,0 4-206,0 0 1,0 4-322,0-2 1,2 0 262,-2 0 1,0-1-496,0 1 1,0-2 418,3-3 1,-2 2 302,-1-4 0,14-8 0,-1-4 0</inkml:trace>
  <inkml:trace contextRef="#ctx0" brushRef="#br0" timeOffset="821">584 84 7666,'0'-7'19,"-3"-2"1,3 4 1354,-2-1-421,1 3 74,1 1-682,0 7 1,3 0-110,1 6 1,2-2-32,0 1 1,0 1-54,-2 2 0,2-1 53,-2-1 1,2 1-1,0 1 1,1-2-13,-1 2 0,-2-2 12,1 2 1,-3-1-1228,2-1 1,-3 0 424,2-2 1,-3-1 259,0-1 0,0-2-94,-3 0 226,3-3 59,-6-2 0,5 0-56,-1-2 1,-1-2 14,1-2 0,0-4 53,2 0 0,0 0 48,0-1 0,0 0-42,0-1 0,0-1 179,0 0 0,0 0-53,0 0 1,1-2 275,1 0 1,-1 0-143,4 2 1,1 1 6,3-1 0,2 3-114,0 1 0,1 2 31,1 1 0,-1 0-68,1 2 0,0 2 60,0 4 0,-1 3 253,-1 4 1,0 5-105,-2-2 0,-1 5-14,-1 1 0,-1 0-51,0 1 1,1 0-168,-1-2 0,-2 1 121,-2-3 1,1-1-819,-1-3 1,1-1-1595,-1-3 2326,-1 1 0,-1-19 0,-4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48.239"/>
    </inkml:context>
    <inkml:brush xml:id="br0">
      <inkml:brushProperty name="width" value="0.08571" units="cm"/>
      <inkml:brushProperty name="height" value="0.08571" units="cm"/>
    </inkml:brush>
  </inkml:definitions>
  <inkml:trace contextRef="#ctx0" brushRef="#br0">26 85 7697,'-3'-4'0,"2"-2"261,-1 2 0,1 0 31,-2 0-1,3 3 67,-3-2 1,1 6-117,0 1 0,-1 2 37,1 3 0,1 1-59,-1 3 1,1 2-166,1 0 0,0 2 94,0 1 0,0-2-95,0 1 1,0 0-78,0 2 0,2-1-180,0-1 1,1-3-139,-1 1 1,1-2 187,1-3 1,2 0-102,-2-4 1,2-2 45,1-2 0,-1-2 34,0 0 0,1-2 69,-1-3 0,1-3-77,2-3 0,-2-1 96,2-1 0,-2-2-1,-1 0 1,1 0 120,-1 0 0,0-1-75,-2-1 0,1-1 140,-3 3 1,2-3-105,-2 1 1,1 1 142,-3 1 1,0 5-42,0 1 0,0 4 142,0 1-141,0 3 1,-3 8-19,1 5 0,-2 4-32,2-3 0,0 3-107,2 1 0,0 2 60,0 2 0,0-3-237,0 1 1,0-1 72,0 2 1,3-3 3,1 0 0,4-6 161,0 0 1,4-4 80,-2-3 1,0-2 562,1-4 0,0-5-329,2-6 1,-1-2 292,1-5 0,-2-2-192,0-1 1,-4 0-342,2-1 1,-4 4 83,-1-2 1,-2 0 47,0 1 0,-1 0-1141,-1 1 0,-1 4 98,-1 1 0,1 2-1258,-1 2 2092,1 2 0,-2 8 0,0 2 0</inkml:trace>
  <inkml:trace contextRef="#ctx0" brushRef="#br0" timeOffset="378">379 187 7697,'4'0'419,"0"0"0,-2 0-48,2 0 1,-1 0-140,1 0 1,0 0 103,3 0-140,-1 0 1,0 0-284,1 0 1,-1 0 129,1 0 0,-1-3-520,0-1 0,2-2 218,0 0 0,-1-1 16,-1-2 1,0 1 133,-1-2 1,-2-1 53,-1-2 0,-2 1 176,0 1 1,-2 0-94,-3 2 1,-3 1 355,0 1 0,-4 2-132,2 0 1,0 3 127,-1 2 1,3 0-85,0 2 1,-2 2 83,2 2 0,-1 4 0,3 0 1,2 3-117,-1 2 1,4 2 30,-1 2 1,1-1-54,1-1 0,0 2-71,0-2 1,3 1 25,1-1 0,5-1-357,1-3 1,3-1 171,2 1 1,0-3-1190,2-1 1,-2-5-30,2-2 1,-2-2-1640,2-2 2845,-6-2 0,1-19 0,-5-5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58.145"/>
    </inkml:context>
    <inkml:brush xml:id="br0">
      <inkml:brushProperty name="width" value="0.08571" units="cm"/>
      <inkml:brushProperty name="height" value="0.08571" units="cm"/>
    </inkml:brush>
  </inkml:definitions>
  <inkml:trace contextRef="#ctx0" brushRef="#br0">257 71 7659,'0'-4'100,"0"-1"0,-1 0 0,-3 0 1,-3-2-1,-2 1 0,-3-1 499,-2 1 0,-3 2-363,-2-1 1,-3 1 22,-2-2 1,0 2-36,1 2 0,1 1 159,2 1 1,5 0-91,2 0 0,6 3-282,4 1 1,3 5 95,0 2 1,5 4-106,4 2 0,2 3-189,2 2 1,3 3-227,1 0 0,2 3-104,0 2 0,-1-1 251,-1-4 1,-2 1-348,-4 0 1,1-1 191,-4 1 0,1 0 789,-3-1 1,-2-4-312,1-2 0,-4-4-757,1 0 1,-4-5 228,-2-3 0,-3-4 471,-1-3 0,1 0 0,-8-8 0,1-3 0</inkml:trace>
  <inkml:trace contextRef="#ctx0" brushRef="#br0" timeOffset="442">14 302 7659,'0'-11'0,"0"0"0,0 4 0,0-2 0,0 2 312,2 1 1,3 2-45,3 2 0,0 1-92,3 1 1,0 0-59,4 0 1,-1 0 51,4 0 0,-1 2-118,2 0 0,0 3 60,0 0 0,1 0-446,-1 2 1,-2-1 138,0 1 0,-3-1-192,1 0 0,-4-1 156,-2-1 1,-4-2 95,-1 2 1,-3-1 118,1 1 0,-1-2-204,-1 2 221,0 0 1,0 3-89,0-1 1,0 1 195,0-1 0,0-1 2,0 2 1,0-2-309,0 3 0,2-1 49,0 0 1,3 1-64,0 1 0,2-1 81,2-1 1,2-3 30,0 0 0,1-2 346,1 0 1,0-1-152,0-1 1,0-1 214,-1-1 1,1-2-164,0-2 0,-2-3 699,-1 1 0,-2-4-157,1 1 1,-4-1-4,-1 0 1,-3-1-423,-1 0 1,-5 0-62,-5 0 1,-2 3-660,-8-1 0,2 3 350,-6-1 1,3 3-429,-3 2 1,6 1 280,-1 3 1,5 1 251,3 4 0,31 27 0,12 13 0</inkml:trace>
  <inkml:trace contextRef="#ctx0" brushRef="#br0" timeOffset="836">610 321 7659,'0'-4'-566,"0"0"1,-1 2 2570,-1 0-1420,2 1 0,-3 2-188,3 1 0,3 4-25,1 2 0,2 4-121,3-2 0,-1 3-234,2 2 0,-1-1 141,2 1 0,-1-2-568,0 0 1,0-1 288,-4-1 0,0 0-320,-2-2 281,-1-1 0,-4-4 249,-1-2 1,-4-4-140,-2-2 0,-3-3 439,2-1 1,1-2 562,1-3 1,2 0-449,0 0 1,3 0 6,2 1 1,2-1-145,3 0 0,4 0-947,4 0 0,3 1 419,6 1 1,3 2-1196,2 3 1,3 0 282,-2 2 1,0-1 1072,-2 3 0,5 2 0,2 4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0:51.308"/>
    </inkml:context>
    <inkml:brush xml:id="br0">
      <inkml:brushProperty name="width" value="0.08571" units="cm"/>
      <inkml:brushProperty name="height" value="0.08571" units="cm"/>
    </inkml:brush>
  </inkml:definitions>
  <inkml:trace contextRef="#ctx0" brushRef="#br0">13 193 7231,'0'-6'-280,"0"1"1556,0 1-835,0 3 1,0-2-184,-3 3 0,3 3-164,-2 1 1,0 2 63,0 3 1,1-1-78,-1 5 0,1-1 120,1 5 1,1-2-314,1 3 0,0-1 110,2 2 0,0 0-84,3 0 0,0 0-166,1-2 0,0 1-141,0-3 0,0-1-15,0-3 1,0-1 165,0-3 1,0-2 28,1-5 1,-2 0 46,4 0 0,-3-6 122,0-2 1,2-2-109,-2 0 0,1-3 154,-3-2 1,-1-2-20,-1 2 0,-3-1 70,1 1 0,-1 1 54,-1-3 1,0 2-43,0 1 1,-2 2 83,0 1 1,0 4-34,2-2-71,-3 2-11,2 3 0,-2 2-114,3 4 1,0 2 45,0 2 0,0 1 22,0 2 0,0 0-9,0 2 0,0 1 6,0-1 0,2 2-2,1 2 1,1-2-1,-2 2 0,3-1-15,-1 1 1,2-1 21,0 1 1,1-2-32,2 0 1,-1-3 73,3-1-1,-1-4 101,3-1 1,0-3 366,0-1 1,0-4-203,-1-4 0,0-3 221,-1-4 0,-2-2-167,-2-2 0,-3 0-284,0 0 1,-2 0 115,0-1 0,-1-1-812,-1 0 0,-3-1 398,-1 3 1,-1 0 188,0 2 41,0 2 0,-2 10 0,-3 3 0</inkml:trace>
  <inkml:trace contextRef="#ctx0" brushRef="#br0" timeOffset="477">462 257 7702,'0'-6'1080,"0"-1"-42,0 1-622,0 2 1,2 5-2,1 5 1,2 2-217,-1 2 0,2 1-45,0 2 0,1 0-137,2-1 1,-2 1 69,1 0 1,-3 1-214,0 1 1,-2-2 95,1 2 1,-1-3-417,-3-2 1,0-2 11,0 1-232,0-2 142,0-1 372,-3-2 1,3-2-121,-2-4 1,1-3 64,1-3 1,0 0 175,0-3 0,0 3-88,0-3 1,2 0 152,0-1 1,3-1-50,-1 0 0,3 0 32,1 0 0,0 0 7,3 1 0,-3-1 92,3 0 0,0 3 31,2 1 0,-1 3 187,1 2 0,0 1 197,0 3 1,-1 1-207,-1 1 1,-2 3 8,-3 4 0,1 2-84,-1 0 0,-1 2-112,-1 2 1,-3-2-78,1 2 0,0-1-262,0-1 0,-1-3-589,1 1 0,-1-3 438,-1 1 0,0 0-2271,0-1 1470,0-2 1153,0-3 0,0-17 0,0-4 0</inkml:trace>
  <inkml:trace contextRef="#ctx0" brushRef="#br0" timeOffset="628">680 45 7702,'-10'-10'0,"-1"2"-164,2 4 0,1 1 259,1 3-95,4 0 0,9 3 0,4 0 0</inkml:trace>
  <inkml:trace contextRef="#ctx0" brushRef="#br0" timeOffset="909">828 33 7727,'0'-7'0,"-2"1"1607,0-1-1201,-1 4 1,4 1 217,1 7 1,1 2-202,1 6 0,4 2 5,-1 2 0,1 3-217,-2 1 1,0 3-233,1 3 0,1 3-379,1 4 0,2-1 301,-3 1 0,3-4-1558,-3-2 0,1-4 182,-3-3 1475,-2-4 0,-1-13 0,-3-5 0</inkml:trace>
  <inkml:trace contextRef="#ctx0" brushRef="#br0" timeOffset="1337">834 244 7727,'0'-6'1029,"0"-1"0,1 4-1009,1 1 1,3 1 70,6 1 0,0 1 5,6 1 1,3-1-4,4 4 0,1 1-141,3 3 0,1-1-459,1-1 0,-2-2 316,-5 0 0,-1 0-97,-3-3 0,-1 2 46,-3-2 0,-1 0 87,-5-2 0,-1-3-11,-4-1 0,2-2 381,-2 0 0,0-1-76,0-2 1,-3 2-35,1-1 0,-1-2-122,-1 2 1,0-3 28,0 3 0,-3-1 20,-1 3 0,-2 0 7,-3 2 0,1 1 69,-2 3 0,-1 0-144,-2 0 0,-1 0 463,1 3 0,-1 1 32,3 4 1,2 0 227,0 3 1,1 0 0,1 1 0,0 1-262,5 0 1,0 3-325,2 1 1,1 1 45,4 2 1,2-1-154,5 0 1,5-2 86,2-2 1,1-3-436,4-1 0,-1-5 211,3-3 1,-1-3-1043,-2 0 1,-1-3-646,-2-4 0,-4 0 1829,-1-3 0,-13-10 0,-3-3 0</inkml:trace>
  <inkml:trace contextRef="#ctx0" brushRef="#br0" timeOffset="2284">1854 238 7668,'4'-9'0,"-1"1"612,-3-3-322,0 3 0,-3-1 76,1 3 1,-3 1-9,1 1 1,-2 3 3,0-2 1,-3 3-120,-2 3 0,-1 1-38,-1 4 1,2 2 93,1 3 0,1 1-94,-2 1 1,4 1-188,-2 3 1,4-2 62,1 1 1,2-2-297,0 1 1,1 2-54,1-2 0,3-2-202,2 0 0,1-2-77,3-2 0,-2-2 220,4-2 1,-2-4 42,1-1 1,0-1 20,1-1 1,1-3 139,-1-1 1,-2-4-86,0-1 1,-2-2 94,-1 0 0,1-1 93,-1-1 0,-2 0 153,1-2 1,-4 1 299,1-3 1,-1 0-226,-1 0 1,0 1 129,0 4 0,-1-1-134,-1 3 1,1-2 1024,-4 4-824,4 2 0,-3 3 272,2 3-381,1 0 0,-1 4 73,2 2 1,0 3-220,0 4 1,2 0 42,3 0 1,1 2-1,3 0 1,1 1 23,2-1 1,1-2-1296,0 2 0,0-1 586,0-2 0,1-2-2826,-1-1 3318,1-2 0,-1-9 0,3-2 0</inkml:trace>
  <inkml:trace contextRef="#ctx0" brushRef="#br0" timeOffset="2976">2540 199 7986,'-2'-6'0,"-3"0"0,0-1 0,-2 1 655,1-1 1,-1 4-293,1 1 1,-1 1-170,-2 1 1,2 1 137,-1 1 1,-2 1-69,2 4 1,-3 3 82,3 3 1,-1 2-19,3 4 0,2 1-67,2-1 0,1 2-271,1 1 1,2 0 80,2-1 1,3-2-300,6 1 1,3-2 145,3-3 0,1-1-837,4-6 1,-1 0 452,3-6 0,0 0-896,-1-4 0,-2-5 143,-1-4 1218,-2-4 0,5-38 0,1-13 0</inkml:trace>
  <inkml:trace contextRef="#ctx0" brushRef="#br0" timeOffset="3176">2714 65 7681,'-10'-13'0,"3"2"649,-1 0 0,1 6 243,3-2-447,1 5 1,3 0-17,0 4 0,1 3 37,1 3 0,2 2-151,5 3 1,-1 3 52,2 4 1,1 2-812,2 3 0,0 1 362,0 0 1,-1 0-443,1 2 0,-3 0 317,-1 2 1,-5-3-1299,-2-4 1,-1-2 572,-1 0 1,0-7 930,0-3 0,-6-15 0,-1-3 0</inkml:trace>
  <inkml:trace contextRef="#ctx0" brushRef="#br0" timeOffset="3401">2791 276 7681,'-5'-10'360,"1"-1"1,3 3 171,-1 0 1,1 0-145,1 2 0,3 0-39,1 2 1,4-1-125,3 3 1,1 0 74,1 2 1,3 0-176,1 0 0,1 3 26,2 4 1,-3 0-468,0 4 0,-3-1 260,1 3 0,-2 2-633,-2 0 0,-2 0 369,-3-2 0,-1 0-327,-1 0 1,-3-1-238,1 1 884,-1-3 0,-4-6 0,0-5 0</inkml:trace>
  <inkml:trace contextRef="#ctx0" brushRef="#br0" timeOffset="3879">3220 276 7681,'-7'-12'198,"-1"-1"0,1 0 332,-2 0 1,2 3-131,0 2 0,0 0-141,-1 2 0,1 2-110,-2 2 1,-1 2 57,-1 0 0,1 2-158,0 3 1,2 3-2,-1 0 0,3 3 106,2 0 0,-1 2-206,3 2 1,-1-1 32,3 0 1,0 2-223,0-1 0,3 1 123,2-1 1,1-2-363,3-1 1,-2 1 216,4-5 0,0 1-192,2 0 0,-1-4 173,1 1 1,-1-4-12,-1 1 0,-1-3 89,-1-3 0,-2 1 20,1-4 1,-3 0 162,0-4 0,-4 1-60,1-2 0,-1-2 479,-1-2 0,-1 1-242,-1 1 1,1 0 380,-4 0 0,2 0-213,-2 0 0,0 1 102,3 2 0,-1 0 253,1 4-136,2-1-327,-3 4 1,6 3 7,1 4 1,2 3-261,0 1 1,1 2 78,2 3 0,-2 1-376,4 0 0,-1 0 173,1 1 1,1-1-813,-1-2 1,0 1 261,0 0 0,0-3-45,-2-1 1,-1-5 754,-1-2 0,2-10 0,1-3 0</inkml:trace>
  <inkml:trace contextRef="#ctx0" brushRef="#br0" timeOffset="4060">3400 270 7681,'0'-6'1108,"0"-1"-262,0 1-106,0-1-426,0 4 0,0 3 92,0 4 1,2 2-318,0 3 1,3-1 57,0 3 0,0-1-101,-1 3 0,1 0 91,0 0 1,0 0-1141,-1-1 1,2-1 472,-2 0 0,2-3 530,0 0 0,9-12 0,2-4 0</inkml:trace>
  <inkml:trace contextRef="#ctx0" brushRef="#br0" timeOffset="4218">3394 26 7681,'-10'-6'0,"5"2"-514,-1-1 131,4 4 383,-1 1 0,31 29 0,8 10 0</inkml:trace>
  <inkml:trace contextRef="#ctx0" brushRef="#br0" timeOffset="4672">3554 244 7681,'-4'-3'534,"-1"2"485,3-3-266,0 2-181,8 5 0,-2 1-219,5 5 0,-2 1-33,2 1 1,-1 1-141,3 1 0,-4-1-24,2 1 0,0 0-447,0 0 0,-1 0 267,-1 0 1,-4-1-357,-1 1 1,1-3 97,-1-1-2,1-2 123,-6-4 1,-1 0-35,-2-3 0,1-3-20,1-1 1,1-2-135,-2-3 0,2 1 238,1-2 0,0-1-18,-2-2 0,2 0 204,0 1 1,2-1-127,0 0 0,0 0 267,0 0 0,0 0-126,0 1 1,2-1 89,3 0 0,1 3 48,3 1 1,1 3 63,3 2 0,-1 1-40,1 3 1,3 3-69,1 4 0,-1 2-398,1 4 0,-3 2 148,-1 0 0,-1 2-802,-3-2 0,-2 2 433,-2-2 0,0 0-557,-3-2 0,2-1 992,-2-1 0,-5-2 0,-5-3 0</inkml:trace>
  <inkml:trace contextRef="#ctx0" brushRef="#br0" timeOffset="5072">3920 219 7681,'0'-7'799,"0"4"-471,0 0 1,2 6-174,3 1 1,0 2 397,2 3 0,0 1-168,1 3 0,0 2-393,0 0 1,1 2 71,0-2 0,0 2-434,0-2 0,-3 0 238,1-2 0,-2-3-68,-3-2 0,1-1 253,-3 0 206,0-4 1,-3-1-98,-2-4 1,2-2-121,-1-5 0,1 2 181,-1-4 0,1 0 21,-2-2 1,2 0-74,1-2 0,1 1 4,-1-1 1,2 1-582,2-1 0,2 2-133,5-2 1,1 2-390,5 2 0,3 0-173,3 2 1,2 3 1100,2 1 0,10 15 0,1 2 0</inkml:trace>
  <inkml:trace contextRef="#ctx0" brushRef="#br0" timeOffset="5623">4266 238 7681,'-1'-7'166,"-1"1"-166,1 0 1193,-2 2-681,1 1 1,1 7 26,-1 2 1,1 3-168,1 4 0,1 0-135,1 0 0,1 1-341,4 0 0,-1 1 155,1 2 1,-1-2-196,1 2 1,1-3 189,1 1 0,1-1-791,-1-2 1,-1-2 321,-1-4 0,-1 0 128,1-4 1,-3-1-23,0-3 1,-2-2 88,3-5 0,-3 2-17,2-4 1,-2 0 67,2-4 0,-1 1 135,1-1 0,-2 2-43,2 0 1,-2 1 144,3-1 0,-4 4 7,1-4 0,-1 3 131,-1-1 0,0 1 172,0 1 0,0 4-201,0-1 1,-1 4 351,-1 0-301,1 1 0,-1 4 28,2 1 0,0 2-102,0 0 1,0 4-26,2 0 1,0 0-92,2 1 1,1 0-162,4 1 1,-2 1-308,1 0 0,0 0 241,1 0 0,-2-3-294,1 1 0,0-3 208,1 1 0,-2-3 12,2-2 0,-5-1 36,1-3 1,-1 0-52,2 0 1,-1-3 123,-1-1 0,0-5 162,3-1 0,-1-2 0,6-30 0,2-6 0</inkml:trace>
  <inkml:trace contextRef="#ctx0" brushRef="#br0" timeOffset="5786">4548 135 7275,'-6'-19'0,"-1"0"0,0-1 0,0 0 621,1 1 0,-2 4-78,3 6 0,2 3 1207,-1 1-1277,2 3 0,-1 4 70,3 3 1,0 4-166,0 4 0,5 2-241,2 5 1,3 3 18,1 2 1,-1 2-52,1 2 0,1 1-550,1 0 0,1-4 352,-3-2 0,-2-2-1431,0 2 1,-2-2 672,-1-3 1,-2-3-279,1-3 0,-3-4 677,2-5 0,-2-1 452,2-3 0,-2-20 0,1-5 0</inkml:trace>
  <inkml:trace contextRef="#ctx0" brushRef="#br0" timeOffset="6153">4708 276 7681,'0'-3'0,"1"0"0,1 3 0,0 0 1737,2 0-1211,0 0 1,3 0-59,-1 0 0,1 2-233,-1 0 1,3 0-314,-1-2 0,1 0 31,-3 0 1,0 0 142,1 0 1,-3 0-497,0 0 0,1 0 204,1-2 0,-2-2-255,1-2 1,-4-1 138,1 1 1,-1-3 0,-1 1 1,0-2 164,0 2 0,-3 0 229,-1-3 1,-2 3 88,0 0 0,-3 4-119,1 1 1,-4 3 625,1 0 0,2 0-298,-2 0 0,2 3 560,-1 4 0,1 2-298,-2 4 1,3 2-169,0 0 1,2 3-276,1-1 0,2 1-152,3 1 1,7 0-792,3-2 0,5 1 542,5-3 0,2 0-499,1-2 1,2-4 315,-2-3 0,1-2-1406,-2-4 0,-2 0 240,-3 0 1550,-4-3 0,-9-12 0,-5-6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00.888"/>
    </inkml:context>
    <inkml:brush xml:id="br0">
      <inkml:brushProperty name="width" value="0.08571" units="cm"/>
      <inkml:brushProperty name="height" value="0.08571" units="cm"/>
    </inkml:brush>
  </inkml:definitions>
  <inkml:trace contextRef="#ctx0" brushRef="#br0">38 65 8286,'0'-7'0,"0"1"0,0-1 379,0 1 1,2 2-376,0-1 0,4 4 259,0-1 1,1-1-78,4 1 1,0 0 70,4 2 0,0 0-89,2 3 1,1-1 19,3 4 0,-1 0-162,1 4 0,-1 3-200,-3 2 0,-2 4-175,-2 0 0,-4 1 198,-2 4 0,-4-1-92,-3 3 1,-3-3 66,-4 1 1,-3-3-51,-5 3 0,1-4 120,-3 2 0,0-3-12,-2-2 0,-3-1 432,1-3 1,0-4-159,1 0 0,4-3 273,1-1 1,-1-2-184,1-3 1,3-1 17,4-1 1,1-4-81,0-3 0,3-2-32,0 0 1,2-1-15,0-1 0,4-2-74,2 1 1,7-1-95,2 2 1,4 2-291,0 0 0,4 3-391,0 0 1,4 1 355,1 0 1,-3 2-814,3 0 1,-4 3 1167,2 2 0,8 5 0,4 2 0</inkml:trace>
  <inkml:trace contextRef="#ctx0" brushRef="#br0" timeOffset="625">474 58 7764,'-4'-9'376,"-1"2"-313,0-2 0,2 4 1078,-1 1-705,2 3 1,-1-2-44,3 6 0,0 0-161,0 3 1,1 2-34,1 0 1,0 0-157,2 3 0,1-1 48,3 3 1,0-2-402,0 0 0,1-1 222,0 0 0,2 2-582,-3-4 0,3 1 173,-3-3 0,4 0-40,-2-2 0,2-1 232,-1-3 0,-1-1 1,-2-1 0,-1-2 371,2-5 1,-5 0-112,-2-2 0,-1-1 501,-1 2 0,-1-5-264,-1 0 1,-1 1 488,-1 3 0,-4-1-134,2 2 1,-2 0 16,1-1 1,1 4-233,0 0 0,1 2 117,1 3-342,3-1 41,-2 3 1,3 5-109,0 2 0,3 4 29,1 2 1,4 1-293,0 3 1,4 2 117,-2 2 0,0 4-450,1-2 1,-1 2 265,1 1 0,-3-3-250,-3 1 1,-3-1 121,-2 3 1,0-3 125,-2-2 1,-3-4-26,-3-2 1,0-1 42,-3-1 0,0-6 714,-1 0 0,-1-5-94,0 0 1,0-1 123,0-1 0,3-1-210,-1-1 0,2-2 110,-1-2 1,2-1-45,-1-2 1,5 1-136,2-2 1,2 1-177,2-2 0,2 1 100,5-3 0,2 1-967,4 1 0,1-1 411,3 1 0,3 1-1756,-1 0 2195,0 2 0,19-4 0,4 2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04.123"/>
    </inkml:context>
    <inkml:brush xml:id="br0">
      <inkml:brushProperty name="width" value="0.08571" units="cm"/>
      <inkml:brushProperty name="height" value="0.08571" units="cm"/>
    </inkml:brush>
  </inkml:definitions>
  <inkml:trace contextRef="#ctx0" brushRef="#br0">58 39 7764,'-1'-6'126,"0"1"1,-1 1 882,0-1-806,-1 2 0,2 1-18,-1 4 0,-1-1 18,1 4 0,-1-1-111,1 2 0,0 2 99,-2 0 1,1-1-253,-2 2 1,0 0 58,3 0 0,-2-1-23,2-1 1,-1-2-30,1 0 0,1 0-324,-1 0-111,1-3 188,1 1 6,0-3 220,0-5 0,2 0 205,0-3 0,3-2 1,-3 2 0,2-3 138,-2 3 0,3-2-47,0 2 0,-2 1-70,1-2 0,1 2 82,1 1 1,-2 0-56,1 2 1,1-1-196,3 2 0,2 1 115,0 2 1,2 5-946,2 2 0,-1 3 441,3 1 0,2 3 405,2 1 0,27 20 0,3 3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03.459"/>
    </inkml:context>
    <inkml:brush xml:id="br0">
      <inkml:brushProperty name="width" value="0.08571" units="cm"/>
      <inkml:brushProperty name="height" value="0.08571" units="cm"/>
    </inkml:brush>
  </inkml:definitions>
  <inkml:trace contextRef="#ctx0" brushRef="#br0">931 39 7764,'0'-3'-50,"0"-3"180,0 2 1,0 0 209,0 0 0,0 2-196,3-3 0,0 4-167,4-1 1,-1 1 48,0 1 1,1-2 141,-1 0 0,1 0-129,2 2 1,-2 0 5,2 0 1,0 0-61,-1 2 0,1-1-9,-3 1 1,1 2-97,-1 0 0,-2 0 111,-2 0 1,-1 0-16,-1 3 1,0-3 2,0 0 0,-3 1 29,-2 1 1,0 1-8,-2 2 0,-1-4-10,-1 4 0,0-6 127,0 4 0,2-2-68,-1 1 0,1 1 375,0-1-59,1 1-115,-1-1 38,4 0-188,0-2 1,6 1-40,1-3 1,5 0 41,4-2 1,1 0-458,3 0 0,2 0 178,2 0 0,2-1-889,-2-1 1,-1 2 63,1-3 1000,2 3 0,-3-6 0,2-1 0</inkml:trace>
  <inkml:trace contextRef="#ctx0" brushRef="#br0" timeOffset="1489">46 289 7723,'0'4'455,"0"-1"-297,2-3 1,0 0-82,2 0 1,3 0 67,1 0 0,4-2-126,-2-1 0,2 1 112,1-1 0,2 3 26,0-2 0,3 1-187,-1 1 0,2 0 91,0 0 1,3-2-161,1 0 1,0-1 58,1 3 0,-1 0-58,3 0 1,0 0 17,-1 0 1,0 0-107,-1 0 1,0 0 34,-3 0 1,1 0 97,0 0 0,-2 0 92,4 0 1,-3 0-60,3 0 0,-3 0 16,3 0 0,-1 0-21,3 0 0,0 0 19,-1 0 0,4 0-18,1 0 0,1 0 1,1 0 0,0 0 32,0-2 1,1 1-30,1-1 0,-2 1 38,0 1 0,0 0-38,-4 0 0,0 0-142,0 0 1,-4 0 92,2 0 0,-6 2-298,0 0 0,-5 1-198,-4-1 565,-2-1 0,-8 2 0,-19-12 0,-10-1 0</inkml:trace>
  <inkml:trace contextRef="#ctx0" brushRef="#br0" timeOffset="2131">84 546 7738,'0'-7'0,"0"1"0,0 0 0,0-1 646,0 1 1,1 2-193,1-1 1,4 3-20,2-2 0,4 2-160,1 0 0,1 2-190,3 0 0,0 0-48,2 0 0,-2 2-136,0 3 0,-3 0 230,-1 2 1,-1 2 46,-4 2 0,-1 1-732,-3 1 0,-3 0 278,2-1 1,-3 3-90,-3 0 1,-1 1 109,-4-1 1,0 1 106,-3 4 1,0-2 80,-4-1 0,1 1 133,-1-3 0,0 0 77,0-2 0,-3-1-58,4-1 1,-2 0 14,1-2 0,-1-1-62,-1-2 0,1-2 221,4-2 1,-1-1-39,3-1 1,1-1 181,2-1 0,4-2-195,0-5 0,3 1-58,0-2 1,3-1-614,4-2 1,3-2 289,5 0 0,1 2-771,3 3 1,3-1 452,-1-2 1,3 3-758,-3 2 1248,0-2 0,13 5 0,3 0 0</inkml:trace>
  <inkml:trace contextRef="#ctx0" brushRef="#br0" timeOffset="2824">430 648 7738,'0'-10'142,"0"-1"71,0 3 0,0-1-96,0 3 0,1-1 51,1 1 1,1 1-111,1 1 1,3 3 102,-1-1 1,1 1-148,1 1 0,-1 0-33,0 0 1,1 3-157,1 1 1,-3 2-85,-1 0 1,-4 3 86,1 2 0,-1 1 82,-1 1 1,0 1 57,0 1 1,-2-2 186,0 2 1,-3-1-118,3-2 1,-2 1 59,2 0 0,0-1-84,2-1 0,0 0 19,0-2 1,0-1 48,2-1 0,1-1-30,3-2 1,-1-1-131,4-3 1,-2-1 102,2-1 1,-1-2-169,2-2 0,-1-1 78,2-2 1,-3 0 73,0-2 1,-1-1 25,0 1 1,-1-1 1,0-1 1,0-2 17,-2 1 1,2-1-58,-2 5 1,0-2-95,0 4 0,-2-1 125,0 3-557,-1-1 350,-1 4 1,0 1 40,0 4 1,0 1 76,0 4 1,0 2-6,0 2 0,-3-1 170,1 0 0,-2 1-128,2 2 1,-1 0 98,1-1 0,1 1-47,-1-3 1,1 0 218,1-1 0,2-2-83,1 1 1,4-3 271,-1 0 0,4-4 22,-1 1 1,2-4 164,0-2 1,1-5-150,1-1 0,-3-3-111,-2-2 1,1-1-341,-3-1 1,1-1 116,-5 0 1,1 2-635,-3-1 1,-3 0 360,-2-2 0,0 2-1344,1 2 1,-1 2 1475,3 3 0,-3 3 0,1 4 0</inkml:trace>
  <inkml:trace contextRef="#ctx0" brushRef="#br0" timeOffset="3382">822 770 8223,'3'5'1435,"-1"-1"1,-1 0-1073,-1 3 1,0 1-50,0 1 0,0 4-89,0 0 0,2 3-226,0-1 0,1 3-42,-3-1 1,0 0-39,0 0 1,0-3-733,0 1 0,0-2 449,0-2 0,-1-2-810,-1-3 0,0 0-170,-2-2 1344,3-1 0,1-23 0,3-5 0</inkml:trace>
  <inkml:trace contextRef="#ctx0" brushRef="#br0" timeOffset="3624">931 758 10786,'3'6'923,"0"3"-451,-3 2 1,0 1-202,0 1 1,2 2-60,0 0 1,1 3-397,-1-1 1,0 0 185,2 1 1,-2-3-882,0-2 1,1 0 497,-1 0 1,0-3-2236,-2-2 2616,3-3 0,0-11 0,4-5 0</inkml:trace>
  <inkml:trace contextRef="#ctx0" brushRef="#br0" timeOffset="4175">1008 450 7957,'0'-7'1194,"-3"4"1,-1 3-816,-2 4 0,2 5-78,-1 4 1,1 1-100,-2 3 0,0 0-186,2 2 0,1 0-213,3 1 0,0 1-164,0 0 0,1 1 232,4-3 1,0-3-999,5-1 1,1-3 62,2-2 1064,0-5 0,22-22 0,7-11 0</inkml:trace>
  <inkml:trace contextRef="#ctx0" brushRef="#br0" timeOffset="4516">1174 495 7697,'4'-3'263,"2"2"1,-3-4-68,4 3 1,-1 0 203,1 2-180,-1 0 1,0 0-183,1 3 1,-1-2 104,-2 3 1,1 1-50,-3 1 1,1-2-67,-1 1 0,-1-1-167,1 2 1,-2 1 16,-2-1 0,-2-2 44,-2 1 1,-1-1 274,1 2 0,-1-1-101,1-1 1,-3-1 116,1 2 0,-1 0 132,3-3-207,-1 3-74,1-2 0,3 4-66,0-1 0,3-2-265,0 1 1,0-3 137,3 2 1,1-2-655,4 0 0,2-1 328,0 1 1,2-1-261,-1 1 1,1-1 714,-2-1 0,14-9 0,0-1 0</inkml:trace>
  <inkml:trace contextRef="#ctx0" brushRef="#br0" timeOffset="4800">1322 424 7697,'-3'-6'2020,"2"1"-1256,-4 1-568,4 3 1,2-2 277,5 6 1,2 1-107,5 4 0,-1 2-46,5 3 1,-2 1-73,2 1 1,-3 0-259,1 3 1,-4 0-197,-2-1 1,-5 1-198,-2-1 0,-2 2-165,-2-2 0,-2-4 306,-5 0 0,-1-4-1143,-3-1 1,3-1 1402,-1 0 0,-3-7 0,-2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15.062"/>
    </inkml:context>
    <inkml:brush xml:id="br0">
      <inkml:brushProperty name="width" value="0.08571" units="cm"/>
      <inkml:brushProperty name="height" value="0.08571" units="cm"/>
    </inkml:brush>
  </inkml:definitions>
  <inkml:trace contextRef="#ctx0" brushRef="#br0">302 135 7517,'2'-10'0,"0"1"0,-1 2 0,0 0-122,-1-1 1,-1 0 688,-1 0 0,-4-1-226,-2 0 0,-3 0-146,0 0 1,-1 2 42,-1-1 1,-2 3-44,0 0 0,0 4-122,2-1 0,-2 2 100,0 2 0,0 4-108,2 5 1,3 2-59,-1 2 1,3 2 87,0 4 1,1 3-129,3 4 1,1 1 32,3 3 1,1 3-138,1 1 1,4 2 45,5 0 0,1-3-396,1-3 1,-2-2 114,-1-5 1,-2-3-24,-2-5 1,-2-2-119,-4-7 237,0-2 0,-3-3-234,-2-3 0,0-3 510,1-1 0,-13-22 0,-1-5 0</inkml:trace>
  <inkml:trace contextRef="#ctx0" brushRef="#br0" timeOffset="368">13 359 7711,'-3'-9'70,"-1"-2"0,1 2 326,1 1-241,1 0 0,2 3 20,1 0 1,2 2-82,2 1 1,3 1 0,2-1 0,2 1 77,2 1 0,1 0-116,3 0 0,3 1 121,-1 1 1,4-1-289,1 4 1,0-2 38,4 2 1,-4 0-347,0 0 0,-1-2 102,-4 1 0,-3 0-79,-5 0 0,-6 2 119,-5-2 0,-1 2 36,-1 0 1,-1 1 217,-4 2 0,1-1-150,-5 3 1,0-1 269,1 0 1,-1 2 75,3-4 1,0 3 65,2-3 1,1 3-62,3-2 0,0-1 5,0-1 0,5-1 51,1 0 0,7-2-104,0-2 1,3-1-2,-1-1 1,2-3 0,-2-1 0,0-5 169,-2-2 1,-3-1-192,-1 0 1,-3-1-183,-2 0 0,-1-2-113,-3 0 0,-3-1-319,-1 1 0,-4 2-360,-3-2 0,-1 1 208,-1 1 657,0 3 0,-8 10 0,-3 4 0</inkml:trace>
  <inkml:trace contextRef="#ctx0" brushRef="#br0" timeOffset="643">526 347 7738,'7'0'1143,"-1"0"243,0 2 0,1 0-682,-1 2 1,1 2-324,2 3 0,-2 2-568,2 0 0,0 1 182,-1 1 0,1 0-84,-3 0 1,1 0 0,-1-1 1,0 0-50,-2-1 0,-1-2 175,-3-2-106,0-4 1,-3 0 466,-1-3 1,-1-1-160,1-3 1,-2-1 217,2-6 1,1 2-144,1-4 0,1 1-156,1-3 0,3 2 84,1 0 0,7-2-1012,2 0 0,4 0-1337,3 2 1,0 1 1068,3 2 0,1 0 1037,1 4 0,4 5 0,0 2 0</inkml:trace>
  <inkml:trace contextRef="#ctx0" brushRef="#br0" timeOffset="1402">1219 237 7549,'-7'-4'0,"1"1"0,0 0 937,-1 1 1,4 5-521,0 4 1,3 0-120,0 3 0,0 2-189,3 3 1,0-1 68,4 3 1,1-3-313,1 1 0,1 1-430,-1-1 0,2 0 405,0-2 1,-1-2-142,1-1 1,-3-4 111,0 0 1,-1-4-26,0 1 0,-1-3 9,0-3 0,-1-1 188,-1-4 0,-2-2-38,2-3 0,-2 0 195,0 0 1,-1 0-158,-1-2 0,0 1 312,0-1 1,0 2 34,0 3 0,-1-2-115,-1 4 0,1-1 140,-1 3 1,1 1 178,1 1-192,0 3 0,3 6-310,1 8 1,2 2-293,1 2 0,2 3 175,2 4 0,-2-1-215,2 0 1,-3 1 124,1 1 0,-3 0 67,-2-1 1,1-2 47,-3-3 1,-2 0 199,-5 1 1,-3-4-22,-3-1 0,-4-4 137,-2-3 0,-1-4-511,-2-1 0,0-3 101,0 0 1,0-3-988,5-1 0,3-2 90,4-3 1050,1-1 0,12-8 0,3-2 0</inkml:trace>
  <inkml:trace contextRef="#ctx0" brushRef="#br0" timeOffset="1754">1700 353 7739,'0'-6'357,"0"-1"0,0 1 647,0-1-635,-3 4 1,-1 0-56,-5 3 0,2 0 17,-1 0 0,-2 3-95,2 4 0,-2 0-139,2 4 1,1 1 76,-2 3 0,3 3-553,2-1 1,-1 0 272,2 0 1,1-1-109,2 1 0,0-1 74,0-3 1,6-3-61,3-2 0,2-3 490,2-3 0,2-1-171,3-1 0,-3-6-21,0-3 0,-1-2-70,1-2 0,-5-2-448,-1 0 1,-3-3 244,-4 1 0,1-1-432,-3-2 1,-3 4-30,-1 1 0,1 2 636,1 0 0,1 8 0,1 3 0</inkml:trace>
  <inkml:trace contextRef="#ctx0" brushRef="#br0" timeOffset="2171">1880 359 7739,'2'-6'1814,"-1"0"214,5-1-1402,-3 4 0,2 0-153,-1 3 1,-3 3-298,1 1 1,1 2 23,-1 3 1,3 1 25,-3 3 0,0-1-26,-2 1 1,1 0-1156,1 0 0,-1 0 593,1 0 1,1-1-388,-1-2 1,1 2 280,-1-4 1,-1 0 115,3-4 1,1 1 70,1-2 0,0-2 80,-2-3 1,2 0-138,-2-5 1,4 2 99,0-6 0,0 2 221,-3-1 0,0-1-132,0-2 1,0 0 482,2 0 0,-3 3 30,0-1 1,-2 0 220,3-1 1,-2 1-150,1 0 1,-1 3 168,-3 0-11,3 4-246,-2 1 1,2 3-280,-3 3 1,0 1 51,3 4 1,-3 0-325,2 3 0,1 0-91,-1 1 0,1 3-242,-3 0 0,2 0 207,0-5 1,1 2-154,-1-1 1,-1-2-583,3 0 0,-1-1 585,1-1 1,0 0 478,3-5 0,25-20 0,6-7 0</inkml:trace>
  <inkml:trace contextRef="#ctx0" brushRef="#br0" timeOffset="2436">2149 45 7755,'0'-12'443,"0"1"1,0 2-223,0 3 1,3 2 520,1 2 0,7 5-95,2 3 1,7 5 49,4 6 0,4 1 115,4 8 0,2 4-319,0 6 0,-2 4-786,-2 2 0,-9-1 213,-1 4 1,-9-5-25,-5 1 0,-2-4 161,-4 0 1,-4-8-932,-2-1 0,-3-4-81,-1-5 0,-3 0-409,0-2 0,2-2-386,-1-5 1750,0-3 0,-6-4 0,-2-3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13.279"/>
    </inkml:context>
    <inkml:brush xml:id="br0">
      <inkml:brushProperty name="width" value="0.08571" units="cm"/>
      <inkml:brushProperty name="height" value="0.08571" units="cm"/>
    </inkml:brush>
  </inkml:definitions>
  <inkml:trace contextRef="#ctx0" brushRef="#br0">33 96 7807,'-6'0'1097,"-1"0"70,1 0 1,2 1-405,2 1 0,-1 4-185,1 5 1,0 1-55,2 1 1,2 2-888,0 3 1,3 3 273,-3 2 0,2 2-422,-2-2 1,0 1 435,-2-2 0,0-1-1366,0-2 1,0-2 481,0-2 0,-2-5 959,0-1 0,0-16 0,2-5 0</inkml:trace>
  <inkml:trace contextRef="#ctx0" brushRef="#br0" timeOffset="360">149 320 7716,'0'-6'1553,"2"2"-992,2-1 1,2 3-95,1-2 0,1 3-134,1-2 0,2 1-138,0-1 1,1-1-94,1 2 1,0-3-191,0 1 1,-1-2-455,1 0 0,1-2 399,1 0 1,-5 1-466,1-2 1,-2 0 233,-2 0 1,0-2-8,-5 0 1,0 2-26,-2 1 0,-1 0 343,-4 2 1,0 2 98,-8-1 0,1 4 218,-5-1 1,2 4 479,-2 2 1,0 3-383,0 1 1,1 2 300,4 3 1,0 0-227,1 0 0,2 4-174,5 0 1,1 3-29,3-3 0,1 2-349,1 0 0,2 0-28,2 0 0,1-2-174,2-2 1,1-2-475,2 0 0,2-4 387,1-2 0,-1-4-880,3-3 0,3-1 1293,1-3 0,32-32 0,5-13 0</inkml:trace>
  <inkml:trace contextRef="#ctx0" brushRef="#br0" timeOffset="608">617 38 7801,'-7'-8'0,"0"-1"922,-1 1 0,0 2-382,-3 1 1,3 3 132,-3 4 0,1 4-226,-1 3 1,-1 4 63,1 0 1,2 4-148,1 0 0,0 4-101,2 0 0,2 6-207,-1-2 0,4 3-176,-1 0 1,1 1-487,1 3 0,0 0 409,0-2 1,-2-4-874,0-3 0,1-4 477,3 0 0,-1-5-519,3-1 0,-2-6 516,3-4 0,-3-3 596,2 0 0,3-28 0,3-8 0</inkml:trace>
  <inkml:trace contextRef="#ctx0" brushRef="#br0" timeOffset="766">456 320 7801,'0'-6'580,"0"0"0,4 0-187,2 2 1,4 1-873,2 3 1,4 0 183,1 0 0,2 0-1103,0 0 1398,0 0 0,35-20 0,8-5 0</inkml:trace>
  <inkml:trace contextRef="#ctx0" brushRef="#br0" timeOffset="975">745 102 7801,'-4'-6'884,"-1"-1"1,4 1 43,-1 0-261,1 2 156,1 1-557,0 9 1,2 1 256,0 6 0,3 0-101,-3 2 1,0 2-114,-2 5 1,2-1-230,0 2 1,0 1-163,-2 1 1,-2 3-235,0 0 1,-2 0 292,2-3 1,-3-2-1217,3-2 0,-1-1 569,1-3 1,2-7-790,-2-3 1,2-6 1458,2-1 0,15-34 0,8-12 0</inkml:trace>
  <inkml:trace contextRef="#ctx0" brushRef="#br0" timeOffset="1125">687 282 7795,'0'-7'3059,"0"3"-2235,0 0 1,1 0-366,1 0 1,5-1-201,3 3 1,6 0-422,3 2 0,2 0 190,5 0 1,-5 0-3510,2 0 3481,-2 0 0,-5 3 0,0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12.512"/>
    </inkml:context>
    <inkml:brush xml:id="br0">
      <inkml:brushProperty name="width" value="0.08571" units="cm"/>
      <inkml:brushProperty name="height" value="0.08571" units="cm"/>
    </inkml:brush>
  </inkml:definitions>
  <inkml:trace contextRef="#ctx0" brushRef="#br0">26 148 7822,'-6'1'1541,"2"1"0,-1-1-1035,3 4 1,0 1-184,2 2 0,-2 4-211,-1-1 1,1 1-195,2 1 0,0-1-377,0 1 1,0 1-112,0 1 0,0-2-761,0-1 1,0-2 1330,0-3 0,0-9 0,0-3 0</inkml:trace>
  <inkml:trace contextRef="#ctx0" brushRef="#br0" timeOffset="141">52 20 7822,'-7'-3'0,"3"-1"-269,0-2-226,2 2 495,-1 1 0,26 18 0,6 3 0</inkml:trace>
  <inkml:trace contextRef="#ctx0" brushRef="#br0" timeOffset="442">282 97 7822,'-6'0'0,"0"-2"575,-1-1 1,1 1-145,-1 2 1,0 0 15,-1 0 0,1 0-129,-2 0 1,2 2-215,1 1 1,-1 1 78,1 1 0,-1 1-271,1 3 1,0-2 33,2 1 0,1 2 30,3-2 1,0 3-133,0-3 1,4 3-437,2-2 1,1 0 196,4 0 0,-1-2 155,0 1 1,2-1 511,-4 0 1,1-1-189,-3 1 1,0-1 991,-2 0-798,-1 1 1,-6-1-38,-1 1 1,-5-1-80,-4 0 1,-3-1 247,-3-1 1,0-3-3575,0 2 3164,2-3 0,4-5 0,4-3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10.437"/>
    </inkml:context>
    <inkml:brush xml:id="br0">
      <inkml:brushProperty name="width" value="0.08571" units="cm"/>
      <inkml:brushProperty name="height" value="0.08571" units="cm"/>
    </inkml:brush>
  </inkml:definitions>
  <inkml:trace contextRef="#ctx0" brushRef="#br0">212 11 8692,'-2'-4'0,"-1"0"0,0 1 0,-3 3 670,-2 4 1,0 4-208,-3 7 1,-1 5-118,-3 5 0,-3 10 4,1 8 0,-2 8-185,0 6 0,3 4-129,1 3 1,2-3-335,2-1 1,3-1 265,3-2 0,2-8-822,3-6 1,4-7 442,2-6 1,4-7-336,3-3 0,-1-8 746,1-1 0,3-12 0,0-3 0</inkml:trace>
  <inkml:trace contextRef="#ctx0" brushRef="#br0" timeOffset="341">501 383 7822,'-5'0'160,"1"0"1,0 1 485,0 1 1,-1 2 106,3 5 1,-2 1-188,2 5 0,-1 3-195,1 3 1,1 2-470,-1 2 1,1 1 148,1 0 1,0 1-753,0-2 0,-2 2 429,0-6 0,-1-2-326,1-4 1,1-3-30,-4-4-1165,4 1 1792,-2-11 0,14-36 0,4-15 0</inkml:trace>
  <inkml:trace contextRef="#ctx0" brushRef="#br0" timeOffset="574">770 306 7822,'-6'-1'1162,"-1"-1"1,0 2-513,-1-3 0,-2 3 82,-3 3 0,-4 0-280,-2 4 1,-6 2-333,-5 2 0,-4-2 65,-2 2 1,-5 0-349,-2 2 0,6-3-10,2 1 0,10-4-134,8 0 0,5-1-3416,7-2 3723,2 2 0,29-8 0,6-2 0</inkml:trace>
  <inkml:trace contextRef="#ctx0" brushRef="#br0" timeOffset="1224">623 441 7822,'0'-7'1205,"-3"1"-762,2 0-25,-2 2 688,3 1-707,0 12 1,0-3-58,0 9 0,0-2-63,0 4 0,2 0-258,0 2 0,1 1 125,-3-1 0,0 2-541,2 1 1,0 1 9,2-1 0,-2-2-209,0-3 0,1-1 168,-1-3 1,3-3 102,-1-2 1,0-3-148,0-3 0,1-2 64,3-2 0,0-5 49,3-3 0,-3-3 149,3 1 0,-1-1 81,1 0 1,1-2 155,-1 0 0,-2 0-99,-1 2 0,0 1 59,-2 1 0,0 2-47,-2 3 1,1 1 408,-3 1-280,0 3 1,-2-1-60,0 4 0,0 1 199,0 4 1,0 0 114,0 1 0,0 0-181,0 0 0,1 1-85,1 0 1,-1 0-3,4 0 1,-4 0 9,1 2 0,1-2-91,-1-3 1,1 3 117,-1-1-204,-1 1 1,5-3 12,-2-2 1,2-1-81,0-3 0,1-3-214,2-1 1,-1-3 126,2-1 0,1-2 160,2-3 1,0 0 102,-1 0 0,-2 1 19,-1 1 1,0-1-20,0 2 0,-1 0 268,-4 2 0,1 3-125,-3 1 0,1 2 838,-1 0-582,-1 1 0,2 5 73,-3 2 1,0 1-331,0 1 0,0 2 64,0 1 1,0-1-171,0 1 1,0-1 88,0 3 0,0 0-697,0 0 0,0-1-49,0-1 0,2 0 621,0-2 0,9-12 0,-1-5 0</inkml:trace>
  <inkml:trace contextRef="#ctx0" brushRef="#br0" timeOffset="1358">1052 409 7822,'-6'0'-212,"2"0"1,10 5 0,5 3 0</inkml:trace>
  <inkml:trace contextRef="#ctx0" brushRef="#br0" timeOffset="1760">1290 537 7822,'-7'0'-114,"1"0"114,-1 0 0,0 0 132,-1 0 1,0 0-96,-3 0 0,3 2 0,-3 0 1,3 5 93,0 0 0,-2 1-119,2-2 0,1 1-132,3-1 1,3 3 96,-1-1 0,1 1-84,1-3 1,3 3 71,1-1 1,4 1-38,0-3 1,4 1 40,-2-1 0,3 0 96,-1-2 0,1 2-30,0-2 1,-1 2 14,-1 0 0,0 0 160,-2 1 0,-1-2-46,-1 1 0,-4-1 114,-1 4 1,-4-3-41,-2-2 0,-5 2-165,-4-2 0,-3 2 58,-3 1 0,-2-4-698,-1-1 1,-1-1-12,1-1 0,2 0 578,3 0 0,15-14 0,7-4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23.559"/>
    </inkml:context>
    <inkml:brush xml:id="br0">
      <inkml:brushProperty name="width" value="0.08571" units="cm"/>
      <inkml:brushProperty name="height" value="0.08571" units="cm"/>
    </inkml:brush>
  </inkml:definitions>
  <inkml:trace contextRef="#ctx0" brushRef="#br0">32 398 7849,'-3'-4'2091,"3"1"-1356,-3 1-424,6 1 0,1-2-73,5 3 0,1 0-134,2 0 1,5 0 71,2 0 0,5 0-108,4 0 1,3-1 86,-1-1 0,-2 1-780,0-1 1,-5 2 27,-1 0 0,-3 0-270,-2 0 1,-4 0-1021,-4 0 1069,-5 0 818,-1 0 0,-20 2 0,-5 2 0</inkml:trace>
  <inkml:trace contextRef="#ctx0" brushRef="#br0" timeOffset="301">0 481 7849,'0'-3'1826,"0"-3"-1317,0 5 1,4-2-141,2 3 0,3 0-32,4 0 0,6 0-71,2 0 1,7 0-235,4 0 1,0 0 63,2 0 0,-2 0-392,-2 0 1,-5 0-158,-5 0 0,-5 0-1418,-4 0-575,-5 0 1404,0 0 1042,-5-3 0,-4-6 0,-4-4 0</inkml:trace>
  <inkml:trace contextRef="#ctx0" brushRef="#br0" timeOffset="635">321 289 7849,'-4'-2'696,"-1"-1"0,3-1 172,-2 2-407,3 0 189,-2 2-439,8 0 1,0 3-32,6 1 0,2 2 58,2 0 0,3 3-295,-1 2 0,-1-1 17,1 1 1,-2-1-156,-1 3 1,-3 2 8,-2 0 0,-5 2-14,-2-2 0,-5 3 141,-3-1 1,-6-1 4,-2-1 0,-6 1 193,0-1 0,0-3-116,0-1 0,2-3-217,1 0 1,2-1 142,4-3 1,2 1 132,2-3-82,4 0 0,20-16 0,8-4 0</inkml:trace>
  <inkml:trace contextRef="#ctx0" brushRef="#br0" timeOffset="1787">1168 77 7805,'0'-6'1135,"0"-1"-965,0 1 0,0-1-81,0 1 0,2 2 144,3-1 0,3 3-49,3-2 0,2 2 23,2-2 0,4 2 72,5 0 1,0 4-190,2 2 0,-1 6-182,-1 3 1,-1 3-462,-4 5 1,1 2 324,-8 3 1,-3 0-25,-7 2 1,-3-2 110,-3 2 1,-5 1-210,-6-2 0,-3 1 63,1-5 1,-4 1 140,0-2 1,-3-2 113,3-3 1,-3-1 288,3-3 0,0-3 320,1-2 1,1-1-310,0-3 0,3-1 146,1-3 0,1-3-99,1-1 0,3-4 159,2-1 0,3-2-77,3 0 0,5-1-443,4-3 0,3 1-234,5-1 0,5 2-241,5 0 1,2 0-376,5 0 0,-1 1 456,3 1 1,-1 2 439,-1 3 0,29-1 0,6 1 0</inkml:trace>
  <inkml:trace contextRef="#ctx0" brushRef="#br0" timeOffset="2385">1847 39 8085,'0'-7'0,"0"1"380,-2 2 1,0-2-162,-2 2 1,0 1 13,-3-2 0,1 4-49,-1-1 1,0 1-31,-1 1 0,-2 3-81,-3 1 1,1 3-13,1 1 1,-1 4 82,1 3 1,-1 5 67,-1-1 0,1 7-69,-1 0 0,0 3-256,0-1 1,-1 2 75,1-2 0,-1 1-459,3-1 1,2-3 223,0-3 1,2-5 63,1-2 1,1-2 80,1 0 1,3-5 53,-1-2 0,1-3-124,1 1 1,3-2 86,1 0 1,2-1-157,0-1 0,3-3 56,2-1 0,3-2-28,1-1 0,0 1 99,-2 0 0,2-1-47,0 1 1,2 0 142,-2 2 1,0-1 140,-2 3 0,2-3 194,0 3 0,0 0-163,-2 2 1,-1 0 182,1 0 1,0 0-101,0 0 1,-1 0-135,-1 0 1,-2 1-13,-3 1 0,2-1-124,0 1-101,-1-1 0,2-1-371,-2 0 1,-1 0 529,1 0 0,2 0 0,1 0 0</inkml:trace>
  <inkml:trace contextRef="#ctx0" brushRef="#br0" timeOffset="2827">1026 622 7751,'-6'0'-53,"3"0"280,0-3 0,6 3-101,1-2 1,7-1-93,4 1 1,7-3 213,6 3 1,6-3 271,8 1 0,5-2 243,6 0 1,3-1-265,4 1 0,2 0-140,2 2 0,1-2-152,-5 2 0,2 0-114,-2 0 0,-2 2 67,-4-2 1,-7 2-434,-9-3 0,-6 4-145,-9-1 1,-2-1-1415,-8 1-885,-2 0 1946,-7 2 0,-3 0 771,-5 0 0,-12 0 0,-7 0 0</inkml:trace>
  <inkml:trace contextRef="#ctx0" brushRef="#br0" timeOffset="3619">930 1033 7947,'0'-10'0,"-2"1"0,0 2 0,1 1 531,0-1 0,1 0-329,0-1 0,3 0-2,1 0 1,5 0-35,1 0 0,2 0 24,1 0 0,1 1-1,1 0 1,-2 3-93,2 0 1,1 2 91,-1 0 0,2 5-418,-2 3 1,-1 4 174,-3 5 1,0 2-328,-2 2 0,-1 1 188,-4 1 0,-1 0-84,-3 3 0,-1-2 82,-1 2 1,-3 1-26,-6-2 1,0 2 192,-6 1 0,0-3-61,-3 1 0,0-4 176,-1-1 0,1 0-89,-1-4 1,1-1 255,3-3 0,0-3-108,2-4 0,-1-1 217,1-3 0,4 0-92,-2 0 1,4-3 25,1-4 1,3 0-132,0-3 1,4-1-8,-1-2 1,5-1-496,3-1 1,7 1 219,6-3 0,2 1-525,4-1 0,0-1 310,2 3 0,3 0-1186,0 2 1516,-2 3 0,21 4 0,1 3 0</inkml:trace>
  <inkml:trace contextRef="#ctx0" brushRef="#br0" timeOffset="4444">1251 1039 7784,'-1'-6'0,"0"2"0,-1-1 209,0 0 0,2 2 21,0-2 0,0 3 37,0-2 1,0 2-96,0-2 1,0 1-40,2-1 1,0 1-122,2-2 1,1 2 82,4 1 1,-2 0-184,1-2 0,2 2 47,-2 0 0,3 2-27,-3 0 0,1 0 75,-3 0 1,0 3-11,-2 4 0,1 2-332,-3 4 1,1 2 61,-3 2 1,-1 2 91,-1 0 1,-2 1 109,-2-1 0,2 1 104,-1 1 1,1-3-98,-2 1 1,0-2 78,2 0 0,1 0-56,3-2 0,0-4 228,0 2-166,0-5 1,3 1 7,1-5 0,2-1-20,0-3 0,1-3 7,2-1 0,-2-5-137,4-1 0,-1 0 71,1-1 0,0-2-25,-2-2 0,1 0 58,-1 0 0,0 0-5,-3-2 0,0 3 32,1-1 1,-3-1-47,0 1 1,-1 1 115,1 1 0,-3 3-102,1 1 1,-1 4-130,-1 1 144,0 2 0,0 0-54,0 4 0,-2 4 53,0 3 0,-1 2-4,1 0 0,0 1 98,-2 1 1,2 2-68,-2 3 0,2-3 42,0 0 0,-1 1-60,1-1 0,0 1 60,2-2 1,0-2-33,0 1 0,3-4 197,1 2 1,4-4 78,1-1 0,1-2 85,-1-4 1,3-4-26,1-2 0,0-4-82,1-5 1,-1 0 2,-2-4 0,0 1 8,-2-4 0,2 2-379,-3 1 1,0-1 123,-4-1 1,-1 1-778,-3-1 0,0 1-59,0 0 1,0 2-384,0 1 0,-1 2 1180,-1 4 0,-1 10 0,-4 6 0</inkml:trace>
  <inkml:trace contextRef="#ctx0" brushRef="#br0" timeOffset="5028">1604 1321 8003,'-4'-2'1787,"1"1"-111,3-2-1335,0 9 1,0-2-66,0 5 0,0 1-6,-3 0 1,3 3-161,-2 2 0,-1-1-116,1 3 1,-1 0-486,1 3 0,-1-1 350,-1 0 0,-2-2-805,2 0 1,0-2 440,0 0 0,2-3-489,-3-1 1,4-2-167,-1-2 1160,1-4 0,1 0 0,11-23 0,4-5 0</inkml:trace>
  <inkml:trace contextRef="#ctx0" brushRef="#br0" timeOffset="5295">1713 1315 8091,'-4'0'1877,"-1"1"-1516,3 1 1,-1 2 122,1 5 0,1 1-120,-1 2 0,1 2-47,-1 1 0,1 4-67,-1 2 1,-1 0-467,1-1 0,-1 0 61,1-1 1,0 2-90,-2-4 0,2-2-1114,-2-2 0,2-1 12,0-3 1346,-1-4 0,8-22 0,-1-8 0</inkml:trace>
  <inkml:trace contextRef="#ctx0" brushRef="#br0" timeOffset="5829">1822 808 8065,'-4'-3'882,"-1"3"1,1 0-774,-2 4 0,-1 2 123,1 0 0,-1 4-99,1 3 1,-3 0 77,1 5 1,-1 2-339,3 3 1,-1 1 98,1 1 0,2-1-529,-1 4 0,4-1-75,-1-2 1,2 0-331,2-1 0,2-6 325,5-5 637,-2-3 0,22-15 0,3-3 0</inkml:trace>
  <inkml:trace contextRef="#ctx0" brushRef="#br0" timeOffset="6237">1899 930 7793,'1'-6'115,"1"-1"0,-1 1 104,3-1 0,1 3-121,1 0 0,-1 0 68,1 0 0,-1-1 107,4 3 1,-1 0-153,0 2 1,0 0-175,0 0 1,1 0-96,0 0 1,-1 3 117,-1 1 0,-1 2-52,1 0 0,-4 3 43,-1-1 1,-1 4-28,-1-2 0,-1 2 53,-1 1 0,-1 0-68,-4 0 1,-1 0 33,-1 0 0,-2-1 3,3 1 1,-3 0 159,0 0 0,1-2-73,-1-1 1,3-2 88,0 1 1,1-2-110,0-1 0,3 0 156,0-2 1,2 0 14,0-2-4,1-1 1,2 1-60,1-2 1,2 0-20,2 0 0,1 0 217,-1 0 0,3 0-54,2 0 1,0 0-210,0 0 1,1 0 104,-1 0 0,2-2-1289,0 0 1,2-1 567,-5 1 0,2 1-190,-2-4 1,2 3-65,-1-2 804,-2 3 0,-2-11 0,-4 2 0</inkml:trace>
  <inkml:trace contextRef="#ctx0" brushRef="#br0" timeOffset="6513">2117 847 7793,'0'-4'1542,"0"-1"1,1 5-1324,1 0 0,3 2-77,4 5 1,2 2 76,-3 2 0,4 1 90,-2 1 0,0 2-140,1 2 1,-3 3 12,0 1 0,-1 0 36,-3 2 1,-1 1-13,-3 1 0,-3-1-1344,-1-1-1,-5-2 586,-1 1 1,0-6-881,-1-3 0,3-3 1433,0-4 0,0-11 0,2-3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32.283"/>
    </inkml:context>
    <inkml:brush xml:id="br0">
      <inkml:brushProperty name="width" value="0.08571" units="cm"/>
      <inkml:brushProperty name="height" value="0.08571" units="cm"/>
    </inkml:brush>
  </inkml:definitions>
  <inkml:trace contextRef="#ctx0" brushRef="#br0">0 33 9161,'7'0'641,"2"0"-663,2 0 0,2-2 61,2 0 0,4 0-91,4 2 0,3-1 99,2-1 1,-1 0-516,3-2 0,-6 3 197,0-2 0,-4 1-143,-3-1 0,-2 1-232,-5 2-60,0-3 706,-7 3 0,0-3 0,-12 11 0,-1 3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32.899"/>
    </inkml:context>
    <inkml:brush xml:id="br0">
      <inkml:brushProperty name="width" value="0.08571" units="cm"/>
      <inkml:brushProperty name="height" value="0.08571" units="cm"/>
    </inkml:brush>
  </inkml:definitions>
  <inkml:trace contextRef="#ctx0" brushRef="#br0">7 26 7845,'-3'4'1006,"2"1"-400,-1-4-189,2 2-93,2-3 1,2 0-133,2 0 0,4 0-47,0 0 0,5 0-80,2 0 0,6-2 104,2 0 0,4-3-141,3 3 0,-3-3 40,-1 1 1,-3 0-55,-1 0 0,-5 0 219,-4 0-140,-4 1 1,-4 3-19,-3 0 1,-3 0 113,-1 0-235,-3 0 1,-1 0-72,0 0 117,2 0 0,-6 0 0,0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42.331"/>
    </inkml:context>
    <inkml:brush xml:id="br0">
      <inkml:brushProperty name="width" value="0.08571" units="cm"/>
      <inkml:brushProperty name="height" value="0.08571" units="cm"/>
    </inkml:brush>
  </inkml:definitions>
  <inkml:trace contextRef="#ctx0" brushRef="#br0">96 488 8155,'-6'-3'0,"0"-1"0,1-1 1171,1 0-802,2 0 1,0 3-80,2-2 0,0 2-56,0-3 0,2 3-14,0-2 0,4 3 13,0-2 0,1 1-193,4-1 1,-1-1 103,3 2 0,0-1-246,0 1 1,0 1 111,0-1 0,-1 2-307,1 0 1,-1 2 155,-1 3 1,-2 0-52,-2 2 0,-2 2 35,0 2 0,-2 1 90,-3 1 1,-1 2 122,-1 2 0,-4 0-102,-3 0 1,-2-2 126,0 2 0,-3 0-49,-1 2 0,-2-2 109,2-2 1,-2 0-68,2 0 0,-3 1 98,1-1 1,1-4-48,1 2 1,2-4-35,0-1 0,2-1 315,1 0-142,5-4 293,-1 0-389,6-3 1,1 0 116,1 0 1,1 0 64,4 0 1,0-2 12,2 0 0,0 0-314,4 2 0,1 0 75,1 0 0,1 0-188,3 0 0,1-1 85,-1-1 0,0 1 128,0-4 1,0 4-727,-2-1 0,-1-1 577,-3 1 0,-12-3 0,-2 1 0</inkml:trace>
  <inkml:trace contextRef="#ctx0" brushRef="#br0" timeOffset="1317">699 289 7841,'-3'-7'1594,"3"4"-1015,-3 0-150,3 3-274,-3 0 0,2 4-9,-1 2 1,-2 1-103,0 4 0,-2-1-155,0 3 1,0 3 122,-1 1 0,1 2-70,-1 0 1,3-1 34,0 0 1,2 0-208,0-1 1,2 0 82,0 0 0,0-4-118,0 0 1,3-3 52,4-4 1,0-2 130,3-2 1,-1-1-164,2-1 1,-1-3 87,3-1 0,0-2-46,0 0 0,0-4 88,-1 0 0,-1 0 107,0-1 0,-3 0-114,3-2 1,-3 1-1,0-1 0,-3 1 132,0 1 1,-4-1 282,1 1 0,-1 0 121,-1 0 0,-1 2-208,-1 2 0,1 1 157,-4 0 0,3 2 110,-2 2-289,0 1 1,-1 2-13,1 1 1,3 2-115,-1 5 1,1-1 83,1 2 0,0 1-12,0 2 1,0 0-135,0 0 1,0 2 83,0 2 1,2 2-154,0 0 0,0 0 52,-2 1 0,0 0-17,0 1 0,-3 2 53,-4 2 0,-2-1-141,-4-1 0,-2-1-8,-3 1 0,-1-2 70,-2 0 0,0-4 231,-2-2 0,2-4-66,0-2 1,2-3 240,4-2 1,1-1-124,5-3 0,2-3-55,2-1 0,2-4-45,3-3 1,1-1-99,1-1 0,3 0-24,3 0 0,3 0-232,4 1 1,1-1 185,3 3 0,3-2-560,-1 1 0,3 0-166,0 0 1,-2-1-1267,-1 4 2040,2 2 0,8 12 0,6 5 0</inkml:trace>
  <inkml:trace contextRef="#ctx0" brushRef="#br0" timeOffset="1503">904 725 7753,'-4'6'1328,"0"1"0,2-1-580,-3 1 0,4 2 55,-1 2 0,0 1-315,0 1 0,2 2-170,-3 2 0,2 1-115,-1-1 1,1 2-310,-1-2 0,1-1-373,-2 1 1,3-5-632,-2 1 1,1-4-2286,1-1 3395,0-3 0,6-11 0,1-5 0</inkml:trace>
  <inkml:trace contextRef="#ctx0" brushRef="#br0" timeOffset="2135">789 58 8437,'-3'-6'616,"2"2"0,-4 2-268,0 4 1,2 2-82,-1 2 0,-1 0-228,-1 1 0,2 1 99,-1 1 0,1 2-272,-2-3 1,0 1-53,2 0 0,-1-2-52,3 2 1,-3-4-228,3-1 201,0-3-551,2 2 530,3-3 1,0-3-133,4-1 1,-1-2 109,1 0 0,-1-3 220,0 1 0,1-4 135,-1 2 1,1 0 244,-1-1 0,-2 2 7,1-1 0,-3 1-173,2-1 1,-2 2 107,0-1 120,-2 2 553,0 1 0,1 2-432,1 2 1,0 2-291,2 2 1,-2 2-706,2 5 0,3 1 332,1 3 1,3 2-1254,-2 0 0,2 5 1440,0-1 0,9 30 0,4 6 0</inkml:trace>
  <inkml:trace contextRef="#ctx0" brushRef="#br0" timeOffset="2490">1090 667 8412,'0'-5'1544,"-2"0"-821,1 0-496,1 1 0,6 0 101,2-1 0,4 4-292,1-1 1,3-1-318,3 1 0,1 0-1231,1 2 1,0 0 1511,2 0 0,7 3 0,2 0 0</inkml:trace>
  <inkml:trace contextRef="#ctx0" brushRef="#br0" timeOffset="3508">1584 295 7753,'0'-6'1302,"0"-1"-698,0 4-414,0 0 1,0 4-1,0 1 0,0 1-72,0 4 1,0 2 95,-3 2 1,2 1-1,-3 1 1,2 0-257,-3-1 1,4 3-341,-1 0 0,1 1-27,1-1 1,0-1 236,0 0 0,1-1-206,1-2 0,0 0 132,4-2 0,-1-1-6,4-4 0,-2-1 71,0-3 1,1-1-9,1-1 0,1-2 17,-1-5 0,2 1-10,-3-2 1,1-1 209,0-2 0,-3 0-48,1 1 0,-2-2 270,-2-1 1,-1 1-143,-2-3 1,0 2 324,0 0 1,0 4-193,0 0 1,-1 1 28,-1 0 283,1 0 17,-5 7 1,6 1-300,-2 4 1,1 2-62,1 5 1,0 1-166,0 2 0,0 3 101,0 2 0,1 0-271,1 4 1,-2 2 87,3 1 0,-3 1-36,0 0 0,0 3-88,0 0 1,0 0-71,0 0 1,-3-1 40,-1 0 0,-2 0 90,-3-2 0,-1-2 4,-5-1 1,-2-3-13,-2 1 0,0-6 395,-1-1 0,-1-5-130,0 1 1,-1-2 60,3-1 0,3-2-40,1-2 1,4-4 20,2-2 0,3-5-76,2-2 1,1-1-23,3 0 0,3-3-148,1 0 0,5-2 84,1 2 0,2 0-431,1 2 0,3 0 179,1 0 1,2 1-799,0 1 1,0 2 288,0 3 0,1-1 724,-1 1 0,26 8 0,6 2 0</inkml:trace>
  <inkml:trace contextRef="#ctx0" brushRef="#br0" timeOffset="3716">1854 706 8437,'0'4'1792,"0"0"0,0 1-973,0 4 1,0-1-105,0 5 0,0-1-420,0 5 1,0 1-82,0 1 1,0 3-869,0 1 0,0-1 440,0 0 0,0-1-1735,0-2 0,0 1 345,0-5 1604,0 0 0,-6-19 0,-1-4 0</inkml:trace>
  <inkml:trace contextRef="#ctx0" brushRef="#br0" timeOffset="4533">520 161 7784,'-7'0'473,"1"0"1,-1 2-65,1 3 1,-1 1 95,-2 3 1,-1 3-128,-3 6 0,-2 7 90,0 4 0,-2 10-22,2 8 1,3 2-47,4 7 1,3-4-356,3 2 0,7-1 25,4-4 1,5-4-633,3-8 1,0-3 447,0-4 0,-1-2-1081,1-5 0,-1-1 547,-3-5 1,-3-2 647,-2-2 0,-3-6 0,-3-1 0</inkml:trace>
  <inkml:trace contextRef="#ctx0" brushRef="#br0" timeOffset="5434">1905 173 7709,'-4'-5'-127,"-1"0"0,3 0 676,-2 3 0,3-1 296,-2 1-181,3 2-345,0-3 1,3 6 128,1 4 1,2 1 70,0 4 0,4 3-156,3 7 1,0 3-10,4 5 0,1 8-113,1 5 1,-1 4-566,-1 4 1,-2 3 266,-4 2 0,-4-5-158,-5-2 0,-5-6 25,-4-4 0,-4-6-242,-4-3 1,0-8 116,2 0 1,-1-9 28,1 0 0,-1-2-334,3 2 0,2-3 227,0-1 1,3-2-1641,2-1 2033,-2 1 0,20-18 0,0-4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1:51.595"/>
    </inkml:context>
    <inkml:brush xml:id="br0">
      <inkml:brushProperty name="width" value="0.08571" units="cm"/>
      <inkml:brushProperty name="height" value="0.08571" units="cm"/>
    </inkml:brush>
  </inkml:definitions>
  <inkml:trace contextRef="#ctx0" brushRef="#br0">7 203 8051,'0'-7'0,"0"1"0,0 0 653,3 2-270,-3 1 1,3 4-61,-3 4 0,0 0 6,0 5 1,0 4-111,0 3 0,0 3 96,0 3 1,0 2-193,0 5 0,0 2-112,0 5 0,0 1-70,0 3 0,0-2-19,0 2 0,-2-5-192,0-2 1,-1-2 172,1-2 1,1-4-88,-1-5 0,1-4-194,1-5 37,0-2 248,0-6 1,0-2 119,0-4 0,0-2-52,0-5 0,0-1-267,0-3 0,0-2 129,0 0 0,2-2 76,1 0 1,-1 0 30,1 0 1,-1 1-49,3-1 1,0-1 109,0 3 1,0 0-108,2 2 0,0 1 264,1 1 1,0 0-31,3 5 0,-3 1 227,0 5 1,2 1-115,-2 1 1,3 5 20,-3 6 0,1 0-279,-3 5 0,-1 1 94,-1 2 0,0 2-164,0-4 1,1 2 50,-3-4 0,0 2-486,-2 0 1,0 0-124,0 0 1,0-2-1054,0-2 1693,0-2 0,-3-9 0,0-1 0</inkml:trace>
  <inkml:trace contextRef="#ctx0" brushRef="#br0" timeOffset="605">366 658 7799,'0'-6'0,"0"-1"698,0 1-138,0-1-545,0 1 0,3 0 144,1 2 1,2 1 60,3 3 0,-1 0-246,3 0 0,-1 1 128,3 1 1,0 2-152,0 2 0,-1 0 58,-1 1 0,0 1-284,-3 1 1,-1 0 125,-3 0 1,-2 0-51,0 2 0,-4-1 106,-3-2 1,0-1 109,-2 2 0,0-2 65,-1-1 1,0 1-140,-3-1 0,1-1 149,-1-1 1,2-3-48,3 1 1,-1 0 68,1 0 0,2-1 64,-1 1-477,4-2-120,-2 0 274,3-2 0,3 1 84,1-1 0,2-1-28,0 1 1,3-2 1,-1 1 0,1 1-16,-3-1 0,3 3 10,-1-2 0,3-1 186,-2 1 1,1-1-86,-1 3 0,2 0 161,0 0 1,-2 3-61,0 2 0,0 0 63,0 2 1,-2 2 26,-2 2 0,-2 1 5,-3 1 1,0 0 135,0 2 0,-5-1-75,-2 1 0,-4-2-337,1 0 0,-4-1 163,-1-1 0,-3 0-760,1-2 1,0-1-492,0-1 1,0-4 1159,-2-1 0,-6-24 0,-2-6 0</inkml:trace>
  <inkml:trace contextRef="#ctx0" brushRef="#br0" timeOffset="1331">507 113 7782,'0'-7'1743,"0"1"-1378,0 2 0,-2 5-30,0 6 1,-3 0-92,0 6 1,2-1-273,-1 3 1,-1 1 97,-1 1 1,-1-1-756,-2 2 1,2-3 441,-1 2 0,-2 0-1758,2 2 2001,-4 0 0,8 6 0,-2 2 0</inkml:trace>
  <inkml:trace contextRef="#ctx0" brushRef="#br0" timeOffset="1881">918 267 7487,'-3'-4'484,"-2"2"0,2 1-1,-1 1 0,-1 2-6,-4 2 1,-1 3 13,-3 6 0,0 5-145,-2 1 1,0 8-118,-2 3 1,3 4-27,-1 5 0,7-1-169,1 1 1,5-1 72,0 1 0,5-7-568,3-2 0,6-3-143,3-4 0,3-3-470,1-5 0,1-3-41,1-4 0,-3-2 1115,-1-6 0,17-14 0,7-4 0</inkml:trace>
  <inkml:trace contextRef="#ctx0" brushRef="#br0" timeOffset="2348">1033 401 7930,'-3'-6'751,"2"2"1,-1 2-803,4 2 0,4 0 195,3 0 0,3 0 8,1 0 0,0 0-134,4 0 0,-2 0 103,2 0 1,0 0-167,0 0 0,0 0 46,-4 0 0,0 0-42,-4 0 0,-1 0 109,-1 0 1,-3 2 10,0 0 138,-2 0 1,-2 1-96,-4 1 1,-2 2 26,-1 0 1,0 4-65,-1 0 0,0 2-96,-3 1 1,1 2 72,0 0 1,-3 2-157,3-2 1,-2 3 76,-1-1 0,0 2-52,0 0 1,1-3 74,1-1 1,0-1-72,2-1 1,1-3 149,1-2-99,4-1 1,1-3 558,4-2 1,1-1-313,4-1 1,2-1-318,2-1 1,1 1 61,1-1 0,0 1-234,-1-2 1,1 3-955,0-2 1,0 1 534,0 1 0,-1 0-731,-2 0 1406,0 0 0,13 0 0,5 0 0</inkml:trace>
  <inkml:trace contextRef="#ctx0" brushRef="#br0" timeOffset="2556">1373 677 9292,'3'5'1099,"0"-1"0,-2 2-722,1 3 0,0 3 176,2 1 1,-3 2-250,1 5 0,1 0-296,-1 1 1,1 0-248,-3 2 1,0 0-489,0 0 1,0-1-197,0-5 0,-3 0-15,1-4 938,0-2 0,-1-21 0,0-5 0</inkml:trace>
  <inkml:trace contextRef="#ctx0" brushRef="#br0" timeOffset="3093">1488 10 8925,'0'-6'0,"-2"3"1043,-3 3 0,0 5-667,-2 3 1,-1 6-132,-1-1 0,0 5-200,0 1 0,2 4 113,-1 4 1,0 1-187,2 2 0,2-1-278,2 4 1,2-2-403,0-1 1,1-2-426,3-5 0,1-4 508,3-4 1,1-2-275,0-2 899,-1-5 0,13-9 0,3-4 0</inkml:trace>
  <inkml:trace contextRef="#ctx0" brushRef="#br0" timeOffset="3591">1597 145 7762,'3'-7'0,"-2"1"392,1 0 0,2 0 201,0 2-633,2 1 1,2 3 178,1 0 1,0 0 17,0 0 1,-2 3-19,4 1 1,-2 2-1,1 0 1,-2 1-173,1 2 1,-2-2 43,-1 1 0,-2 2-391,-2-2 0,-1 1 179,-1-3 1,0 3-63,0-1 281,-3 1 0,-3-3-51,-2 1 1,-1-3 128,3 0 0,-1-2-115,1 0 0,-1 1 52,1-1 1,0 0-7,-1-2-39,1 0 17,-1 0 1,3 0-18,0 0 120,2 0 121,-1 0-197,9 0 87,-2 0 1,8 0-84,-4 0 1,1 0-55,-3 0 1,3 0 9,-1 0 0,4 0-129,-1 0 0,-1 2 71,0 0 1,1 3 65,2-1 0,-3 3 45,1 1 0,-4 0-67,0 3 0,-4 0 174,-3 1 0,0 1-105,0 0 1,-5-2 44,-4 0 0,-3-2-204,-3 2 1,1-1-211,-1-1 1,2-4-664,0 1 0,0-3 111,0 1 874,3-2 0,7-14 0,4-6 0</inkml:trace>
  <inkml:trace contextRef="#ctx0" brushRef="#br0" timeOffset="3841">1790 55 7762,'6'-3'1541,"1"0"1,0 6-1098,1 1 0,0 2-65,3 3 0,0 3-23,1 3 0,-1 3-379,0 2 1,-3 0 94,0 3 1,-4 0-992,-1 0 0,-3 0 569,0-4 1,-3 0-485,-1 0 1,-2-2 833,-3-2 0,-6-2 0,-5 0 0</inkml:trace>
  <inkml:trace contextRef="#ctx0" brushRef="#br0" timeOffset="4460">2046 344 7755,'0'-5'243,"0"1"0,0-1 0,0-1 0,1 1 627,1 1 1,0 1-481,2 3 0,0 0-176,3 0 1,0 3-13,1 1 0,2 6-12,3 3 0,2 7 24,0 2 1,0 3-162,-2 2 0,-1 1 112,-1 4 0,-5 0-216,-4 4 0,-2-2-9,-5 3 1,-5-5-58,-7 0 1,-1-1 127,-2-5 1,2-3 34,1-6 1,-1-1-159,3-3 0,1-3 76,3-2 1,2-3-1625,2-3 1213,4-2 0,0 0 447,3-2 0,20-19 0,5-7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05.135"/>
    </inkml:context>
    <inkml:brush xml:id="br0">
      <inkml:brushProperty name="width" value="0.08571" units="cm"/>
      <inkml:brushProperty name="height" value="0.08571" units="cm"/>
    </inkml:brush>
  </inkml:definitions>
  <inkml:trace contextRef="#ctx0" brushRef="#br0">32 520 7386,'-6'0'1036,"2"-1"-574,-1-1-118,4 1-138,-5-2 0,5 1 43,-4 0-154,4-3 1,-2 4-83,3-4 0,0 3-208,0-2 161,0 0 0,1-3 125,1 1 1,2 2-55,2-1 1,1 2-141,2-2 1,-1 0-5,2 3 0,1 0 24,2 2 1,-1 0 43,-1 0 0,0 1-125,-3 1 0,1 2 160,-3 2 0,-1 3 4,-1 2 1,-3 1-229,2 1 0,-6 0 36,-1 2 0,-2 1 232,0 1 1,-3 1-76,1-3 1,-1 2 3,3-2 0,0 0 115,-1-2 0,3 0-89,0 0 1,2-1 210,0-2-161,1 2 0,2-5 87,1-1 1,2-2-64,2-4 0,1 0-160,2 0 1,0-1 26,2-1 0,1-2-86,-1-2 1,1-1-201,1-2 1,-4 2 127,0-1 0,-2-2 50,0-1 1,-1 0 37,0 0 1,-2-1 205,-2 4 1,1-3-117,-1 0 167,0 2 0,0-1 127,1 4-45,-1 2-108,-2 1-54,0 3 0,0 5 13,0 2 1,-2 1-30,-1 1 0,1 1-28,2 3 0,0 0 19,-3-1 0,3 1-114,-2 0 0,1 0 107,1 0 1,3-3-6,1 1 1,2-5 105,3 0 1,1-4-73,3 1 1,0-4 209,-1-3 1,1-4-69,0-4 1,-1-1 422,-1 0 1,-1-3-194,-2-1 0,-3-1 168,-1-2 1,-3 1-196,-1 0 1,0-3-578,0-2 1,-2 2 13,-3 1 0,2 2-85,-2 1 0,4 5-2294,-1 2 1877,-2 6 1,4 3 679,-3 9 0,6 19 0,0 8 0</inkml:trace>
  <inkml:trace contextRef="#ctx0" brushRef="#br0" timeOffset="365">443 693 7790,'-4'-4'692,"-2"2"177,6 2 0,-3 2-198,3 3 1,0 1-245,0 3 0,0 1-112,0 2 0,0 1-109,0 0 0,0 0-154,0 0 1,0 2 93,0 0 0,0 0-653,0 0 1,0-1-78,0 1 1,0-2-358,0-3 1,0 2-1283,0-4 1032,0 1 1191,0-3 0,0-2 0,6-24 0,1-9 0</inkml:trace>
  <inkml:trace contextRef="#ctx0" brushRef="#br0" timeOffset="615">545 687 7790,'0'-4'1456,"0"1"198,0 3-1386,3 9 1,-2-3-50,1 9 0,-1-2-184,-1 4 0,0 0 122,0 2 0,0 1-574,0 2 1,0-2 284,0 4 0,-2-4-558,0 2 1,-3-3 368,3-2 1,-2-2-875,2-4 1195,0 1 0,4-16 0,2-1 0</inkml:trace>
  <inkml:trace contextRef="#ctx0" brushRef="#br0" timeOffset="1198">558 32 7763,'-4'0'217,"0"0"1,1-2 0,-1 0 0,-1 1 712,0 0 1,-4 4-592,0 4 1,0 0-124,1 4 0,-2 2 164,0 4 0,-2 3-106,4 1 1,-1 2-297,3 5 0,2 1 82,2 4 1,1-2-692,1-1 1,3 0-917,1-2 1,2-3 794,1-3 0,1-6-198,1-3 950,2-3 0,16-27 0,7-5 0</inkml:trace>
  <inkml:trace contextRef="#ctx0" brushRef="#br0" timeOffset="1725">680 109 7763,'4'-3'146,"1"-1"0,-1 1 310,2 1-404,1-1 0,-1 2 100,1-1 1,-1 1-83,0 1 1,3 3 79,-1 1 1,-1 2-133,-3 0 0,0 1-9,0-1 0,1 1-173,-3 2 1,0-2-63,-2 1 0,0 0 83,0-2 0,0 0 164,-3 1 1,0-2-38,-4 0 1,1 0 133,0-3 1,-1 2-72,1-2 1,-1 0 3,1-2 0,0 0 6,-1 0 0,1 0 18,-1 0 0,3 1 0,0 1 39,-1-1-26,-1 2-7,2-3-189,2 0 115,2 0 0,5 0 16,1 0-53,2 0 0,-2 1 34,1 1 0,0-2-126,1 3 1,0 0 72,0 1 0,1 2-73,0 1 0,0-1 92,0 0 1,-3 1 61,1-1 1,-2 3-22,-3 2 0,1-1 6,-3 1 1,-3-3 60,-2 0 0,-1 1-50,-3 0 0,0 0-385,-2-3 0,-1 0 167,2-2 0,-2 1-535,-1-3 1,2 0 724,0-2 0,9-11 0,0-3 0</inkml:trace>
  <inkml:trace contextRef="#ctx0" brushRef="#br0" timeOffset="2016">866 13 7928,'0'-4'1536,"0"-1"-1161,3 4 0,0-2 42,4 3 1,-1 4-155,1 2 0,1 3 9,1 4 0,2 1-70,-3 1 1,3 1-136,-3 3 0,3 3-139,-2-1 1,-2 1-139,-2-3 1,-2 2-199,-3 1 0,-1-1 219,-1-2 1,-2-2-237,-2-2 1,-3-3 131,1-1 0,-4 0-1746,1-2 2039,2-3 0,-6-6 0,2-4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08.801"/>
    </inkml:context>
    <inkml:brush xml:id="br0">
      <inkml:brushProperty name="width" value="0.08571" units="cm"/>
      <inkml:brushProperty name="height" value="0.08571" units="cm"/>
    </inkml:brush>
  </inkml:definitions>
  <inkml:trace contextRef="#ctx0" brushRef="#br0">7 13 7765,'0'-4'431,"0"0"98,0 2 576,0 0 0,0 7-740,0 1 0,0 7-112,0 0 0,2 7-38,0 1 1,0 4 42,-2 3 1,3 1-227,-1 3 1,2 2-160,-2 0 1,0 3 170,-2-3 1,0-1-404,0-3 1,0-2 216,-3-4 1,1-2-88,-3-3 1,0-5-239,3-4 317,-3-2 120,4-4 0,-1-2 6,2-4-89,0-2 1,0-4 63,0-1 1,0-2-125,0 0 1,2-1 72,0-1 0,2 0-72,-2 0 1,3-2 99,-3 0 1,3 0-31,-1 3 0,2-3 43,0 0 1,1 2 92,-1 2 1,0 1 57,1-1 1,2 2-33,2 3 1,1 2 188,1-1 0,0 4-76,-1-1 0,1 4 131,0 2 1,-1 5-14,-1 1 1,0 2-7,-2 1 0,-1 2-73,-1 0 0,-4 3 89,-1-1 0,-1-1-342,-1-1 0,0 0 70,0-2 1,0 0-711,0-4 1,0 1 387,0-1 1,-1-1-1064,-1-1 1,2-3 130,-3 0 1225,3-2 0,3-5 0,0-4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09.304"/>
    </inkml:context>
    <inkml:brush xml:id="br0">
      <inkml:brushProperty name="width" value="0.08571" units="cm"/>
      <inkml:brushProperty name="height" value="0.08571" units="cm"/>
    </inkml:brush>
  </inkml:definitions>
  <inkml:trace contextRef="#ctx0" brushRef="#br0">6 58 7765,'-3'-6'-106,"0"0"0,3-1 549,0 1 0,1 0-72,1 2 0,-1-1-175,4 3 1,-1-3-96,2 3 0,3 0 97,-1 2 0,4-2-159,-2 0 1,3 0-6,-1 2 1,-1 3-112,0 1 0,-1-1-105,0 2 1,1 1 116,-4 3 0,0 0 11,-5-1 0,0 0 58,-2 3 0,-1-2-74,-1 1 1,-4-1 45,-2 1 0,-3-1 121,3 2 1,-4-3-5,2 0 1,-3-1 91,1 0 1,1-1 121,0 0 1,3 0-87,0-2 0,1 2 105,0-2-92,1-1-125,2 3 1,2-5 33,4 1 1,3-1 9,3-1 0,2 0-19,3 0 1,0 2-145,0 0 0,0 0-346,2-2 1,-1 0-601,1 0 0,0 0-258,0 0 1,-2 0 564,-2 0 0,-3 0 53,0 0 596,-1-3 0,-9-6 0,-2-5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09.770"/>
    </inkml:context>
    <inkml:brush xml:id="br0">
      <inkml:brushProperty name="width" value="0.08571" units="cm"/>
      <inkml:brushProperty name="height" value="0.08571" units="cm"/>
    </inkml:brush>
  </inkml:definitions>
  <inkml:trace contextRef="#ctx0" brushRef="#br0">103 0 10819,'0'7'561,"-3"-1"-344,-1 1 0,-2 2-428,-1 2 0,-1 3 220,-1 1 0,-2 0-891,0 0 0,1 1 548,0 1 1,2-1 333,-1-3 0,5 2 0,1 2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10.536"/>
    </inkml:context>
    <inkml:brush xml:id="br0">
      <inkml:brushProperty name="width" value="0.08571" units="cm"/>
      <inkml:brushProperty name="height" value="0.08571" units="cm"/>
    </inkml:brush>
  </inkml:definitions>
  <inkml:trace contextRef="#ctx0" brushRef="#br0">147 13 7773,'0'-4'1238,"0"-1"-928,0 4 1,-1-2 359,-1 3-431,-1 0 0,-6 3 90,0 1 0,-2 6-100,0 2 1,-1 5 108,-3 4 0,1 3-90,-1 3 1,2 6-20,0 3 1,3 4-387,4 0 1,3 0 179,5-3 1,5-2-551,3-3 1,3-2 313,-1-2 0,1-3-845,0-6 1,-1-2 472,-1-2 0,1-3-231,-1-1 1,-1-4 815,0-5 0,7-13 0,3-3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11.203"/>
    </inkml:context>
    <inkml:brush xml:id="br0">
      <inkml:brushProperty name="width" value="0.08571" units="cm"/>
      <inkml:brushProperty name="height" value="0.08571" units="cm"/>
    </inkml:brush>
  </inkml:definitions>
  <inkml:trace contextRef="#ctx0" brushRef="#br0">19 32 7773,'-4'-2'108,"0"-3"0,2 0 325,-3 1-45,4 1 20,-2 0-207,3 3-39,3-3 1,0 3-10,4 0 1,-1 0-2,1 0 0,2 0-27,2 0 0,1 0-133,1 0 1,-1 0 55,1 0 1,2 0-125,0 0 0,1 0 44,-1 0 1,-2 0 39,-1 0 1,1 0 37,-2 0 1,-2-1 54,0-1 31,-5 1 11,2-2-20,-5 3 0,-6 2-56,-3 1 1,-3 2-1,2-1 0,2 2-136,-1 0 0,-2 1 71,2 2 1,-3-2-152,3 4 1,-4 0-11,2 2 1,-2-1-33,2 1 0,-3 1 102,3 1 1,0-2 24,2 2 0,-1-1 181,3-1 1,-1-1-125,5-1 0,0-2 508,2-3-357,0 1 0,0-3 74,2 0 0,2-2-105,2 0 0,1-1-59,2 1 0,-1-1-172,3 1 0,-1-1 84,0-1 0,2 2-113,-1 0 0,0 0 31,0-2 0,1 0-704,-4 0 1,3 0 344,-3 0 1,2 0-457,-2 0 1,0-2 930,3 0 0,-3-6 0,1 1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11.436"/>
    </inkml:context>
    <inkml:brush xml:id="br0">
      <inkml:brushProperty name="width" value="0.08571" units="cm"/>
      <inkml:brushProperty name="height" value="0.08571" units="cm"/>
    </inkml:brush>
  </inkml:definitions>
  <inkml:trace contextRef="#ctx0" brushRef="#br0">0 1 7773,'0'4'866,"0"0"0,0 1-231,0 1 0,1 3-120,1 2 1,-1 1-138,4 1 1,-3 3-120,2 1 0,-2 1-291,0-1 0,-2 1 106,0-3 1,0 2-329,0-2 1,0 0-361,0-3 0,0-1-727,-2 0 0,0-6 1341,-2 2 0,2-16 0,0-3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15.858"/>
    </inkml:context>
    <inkml:brush xml:id="br0">
      <inkml:brushProperty name="width" value="0.08571" units="cm"/>
      <inkml:brushProperty name="height" value="0.08571" units="cm"/>
    </inkml:brush>
  </inkml:definitions>
  <inkml:trace contextRef="#ctx0" brushRef="#br0">71 6 7982,'-6'0'0,"0"1"0,1 0 0,1 2 627,-1 1 0,-1 0-357,0 2 0,0 1 51,-1 2 1,1 1-103,2 3 1,-1 2-188,3 0 0,0 3 82,2 1 1,1 1-581,1 4 0,1-6 137,4 2 1,-1-3-83,1 3 1,0-4-444,1-1 1,-1-4 346,2-3 1,-2-1 506,-1-3 0,7-10 0,0-4 0</inkml:trace>
  <inkml:trace contextRef="#ctx0" brushRef="#br0" timeOffset="433">181 83 7691,'0'-6'-330,"2"-1"728,0 1 1,1 1-74,-1 1 0,1 3-282,4-1 0,0-1 57,1 1 1,0-1 33,3 3 1,-2 0 35,1 0 0,0 3-209,1 2 0,-2-2-62,-2 1 0,-2 1-88,0 1 1,-3 1 10,-2 2 1,0-2 142,0 1 1,-2 2 0,0-2 0,-5 3-9,1-2 0,-3 0 22,0-1 1,0-1-29,-1 2 1,-3 0 192,3 0 0,-2-1-95,2-1 1,-2-2 183,4 0 0,-1 0 5,3 0 0,1-2 186,1 2-291,3-4 1,-1 3-23,4-2 0,1-2-84,4 3 0,0-1 103,1 1 0,2 1-441,3-2 1,-2 2 164,0-2 0,-1 1-928,3-1 1,-1-1 1073,-1 1 0,7-7 0,-1-2 0</inkml:trace>
  <inkml:trace contextRef="#ctx0" brushRef="#br0" timeOffset="998">367 19 8253,'-3'-7'1206,"1"1"-1000,0 2 1,5 2 131,1 4 1,4 2-97,1 2 0,2 4 45,0 0 1,1 3-56,1 2 1,-1 1-157,-2 1 0,-1 2-239,-5 0 1,1 1-395,-3 1 1,0-1-433,-4-1 0,-2-2 523,-2-2 0,-1-5-821,1-1 1287,-1-2 0,-5-6 0,-1-2 0</inkml:trace>
  <inkml:trace contextRef="#ctx0" brushRef="#br0" timeOffset="1690">649 134 7801,'-4'-3'0,"1"2"0,0-3 0,1 2 922,-3-3-69,3 4-126,-1-2-7,2 3 1,6 4-348,6 2 1,2 3-86,0 4 1,3 3-86,1 4 1,1 2 3,2 3 0,-3 5-204,0 2 0,-4 3-144,-3 3 1,-4 0-156,-8-2 0,-7 1-87,-6-2-1,-3-5 209,-1-4 0,-1-4 61,1-5 0,0-3 37,0-4 0,2-5-193,2 0 1,4-2 38,0-1 1,5 0-792,0-2 1,4 0 1021,0-2 0,10-8 0,2-3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19.969"/>
    </inkml:context>
    <inkml:brush xml:id="br0">
      <inkml:brushProperty name="width" value="0.08571" units="cm"/>
      <inkml:brushProperty name="height" value="0.08571" units="cm"/>
    </inkml:brush>
  </inkml:definitions>
  <inkml:trace contextRef="#ctx0" brushRef="#br0">174 340 7788,'0'-6'0,"0"0"38,0-1 0,0 1 154,0-1 1,2 1 27,0-1 1,0 3-3,-2 0 1,-1 3-184,-1-2 1,-1 3 108,-4 0 1,0 0-113,-1 0 1,-2 0 82,-3 3 0,0 0-50,0 3 1,0 3 38,0 0 1,1 2-189,-1 0 1,2 1-8,0 1 1,4-1 107,-2 1 0,3 0-199,1 0 1,2-2 73,3-1 0,1-2-123,1 1 1,5-1 54,3-1 0,3 0-31,-1-5 0,2 0-7,1-2 0,-2 0-100,2 0 0,-1-2 133,-1 0 1,-1-3 5,-1 1 1,0-4 198,-3-1 1,0-2-55,-3 3 1,0-3 269,-3 3 0,0-3-129,-2 2 1,0-1 140,0 1 0,-1 1 86,-1 1 1,1 1 146,-1-1 1,-1 3-61,1 0 1,-1 2 295,1 0-475,1 2 0,-1 3-31,2 4 1,0 0-63,0 3 0,0 1 52,0 2 1,0 3-160,0 1 0,0 2-62,2 2 1,0 4-162,2 3 1,-2 0-199,0-3 0,1 4 198,-1 1 0,0-2-142,-2-3 0,0 0 108,0-3 1,-1-2 142,-1-3 0,1-2-171,-1-4 777,1-4-311,1-5 1,0-2 101,0-2 1,0-2 19,0-2 1,3-2-93,2 0 1,0-2 89,2-3 0,1 0-26,1 0 0,-1 0-304,-1-2 1,-1 1 75,1-3 0,-1 3-570,0 1 0,1 0 65,-1 3 1,1 0-140,-1 2 1,-2 1-739,1 0 0,-3 4 549,2 1 1,0 1 739,3 1 0,2 17 0,1 4 0</inkml:trace>
  <inkml:trace contextRef="#ctx0" brushRef="#br0" timeOffset="289">456 693 11342,'3'4'834,"0"1"0,-3 1-629,0 3 0,2 2 26,1 0 0,-1 1-299,-2 1 1,0 0 109,3-1 0,-3 3-745,2 0 0,-1 0-283,-1-2 0,0-3-2063,0-1 3049,0-2 0,6-24 0,1-5 0</inkml:trace>
  <inkml:trace contextRef="#ctx0" brushRef="#br0" timeOffset="908">526 0 7702,'-6'0'472,"0"0"0,1 0-89,1 0 0,0 1-14,-3 1 1,0 3-131,-1 3 1,0 2-134,-3 3 1,3 3 23,-3 4 0,1 2-354,-1 3 1,3 1 93,3 0 1,3-1-70,2 1 0,3-3-504,4-2 0,2-2 326,4-2 1,2-4-363,2-4 0,4-3 739,0-1 0,15-14 0,1-5 0</inkml:trace>
  <inkml:trace contextRef="#ctx0" brushRef="#br0" timeOffset="1139">738 109 7780,'-3'-3'1548,"3"-3"-518,-6 3-657,5-1 0,-2 5-156,3 5 1,3 1-175,1 4 0,2 0-488,0 4 1,1-1 286,-1 1 0,0 1-329,-2-1 1,2 0 282,-2-3 1,0 2 193,0 1 1,-2-4 9,3-1 0,-1-13 0,2-5 0</inkml:trace>
  <inkml:trace contextRef="#ctx0" brushRef="#br0" timeOffset="1398">847 7 7780,'7'0'1028,"-1"0"1,1 1-548,2 1 0,1 1-95,5 4 0,0 3-320,2 2 1,-1 4 58,1 3 1,0 5-226,-4-1 0,-2 4 110,-7-4 1,-1 2-812,-3-2 0,-5 1 20,-2-5 1,-5 0-1097,-1-6 1877,-1 1 0,-8-7 0,-1 3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26.164"/>
    </inkml:context>
    <inkml:brush xml:id="br0">
      <inkml:brushProperty name="width" value="0.08571" units="cm"/>
      <inkml:brushProperty name="height" value="0.08571" units="cm"/>
    </inkml:brush>
  </inkml:definitions>
  <inkml:trace contextRef="#ctx0" brushRef="#br0">24 131 7852,'-8'0'818,"1"0"-298,2 0-44,2 0-354,10 0 1,-1 0 103,10 0 1,-2 0-211,7 0 0,-1-1 72,3-2 1,2 2-443,1-1 0,0 1 190,0 1 1,-4 0-707,1 0 0,-1-1 305,-4-2 0,-1 3 565,-4-3 0,-5-5 0,-5 0 0</inkml:trace>
  <inkml:trace contextRef="#ctx0" brushRef="#br0" timeOffset="398">192 31 7789,'0'-7'711,"0"-1"-69,0 0-231,0 4 224,0 1-367,-4 9 1,4 0 57,-3 4 0,2 1-93,1-1 1,0 3-15,0-3 0,0 3-528,0 0 1,0 1 250,0-2 1,0 2-856,0-4 0,0 3 485,0-3 1,0 0-274,0-2 0,0 0 701,0-1 0,4-6 0,0-2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27.646"/>
    </inkml:context>
    <inkml:brush xml:id="br0">
      <inkml:brushProperty name="width" value="0.08571" units="cm"/>
      <inkml:brushProperty name="height" value="0.08571" units="cm"/>
    </inkml:brush>
  </inkml:definitions>
  <inkml:trace contextRef="#ctx0" brushRef="#br0">122 436 7805,'-3'-8'-648,"0"1"1174,-2 2 72,4-2-432,-3 3 1,4-1-11,0 0 1,1 3 9,2 0 1,-2-2-1,5 2 1,-1-1-11,2 3 1,2 0-278,1 0 1,-1 0 90,4 0 1,-3 0-59,3 0 0,-4 0 33,1 0 0,-1 3 2,-1-1 1,-2 4 7,-1-1 0,1 5 29,-3 0 1,-1 3 17,-5 0 0,-1-1 23,-4 1 1,-3 0 28,-2 5 1,1-2-35,-4 2 1,3-2 174,-5-1 0,2 0-96,1-2 0,-1 1 47,1-1 0,0 0-24,0 0 1,0-2 27,2-3 0,2-1 352,4 1-173,-1-4-160,4 0 1,1-4-38,6 0 0,1 0-59,4 0 0,0 0 74,2 0 1,3 0-99,5 0 0,-2-3-140,2 1 0,1-2-295,2 2 1,1 1-969,1-2 0,-1-1 650,-2-1 1,1 1 703,-3-1 0,-3-4 0,-4-3 0</inkml:trace>
  <inkml:trace contextRef="#ctx0" brushRef="#br0" timeOffset="875">763 313 7805,'-1'-7'59,"0"-1"311,-2 0-150,-3 4 0,5 1-135,-5 3 0,2 1 72,-1 1 0,-1 3-145,4 5 0,-4 0 57,1 3 0,0-3-148,0 2 1,3 1-82,-3 2 0,3 1-168,-1-1 1,3 1 74,0 2 1,0-4-70,0 1 1,0-2 90,3-1 1,2-1 58,5-3 1,-1-1 5,1-2 1,1-2 165,-1-3 0,3-3 0,-3-2 0,0-2-22,-2-1 1,2-3-41,0-1 0,0 0 147,-5-1 0,1 0 103,0-2 0,-3 0 18,-1 3 1,2-3-120,-2 3 0,1 1 16,-3 0 0,0 3-35,0 0 1,-1 3 832,-1 0-381,1 3-506,-3-1 1,2 6 70,-1 2 1,1 3 32,2 2 0,-3 0-148,1 2 0,-1 2 114,3 4 0,0-1-205,0 3 0,0 0 27,0 3 1,-3 0-64,1 0 1,-3 1 25,2 1 1,-3 2 90,1 1 1,-2-3 150,-4-4 1,2 0-98,-4-3 0,-2 1 425,-3-4 1,0-1-177,3-6 0,0-1 48,0 1 0,-1-4 215,1-1-78,3-2-93,1-1 1,7-6-110,1-2 1,3-2-400,3 0 0,4-2 160,3-4 1,3 1-552,0 0 1,2 0 315,3 3 0,-2-3-278,2 3 1,-2 1 191,0 0 0,-4 4-766,1 2 1,-3-2 1079,3 2 0,7 15 0,3 4 0</inkml:trace>
  <inkml:trace contextRef="#ctx0" brushRef="#br0" timeOffset="1295">962 672 5993,'0'-5'2864,"0"0"-2659,3 3 1,1-1 1,4 3 0,0 0-93,-1 0 1,1 0 38,0 0 1,-1 0-111,1 0 0,0 3-169,-1-1 132,1 4 0,-1-2-78,-2 4 0,-2-3 6,-3 0 1,0 0 55,0 3 0,0-3 50,0 0 1,-3 0-69,-2 3 1,-2-1-3,-1 1 1,1 0-75,-1-1 1,0 1 202,1 0 1,-1-2-90,0 0 0,1 0 251,-1-1 1,0 0-77,1 0 1,2-3 146,0 3-82,3-3-334,-1 5 58,3-6 1,4 2-112,3-3 1,2 0-636,4 0 0,-1 0 373,4 0 1,-1 0-581,0 0 0,1-2 979,-1-1 0,24-20 0,6-2 0</inkml:trace>
  <inkml:trace contextRef="#ctx0" brushRef="#br0" timeOffset="1942">748 38 8133,'0'-7'1263,"0"2"-1078,0 2 1,0 4 229,0 1-406,-3 3 1,-1 2 25,-1 1 0,-1 0-124,4-1 1,-2 1-6,2 0 0,0-1-226,-3 1-117,3-1 172,-1 1 95,3 0 49,0-4-46,0-1 0,0-3 39,0-3 0,1 0 44,1-4 1,0 1 273,3-4 1,-1 1 151,1 2 0,1-4 125,-3 1 0,2 0-193,-3 2 0,2 1 73,-2-1 1,0 1-129,3 2 0,-2-1-146,2 4 0,-3-1-37,3 3 0,-2 0-206,2 0 1,0 4-185,3 1 1,0 4-557,2 1 1,-1 6-850,1 0 1759,-1 1 0,15 28 0,5 9 0</inkml:trace>
  <inkml:trace contextRef="#ctx0" brushRef="#br0" timeOffset="2477">1237 596 7808,'-4'-5'-1026,"1"0"2685,2 3-607,1-5-649,0 6 0,4-4-259,1 2 1,1 0-207,2 3 0,3 0-114,2 0 0,1 0 170,2-3 1,-1 2-2069,0-1 2074,-3 1 0,23 1 0,2 0 0</inkml:trace>
  <inkml:trace contextRef="#ctx0" brushRef="#br0" timeOffset="3285">1565 283 7308,'-4'-8'-300,"1"3"952,3 0 1,0 2-191,0-2 1,0 3 306,0-3-302,0 3-50,0-5-44,0 6 53,0-5-262,0 5 70,0-3 1,0 10-194,0 2 1,0 2-71,0 0 1,0 0 40,0 2 0,0 1-376,0 2 1,0 1 189,0-1 1,0 0 40,0 0 1,0 1-429,0-1 1,3-1 183,2-1 1,2-1-128,1-2 0,0-2 131,2 0 0,-1-4 332,1-4 0,1 0-120,-1 0 0,3-1 58,-3-2 1,3-3-3,-3-5 0,-1 0 124,-4 1 1,2 1 78,-2-4 1,-1 1-61,-2-1 0,0-1 317,0 1 0,-1-1-163,2-1 1,-2 2 291,-1 0 0,0 1-215,0 0 1,-3-2 122,1 4 0,-1 0 47,3 2 0,-1 3 528,-1 0-827,1 3 49,-3-1-115,1 9 1,2 0 79,-1 7 1,1-2-330,1 4 0,2 0 117,1 5 0,2-2-101,-3 2 0,4 1-120,-4 2 0,4 0-151,-1 3 0,-1-1-155,-2 3 1,-1 0 237,-1 2 0,0 1 148,0-1 1,-4-3-18,-4-1 1,0-6 318,-5-2 1,0-2-102,-2-1 0,0-1 44,-1-4 1,4 0 174,-1-8 1,1 3 250,-1-2 0,2-1 100,4-2 0,0-1-255,2-1 1,1-1 59,4-4 1,0 1-58,0-4 1,4-2-322,1-1 1,5-1 106,3-2 0,-1 2-658,0 1 1,1 0 126,2 2 1,3-1-163,0 1 1,0 1-830,-3 3 0,-2-1 1416,-1 0 0,15 11 0,5 2 0</inkml:trace>
  <inkml:trace contextRef="#ctx0" brushRef="#br0" timeOffset="3788">1901 634 7808,'0'-4'-1288,"1"-2"644,2 3 910,-2-3 0,3 6 92,-2-3 1,0 0-6,3 0 1,-2 1-33,2 2 1,0 0-114,3 0 1,-1 0-65,1 3 0,-1-1 42,1 3 1,2-3-270,0 3 0,0 1 100,-5 1 0,1-2-285,-4 0 1,1 0 146,-3 3 0,0 0-1,0-1 1,-1 1 254,-1 0 1,-3-3-87,-2 0 0,-2 0 91,-1 3 1,1-2-108,-1-1 0,1 2 449,-1-2-266,1 2 0,-2 0 60,4-2 0,2-1-13,-1-1-130,5-2-265,-3 5 0,9-5 81,2 2 1,2 0-99,3 0 1,4-1 40,2-2 1,3 0-731,-1 0 1,1 0 350,0 0 0,-3 0-543,-2 0 1032,-4-3 0,-22-12 0,-8-5 0</inkml:trace>
  <inkml:trace contextRef="#ctx0" brushRef="#br0" timeOffset="4385">488 252 8474,'-3'3'2011,"-4"2"-1450,-3 10 0,-4 4-183,2 1 0,-3 9-53,0 4 0,0 9-219,3 6 0,4 2 63,6 6 0,2-5-479,6-3 1,5-3 264,6-2 0,4-7-912,-3-3 0,-1-6 472,-1-7 1,-4-1-1794,-2-4 2278,-2-6 0,-4-3 0,0-6 0</inkml:trace>
  <inkml:trace contextRef="#ctx0" brushRef="#br0" timeOffset="5161">2046 245 7709,'-3'-5'1080,"2"1"-704,-1 2 276,1 1-164,4 4 0,2 6-125,6 6 1,1 4-98,6 1 0,2 6-149,2 5 0,5 4 105,1 5 1,0 5-526,-3 4 0,-4-2 250,-11-4 1,-3-1-245,-7-4 0,-8-1 129,-5-4 0,-1-3-6,-4-8 0,2-2-428,1-2 0,3-5-113,2-3-227,1-2 0,1-4 942,1-1 0,6-12 0,2-4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34.600"/>
    </inkml:context>
    <inkml:brush xml:id="br0">
      <inkml:brushProperty name="width" value="0.08571" units="cm"/>
      <inkml:brushProperty name="height" value="0.08571" units="cm"/>
    </inkml:brush>
  </inkml:definitions>
  <inkml:trace contextRef="#ctx0" brushRef="#br0">1 215 7752,'0'-5'-112,"0"0"292,0 3 379,0-5-155,0 3 346,3 0-53,-2-3-382,3 6 0,-4-2 1,3 3 0,-2 3-68,1 2 1,2 3-94,-2 2 1,3 5 58,-2 6 1,2 2-174,-2 5 1,2 0 102,-3 5 1,1 2-269,-3 1 1,0 1-24,0 1 1,0-3-144,0-2 1,0-5 48,0-2 0,-3-6 79,1-2 1,-1-5 2,3-3 6,-3-5 156,2-2 1,-3-3-71,4-3 0,0-1-138,0-4 1,0 0 99,0-3 1,0 0 44,0-1 0,0-3 102,0 2 0,0-1-111,0-1 0,0 0 76,0 3 0,1-3-74,2 2 1,-1 2 61,3-2 0,-3 3-42,3-3 0,0 4 190,3 2 0,0-1 58,-1 3 0,1 2 43,0 0 1,2 2 14,0 1 1,1 1-132,-1 2 1,-1 3-95,1 5 0,1 2 84,-1 0 0,0 1-142,-2 2 1,-3 2 80,0-1 1,-3 2-382,0-1 0,-1-2-56,-1 2 0,0-2-201,0-1 0,0 0-361,0-3 1,-1 2-118,-1-4 464,1 0 595,-2-5 0,13-16 0,2-6 0</inkml:trace>
  <inkml:trace contextRef="#ctx0" brushRef="#br0" timeOffset="538">329 543 7752,'0'-7'0,"0"-1"0,0 3 0,0 0 0,4 3 355,1 0 0,-1 1 544,1 1 0,1 0-684,4 0 1,-1 0-14,1 0 0,1 3-794,-1 2 0,0-1 378,-2 2 1,-1-1-135,-2 2 1,1 1 105,-4 0 1,1-1 15,-3 1 105,0-1 0,-3 1-32,1 0 1,-4-3 473,1 0 1,-2-3-147,-1 4 1,1-5-17,-1 2 1,0-2-84,1 2 1,2-2-59,0 1 1,2-1-5,-2-1-15,3 0-41,-4 0-31,5 0-337,-3 0 376,11 0 0,-2 0 69,5 0 1,-4 0-63,-1 0 0,0 0 95,3 0 1,-3 0-68,0 0 0,1 0 11,4 0 1,-1 0 169,1 0 0,-1 0-98,-2 0 0,1 4 146,-1 1 0,0 2-54,-2 0 1,0 1 179,-3-1 1,-1 4-81,2-1 1,-6 3-237,-2-3 1,-4 1-15,-2-1 1,-2-1-100,0 4 1,-4-4-743,-1 2 0,-2-6 429,2 1 1,-1-5-1311,2 2 1696,-3-2 0,1-18 0,0-5 0</inkml:trace>
  <inkml:trace contextRef="#ctx0" brushRef="#br0" timeOffset="908">398 1 10809,'-3'13'-127,"-2"-1"0,-3-1-28,-2 1 1,1 4-260,-1 1 0,-1 2 222,1-1 1,-3-1 191,3 3 0,-7 4 0,1 3 0</inkml:trace>
  <inkml:trace contextRef="#ctx0" brushRef="#br0" timeOffset="1483">872 47 7590,'-8'-4'0,"0"1"520,-3 2 1,3 1-21,-2 0 1,-2 4 17,-1 4 0,-2 4-97,-3 6 1,-1 2-117,-1 6 1,-1 4 78,3 6 0,0 5-114,3 5 1,6 0-334,4 2 0,5-2 118,5-3 1,5 2-458,7-5 0,0-3-79,4-7 1,-1-6-338,3-6 1,-3-3 55,1-2 1,-8-3 272,0-5 0,-4-1 489,-1-4 0,-17-21 0,-5-4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55.697"/>
    </inkml:context>
    <inkml:brush xml:id="br0">
      <inkml:brushProperty name="width" value="0.08571" units="cm"/>
      <inkml:brushProperty name="height" value="0.08571" units="cm"/>
    </inkml:brush>
  </inkml:definitions>
  <inkml:trace contextRef="#ctx0" brushRef="#br0">14 36 7321,'-4'-3'241,"0"2"213,2-1-10,2-2-67,-3 4-55,3-3-149,3 3 0,0 0-25,4 0 0,-1 0-45,0 0 1,1 0 34,-1 0 0,3 0-186,2 0 0,1 0 71,1 0 1,0 0 74,0 0 0,2-2-315,0-1 1,0 1-85,-3 2 1,1-2-181,0 0 0,-3 0 208,-1 2 0,-2 0-23,-1 0 1,-2 0-196,1 0-275,-4-3 766,2 2 0,0-1 0,-2 2 0,1-3 0,-7 5 0,-2-1 0</inkml:trace>
  <inkml:trace contextRef="#ctx0" brushRef="#br0" timeOffset="341">238 10 7548,'6'0'129,"-2"0"1,0 0 123,-2 0 0,-2 1 132,3 1-237,-3-1 1,-2 4 18,0-1 1,-3 2-6,1 1 1,-1 1-8,-1 1 0,1 4-35,-3 0 0,0 2-161,-1 0 1,0 1 88,-2 4 1,-1-1-171,1 0 1,-1 0 59,-1 1 1,3-3-65,2 0 1,-1-3-4,0 1 0,1-2 79,4-2 0,0-2-29,2-3 1,2 1-14,-3-1 0,3-2-383,0 1 127,-3-4-623,2 5 315,-2-6 523,3 3 1,-3-3-1,0 0 1</inkml:trace>
  <inkml:trace contextRef="#ctx0" brushRef="#br0" timeOffset="548">52 382 7693,'3'-4'868,"-2"2"-670,4-1 1,-1 2-54,2-1 0,1 1 12,-1 1 1,3 0-30,2 0 1,2 0-23,2 0 0,-1 0-414,3 0 0,-2 0 203,2 0 1,-2-2-845,-1 0 1,-1-1 98,-2 1 850,1 1 0,-8-5 0,2 3 0</inkml:trace>
  <inkml:trace contextRef="#ctx0" brushRef="#br0" timeOffset="1156">366 324 7647,'0'-6'0,"0"-1"-46,0 1 43,0 2 1,1-1 188,1 3-101,2 0 0,2 0 44,1 0 1,0 0-5,1 2 0,-1 0 10,2 0 1,-1 0-11,0 0 1,-1 0-189,2 0 1,-2 0 123,0 0 1,-1 3 47,0 1 0,0 2-21,-2 0 0,-1 1-425,-3 2 0,0-1 176,0 2 1,-1-1-79,-1 1 0,1-1 75,-3 2 1,-1-3 109,-1 3 0,-3-3-3,1 3 1,-1-3-7,3 1 1,-1-2-232,-2-1 0,2 1 88,-1-1 1,3-2-126,0 0 331,1-2 0,0 1 0,4-9 0,4-1 0</inkml:trace>
  <inkml:trace contextRef="#ctx0" brushRef="#br0" timeOffset="1457">373 491 7693,'-4'3'677,"-2"-2"-285,6 1 383,-3-2-523,9 0 0,-1 0-133,5 0 0,1 0 48,2 0 1,2 0-25,0-2 0,2 1-389,-2-1 1,3-1 220,-1 1 0,1-1-837,-1 1 0,-4 1 444,-2-1 0,-3-1-996,0 1 1414,-1 0 0,-14-1 0,-5-1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2:59.474"/>
    </inkml:context>
    <inkml:brush xml:id="br0">
      <inkml:brushProperty name="width" value="0.08571" units="cm"/>
      <inkml:brushProperty name="height" value="0.08571" units="cm"/>
    </inkml:brush>
  </inkml:definitions>
  <inkml:trace contextRef="#ctx0" brushRef="#br0">84 25 7699,'0'-4'226,"0"0"0,-1-1 221,-1-1 0,0 3-134,-2 0 0,0 3-53,-3 3 0,1 0-93,0 4 0,-1 2-45,1 2 1,-1 3-88,1 4 0,-1 2-62,1 2 0,0 2-241,2-1 1,1 2 24,3 1 1,1-1 126,1-2 0,0-3-513,5-3 0,-2-2 262,3 0 0,1-5-277,0-1 1,2-5 643,0-2 0,7-7 0,2-2 0</inkml:trace>
  <inkml:trace contextRef="#ctx0" brushRef="#br0" timeOffset="1090">302 19 7839,'-7'-4'1306,"4"-1"-1047,3 4 0,3-1 51,4 4 0,1 2-67,1 2 1,2 0-23,-3 1 1,3 2-124,0 2 0,-2 2 98,0 2 1,-2-1-326,0 3 1,-2 0-63,-1 2 0,-1 0-201,-3 1 1,0-2-479,-3-1 0,1 1 428,-3-3 1,0-2-197,0-2 1,0-3 637,1 0 0,1-7 0,3-1 0</inkml:trace>
  <inkml:trace contextRef="#ctx0" brushRef="#br0" timeOffset="1725">507 96 8105,'-4'-3'0,"0"-1"460,1-2 0,-1 2 57,2 0 293,0 2-421,7 2 1,0 7-78,3 3 1,2 2 19,1 1 1,1 4-99,1 2 1,2 3-435,0 4 0,0 3 223,-2 3 0,-2 3-138,-2 3 0,-4 1-55,-8-1 0,-4 0-160,-6-2 0,0-4 354,-4-7 0,3-5-90,-1-5 0,0-1 105,0-1 1,4-4-80,-2-3 1,5 0-428,-1-4 0,4 1 21,1-1-1730,2-1 2176,-1 2 0,9-9 0,1-1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09.881"/>
    </inkml:context>
    <inkml:brush xml:id="br0">
      <inkml:brushProperty name="width" value="0.08571" units="cm"/>
      <inkml:brushProperty name="height" value="0.08571" units="cm"/>
    </inkml:brush>
  </inkml:definitions>
  <inkml:trace contextRef="#ctx0" brushRef="#br0">20 109 7763,'-2'-4'0,"-1"0"290,-1 1 1,3 0-42,-1 1 0,-1 1 11,1-4 1,-1 3-46,3-2 1,0 2-177,0-2 67,0-1 0,3-1-196,-1 0 1,3 1-21,-1 1 1,2 2-44,0-2 1,1 2 54,2 0 1,-2-1 114,1 1 1,0 0-113,-2 2 0,0 0 80,1 0 0,-1 3-185,1 1 1,-4 2 104,-1 3 1,-1 1 41,-1 3 1,0 2 57,0 0 0,-1 3 2,-1-1 0,-1 3-49,-4 2 0,1 0-8,-1-1 1,2-1 105,0 1 0,0 1-72,3-3 0,0 0 28,2-4 1,1-4 12,1 2 1,-1-5-138,4-2 0,1 0 152,3-4 1,0-1 124,-1-3 0,0-1-114,3-4 1,-2-2-39,1-2 0,-1 1-17,2 0 1,-2-1 37,2-2 0,-2 0-159,-2 0 1,-1 1 90,1-1 0,-1-1-60,1 1 0,-3-2 64,0 5 1,-3-2 90,2 2 1,-1-2 0,1 4-14,-1-1 0,-2 5-44,0 0-24,0 2 0,-1 9 38,-1 6 0,0 3-32,-2-3 1,3 0 20,-1 2 0,-1 1-97,1 1 1,0 1 16,2 0 0,0 0-119,0 1 1,2-2 169,3 1 0,1-5 2,3 0 1,-2-4 163,4-5 1,0-1-77,2-3 0,-1-4 597,1-5 0,0-1-145,0-7 0,0-3 25,0-4 1,-1 1-70,-2 0 1,0-1-127,-4-1 1,0-2-328,-2 0 1,-1 0 63,-3-1 1,0 3-109,0 1 1,-1 2 94,-1 3 0,-1 5-1570,-1 4 599,-2 5 0,3 3-1433,-1 4 2330,-2 1 0,9 38 0,-3 8 0</inkml:trace>
  <inkml:trace contextRef="#ctx0" brushRef="#br0" timeOffset="897">462 308 7242,'1'-5'90,"1"1"1,-1 2 400,1-2 1,-1 2-348,2-3 1,-3 3 68,2-2 1,2 2 47,0-3 0,0 4-60,0-1 0,0-1-154,3 1 1,0 0-24,1 2 0,0 0-129,0 0 1,1 0-121,0 0 1,-1 3 130,-1 1 0,-1 2 0,-2 3 0,1-1 58,-3 2 1,0 1-30,-2 2 0,-1-2 29,-1-1 1,-1 1 220,-4 2 1,1 0-92,-1-1 1,-1 1 26,-1-3 1,-1 2-196,1-4 1,-2 3 112,3-3 0,-1 3 20,3-2 0,-1-1 11,1-4 1,0 3-1282,-1-3 872,4 3 1,-1-5-1059,2 2 737,1-3 660,-2 2 0,3-3 0,6-5 0,1-2 0</inkml:trace>
  <inkml:trace contextRef="#ctx0" brushRef="#br0" timeOffset="1506">462 526 7956,'-4'0'1301,"0"0"-638,2 0 398,-1 0 1,8 0-923,2 0 0,4 0 87,-1 0 1,2 0-429,1 0 1,0 0-14,0 0 0,0 0-177,-1 0 0,1 0-165,-3 0 1,2 0-620,-4 0 1,3 0 1175,-3 0 0,1-9 0,-3-1 0</inkml:trace>
  <inkml:trace contextRef="#ctx0" brushRef="#br0" timeOffset="2190">764 269 7744,'0'-4'972,"0"0"-502,0 2 119,0-3 282,0 4-147,0-2 0,2 4-336,0 4 1,1 0-101,-1 5 1,-1 4-21,4 3 0,-4 2-67,1 0 0,-1 1-58,-1 1 1,2 1-77,0 2 0,0-3-168,-2-4 0,0 0-351,0-4 0,0 1 271,0-6 1,0 0-1836,-2-4 925,1-1-416,-2-3 1,3-3 1506,0-1 0,3-16 0,0-4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13.947"/>
    </inkml:context>
    <inkml:brush xml:id="br0">
      <inkml:brushProperty name="width" value="0.08571" units="cm"/>
      <inkml:brushProperty name="height" value="0.08571" units="cm"/>
    </inkml:brush>
  </inkml:definitions>
  <inkml:trace contextRef="#ctx0" brushRef="#br0">96 27 7888,'-3'-4'305,"-1"1"1,-2 4-189,0 1 1,-1 2 200,1 2 1,-1 3 23,1 2 0,-3 5 42,1 3 0,-1 1-258,3 3 0,-1 1-108,1 2 0,2 2-347,2 2 0,2-4 236,2 0 0,3-5-713,3 1 1,3-3 422,4-2 1,-1-4-617,3-5 999,-2-3 0,14-11 0,2-5 0</inkml:trace>
  <inkml:trace contextRef="#ctx0" brushRef="#br0" timeOffset="567">237 110 7763,'4'-2'175,"0"0"1,0-1 11,0 1 1,2 1-284,-2-1 1,2 1 70,0 1 1,1 0 118,-1 0 1,1 3-210,-1 1 1,-2 2 105,1 0 1,-3 1-90,2-1 0,-3 1 80,2-1 1,-3 0-75,0 1 0,0-1 38,0 1 0,-2-1 22,0 1 1,-4-1 16,0 0 0,-1-1 11,-1-1 0,1-1 79,0 2 0,1 0-87,0-3 1,-1 0 148,1-2-114,-1 3 127,1-2-137,-1 1-9,4-2 64,0 0 7,3 0-55,6 0 0,-2 0-59,5-2 1,-4 1 48,-1-1 1,0 1-16,3 1 1,-1 0 6,0 0 0,1 0-2,-1 0 1,1 1 7,-1 1 0,3 1-4,-1 1 0,1 2 67,-3-2 1,-2 2-60,1 0 0,-4 3 182,1-1 0,-1 3-53,-1-3 0,-1 2 59,-1-2 1,-2 0-69,-5 3 1,1-3-355,-2 0 1,-1-1 123,-2 0 0,3-1-513,-1 1 1,1-3 131,-1 0 1,0-3 478,2 2 0,6-14 0,4-3 0</inkml:trace>
  <inkml:trace contextRef="#ctx0" brushRef="#br0" timeOffset="884">365 33 7763,'1'-6'244,"1"-1"0,-1 1 404,4 2 1,-1-1-228,2 3 0,4 0 3,0 2 0,2 2-137,1 0 1,2 5-109,0 0 1,1 4 23,-1 2 0,-2 3-145,0 3 0,-1 1-120,-4 1 1,-2 0-116,-4 2 0,-2 0 2,-2 1 1,-5 0 57,-3-3 0,-2 0-496,2-4 1,-2 0 283,1-4 0,-1 3-435,-1-6 1,3 1 763,1-4 0,5-7 0,1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17.235"/>
    </inkml:context>
    <inkml:brush xml:id="br0">
      <inkml:brushProperty name="width" value="0.08571" units="cm"/>
      <inkml:brushProperty name="height" value="0.08571" units="cm"/>
    </inkml:brush>
  </inkml:definitions>
  <inkml:trace contextRef="#ctx0" brushRef="#br0">46 1 8226,'-7'0'857,"4"0"0,0 2-587,3 3 0,0 3 146,0 0 1,2 6-203,0 1 1,0 4-1,-2 2 1,0 5-235,0 4 0,0 1 76,0 1 0,0 0-278,-3 0 0,2-1 153,-3-3 0,0-1-95,0-6 0,-1-2-41,3-4 0,-2-5-171,1-1 0,1 0-831,-1-3 417,3 2-481,-3-5 857,3 1 0,3-4 414,1-4 0,2 1 0,3-17 0,1-1 0</inkml:trace>
  <inkml:trace contextRef="#ctx0" brushRef="#br0" timeOffset="340">46 321 7834,'-4'-6'188,"2"-1"1,1 3 165,1 0-283,0 0 1,1-3 152,1 1 1,0 2-2,2-1 1,2 2-85,3-2 0,-1 0 84,-1 0 0,2 0-108,2-2 0,1 3 95,1 0 0,-2 2-199,2-3 1,-2 3-41,4-2 1,-1 3-68,-1-2 1,-3 3 53,1 0 0,-3 3 133,0 1 0,0 2 22,-2 3 1,-2 1-53,-2 5 0,-2 1 154,0 1 0,0 2-91,-2-2 1,-1 1 56,-2 2 0,0-2-64,0-1 1,2-1-227,-1-3 0,2-1 101,0-1 0,-1-2-1167,1-3 137,0-2-145,2-1 1183,0-3 0,6-15 0,1-2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18.683"/>
    </inkml:context>
    <inkml:brush xml:id="br0">
      <inkml:brushProperty name="width" value="0.08571" units="cm"/>
      <inkml:brushProperty name="height" value="0.08571" units="cm"/>
    </inkml:brush>
  </inkml:definitions>
  <inkml:trace contextRef="#ctx0" brushRef="#br0">13 33 7809,'0'-7'489,"0"1"1,1 2-207,1-1 1,-1 4-1,4-1 1,-3-1-143,2 1 0,1 0 79,4 2 1,-2 0-121,4 0 1,-2 0 106,1 0 1,1 3-333,2 1 1,-2 0 95,-1 3 0,-2-2-285,1 3 1,-5 0 130,-2 1 0,-1-2-13,-1 4 0,-1-1 61,-1 1 0,-2 0 90,-5-2 0,-1 1-79,-3-1 1,1-1 59,-1-1 1,0-1-177,0 1 0,1-1 76,1 1 0,2-2-842,3 0 219,-1 0 787,1-1 0,-1-1 0,9 0 0,3-3 0</inkml:trace>
  <inkml:trace contextRef="#ctx0" brushRef="#br0" timeOffset="217">13 206 11389,'7'0'495,"1"0"-288,1 0 1,4 0-133,0 0 1,4 0 79,0 0 0,1-2-880,-1 0 1,2 0-169,-2 2 0,-2-3 893,0 1 0,-1-8 0,-1-1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20.400"/>
    </inkml:context>
    <inkml:brush xml:id="br0">
      <inkml:brushProperty name="width" value="0.08571" units="cm"/>
      <inkml:brushProperty name="height" value="0.08571" units="cm"/>
    </inkml:brush>
  </inkml:definitions>
  <inkml:trace contextRef="#ctx0" brushRef="#br0">78 13 7935,'0'-6'1700,"3"2"-1437,-3 1 0,3 4 61,-3 1 0,-1 2-82,-1 5 0,-1 2-199,-1 4 0,-2 0-184,2 2 0,-1 2-304,-2-2 0,-1 4-160,-1 0 1,0 0 112,3-1 492,0-4 0,-1 0 0,1-3 0</inkml:trace>
  <inkml:trace contextRef="#ctx0" brushRef="#br0" timeOffset="2647">546 154 7841,'-4'-1'133,"-1"0"1,0-1 0,0 0 0,-2 2 624,1 3 0,-1-2-421,-2 3 0,1 3-114,-2 4 1,-1 1 0,-2 1 0,0 3-13,1 4 0,-1 3 14,3 4 0,0 3-1,4 4 0,0 1-253,2 2 0,2-2-56,4-3 1,2-3-100,5-1 0,1-5-429,3-1 0,0-3 331,2-2 1,-1-1-741,4-4 0,-5-2 439,0-1 1,-1-4 582,-3-1 0,-1-8 0,-1 0 0</inkml:trace>
  <inkml:trace contextRef="#ctx0" brushRef="#br0" timeOffset="3619">681 302 7839,'-5'0'37,"1"0"374,-1 0-313,-1 0 0,3-1 6,1-1 1,2 1 49,2-1 0,1 1-40,4 1 0,0 0 73,2 0 1,1 0-185,2 0 0,3 0 109,0 0 1,3 0-166,-1 0 1,1 0 28,-1 0 0,2 0-65,-2 0 1,-1 0 51,1 0 0,-3 0 44,-1 0 1,-1 0 46,-4 0 1,-1 0 58,-3 0 12,-3 0 372,2 0-282,-8 0-94,3 0 6,-6 3 0,7-1-60,-1 2 0,-1-2 56,1 2 0,-1 0-43,1 0 1,-2 3 28,-2-1 0,1 0-80,1 3 0,-2 1 6,-3 1 1,0 1-89,0 0 1,2 1 69,-4 0 1,2 2-139,-1 0 0,0 2 40,-1-2 0,2 0 46,2-2 0,1-2 14,-1-1 1,1-2 21,0 1 0,2-2 7,2-1 0,1-2 14,-2-2 352,3 2-115,-3-4 777,3 3-747,3-3 0,-2 0-30,3 0 0,1 0-127,1 0 0,1 0-29,2 0 1,1 0-104,5 0 1,0 0-264,2 0 0,0 0 154,2 0 0,0 0-640,1 0 1,0 0 372,-1 0 0,-1 0 101,-5 0 1,0 0 66,0 0 0,-3 0 208,-2 0 0,-15-3 0,-4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32.227"/>
    </inkml:context>
    <inkml:brush xml:id="br0">
      <inkml:brushProperty name="width" value="0.08571" units="cm"/>
      <inkml:brushProperty name="height" value="0.08571" units="cm"/>
    </inkml:brush>
  </inkml:definitions>
  <inkml:trace contextRef="#ctx0" brushRef="#br0">58 482 10607,'1'6'326,"1"0"1,-1 4-123,1 0 0,-1 3-102,-1-1 1,0 4 58,0 1 1,2 1-271,0-1 0,1 2-95,-1-2 1,-1-2-232,1 0 0,-1-4-592,1-2 1,-1-2 197,1-1 829,-1-2 0,5-19 0,1-6 0</inkml:trace>
  <inkml:trace contextRef="#ctx0" brushRef="#br0" timeOffset="939">71 1 9205,'-6'2'823,"-1"2"-714,1 2 1,0 1 113,2-1 1,-2 1-227,2 2 1,-1 3 62,1 3 0,-2 3-288,2 2 1,-1 0 132,0 3 1,3-1-460,2 1 1,0-2 177,0 0 0,2-2-35,3-1 1,3-4-217,3-3 0,2-2 627,2-5 0,24-13 0,9-5 0</inkml:trace>
  <inkml:trace contextRef="#ctx0" brushRef="#br0" timeOffset="1539">187 71 7642,'2'-4'0,"1"0"0,0-1 98,2 2 1,-1-2 47,0 3 0,-2-1 66,2 3 1,1 0-25,1 0 1,0 0 0,1 0 0,-3 1-180,0 1 1,0 2-7,0 2 1,1 1 6,-3-1 0,1 1-33,-1-1 0,-1 2 81,1 1 1,-2 2-77,-2 0 0,1-1 104,-4 1 0,1-3-251,-2 3 1,-1-3 53,1 0 0,0 2-250,2-2 1,-3 1 7,2-3 0,-2 0-89,3-2 1,-1 2 122,1-2 0,-1 0 319,3 0 0,-3-3 0,4 2 0,-2-3 0</inkml:trace>
  <inkml:trace contextRef="#ctx0" brushRef="#br0" timeOffset="1756">180 231 7822,'0'4'693,"0"-1"-275,0-3-225,3 0 0,1 0 28,2 0 1,1 0-311,2 0 0,-2 0 123,1 0 0,2 0-208,1 0 0,-2 0-202,0 0 0,0 0-433,0 0 1,-1-2 54,-1 0 754,-1-1 0,6-5 0,2-3 0</inkml:trace>
  <inkml:trace contextRef="#ctx0" brushRef="#br0" timeOffset="2082">366 20 7822,'0'-4'-855,"0"-1"1721,0 1-473,3 0 1,1 2-14,2 2 0,1 0-132,2 0 1,-2 5-109,4 1 0,-1 3 95,1-1 0,1 4-250,-1 3 0,-2 0 20,-1-2 0,-1 2 22,-3 0 0,1 2-349,-3-2 1,0 0 160,-2-2 1,-2-3-673,-3 1 0,0-1 387,-2 1 1,-1-3 445,-1-3 0,-5-3 0,0-2 0</inkml:trace>
  <inkml:trace contextRef="#ctx0" brushRef="#br0" timeOffset="2740">655 238 7822,'-5'-3'502,"2"-1"0,-1-1 1084,1 0-1351,1 3 0,0 2 24,4 0 0,3 2 288,3 3 1,2 1-107,3 3 0,1 1-132,1 5 0,-2 2-324,2 2 1,-1 1 115,-2 1 0,0 2-163,-4 3 1,-2 2 96,-6-1 1,-1 1-16,-1-2 1,-4-2-74,-2-3 1,-3-1-90,0-7 0,1 1-161,-1-6 0,3 1-193,0-3 1,1-2-2158,0-2 1171,1-1 1482,-1-1 0,7-3 0,0-1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50.595"/>
    </inkml:context>
    <inkml:brush xml:id="br0">
      <inkml:brushProperty name="width" value="0.08571" units="cm"/>
      <inkml:brushProperty name="height" value="0.08571" units="cm"/>
    </inkml:brush>
  </inkml:definitions>
  <inkml:trace contextRef="#ctx0" brushRef="#br0">14 7 8217,'6'0'8,"1"-2"118,2-1 0,-2 1-177,1 2 0,-1 0 117,0 0 0,1 0-32,1 0 1,0 0-286,-3 0 0,0 1 125,1 1 0,-1 0-215,1 2 262,-1 0 0,0 3-3,-2-1 0,-1 0 24,-3 1 1,0-3 85,0 0 1,0 1-29,0 1 0,-3-2 18,-1 1 0,-2-3 29,0 2 1,-3-2-60,1 2 1,-3-2 145,2 0 0,1-1-74,1-1 1,0 0 48,-1 0 0,1 0-71,-2 0 0,4 0-46,1 0 0,2 0 103,-3 0-217,4 0-59,-2 0 171,9 3 0,-2-3-2,5 2 1,-2 0 19,-1 0 1,0-1-63,1 1 0,-1-1-3,1 1 1,-1 0-13,1 2 0,-1-2 49,0 3 1,1-3-8,-1 2 0,1-2-4,-1 2 0,0 0 21,1 0 0,-1 2-24,-2-2 0,-1 2 108,0 0 1,-3 1-62,2-1 0,-2 0 183,-2-2 1,-1 2-52,-4-2 0,-1 2 72,-1 0 0,-2 0 2,0-2 0,0 2-82,0-2 1,-1 0-226,1 0 0,-1-3 130,-1 2 1,3-3-642,-1 0 1,3 0 598,-1 0 0,8-17 0,2-4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3:57.091"/>
    </inkml:context>
    <inkml:brush xml:id="br0">
      <inkml:brushProperty name="width" value="0.08571" units="cm"/>
      <inkml:brushProperty name="height" value="0.08571" units="cm"/>
    </inkml:brush>
  </inkml:definitions>
  <inkml:trace contextRef="#ctx0" brushRef="#br0">186 468 7497,'7'0'0,"-1"-1"0,0-1 0,1 0 524,-1-2 0,-2 3-158,1-2-184,-1 0 0,0-1 22,-2-2 0,-2 2 9,0-1 0,0 1-29,0-2 1,-2 0-85,-3 2 1,-1-2-10,-3 2 0,-1 1-152,-5 1 1,0 0-61,-2 0 1,1 1 97,-1-1 0,-1 4-14,3 0 1,0 4 12,2 0 1,0 1-117,1 4 1,2-3 72,1 3 0,2 0-62,1 2 1,2-1 15,2 1 0,1-2 31,1 0 1,3-3-118,1 3 0,4-3 92,1 0 0,2-3-47,0 0 0,1-4 62,1 1 1,-1-2-21,1-2 0,0-1 10,0-1 0,-1-4 57,-1 2 0,1-2-58,-1 1 1,-2 0 128,-1-1 0,0 0-52,-2-3 0,0 3 134,-2 0 1,-1 1 146,0 0 1,-3 1-88,2-1 1,-2 2-6,-2 0 1,1 2-9,-3 1 1,1 1 173,-1-1 1,2 1 258,-2 1-404,2 0 1,0 3 62,2 1 1,0 3-82,0 1 0,0 2 8,0 3 1,0 1-12,2 0 0,2 4-471,2 3 1,1 2 191,-1 2 0,-2 3-39,1 1 0,-4-1-13,1 1 0,-2-1-45,-2-3 0,-1-2 148,-4-2 1,1-4-8,2-2 1,-2-5 467,2-3-157,1-1-56,-2-5 1,4 1 126,-1-4-105,4-2 1,2-3-154,5-1 1,-1 0 10,2-3 0,1 1-170,2-3 1,0 0 52,-1 0 0,2 2-670,1 1 0,-1 1 348,1-2 1,-2 4-735,0-2 0,-3 4 488,-2 1 0,0 2 622,-2 0 0,3 10 0,1 3 0</inkml:trace>
  <inkml:trace contextRef="#ctx0" brushRef="#br0" timeOffset="199">481 795 7706,'0'4'0,"0"0"0,0 1 1022,0 1 0,0 2-443,0 1 1,1 2-180,1-3 0,1 4-125,1-2 1,1 5-164,-3 0 0,3 0-8,-3-3 1,0 2-115,-2 1 1,0-2-946,0 2 1,-1-3 621,-1-2 0,-2-2 333,-2 1 0,-3-11 0,-1-2 0</inkml:trace>
  <inkml:trace contextRef="#ctx0" brushRef="#br0" timeOffset="666">577 25 8017,'0'-6'0,"0"-1"1388,0 1-1092,-2 2 0,-2 2-98,-2 4 1,-1 2 234,1 5 1,-1 2-110,1 4 1,-3 2-150,1 4 1,-3 1-106,3 3 0,-1 0-216,3 5 1,0-3-585,2 1 1,1 0 420,3-3 1,1 2-198,3-6 0,1-2 169,6-4 0,2-5-533,2-1 0,2-3 158,-2-1 712,0-3 0,15-16 0,4-4 0</inkml:trace>
  <inkml:trace contextRef="#ctx0" brushRef="#br0" timeOffset="1075">757 166 7715,'-2'-4'-94,"0"0"1,-1-1 333,1-1 0,1 2 456,-1-1 0,4 4-311,2-1 0,4 1-119,1 1 1,2 0-186,0 0 0,1 0 90,1 0 1,0 3-340,-1 1 0,1 0 148,0 0 1,-3 0-158,-1 3 0,-2-1-68,-1 1 0,-2-1-155,-2 0 0,-2 1 179,0-1 0,0 1 85,0-1 1,-2-2 221,-3 1 0,-2-1-126,-2 2 1,-2-1 223,0-1 1,1 0 14,-1 2 1,1-1-18,-3-1 1,2-2 72,0 2 0,3-1 130,0 1 1,2-2-209,1 2 0,2 0 143,1 0-377,1 2 0,-1-3 76,4 1 0,2 2-315,5-2 1,0-1 142,2 2 0,1-4-223,1 1 0,0 0-163,2 0 0,-1-1-247,-2 1 1,-1-2 183,0 0 1,-1 0 601,3 0 0,-3 0 0,5-5 0,-1-2 0</inkml:trace>
  <inkml:trace contextRef="#ctx0" brushRef="#br0" timeOffset="1382">1052 44 7715,'-6'-8'805,"2"-1"1228,-2 1-1608,3 1 1,0 4-76,3 0 0,3 6 143,6 1 0,2 2-133,4 3 1,1 1-71,3 3 0,1-1-67,-1 1 0,-1 3-549,-1 1 1,-1 4 261,-3 0 1,-4 3-467,-2-3 0,-4 3 16,-3 0 0,-1-2-217,-4-1 1,1-2-95,-7-1 1,0-1 338,-2-4 1,0-3-778,1-5 1263,-1 0 0,0-10 0,0 1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06.468"/>
    </inkml:context>
    <inkml:brush xml:id="br0">
      <inkml:brushProperty name="width" value="0.08571" units="cm"/>
      <inkml:brushProperty name="height" value="0.08571" units="cm"/>
    </inkml:brush>
  </inkml:definitions>
  <inkml:trace contextRef="#ctx0" brushRef="#br0">101 186 9087,'0'-9'0,"0"-1"0,0 1 859,0 1 0,0 8-345,3 5 0,0 5-124,2 7 0,1 6-61,-1 5 1,1 4-126,2 4 0,-4 0-389,1 0 0,-2 2-209,1 1 1,0 1-493,1-5 1,-2-3 202,-3-8 0,0-4 311,0-3 1,0-2-599,-3-8 1,-1-1 969,-3-6 0,-10-26 0,-2-5 0</inkml:trace>
  <inkml:trace contextRef="#ctx0" brushRef="#br0" timeOffset="467">0 380 7491,'0'-7'668,"1"1"-451,1 1 0,2-1-153,3 4 0,4-4 89,1 1 0,4 1-161,1 0 1,5-1-38,-1-2 1,3 0-76,0 3 1,-1-2-54,1 4 1,-2-1 128,0 3 1,-5 0-44,-3 0 0,-1 3 30,-6 2 0,1 2 171,-5 3 0,-1 3-106,-2 4 0,0 3 325,0-1 0,0 2-21,0 1 0,0-1-37,0 1 0,0 2-99,0 0 0,0-3-16,0-2 1,0-1-205,0-1 0,3-1 76,-1-7 1,1 1-18,0-3 43,1-3 1,3-1-329,0-3 0,0-1 19,0-1 1,0 0-76,-3-6 0,3 3 92,-2-5 1,1 1 90,1 0 0,0-1 224,1-2 0,-2-2-132,-1 2 1,1-2 186,-1 0 0,1 2-58,2 0 1,-4 3-88,1-3 1,0 4 581,2 0 1,0 2-38,0 4 0,-2 0-347,0 4 1,-1 3-21,1 5 1,0 1-546,-2 3 0,-1 4 233,-2 1 0,3 1-353,-1-1 0,0 1 243,-2-3 0,0 0 253,0-3 0,7 0 0,1 1 0</inkml:trace>
  <inkml:trace contextRef="#ctx0" brushRef="#br0" timeOffset="1226">740 517 7774,'0'-7'-360,"0"-1"0,-1 1 984,-1 0 0,1 2 358,-1 0-518,-2 4 0,2-2-88,-3 3-172,1 0 0,-4 3-109,1 2 1,0 3 121,0 2 0,0 3-218,-1-1 0,4 1-65,-1 2 0,1 0-120,-1 2 1,0-3-24,2 0 1,1 1 98,2-3 1,0-2-238,0 0 1,1-2 128,1-1 1,3-3-129,4-2 1,0-1 84,3-1 1,-2-4-2,2-3 0,-3-1 111,3-4 1,-3 2 94,1-2 0,0 0-102,-1-2 0,-1 0 151,-4-1 1,0 1 9,1-1 1,1 3 98,-4 0 1,1 4 236,-3-2 0,0 2-2,0 1-59,-4 3 1,1 2-66,-2 4 0,0 0 54,2 6 0,-1-3-27,1 5 1,1 0-110,2 0 1,0 2-34,0 0 1,1 1-19,1-1 0,0 2-128,2-2 1,1-1 28,2 1 1,1-3-126,-1 0 1,2-2 52,1-2 1,0 1-84,0-4 1,-2 1-94,2-3 1,-2-4-76,2-4 1,-2 0 57,1-4 1,2 0 113,-2-2 0,1-1-90,-3-2 1,0-1 90,1-4 1,-1 2 156,0-1 1,0 0-132,0-5 0,0-1-30,1-1 0,-2-1 569,-1 0 1,-1 4 25,-2 4 1,-1 1 361,1 5-545,-4 6 1,-2 6 350,-3 3 0,0 3-191,3 2 1,-3 4 174,2 3 0,0 3-177,0 1 0,-1 5-82,4 3 1,-1 2-205,1-2 1,1 3-114,-2 0 1,3 1-456,0 1 1,3-1 345,2 1 1,1-3-141,1-3 0,1 1 87,2-2 1,-2-3-500,1-7 0,-1-1-31,-1-4 0,1-3-145,-1-2 1,0-4 244,0-3 594,0-5 0,4-14 0,0-6 0</inkml:trace>
  <inkml:trace contextRef="#ctx0" brushRef="#br0" timeOffset="1405">877 416 7774,'-15'-11'0,"5"1"1349,3 2 1,3 1-702,4 0 0,7 3-572,5 2 1,5 0-765,7 0 0,3 1 439,4-2 0,-2 2 249,3-2 0,19 3 0,6-4 0</inkml:trace>
  <inkml:trace contextRef="#ctx0" brushRef="#br0" timeOffset="2227">1653 359 7719,'4'-5'0,"-2"0"0,-1 0 134,-1-2 0,0 2 256,0 0 1,-3 3-340,1-3 1,-6 4 98,1-2 1,-3 3-108,1 0 0,-2 2-45,-1 0 1,-1 4-53,1-1 1,1 1-109,-1 1 1,4 3 118,1-1 0,0 2-67,5-2 1,-1 0 64,3 3 1,0-1-100,0 1 0,4 1 54,0-3 1,5 2-41,1 0 0,5 0 15,-1 0 0,3-4-11,0 2 1,0 0 236,2 0 0,1 2-110,-3-3 0,0 1 95,-3-3 0,0 3-74,-2-1 1,-3 1 276,-4-3 1,-2 0-113,-6 0 0,-2 0 279,-4-2 0,-6 0-233,-7-2 1,0 1-180,-5-1 0,4-1-469,-1-2 1,2 0 249,0 0 0,6-3-884,2-2 1,8-1 1048,1-1 0,26-13 0,7-3 0</inkml:trace>
  <inkml:trace contextRef="#ctx0" brushRef="#br0" timeOffset="2535">2005 466 7732,'0'-7'0,"-3"0"279,1 0 0,-4 0-45,2-1 0,-3 4-11,0 2 0,-1-1-11,-2 1 1,0 0 149,-2 4 0,-1 2-87,1 3 0,0 1-55,0 2 1,4 1-141,1 4 0,1 0 92,3 2 1,1-2-227,2 5 0,1-2 61,1 1 1,5-2-97,5-5 1,3 1 43,2-4 0,0-2 48,2-5 1,-1-1 13,-4-1 0,0-6-82,-2-1 1,-2-5-593,-3 0 1,-3-4 320,-1-1 1,-2 0-822,-1 0 1,-3 4 132,1-1 1024,-4 1 0,9 2 0,-3 1 0</inkml:trace>
  <inkml:trace contextRef="#ctx0" brushRef="#br0" timeOffset="3227">2120 445 7732,'0'-7'608,"-3"-1"935,2 1-988,-2 3 0,3 2-156,0 4 1,2 5-155,0 2 0,4 4-46,-1-1 1,1 4 25,1 1 0,0 2-73,1-2 1,-4 0-604,1 0 1,-1-1 252,1 3 1,1-3-63,-4 1 0,0-3 143,-2-2 1,0-1-60,0-4 0,0-3-543,-3-2 473,-1-1 1,-2-2-36,1-1 0,1-2 107,2-3 1,1-3 216,-2 0 1,3-2-92,0 0 1,0-2-42,0 0 1,0-1 123,3 1 1,-2 0-97,4-1 1,0 1 169,2 0 0,0 0-82,1 2 1,1-1 45,1 4 0,0 0-82,0 4 0,-2 2 101,1 3 0,0 0-43,1 0 1,-2 3-27,1 2 1,2 1 42,-2 1 0,1 4-45,-3 1 0,0-1-12,0 1 1,-2 0 18,0 2 0,-3 1-114,3 2 0,-3-2 61,0 2 1,-1-2 11,-1 0 0,-1-3 46,-1 0 0,0-4 86,-3 2 1,4-2-59,-2-1-41,-1-3-9,3-1 1,-2-3 21,3-3 0,0-1-198,0-3 0,1-3 63,1 1 1,-1-4-6,2 1 0,0-2 35,-1 0 0,4 0-72,-1-1 1,-1 1 108,0 0 1,1-3 83,2 0 0,1-2-14,-1 2 0,1 3-74,1 2 1,0 3 136,3-1 1,-3 6-58,0 1 0,-1 6 123,0 1 1,-1 6-8,0 2 1,-1 2-11,-1 3 0,2-2-318,-3 2 1,2 1 87,-1-2 0,1 1-246,-1-2 1,-1-1 131,1 0 0,-3-2-1586,3 0 1783,0-3 0,8-11 0,2-7 0</inkml:trace>
  <inkml:trace contextRef="#ctx0" brushRef="#br0" timeOffset="3602">2623 538 9442,'7'0'1439,"0"0"-1035,0 0 1,0 0-155,1 0 1,1 0-306,1 0 0,0 0-165,0 0 0,-1 0-173,3 0 0,-1 0-216,1 0 0,0-3 334,-2-2 1,0 0-196,-3 0 1,0-4 127,0 2 0,-2-3 92,0 1 0,-4 0 20,2-3 1,-3 2 189,-3-2 0,-3 1 166,-4-1 0,-2 2 206,0 3 0,-4 3 460,-1 1 1,0 3-399,3 0 1,-1 3 532,1 2 0,3 3-358,1 3 1,0 2 166,0 6 1,2-2-293,3 2 0,2 1 21,3 1 1,0 2-115,0-1 1,4 1-103,3-4 1,6-1-643,6 2 1,2-7 289,1 2 1,-1-7-1336,-2 0 0,1-2 750,0-4 1,-5 1-2636,-1-3 3323,-1-3 0,1-24 0,1-8 0</inkml:trace>
  <inkml:trace contextRef="#ctx0" brushRef="#br0" timeOffset="4395">3456 416 7715,'3'-7'-5,"-1"0"0,0 0 504,-2-1-67,0 1-190,0 0 0,-5 3-52,-2 2 0,-5 1-162,0 1 1,-2 5 63,0 3 0,-1 4 25,-2 0 1,1 1-31,-3 1 0,5 4-90,0 1 0,3 2-252,-1 1 1,6-1 143,-1 1 0,5-4 70,2-1 0,7-4 43,5-3 1,2-4 137,3-6 0,1-1-112,4-4 0,-2-5 144,0-7 1,-3-3-199,-3 1 0,0 0-286,-2 0 1,-4 3 251,-3-1 1,-4 0 132,2 0 1,-2 3-874,-1 2 0,-3 3-45,1-1 845,-4 2 0,2 11 0,-3 2 0</inkml:trace>
  <inkml:trace contextRef="#ctx0" brushRef="#br0" timeOffset="4694">3708 294 7715,'14'-14'-2,"0"-3"48,1 0 0,-4 3-11,-1 2 0,-6 0-122,-1-3 0,-3 2-15,-3 1 0,-1-4 153,-6 1 0,1-1-51,-3-1 0,0 2 75,-2-2 1,-3 2 110,0 0 0,-2 2-11,2 1 1,1 2 76,1 6 0,2 1 62,1 6 0,-1 1-34,3 3 1,2 5 119,3 3 0,2 7-38,3 2 0,0 7-209,0 2 0,4 5 45,3 0 0,1 4-273,4 1 0,0 3-64,2 2 0,2-3-48,-2-4 1,2-3-652,-7-4 0,0-1 442,-4-4 0,-3-6-462,-4-8 1,-2-3 295,-3-4 1,-3 0 561,0-6 0,-6-12 0,1-6 0</inkml:trace>
  <inkml:trace contextRef="#ctx0" brushRef="#br0" timeOffset="4875">3586 495 7715,'0'-7'0,"0"0"981,0 0 1,0-1-413,0 1 0,3 1-244,2 1 0,2 1-473,2 2 1,2 1 93,4-2 0,2 3-1425,-1 0 0,4 3 1479,0 2 0,10 7 0,3 4 0</inkml:trace>
  <inkml:trace contextRef="#ctx0" brushRef="#br0" timeOffset="5128">4132 179 7909,'0'-11'450,"0"0"503,0 4-585,0 3 1,0 2 56,0 4 0,3 6-106,2 7 1,1 3 187,1 6 1,4 2-99,1 5 0,1 2-453,2 3 0,-1 1-408,0 1 1,0-1-505,-2 1 0,-2-4-361,-3-3 0,-3-8 647,-1-4 1,-2-4 68,-1-3 601,-4-1 0,-3-14 0,-4-2 0</inkml:trace>
  <inkml:trace contextRef="#ctx0" brushRef="#br0" timeOffset="5820">4117 387 7728,'-5'-7'-13,"1"0"1,2-3 1011,0 1-612,1-1 0,4 3-120,2 0 0,2 0-68,3 3 1,1-3-121,3 3 1,4-3 81,1 0 1,2 0-173,0 0 0,1-1 34,-1 1 1,1 2-74,-1 1 1,-2 2-65,-2 0 1,-5 5 72,-3 4 1,-1 3 88,-1 5 1,-3 3-15,-1 4 0,-2 2 2,-1 5 0,0 0-7,0 0 0,0-1-42,0 1 0,0-3 29,0-2 0,0-2 6,0 0 0,2-5-97,0-3 104,4 1 0,-2-8-264,3 0 0,0-3 72,0-4 1,3-3-518,0-2 1,2-4 295,-3 0 0,3-3-104,-2 2 0,-1-2 105,-2 0 0,1-3 383,-1-2 0,0 2-123,0-1 1,-2 3 122,0 1 0,-1 3 88,1-1-213,1 2 594,-2 4 0,2 2-225,-1 4 1,-1 3 135,-1 5 0,-3-1-19,3 3 0,0-1 57,-1 1 1,3 0-152,-3-2 0,4 2-75,-1-2 1,4 2-51,0-3 0,1-2 53,-3-2 0,3-1-175,2 1 0,0-2 19,0-3 0,-1 0-82,1 0 0,1-3-110,-1-2 0,2-1-158,0-1 0,0-3-23,-2 0 1,0 1-238,-2 2 1,0-3-49,-3 0 0,-1 0 221,-1 1 1,1 0 73,-4-3 1,0 1 323,-2-1 0,-1 1 0,-4 4 0,-1 0 0,-6 0 0,1 3 0,-1 1 0,-1 2 578,1 1 0,-1 4-278,1 0 0,-1 4 569,4 1 1,-1 0-336,3 3 1,2 0 174,0 2 0,4 1-287,-2-1 1,3 3 112,3 0 1,1 2-137,6-2 0,4 2-200,6-3 1,1 0-584,3-4 0,1 0 317,1-4 0,2 0-1074,-2-6 1,-2 0 589,-2-5 0,-4-1 551,-3-3 0,-7-10 0,-2-2 0</inkml:trace>
  <inkml:trace contextRef="#ctx0" brushRef="#br0" timeOffset="6612">5490 423 7712,'6'-7'-398,"-1"0"1,0 0 1089,-2 0 0,-1-1 259,-2 1-619,0 0 1,-4 1-142,-3 1 1,-1 2 0,-4 3 0,-1 0 27,-3 3 1,0 1 11,0 3 1,0 3 95,2 2 0,3 5-130,1 2 1,3 2-194,2 1 1,2 2 81,3 3 1,3 0-524,2-1 1,6 1 99,3-3 1,4 0-99,6-2 0,-1-5-144,4-2 0,-1-4-604,3-4 1,2-3 1182,0-2 0,7-20 0,-2-6 0</inkml:trace>
  <inkml:trace contextRef="#ctx0" brushRef="#br0" timeOffset="7229">5763 481 7712,'-7'-7'-464,"-1"0"325,1 2 1,0 2 675,0 3 1,-1 0-121,-2 0 0,2 1-123,-1 1 1,-1 3-181,3 5 0,-2-1 108,4 3 1,0-1-297,0 1 0,2 1 88,3-1 0,1 2-353,1 0 1,2 2 200,3-1 1,0 0-399,1-6 1,-1 1 198,0-3 1,2-1 50,1-1 1,0-2 47,-3-3 0,0-3 26,0-2 1,0-2 363,1-2 1,-2 0-139,-1-3 0,0 1 214,-2-1 1,1-2-100,-1 2 0,-1-1 200,-2-2 1,0 2-64,0 1 1,0-2 42,0 2 1,0 2-151,0 0 0,0 5 134,0 0-412,3 3 183,-2-1 1,3 7-66,-1 3 0,-2 1 81,4 4 0,-3 0-171,3 3 1,0-4 4,2 1 0,0 0-66,1 3 1,-1-3 32,0 0 0,0-3 109,0 3 0,1-3-13,-1 1 1,0-3-10,0-2 1,0 0 98,0-2 1,-2-1-99,0-2 0,0-3 47,2-2 0,0-1-23,0-2 1,-2-1-217,0-1 1,-1-2 48,1 0 0,0-2 101,-2 0 0,0-1 64,-1 1 1,-1-3-68,1 0 1,-1-3 232,-1 1 0,0-2-84,0 0 1,-3-1 359,-2 1 1,1-3-164,0 0 1,-1 1 381,-2 4 1,0 4-100,2 6 1,-1 1 561,1 4-692,2 0 1,0 8-102,3 0 0,0 7 5,0 3 0,1 4-90,1 3 0,2 4-128,3 1 0,1 2 67,2 1 1,-2 0-686,1 0 1,2-3 346,-2 0 0,1 1-1506,-3 1 1,-2-3 372,0-3 0,-4-2 1295,2-3 0,-6-6 0,-1-5 0</inkml:trace>
  <inkml:trace contextRef="#ctx0" brushRef="#br0" timeOffset="7613">6280 474 7712,'0'-8'-408,"0"-2"1,-1 2 1270,-1-2 0,-2 0-329,-3 1 1,0 1 123,-1 4 1,0 2-226,-1 0 1,-2-2-34,-1 2 0,0 3-107,2 4 1,0 4-68,3 3 1,3 2-101,2 3 0,1 2-96,1 2 1,3 2-415,2 0 1,2 0 313,3 1 1,1-2-1032,3 0 0,4-3 520,1 0 0,-1-3-779,2 1 1,-4-6 356,4-4 1003,-4-3 0,4-17 0,-1-3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04.704"/>
    </inkml:context>
    <inkml:brush xml:id="br0">
      <inkml:brushProperty name="width" value="0.08571" units="cm"/>
      <inkml:brushProperty name="height" value="0.08571" units="cm"/>
    </inkml:brush>
  </inkml:definitions>
  <inkml:trace contextRef="#ctx0" brushRef="#br0">15 141 7777,'-1'-8'127,"0"1"1,-2 0 0,2 0 654,0 0-224,1-1-156,0 1 1,3 3-190,2 2 0,-1 1 13,1 1 0,-1 2-10,0 2 1,3 2-13,-2 6 1,-1 3-176,0 4 1,-2 5 74,0 3 1,-1 0-392,-1-1 1,-2 2 187,-1-2 0,-2 2 95,0 1 0,-1-2-589,-2-3 0,1-1 60,0-9 0,2 1-258,0-5 495,4-4 1,-2-7-244,3-6 1,0-3 163,0-5 1,2-3 374,0-4 0,3 1 0,-2-3 0,1-2 0,-1 0 0,-1 1-52,-2 1 1,3 0 51,-1 0 0,0-1 51,-2 1 0,0 4-27,0-2 1,0 9 611,0 1 1,0 3-251,0 2 0,1 3 128,2 1 1,-2 6-90,4 2 1,2 4-144,3 3 0,2 2-153,0 0 1,5 3-87,2 0 0,2 5 39,1 0 1,-1 1-126,1-2 0,-3-2-573,0 1 1,-1-2 325,2 1 1,-3-2-93,-2-5 1,-2-3 98,-1-4 0,-2-2 327,-2-3 0,-2-3-140,-1-2 0,0-4 606,-2-3 0,0-5-168,-1-2 0,-1-2-3,2 0 1,-3-2-204,0-1 0,-2 2 52,0-2 0,-1 2-936,3 0 1,0 4 429,0 1 1,1 3 317,1 2 0,12 14 0,5 7 0</inkml:trace>
  <inkml:trace contextRef="#ctx0" brushRef="#br0" timeOffset="373">640 220 7777,'0'-8'-353,"0"-2"1,0 2 352,0-2 0,-2 2 0,-1 1 0,1 3 423,-1-2 0,-1 6 617,-3 0 1,-1 3-700,-2 4 1,1 3-191,-3-1 1,1 5-172,-1 0 1,-1 1 82,4 2 0,-3 1-181,2 1 1,1-1 48,5 2 1,0-4 12,4 0 1,0 0-35,0 1 0,7-5-71,2 0 0,4-6 101,2-4 0,2-1 32,2-1 0,-1-7-95,-1-2 0,-2-4 91,-1-1 0,-3-4-576,-1-1 0,-3 1 244,-2-2 1,-2 4-768,-3 0 1131,0 1 0,-16-13 0,-4-2 0</inkml:trace>
  <inkml:trace contextRef="#ctx0" brushRef="#br0" timeOffset="639">777 26 7792,'0'-8'0,"0"1"0,-1 2 1579,-2 1-1069,3 2 1,-3 2 115,6 5 0,-2 4-215,4 3 0,0 5-121,2 2 0,0 4-58,0 1 0,0 4-454,-2-2 1,1 5-153,-1 3 0,-1-2-356,0-1 1,-2-2 51,0 0 0,2-4 314,-2-1 0,0-7-1618,-2-2 1982,0-6 0,-6-24 0,-2-10 0</inkml:trace>
  <inkml:trace contextRef="#ctx0" brushRef="#br0" timeOffset="822">741 248 7792,'-4'-7'983,"1"0"0,3 0-834,0 0 1,4 3 14,3 1 1,3 0-169,4 1 0,2-1 89,0 3 0,3 0-817,2 0 1,1 1 429,-1 1 1,1 2-589,0 0 0,-2 2 890,-1-4 0,9 10 0,-2 0 0</inkml:trace>
  <inkml:trace contextRef="#ctx0" brushRef="#br0" timeOffset="1173">1078 270 7792,'5'0'-11,"0"0"1,-3 1 325,0 1-225,2-1 1,-1 3 72,2-2 0,-1-1-101,-2 1 0,0-1 87,3-1 0,-3 3-347,3-1 0,-3 0 156,3-2 0,-3 0-122,3 0 0,0 0 44,2 0 0,-2 0-14,0 0 1,0 0 215,2 0 1,-1-3-96,-1-2 1,1 1 98,-1 0 0,-1-1-76,1-2 1,-3 0 78,0-1 0,1 1-46,0 0 1,-1-1 153,-2-2 0,-1 2-55,-1-1 0,-2 1 50,-3 1 1,-1 0-53,1 2 1,-2 0-49,-1 3 1,-3-1 365,1 3 1,-1 3-153,-2 2 0,2 2 208,1 3 1,-2-1-120,2 3 0,2 2 302,0 3 1,3 0-248,2 0 0,2 1-49,3 1 1,2 2-289,2-2 1,3-2-224,7 0 1,0-5-1138,5-2 1,0 0 723,3 0 0,-4-3-1665,-1-2 2188,-2-4 0,-4-1 0,0-4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15.481"/>
    </inkml:context>
    <inkml:brush xml:id="br0">
      <inkml:brushProperty name="width" value="0.08571" units="cm"/>
      <inkml:brushProperty name="height" value="0.08571" units="cm"/>
    </inkml:brush>
  </inkml:definitions>
  <inkml:trace contextRef="#ctx0" brushRef="#br0">0 270 7720,'0'-7'-93,"0"0"1,0 0 802,0-1-17,0 1 71,0 0-456,0 0 1,1 1 137,2 1-247,-3 2 0,4 4 17,-4 4 0,0 1-41,3 6 0,-2-1-122,4 4 1,-2 0-195,1 2 1,1-1 144,2 3 1,-2-1-484,0 1 1,-1-1 276,1-4 1,0-2-240,-2 0 0,2-3-71,0 1 246,-2-2 1,4-4 19,-3-2 0,2-2 93,-1-2 0,1-2 154,-1-4 1,1-2-65,-2-2 0,3-1 257,-3-2 0,0 1-106,1-1 0,-3 1 117,0 0 1,1-3-74,0 0 1,-1 1 27,-2 4 1,0-1 123,0 4 1,0-1 387,0 3-578,0 3 50,0 1 0,0 4-142,0 1 1,0 5 76,0 2 1,0 4-83,0-1 0,0 1 38,0 2 0,1-1-118,1 1 1,0-1 6,3 0 1,0 1-46,5-1 1,-1 0-122,3 1 0,-3-4 70,3-2 1,-1-1 17,1-4 0,1 0 24,-3-4 0,2-1-55,-3-2 0,3-1 74,-2-6 1,0 0-140,-3-2 1,0-4 111,0 1 0,-1-1 61,-1 2 0,1-3 123,-4 1 0,1-4-54,-3 0 1,0 0 221,0-2 1,-1 1-125,-2-1 0,0-2 341,-2 0 0,-1 0-165,1 3 0,-1 2 429,-1 2 1,0 5 360,-1 0-552,4 6 0,-1 1-232,2 7 0,1 3-61,2 4 0,1 3 228,1 5 1,1 2-85,4 5 0,-1 0-249,6 5 1,-2-2 57,2 4 0,-3-4-597,3 0 0,-3-2-279,1 2 0,-2-3-667,-1-2 1,-2-1 94,-1-2 1,-2-2 1283,0-2 0,-4-11 0,-2-1 0</inkml:trace>
  <inkml:trace contextRef="#ctx0" brushRef="#br0" timeOffset="717">625 292 7720,'-8'-10'-45,"1"1"1,-2-1 44,4 3 0,-1 0 912,2-1 0,-3 4-341,2-1 1,1 3-179,0 0 1,-1 4-294,-2 3 0,-1 1 44,1 2 1,2 2-6,1 2 1,2 2 83,0 3 1,1 2-369,1 2 0,0-2 18,0 0 1,0 1-147,0 1 0,3-3 31,2-1 1,4-2-100,0-3 0,1-1-48,-3-2 1,0-4 104,0 0 1,3-4 20,0-4 0,-1-1 97,-2-6 1,0-1-126,-3-4 0,2 1 90,-4 0 1,1-2 177,-3 0 0,0 0 151,0-3 1,-1 2 179,-1-2 1,0 2 201,-3-2 1,0 3-271,-2-1 1,2 5 600,1 2-296,-1-1 101,-2 3-397,3 1 0,1 8-147,3 6 1,3 3-36,2 5 0,1 0-95,1 2 0,3 1-245,-1 4 0,4-1 169,-1 1 1,2-3-372,0 0 0,3-2 249,-1 2 0,0-4-108,-4 0 0,0-5 27,-3-5 0,-3-2-9,1-3 1,-2-1 24,0-1 1,0-3 73,-2-5 0,0-1-171,-1-3 1,-1-1 133,1 1 1,-1-3 246,-1 1 1,0-4 6,0 0 0,-1-1 72,-1-3 1,-2 1-14,-3-4 0,0-1 73,-1-3 1,0-1 100,-1 4 0,1 0 364,-2 1 1,2 1 311,1 5 0,0 4 158,0 7-615,3 5 1,-2 5-198,4 5 0,-1 5 135,3 2 1,4 7-52,4 2 0,-1 8-181,5 0 0,0 4-70,3-2 1,0 3-141,2 0 0,0 1-727,2 1 0,-1-4 483,-4-4 1,0-2-962,-2-5 1,-2-1-159,-6-3 605,0-3 0,-5-10 459,-2-2 1,0-2 350,-2-2 0,-7-25 0,0-8 0</inkml:trace>
  <inkml:trace contextRef="#ctx0" brushRef="#br0" timeOffset="943">755 256 7720,'0'-7'1180,"0"-1"-786,0 1 1,1 1 39,1 1 0,2 2-180,3 3 1,4-2 8,1-1 0,2 2-98,3 3 0,3 2-106,4 3 0,3 1 56,-3 2 1,3 1 63,-1 3 0,-2 1-397,-2-1 0,-4 0 113,-4 1 0,-2 0-211,0 2 0,-6-2 141,-1 2 0,-4-2-299,-1-1 1,0 0-587,0-2-486,0 1 933,0-5 613,0-1 0,4-7 0,0-4 0</inkml:trace>
  <inkml:trace contextRef="#ctx0" brushRef="#br0" timeOffset="1132">1035 141 7720,'-10'-26'0,"-2"2"0,1 5 762,2 2 1,4 5 248,3 3-1203,1 4 1,1 5 142,0 5 49,0 1 0,3 17 0,1 5 0</inkml:trace>
  <inkml:trace contextRef="#ctx0" brushRef="#br0" timeOffset="1776">1294 321 7727,'-1'-8'0,"-1"1"0,0 2 572,-3 1 1,-2 2-183,-3 0 0,-2 1-96,0 1 0,-2 3-176,0 2 1,-1 2 58,1 3 0,3 1-249,1 3 0,3 3 114,2 0 0,0 3-325,2-1 1,3-1 186,3 1 0,5-3-103,2 1 1,0-3-60,2-5 1,0 0-64,3-7 1,-1 1-72,0-3 0,0-3 91,-2-2 1,-2-4 15,-2-1 0,1-2 57,1 0 1,-4-2 292,-4 0 1,2-1-96,-2 1 0,0-1 51,-2-2 0,0 3 165,0-1 0,0 1 188,0 2 0,0 1 214,0-1 1,0 3-268,0-1 0,0 5 89,0 0 1,1 3-57,2 0 0,-2 1-197,4 1 0,-1 3 59,1 2 1,1 5-82,-1 2 0,2-1-2,3 1 0,-2 2-107,1 3 1,0 2 51,1-2 0,-2 2-128,1-2 0,-1 0 100,-1-3 0,-2 1-137,0 2 0,-3-4 53,0 1 0,-1-7 154,-1 0 75,0-4-176,-3 0 1,-1-4-71,0-1 0,0-2-306,1-3 0,2-1 157,-4-2 1,3 0-1,0-2 0,0-2 93,0 2 0,1-1 204,-1-2 1,1-1-134,1-1 0,0-1 420,0 1 1,4 2-184,3-1 0,1-2 97,4 1 0,0 1 106,2 4 1,3 3 139,0 4 0,3 2-96,-1 6 0,2 4-70,0 5 0,-2 5-317,1 2 1,-4 2 58,0 0 0,-1 1-609,-3-1 1,-2-2 341,-3-3 1,-3 1-496,-1-2 0,0 1-3487,-1-4 4129,1-2 0,-10-3 0,-1-4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25.229"/>
    </inkml:context>
    <inkml:brush xml:id="br0">
      <inkml:brushProperty name="width" value="0.08571" units="cm"/>
      <inkml:brushProperty name="height" value="0.08571" units="cm"/>
    </inkml:brush>
  </inkml:definitions>
  <inkml:trace contextRef="#ctx0" brushRef="#br0">29 44 7893,'-5'-11'-116,"0"1"0,4 2 1458,-2 1-346,2 3-749,1 1 1,1 4 67,2 4 1,1 3 128,3 6 0,1 4-171,1 1 0,3 5-44,5 2 1,-1 3-507,3 2 0,0 1 240,0 2 0,1 0-260,-3-3 1,-1 0-19,-1-2 1,-7-7-242,-4-2 0,-2-5-11,-2-3-58,0-5 580,0-4 1,-2-4-106,-1-1 0,1-2 58,2-3 0,-1-1-22,-1-2 0,1 1 162,-2-3 0,2 3-77,-2-3 1,2 1 38,-4-1 0,0-1-27,-2 3 0,2-2 100,-3 3 0,2-3 203,-6 2 1,2 1-100,-2 1 1,0 4 277,-5-1 1,2 3-155,-2 0 1,-1 4 187,2 3 1,1 5-97,3 2 0,4 2-79,1 3 1,3-1-129,4 3 1,1-1-112,1 1 0,2 1-150,3-3 0,4 0 109,1-3 0,1-2-451,2 0 0,-1-5 238,1 0 0,-1-5-828,0 1 1,3-3 246,0-3 0,0-1-61,-3-3 1,0-3 810,1-2 0,-1-15 0,0-3 0</inkml:trace>
  <inkml:trace contextRef="#ctx0" brushRef="#br0" timeOffset="267">410 266 7893,'-8'-4'0,"4"1"0,-1 3 0,3-2-399,-3 0 332,0-1 1,-2 6 1012,0 2 0,2 5-397,0 2 0,1 1-283,-1 2 0,1-1-156,2 0 0,1 2 92,-1 0 1,4-1-257,3 2 0,4-2 87,3-3 0,5-3-220,2-4 1,2 1 209,1-4 0,-2-3 251,0-4 1,-4-4-184,-4-3 0,0-4 6,-5-1 1,-1-3-358,-6 1 1,-6-1 128,-4 1 1,-5-4-839,-2 4 1,-4 1 105,0 6 863,2 2 0,-5 9 0,6 2 0</inkml:trace>
  <inkml:trace contextRef="#ctx0" brushRef="#br0" timeOffset="875">690 245 7893,'-4'-7'767,"1"0"-69,3-1-127,0 1-399,0 3 1,1 2 0,1 4 0,0 2-53,2 3 1,1 3 95,2 0 0,0 2-1,1 0 1,-4 2 27,1 0 0,0 3-72,2 0 0,-3-1-328,-1-4 1,0 1-215,-1-1 0,1 1-140,-3-1 0,0-2-627,0-2 512,-4-4 405,0 2 1,-3-6 115,0 0 0,3-1-35,2-4 0,-2-2 123,2-2 0,-3-2-83,3 2 1,-1 0 264,3-3 1,-2 1 29,0-1 1,-1-2 35,3 2 1,3-1 8,-1-2 0,4 2-136,-2 1 0,3-1 69,0 3 1,3-2-76,2 3 1,1 0 13,-1 4 1,2 2 30,-2 3 0,1 2 102,2 2 0,-2 2-232,-1 6 1,1 0 101,-3 2 1,-1 3-542,-2 0 0,-2 0 218,0-3 1,-3 3-670,3-1 0,-3-1 423,0-3 1,1-1 453,0 1 0,-1-5 0,-2-4 0</inkml:trace>
  <inkml:trace contextRef="#ctx0" brushRef="#br0" timeOffset="1267">1006 310 7893,'7'0'-604,"0"0"0,1 0 1221,-1 0 1,0 0-142,0 0 0,3 0-102,-1 0 1,3 0-337,-2 0 1,-1 0 83,-1 0 1,1 0-397,1 0 235,-1 0 0,-2-1-70,-2-2 1,0 2 79,-2-4 1,-1 0-9,-2-2 0,0 0 89,0 0 1,0-1 75,0 1 0,-1-2-63,-1-1 1,-2 1-13,-3 1 0,-1 1 182,-2 0 0,2 1-34,-2 1 1,0-1 192,1 4 0,-3-1-80,2 3 0,-2 1 177,2 2 1,-2 1-132,3 6 0,-1 1-150,3 4 1,3 2-51,2 2 0,1 2 83,1 1 0,5 0-204,3 2 1,7-2 70,2 2 1,3-5-538,1-2 1,3 0 243,0-3 1,0-1-1095,-2-6 0,-4-3 61,-1-1 0,-3-3 1216,-2 0 0,-5-16 0,-4-4 0</inkml:trace>
  <inkml:trace contextRef="#ctx0" brushRef="#br0" timeOffset="2562">1703 288 7842,'0'-5'164,"0"0"178,0 4 80,0-6-135,0 7 1139,0-4-1317,0 11 0,0 1-58,0 6 0,0 1-169,0-1 0,1 1 38,1 2 0,0-2 89,3 2 0,-3 0-238,3 0 1,2 2 92,3-5 1,-1 2-153,-2-4 1,3-2 91,0 0 1,2-5 59,0-3 0,-1-1 85,-2-1 0,2-2 11,-2-3 1,1 0 10,-3-7 1,-1 2-37,-1-2 1,1 0 118,-4-2 0,3 0-87,-3 2 0,1-1 144,-3 1 0,0 1-37,0 2 0,-1 1 35,-2 1 0,2 0-79,-4 3 17,4 0-166,-6 4 138,3 0 1,0 4-21,2 0 1,-1 5 11,0 1 0,1 0 49,2 0 0,1 0-56,1 2 0,0 2 110,2-2 0,1 0 3,2 0 0,1 2 91,2-2 1,2-2 57,5 0 1,-2-3-122,2-2 1,-2-2 88,-1-3 0,0-3-105,1-2 1,-5-5-94,-3-2 0,0-4 129,-5 0 0,1-3-658,-3 2 1,-1 0-109,-2 3 0,-1-1-410,-3 1 1,0 0 1010,0-1 0,0-12 0,-1-3 0</inkml:trace>
  <inkml:trace contextRef="#ctx0" brushRef="#br0" timeOffset="3652">2034 116 7996,'-3'-5'542,"1"0"1,-1 3-63,0-3-362,2 3 1,-1 2 319,4 5 1,0 5-79,3 2 1,2 2-33,3 3 1,0 1-84,0 4 1,0 2-22,2 3 0,1-1-54,-1 3 0,-1-3-418,-2 3 1,-3-1 41,-1-4 1,-4-1-661,2-4 312,-2-1 349,-1-7 0,-1-4-252,-2-5 301,3-1 0,-4-2 135,4-1 1,0 0-48,0-2 1,0-1 152,0-2 0,0-1-29,0 1 0,1 0-37,2 0 0,-3-3 81,3 1 0,0-3-74,-1 2 0,3-2 2,-2 3 0,1-1-19,-1 3 0,1-3-44,-1 1 1,2-1-10,0 3 0,2 0-1,0 0 0,0 2 21,0 0 1,0 3-14,1-3 0,-1 3 184,0 0 1,-2 2-107,0 2 1,-1 2 147,0 3 0,3 3-105,-3 0 1,0 2 73,1-3 0,0 4-55,2-1 0,-1-1 38,1 1 1,-1-1-94,3 1 0,-1-1-16,-1-1 1,1-4-89,2 1 0,-2-3 70,1 1 1,2 1-211,-2-4 0,4 1 62,-1-3 0,2 0-127,0 0 1,1-4 59,-1 0 0,0-3-1,1 0 0,-2-1-55,-1-1 1,2 0 60,-2-3 1,-2 2 223,0-2 1,-5 3-129,0-3 0,-3 0 184,0-3 1,-4 4-52,-3 2 0,-2-2 89,-3 2 1,-1 0-20,-3 4 0,0 2 75,2 3 0,-1 0-14,4 0 1,-1 1-104,3 1 1,0 2 175,0 3 1,0 0-99,2 1 1,0 1-111,2 1 1,1 3 63,2-2 0,0 4-293,0 2 0,1-2 90,1 2 0,5-2-225,2-1 0,4-2 75,-1 0-1,1-3-50,2 0 1,-1-1-72,1-4 1,1 0 80,1-4 1,0-4 281,-3 0 0,1-4-120,-1-1 1,-3 1-57,-1-2 1,-2 0 173,-1 0 1,-2-2 200,-1 3 1,-2-3 54,0 2 0,2-2-121,-2 3 1,0-3 42,-2 2 1,1 1-95,2 1 1,-3 1 658,3 0-473,1 3 0,-3-2 34,4 4 1,-2 0-90,1 2 0,-2 3-53,0 2 1,2 1-101,-2 1 1,3 0 104,-3 1 1,1 1-99,0 1 0,-2 2 70,4 0 1,-2 0-61,1 0 1,-2 0 32,0 2 0,2-2-173,-2 0 0,0-1 98,-2 1 0,3 1-89,-1-4 364,0 1-201,-2-3 213,0-3-253,0-1 1,3-3-211,-1-3 0,1-1 97,-3-3 1,2-1-66,0-2 1,3 2 54,-2-1 1,0-2-52,-1 2 0,0-4 175,3 1 0,-3 1-79,3-1 1,0 1 241,2-1 0,0-2-73,0 2 0,1 2 32,2 0 1,-1 2-54,2 1 0,1 1 223,3 1 1,-1 3-23,1 4 0,-1 2 4,0 3 0,3 4-179,0 4 0,-3-1 36,-2 3 0,-1 1-271,1 1 1,1 0 70,-3 0 0,-1-3-328,-2 1 1,-2-5 211,0 0 1,-3-3-2981,0 1 3114,-1-2 0,-11-17 0,-2-4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20.321"/>
    </inkml:context>
    <inkml:brush xml:id="br0">
      <inkml:brushProperty name="width" value="0.08571" units="cm"/>
      <inkml:brushProperty name="height" value="0.08571" units="cm"/>
    </inkml:brush>
  </inkml:definitions>
  <inkml:trace contextRef="#ctx0" brushRef="#br0">29 302 7961,'-5'-2'0,"1"-1"0,0 0 987,0 0 0,2 4-645,-3 6 1,3 1-162,0 4 0,1 3 38,1 1 0,0 4-188,0 0 1,0-1-81,0 2 0,3-3-117,2 3 0,4-4-182,1 0 1,2-4 183,0-1 1,1-6-187,-1 1 0,1-4 95,-4-1 1,3-2 11,-2-2 1,0-3 77,-3-5 0,-2-1 1,-1-3 0,1-1 68,2 1 1,-2 0 94,0-1 1,-3 1 32,0-1 0,1 2-70,-1 1 1,1-1 333,-3 4 0,-1-1-147,-1 3 0,0 0 362,-3-1-154,4 4-237,-6 1-202,7 3 1,-4 3 105,4 2 0,0 2 26,0 3 0,0-1 3,0 3 0,1 0-160,2 2 1,0 0 57,2 1 0,1-1-82,-1 1 1,2-1 134,2 0 0,-1-3 1,2-1 0,1-3 230,1-2 0,-1-2 321,1-3 0,-2-6 180,2-4 0,-3-6-281,0-3 1,-2-2-175,-2 0 0,-2-1-31,-3 1 0,0-1-629,-3 1 0,-1 0-234,-3 2 0,1 4-608,1 3 1,-1 3 545,4-1 675,-1 5 0,29 12 0,6 5 0</inkml:trace>
  <inkml:trace contextRef="#ctx0" brushRef="#br0" timeOffset="483">633 360 7926,'-8'-11'0,"1"1"0,2 2 468,1 1 1,1 0 5,-2 0 1,3 2-184,-3 0 1,3 3-405,-3 0 1,3 1 145,-3 1 1,0 3 9,-2-1 1,-1 4 104,-2 2 1,2 0-224,-1 4 0,1-3 84,1 3 1,-1 0-173,1 3 1,1-1-43,1 0 1,-1 1 35,4-1 0,0 0-90,2 1 0,0-2 159,0-1 1,4-1 61,3-4 1,1-3-30,4-2 0,1-1-189,3-1 0,0-3 105,0-2 1,-1-4-124,0 0 1,-1-4 102,1 1 0,-2-2 76,-1 0 0,-2-3 182,-2 0 0,-4 1-80,-2 1 1,-1-1 309,-1-1 1,0 2-161,0 3 0,-3 4 60,-2-2 1,-1 2 162,2 1-181,-3 3 1,6 4-131,-1 5 0,1 2-17,1 2 1,0 3-166,0 2 0,3 1 70,2 2 0,1 1-529,2 1 0,-1-1 273,0-1 0,1-2-505,2 2 804,-2 1 0,21-6 0,2 2 0</inkml:trace>
  <inkml:trace contextRef="#ctx0" brushRef="#br0" timeOffset="814">963 259 7925,'-12'-4'195,"0"-1"0,3 3 24,0 0 1,-2 1 0,2 1 1,-4 0 36,1 0 1,2 1-15,0 1 1,0 2-252,0 3 0,3 1 78,2-1 1,4 1-196,-2 1 0,2 0 104,1 3 1,4-2-225,4 2 0,0-3 123,7 3 1,-2-2-50,6 2 1,-2-3-22,2 3 0,0-3-53,0 1 0,1-2 227,-3 2 1,-1-2-78,-1 2 0,-4-2 477,-1-1 1,-3 0-189,-2 0 0,-4-1 273,-6-1 1,-3 1-209,-6-4 0,-4 1-88,-1 0 1,-2-2-344,-3 4 0,2-3-963,1 0 1135,-1-1 0,13 2 0,0 1 0</inkml:trace>
  <inkml:trace contextRef="#ctx0" brushRef="#br0" timeOffset="1839">1646 346 7924,'0'-8'55,"0"1"0,0 0 1,0 0-1,-1 0 1068,-1-1 1,-2 4-856,0-1 1,-3 3-128,2 0 0,-2 2-104,-2 2 1,0 2-165,-3 3 1,1 1 120,-1 2 0,-2 0 175,2 2 0,1 4-71,-1-1 1,3 1-560,0-2 1,3 1 235,1 2 0,3-2-188,-3 2 0,3-4 160,0-1 0,4-4 5,3-1 0,4-1 201,1-3 1,2-1-79,0-2 0,2-1 5,0-1 0,1-2-3,-1-3 1,-2-1 115,0 1 0,-3-2-8,0-1 1,-1-3 151,0 1 1,-4 0-38,-2 0 0,-1-2 153,-1 2 1,0-1 11,0 1 0,0 0-153,0 2 1,-1 3-38,-1 2 0,0 1 110,-3-1-287,4 2 149,-3 6 1,4 1-102,0 3 1,1 3 30,2 0 0,0 2-16,2-3 0,3 3-112,-1-2 0,2 2 91,-2-3 0,3 3-147,0-2 0,2-1 114,-3-1 0,1-2 51,-3-1 1,3-2-28,-1-3 1,1 0 103,-3 0 1,0-3-138,0-2 1,0-2-2,1-3 1,1 0-83,1-2 0,-1-2 124,-1 2 0,-4-1-15,1-2 1,-1 1 4,1 0 0,-2-4 66,-3-1 0,0 1-98,0-2 0,0 0 348,0-2 0,-3-1 87,-2 4 0,1-1 91,-1 1 1,1 1 366,-4 4 1,4 3 133,-1 4-493,3 0 1,-2 6-160,2-1 1,1 7 62,-1 2 1,2 5-83,2 3 0,0 2-49,2 5 1,1 0-72,2 2 1,3 2-149,0 3 1,1-2-667,-1 0 0,2-2 411,-2-1 0,2-3-1199,0 3 1,0-6 715,0 1 1,-6-4-688,1-3 1440,-1-2 0,14-22 0,3-4 0</inkml:trace>
  <inkml:trace contextRef="#ctx0" brushRef="#br0" timeOffset="2431">2012 331 7924,'0'-7'687,"0"0"-347,0 3 0,3 1 6,2 3 1,-1 0-90,1 3 0,0 3-207,2 4 1,0 3 49,0-1 1,0 1-104,1 2 1,1-1 95,1 0 1,2 3 93,-3 0 0,4-1-293,-1-4 0,-2 1 63,0-4 1,-2 0 147,-1-4-48,0-2 0,-3-4 52,-1-1 0,-2-3-125,-1-5 1,0-1-139,0-3 1,-1-1 46,-2 1 1,3-3 94,-3 0 1,2 1-138,1 1 0,0 1 78,0 0 1,4-1-514,0 1 1,1 3 190,2 1 0,-3 2-460,3 1 1,-2 1 29,3 1 823,-1 2 0,-1 3 0,-1 3 0,0-2 0,-2 4 0,-1 0 0,-2 2 0,0-2 0,0 0 0,1-1-87,1 4 0,0-4 73,3 1 0,-3-1 333,3 1 0,0 1-48,2-1 0,1-1-34,2 1 1,-2-1 94,1 1 0,2-1 120,1-2 0,1-1-102,-1 1 0,2-1-87,-2-1 1,1 0-202,2 0 0,-2 0 97,-1 0 0,1-1-253,-4-1 0,3-2-53,-2-3 0,-1 0-69,-4-1 0,0 1 165,-2 0 1,1 0-69,-1 0 0,-2-3 43,-3 1 1,0-1 28,-6 3 1,3 2 160,-5 0 0,0 4-68,0-2 0,-3 2 279,1 1 0,1 1 25,-1 2 1,4 1 21,-2 6 1,2-1-201,1 3 1,0 0-28,-1 2 0,4 1-313,2 2 0,1-1 126,1 3 1,2-2 166,3 2 1,1-3-35,8 1 0,0-2-1702,5-1 1,1-3 115,4-1 1495,-2-5 0,16-8 0,-1-5 0</inkml:trace>
  <inkml:trace contextRef="#ctx0" brushRef="#br0" timeOffset="2798">2767 331 7897,'-11'-10'0,"3"4"315,-1-1 0,1 5-34,1-1 0,-1 2-26,1 1 0,-2 1-75,-1 2 0,0 1-46,0 3 0,2 0-125,-2 0 1,2 4 82,1 1 1,3-1-302,-1 1 1,3 0 163,0 2 1,1-2 101,1 0 0,3-3-133,2 0 1,4 1-700,0-3 1,4 1 312,-1-5 0,-1-1 98,1-2 0,-1 0 265,1 0 0,1-3-74,-3-2 0,2-1 214,-3-2 1,3 1-41,-2 0 1,-1 0 293,-5 0 1,2-1-142,-4-2 0,1 1 141,-3-3 0,0 4 104,0-2 1,0 2 716,0 1-469,0 0-212,0 3-375,0 0 23,0 14 0,1-4-584,1 9 0,0-2 315,2 1 1,1 0-1771,2 1 1956,0 2 0,7 8 0,1 4 0</inkml:trace>
  <inkml:trace contextRef="#ctx0" brushRef="#br0" timeOffset="3434">2975 51 7964,'-3'-14'-21,"0"2"643,-2 3 0,1 2 309,1 2-110,3 2-554,-4 3 0,5 3 101,2 2 1,-2 4-87,4 3 1,1 3 109,3 1 1,2 6-137,1 4 0,1 3-191,-1 2 0,2-1-506,0 1 0,0 1 358,-2-1 1,0 2-260,-2-5 1,0-1 175,-3-8 0,-2-2-1133,-1-5 885,-2-2 1,1-7-256,-3-3 314,0-6 1,0-2-6,0-2 1,0 2 252,0 1 0,-2-3-146,-1 1 0,-1-3 205,1 2 0,-2 1-72,0 2 1,-2-1 352,-3 1 0,1 0-151,-3 0 0,3 3 502,-3 1 1,0 0-81,0 1 1,-1-1 186,1 3 0,2 4-281,0 0 1,2 6-21,1 2 1,3 2-321,1 0 1,3 0 98,0 1 1,0-1-511,3 0 0,2 0 225,4-2 1,2-2-811,4-2 0,-1-1 24,0 0 0,2-3-226,0-2 0,0-1 1128,0-1 0,22-22 0,4-6 0</inkml:trace>
  <inkml:trace contextRef="#ctx0" brushRef="#br0" timeOffset="3840">3226 302 7985,'-3'-9'0,"0"-1"0,2 2 0,1 3 1624,0 2-1078,0 3 1,0 5-396,0 2 0,4 3-10,0-1 0,0 0-59,1 3 1,0-2-272,2 2 1,0-1 173,0 1 1,1 1-444,-1-4 0,0 1 250,0-3 0,0 0-257,1 0 250,-1 1 0,0-2 154,0-1 1,-2-2-97,0-3 0,-1-3-79,0-2 1,2-1 238,-4-2 1,3 1-114,-2 0 1,1-1 276,-1-1 1,0 1-78,-1-2 1,-1 2 789,2 1-633,1 0 0,0 0 42,3 2 0,-2 0 39,-1 2 0,4 1 72,1 2 0,1 0 77,-3 0 1,1 3-87,1 2 0,0 2-297,3 3 1,-2 2 112,2 5 0,-3 1-484,3 3 1,-2 2 201,2 1 1,-3 1-145,3 4 1,-4-1 43,0-2 1,-4-4-108,-4-5 1,-6-3 102,-1-2 0,-8-2 85,-2-2 1,-1-4-704,-4-2 1,1-4 328,-5-3 0,-3-2 468,-2-3 0,-35-30 0,-7-10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31.785"/>
    </inkml:context>
    <inkml:brush xml:id="br0">
      <inkml:brushProperty name="width" value="0.08571" units="cm"/>
      <inkml:brushProperty name="height" value="0.08571" units="cm"/>
    </inkml:brush>
  </inkml:definitions>
  <inkml:trace contextRef="#ctx0" brushRef="#br0">116 129 8012,'-3'-7'112,"0"0"1,0 0 679,0 0-535,0-1 0,3 1-1,0 0 0,3 2-155,-1 0 0,6 3 80,-1-3 1,5 3-74,0-3 0,2 3-125,0 0 0,3 1 127,0 1 1,2 1-127,-2 1 0,2 3 63,-3 5 0,1 1-415,-2 3 0,-2 4 174,-1 1 0,-1 4-245,-4 1 1,-1 3 139,-1-3 0,-2 3-13,-3-1 1,-4 1 148,-3 0 1,-3-3 175,-5-2 1,1-1-46,-1-2 1,-1 0-53,-1-5 0,-2 1 500,2-5 0,-1-1-194,2-4 1,0 0 234,0-2 1,1-1-147,0-2 1,4-3-8,1-2 0,1-5-136,2-2 0,1-1-168,6-2 1,1 1-239,1 0 0,5-1 157,5 1 0,3 0-245,2 2 0,1 2 142,3 3 1,3-3-89,0 1 272,0 2 0,27 4 0,6 3 0</inkml:trace>
  <inkml:trace contextRef="#ctx0" brushRef="#br0" timeOffset="556">705 65 8010,'0'-11'109,"0"3"79,0-1 1,0 1 136,0 1 0,0 2-84,0 0 1,-1 3-16,-1-3 0,-2 3-72,-4 0 0,-1 2-132,-1 2 1,-2 3-52,0 5 1,-2-1 193,0 6 1,-3 0-195,0 7 0,3 0 20,2 2 1,3 2-151,-1 3 0,1-1 72,2 1 1,1 2-34,6 0 0,0-2 40,0-3 0,1-2 77,1 0 1,2-5-420,3-3 0,3-4 136,0-2 0,-1-4 222,-2-2 0,0-2-44,1 0 1,-1-4 193,0-3 0,3-1-95,-1-1 1,3-1-28,-2 1 0,3 0-6,-1 0 1,0 2 20,0 0 1,2 1 149,-2 0 0,1 0-96,-1 4 1,3 0 239,-3 0 1,3 0-90,-3 0 1,1 4 109,2 0 0,-1 0-57,1 1 0,-1-1-116,0 1 0,1 1-39,-1-4 0,0 3-292,-2-3 0,0 0-1598,-2-2 1032,-1 4 776,-1-4 0,-4 0 0,-1-4 0</inkml:trace>
  <inkml:trace contextRef="#ctx0" brushRef="#br0" timeOffset="998">116 647 7577,'-4'0'-27,"0"0"352,1 0-13,2 0 526,-2 0-133,3-4 0,4 4-277,3-3 1,7 2-20,5 1 1,10 0 2,7 0 1,11 0-136,13-3 1,8 2-95,8-1 0,6 1-65,2-2 0,-1 2-157,-4-1 0,-9 1 105,-13 1 1,-6 0-464,-8 0 1,-5 0-264,-7 0 0,-4 3-1720,-11-1 1942,-2 0 0,-12-2 438,-4 0 0,-28-6 0,-12-2 0</inkml:trace>
  <inkml:trace contextRef="#ctx0" brushRef="#br0" timeOffset="1582">94 956 7977,'-3'-8'-385,"-2"1"1013,-1 0 1,2 0-154,1 0 1,3 2-398,0 0 1,3 3 89,1-3 0,7 3-157,3-3 1,1 3 100,5 0 1,1 1-64,3 1 1,2 0 14,-2 0 1,0 2-78,-2 2 1,-1 2-264,-2 6 0,-5 0 131,-4 2 1,-5 3-26,-3 0 0,-2 3 168,-2-1 1,-3 5 2,-5 2 1,-3 0-55,-4 0 0,-3 0-46,1 0 0,-2 0 212,-1-2 0,1-3-71,-1 1 1,1-4 120,-1-4 0,1 0-82,2-2 1,2-2 91,6-3 0,-3-3-124,2-1 1,2-2 45,0-1 0,3-4-32,2 0 0,-1-6 70,4-2 1,0-1-77,2-2 0,4 0 4,3-2 0,1 2-194,4-2 0,2 0 56,3 0 1,2 3-421,-2 2 0,5 0 189,0 0 0,3 0-601,-1 2 1,0 1 908,-2 5 0,18 10 0,6 6 0</inkml:trace>
  <inkml:trace contextRef="#ctx0" brushRef="#br0" timeOffset="2282">475 1157 7910,'0'-7'0,"-1"-1"299,-1 1 0,1 0-27,-1 0 0,1 0-103,1 0 1,1-1-28,1 1 1,2 0-134,3 0 0,1 2-212,2 0 0,-2 4 170,4-2 1,-2 0 31,2 1 0,-2-1 78,2 3 0,-6 1-204,1 1 1,-2 2-31,0 4 0,0 1-11,-2 1 1,-1 3 168,-2-1 1,-3 2 20,-2 3 0,1-2 0,-1 2 1,3-2-27,-3-1 0,3 1 8,0 2 0,1-2-4,1 2 0,0-4-12,0-1 1,0-3 19,0 3 1,0-5-4,0 0 0,3-5 116,2 1 0,2-3-119,0 0 1,0-3-243,0-2 0,1-2 85,2-2 1,-2 0 7,1-3 0,-1 2 59,0-2 0,-1 0-116,0-2 1,0 0 64,0-1 0,0 3-20,-3 0 0,3 4-13,-2-2 0,0 2-143,0 1 350,1 3-110,-5 1 0,2 7 211,-3 3 1,-3 1-102,-2 4 1,1-1 6,0 1 0,1 2 3,-2-3 0,4 3 97,-2 0 0,3-2-95,0 0 1,0-2 97,3 2 0,1-6 169,3 2 0,3-6-82,2 0 1,2-1 558,0-1 1,-2-5-325,0-3 1,-1-4 109,1-3 1,1 0-167,-3-4 0,-1 2-180,-1-2 0,-4 0-168,-2-3 1,-1 1-255,-1-1 0,-1 1-891,-1-1 1,-2 3 648,-4 0 1,4 0-1674,-1 0 2106,3 2 0,-4 5 0,2 2 0</inkml:trace>
  <inkml:trace contextRef="#ctx0" brushRef="#br0" timeOffset="2783">928 1336 7910,'0'-4'217,"0"0"219,0 2 403,0 1-473,-4-2 0,4 6 113,-3 2 0,2 4-105,1 0 0,0 4-129,0-1 0,-2 4-128,0 1 0,-1 2-65,3-2 0,-1 3-379,-1-1 1,1 1 222,-1-1 1,0-1-741,0-4 1,0 0-52,-3 1 7,4-1 0,-5-3-323,4-1 1211,-1-5 0,3-2 0,10-32 0,2-7 0</inkml:trace>
  <inkml:trace contextRef="#ctx0" brushRef="#br0" timeOffset="3041">1028 1351 9752,'0'7'743,"0"0"1,1 4-368,1 1 1,-1 2-96,2 3 0,-2-1-181,2 3 0,-2 0-195,4 3 1,-3-1-552,0 1 1,-1-4 413,-1-1 0,0-2-2313,0-1 1414,-3-2 1131,-1-2 0,-10-25 0,-1-6 0</inkml:trace>
  <inkml:trace contextRef="#ctx0" brushRef="#br0" timeOffset="3783">1071 913 7897,'-4'-5'222,"2"0"237,1 3 269,-2-4-449,-1 5 0,-3-1 175,0 4 0,2 3-104,0 5 1,0 2-35,-2 4 1,0 3-213,0 2 0,0 4-201,2 1 0,0 2-105,2 1 0,1 0 203,2-1 1,1-2-1186,1-2 0,5-3 101,2-5 1083,4 1 0,17-25 0,9-1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36.919"/>
    </inkml:context>
    <inkml:brush xml:id="br0">
      <inkml:brushProperty name="width" value="0.08571" units="cm"/>
      <inkml:brushProperty name="height" value="0.08571" units="cm"/>
    </inkml:brush>
  </inkml:definitions>
  <inkml:trace contextRef="#ctx0" brushRef="#br0">0 1078 6545,'0'-4'1038,"0"0"-659,0 2 1,1 1 140,2-2-327,-3-1 1,4 3 36,-1-4 0,-2 3-179,4 0 1,0 0 57,2 0 1,3 1-167,-1-1 1,3 1-17,-2 1 0,2 1-65,-3 1 0,3 0 57,-2 3 0,0-3-91,-3 3 1,-3 0 54,-2 2 0,-1-2 97,-1-1 0,0 1-34,0 2 0,-3 0 21,-2-3 0,-1 2-42,-2-4 0,0 3-3,-1-2 0,3 0 1,-1-1 1,1-1-97,-1 1-3,0 2 154,0-3 0,1 3-102,1-1 122,-2-3-116,7 4 352,-4-4-9,4 0-178,7 0 0,-5 0-76,5 0 0,0 0 18,2 0 0,-1 0-12,2 0 1,0 0 49,0 0 1,-1 0-30,-1 3 0,1-2 150,1 4 1,-1 0-101,-1 2 1,-2 1 152,-1 2 1,-2-2 26,-3 1 1,-1 2 12,-1-2 0,-2 1-352,-3-3 0,-4 0 106,-1 0 1,-1 0-230,1-2 1,0 0 102,2-2 0,-2 1-1250,2-1 1381,1-1 0,-1-8 0,-2-2 0</inkml:trace>
  <inkml:trace contextRef="#ctx0" brushRef="#br0" timeOffset="266">202 1013 7909,'7'0'187,"2"0"163,1 0 0,0 1-63,0 1 0,0 2 99,2 4 1,2 3 32,-2 3 0,1 4-76,2 3 1,-2 3-325,-1 0 1,-4 3 145,-6-3 0,-1-1-449,-1-1 0,-1-1 43,-1-2 0,-2-5-170,-4-4 0,-1-2-1889,-1-1 2300,-3-3 0,-11-17 0,-6-7 0</inkml:trace>
  <inkml:trace contextRef="#ctx0" brushRef="#br0" timeOffset="1234">820 632 7869,'7'0'278,"-1"0"162,-1-3 1,1 2 396,-4-4-574,3 3 0,-4-2-17,2 2 1,-6 0-20,-1-3 0,-4 3-243,-1-3 1,-5 1 46,-3-4 0,-5-2 3,0-2 0,-1 1-31,2-1 1,-3 0 52,0-3 1,1 0-240,4 0 0,2-1 90,5 4 0,1 2-334,4 0 272,3-1 0,2 3-255,4-1 0,5 1 85,2 4 0,2-2-28,-2 4 0,0-3 197,3 2 0,-1-1-55,1 1 1,2 1 242,-2 2 1,-2-3-75,0 1-215,-2 0 189,-1 2 0,-4 0 190,-3 0 0,-4 2 30,-6 0 1,-1 4 82,-3-1 1,-1 2 10,1 3 0,-1-2-151,-2 4 0,2 1 10,-2 4 1,2-1-42,1 3 1,2 1-111,0 4 0,1 1 75,2 1 0,0-1-46,7-4 1,-1 0 139,3-2 0,0-1-20,0-4 1,4-5 275,3-2 1,4-5-100,3 1 1,1-2-42,-1-1 1,0-4-99,1 0 0,1-3-264,1-3 1,0-1 106,-3-4 0,1-1-142,-1-1 0,-2-3-371,0 1 0,-3-1-1242,0 1 1771,-1 1 0,15-12 0,5-5 0</inkml:trace>
  <inkml:trace contextRef="#ctx0" brushRef="#br0" timeOffset="1951">1323 173 7707,'-4'-4'0,"0"0"0,1-3 0,-1 0 285,0 0 0,-2 0-166,1-1 0,1 1 88,-1 0 1,3-2 20,-3-1 0,3 0-109,0 3 0,1-2-145,1-1 1,0 0 48,0 3 0,2 1 92,3 1 0,-1-1-201,6 4 0,0 0 49,0 2 0,3 0-24,-1 0 0,0 0 42,0 3 0,2 4 38,-2 5 0,2 2 0,0 3 0,0 2-98,1 2 1,-1 5-97,0 2 1,-2 4-194,0 1 1,-6 0 99,-1-2 1,-4-2 64,-1 3 0,-4-4 185,-3-1 1,-3-5-138,-5-3 1,-1-3 351,-1 1 0,-2-4 13,2-1 1,-2-4 48,2-1 0,0-1 32,3-3 0,0-1-85,-1-2 0,3-1-67,0-1 1,3-2 5,0-3 1,4-3-16,3 1 1,1-4-4,1 1 0,1 1-124,1-1 0,2 0 48,3 0 1,4 0-106,1 2 0,1 1-193,2 1 1,0 2 100,1 1 1,0 0-78,4 2 1,-4-2 30,4 3 1,-1 0-643,2 2 0,-2 0 834,-3 3 0,9 4 0,1 4 0</inkml:trace>
  <inkml:trace contextRef="#ctx0" brushRef="#br0" timeOffset="2409">1883 79 7851,'-3'-13'524,"-2"1"1,-1-1-131,-2 3 1,0 1 68,-1 2 1,1 0-190,-2 2 1,2 2-173,1 3 0,-1 1 136,-1 1 0,1 6-307,-2 3 1,3 3-8,2 0 0,-1 4-16,1 1 1,1 5-282,-1 2 1,1 2 242,-1 1 1,-1 1-525,1 1 0,-1 1 293,-1 1 1,2 1-49,0-5 1,3-2 51,0-6 0,1-1 121,1-3 278,0-3 0,1-10 265,1-2 0,0-1 460,3-1 1,-1-3-409,1-2 0,1-2 71,-1 0 0,3-2-126,2-1 1,0 0-90,-3 3 1,2 0 40,1 0 1,3 0-158,-1 0 1,-1 0-5,1 2 1,2 0-177,3 2 1,3 1-218,-1 2 1,0 0 162,0 0 1,-1 0-238,1 0 0,0 1 170,-4 1 1,0 0-436,-6 3 1,1-3 271,-3 3 0,-3-3-704,-1 3 1069,-3-3 0,-16 4 0,-3-2 0</inkml:trace>
  <inkml:trace contextRef="#ctx0" brushRef="#br0" timeOffset="2845">1308 762 7851,'-4'-5'-32,"2"0"214,-2 0 485,3-2-361,-2 0 1,4 0 75,1 0 0,2 2-20,3 0 0,4 3-86,4-3 1,3 1 156,6-1 0,6 0-89,5 2 1,11-2-186,7 3 0,11-3-177,3 3 0,4-3-288,-4 3 0,-5-2-94,-7 2 0,-7 0-542,-12-2 1,-9 2-554,-13 0 543,-6-2 549,-4 0 1,-8 0 91,-4 1 0,0 2 311,-7 1 0,-26 7 0,-13 1 0</inkml:trace>
  <inkml:trace contextRef="#ctx0" brushRef="#br0" timeOffset="3330">1243 999 7851,'-3'-11'0,"-1"0"150,4 4 1,-2-1 317,0-1 1,-1 1-195,3-2 0,1 2-63,1 1 1,2 2-88,3 0 1,3 0 100,0-2 0,3 3-141,2 2 0,0 1 141,4 1 0,1 0-124,4 0 1,-4 6-182,1 1 0,-4 6-324,0 1 0,-3 3-60,-2 2 1,-2 2 245,-5-2 1,-2 2-39,-3 3 0,-1 0 96,-1 2 1,-6-1 307,-4 2 0,-4 0-119,-3-3 1,-1 1 44,-1-1 0,1-3 145,-4 1 0,2-4 174,0-4 1,0 1-55,1-1 1,0-3 51,2-1 1,1-4-145,4-2 1,0-2 134,2 0-432,5-1 1,4-5 87,3-3 1,6-3-455,4-5 1,4 0 101,2-2 0,4 1-68,4-3 1,0 1-126,3-1 0,0 1-311,-3 4 0,0-1 818,-3 1 0,17 0 0,3-1 0</inkml:trace>
  <inkml:trace contextRef="#ctx0" brushRef="#br0" timeOffset="4194">1560 1107 7851,'0'-5'48,"0"0"0,2 0 0,0-2 264,0 0 0,0 0-292,0 0 0,0 2 141,2 0 0,1 3-155,2-3 1,1 1 107,-1-1 0,1 1-184,1 2 0,0 1 61,3-2 1,-3 3-69,0 0 0,-1 0-29,0 3 0,-2 1-8,-1 3 0,-2 3-3,-3 2 1,0 2 67,0 0 1,-1 4 39,-1 1 0,0-1-8,-3 2 1,1-2 81,0 1 0,0 2-81,1-2 0,2-1-6,-1-2 0,1-1 24,1-3 0,0 0 4,0-2 1,1-4 39,1-3 0,0-2-39,3-1 0,0-1-127,2-2 1,0-1 112,0-6 1,-2 0 20,0-2 1,0-4-26,2 1 1,0-1 128,0 2 1,0-1-175,0-2 0,0 2-5,-2-2 0,1 2-44,-1 1 1,0 2 87,0 3 0,1 1-263,-4 1 208,1 3 1,-3 1 5,0 6 1,0 1-6,0 3 0,-1 1 138,-2 1 1,2 3-34,-4 5 1,1-1 72,-1 3 1,2-3-10,3 1 1,0 1-97,0-2 1,0 4 19,0-4 1,1-1 30,1-3 0,5-4 182,2 2 1,4-3-130,-1-2 1,2-3 293,0-4 1,0-3 15,1-4 0,-2-3 140,-1-5 0,1 1-154,-3-3 0,-2 0-127,-3-3 1,1 0-424,-4 1 1,0-1 192,-2 1 0,-3-2-879,-2-1 0,-1 5 474,-1-3 1,2 3-953,0 0 1312,4-2 0,-6 6 0,3-3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58.155"/>
    </inkml:context>
    <inkml:brush xml:id="br0">
      <inkml:brushProperty name="width" value="0.08571" units="cm"/>
      <inkml:brushProperty name="height" value="0.08571" units="cm"/>
    </inkml:brush>
  </inkml:definitions>
  <inkml:trace contextRef="#ctx0" brushRef="#br0">94 29 7827,'0'-7'819,"0"0"0,-1 0-57,-1 2-2,1 2-468,-6 3 1,3 2 29,-3 3 0,0 0-113,0 7 1,0 3-142,0 4 1,-1 3 40,1 2 1,1 1-203,1 1 0,-1 2-330,1-2 1,2 1-535,0 0 0,2-2 271,1-4 1,1-3-421,2-1 1,1-3 1105,6-5 0,11-15 0,5-10 0</inkml:trace>
  <inkml:trace contextRef="#ctx0" brushRef="#br0" timeOffset="519">216 86 7827,'5'-4'-15,"0"2"0,-1 1-4,4 1 35,-1 0 0,0 0 55,0 0 1,0 3 125,-3 2-93,3 2 1,-4 0-346,2 0 1,-2 0 99,-3 0 1,-1 0 89,-1-3 0,0 3 71,-3-2 1,0-1-34,-2 0 49,0-2 1,0 4-48,0-4 1,0 0 124,-1-2 1,4 0-54,-1 0 1,2 0-82,-1 0 87,2 0-174,-4 0 112,5 0 0,-2 0-8,3-3 178,0 2 48,0-2-202,3 3 1,1 0 154,3 0 0,-2 1-76,0 1 0,-1 0 97,4 3 1,1-3-130,1 3 1,0 0-49,0 2 1,-2 0-64,1 0 1,1 4 114,-3 1 1,1-1-183,-6 1 0,1-3 48,-3 3 1,-4-2-78,-3 2 0,-1-3 58,-4 0 0,0-1-214,0-1 0,0 0-175,2-2 0,0 0-120,0-2 1,5-1 589,-3-2 0,6-19 0,-1-5 0</inkml:trace>
  <inkml:trace contextRef="#ctx0" brushRef="#br0" timeOffset="726">317 43 7827,'8'0'606,"1"0"1,0 1-100,3 1 1,0 3-126,2 5 1,1 4 27,-1 5 0,3 5-73,0 3 1,-4 1-722,-3 0 1,-6 0 266,-1-1 1,-9 0-977,-3-3 1,-5-4 175,-3-3 917,2-2 0,-12-3 0,1-2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4:57.225"/>
    </inkml:context>
    <inkml:brush xml:id="br0">
      <inkml:brushProperty name="width" value="0.08571" units="cm"/>
      <inkml:brushProperty name="height" value="0.08571" units="cm"/>
    </inkml:brush>
  </inkml:definitions>
  <inkml:trace contextRef="#ctx0" brushRef="#br0">22 37 8008,'-5'-7'0,"1"2"0,0 1 475,0 1 0,2-1-172,0 2 123,1 1-429,4-2 1,1 1-15,4-1 0,-1 1-106,0 2 0,2 0-31,1 0 0,3 0 98,-1 0 1,1 1-223,-1 1 0,1-1 102,-1 1 0,-1 1 7,1 0 0,-3 2 6,1 0 1,-2-1-103,-1 1 0,-3 0 81,-2 2 0,-1-2 263,-1-1 1,-4 1 77,-3 2 1,-4 1 105,-3-1 0,0 2 229,-1-2 0,1 3-229,0-5 1,-1 3 42,1-3 0,3 1 313,1 1-500,2 0 1,4 1 102,2-1 1,2-2-410,2-1 1,2-2-48,3 0 1,4 2-196,1-2 0,1 0-439,2-2 1,1 0 391,1 0 0,0 0-119,-3 0 595,1 0 0,12-9 0,3-3 0</inkml:trace>
  <inkml:trace contextRef="#ctx0" brushRef="#br0" timeOffset="217">302 87 7862,'0'-7'0,"0"0"0,0-1 1789,0 4-1246,0 1 1,0 4-46,0 1 0,1 3-199,1 5 1,0-1-227,3 3 0,-3 0-394,3 2 0,-4 0 253,2 1 1,0-1-1309,-1 0 0,1 1 1376,0-1 0,-2 1 0,2-1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5:02.094"/>
    </inkml:context>
    <inkml:brush xml:id="br0">
      <inkml:brushProperty name="width" value="0.08571" units="cm"/>
      <inkml:brushProperty name="height" value="0.08571" units="cm"/>
    </inkml:brush>
  </inkml:definitions>
  <inkml:trace contextRef="#ctx0" brushRef="#br0">36 158 7831,'-2'-4'172,"-1"-1"40,-2 3 0,3-1-43,-3 3-9,4 0 1,-5 3-84,4 2 1,-1 1 129,3 2 1,-2 2-210,0 2 0,-1 2 1,3 0 1,0 3-99,0-1 1,1 1-124,1-2 1,0-1 124,3 0 1,0 0 18,2-2 0,0-2 24,0-3 1,0 0-108,1-2 0,-1-2 18,0-3 0,0 0 44,0 0 0,-2-1-21,0-1 1,0-5-6,2-2 1,-2-3 144,-1 2 0,0-3-87,1 1 1,-2-1 71,-3-2 1,3 1-66,-1 0 0,1-1 171,-3 1 1,0 2-30,0 0 1,0 3-29,0 0 0,0 3-169,0 1 71,0 4 1,0-2 95,0 6 1,0 1-54,0 6 0,-1-1 22,-2 3 1,3 0-28,-3 2 0,2 3 3,1 0 1,1-1-6,2-1 0,-2-1-64,4 1 1,0-1 72,2 0 0,0-3 4,0-1 1,1-3 137,2-2 1,-2-2-97,1-3 1,-1-3 2,0-2 1,-1-2-31,0-3 0,-1 2-94,-1-4 1,2 0 111,-3-3 0,0 1-153,-2 0 0,1 2 31,0 0 1,-1 2 25,-2-2 0,2 3 84,1-3 0,-1 3 80,-2-1 1,0 5 104,0 0-116,0 3 56,0-1-81,0 9 0,1 0-12,1 6 1,0-3-82,3 0 0,-1 2-7,4-2 1,-1 1-17,0-3 0,0 0 30,0 0 1,3 0 21,0-2 0,0 0 4,0-2 0,-2-1-7,1-2 0,-1-1-33,-1-1 1,0-2 25,1-3 0,-4-1-118,1 1 0,-2-2 65,1-1 1,-2 0 27,0 0 1,-1 1 114,-1-3 0,-2 4-71,-1-2 1,-2 3 89,0 2 1,1-1-105,-1 4 0,0 0 19,-2 2 1,0 0 14,0 3 0,1 1 142,1 3 0,-2 1 30,3 2 0,0-2-139,2 4 0,1 0-191,1 3 1,0-2 112,0-1 0,1 2-240,1-2 0,3 1 93,5 2 1,-2-4-25,4-2 0,-2-1 27,2-4 1,0 2-112,2-4 0,1-2 74,-1-5 1,-2-2-19,0 0 1,-1-3 238,1-2 1,-2-1-31,-5 1 0,0-1 217,-2 4 1,-1-4-14,-2 1 1,0 1 101,0-1 1,0 3-69,0 0 0,0 1 170,0 0 3,0 1-69,0 0-387,0 3 0,1 1 71,1 3 1,0 3-75,3 2 0,-3 1 58,3 1 1,-1 1-96,1 2 0,1-1-42,-1 3 0,-1 0 86,0 2 1,-1-2-144,2 0 0,-4-1 47,2 1 0,-3 1 7,0-3 0,0-1 67,0-2 1,0-2 74,0 0-69,0-4-1,0 3 0,0-10 27,0-1 1,0-4 42,0 1 0,0 0-33,0 0 1,3 0 87,-1-2 1,1 1-88,0 1 0,-2 1-59,4-3 0,0 4 15,2-2 1,0 4-7,-3 2 1,3 1 124,-2-2 0,1 4-80,1-2 1,0 3 103,-3 3 1,2-2-109,-4 4 1,3 0 80,-3 2 0,4 3-58,-1-1 0,-1 1 135,1-3 1,-1 0-60,4 0 0,-2-2 5,-1 0 0,1-1-101,-1 1 0,1-1 93,2-2 13,-1-1 0,0 2-47,0-3 1,0-3-59,0-2 60,1-1 0,-1-4-85,0 1 0,-3-1 12,-2 3 0,2 0-4,-2 0 0,0-3 80,-2 0 1,0 1-36,0 2 1,0-1 178,-3 1 0,-1 1-68,-3 1 0,0 2 90,0 3 1,-3 0-23,0 0 1,-1 1 276,1 1 1,0 3-137,3 4 0,0 0 175,0 3 1,0 0-159,3 3 0,-2-1-268,4 0 0,-1 3-198,3 0 0,0 2 138,0-2 1,3 2-323,2-2 0,5-1 214,2-4 1,4-2-1375,1-3 1,2-3 1469,-3-1 0,33-28 0,5-7 0</inkml:trace>
  <inkml:trace contextRef="#ctx0" brushRef="#br0" timeOffset="672">1301 36 7854,'-3'-7'0,"0"0"354,-1 0 1,3 2-30,-2 0 1,2 4 66,-2-2-184,2 2 0,-2 5-196,3 0 1,0 4 156,0 1 1,3 3 223,-1 5 1,3 2-275,-3 5 1,4 2 73,-1 2 0,1-1-426,1-1 0,0 2 173,-3 1 1,2 0-493,-4-5 0,2-3 302,-2-4 0,-1-3-343,1-2 127,-1-2 270,-4-6 1,1-3-31,-3-3 0,3-6-15,-3 1 0,3-3 274,-3 0 1,3 2-14,-3-4 0,2 2 53,-1-2 1,1 3-16,-2-3 1,3 0 56,-3 0 1,3 1 3,-3 2 0,0 1-164,-2-2 0,0 3 251,0 2 0,0 2-33,-1 3 0,1 0 220,0 0 0,0 2-120,0 2 0,2 2 47,0 6 1,1 0-82,-1 2 1,0 3-280,2 0 1,1 0-84,2-3 0,0 0 141,0 1 0,3-1-316,2 0 1,1-3 132,1-4 0,1-1-548,2-3 0,-1-1 308,3-2 0,-1-3-308,1-2 1,1-1 712,-1-1 0,-1-4 0,12-16 0,0-7 0</inkml:trace>
  <inkml:trace contextRef="#ctx0" brushRef="#br0" timeOffset="947">1480 223 7854,'0'-5'0,"0"1"0,0 1 502,0-2-290,0 4 0,0-2-157,-3 3 0,2 0 4,-4 0 0,0 0-49,-2 3 1,2 3 10,0 4 0,1 3 85,-4-2 0,2 3-58,1 0 1,0 1 92,2-1 1,2 1-305,3-1 0,3-3 74,4-1 1,3-2-74,5-1 0,-1-3 78,3-2 0,-3-2 109,1-2 1,-3-5-256,-2-5 1,-5-3 60,-4-1 0,-3 0-53,-3-4 0,-1 4 85,-6 0 0,-1 1-372,-3 0 1,2 2 508,3 1 0,7 4 0,3 5 0</inkml:trace>
  <inkml:trace contextRef="#ctx0" brushRef="#br0" timeOffset="1409">1631 223 7854,'4'-7'0,"2"2"281,-4 0 582,4 4-500,-2-2 1,3 6-152,0 2 0,0 2-190,-3 2 0,3 0 103,-2 3 0,-1 0-118,0 2 0,-2-2 12,0 0 0,-1 0 9,-1 3 0,0-2-10,0-1 1,0 1-238,0-3 0,0-1 58,0-2 1,-1 0 56,-1-2 271,1-2-162,-2-3 0,3-1-143,0-1 0,0-2 86,0-4 1,1 0 21,1-1 0,-1 0-12,1-3 1,2 3-7,-2-3 0,3 0 91,-3 0 0,3-1-71,-3 1 1,3 1 181,-2 2 1,2 0-106,0 0 1,-1 3 7,1-1 0,-1 4-27,4 1 1,-1 1-104,0 1 0,0 3 2,0 2 0,1 2-166,-1 3 1,0 1-120,0 3 0,0-2 111,-3 0 1,3 0-169,-2 0 0,-1 1 79,0-1 1,-2-2-203,0 0 536,2-2 0,0-1 0,10-9 0,1-3 0</inkml:trace>
  <inkml:trace contextRef="#ctx0" brushRef="#br0" timeOffset="1817">1947 273 7426,'4'4'377,"-4"0"-254,7-4 1,-4 0 153,2 3-202,1-2 0,-2 2 61,3-3 0,-2 0-106,0 0 1,0 0 41,2 0 1,-1-1-165,-1-1 0,2 0 137,-3-3 1,2 3 44,-1-3 0,-1 0-71,-2-2 1,-1 0 10,1 0 1,-1 0 28,-1-1 0,-3 0-10,-2-1 0,-1 1 137,-1-2 1,-3 3-70,0 2 1,-2 0 166,3 2 1,-4 1-21,1 2 0,-1 1 52,1 1 0,2 5-173,3 5 0,0 3-12,-1 1 1,4 3 5,2 2 0,3 1 40,4-1 0,3 1-457,6-1 0,3 0 174,-1-2 1,4 1-411,0-6 0,0 1 40,2-5 1,2-4-160,0-4 1,-3-1 64,-5-1 1,-4-1-237,-5-1 0,-4-4 806,-6-4 0,-26-19 0,-10-2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5:08.906"/>
    </inkml:context>
    <inkml:brush xml:id="br0">
      <inkml:brushProperty name="width" value="0.08571" units="cm"/>
      <inkml:brushProperty name="height" value="0.08571" units="cm"/>
      <inkml:brushProperty name="color" value="#E71224"/>
    </inkml:brush>
  </inkml:definitions>
  <inkml:trace contextRef="#ctx0" brushRef="#br0">73 162 7347,'-8'0'0,"0"0"0,0 0 0,3 0-545,-1 0 470,4 0 371,-5 0 0,6 0-92,-5 0 189,4 0-172,-5 0 51,6 0 47,-2 0-294,-1 0 147,3 0 114,-2 0 1,9 0-246,2 0 0,2 0 38,-2 0 1,1 0-125,2 0 1,0 0 1,3 0 0,1 0 21,-2 0 1,2-1-82,-2-1 0,3 1 115,-3-2 0,2 2-47,1 1 1,1 0 31,-1 0 0,1 0-7,2 0 1,-2 0-2,1 0 1,2-3 53,-1 1 0,3-2-38,-4 1 0,5 3 3,-2-3 1,2-1-34,-2 2 1,3-1-3,-3 3 0,0 0 21,0 0 1,-3-1-5,1-2 0,1 2 6,-1-1 1,0 1-8,0 1 1,-2 0 65,2 0 0,-1 0-59,1 0 0,-1 0 7,3 0 0,-3 0 42,1 0 0,1-3 87,-1 0 0,3 1 28,0 2 1,0-1-124,0-2 0,2 2-2,0-1 1,1 1 15,5 1 1,-4 0-55,1 0 0,-2 0 52,-1 0 1,1 0-94,2 0 0,-2 0 51,2 0 1,-4 0-6,-2 0 0,2 0 40,3 0 1,-1 0-6,-1 0 1,3-3-5,-3 0 0,2 1-8,-2 2 1,1 0-26,-1 0 1,0 0 0,0 0 0,2 0-6,-2 0 0,2 0-26,-4 0 0,-1 0 45,0 0 0,0 0-30,0 0 0,2 0 16,-4 0 1,3 0 3,0 0 1,1 0-4,1 0 0,0 0 34,1 0 1,-2 0 9,-2 0 0,3 0 6,-3 0 1,-1 0-34,-1 0 1,-1 0 7,1 0 1,-2 0-122,1 0 0,0 0 66,1 0 1,-2 0-13,2 0 1,2 0 35,0 0 1,0 0 5,0 0 1,0 0 23,1 0 1,1-1 84,-2-2 0,-1 2-46,-1-2 0,1 3-42,-1 0 1,-1 0-32,-1 0 0,-1 0 37,0 0 1,3 0-54,0 0 1,0 0 45,0 0 0,-2-1-54,2-2 0,1 2 28,-1-2 1,2 2-4,-2 1 0,3 0 158,-4 0 0,1 0-137,-3 0 1,3 0 98,0 0 1,0-2-79,-3-1 1,0 0-81,0 3 1,0 0 83,1 0 1,-4 0-163,1 0 0,0 0 92,5 0 0,-2 0-9,2 0 0,-2-1 13,-1-1 0,1 1 0,2-2 0,-2 2 87,2 1 1,-1 0-80,0 0 0,-1 0 125,2 0 0,-2 0-97,-1 0 0,3 0 130,0 0 0,0 0-61,-3 0 0,3 0 52,0 0 1,0 0-75,-3 0 0,4 0 15,1 0 1,0 0-60,0 0 1,-3 0-9,1 0 1,2 0-31,0 0 1,0 0 61,0 0 1,-3 0-96,1 0 0,2 0 77,0 0 0,2 0-12,-2 0 1,3 0-4,-3 0 0,3 0 0,3 0 1,-2 0 76,2 0 0,1-1-61,-1-1 1,1 1 87,-1-2 1,-2 2-81,2 1 1,-5 0 94,0 0 0,-1 0-77,3 0 0,0-2-2,-3-1 0,0 0-36,-2 3 0,1 0 45,1 0 1,-1 0-101,-4 0 0,-1 0 123,-1 0 9,1 0-60,-6-3 0,-1 1 15,-5-4-323,-2 5 1,-2-6 87,-2 5 1,-2-1-1984,-6 3 2180,2 0 0,-32-11 0,-3-2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5:15.803"/>
    </inkml:context>
    <inkml:brush xml:id="br0">
      <inkml:brushProperty name="width" value="0.08571" units="cm"/>
      <inkml:brushProperty name="height" value="0.08571" units="cm"/>
      <inkml:brushProperty name="color" value="#E71224"/>
    </inkml:brush>
  </inkml:definitions>
  <inkml:trace contextRef="#ctx0" brushRef="#br0">2963 122 8117,'-1'-8'0,"-1"0"602,-4-1 0,3 6-455,0 3 1,2 3 466,1 6 1,0 3-199,0 4 1,0 5 99,0 6 0,3 6-109,0 7 1,6 9-102,2 7 0,2 8-300,3 6 0,-2 4-37,5 2 0,-2 3-199,-1-1 0,-3-6 206,-2-2 0,-6-9-255,-2-5 0,-2-6 108,-1-1 0,0-9-15,0-8 1,0-4 43,0-6 0,0 0 155,0-3 0,0-3-194,0-2 0,-3-5-474,0 2-1235,1-2 1305,2-4 1,0-3-748,0-8 1332,0 1 0,3-21 0,2 0 0</inkml:trace>
  <inkml:trace contextRef="#ctx0" brushRef="#br0" timeOffset="1248">3230 1050 7677,'0'-4'883,"0"0"0,0 6-484,0 3 1,-1 2-146,-2 6 1,2 1-1,-1 5 1,0 2-36,-1 3 0,1 4 7,-3 1 1,2 0-21,-2 1 1,0-4-120,0 1 1,-2-3-55,1-3 0,2-3-126,-1-5 1,2-4 1,-3-1 1,4-3-161,-4-5 1,4 0-138,-4 0 1,0-4 188,-5-1 1,2-6 85,-1-3 0,-2-2-38,1-3 1,-3 1 178,0-3 1,0 0-80,1 0 1,-3-3 77,3 3 1,0 0-81,0 0 1,2 0 156,-2 0 1,5 1-13,0 4 1,5 3 227,-3 2-193,5 2-105,1 5 0,5 0-10,6 4 1,-1 0 27,3 0 1,0 0 15,4 0 1,2 0-2,3 0 0,-1 0-27,0 0 1,0 0-399,0 0 0,3 0 163,-3 0 0,-1 0-371,-1 0 1,-3 0 228,-3 0 1,-1 0 199,-4 0 0,-4-1-34,-1-1 1,-3 1 460,-3-2 0,-1 2-161,-4 1 0,-3 0 213,0 0 0,-3 0 88,1 0 1,-3 0-196,0 0 0,0 1 96,0 2 0,0-2-42,0 1 1,-1 2-38,1-1 0,0 2-113,0-2 1,3 2 153,-1-2-388,4 3 153,-1-5-210,6 6 0,5-6 60,5 2 1,7-2-145,4-1 1,1 0 67,5 0 0,-2 0 22,2 0 0,0 0-16,-3 0 1,3 2-194,-3 1 0,-1 2 79,-5-2 1,-1 1 132,-4-2 0,-3 0 132,1 4 0,-5-4 226,2 4 0,-8-2 29,-3 1 0,-3 2-110,0-5 1,-2 4 109,-3-3 1,0 0-23,0 0 0,0-2-2,0 1 0,0 2 36,3-1 1,1-1 74,4-2-81,-3 0 1,2 0 14,-2 0-371,6 0 199,1 0 1,5 0-181,2 0 37,1 4 1,7 0 69,0 5 1,-1-4-83,-2 0 1,3 2 51,0 3 1,0-1-152,-3 2 1,0 1 92,0-2 0,0 1-45,0-3 0,-3 0 59,1 0-155,-1 1 1,0-4-120,-3 0 135,-1-3 0,-1 1-107,0-6 1,0-1 39,0-4 1,3-3 178,0 0 0,-1-3-73,-2 0 1,0-1 226,0-1 1,0-1-86,0-2 0,0 2 229,0-2 1,3 5-38,0 0 1,-1 3 319,-2-2 20,0 7-313,0-1 0,0 8 57,0 5 1,0 3-25,-3 7 1,1 3-97,-3 0 1,2 0 21,-2 0 1,2-2-80,-3 2 0,5-2 18,-2-1 0,-1-2-122,2-1 1,-1-3-98,3 1 65,0-2-562,0-5 263,0 0 48,0-11 1,-1-1 98,-2-6 1,3-1 224,-3 1 0,-1 0-13,2 1 0,-5-3 140,2 3 1,0-2 82,0 2 1,2-1-102,-2 3 1,2 0-3,-2 3 1,2 3 26,-2-1-113,3 5 41,-2-3 1,4 8-114,0 1 0,0 3 59,0 3 1,1-2 12,2 1 1,-2-1-99,2 0 0,0-1 28,0 0 394,0 0-123,-3 0 412,0-4-208,0 0-325,0-11 1,0 1-149,0-4 1,0 1-593,0 1-2018,-4-1 1336,3 1-462,-2 0 1771,3 4 0,17 7 0,6 6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6:03.488"/>
    </inkml:context>
    <inkml:brush xml:id="br0">
      <inkml:brushProperty name="width" value="0.08571" units="cm"/>
      <inkml:brushProperty name="height" value="0.08571" units="cm"/>
      <inkml:brushProperty name="color" value="#E71224"/>
    </inkml:brush>
  </inkml:definitions>
  <inkml:trace contextRef="#ctx0" brushRef="#br0">8 142 7996,'-3'-4'-448,"2"1"516,-2 3 528,3 0-544,6 0 0,-3 0 16,4 0 0,-1 0-136,1 0 1,1 0 148,-1 0 0,1 0-138,-1 0 0,3 0 107,0 0 0,2 0-141,-2 0 1,4 0 109,-2 0 1,2 0-73,1 0 0,0 0 42,0 0 0,-1 0 14,1 0 0,0 0-17,0 0 0,0 0 14,0 0 0,1 0-17,1 0 0,-4 0 15,2 0 0,-2 0-15,2 0 1,0 0 13,0 0 1,0 0-23,0 0 0,0 0 23,-1 0 1,2 0-1,1 0 1,-1 0 1,2 0 0,-3 0-7,0 0 0,0 0 15,0 0 1,0 0-14,0 0 1,-1 0 12,1 0 0,0 0 19,0 0 1,-1 0 2,-1 0 0,1 0-14,-2 0 1,2 0 1,1 0 1,0-3-6,0 1 0,0-1 3,-1 3 1,4 0-31,-1 0 1,0 0 25,-2 0 1,0 0-29,0 0 0,0 0 23,0 0 1,0 0-4,0 0 0,-3 0 21,0 0 0,1 0 4,2 0 0,-1 0-27,-2 0 0,2 0 12,-1 0 0,3 0-25,1 0 1,1 0 20,-3 0 1,0 0-20,-1 0 0,1 0 59,0 0 1,0 0 0,0 0 1,-1 0 31,-2 0 0,2 0-63,-1 0 1,-2 0 6,2 0 1,-3 0 13,2 0 0,0 0 28,0 0 0,0 0-23,-2 0 0,0-2-94,3-1 0,1 1 41,-2 2 1,2 0-13,1 0 0,0-1-11,0-2 0,2 3 35,1-3 1,-1 2-21,-2 1 0,0 0 14,0 0 1,-1 0-3,1 0 1,0-2 2,0-1 0,-3 1-1,1 2 1,-1 0 0,3 0 0,0-3 0,0 1 0,-3-1 5,1 3 0,-1 0-5,3 0 0,-1-2 13,-2-1 0,3 1-12,0 2 1,-1 0-3,1 0 0,0 0 3,-3 0 1,3-2 0,3-1 1,-4 1 41,1 2 1,0 0-11,-2 0 0,1 0 51,4 0 0,-5 0-66,2 0 0,-2 0-10,2 0 0,0 0 16,0 0 0,0-3-5,0 1 0,-3-1 7,0 3 0,1 0-31,2 0 0,-3 0 22,0 0 0,-2 0-57,3 0 0,-1 0 30,3 0 0,-3 0-4,1 0 0,-1 0-19,3 0 0,-2 0 30,2 0 1,-4 0-7,4 0 1,-5 0 2,0 0 0,0 0 3,0 0 1,3 0-4,-3 0 0,0 0 8,0 0 1,-1 0-5,4 0 1,-2 0 0,2 0 1,0 0 18,-3 0 0,3 0-18,-1 0 0,0 0 52,0 0 1,0 0-49,0 0 0,2 0 29,-1 0 1,-2 0-22,2 0 1,-3 0-22,2 0 1,-2 0-7,2 0 1,0 0 25,0 0 0,2 0-30,-4 0 1,3 0 21,-1 0 0,1 0-18,0 0 0,1 0 11,-2 0 0,0 0-2,0 0 1,-2 0 3,3 0 0,-4 0 0,1 0 0,0 0 32,0 0 1,1 0-31,-1 0 0,-2 0 10,2 0 0,1-1-7,-1-1 1,0 1 56,0-1 0,-1 1-48,4 1 0,-2 0-23,2 0 1,1 0 15,-2 0 0,0-3 0,0 1 1,1-1-26,2 3 0,-1 0 25,-2 0 0,1 0-20,-3 0 0,3 0 14,0 0 0,0 0 82,-1 0 1,2 0-77,-1 0 0,1-2 76,1-1 0,-1 1-13,-2 2 0,2 0 10,-1 0 0,0-1 17,-1-1 0,1 1-50,-3-2 1,3 2 61,-3 1 0,5-2-48,-3-1 0,4 1-64,-4 2 0,0 0 68,0 0 1,0 0-85,0 0 1,0 0 70,-3 0 1,0 0 105,1 0 0,0 0-78,0 0 0,0-3 8,-2 1 1,0 0 93,2 2 0,-2 0-104,2 0 0,1-3-25,-1 1 1,3-1 45,-1 3 1,2 0 5,1 0 0,-1-2 7,-1-1 0,2 1-340,-1 2 1,1 0 16,3 0 0,-5 0 168,-1 0 1,1-1 9,2-2 0,-1 2 17,1-1 0,-2 1 3,-1 1 0,1 0-2,1 0 1,-1 0-49,-1 0 0,0 0 50,0 0 0,2 0-4,-1 0 0,0 0 33,-1 0 0,1 0-32,-3 0 1,3 0 11,-3 0 0,2 0-11,-2 0 1,0 0 49,-3 0 0,2 0-40,1 0 1,-2 0 56,2 0 1,-2 0-92,-1 0 1,1 0-105,-1 0 0,1 0 94,-1 0 0,1 0-15,-1 0 0,0 0 41,1 0-19,-1 0 1,1 0 72,-1 0 1,-2 0-7,0 0 1,0 0 15,3 0 1,-1 0 74,0 0-110,1 0 1,-1 0 22,1 0 1,-1 0-16,1 0 0,-1 0 1,0 0 1,-2 0 1,0 0 0,0 0 210,3 0 0,-2-1-18,-1-1-161,2 1 0,-5-2 830,3 3-416,-4 0 1,3 0-684,-1 0 207,-2 0-993,2 0 1,-23 6 0,-5 3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6:11.800"/>
    </inkml:context>
    <inkml:brush xml:id="br0">
      <inkml:brushProperty name="width" value="0.08571" units="cm"/>
      <inkml:brushProperty name="height" value="0.08571" units="cm"/>
      <inkml:brushProperty name="color" value="#E71224"/>
    </inkml:brush>
    <inkml:brush xml:id="br1">
      <inkml:brushProperty name="width" value="0.11429" units="cm"/>
      <inkml:brushProperty name="height" value="0.11429" units="cm"/>
      <inkml:brushProperty name="color" value="#E71224"/>
    </inkml:brush>
  </inkml:definitions>
  <inkml:trace contextRef="#ctx0" brushRef="#br0">75 0 8258,'-7'0'-450,"-1"0"0,1 0 0,-1 0 636,1 0 0,2 0 131,0 0 91,3 0 129,-1 0 0,9 0-452,1 0 0,2 0-155,-1 0 0,0 0 91,2 0 1,-1 0-50,3 0 0,-2 0 8,3 0 0,-2 0-22,2 0 1,0 0 52,-3 0 0,3 0-1,-1 0 0,3 0 27,-1 0 1,1 0-17,0 0 1,1 0 1,1 0 1,0 0 1,3 0 0,-1 0 2,4 0 1,-3 0-35,3 0 0,-3 0-17,5 0 0,-4 0 9,-1 0 1,-1 0 21,4 0 0,-3 0 55,-1 0 0,-1 0-51,2 0 0,-2 0-22,4 0 1,-4 0 22,5 0 0,-3 1-38,3 2 0,1-3 23,1 3 1,-2-2-4,-4-1 0,1 2 2,3 1 1,-1-1 1,0-2 1,-2 0 16,0 0 1,-3 0-18,3 0 0,-1 0 60,1 0 1,-1 0-51,-2 0 0,-1 0 7,1 0 1,1 0-10,0 0 0,0 0-1,-1 0 0,0 0-5,3 0 1,0 0 11,2 0 0,-2 0-3,0 0 0,-1 0-7,0 0 1,5 0 17,-5 0 0,4 0-15,-6 0 0,1 0 166,0 0 1,0 0-142,2 0 0,0 0 7,-2 0 1,2 0-119,0 0 1,2 0 105,0 0 1,0 0-131,1 0 1,-4 3 104,1-1 1,0 1-121,2-3 0,-2 0 96,0 0 1,-3 0-7,3 0 0,-1 0 0,1 0 1,2 0 151,-3 0 1,0 0-74,1 0 1,-1 0 17,1 0 1,-2 0-54,-3 0 1,2 0 8,1 3 1,-1-2-37,-2 1 1,0 0 43,0 0 1,1-1-62,1 2 1,-1-3 44,1 0 1,1 3-45,-1-1 0,1 1 76,-3-3 1,0 0 1,-1 0 1,1 0 44,0 0 0,0 0-77,0 0 0,-1 1 100,-2 1 1,2-1-65,-1 1 1,-2-1-91,2-1 1,-1 0 83,3 0 1,-3 0 11,1 0 1,-1 1-169,3 2 0,0-3 74,0 3 1,0-2 18,0-1 1,0 0 9,-1 0 1,1 0 13,0 0 1,0 0-9,0 0 0,0 0 2,0 0 1,-1 0 52,-2 0 0,2 0-41,-1 0 1,1 0-102,0 0 1,1 2 91,-3 1 1,2-1-28,-2-2 0,2 3 17,1-1 0,0 1 2,0-3 1,-3 0-18,1 0 0,0 0 176,4 0 0,-1 0-60,1 0 0,-1 0-37,-1 0 0,0 0 47,0 0 0,-1 0-61,-2 0 1,2 0-67,-1 0 1,1 0 68,1 0 0,0 0-58,-1 0 1,2 0 42,1 0 0,-1 0-98,2 0 0,-2 0 96,1 0 0,-1 0-1,1 0 0,-1 0 17,-1 0 1,0 0-33,0 0 0,0 0-28,0 0 0,-1 0 33,1 0 1,0 0-43,0 0 1,0 0 41,0 0 0,0 0-5,0 0 1,-1 0-6,1 0 0,1 0-7,1 0 1,-1 0-1,1 0 0,-1 0 1,-1 0 0,2 0 251,1 0 1,0 0-74,-1 0 0,-1 0-206,1 0 1,-1 0 93,-1 0 1,2 0-133,1 0 0,0 0 116,-1 0 1,-1 0-164,1 0 1,-1 0-78,-1 0 0,0 0 178,0 0 0,-1 0-16,1 0 1,0 0-8,0 0 1,0 0 46,0 0 1,-3 0-40,1 0 0,-1 0-2,3 0 0,0 0 16,0 0 0,-1 0-49,1 0 1,0 0 52,0 0 1,-1 0-1,-1 0 0,1 0 21,-2 0 1,1 0-35,0 0 1,-3 0 148,-2 0 1,2 0-82,0 0 1,0 0 267,-3 0-231,0 0 0,1 0 48,-1 0-118,1 0 1,-1 0 45,1 0 1,-3 0-279,0 0 1,-3 0-44,3 0-1194,-3 0 1148,1 0 1,-39 3 0,-10 1-1</inkml:trace>
  <inkml:trace contextRef="#ctx0" brushRef="#br1" timeOffset="2818">1 179 8709,'7'0'704,"-2"0"-400,0 0-270,-3 0 1,4 0 63,-1 0 1,2 0-132,0 0 1,1 0-3,-1 0 0,1-1 87,-1-2 0,1 3-106,2-3 0,-1 2 112,0 1 1,1 0-101,-1 0 1,0-1 74,1-1 0,0 1-9,0-1 1,0 1 36,-2 1 0,2 0 5,-1 0 0,2 0 80,-1 0 0,-1 0-96,4 0 0,-3-3-3,2 1 1,0-1 13,3 3 0,0 0-52,0 0 0,0 0 50,0 0 1,-3 0-71,1 0 1,-1 0 57,3 0 0,0 0-145,0 0 0,-1 0 43,-2 0 1,3 0 64,0 0 1,0 0-37,2 0 0,-1 0 25,-1 0 1,2 0 107,0 0 0,3 0-103,-3 0 1,2 0 81,-2 0 0,0 0 89,2 0 1,-2 0-136,0 0 0,-1 0 15,-1 0 0,-2 0 127,2 0 1,-4 0-128,4 0 0,-2 0 15,2 0 0,2 0-110,0 0 0,3 0 102,-2 0 0,1 0-83,-1 0 1,2 0 56,0 0 1,1 0-89,-1 0 0,1 0 135,-1 0 1,-1 0-8,1 0 0,-3 0-66,3 0 1,-3 0 26,0 0 0,1 0-19,-1 0 1,3 0 22,-2 0 1,2 0 42,-3 0 1,3 0-45,-3 0 1,1 0 2,0 0 1,-2 0 59,4 0 0,-1 0-60,1 0 0,-1 0-79,-2 0 1,0 0 90,3 0 0,-1 0-139,0 0 0,2 0 114,-4 0 0,3 0-83,-2 0 0,2 0 60,0 0 1,-2 0-40,0 0 1,-3 0 32,0 0 0,0 0-1,0 0 1,1 0 2,1 0 1,-1 0-3,1 0 0,1 3-1,0-1 0,1 1 3,-1-3 1,0 0 21,-1 0 1,-1 0-22,1 0 0,0 0 0,0 0 1,-1 0 33,1 0 0,-1 0-30,-1 0 0,0 0 48,0 0 1,0 0-38,-1 0 0,1 0-13,0 0 1,0 1 9,0 1 1,0-1-44,0 1 0,2-1 24,0-1 1,-2 0-4,-2 0 0,-1 0 2,3 0 1,0 1 4,0 2 1,0-3 21,-1 3 0,1-2-25,0-1 1,0 0 48,0 0 0,1 0-37,1 0 1,0 0 46,2 0 0,-2 0-111,0 0 0,1 2-8,0 1 1,0-1-32,-1-2 0,-1 1 88,1 2 1,-1-3-29,-1 3 0,0-2 6,0 2 1,-1-2 33,-2 1 1,2-1-44,-1-1 0,1 0 65,1 0 1,-1 0-24,1 0 1,0 1-24,0 1 1,2-1 3,1 2 0,-1-2-10,-2-1 1,2 0 4,1 0 0,-1 2-2,-2 0 0,0 1-2,0-3 1,-1 0 0,-2 0 1,3 2 0,0 1 1,-3-1 34,3-2 1,-2 0 1,2 0 1,1 0-17,1 0 0,-1 1 1,1 2 1,-1-2-47,-1 1 0,3-1 46,2-1 1,-1 0-87,1 0 1,-4 2 72,2 1 0,1-1-22,1-2 0,-1 1 11,0 2 0,-2-3-35,0 3 0,1-2 74,0-1 1,0 1-40,-1 1 0,-1-1 48,1 1 1,2-1-40,-2-1 0,3 0 20,-3 0 0,1 0-17,0 0 1,-3 1 3,3 1 1,-2-1 4,2 2 1,-3-2 1,3-1 1,-3 0-1,0 3 0,0-2-2,0 1 1,0-1 21,0-1 0,2 0-23,0 0 0,1 2-17,-3 1 0,0-1 18,-1-2 1,1 0-24,0 0 1,-1 3 23,-1-1 0,1 1-3,-2-3 1,2 0-2,1 0 1,-3 2-1,1 1 0,-1-1 5,3-2 1,2 3-7,1-1 1,-1 1 59,-2-3 1,1 2-54,1 1 0,-1-1 41,1-2 1,-2 3 18,-3-1 1,2 1 11,-4-3 0,0 2 103,-3 1 0,0-1-84,1-2 1,-3 0 276,0 0-224,0 0-147,-1 0 0,0 0 181,-2 0-197,-1 0 2,3 0-382,-1 0-113,-2 0 135,2 0-858,0 0 431,-2 0 183,2 0 0,-22-3 0,-6-1 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2:16:19.880"/>
    </inkml:context>
    <inkml:brush xml:id="br0">
      <inkml:brushProperty name="width" value="0.08571" units="cm"/>
      <inkml:brushProperty name="height" value="0.08571" units="cm"/>
      <inkml:brushProperty name="color" value="#E71224"/>
    </inkml:brush>
  </inkml:definitions>
  <inkml:trace contextRef="#ctx0" brushRef="#br0">186 19 7944,'-3'-7'1153,"2"0"-737,-2 2-150,3 5 1,0 7 0,0 3 1,0 4 40,0 1 1,0 1-90,0 3 0,0 4 14,0 1 1,0 7-138,0-1 1,0 2 74,0 0 0,0 0-19,0 2 1,0 0 1,0 1 0,0-2-134,0-3 1,0 0-15,0-1 0,0 3 8,0-3 1,-3 2-38,1-6 1,-1 0 79,0 0 1,2-2-145,-1 2 0,-1-2 87,0-4 1,1 0 24,2-5 1,-3 4-5,1-1 1,-1-2-1,3-3 1,-2-2-66,-1 3 0,0-1 69,0 3 0,2-3-109,-4 1-1,3-1 67,0 3 0,0-3-160,0 1 1,1-3 99,-2 2 1,2-3-135,1 1 0,0-2 34,0 0 1,0-3-248,0 0-29,0-4-3937,0 3 4047,4-4 0,-3-1 344,1-2 0,0-1 0,0-3 0,0-1 0,3 1 0,13-30 0,6-8 0</inkml:trace>
  <inkml:trace contextRef="#ctx0" brushRef="#br0" timeOffset="1475">268 860 8038,'-7'0'718,"2"1"-446,0 1 0,2 0 19,-2 3 1,3 2-84,-3 3 0,0 3-29,-2-4 1,0 5 28,2-2 0,-2 2-147,2 1 1,-1 0 123,-2 0 1,3-1-216,0-2 1,3-1-162,-3-4 22,3 1 0,-2-2-282,2-1 325,1-1 0,-3-5-13,1-2 1,2-1-4,-4-3 1,2-1 69,-2 1 0,0-1-18,-2-2 1,-1 1 145,1-4 1,-3 3-72,0-2 0,-1 0 83,2 0 1,0-1-87,-1 3 0,0-3 22,0 4 0,1-2 104,4 1 0,-2 2-98,2-2 0,2 4-8,0 1 1,2 3 15,1-3-57,0 3 1,1-2 13,2 1 1,2 2-8,5-1 0,0 0-144,3 0 1,1 1 96,-2-1 0,2 1 18,1 1 0,2-3 15,1 1 0,0-1 7,-1 3 1,-2 0-29,0 0 0,-1 1 70,-4 2 0,0-2 10,-3 4 1,-2-2 144,0 2 1,-3-3-5,1 3 0,-6-1-82,-2 1 0,-2-1 47,0-1 0,0-2-75,-1 4 0,1-3 30,-1 1 1,0-3-1,-2 0 1,2 0 13,-2 0 0,2 0 34,0 0 0,0 0 119,-2 0-134,2 0 1,-3 0 58,4 0-317,2 0 189,-1 0-246,5 0 151,4 4 1,2-4-59,5 3 1,1-1 53,-1 0 0,2-1-172,-2 1 0,3 3-1,-4-1 1,1 0-16,-2-2 1,-1 2 247,1 1 0,-4-1-126,-2 1 275,2-3-125,-3 5 0,2-6 118,-6 1-63,-1-1 1,-3-1 106,-1 0 0,-2 0 67,0 0 1,1 0-133,1 0 0,1-3 53,-1 1 1,3-3-90,0 2 1,1 0-51,-1 1 0,-1 0-45,4-3-148,-1 3 1,3-2 102,0 2-135,0 1-20,0-2 173,4 3 0,-3 0-148,4 0 81,-3 0 52,5 3 0,-6-1 36,4 3 19,-3-4-3,1 6 0,-2-6 9,2 1-141,-3-1-510,4-1 211,-4-3 358,0-1 0,0-4 50,0 1 0,-1-1-83,-2 1 184,3-1 1,-6 1 103,3-1 1,0 2 61,0 1 139,3-2-129,-4 3-107,4 0 18,0-3-206,0 7 1,1-4-16,2 4 1,1 0-113,3 0 0,1 0 31,-1 0 1,1 0 79,-1 0 0,3 0-212,0 0 211,0 4 0,-3-4 95,1 3-162,-1-2 262,0-1-139,1 0 0,-3 0 30,0 0-88,-4 0 0,4 0 50,-3 0-267,-1 0 207,6 0 0,-6-3-54,4 1 1,-3-2 94,0 2 100,-1 1 0,2-3-5,-1 2 317,1 1 260,-3-3 1,-4 8-367,-1 1 0,1 1 88,-1 2 0,1 2-60,-1 0 0,-2 3-246,3-1 1,-1 2 145,0 1 1,1 0-225,-1 0 1,-1 0 1,1 0 0,1-1-22,-1 1 1,1-2 37,-1-1 1,-1-3-3,3 1 1,0-2-246,1 0 94,1-1-78,-3 1 135,4-4-182,0-1-152,0-3 310,0-6 9,0 1 1,0-6 55,0 3 1,1 1-103,2 0 83,-2-1 1,4 1-3,-2-1 1,0 1 3,0-1 0,-3-2 10,3 1 0,0-1 141,0 2 1,0 1-91,-1-1 0,0 1 94,3-1 1,-3 1 271,1 0 0,-3-1-318,0 4 1,0 1 347,0 6-275,-3 4 0,-1 2-70,-1 1 0,-1-1 48,1 1 1,-1-2-235,1 2 1,-1-2-12,4-1-691,-4 4 1,5-3 849,-1 2 0,11-11 0,3-4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2088"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2400" y="0"/>
            <a:ext cx="4002088" cy="350838"/>
          </a:xfrm>
          <a:prstGeom prst="rect">
            <a:avLst/>
          </a:prstGeom>
        </p:spPr>
        <p:txBody>
          <a:bodyPr vert="horz" lIns="91440" tIns="45720" rIns="91440" bIns="45720" rtlCol="0"/>
          <a:lstStyle>
            <a:lvl1pPr algn="r">
              <a:defRPr sz="1200"/>
            </a:lvl1pPr>
          </a:lstStyle>
          <a:p>
            <a:fld id="{8C22FB6A-490F-4111-A206-DEEE4C4B3FDD}" type="datetimeFigureOut">
              <a:rPr lang="en-US" smtClean="0"/>
              <a:t>10/1/26</a:t>
            </a:fld>
            <a:endParaRPr lang="en-US"/>
          </a:p>
        </p:txBody>
      </p:sp>
      <p:sp>
        <p:nvSpPr>
          <p:cNvPr id="4" name="Slide Image Placeholder 3"/>
          <p:cNvSpPr>
            <a:spLocks noGrp="1" noRot="1" noChangeAspect="1"/>
          </p:cNvSpPr>
          <p:nvPr>
            <p:ph type="sldImg" idx="2"/>
          </p:nvPr>
        </p:nvSpPr>
        <p:spPr>
          <a:xfrm>
            <a:off x="2516188" y="876300"/>
            <a:ext cx="4203700"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3925" y="3373438"/>
            <a:ext cx="7388225"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02088"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2400" y="6659563"/>
            <a:ext cx="4002088" cy="350837"/>
          </a:xfrm>
          <a:prstGeom prst="rect">
            <a:avLst/>
          </a:prstGeom>
        </p:spPr>
        <p:txBody>
          <a:bodyPr vert="horz" lIns="91440" tIns="45720" rIns="91440" bIns="45720" rtlCol="0" anchor="b"/>
          <a:lstStyle>
            <a:lvl1pPr algn="r">
              <a:defRPr sz="1200"/>
            </a:lvl1pPr>
          </a:lstStyle>
          <a:p>
            <a:fld id="{4728B74E-131A-480B-93D4-B718A5EEA7A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Welcome and Introductions</a:t>
            </a:r>
          </a:p>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1</a:t>
            </a:fld>
            <a:endParaRPr lang="en-US"/>
          </a:p>
        </p:txBody>
      </p:sp>
    </p:spTree>
    <p:extLst>
      <p:ext uri="{BB962C8B-B14F-4D97-AF65-F5344CB8AC3E}">
        <p14:creationId xmlns:p14="http://schemas.microsoft.com/office/powerpoint/2010/main" val="307105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28B74E-131A-480B-93D4-B718A5EEA7A9}" type="slidenum">
              <a:rPr lang="en-US" smtClean="0"/>
              <a:t>2</a:t>
            </a:fld>
            <a:endParaRPr lang="en-US"/>
          </a:p>
        </p:txBody>
      </p:sp>
    </p:spTree>
    <p:extLst>
      <p:ext uri="{BB962C8B-B14F-4D97-AF65-F5344CB8AC3E}">
        <p14:creationId xmlns:p14="http://schemas.microsoft.com/office/powerpoint/2010/main" val="2300204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5</a:t>
            </a:fld>
            <a:endParaRPr lang="en-US"/>
          </a:p>
        </p:txBody>
      </p:sp>
    </p:spTree>
    <p:extLst>
      <p:ext uri="{BB962C8B-B14F-4D97-AF65-F5344CB8AC3E}">
        <p14:creationId xmlns:p14="http://schemas.microsoft.com/office/powerpoint/2010/main" val="3155595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t>The terms in red in the equation represent the gradient of the loss value with respect to the weights in layer 3</a:t>
            </a:r>
          </a:p>
          <a:p>
            <a:r>
              <a:rPr lang="en-US" sz="1600"/>
              <a:t>Stochastic gradient descent: Gradient is evaluated for one input datapoint.</a:t>
            </a:r>
          </a:p>
          <a:p>
            <a:r>
              <a:rPr lang="en-US" sz="1600"/>
              <a:t>Mini-batch Stochastic gradient descent: Gradient is evaluated for a mini-batch of input data. The gradient is averaged before being used in the update equation.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Batch Stochastic gradient descent: Gradient is evaluated for a all training input data. The gradient is averaged before being used in the update equation.</a:t>
            </a:r>
          </a:p>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13</a:t>
            </a:fld>
            <a:endParaRPr lang="en-US"/>
          </a:p>
        </p:txBody>
      </p:sp>
    </p:spTree>
    <p:extLst>
      <p:ext uri="{BB962C8B-B14F-4D97-AF65-F5344CB8AC3E}">
        <p14:creationId xmlns:p14="http://schemas.microsoft.com/office/powerpoint/2010/main" val="287880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28B74E-131A-480B-93D4-B718A5EEA7A9}" type="slidenum">
              <a:rPr lang="en-US" smtClean="0"/>
              <a:t>15</a:t>
            </a:fld>
            <a:endParaRPr lang="en-US"/>
          </a:p>
        </p:txBody>
      </p:sp>
    </p:spTree>
    <p:extLst>
      <p:ext uri="{BB962C8B-B14F-4D97-AF65-F5344CB8AC3E}">
        <p14:creationId xmlns:p14="http://schemas.microsoft.com/office/powerpoint/2010/main" val="38384786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P logo (green on white)">
    <p:spTree>
      <p:nvGrpSpPr>
        <p:cNvPr id="1" name=""/>
        <p:cNvGrpSpPr/>
        <p:nvPr/>
      </p:nvGrpSpPr>
      <p:grpSpPr>
        <a:xfrm>
          <a:off x="0" y="0"/>
          <a:ext cx="0" cy="0"/>
          <a:chOff x="0" y="0"/>
          <a:chExt cx="0" cy="0"/>
        </a:xfrm>
      </p:grpSpPr>
      <p:pic>
        <p:nvPicPr>
          <p:cNvPr id="2" name="Picture 3">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TextBox 3"/>
          <p:cNvSpPr txBox="1">
            <a:spLocks noChangeArrowheads="1"/>
          </p:cNvSpPr>
          <p:nvPr userDrawn="1"/>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spTree>
    <p:custDataLst>
      <p:tags r:id="rId1"/>
    </p:custDataLst>
    <p:extLst>
      <p:ext uri="{BB962C8B-B14F-4D97-AF65-F5344CB8AC3E}">
        <p14:creationId xmlns:p14="http://schemas.microsoft.com/office/powerpoint/2010/main" val="132060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 logo (white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619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 logo (white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5">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73225" y="1068388"/>
            <a:ext cx="5797550" cy="257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685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stang Way (on white)">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6">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3763"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1005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stang Way (on green)">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49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stang Way (on black)">
    <p:spTree>
      <p:nvGrpSpPr>
        <p:cNvPr id="1" name=""/>
        <p:cNvGrpSpPr/>
        <p:nvPr/>
      </p:nvGrpSpPr>
      <p:grpSpPr>
        <a:xfrm>
          <a:off x="0" y="0"/>
          <a:ext cx="0" cy="0"/>
          <a:chOff x="0" y="0"/>
          <a:chExt cx="0" cy="0"/>
        </a:xfrm>
      </p:grpSpPr>
      <p:sp>
        <p:nvSpPr>
          <p:cNvPr id="2" name="Rectangle 1">
            <a:extLst>
              <a:ext uri="{C183D7F6-B498-43B3-948B-1728B52AA6E4}">
                <adec:decorative xmlns:adec="http://schemas.microsoft.com/office/drawing/2017/decorative" val="1"/>
              </a:ext>
            </a:extLst>
          </p:cNvPr>
          <p:cNvSpPr/>
          <p:nvPr/>
        </p:nvSpPr>
        <p:spPr>
          <a:xfrm>
            <a:off x="0" y="0"/>
            <a:ext cx="9144000" cy="5151438"/>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extBox 2"/>
          <p:cNvSpPr txBox="1">
            <a:spLocks noChangeArrowheads="1"/>
          </p:cNvSpPr>
          <p:nvPr/>
        </p:nvSpPr>
        <p:spPr bwMode="auto">
          <a:xfrm>
            <a:off x="2260600" y="4719638"/>
            <a:ext cx="4622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a:defRPr/>
            </a:pPr>
            <a:r>
              <a:rPr lang="en-US">
                <a:solidFill>
                  <a:srgbClr val="FFFFFF"/>
                </a:solidFill>
              </a:rPr>
              <a:t>www.calpoly.edu</a:t>
            </a:r>
          </a:p>
        </p:txBody>
      </p:sp>
      <p:pic>
        <p:nvPicPr>
          <p:cNvPr id="4" name="Picture 7">
            <a:extLs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14400" y="792163"/>
            <a:ext cx="7315200"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3867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mall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4D28C2B7-260A-4959-9A53-DAB58A9ED79E}" type="datetime1">
              <a:rPr lang="en-US" smtClean="0"/>
              <a:t>10/1/26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D92EBE0-0249-4044-84F4-57F8D69799D7}" type="slidenum">
              <a:rPr lang="en-US"/>
              <a:pPr/>
              <a:t>‹#›</a:t>
            </a:fld>
            <a:endParaRPr lang="en-US"/>
          </a:p>
        </p:txBody>
      </p:sp>
    </p:spTree>
    <p:custDataLst>
      <p:tags r:id="rId1"/>
    </p:custDataLst>
    <p:extLst>
      <p:ext uri="{BB962C8B-B14F-4D97-AF65-F5344CB8AC3E}">
        <p14:creationId xmlns:p14="http://schemas.microsoft.com/office/powerpoint/2010/main" val="3128315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mall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97175"/>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629176" y="2796888"/>
            <a:ext cx="7792510" cy="1277277"/>
          </a:xfrm>
        </p:spPr>
        <p:txBody>
          <a:bodyPr anchor="t">
            <a:normAutofit/>
          </a:bodyPr>
          <a:lstStyle>
            <a:lvl1pPr algn="l">
              <a:defRPr sz="4000" b="1" i="0" cap="none">
                <a:solidFill>
                  <a:srgbClr val="FFFFFF"/>
                </a:solidFill>
                <a:latin typeface="+mj-lt"/>
              </a:defRPr>
            </a:lvl1pPr>
          </a:lstStyle>
          <a:p>
            <a:r>
              <a:rPr lang="en-US"/>
              <a:t>Click to edit Master title style</a:t>
            </a:r>
          </a:p>
        </p:txBody>
      </p:sp>
      <p:sp>
        <p:nvSpPr>
          <p:cNvPr id="8" name="Text Placeholder 2"/>
          <p:cNvSpPr>
            <a:spLocks noGrp="1"/>
          </p:cNvSpPr>
          <p:nvPr>
            <p:ph type="body" idx="1"/>
          </p:nvPr>
        </p:nvSpPr>
        <p:spPr>
          <a:xfrm>
            <a:off x="629176" y="1586575"/>
            <a:ext cx="7792510" cy="1125140"/>
          </a:xfrm>
        </p:spPr>
        <p:txBody>
          <a:bodyPr anchor="b">
            <a:normAutofit/>
          </a:bodyPr>
          <a:lstStyle>
            <a:lvl1pPr marL="0" indent="0">
              <a:buNone/>
              <a:defRPr sz="2400" b="0" i="1" baseline="0">
                <a:solidFill>
                  <a:srgbClr val="FFFFFF"/>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044B52-DC41-452D-81DE-C4050E96D070}" type="datetime1">
              <a:rPr lang="en-US" smtClean="0"/>
              <a:t>10/1/26</a:t>
            </a:fld>
            <a:endParaRPr lang="en-US"/>
          </a:p>
        </p:txBody>
      </p:sp>
      <p:sp>
        <p:nvSpPr>
          <p:cNvPr id="9"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7EB4627-764E-4956-AAA8-9BF00A666F4A}" type="slidenum">
              <a:rPr lang="en-US"/>
              <a:pPr/>
              <a:t>‹#›</a:t>
            </a:fld>
            <a:endParaRPr lang="en-US"/>
          </a:p>
        </p:txBody>
      </p:sp>
    </p:spTree>
    <p:custDataLst>
      <p:tags r:id="rId1"/>
    </p:custDataLst>
    <p:extLst>
      <p:ext uri="{BB962C8B-B14F-4D97-AF65-F5344CB8AC3E}">
        <p14:creationId xmlns:p14="http://schemas.microsoft.com/office/powerpoint/2010/main" val="28209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large first (on white)">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chemeClr val="tx1">
                    <a:tint val="75000"/>
                  </a:schemeClr>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1" name="Title 1"/>
          <p:cNvSpPr>
            <a:spLocks noGrp="1"/>
          </p:cNvSpPr>
          <p:nvPr>
            <p:ph type="title"/>
          </p:nvPr>
        </p:nvSpPr>
        <p:spPr>
          <a:xfrm>
            <a:off x="629176" y="1989546"/>
            <a:ext cx="7792510" cy="1277277"/>
          </a:xfrm>
        </p:spPr>
        <p:txBody>
          <a:bodyPr anchor="t">
            <a:normAutofit/>
          </a:bodyPr>
          <a:lstStyle>
            <a:lvl1pPr algn="l">
              <a:defRPr sz="4000" b="1" i="0" cap="none">
                <a:solidFill>
                  <a:schemeClr val="tx1"/>
                </a:solidFill>
                <a:latin typeface="+mj-lt"/>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2D73FC4-C9B9-4C51-AA51-ADA91826A3DD}" type="datetime1">
              <a:rPr lang="en-US" smtClean="0"/>
              <a:t>10/1/26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674670A-36EC-42D0-9FB9-ADC0562D6DC7}" type="slidenum">
              <a:rPr lang="en-US"/>
              <a:pPr/>
              <a:t>‹#›</a:t>
            </a:fld>
            <a:endParaRPr lang="en-US"/>
          </a:p>
        </p:txBody>
      </p:sp>
    </p:spTree>
    <p:custDataLst>
      <p:tags r:id="rId1"/>
    </p:custDataLst>
    <p:extLst>
      <p:ext uri="{BB962C8B-B14F-4D97-AF65-F5344CB8AC3E}">
        <p14:creationId xmlns:p14="http://schemas.microsoft.com/office/powerpoint/2010/main" val="369441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large first (on gree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0"/>
            <a:ext cx="9144000" cy="5151438"/>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722313" y="2789238"/>
            <a:ext cx="7699375" cy="0"/>
          </a:xfrm>
          <a:prstGeom prst="line">
            <a:avLst/>
          </a:prstGeom>
          <a:ln w="2857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2" name="Text Placeholder 2"/>
          <p:cNvSpPr>
            <a:spLocks noGrp="1"/>
          </p:cNvSpPr>
          <p:nvPr>
            <p:ph type="body" idx="13"/>
          </p:nvPr>
        </p:nvSpPr>
        <p:spPr>
          <a:xfrm>
            <a:off x="722316" y="2848823"/>
            <a:ext cx="7792510" cy="954209"/>
          </a:xfrm>
        </p:spPr>
        <p:txBody>
          <a:bodyPr>
            <a:normAutofit/>
          </a:bodyPr>
          <a:lstStyle>
            <a:lvl1pPr marL="0" indent="0" algn="r">
              <a:buNone/>
              <a:defRPr sz="2400" b="0" i="1" baseline="0">
                <a:solidFill>
                  <a:srgbClr val="FFFFFF"/>
                </a:solidFill>
                <a:latin typeface="Arial" panose="020B0604020202020204" pitchFamily="34" charset="0"/>
                <a:cs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0" name="Title 1"/>
          <p:cNvSpPr>
            <a:spLocks noGrp="1"/>
          </p:cNvSpPr>
          <p:nvPr>
            <p:ph type="title"/>
          </p:nvPr>
        </p:nvSpPr>
        <p:spPr>
          <a:xfrm>
            <a:off x="629176" y="1989546"/>
            <a:ext cx="7792510" cy="1277277"/>
          </a:xfrm>
        </p:spPr>
        <p:txBody>
          <a:bodyPr anchor="t">
            <a:normAutofit/>
          </a:bodyPr>
          <a:lstStyle>
            <a:lvl1pPr algn="l">
              <a:defRPr sz="40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Date Placeholder 3"/>
          <p:cNvSpPr>
            <a:spLocks noGrp="1"/>
          </p:cNvSpPr>
          <p:nvPr>
            <p:ph type="dt" sz="half" idx="1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0BD1211A-9CE7-4E8F-9AB3-FC229049A63C}" type="datetime1">
              <a:rPr lang="en-US" smtClean="0"/>
              <a:t>10/1/26</a:t>
            </a:fld>
            <a:endParaRPr lang="en-US"/>
          </a:p>
        </p:txBody>
      </p:sp>
      <p:sp>
        <p:nvSpPr>
          <p:cNvPr id="7" name="Slide Number Placeholder 5"/>
          <p:cNvSpPr>
            <a:spLocks noGrp="1"/>
          </p:cNvSpPr>
          <p:nvPr>
            <p:ph type="sldNum" sz="quarter" idx="1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ECA8F18-7321-4B36-A83D-9376A560E5CB}" type="slidenum">
              <a:rPr lang="en-US"/>
              <a:pPr/>
              <a:t>‹#›</a:t>
            </a:fld>
            <a:endParaRPr lang="en-US"/>
          </a:p>
        </p:txBody>
      </p:sp>
    </p:spTree>
    <p:custDataLst>
      <p:tags r:id="rId1"/>
    </p:custDataLst>
    <p:extLst>
      <p:ext uri="{BB962C8B-B14F-4D97-AF65-F5344CB8AC3E}">
        <p14:creationId xmlns:p14="http://schemas.microsoft.com/office/powerpoint/2010/main" val="3260286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one column">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rgbClr val="595959"/>
                </a:solidFill>
                <a:latin typeface="Arial" panose="020B0604020202020204" pitchFamily="34" charset="0"/>
                <a:cs typeface="Arial" panose="020B0604020202020204" pitchFamily="34" charset="0"/>
              </a:defRPr>
            </a:lvl1pPr>
            <a:lvl2pPr>
              <a:defRPr sz="2000">
                <a:solidFill>
                  <a:srgbClr val="595959"/>
                </a:solidFill>
                <a:latin typeface="Arial" panose="020B0604020202020204" pitchFamily="34" charset="0"/>
                <a:cs typeface="Arial" panose="020B0604020202020204" pitchFamily="34" charset="0"/>
              </a:defRPr>
            </a:lvl2pPr>
            <a:lvl3pPr>
              <a:defRPr sz="2000">
                <a:solidFill>
                  <a:srgbClr val="595959"/>
                </a:solidFill>
                <a:latin typeface="Arial" panose="020B0604020202020204" pitchFamily="34" charset="0"/>
                <a:cs typeface="Arial" panose="020B0604020202020204" pitchFamily="34" charset="0"/>
              </a:defRPr>
            </a:lvl3pPr>
            <a:lvl4pPr>
              <a:defRPr sz="2000">
                <a:solidFill>
                  <a:srgbClr val="595959"/>
                </a:solidFill>
                <a:latin typeface="Arial" panose="020B0604020202020204" pitchFamily="34" charset="0"/>
                <a:cs typeface="Arial" panose="020B0604020202020204" pitchFamily="34" charset="0"/>
              </a:defRPr>
            </a:lvl4pPr>
            <a:lvl5pPr>
              <a:defRPr sz="2000">
                <a:solidFill>
                  <a:srgbClr val="595959"/>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sp>
        <p:nvSpPr>
          <p:cNvPr id="8" name="TextBox 7"/>
          <p:cNvSpPr txBox="1"/>
          <p:nvPr userDrawn="1"/>
        </p:nvSpPr>
        <p:spPr>
          <a:xfrm>
            <a:off x="4014441" y="4788791"/>
            <a:ext cx="4181258" cy="307777"/>
          </a:xfrm>
          <a:prstGeom prst="rect">
            <a:avLst/>
          </a:prstGeom>
          <a:noFill/>
        </p:spPr>
        <p:txBody>
          <a:bodyPr wrap="square" rtlCol="0">
            <a:spAutoFit/>
          </a:bodyPr>
          <a:lstStyle/>
          <a:p>
            <a:pPr algn="r"/>
            <a:r>
              <a:rPr lang="en-US" sz="1400" b="0" i="1">
                <a:solidFill>
                  <a:schemeClr val="bg1">
                    <a:lumMod val="95000"/>
                  </a:schemeClr>
                </a:solidFill>
              </a:rPr>
              <a:t>ME 4452 Machine Learning in Mechanical Engineering</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87554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 text, one column">
    <p:bg>
      <p:bgPr>
        <a:solidFill>
          <a:schemeClr val="tx2"/>
        </a:solidFill>
        <a:effectLst/>
      </p:bgPr>
    </p:bg>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8318119" cy="3650177"/>
          </a:xfrm>
        </p:spPr>
        <p:txBody>
          <a:bodyPr/>
          <a:lstStyle>
            <a:lvl1pPr>
              <a:defRPr sz="2000">
                <a:solidFill>
                  <a:schemeClr val="bg1"/>
                </a:solidFill>
                <a:latin typeface="Arial" panose="020B0604020202020204" pitchFamily="34" charset="0"/>
                <a:cs typeface="Arial" panose="020B0604020202020204" pitchFamily="34" charset="0"/>
              </a:defRPr>
            </a:lvl1pPr>
            <a:lvl2pPr>
              <a:defRPr sz="2000">
                <a:solidFill>
                  <a:schemeClr val="bg1"/>
                </a:solidFill>
                <a:latin typeface="Arial" panose="020B0604020202020204" pitchFamily="34" charset="0"/>
                <a:cs typeface="Arial" panose="020B0604020202020204" pitchFamily="34" charset="0"/>
              </a:defRPr>
            </a:lvl2pPr>
            <a:lvl3pPr>
              <a:defRPr sz="2000">
                <a:solidFill>
                  <a:schemeClr val="bg1"/>
                </a:solidFill>
                <a:latin typeface="Arial" panose="020B0604020202020204" pitchFamily="34" charset="0"/>
                <a:cs typeface="Arial" panose="020B0604020202020204" pitchFamily="34" charset="0"/>
              </a:defRPr>
            </a:lvl3pPr>
            <a:lvl4pPr>
              <a:defRPr sz="2000">
                <a:solidFill>
                  <a:schemeClr val="bg1"/>
                </a:solidFill>
                <a:latin typeface="Arial" panose="020B0604020202020204" pitchFamily="34" charset="0"/>
                <a:cs typeface="Arial" panose="020B0604020202020204" pitchFamily="34" charset="0"/>
              </a:defRPr>
            </a:lvl4pPr>
            <a:lvl5pPr>
              <a:defRPr sz="2000">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b="23578"/>
          <a:stretch/>
        </p:blipFill>
        <p:spPr>
          <a:xfrm>
            <a:off x="8291512" y="4771619"/>
            <a:ext cx="852488" cy="342123"/>
          </a:xfrm>
          <a:prstGeom prst="rect">
            <a:avLst/>
          </a:prstGeom>
        </p:spPr>
      </p:pic>
      <p:cxnSp>
        <p:nvCxnSpPr>
          <p:cNvPr id="7" name="Straight Connector 6">
            <a:extLst>
              <a:ext uri="{C183D7F6-B498-43B3-948B-1728B52AA6E4}">
                <adec:decorative xmlns:adec="http://schemas.microsoft.com/office/drawing/2017/decorative" val="1"/>
              </a:ext>
            </a:extLst>
          </p:cNvPr>
          <p:cNvCxnSpPr/>
          <p:nvPr userDrawn="1"/>
        </p:nvCxnSpPr>
        <p:spPr>
          <a:xfrm>
            <a:off x="8261032" y="4794992"/>
            <a:ext cx="0" cy="295169"/>
          </a:xfrm>
          <a:prstGeom prst="line">
            <a:avLst/>
          </a:prstGeom>
          <a:ln w="9525">
            <a:solidFill>
              <a:schemeClr val="bg1">
                <a:lumMod val="95000"/>
              </a:schemeClr>
            </a:solidFill>
          </a:ln>
        </p:spPr>
        <p:style>
          <a:lnRef idx="1">
            <a:schemeClr val="dk1"/>
          </a:lnRef>
          <a:fillRef idx="0">
            <a:schemeClr val="dk1"/>
          </a:fillRef>
          <a:effectRef idx="0">
            <a:schemeClr val="dk1"/>
          </a:effectRef>
          <a:fontRef idx="minor">
            <a:schemeClr val="tx1"/>
          </a:fontRef>
        </p:style>
      </p:cxnSp>
      <p:sp>
        <p:nvSpPr>
          <p:cNvPr id="8" name="TextBox 7"/>
          <p:cNvSpPr txBox="1"/>
          <p:nvPr userDrawn="1"/>
        </p:nvSpPr>
        <p:spPr>
          <a:xfrm>
            <a:off x="5000131" y="4788791"/>
            <a:ext cx="3195568" cy="307777"/>
          </a:xfrm>
          <a:prstGeom prst="rect">
            <a:avLst/>
          </a:prstGeom>
          <a:noFill/>
        </p:spPr>
        <p:txBody>
          <a:bodyPr wrap="square" rtlCol="0">
            <a:spAutoFit/>
          </a:bodyPr>
          <a:lstStyle/>
          <a:p>
            <a:pPr algn="r"/>
            <a:r>
              <a:rPr lang="en-US" sz="1400" b="0" i="1">
                <a:solidFill>
                  <a:schemeClr val="bg1">
                    <a:lumMod val="95000"/>
                  </a:schemeClr>
                </a:solidFill>
              </a:rPr>
              <a:t>Department Name Here</a:t>
            </a:r>
          </a:p>
        </p:txBody>
      </p:sp>
    </p:spTree>
    <p:custDataLst>
      <p:tags r:id="rId1"/>
    </p:custDataLst>
    <p:extLst>
      <p:ext uri="{BB962C8B-B14F-4D97-AF65-F5344CB8AC3E}">
        <p14:creationId xmlns:p14="http://schemas.microsoft.com/office/powerpoint/2010/main" val="175757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text, two columns">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8" name="Straight Connector 7">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27"/>
          </p:nvPr>
        </p:nvSpPr>
        <p:spPr>
          <a:xfrm>
            <a:off x="4783707" y="1372973"/>
            <a:ext cx="3944283" cy="3182602"/>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Text Placeholder 2"/>
          <p:cNvSpPr>
            <a:spLocks noGrp="1"/>
          </p:cNvSpPr>
          <p:nvPr>
            <p:ph type="body" idx="1"/>
          </p:nvPr>
        </p:nvSpPr>
        <p:spPr>
          <a:xfrm>
            <a:off x="4783970"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6" name="Text Placeholder 2"/>
          <p:cNvSpPr>
            <a:spLocks noGrp="1"/>
          </p:cNvSpPr>
          <p:nvPr>
            <p:ph type="body" idx="30"/>
          </p:nvPr>
        </p:nvSpPr>
        <p:spPr>
          <a:xfrm>
            <a:off x="423863" y="850858"/>
            <a:ext cx="3944020" cy="384603"/>
          </a:xfrm>
        </p:spPr>
        <p:txBody>
          <a:bodyPr anchor="b">
            <a:normAutofit/>
          </a:bodyPr>
          <a:lstStyle>
            <a:lvl1pPr marL="0" indent="0">
              <a:buNone/>
              <a:defRPr sz="2100" b="1" i="1" baseline="0">
                <a:solidFill>
                  <a:srgbClr val="29551A"/>
                </a:solidFill>
                <a:latin typeface="Palatino Linotype"/>
                <a:cs typeface="Palatino Linotype"/>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3"/>
          <p:cNvSpPr>
            <a:spLocks noGrp="1"/>
          </p:cNvSpPr>
          <p:nvPr>
            <p:ph type="dt" sz="half" idx="3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771C787-8B4C-4AFC-AB2B-E8B32E4F9E13}" type="datetime1">
              <a:rPr lang="en-US" smtClean="0"/>
              <a:t>10/1/26</a:t>
            </a:fld>
            <a:endParaRPr lang="en-US"/>
          </a:p>
        </p:txBody>
      </p:sp>
      <p:sp>
        <p:nvSpPr>
          <p:cNvPr id="10" name="Slide Number Placeholder 5"/>
          <p:cNvSpPr>
            <a:spLocks noGrp="1"/>
          </p:cNvSpPr>
          <p:nvPr>
            <p:ph type="sldNum" sz="quarter" idx="3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F65B8BC-C975-44DF-9EAB-CC5566988564}" type="slidenum">
              <a:rPr lang="en-US"/>
              <a:pPr/>
              <a:t>‹#›</a:t>
            </a:fld>
            <a:endParaRPr lang="en-US"/>
          </a:p>
        </p:txBody>
      </p:sp>
    </p:spTree>
    <p:custDataLst>
      <p:tags r:id="rId1"/>
    </p:custDataLst>
    <p:extLst>
      <p:ext uri="{BB962C8B-B14F-4D97-AF65-F5344CB8AC3E}">
        <p14:creationId xmlns:p14="http://schemas.microsoft.com/office/powerpoint/2010/main" val="2655774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photo (1)">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591285"/>
            <a:ext cx="9144000" cy="4108974"/>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5"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7C35B14C-DC21-45FD-96B5-A57C3FAFCC49}" type="datetime1">
              <a:rPr lang="en-US" smtClean="0"/>
              <a:t>10/1/26</a:t>
            </a:fld>
            <a:endParaRPr lang="en-US"/>
          </a:p>
        </p:txBody>
      </p:sp>
      <p:sp>
        <p:nvSpPr>
          <p:cNvPr id="6"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30BC5C7-E9D8-4217-A430-5196F1B45A1B}" type="slidenum">
              <a:rPr lang="en-US"/>
              <a:pPr/>
              <a:t>‹#›</a:t>
            </a:fld>
            <a:endParaRPr lang="en-US"/>
          </a:p>
        </p:txBody>
      </p:sp>
    </p:spTree>
    <p:custDataLst>
      <p:tags r:id="rId1"/>
    </p:custDataLst>
    <p:extLst>
      <p:ext uri="{BB962C8B-B14F-4D97-AF65-F5344CB8AC3E}">
        <p14:creationId xmlns:p14="http://schemas.microsoft.com/office/powerpoint/2010/main" val="420512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screen photo (1)">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1"/>
          </p:nvPr>
        </p:nvSpPr>
        <p:spPr>
          <a:xfrm>
            <a:off x="0" y="0"/>
            <a:ext cx="9144000"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3F47F-18AB-43F9-8F50-A370BCA2D027}" type="datetime1">
              <a:rPr lang="en-US" smtClean="0"/>
              <a:t>10/1/26</a:t>
            </a:fld>
            <a:endParaRPr lang="en-US"/>
          </a:p>
        </p:txBody>
      </p:sp>
      <p:sp>
        <p:nvSpPr>
          <p:cNvPr id="5"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ABDAD4C-F747-4892-9E02-B351A9363283}" type="slidenum">
              <a:rPr lang="en-US"/>
              <a:pPr/>
              <a:t>‹#›</a:t>
            </a:fld>
            <a:endParaRPr lang="en-US"/>
          </a:p>
        </p:txBody>
      </p:sp>
    </p:spTree>
    <p:extLst>
      <p:ext uri="{BB962C8B-B14F-4D97-AF65-F5344CB8AC3E}">
        <p14:creationId xmlns:p14="http://schemas.microsoft.com/office/powerpoint/2010/main" val="4105858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photo (2)">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F6F468F2-F510-45C5-B43F-D0119B9D67AB}" type="datetime1">
              <a:rPr lang="en-US" smtClean="0"/>
              <a:t>10/1/26</a:t>
            </a:fld>
            <a:endParaRPr lang="en-US"/>
          </a:p>
        </p:txBody>
      </p:sp>
      <p:sp>
        <p:nvSpPr>
          <p:cNvPr id="7"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2DF5F8B-1960-4890-8C1E-FCDF926B53CB}" type="slidenum">
              <a:rPr lang="en-US"/>
              <a:pPr/>
              <a:t>‹#›</a:t>
            </a:fld>
            <a:endParaRPr lang="en-US"/>
          </a:p>
        </p:txBody>
      </p:sp>
    </p:spTree>
    <p:extLst>
      <p:ext uri="{BB962C8B-B14F-4D97-AF65-F5344CB8AC3E}">
        <p14:creationId xmlns:p14="http://schemas.microsoft.com/office/powerpoint/2010/main" val="9320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screen photos (2)">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
          <p:cNvSpPr>
            <a:spLocks noGrp="1"/>
          </p:cNvSpPr>
          <p:nvPr>
            <p:ph type="pic" idx="39"/>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0"/>
          </p:nvPr>
        </p:nvSpPr>
        <p:spPr>
          <a:xfrm>
            <a:off x="4590289"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5" name="Date Placeholder 3"/>
          <p:cNvSpPr>
            <a:spLocks noGrp="1"/>
          </p:cNvSpPr>
          <p:nvPr>
            <p:ph type="dt" sz="half" idx="4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F2B1312-F3D9-46A4-A38C-8A8E391D2291}" type="datetime1">
              <a:rPr lang="en-US" smtClean="0"/>
              <a:t>10/1/26</a:t>
            </a:fld>
            <a:endParaRPr lang="en-US"/>
          </a:p>
        </p:txBody>
      </p:sp>
      <p:sp>
        <p:nvSpPr>
          <p:cNvPr id="6" name="Slide Number Placeholder 5"/>
          <p:cNvSpPr>
            <a:spLocks noGrp="1"/>
          </p:cNvSpPr>
          <p:nvPr>
            <p:ph type="sldNum" sz="quarter" idx="4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03CD76E-11F5-4F71-855B-93A5E04DA0F7}" type="slidenum">
              <a:rPr lang="en-US"/>
              <a:pPr/>
              <a:t>‹#›</a:t>
            </a:fld>
            <a:endParaRPr lang="en-US"/>
          </a:p>
        </p:txBody>
      </p:sp>
    </p:spTree>
    <p:extLst>
      <p:ext uri="{BB962C8B-B14F-4D97-AF65-F5344CB8AC3E}">
        <p14:creationId xmlns:p14="http://schemas.microsoft.com/office/powerpoint/2010/main" val="370411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photo (3)">
    <p:spTree>
      <p:nvGrpSpPr>
        <p:cNvPr id="1" name=""/>
        <p:cNvGrpSpPr/>
        <p:nvPr/>
      </p:nvGrpSpPr>
      <p:grpSpPr>
        <a:xfrm>
          <a:off x="0" y="0"/>
          <a:ext cx="0" cy="0"/>
          <a:chOff x="0" y="0"/>
          <a:chExt cx="0" cy="0"/>
        </a:xfrm>
      </p:grpSpPr>
      <p:sp>
        <p:nvSpPr>
          <p:cNvPr id="6" name="Rectangle 5">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4108975"/>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704BD63-F5AC-48AD-8254-910A4091EB66}" type="datetime1">
              <a:rPr lang="en-US" smtClean="0"/>
              <a:t>10/1/26</a:t>
            </a:fld>
            <a:endParaRPr lang="en-US"/>
          </a:p>
        </p:txBody>
      </p:sp>
      <p:sp>
        <p:nvSpPr>
          <p:cNvPr id="8"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12C530F-F3F6-443B-A1B9-1325A18A852B}" type="slidenum">
              <a:rPr lang="en-US"/>
              <a:pPr/>
              <a:t>‹#›</a:t>
            </a:fld>
            <a:endParaRPr lang="en-US"/>
          </a:p>
        </p:txBody>
      </p:sp>
    </p:spTree>
    <p:extLst>
      <p:ext uri="{BB962C8B-B14F-4D97-AF65-F5344CB8AC3E}">
        <p14:creationId xmlns:p14="http://schemas.microsoft.com/office/powerpoint/2010/main" val="344004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screen photos (3)">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4700259"/>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2"/>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6" name="Date Placeholder 3"/>
          <p:cNvSpPr>
            <a:spLocks noGrp="1"/>
          </p:cNvSpPr>
          <p:nvPr>
            <p:ph type="dt" sz="half" idx="4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59122519-350A-4416-BA27-CADC4D4FF918}" type="datetime1">
              <a:rPr lang="en-US" smtClean="0"/>
              <a:t>10/1/26</a:t>
            </a:fld>
            <a:endParaRPr lang="en-US"/>
          </a:p>
        </p:txBody>
      </p:sp>
      <p:sp>
        <p:nvSpPr>
          <p:cNvPr id="7" name="Slide Number Placeholder 5"/>
          <p:cNvSpPr>
            <a:spLocks noGrp="1"/>
          </p:cNvSpPr>
          <p:nvPr>
            <p:ph type="sldNum" sz="quarter" idx="4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F2F584E-2F61-4D96-A427-222AAD1B5336}" type="slidenum">
              <a:rPr lang="en-US"/>
              <a:pPr/>
              <a:t>‹#›</a:t>
            </a:fld>
            <a:endParaRPr lang="en-US"/>
          </a:p>
        </p:txBody>
      </p:sp>
    </p:spTree>
    <p:extLst>
      <p:ext uri="{BB962C8B-B14F-4D97-AF65-F5344CB8AC3E}">
        <p14:creationId xmlns:p14="http://schemas.microsoft.com/office/powerpoint/2010/main" val="85950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photo (6)">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591284"/>
            <a:ext cx="4553712" cy="2039111"/>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2"/>
          </p:nvPr>
        </p:nvSpPr>
        <p:spPr>
          <a:xfrm>
            <a:off x="4590289" y="2661147"/>
            <a:ext cx="4553712"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3" name="Date Placeholder 3"/>
          <p:cNvSpPr>
            <a:spLocks noGrp="1"/>
          </p:cNvSpPr>
          <p:nvPr>
            <p:ph type="dt" sz="half" idx="4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31BB4D-A3FD-4DC6-A152-9228FEFA00F4}" type="datetime1">
              <a:rPr lang="en-US" smtClean="0"/>
              <a:t>10/1/26</a:t>
            </a:fld>
            <a:endParaRPr lang="en-US"/>
          </a:p>
        </p:txBody>
      </p:sp>
      <p:sp>
        <p:nvSpPr>
          <p:cNvPr id="17" name="Slide Number Placeholder 5"/>
          <p:cNvSpPr>
            <a:spLocks noGrp="1"/>
          </p:cNvSpPr>
          <p:nvPr>
            <p:ph type="sldNum" sz="quarter" idx="4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A9B3B996-7AF6-4BC9-9324-7E488133B3A9}" type="slidenum">
              <a:rPr lang="en-US"/>
              <a:pPr/>
              <a:t>‹#›</a:t>
            </a:fld>
            <a:endParaRPr lang="en-US"/>
          </a:p>
        </p:txBody>
      </p:sp>
    </p:spTree>
    <p:extLst>
      <p:ext uri="{BB962C8B-B14F-4D97-AF65-F5344CB8AC3E}">
        <p14:creationId xmlns:p14="http://schemas.microsoft.com/office/powerpoint/2010/main" val="231587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screen photos (6)">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Picture Placeholder 2"/>
          <p:cNvSpPr>
            <a:spLocks noGrp="1"/>
          </p:cNvSpPr>
          <p:nvPr>
            <p:ph type="pic" idx="40"/>
          </p:nvPr>
        </p:nvSpPr>
        <p:spPr>
          <a:xfrm>
            <a:off x="1" y="0"/>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1"/>
          </p:nvPr>
        </p:nvSpPr>
        <p:spPr>
          <a:xfrm>
            <a:off x="4590289"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3"/>
          </p:nvPr>
        </p:nvSpPr>
        <p:spPr>
          <a:xfrm>
            <a:off x="6885433" y="0"/>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46"/>
          </p:nvPr>
        </p:nvSpPr>
        <p:spPr>
          <a:xfrm>
            <a:off x="4590289"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7"/>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8"/>
          </p:nvPr>
        </p:nvSpPr>
        <p:spPr>
          <a:xfrm>
            <a:off x="2295144"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Date Placeholder 3"/>
          <p:cNvSpPr>
            <a:spLocks noGrp="1"/>
          </p:cNvSpPr>
          <p:nvPr>
            <p:ph type="dt" sz="half" idx="49"/>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3E351CA-C82C-4663-93DF-2CA6F191E599}" type="datetime1">
              <a:rPr lang="en-US" smtClean="0"/>
              <a:t>10/1/26</a:t>
            </a:fld>
            <a:endParaRPr lang="en-US"/>
          </a:p>
        </p:txBody>
      </p:sp>
      <p:sp>
        <p:nvSpPr>
          <p:cNvPr id="13" name="Slide Number Placeholder 5"/>
          <p:cNvSpPr>
            <a:spLocks noGrp="1"/>
          </p:cNvSpPr>
          <p:nvPr>
            <p:ph type="sldNum" sz="quarter" idx="50"/>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3968613-2F53-4FB9-9064-B0746BA197E8}" type="slidenum">
              <a:rPr lang="en-US"/>
              <a:pPr/>
              <a:t>‹#›</a:t>
            </a:fld>
            <a:endParaRPr lang="en-US"/>
          </a:p>
        </p:txBody>
      </p:sp>
    </p:spTree>
    <p:extLst>
      <p:ext uri="{BB962C8B-B14F-4D97-AF65-F5344CB8AC3E}">
        <p14:creationId xmlns:p14="http://schemas.microsoft.com/office/powerpoint/2010/main" val="310420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photo (8)">
    <p:spTree>
      <p:nvGrpSpPr>
        <p:cNvPr id="1" name=""/>
        <p:cNvGrpSpPr/>
        <p:nvPr/>
      </p:nvGrpSpPr>
      <p:grpSpPr>
        <a:xfrm>
          <a:off x="0" y="0"/>
          <a:ext cx="0" cy="0"/>
          <a:chOff x="0" y="0"/>
          <a:chExt cx="0" cy="0"/>
        </a:xfrm>
      </p:grpSpPr>
      <p:sp>
        <p:nvSpPr>
          <p:cNvPr id="13" name="Rectangle 12">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0"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Picture Placeholder 2"/>
          <p:cNvSpPr>
            <a:spLocks noGrp="1"/>
          </p:cNvSpPr>
          <p:nvPr>
            <p:ph type="pic" idx="46"/>
          </p:nvPr>
        </p:nvSpPr>
        <p:spPr>
          <a:xfrm>
            <a:off x="2295144"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591283"/>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8" name="Picture Placeholder 2"/>
          <p:cNvSpPr>
            <a:spLocks noGrp="1"/>
          </p:cNvSpPr>
          <p:nvPr>
            <p:ph type="pic" idx="49"/>
          </p:nvPr>
        </p:nvSpPr>
        <p:spPr>
          <a:xfrm>
            <a:off x="4590288"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2" name="Picture Placeholder 2"/>
          <p:cNvSpPr>
            <a:spLocks noGrp="1"/>
          </p:cNvSpPr>
          <p:nvPr>
            <p:ph type="pic" idx="50"/>
          </p:nvPr>
        </p:nvSpPr>
        <p:spPr>
          <a:xfrm>
            <a:off x="6885432" y="2662052"/>
            <a:ext cx="2258568" cy="2039112"/>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19" name="Date Placeholder 3"/>
          <p:cNvSpPr>
            <a:spLocks noGrp="1"/>
          </p:cNvSpPr>
          <p:nvPr>
            <p:ph type="dt" sz="half" idx="5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9B5916C-A037-4F53-A414-564B4EEC9E1B}" type="datetime1">
              <a:rPr lang="en-US" smtClean="0"/>
              <a:t>10/1/26</a:t>
            </a:fld>
            <a:endParaRPr lang="en-US"/>
          </a:p>
        </p:txBody>
      </p:sp>
      <p:sp>
        <p:nvSpPr>
          <p:cNvPr id="20" name="Slide Number Placeholder 5"/>
          <p:cNvSpPr>
            <a:spLocks noGrp="1"/>
          </p:cNvSpPr>
          <p:nvPr>
            <p:ph type="sldNum" sz="quarter" idx="5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995253CE-9904-4998-823A-D3AFE445E1E2}" type="slidenum">
              <a:rPr lang="en-US"/>
              <a:pPr/>
              <a:t>‹#›</a:t>
            </a:fld>
            <a:endParaRPr lang="en-US"/>
          </a:p>
        </p:txBody>
      </p:sp>
    </p:spTree>
    <p:extLst>
      <p:ext uri="{BB962C8B-B14F-4D97-AF65-F5344CB8AC3E}">
        <p14:creationId xmlns:p14="http://schemas.microsoft.com/office/powerpoint/2010/main" val="1224985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screen photos (8)">
    <p:spTree>
      <p:nvGrpSpPr>
        <p:cNvPr id="1" name=""/>
        <p:cNvGrpSpPr/>
        <p:nvPr/>
      </p:nvGrpSpPr>
      <p:grpSpPr>
        <a:xfrm>
          <a:off x="0" y="0"/>
          <a:ext cx="0" cy="0"/>
          <a:chOff x="0" y="0"/>
          <a:chExt cx="0" cy="0"/>
        </a:xfrm>
      </p:grpSpPr>
      <p:sp>
        <p:nvSpPr>
          <p:cNvPr id="10" name="Rectangle 9">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Picture Placeholder 2"/>
          <p:cNvSpPr>
            <a:spLocks noGrp="1"/>
          </p:cNvSpPr>
          <p:nvPr>
            <p:ph type="pic" idx="41"/>
          </p:nvPr>
        </p:nvSpPr>
        <p:spPr>
          <a:xfrm>
            <a:off x="4590289"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4"/>
          </p:nvPr>
        </p:nvSpPr>
        <p:spPr>
          <a:xfrm>
            <a:off x="6885433"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7"/>
          </p:nvPr>
        </p:nvSpPr>
        <p:spPr>
          <a:xfrm>
            <a:off x="0"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8"/>
          </p:nvPr>
        </p:nvSpPr>
        <p:spPr>
          <a:xfrm>
            <a:off x="2295144" y="2369444"/>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9" name="Picture Placeholder 2"/>
          <p:cNvSpPr>
            <a:spLocks noGrp="1"/>
          </p:cNvSpPr>
          <p:nvPr>
            <p:ph type="pic" idx="49"/>
          </p:nvPr>
        </p:nvSpPr>
        <p:spPr>
          <a:xfrm>
            <a:off x="4590289"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50"/>
          </p:nvPr>
        </p:nvSpPr>
        <p:spPr>
          <a:xfrm>
            <a:off x="6885433"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51"/>
          </p:nvPr>
        </p:nvSpPr>
        <p:spPr>
          <a:xfrm>
            <a:off x="0"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5" name="Picture Placeholder 2"/>
          <p:cNvSpPr>
            <a:spLocks noGrp="1"/>
          </p:cNvSpPr>
          <p:nvPr>
            <p:ph type="pic" idx="52"/>
          </p:nvPr>
        </p:nvSpPr>
        <p:spPr>
          <a:xfrm>
            <a:off x="2295144" y="1066"/>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Date Placeholder 3"/>
          <p:cNvSpPr>
            <a:spLocks noGrp="1"/>
          </p:cNvSpPr>
          <p:nvPr>
            <p:ph type="dt" sz="half" idx="53"/>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E7C0071-1FD0-47FF-A4AA-2148D9E25892}" type="datetime1">
              <a:rPr lang="en-US" smtClean="0"/>
              <a:t>10/1/26</a:t>
            </a:fld>
            <a:endParaRPr lang="en-US"/>
          </a:p>
        </p:txBody>
      </p:sp>
      <p:sp>
        <p:nvSpPr>
          <p:cNvPr id="14" name="Slide Number Placeholder 5"/>
          <p:cNvSpPr>
            <a:spLocks noGrp="1"/>
          </p:cNvSpPr>
          <p:nvPr>
            <p:ph type="sldNum" sz="quarter" idx="54"/>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07A2222B-2BEB-48DC-B544-2F3217AEB914}" type="slidenum">
              <a:rPr lang="en-US"/>
              <a:pPr/>
              <a:t>‹#›</a:t>
            </a:fld>
            <a:endParaRPr lang="en-US"/>
          </a:p>
        </p:txBody>
      </p:sp>
    </p:spTree>
    <p:extLst>
      <p:ext uri="{BB962C8B-B14F-4D97-AF65-F5344CB8AC3E}">
        <p14:creationId xmlns:p14="http://schemas.microsoft.com/office/powerpoint/2010/main" val="31532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text left, photo righ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4590288"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0C53833-DFE9-45F3-9A06-63816F630DBF}" type="datetime1">
              <a:rPr lang="en-US" smtClean="0"/>
              <a:t>10/1/26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0547C88-426F-4B95-8EF2-ABB470937AB7}" type="slidenum">
              <a:rPr lang="en-US"/>
              <a:pPr/>
              <a:t>‹#›</a:t>
            </a:fld>
            <a:endParaRPr lang="en-US"/>
          </a:p>
        </p:txBody>
      </p:sp>
    </p:spTree>
    <p:extLst>
      <p:ext uri="{BB962C8B-B14F-4D97-AF65-F5344CB8AC3E}">
        <p14:creationId xmlns:p14="http://schemas.microsoft.com/office/powerpoint/2010/main" val="318390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 text right, photo left (1)">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1" name="Picture Placeholder 2"/>
          <p:cNvSpPr>
            <a:spLocks noGrp="1"/>
          </p:cNvSpPr>
          <p:nvPr>
            <p:ph type="pic" idx="43"/>
          </p:nvPr>
        </p:nvSpPr>
        <p:spPr>
          <a:xfrm>
            <a:off x="0" y="1749"/>
            <a:ext cx="4553712" cy="469851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44"/>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C0F3201-D3AC-4B80-BAA2-70789CD27765}" type="datetime1">
              <a:rPr lang="en-US" smtClean="0"/>
              <a:t>10/1/26</a:t>
            </a:fld>
            <a:endParaRPr lang="en-US"/>
          </a:p>
        </p:txBody>
      </p:sp>
      <p:sp>
        <p:nvSpPr>
          <p:cNvPr id="7" name="Slide Number Placeholder 5"/>
          <p:cNvSpPr>
            <a:spLocks noGrp="1"/>
          </p:cNvSpPr>
          <p:nvPr>
            <p:ph type="sldNum" sz="quarter" idx="45"/>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38063367-8FD0-4EFA-9B8F-D392316BCEF1}" type="slidenum">
              <a:rPr lang="en-US"/>
              <a:pPr/>
              <a:t>‹#›</a:t>
            </a:fld>
            <a:endParaRPr lang="en-US"/>
          </a:p>
        </p:txBody>
      </p:sp>
    </p:spTree>
    <p:extLst>
      <p:ext uri="{BB962C8B-B14F-4D97-AF65-F5344CB8AC3E}">
        <p14:creationId xmlns:p14="http://schemas.microsoft.com/office/powerpoint/2010/main" val="1685628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 text left, photos righ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
          <p:cNvSpPr>
            <a:spLocks noGrp="1"/>
          </p:cNvSpPr>
          <p:nvPr>
            <p:ph type="pic" idx="43"/>
          </p:nvPr>
        </p:nvSpPr>
        <p:spPr>
          <a:xfrm>
            <a:off x="4590288"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8"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8"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5BD1A5F-979B-4B06-9411-BCF73A709CFC}" type="datetime1">
              <a:rPr lang="en-US" smtClean="0"/>
              <a:t>10/1/26</a:t>
            </a:fld>
            <a:endParaRPr lang="en-US"/>
          </a:p>
        </p:txBody>
      </p:sp>
      <p:sp>
        <p:nvSpPr>
          <p:cNvPr id="9"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1F8ED6C-9AC5-4882-95C1-FC3FECECD545}" type="slidenum">
              <a:rPr lang="en-US"/>
              <a:pPr/>
              <a:t>‹#›</a:t>
            </a:fld>
            <a:endParaRPr lang="en-US"/>
          </a:p>
        </p:txBody>
      </p:sp>
    </p:spTree>
    <p:extLst>
      <p:ext uri="{BB962C8B-B14F-4D97-AF65-F5344CB8AC3E}">
        <p14:creationId xmlns:p14="http://schemas.microsoft.com/office/powerpoint/2010/main" val="253128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 text right, photos left (3)">
    <p:spTree>
      <p:nvGrpSpPr>
        <p:cNvPr id="1" name=""/>
        <p:cNvGrpSpPr/>
        <p:nvPr/>
      </p:nvGrpSpPr>
      <p:grpSpPr>
        <a:xfrm>
          <a:off x="0" y="0"/>
          <a:ext cx="0" cy="0"/>
          <a:chOff x="0" y="0"/>
          <a:chExt cx="0" cy="0"/>
        </a:xfrm>
      </p:grpSpPr>
      <p:sp>
        <p:nvSpPr>
          <p:cNvPr id="7" name="Rectangle 6">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2"/>
          <p:cNvSpPr>
            <a:spLocks noGrp="1"/>
          </p:cNvSpPr>
          <p:nvPr>
            <p:ph type="pic" idx="43"/>
          </p:nvPr>
        </p:nvSpPr>
        <p:spPr>
          <a:xfrm>
            <a:off x="0" y="2368539"/>
            <a:ext cx="4553712"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9"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0"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3"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11" name="Date Placeholder 3"/>
          <p:cNvSpPr>
            <a:spLocks noGrp="1"/>
          </p:cNvSpPr>
          <p:nvPr>
            <p:ph type="dt" sz="half" idx="46"/>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311C50E9-50BF-46F6-B8B5-6B981E2391CC}" type="datetime1">
              <a:rPr lang="en-US" smtClean="0"/>
              <a:t>10/1/26</a:t>
            </a:fld>
            <a:endParaRPr lang="en-US"/>
          </a:p>
        </p:txBody>
      </p:sp>
      <p:sp>
        <p:nvSpPr>
          <p:cNvPr id="12" name="Slide Number Placeholder 5"/>
          <p:cNvSpPr>
            <a:spLocks noGrp="1"/>
          </p:cNvSpPr>
          <p:nvPr>
            <p:ph type="sldNum" sz="quarter" idx="47"/>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469214E2-411F-4CCB-9AB1-176E7EF56AD8}" type="slidenum">
              <a:rPr lang="en-US"/>
              <a:pPr/>
              <a:t>‹#›</a:t>
            </a:fld>
            <a:endParaRPr lang="en-US"/>
          </a:p>
        </p:txBody>
      </p:sp>
    </p:spTree>
    <p:extLst>
      <p:ext uri="{BB962C8B-B14F-4D97-AF65-F5344CB8AC3E}">
        <p14:creationId xmlns:p14="http://schemas.microsoft.com/office/powerpoint/2010/main" val="360385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 text left, photos righ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Picture Placeholder 2"/>
          <p:cNvSpPr>
            <a:spLocks noGrp="1"/>
          </p:cNvSpPr>
          <p:nvPr>
            <p:ph type="pic" idx="44"/>
          </p:nvPr>
        </p:nvSpPr>
        <p:spPr>
          <a:xfrm>
            <a:off x="4590288"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4" name="Picture Placeholder 2"/>
          <p:cNvSpPr>
            <a:spLocks noGrp="1"/>
          </p:cNvSpPr>
          <p:nvPr>
            <p:ph type="pic" idx="45"/>
          </p:nvPr>
        </p:nvSpPr>
        <p:spPr>
          <a:xfrm>
            <a:off x="688608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1" name="Picture Placeholder 2"/>
          <p:cNvSpPr>
            <a:spLocks noGrp="1"/>
          </p:cNvSpPr>
          <p:nvPr>
            <p:ph type="pic" idx="46"/>
          </p:nvPr>
        </p:nvSpPr>
        <p:spPr>
          <a:xfrm>
            <a:off x="4590288"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2" name="Picture Placeholder 2"/>
          <p:cNvSpPr>
            <a:spLocks noGrp="1"/>
          </p:cNvSpPr>
          <p:nvPr>
            <p:ph type="pic" idx="47"/>
          </p:nvPr>
        </p:nvSpPr>
        <p:spPr>
          <a:xfrm>
            <a:off x="688608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itle 1"/>
          <p:cNvSpPr>
            <a:spLocks noGrp="1"/>
          </p:cNvSpPr>
          <p:nvPr>
            <p:ph type="title"/>
          </p:nvPr>
        </p:nvSpPr>
        <p:spPr>
          <a:xfrm>
            <a:off x="423599"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AF0F807-10E6-412A-9E8A-7578CC54180E}" type="datetime1">
              <a:rPr lang="en-US" smtClean="0"/>
              <a:t>10/1/26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5B71A1D6-CBC1-4D43-99C1-B8E922BEC27A}" type="slidenum">
              <a:rPr lang="en-US"/>
              <a:pPr/>
              <a:t>‹#›</a:t>
            </a:fld>
            <a:endParaRPr lang="en-US"/>
          </a:p>
        </p:txBody>
      </p:sp>
    </p:spTree>
    <p:extLst>
      <p:ext uri="{BB962C8B-B14F-4D97-AF65-F5344CB8AC3E}">
        <p14:creationId xmlns:p14="http://schemas.microsoft.com/office/powerpoint/2010/main" val="93169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 text right, photos left (4)">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Content Placeholder 2"/>
          <p:cNvSpPr>
            <a:spLocks noGrp="1"/>
          </p:cNvSpPr>
          <p:nvPr>
            <p:ph idx="26"/>
          </p:nvPr>
        </p:nvSpPr>
        <p:spPr>
          <a:xfrm>
            <a:off x="4777566"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2"/>
          <p:cNvSpPr>
            <a:spLocks noGrp="1"/>
          </p:cNvSpPr>
          <p:nvPr>
            <p:ph type="pic" idx="44"/>
          </p:nvPr>
        </p:nvSpPr>
        <p:spPr>
          <a:xfrm>
            <a:off x="0"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4" name="Picture Placeholder 2"/>
          <p:cNvSpPr>
            <a:spLocks noGrp="1"/>
          </p:cNvSpPr>
          <p:nvPr>
            <p:ph type="pic" idx="45"/>
          </p:nvPr>
        </p:nvSpPr>
        <p:spPr>
          <a:xfrm>
            <a:off x="2295792" y="-3317"/>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6" name="Picture Placeholder 2"/>
          <p:cNvSpPr>
            <a:spLocks noGrp="1"/>
          </p:cNvSpPr>
          <p:nvPr>
            <p:ph type="pic" idx="46"/>
          </p:nvPr>
        </p:nvSpPr>
        <p:spPr>
          <a:xfrm>
            <a:off x="0"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17" name="Picture Placeholder 2"/>
          <p:cNvSpPr>
            <a:spLocks noGrp="1"/>
          </p:cNvSpPr>
          <p:nvPr>
            <p:ph type="pic" idx="47"/>
          </p:nvPr>
        </p:nvSpPr>
        <p:spPr>
          <a:xfrm>
            <a:off x="2295792" y="2368539"/>
            <a:ext cx="2258568" cy="2331720"/>
          </a:xfrm>
        </p:spPr>
        <p:txBody>
          <a:bodyPr rtlCol="0">
            <a:normAutofit/>
          </a:bodyPr>
          <a:lstStyle>
            <a:lvl1pPr marL="0" indent="0">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20" name="Title 1"/>
          <p:cNvSpPr>
            <a:spLocks noGrp="1"/>
          </p:cNvSpPr>
          <p:nvPr>
            <p:ph type="title"/>
          </p:nvPr>
        </p:nvSpPr>
        <p:spPr>
          <a:xfrm>
            <a:off x="4777565" y="1"/>
            <a:ext cx="3944284" cy="748269"/>
          </a:xfrm>
        </p:spPr>
        <p:txBody>
          <a:bodyPr anchor="t">
            <a:normAutofit/>
          </a:bodyPr>
          <a:lstStyle>
            <a:lvl1pPr algn="l">
              <a:defRPr sz="2400" b="1" i="0" cap="none">
                <a:solidFill>
                  <a:srgbClr val="29551A"/>
                </a:solidFill>
                <a:latin typeface="+mj-lt"/>
              </a:defRPr>
            </a:lvl1pPr>
          </a:lstStyle>
          <a:p>
            <a:r>
              <a:rPr lang="en-US"/>
              <a:t>Click to edit Master title style</a:t>
            </a:r>
          </a:p>
        </p:txBody>
      </p:sp>
      <p:sp>
        <p:nvSpPr>
          <p:cNvPr id="9" name="Date Placeholder 3"/>
          <p:cNvSpPr>
            <a:spLocks noGrp="1"/>
          </p:cNvSpPr>
          <p:nvPr>
            <p:ph type="dt" sz="half" idx="48"/>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9159CAF-A62E-4CC4-B611-E3F701ED0C7E}" type="datetime1">
              <a:rPr lang="en-US" smtClean="0"/>
              <a:t>10/1/26</a:t>
            </a:fld>
            <a:endParaRPr lang="en-US"/>
          </a:p>
        </p:txBody>
      </p:sp>
      <p:sp>
        <p:nvSpPr>
          <p:cNvPr id="10" name="Slide Number Placeholder 5"/>
          <p:cNvSpPr>
            <a:spLocks noGrp="1"/>
          </p:cNvSpPr>
          <p:nvPr>
            <p:ph type="sldNum" sz="quarter" idx="49"/>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9A1D63-2D20-4501-9B59-5B207FF26C7B}" type="slidenum">
              <a:rPr lang="en-US"/>
              <a:pPr/>
              <a:t>‹#›</a:t>
            </a:fld>
            <a:endParaRPr lang="en-US"/>
          </a:p>
        </p:txBody>
      </p:sp>
    </p:spTree>
    <p:extLst>
      <p:ext uri="{BB962C8B-B14F-4D97-AF65-F5344CB8AC3E}">
        <p14:creationId xmlns:p14="http://schemas.microsoft.com/office/powerpoint/2010/main" val="362803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left, bar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2" name="Chart 4"/>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0407DD2-95E4-42A3-B6BB-CD714D017AD7}"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CD770F84-B03B-4446-8121-43BDF0660468}" type="slidenum">
              <a:rPr lang="en-US"/>
              <a:pPr/>
              <a:t>‹#›</a:t>
            </a:fld>
            <a:endParaRPr lang="en-US"/>
          </a:p>
        </p:txBody>
      </p:sp>
    </p:spTree>
    <p:extLst>
      <p:ext uri="{BB962C8B-B14F-4D97-AF65-F5344CB8AC3E}">
        <p14:creationId xmlns:p14="http://schemas.microsoft.com/office/powerpoint/2010/main" val="124754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right, bar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872F6A1-975A-49A4-9945-50AF390241BA}"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35E862A-697B-4840-A5B5-5FEEF4E48EDF}" type="slidenum">
              <a:rPr lang="en-US"/>
              <a:pPr/>
              <a:t>‹#›</a:t>
            </a:fld>
            <a:endParaRPr lang="en-US"/>
          </a:p>
        </p:txBody>
      </p:sp>
    </p:spTree>
    <p:extLst>
      <p:ext uri="{BB962C8B-B14F-4D97-AF65-F5344CB8AC3E}">
        <p14:creationId xmlns:p14="http://schemas.microsoft.com/office/powerpoint/2010/main" val="189799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ar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9"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6EAE188A-4D63-400D-ABBD-D2D012BDCD15}" type="datetime1">
              <a:rPr lang="en-US" smtClean="0"/>
              <a:t>10/1/26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2A97726B-1234-427D-89E0-501CF7381A9A}" type="slidenum">
              <a:rPr lang="en-US"/>
              <a:pPr/>
              <a:t>‹#›</a:t>
            </a:fld>
            <a:endParaRPr lang="en-US"/>
          </a:p>
        </p:txBody>
      </p:sp>
    </p:spTree>
    <p:extLst>
      <p:ext uri="{BB962C8B-B14F-4D97-AF65-F5344CB8AC3E}">
        <p14:creationId xmlns:p14="http://schemas.microsoft.com/office/powerpoint/2010/main" val="96333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left, line graph right">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graphicFrame>
        <p:nvGraphicFramePr>
          <p:cNvPr id="2" name="Chart 5"/>
          <p:cNvGraphicFramePr>
            <a:graphicFrameLocks/>
          </p:cNvGraphicFramePr>
          <p:nvPr/>
        </p:nvGraphicFramePr>
        <p:xfrm>
          <a:off x="4797425" y="904875"/>
          <a:ext cx="3944938"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14" name="Content Placeholder 2"/>
          <p:cNvSpPr>
            <a:spLocks noGrp="1"/>
          </p:cNvSpPr>
          <p:nvPr>
            <p:ph idx="26"/>
          </p:nvPr>
        </p:nvSpPr>
        <p:spPr>
          <a:xfrm>
            <a:off x="423600"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4405EEA-9A0A-4B19-94E3-702F602CEF4E}"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FE1BC488-4F9B-486E-BEAF-B2B891EC7A21}" type="slidenum">
              <a:rPr lang="en-US"/>
              <a:pPr/>
              <a:t>‹#›</a:t>
            </a:fld>
            <a:endParaRPr lang="en-US"/>
          </a:p>
        </p:txBody>
      </p:sp>
    </p:spTree>
    <p:extLst>
      <p:ext uri="{BB962C8B-B14F-4D97-AF65-F5344CB8AC3E}">
        <p14:creationId xmlns:p14="http://schemas.microsoft.com/office/powerpoint/2010/main" val="174042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right, line graph left">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3943350"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6" name="Straight Connector 5">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4" name="Content Placeholder 2"/>
          <p:cNvSpPr>
            <a:spLocks noGrp="1"/>
          </p:cNvSpPr>
          <p:nvPr>
            <p:ph idx="26"/>
          </p:nvPr>
        </p:nvSpPr>
        <p:spPr>
          <a:xfrm>
            <a:off x="4783707" y="905398"/>
            <a:ext cx="3944283" cy="3650177"/>
          </a:xfrm>
        </p:spPr>
        <p:txBody>
          <a:bodyPr/>
          <a:lstStyle>
            <a:lvl1pPr>
              <a:defRPr sz="2000">
                <a:solidFill>
                  <a:srgbClr val="595959"/>
                </a:solidFill>
              </a:defRPr>
            </a:lvl1pPr>
            <a:lvl2pPr>
              <a:defRPr sz="2000">
                <a:solidFill>
                  <a:srgbClr val="595959"/>
                </a:solidFill>
              </a:defRPr>
            </a:lvl2pPr>
            <a:lvl3pPr>
              <a:defRPr sz="2000">
                <a:solidFill>
                  <a:srgbClr val="595959"/>
                </a:solidFill>
              </a:defRPr>
            </a:lvl3pPr>
            <a:lvl4pPr>
              <a:defRPr sz="2000">
                <a:solidFill>
                  <a:srgbClr val="595959"/>
                </a:solidFill>
              </a:defRPr>
            </a:lvl4pPr>
            <a:lvl5pPr>
              <a:defRPr sz="2000">
                <a:solidFill>
                  <a:srgbClr val="59595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7" name="Date Placeholder 3"/>
          <p:cNvSpPr>
            <a:spLocks noGrp="1"/>
          </p:cNvSpPr>
          <p:nvPr>
            <p:ph type="dt" sz="half" idx="27"/>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AF6D083A-4B13-46FE-893B-68D7CDF39AD3}" type="datetime1">
              <a:rPr lang="en-US" smtClean="0"/>
              <a:t>10/1/26</a:t>
            </a:fld>
            <a:endParaRPr lang="en-US"/>
          </a:p>
        </p:txBody>
      </p:sp>
      <p:sp>
        <p:nvSpPr>
          <p:cNvPr id="8" name="Slide Number Placeholder 5"/>
          <p:cNvSpPr>
            <a:spLocks noGrp="1"/>
          </p:cNvSpPr>
          <p:nvPr>
            <p:ph type="sldNum" sz="quarter" idx="28"/>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8B0A966F-C68B-4C02-98F2-62145451C283}" type="slidenum">
              <a:rPr lang="en-US"/>
              <a:pPr/>
              <a:t>‹#›</a:t>
            </a:fld>
            <a:endParaRPr lang="en-US"/>
          </a:p>
        </p:txBody>
      </p:sp>
    </p:spTree>
    <p:extLst>
      <p:ext uri="{BB962C8B-B14F-4D97-AF65-F5344CB8AC3E}">
        <p14:creationId xmlns:p14="http://schemas.microsoft.com/office/powerpoint/2010/main" val="7546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line graph">
    <p:spTree>
      <p:nvGrpSpPr>
        <p:cNvPr id="1" name=""/>
        <p:cNvGrpSpPr/>
        <p:nvPr/>
      </p:nvGrpSpPr>
      <p:grpSpPr>
        <a:xfrm>
          <a:off x="0" y="0"/>
          <a:ext cx="0" cy="0"/>
          <a:chOff x="0" y="0"/>
          <a:chExt cx="0" cy="0"/>
        </a:xfrm>
      </p:grpSpPr>
      <p:graphicFrame>
        <p:nvGraphicFramePr>
          <p:cNvPr id="2" name="Chart 3"/>
          <p:cNvGraphicFramePr>
            <a:graphicFrameLocks/>
          </p:cNvGraphicFramePr>
          <p:nvPr/>
        </p:nvGraphicFramePr>
        <p:xfrm>
          <a:off x="423863" y="904875"/>
          <a:ext cx="8304212" cy="3651250"/>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C183D7F6-B498-43B3-948B-1728B52AA6E4}">
                <adec:decorative xmlns:adec="http://schemas.microsoft.com/office/drawing/2017/decorative" val="1"/>
              </a:ext>
            </a:extLst>
          </p:cNvPr>
          <p:cNvSpPr/>
          <p:nvPr/>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5" name="Straight Connector 4">
            <a:extLst>
              <a:ext uri="{C183D7F6-B498-43B3-948B-1728B52AA6E4}">
                <adec:decorative xmlns:adec="http://schemas.microsoft.com/office/drawing/2017/decorative" val="1"/>
              </a:ext>
            </a:extLst>
          </p:cNvPr>
          <p:cNvCxnSpPr/>
          <p:nvPr userDrawn="1"/>
        </p:nvCxnSpPr>
        <p:spPr>
          <a:xfrm>
            <a:off x="457200" y="590550"/>
            <a:ext cx="8229600" cy="0"/>
          </a:xfrm>
          <a:prstGeom prst="line">
            <a:avLst/>
          </a:prstGeom>
          <a:ln w="28575" cmpd="sng">
            <a:solidFill>
              <a:srgbClr val="235A32"/>
            </a:solidFill>
          </a:ln>
          <a:effectLst/>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403189" y="-1265"/>
            <a:ext cx="7792510" cy="592549"/>
          </a:xfrm>
        </p:spPr>
        <p:txBody>
          <a:bodyPr anchor="t">
            <a:normAutofit/>
          </a:bodyPr>
          <a:lstStyle>
            <a:lvl1pPr algn="l">
              <a:defRPr sz="2800" b="1" i="0" cap="none">
                <a:solidFill>
                  <a:srgbClr val="29551A"/>
                </a:solidFill>
                <a:latin typeface="+mj-lt"/>
              </a:defRPr>
            </a:lvl1pPr>
          </a:lstStyle>
          <a:p>
            <a:r>
              <a:rPr lang="en-US"/>
              <a:t>Click to edit Master title style</a:t>
            </a:r>
          </a:p>
        </p:txBody>
      </p:sp>
      <p:sp>
        <p:nvSpPr>
          <p:cNvPr id="6" name="Date Placeholder 3"/>
          <p:cNvSpPr>
            <a:spLocks noGrp="1"/>
          </p:cNvSpPr>
          <p:nvPr>
            <p:ph type="dt" sz="half" idx="10"/>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11C89CDC-80D8-4542-9161-88E0E6FE50AF}" type="datetime1">
              <a:rPr lang="en-US" smtClean="0"/>
              <a:t>10/1/26</a:t>
            </a:fld>
            <a:endParaRPr lang="en-US"/>
          </a:p>
        </p:txBody>
      </p:sp>
      <p:sp>
        <p:nvSpPr>
          <p:cNvPr id="7" name="Slide Number Placeholder 5"/>
          <p:cNvSpPr>
            <a:spLocks noGrp="1"/>
          </p:cNvSpPr>
          <p:nvPr>
            <p:ph type="sldNum" sz="quarter" idx="11"/>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5CA62FE-4E2D-42B2-9D14-7EC377471995}" type="slidenum">
              <a:rPr lang="en-US"/>
              <a:pPr/>
              <a:t>‹#›</a:t>
            </a:fld>
            <a:endParaRPr lang="en-US"/>
          </a:p>
        </p:txBody>
      </p:sp>
    </p:spTree>
    <p:extLst>
      <p:ext uri="{BB962C8B-B14F-4D97-AF65-F5344CB8AC3E}">
        <p14:creationId xmlns:p14="http://schemas.microsoft.com/office/powerpoint/2010/main" val="2506871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allout text left, photo righ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159832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allout text right, photo left (1) (on white)">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Tree>
    <p:extLst>
      <p:ext uri="{BB962C8B-B14F-4D97-AF65-F5344CB8AC3E}">
        <p14:creationId xmlns:p14="http://schemas.microsoft.com/office/powerpoint/2010/main" val="69350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llout text left, photos righ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23"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57849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allout text right, photos left (2) (on white)">
    <p:spTree>
      <p:nvGrpSpPr>
        <p:cNvPr id="1" name=""/>
        <p:cNvGrpSpPr/>
        <p:nvPr/>
      </p:nvGrpSpPr>
      <p:grpSpPr>
        <a:xfrm>
          <a:off x="0" y="0"/>
          <a:ext cx="0" cy="0"/>
          <a:chOff x="0" y="0"/>
          <a:chExt cx="0" cy="0"/>
        </a:xfrm>
      </p:grpSpPr>
      <p:sp>
        <p:nvSpPr>
          <p:cNvPr id="8" name="Picture Placeholder 20"/>
          <p:cNvSpPr>
            <a:spLocks noGrp="1"/>
          </p:cNvSpPr>
          <p:nvPr>
            <p:ph type="pic" sz="quarter" idx="15"/>
          </p:nvPr>
        </p:nvSpPr>
        <p:spPr>
          <a:xfrm>
            <a:off x="3"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 y="1728664"/>
            <a:ext cx="4507991" cy="3414836"/>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5" name="Text Placeholder 8"/>
          <p:cNvSpPr>
            <a:spLocks noGrp="1"/>
          </p:cNvSpPr>
          <p:nvPr>
            <p:ph type="body" idx="24"/>
          </p:nvPr>
        </p:nvSpPr>
        <p:spPr>
          <a:xfrm>
            <a:off x="4626129" y="671342"/>
            <a:ext cx="4050793" cy="3808756"/>
          </a:xfrm>
        </p:spPr>
        <p:txBody>
          <a:bodyPr anchor="ctr">
            <a:normAutofit/>
          </a:bodyPr>
          <a:lstStyle>
            <a:lvl1pPr marL="0" indent="0">
              <a:buNone/>
              <a:defRPr sz="2500" baseline="0">
                <a:solidFill>
                  <a:srgbClr val="595959"/>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0478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allout text left, photo righ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46256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llout text right, photo left (1) (on black)">
    <p:spTree>
      <p:nvGrpSpPr>
        <p:cNvPr id="1" name=""/>
        <p:cNvGrpSpPr/>
        <p:nvPr/>
      </p:nvGrpSpPr>
      <p:grpSpPr>
        <a:xfrm>
          <a:off x="0" y="0"/>
          <a:ext cx="0" cy="0"/>
          <a:chOff x="0" y="0"/>
          <a:chExt cx="0" cy="0"/>
        </a:xfrm>
      </p:grpSpPr>
      <p:sp>
        <p:nvSpPr>
          <p:cNvPr id="4" name="Rectangle 3">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 y="0"/>
            <a:ext cx="4507991" cy="514350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1" name="Text Placeholder 8"/>
          <p:cNvSpPr>
            <a:spLocks noGrp="1"/>
          </p:cNvSpPr>
          <p:nvPr>
            <p:ph type="body" idx="10"/>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21863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allout text left, photos righ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C183D7F6-B498-43B3-948B-1728B52AA6E4}">
                <adec:decorative xmlns:adec="http://schemas.microsoft.com/office/drawing/2017/decorative" val="1"/>
              </a:ext>
            </a:extLst>
          </p:cNvPr>
          <p:cNvSpPr/>
          <p:nvPr/>
        </p:nvSpPr>
        <p:spPr>
          <a:xfrm>
            <a:off x="0" y="0"/>
            <a:ext cx="4598988"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4636012"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4636012"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6" name="Text Placeholder 8"/>
          <p:cNvSpPr>
            <a:spLocks noGrp="1"/>
          </p:cNvSpPr>
          <p:nvPr>
            <p:ph type="body" idx="10"/>
          </p:nvPr>
        </p:nvSpPr>
        <p:spPr>
          <a:xfrm>
            <a:off x="457203"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54581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llout text right, photos left (2) (on black)">
    <p:spTree>
      <p:nvGrpSpPr>
        <p:cNvPr id="1" name=""/>
        <p:cNvGrpSpPr/>
        <p:nvPr/>
      </p:nvGrpSpPr>
      <p:grpSpPr>
        <a:xfrm>
          <a:off x="0" y="0"/>
          <a:ext cx="0" cy="0"/>
          <a:chOff x="0" y="0"/>
          <a:chExt cx="0" cy="0"/>
        </a:xfrm>
      </p:grpSpPr>
      <p:sp>
        <p:nvSpPr>
          <p:cNvPr id="5" name="Rectangle 4">
            <a:extLst>
              <a:ext uri="{C183D7F6-B498-43B3-948B-1728B52AA6E4}">
                <adec:decorative xmlns:adec="http://schemas.microsoft.com/office/drawing/2017/decorative" val="1"/>
              </a:ext>
            </a:extLst>
          </p:cNvPr>
          <p:cNvSpPr/>
          <p:nvPr userDrawn="1"/>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C183D7F6-B498-43B3-948B-1728B52AA6E4}">
                <adec:decorative xmlns:adec="http://schemas.microsoft.com/office/drawing/2017/decorative" val="1"/>
              </a:ext>
            </a:extLst>
          </p:cNvPr>
          <p:cNvSpPr/>
          <p:nvPr/>
        </p:nvSpPr>
        <p:spPr>
          <a:xfrm>
            <a:off x="4545013" y="0"/>
            <a:ext cx="4598987" cy="514350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Picture Placeholder 20"/>
          <p:cNvSpPr>
            <a:spLocks noGrp="1"/>
          </p:cNvSpPr>
          <p:nvPr>
            <p:ph type="pic" sz="quarter" idx="15"/>
          </p:nvPr>
        </p:nvSpPr>
        <p:spPr>
          <a:xfrm>
            <a:off x="-3180" y="0"/>
            <a:ext cx="4507991" cy="1691640"/>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14" name="Picture Placeholder 20"/>
          <p:cNvSpPr>
            <a:spLocks noGrp="1"/>
          </p:cNvSpPr>
          <p:nvPr>
            <p:ph type="pic" sz="quarter" idx="23"/>
          </p:nvPr>
        </p:nvSpPr>
        <p:spPr>
          <a:xfrm>
            <a:off x="-3180" y="1732788"/>
            <a:ext cx="4507991" cy="3410712"/>
          </a:xfrm>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pPr lvl="0"/>
            <a:r>
              <a:rPr lang="en-US" noProof="0"/>
              <a:t>Click icon to add picture</a:t>
            </a:r>
          </a:p>
        </p:txBody>
      </p:sp>
      <p:sp>
        <p:nvSpPr>
          <p:cNvPr id="7" name="Text Placeholder 8"/>
          <p:cNvSpPr>
            <a:spLocks noGrp="1"/>
          </p:cNvSpPr>
          <p:nvPr>
            <p:ph type="body" idx="24"/>
          </p:nvPr>
        </p:nvSpPr>
        <p:spPr>
          <a:xfrm>
            <a:off x="4642565" y="671342"/>
            <a:ext cx="4050793" cy="3808756"/>
          </a:xfrm>
        </p:spPr>
        <p:txBody>
          <a:bodyPr anchor="ctr">
            <a:normAutofit/>
          </a:bodyPr>
          <a:lstStyle>
            <a:lvl1pPr marL="0" indent="0">
              <a:buNone/>
              <a:defRPr sz="25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81981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llout text (black on white)">
    <p:spTree>
      <p:nvGrpSpPr>
        <p:cNvPr id="1" name=""/>
        <p:cNvGrpSpPr/>
        <p:nvPr/>
      </p:nvGrpSpPr>
      <p:grpSpPr>
        <a:xfrm>
          <a:off x="0" y="0"/>
          <a:ext cx="0" cy="0"/>
          <a:chOff x="0" y="0"/>
          <a:chExt cx="0" cy="0"/>
        </a:xfrm>
      </p:grpSpPr>
      <p:sp>
        <p:nvSpPr>
          <p:cNvPr id="3" name="Rectangle 2">
            <a:extLst>
              <a:ext uri="{C183D7F6-B498-43B3-948B-1728B52AA6E4}">
                <adec:decorative xmlns:adec="http://schemas.microsoft.com/office/drawing/2017/decorative" val="1"/>
              </a:ext>
            </a:extLst>
          </p:cNvPr>
          <p:cNvSpPr/>
          <p:nvPr userDrawn="1"/>
        </p:nvSpPr>
        <p:spPr>
          <a:xfrm>
            <a:off x="0" y="4733925"/>
            <a:ext cx="9144000" cy="417513"/>
          </a:xfrm>
          <a:prstGeom prst="rect">
            <a:avLst/>
          </a:prstGeom>
          <a:solidFill>
            <a:srgbClr val="143B1E"/>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8CF076B5-DE80-4212-89E0-8468B8E49686}" type="datetime1">
              <a:rPr lang="en-US" smtClean="0"/>
              <a:t>10/1/26</a:t>
            </a:fld>
            <a:endParaRPr lang="en-US"/>
          </a:p>
        </p:txBody>
      </p:sp>
      <p:sp>
        <p:nvSpPr>
          <p:cNvPr id="5"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EDF768FB-1179-4F15-B986-28BC8D5DD812}" type="slidenum">
              <a:rPr lang="en-US"/>
              <a:pPr/>
              <a:t>‹#›</a:t>
            </a:fld>
            <a:endParaRPr lang="en-US"/>
          </a:p>
        </p:txBody>
      </p:sp>
    </p:spTree>
    <p:extLst>
      <p:ext uri="{BB962C8B-B14F-4D97-AF65-F5344CB8AC3E}">
        <p14:creationId xmlns:p14="http://schemas.microsoft.com/office/powerpoint/2010/main" val="250753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llout text (white on green)">
    <p:bg>
      <p:bgPr>
        <a:solidFill>
          <a:srgbClr val="143B1E"/>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D924E081-C21B-4512-A36B-8A680E10DB92}" type="datetime1">
              <a:rPr lang="en-US" smtClean="0"/>
              <a:t>10/1/26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DA88F2E9-B851-4DFA-93C4-86BB45129EEB}" type="slidenum">
              <a:rPr lang="en-US"/>
              <a:pPr/>
              <a:t>‹#›</a:t>
            </a:fld>
            <a:endParaRPr lang="en-US"/>
          </a:p>
        </p:txBody>
      </p:sp>
    </p:spTree>
    <p:extLst>
      <p:ext uri="{BB962C8B-B14F-4D97-AF65-F5344CB8AC3E}">
        <p14:creationId xmlns:p14="http://schemas.microsoft.com/office/powerpoint/2010/main" val="205998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allout text (white on black)">
    <p:bg>
      <p:bgPr>
        <a:solidFill>
          <a:srgbClr val="191919"/>
        </a:solidFill>
        <a:effectLst/>
      </p:bgPr>
    </p:bg>
    <p:spTree>
      <p:nvGrpSpPr>
        <p:cNvPr id="1" name=""/>
        <p:cNvGrpSpPr/>
        <p:nvPr/>
      </p:nvGrpSpPr>
      <p:grpSpPr>
        <a:xfrm>
          <a:off x="0" y="0"/>
          <a:ext cx="0" cy="0"/>
          <a:chOff x="0" y="0"/>
          <a:chExt cx="0" cy="0"/>
        </a:xfrm>
      </p:grpSpPr>
      <p:sp>
        <p:nvSpPr>
          <p:cNvPr id="9" name="Text Placeholder 8"/>
          <p:cNvSpPr>
            <a:spLocks noGrp="1"/>
          </p:cNvSpPr>
          <p:nvPr>
            <p:ph type="body" idx="10"/>
          </p:nvPr>
        </p:nvSpPr>
        <p:spPr>
          <a:xfrm>
            <a:off x="1858646" y="1016001"/>
            <a:ext cx="5440681" cy="2916238"/>
          </a:xfrm>
        </p:spPr>
        <p:txBody>
          <a:bodyPr anchor="ctr">
            <a:normAutofit/>
          </a:bodyPr>
          <a:lstStyle>
            <a:lvl1pPr marL="0" indent="0" algn="ctr">
              <a:buNone/>
              <a:defRPr sz="25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3"/>
          <p:cNvSpPr>
            <a:spLocks noGrp="1"/>
          </p:cNvSpPr>
          <p:nvPr>
            <p:ph type="dt" sz="half" idx="11"/>
          </p:nvPr>
        </p:nvSpPr>
        <p:spPr>
          <a:xfrm>
            <a:off x="457200" y="4760913"/>
            <a:ext cx="2651125" cy="409575"/>
          </a:xfrm>
          <a:prstGeom prst="rect">
            <a:avLst/>
          </a:prstGeom>
        </p:spPr>
        <p:txBody>
          <a:bodyPr vert="horz" wrap="square" lIns="91440" tIns="45720" rIns="91440" bIns="45720" numCol="1" anchor="t" anchorCtr="0" compatLnSpc="1">
            <a:prstTxWarp prst="textNoShape">
              <a:avLst/>
            </a:prstTxWarp>
          </a:bodyPr>
          <a:lstStyle>
            <a:lvl1pPr>
              <a:defRPr sz="1600">
                <a:solidFill>
                  <a:srgbClr val="FFFFFF"/>
                </a:solidFill>
              </a:defRPr>
            </a:lvl1pPr>
          </a:lstStyle>
          <a:p>
            <a:fld id="{BD7CA327-0034-42B2-B548-D933C5E8C997}" type="datetime1">
              <a:rPr lang="en-US" smtClean="0"/>
              <a:t>10/1/26</a:t>
            </a:fld>
            <a:endParaRPr lang="en-US"/>
          </a:p>
        </p:txBody>
      </p:sp>
      <p:sp>
        <p:nvSpPr>
          <p:cNvPr id="4" name="Slide Number Placeholder 5"/>
          <p:cNvSpPr>
            <a:spLocks noGrp="1"/>
          </p:cNvSpPr>
          <p:nvPr>
            <p:ph type="sldNum" sz="quarter" idx="12"/>
          </p:nvPr>
        </p:nvSpPr>
        <p:spPr>
          <a:xfrm>
            <a:off x="6035675" y="4760913"/>
            <a:ext cx="2651125" cy="409575"/>
          </a:xfrm>
          <a:prstGeom prst="rect">
            <a:avLst/>
          </a:prstGeom>
        </p:spPr>
        <p:txBody>
          <a:bodyPr vert="horz" wrap="square" lIns="91440" tIns="45720" rIns="91440" bIns="45720" numCol="1" anchor="t" anchorCtr="0" compatLnSpc="1">
            <a:prstTxWarp prst="textNoShape">
              <a:avLst/>
            </a:prstTxWarp>
          </a:bodyPr>
          <a:lstStyle>
            <a:lvl1pPr algn="r">
              <a:defRPr sz="1600">
                <a:solidFill>
                  <a:srgbClr val="FFFFFF"/>
                </a:solidFill>
              </a:defRPr>
            </a:lvl1pPr>
          </a:lstStyle>
          <a:p>
            <a:fld id="{147D816C-1382-4552-849F-5EAB9818A052}" type="slidenum">
              <a:rPr lang="en-US"/>
              <a:pPr/>
              <a:t>‹#›</a:t>
            </a:fld>
            <a:endParaRPr lang="en-US"/>
          </a:p>
        </p:txBody>
      </p:sp>
    </p:spTree>
    <p:extLst>
      <p:ext uri="{BB962C8B-B14F-4D97-AF65-F5344CB8AC3E}">
        <p14:creationId xmlns:p14="http://schemas.microsoft.com/office/powerpoint/2010/main" val="32553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46188"/>
            <a:ext cx="8229600" cy="334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48"/>
    </p:custDataLst>
  </p:cSld>
  <p:clrMap bg1="lt1" tx1="dk1" bg2="lt2" tx2="dk2" accent1="accent1" accent2="accent2" accent3="accent3" accent4="accent4" accent5="accent5" accent6="accent6" hlink="hlink" folHlink="folHlink"/>
  <p:sldLayoutIdLst>
    <p:sldLayoutId id="2147484745" r:id="rId1"/>
    <p:sldLayoutId id="2147484746" r:id="rId2"/>
    <p:sldLayoutId id="2147484747" r:id="rId3"/>
    <p:sldLayoutId id="2147484748" r:id="rId4"/>
    <p:sldLayoutId id="2147484749" r:id="rId5"/>
    <p:sldLayoutId id="2147484750" r:id="rId6"/>
    <p:sldLayoutId id="2147484751" r:id="rId7"/>
    <p:sldLayoutId id="2147484752" r:id="rId8"/>
    <p:sldLayoutId id="2147484753" r:id="rId9"/>
    <p:sldLayoutId id="2147484754" r:id="rId10"/>
    <p:sldLayoutId id="2147484755" r:id="rId11"/>
    <p:sldLayoutId id="2147484786" r:id="rId12"/>
    <p:sldLayoutId id="2147484756" r:id="rId13"/>
    <p:sldLayoutId id="2147484757" r:id="rId14"/>
    <p:sldLayoutId id="2147484758" r:id="rId15"/>
    <p:sldLayoutId id="2147484759" r:id="rId16"/>
    <p:sldLayoutId id="2147484760" r:id="rId17"/>
    <p:sldLayoutId id="2147484761" r:id="rId18"/>
    <p:sldLayoutId id="2147484762" r:id="rId19"/>
    <p:sldLayoutId id="2147484763" r:id="rId20"/>
    <p:sldLayoutId id="2147484764" r:id="rId21"/>
    <p:sldLayoutId id="2147484765" r:id="rId22"/>
    <p:sldLayoutId id="2147484766" r:id="rId23"/>
    <p:sldLayoutId id="2147484767" r:id="rId24"/>
    <p:sldLayoutId id="2147484768" r:id="rId25"/>
    <p:sldLayoutId id="2147484769" r:id="rId26"/>
    <p:sldLayoutId id="2147484770" r:id="rId27"/>
    <p:sldLayoutId id="2147484771" r:id="rId28"/>
    <p:sldLayoutId id="2147484772" r:id="rId29"/>
    <p:sldLayoutId id="2147484773" r:id="rId30"/>
    <p:sldLayoutId id="2147484774" r:id="rId31"/>
    <p:sldLayoutId id="2147484775" r:id="rId32"/>
    <p:sldLayoutId id="2147484776" r:id="rId33"/>
    <p:sldLayoutId id="2147484777" r:id="rId34"/>
    <p:sldLayoutId id="2147484778" r:id="rId35"/>
    <p:sldLayoutId id="2147484741" r:id="rId36"/>
    <p:sldLayoutId id="2147484742" r:id="rId37"/>
    <p:sldLayoutId id="2147484743" r:id="rId38"/>
    <p:sldLayoutId id="2147484744" r:id="rId39"/>
    <p:sldLayoutId id="2147484779" r:id="rId40"/>
    <p:sldLayoutId id="2147484780" r:id="rId41"/>
    <p:sldLayoutId id="2147484781" r:id="rId42"/>
    <p:sldLayoutId id="2147484782" r:id="rId43"/>
    <p:sldLayoutId id="2147484783" r:id="rId44"/>
    <p:sldLayoutId id="2147484784" r:id="rId45"/>
    <p:sldLayoutId id="2147484785"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457200" rtl="0" eaLnBrk="1" fontAlgn="base" hangingPunct="1">
        <a:spcBef>
          <a:spcPct val="0"/>
        </a:spcBef>
        <a:spcAft>
          <a:spcPct val="0"/>
        </a:spcAft>
        <a:defRPr sz="2400" b="1" kern="1200">
          <a:solidFill>
            <a:srgbClr val="29551A"/>
          </a:solidFill>
          <a:latin typeface="+mj-lt"/>
          <a:ea typeface="MS PGothic" pitchFamily="34" charset="-128"/>
          <a:cs typeface="ＭＳ Ｐゴシック" charset="0"/>
        </a:defRPr>
      </a:lvl1pPr>
      <a:lvl2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2pPr>
      <a:lvl3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3pPr>
      <a:lvl4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4pPr>
      <a:lvl5pPr algn="ctr" defTabSz="457200" rtl="0" eaLnBrk="1" fontAlgn="base" hangingPunct="1">
        <a:spcBef>
          <a:spcPct val="0"/>
        </a:spcBef>
        <a:spcAft>
          <a:spcPct val="0"/>
        </a:spcAft>
        <a:defRPr sz="2400" b="1">
          <a:solidFill>
            <a:srgbClr val="29551A"/>
          </a:solidFill>
          <a:latin typeface="Palatino Linotype" charset="0"/>
          <a:ea typeface="MS PGothic" pitchFamily="34" charset="-128"/>
          <a:cs typeface="ＭＳ Ｐゴシック" charset="0"/>
        </a:defRPr>
      </a:lvl5pPr>
      <a:lvl6pPr marL="4572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sz="28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ＭＳ Ｐゴシック" charset="0"/>
        </a:defRPr>
      </a:lvl1pPr>
      <a:lvl2pPr marL="742950" indent="-28575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2pPr>
      <a:lvl3pPr marL="11430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rgbClr val="595959"/>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medium.com/@Suraj_Yadav/in-depth-knowledge-of-convolutional-neural-networks-b4bfff8145ab"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image" Target="../media/image19.png"/><Relationship Id="rId42" Type="http://schemas.openxmlformats.org/officeDocument/2006/relationships/customXml" Target="../ink/ink21.xml"/><Relationship Id="rId47" Type="http://schemas.openxmlformats.org/officeDocument/2006/relationships/image" Target="../media/image32.png"/><Relationship Id="rId63" Type="http://schemas.openxmlformats.org/officeDocument/2006/relationships/image" Target="../media/image40.png"/><Relationship Id="rId68" Type="http://schemas.openxmlformats.org/officeDocument/2006/relationships/image" Target="../media/image9.emf"/><Relationship Id="rId84" Type="http://schemas.openxmlformats.org/officeDocument/2006/relationships/image" Target="../media/image51.png"/><Relationship Id="rId89" Type="http://schemas.openxmlformats.org/officeDocument/2006/relationships/customXml" Target="../ink/ink44.xml"/><Relationship Id="rId112" Type="http://schemas.openxmlformats.org/officeDocument/2006/relationships/image" Target="../media/image65.png"/><Relationship Id="rId16" Type="http://schemas.openxmlformats.org/officeDocument/2006/relationships/customXml" Target="../ink/ink8.xml"/><Relationship Id="rId107" Type="http://schemas.openxmlformats.org/officeDocument/2006/relationships/customXml" Target="../ink/ink53.xml"/><Relationship Id="rId11" Type="http://schemas.openxmlformats.org/officeDocument/2006/relationships/image" Target="../media/image14.png"/><Relationship Id="rId32" Type="http://schemas.openxmlformats.org/officeDocument/2006/relationships/customXml" Target="../ink/ink16.xml"/><Relationship Id="rId37" Type="http://schemas.openxmlformats.org/officeDocument/2006/relationships/image" Target="../media/image27.png"/><Relationship Id="rId53" Type="http://schemas.openxmlformats.org/officeDocument/2006/relationships/image" Target="../media/image35.png"/><Relationship Id="rId58" Type="http://schemas.openxmlformats.org/officeDocument/2006/relationships/customXml" Target="../ink/ink29.xml"/><Relationship Id="rId74" Type="http://schemas.openxmlformats.org/officeDocument/2006/relationships/image" Target="../media/image46.png"/><Relationship Id="rId79" Type="http://schemas.openxmlformats.org/officeDocument/2006/relationships/customXml" Target="../ink/ink39.xml"/><Relationship Id="rId102" Type="http://schemas.openxmlformats.org/officeDocument/2006/relationships/image" Target="../media/image60.png"/><Relationship Id="rId123" Type="http://schemas.openxmlformats.org/officeDocument/2006/relationships/customXml" Target="../ink/ink61.xml"/><Relationship Id="rId128" Type="http://schemas.openxmlformats.org/officeDocument/2006/relationships/image" Target="../media/image73.png"/><Relationship Id="rId5" Type="http://schemas.openxmlformats.org/officeDocument/2006/relationships/image" Target="../media/image11.png"/><Relationship Id="rId90" Type="http://schemas.openxmlformats.org/officeDocument/2006/relationships/image" Target="../media/image54.png"/><Relationship Id="rId95" Type="http://schemas.openxmlformats.org/officeDocument/2006/relationships/customXml" Target="../ink/ink47.xml"/><Relationship Id="rId22" Type="http://schemas.openxmlformats.org/officeDocument/2006/relationships/customXml" Target="../ink/ink11.xml"/><Relationship Id="rId27" Type="http://schemas.openxmlformats.org/officeDocument/2006/relationships/image" Target="../media/image22.png"/><Relationship Id="rId43" Type="http://schemas.openxmlformats.org/officeDocument/2006/relationships/image" Target="../media/image30.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customXml" Target="../ink/ink34.xml"/><Relationship Id="rId113" Type="http://schemas.openxmlformats.org/officeDocument/2006/relationships/customXml" Target="../ink/ink56.xml"/><Relationship Id="rId118" Type="http://schemas.openxmlformats.org/officeDocument/2006/relationships/image" Target="../media/image68.png"/><Relationship Id="rId80" Type="http://schemas.openxmlformats.org/officeDocument/2006/relationships/image" Target="../media/image49.png"/><Relationship Id="rId85" Type="http://schemas.openxmlformats.org/officeDocument/2006/relationships/customXml" Target="../ink/ink42.xml"/><Relationship Id="rId12" Type="http://schemas.openxmlformats.org/officeDocument/2006/relationships/customXml" Target="../ink/ink6.xml"/><Relationship Id="rId17" Type="http://schemas.openxmlformats.org/officeDocument/2006/relationships/image" Target="../media/image17.png"/><Relationship Id="rId33" Type="http://schemas.openxmlformats.org/officeDocument/2006/relationships/image" Target="../media/image25.png"/><Relationship Id="rId38" Type="http://schemas.openxmlformats.org/officeDocument/2006/relationships/customXml" Target="../ink/ink19.xml"/><Relationship Id="rId59" Type="http://schemas.openxmlformats.org/officeDocument/2006/relationships/image" Target="../media/image38.png"/><Relationship Id="rId103" Type="http://schemas.openxmlformats.org/officeDocument/2006/relationships/customXml" Target="../ink/ink51.xml"/><Relationship Id="rId108" Type="http://schemas.openxmlformats.org/officeDocument/2006/relationships/image" Target="../media/image63.png"/><Relationship Id="rId124" Type="http://schemas.openxmlformats.org/officeDocument/2006/relationships/image" Target="../media/image71.png"/><Relationship Id="rId129" Type="http://schemas.openxmlformats.org/officeDocument/2006/relationships/customXml" Target="../ink/ink64.xml"/><Relationship Id="rId54" Type="http://schemas.openxmlformats.org/officeDocument/2006/relationships/customXml" Target="../ink/ink27.xml"/><Relationship Id="rId70" Type="http://schemas.openxmlformats.org/officeDocument/2006/relationships/image" Target="../media/image44.png"/><Relationship Id="rId75" Type="http://schemas.openxmlformats.org/officeDocument/2006/relationships/customXml" Target="../ink/ink37.xml"/><Relationship Id="rId91" Type="http://schemas.openxmlformats.org/officeDocument/2006/relationships/customXml" Target="../ink/ink45.xml"/><Relationship Id="rId96" Type="http://schemas.openxmlformats.org/officeDocument/2006/relationships/image" Target="../media/image57.png"/><Relationship Id="rId1" Type="http://schemas.openxmlformats.org/officeDocument/2006/relationships/slideLayout" Target="../slideLayouts/slideLayout11.xml"/><Relationship Id="rId6" Type="http://schemas.openxmlformats.org/officeDocument/2006/relationships/customXml" Target="../ink/ink3.xml"/><Relationship Id="rId23" Type="http://schemas.openxmlformats.org/officeDocument/2006/relationships/image" Target="../media/image20.png"/><Relationship Id="rId28" Type="http://schemas.openxmlformats.org/officeDocument/2006/relationships/customXml" Target="../ink/ink14.xml"/><Relationship Id="rId49" Type="http://schemas.openxmlformats.org/officeDocument/2006/relationships/image" Target="../media/image33.png"/><Relationship Id="rId114" Type="http://schemas.openxmlformats.org/officeDocument/2006/relationships/image" Target="../media/image66.png"/><Relationship Id="rId119" Type="http://schemas.openxmlformats.org/officeDocument/2006/relationships/customXml" Target="../ink/ink59.xml"/><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41.png"/><Relationship Id="rId81" Type="http://schemas.openxmlformats.org/officeDocument/2006/relationships/customXml" Target="../ink/ink40.xml"/><Relationship Id="rId86" Type="http://schemas.openxmlformats.org/officeDocument/2006/relationships/image" Target="../media/image52.png"/><Relationship Id="rId130" Type="http://schemas.openxmlformats.org/officeDocument/2006/relationships/image" Target="../media/image74.png"/><Relationship Id="rId13" Type="http://schemas.openxmlformats.org/officeDocument/2006/relationships/image" Target="../media/image15.png"/><Relationship Id="rId18" Type="http://schemas.openxmlformats.org/officeDocument/2006/relationships/customXml" Target="../ink/ink9.xml"/><Relationship Id="rId39" Type="http://schemas.openxmlformats.org/officeDocument/2006/relationships/image" Target="../media/image28.png"/><Relationship Id="rId109" Type="http://schemas.openxmlformats.org/officeDocument/2006/relationships/customXml" Target="../ink/ink54.xml"/><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6.png"/><Relationship Id="rId76" Type="http://schemas.openxmlformats.org/officeDocument/2006/relationships/image" Target="../media/image47.png"/><Relationship Id="rId97" Type="http://schemas.openxmlformats.org/officeDocument/2006/relationships/customXml" Target="../ink/ink48.xml"/><Relationship Id="rId104" Type="http://schemas.openxmlformats.org/officeDocument/2006/relationships/image" Target="../media/image61.png"/><Relationship Id="rId120" Type="http://schemas.openxmlformats.org/officeDocument/2006/relationships/image" Target="../media/image69.png"/><Relationship Id="rId125" Type="http://schemas.openxmlformats.org/officeDocument/2006/relationships/customXml" Target="../ink/ink62.xml"/><Relationship Id="rId7" Type="http://schemas.openxmlformats.org/officeDocument/2006/relationships/image" Target="../media/image12.png"/><Relationship Id="rId71" Type="http://schemas.openxmlformats.org/officeDocument/2006/relationships/customXml" Target="../ink/ink35.xml"/><Relationship Id="rId92" Type="http://schemas.openxmlformats.org/officeDocument/2006/relationships/image" Target="../media/image55.png"/><Relationship Id="rId2" Type="http://schemas.openxmlformats.org/officeDocument/2006/relationships/customXml" Target="../ink/ink1.xml"/><Relationship Id="rId29" Type="http://schemas.openxmlformats.org/officeDocument/2006/relationships/image" Target="../media/image23.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1.png"/><Relationship Id="rId66" Type="http://schemas.openxmlformats.org/officeDocument/2006/relationships/customXml" Target="../ink/ink33.xml"/><Relationship Id="rId87" Type="http://schemas.openxmlformats.org/officeDocument/2006/relationships/customXml" Target="../ink/ink43.xml"/><Relationship Id="rId110" Type="http://schemas.openxmlformats.org/officeDocument/2006/relationships/image" Target="../media/image64.png"/><Relationship Id="rId115" Type="http://schemas.openxmlformats.org/officeDocument/2006/relationships/customXml" Target="../ink/ink57.xml"/><Relationship Id="rId131" Type="http://schemas.openxmlformats.org/officeDocument/2006/relationships/customXml" Target="../ink/ink65.xml"/><Relationship Id="rId61" Type="http://schemas.openxmlformats.org/officeDocument/2006/relationships/image" Target="../media/image39.png"/><Relationship Id="rId82" Type="http://schemas.openxmlformats.org/officeDocument/2006/relationships/image" Target="../media/image50.png"/><Relationship Id="rId19" Type="http://schemas.openxmlformats.org/officeDocument/2006/relationships/image" Target="../media/image18.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6.png"/><Relationship Id="rId56" Type="http://schemas.openxmlformats.org/officeDocument/2006/relationships/customXml" Target="../ink/ink28.xml"/><Relationship Id="rId77" Type="http://schemas.openxmlformats.org/officeDocument/2006/relationships/customXml" Target="../ink/ink38.xml"/><Relationship Id="rId100" Type="http://schemas.openxmlformats.org/officeDocument/2006/relationships/image" Target="../media/image59.png"/><Relationship Id="rId105" Type="http://schemas.openxmlformats.org/officeDocument/2006/relationships/customXml" Target="../ink/ink52.xml"/><Relationship Id="rId126" Type="http://schemas.openxmlformats.org/officeDocument/2006/relationships/image" Target="../media/image72.png"/><Relationship Id="rId8" Type="http://schemas.openxmlformats.org/officeDocument/2006/relationships/customXml" Target="../ink/ink4.xml"/><Relationship Id="rId51" Type="http://schemas.openxmlformats.org/officeDocument/2006/relationships/image" Target="../media/image34.png"/><Relationship Id="rId72" Type="http://schemas.openxmlformats.org/officeDocument/2006/relationships/image" Target="../media/image45.png"/><Relationship Id="rId93" Type="http://schemas.openxmlformats.org/officeDocument/2006/relationships/customXml" Target="../ink/ink46.xml"/><Relationship Id="rId98" Type="http://schemas.openxmlformats.org/officeDocument/2006/relationships/image" Target="../media/image58.png"/><Relationship Id="rId121" Type="http://schemas.openxmlformats.org/officeDocument/2006/relationships/customXml" Target="../ink/ink60.xml"/><Relationship Id="rId3" Type="http://schemas.openxmlformats.org/officeDocument/2006/relationships/image" Target="../media/image10.png"/><Relationship Id="rId25" Type="http://schemas.openxmlformats.org/officeDocument/2006/relationships/image" Target="../media/image21.png"/><Relationship Id="rId46" Type="http://schemas.openxmlformats.org/officeDocument/2006/relationships/customXml" Target="../ink/ink23.xml"/><Relationship Id="rId67" Type="http://schemas.openxmlformats.org/officeDocument/2006/relationships/image" Target="../media/image42.png"/><Relationship Id="rId116" Type="http://schemas.openxmlformats.org/officeDocument/2006/relationships/image" Target="../media/image67.png"/><Relationship Id="rId20" Type="http://schemas.openxmlformats.org/officeDocument/2006/relationships/customXml" Target="../ink/ink10.xml"/><Relationship Id="rId41" Type="http://schemas.openxmlformats.org/officeDocument/2006/relationships/image" Target="../media/image29.png"/><Relationship Id="rId62" Type="http://schemas.openxmlformats.org/officeDocument/2006/relationships/customXml" Target="../ink/ink31.xml"/><Relationship Id="rId83" Type="http://schemas.openxmlformats.org/officeDocument/2006/relationships/customXml" Target="../ink/ink41.xml"/><Relationship Id="rId88" Type="http://schemas.openxmlformats.org/officeDocument/2006/relationships/image" Target="../media/image53.png"/><Relationship Id="rId111" Type="http://schemas.openxmlformats.org/officeDocument/2006/relationships/customXml" Target="../ink/ink55.xml"/><Relationship Id="rId132" Type="http://schemas.openxmlformats.org/officeDocument/2006/relationships/image" Target="../media/image75.png"/><Relationship Id="rId15" Type="http://schemas.openxmlformats.org/officeDocument/2006/relationships/image" Target="../media/image16.png"/><Relationship Id="rId36" Type="http://schemas.openxmlformats.org/officeDocument/2006/relationships/customXml" Target="../ink/ink18.xml"/><Relationship Id="rId57" Type="http://schemas.openxmlformats.org/officeDocument/2006/relationships/image" Target="../media/image37.png"/><Relationship Id="rId106" Type="http://schemas.openxmlformats.org/officeDocument/2006/relationships/image" Target="../media/image62.png"/><Relationship Id="rId127" Type="http://schemas.openxmlformats.org/officeDocument/2006/relationships/customXml" Target="../ink/ink63.xml"/><Relationship Id="rId10" Type="http://schemas.openxmlformats.org/officeDocument/2006/relationships/customXml" Target="../ink/ink5.xml"/><Relationship Id="rId31" Type="http://schemas.openxmlformats.org/officeDocument/2006/relationships/image" Target="../media/image24.png"/><Relationship Id="rId52" Type="http://schemas.openxmlformats.org/officeDocument/2006/relationships/customXml" Target="../ink/ink26.xml"/><Relationship Id="rId73" Type="http://schemas.openxmlformats.org/officeDocument/2006/relationships/customXml" Target="../ink/ink36.xml"/><Relationship Id="rId78" Type="http://schemas.openxmlformats.org/officeDocument/2006/relationships/image" Target="../media/image48.png"/><Relationship Id="rId94" Type="http://schemas.openxmlformats.org/officeDocument/2006/relationships/image" Target="../media/image56.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70.png"/><Relationship Id="rId4" Type="http://schemas.openxmlformats.org/officeDocument/2006/relationships/customXml" Target="../ink/ink2.xml"/><Relationship Id="rId9" Type="http://schemas.openxmlformats.org/officeDocument/2006/relationships/image" Target="../media/image13.png"/><Relationship Id="rId26" Type="http://schemas.openxmlformats.org/officeDocument/2006/relationships/customXml" Target="../ink/ink13.xml"/></Relationships>
</file>

<file path=ppt/slides/_rels/slide7.xml.rels><?xml version="1.0" encoding="UTF-8" standalone="yes"?>
<Relationships xmlns="http://schemas.openxmlformats.org/package/2006/relationships"><Relationship Id="rId117" Type="http://schemas.openxmlformats.org/officeDocument/2006/relationships/image" Target="../media/image133.png"/><Relationship Id="rId21" Type="http://schemas.openxmlformats.org/officeDocument/2006/relationships/image" Target="../media/image85.png"/><Relationship Id="rId42" Type="http://schemas.openxmlformats.org/officeDocument/2006/relationships/customXml" Target="../ink/ink86.xml"/><Relationship Id="rId63" Type="http://schemas.openxmlformats.org/officeDocument/2006/relationships/image" Target="../media/image106.png"/><Relationship Id="rId84" Type="http://schemas.openxmlformats.org/officeDocument/2006/relationships/customXml" Target="../ink/ink107.xml"/><Relationship Id="rId16" Type="http://schemas.openxmlformats.org/officeDocument/2006/relationships/customXml" Target="../ink/ink73.xml"/><Relationship Id="rId107" Type="http://schemas.openxmlformats.org/officeDocument/2006/relationships/image" Target="../media/image128.png"/><Relationship Id="rId11" Type="http://schemas.openxmlformats.org/officeDocument/2006/relationships/image" Target="../media/image80.png"/><Relationship Id="rId32" Type="http://schemas.openxmlformats.org/officeDocument/2006/relationships/customXml" Target="../ink/ink81.xml"/><Relationship Id="rId37" Type="http://schemas.openxmlformats.org/officeDocument/2006/relationships/image" Target="../media/image93.png"/><Relationship Id="rId53" Type="http://schemas.openxmlformats.org/officeDocument/2006/relationships/image" Target="../media/image101.png"/><Relationship Id="rId58" Type="http://schemas.openxmlformats.org/officeDocument/2006/relationships/customXml" Target="../ink/ink94.xml"/><Relationship Id="rId74" Type="http://schemas.openxmlformats.org/officeDocument/2006/relationships/customXml" Target="../ink/ink102.xml"/><Relationship Id="rId79" Type="http://schemas.openxmlformats.org/officeDocument/2006/relationships/image" Target="../media/image114.png"/><Relationship Id="rId102" Type="http://schemas.openxmlformats.org/officeDocument/2006/relationships/customXml" Target="../ink/ink116.xml"/><Relationship Id="rId123" Type="http://schemas.openxmlformats.org/officeDocument/2006/relationships/image" Target="../media/image136.png"/><Relationship Id="rId128" Type="http://schemas.openxmlformats.org/officeDocument/2006/relationships/customXml" Target="../ink/ink129.xml"/><Relationship Id="rId5" Type="http://schemas.openxmlformats.org/officeDocument/2006/relationships/image" Target="../media/image77.png"/><Relationship Id="rId90" Type="http://schemas.openxmlformats.org/officeDocument/2006/relationships/customXml" Target="../ink/ink110.xml"/><Relationship Id="rId95" Type="http://schemas.openxmlformats.org/officeDocument/2006/relationships/image" Target="../media/image122.png"/><Relationship Id="rId22" Type="http://schemas.openxmlformats.org/officeDocument/2006/relationships/customXml" Target="../ink/ink76.xml"/><Relationship Id="rId27" Type="http://schemas.openxmlformats.org/officeDocument/2006/relationships/image" Target="../media/image88.png"/><Relationship Id="rId43" Type="http://schemas.openxmlformats.org/officeDocument/2006/relationships/image" Target="../media/image96.png"/><Relationship Id="rId48" Type="http://schemas.openxmlformats.org/officeDocument/2006/relationships/customXml" Target="../ink/ink89.xml"/><Relationship Id="rId64" Type="http://schemas.openxmlformats.org/officeDocument/2006/relationships/customXml" Target="../ink/ink97.xml"/><Relationship Id="rId69" Type="http://schemas.openxmlformats.org/officeDocument/2006/relationships/image" Target="../media/image109.png"/><Relationship Id="rId113" Type="http://schemas.openxmlformats.org/officeDocument/2006/relationships/image" Target="../media/image131.png"/><Relationship Id="rId118" Type="http://schemas.openxmlformats.org/officeDocument/2006/relationships/customXml" Target="../ink/ink124.xml"/><Relationship Id="rId80" Type="http://schemas.openxmlformats.org/officeDocument/2006/relationships/customXml" Target="../ink/ink105.xml"/><Relationship Id="rId85" Type="http://schemas.openxmlformats.org/officeDocument/2006/relationships/image" Target="../media/image117.png"/><Relationship Id="rId12" Type="http://schemas.openxmlformats.org/officeDocument/2006/relationships/customXml" Target="../ink/ink71.xml"/><Relationship Id="rId17"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customXml" Target="../ink/ink84.xml"/><Relationship Id="rId59" Type="http://schemas.openxmlformats.org/officeDocument/2006/relationships/image" Target="../media/image104.png"/><Relationship Id="rId103" Type="http://schemas.openxmlformats.org/officeDocument/2006/relationships/image" Target="../media/image126.png"/><Relationship Id="rId108" Type="http://schemas.openxmlformats.org/officeDocument/2006/relationships/customXml" Target="../ink/ink119.xml"/><Relationship Id="rId124" Type="http://schemas.openxmlformats.org/officeDocument/2006/relationships/customXml" Target="../ink/ink127.xml"/><Relationship Id="rId129" Type="http://schemas.openxmlformats.org/officeDocument/2006/relationships/image" Target="../media/image139.png"/><Relationship Id="rId54" Type="http://schemas.openxmlformats.org/officeDocument/2006/relationships/customXml" Target="../ink/ink92.xml"/><Relationship Id="rId70" Type="http://schemas.openxmlformats.org/officeDocument/2006/relationships/customXml" Target="../ink/ink100.xml"/><Relationship Id="rId75" Type="http://schemas.openxmlformats.org/officeDocument/2006/relationships/image" Target="../media/image112.png"/><Relationship Id="rId91" Type="http://schemas.openxmlformats.org/officeDocument/2006/relationships/image" Target="../media/image120.png"/><Relationship Id="rId96" Type="http://schemas.openxmlformats.org/officeDocument/2006/relationships/customXml" Target="../ink/ink113.xml"/><Relationship Id="rId1" Type="http://schemas.openxmlformats.org/officeDocument/2006/relationships/slideLayout" Target="../slideLayouts/slideLayout11.xml"/><Relationship Id="rId6" Type="http://schemas.openxmlformats.org/officeDocument/2006/relationships/customXml" Target="../ink/ink68.xml"/><Relationship Id="rId23" Type="http://schemas.openxmlformats.org/officeDocument/2006/relationships/image" Target="../media/image86.png"/><Relationship Id="rId28" Type="http://schemas.openxmlformats.org/officeDocument/2006/relationships/customXml" Target="../ink/ink79.xml"/><Relationship Id="rId49" Type="http://schemas.openxmlformats.org/officeDocument/2006/relationships/image" Target="../media/image99.png"/><Relationship Id="rId114" Type="http://schemas.openxmlformats.org/officeDocument/2006/relationships/customXml" Target="../ink/ink122.xml"/><Relationship Id="rId119" Type="http://schemas.openxmlformats.org/officeDocument/2006/relationships/image" Target="../media/image134.png"/><Relationship Id="rId44" Type="http://schemas.openxmlformats.org/officeDocument/2006/relationships/customXml" Target="../ink/ink87.xml"/><Relationship Id="rId60" Type="http://schemas.openxmlformats.org/officeDocument/2006/relationships/customXml" Target="../ink/ink95.xml"/><Relationship Id="rId65" Type="http://schemas.openxmlformats.org/officeDocument/2006/relationships/image" Target="../media/image107.png"/><Relationship Id="rId81" Type="http://schemas.openxmlformats.org/officeDocument/2006/relationships/image" Target="../media/image115.png"/><Relationship Id="rId86" Type="http://schemas.openxmlformats.org/officeDocument/2006/relationships/customXml" Target="../ink/ink108.xml"/><Relationship Id="rId130" Type="http://schemas.openxmlformats.org/officeDocument/2006/relationships/customXml" Target="../ink/ink130.xml"/><Relationship Id="rId13" Type="http://schemas.openxmlformats.org/officeDocument/2006/relationships/image" Target="../media/image81.png"/><Relationship Id="rId18" Type="http://schemas.openxmlformats.org/officeDocument/2006/relationships/customXml" Target="../ink/ink74.xml"/><Relationship Id="rId39" Type="http://schemas.openxmlformats.org/officeDocument/2006/relationships/image" Target="../media/image94.png"/><Relationship Id="rId109" Type="http://schemas.openxmlformats.org/officeDocument/2006/relationships/image" Target="../media/image129.png"/><Relationship Id="rId34" Type="http://schemas.openxmlformats.org/officeDocument/2006/relationships/customXml" Target="../ink/ink82.xml"/><Relationship Id="rId50" Type="http://schemas.openxmlformats.org/officeDocument/2006/relationships/customXml" Target="../ink/ink90.xml"/><Relationship Id="rId55" Type="http://schemas.openxmlformats.org/officeDocument/2006/relationships/image" Target="../media/image102.png"/><Relationship Id="rId76" Type="http://schemas.openxmlformats.org/officeDocument/2006/relationships/customXml" Target="../ink/ink103.xml"/><Relationship Id="rId97" Type="http://schemas.openxmlformats.org/officeDocument/2006/relationships/image" Target="../media/image123.png"/><Relationship Id="rId104" Type="http://schemas.openxmlformats.org/officeDocument/2006/relationships/customXml" Target="../ink/ink117.xml"/><Relationship Id="rId120" Type="http://schemas.openxmlformats.org/officeDocument/2006/relationships/customXml" Target="../ink/ink125.xml"/><Relationship Id="rId125" Type="http://schemas.openxmlformats.org/officeDocument/2006/relationships/image" Target="../media/image137.png"/><Relationship Id="rId7" Type="http://schemas.openxmlformats.org/officeDocument/2006/relationships/image" Target="../media/image78.png"/><Relationship Id="rId71" Type="http://schemas.openxmlformats.org/officeDocument/2006/relationships/image" Target="../media/image110.png"/><Relationship Id="rId92" Type="http://schemas.openxmlformats.org/officeDocument/2006/relationships/customXml" Target="../ink/ink111.xml"/><Relationship Id="rId2" Type="http://schemas.openxmlformats.org/officeDocument/2006/relationships/customXml" Target="../ink/ink66.xml"/><Relationship Id="rId29" Type="http://schemas.openxmlformats.org/officeDocument/2006/relationships/image" Target="../media/image89.png"/><Relationship Id="rId24" Type="http://schemas.openxmlformats.org/officeDocument/2006/relationships/customXml" Target="../ink/ink77.xml"/><Relationship Id="rId40" Type="http://schemas.openxmlformats.org/officeDocument/2006/relationships/customXml" Target="../ink/ink85.xml"/><Relationship Id="rId45" Type="http://schemas.openxmlformats.org/officeDocument/2006/relationships/image" Target="../media/image97.png"/><Relationship Id="rId66" Type="http://schemas.openxmlformats.org/officeDocument/2006/relationships/customXml" Target="../ink/ink98.xml"/><Relationship Id="rId87" Type="http://schemas.openxmlformats.org/officeDocument/2006/relationships/image" Target="../media/image118.png"/><Relationship Id="rId110" Type="http://schemas.openxmlformats.org/officeDocument/2006/relationships/customXml" Target="../ink/ink120.xml"/><Relationship Id="rId115" Type="http://schemas.openxmlformats.org/officeDocument/2006/relationships/image" Target="../media/image132.png"/><Relationship Id="rId131" Type="http://schemas.openxmlformats.org/officeDocument/2006/relationships/image" Target="../media/image140.png"/><Relationship Id="rId61" Type="http://schemas.openxmlformats.org/officeDocument/2006/relationships/image" Target="../media/image105.png"/><Relationship Id="rId82" Type="http://schemas.openxmlformats.org/officeDocument/2006/relationships/customXml" Target="../ink/ink106.xml"/><Relationship Id="rId19" Type="http://schemas.openxmlformats.org/officeDocument/2006/relationships/image" Target="../media/image84.png"/><Relationship Id="rId14" Type="http://schemas.openxmlformats.org/officeDocument/2006/relationships/customXml" Target="../ink/ink72.xml"/><Relationship Id="rId30" Type="http://schemas.openxmlformats.org/officeDocument/2006/relationships/customXml" Target="../ink/ink80.xml"/><Relationship Id="rId35" Type="http://schemas.openxmlformats.org/officeDocument/2006/relationships/image" Target="../media/image92.png"/><Relationship Id="rId56" Type="http://schemas.openxmlformats.org/officeDocument/2006/relationships/customXml" Target="../ink/ink93.xml"/><Relationship Id="rId77" Type="http://schemas.openxmlformats.org/officeDocument/2006/relationships/image" Target="../media/image113.png"/><Relationship Id="rId100" Type="http://schemas.openxmlformats.org/officeDocument/2006/relationships/customXml" Target="../ink/ink115.xml"/><Relationship Id="rId105" Type="http://schemas.openxmlformats.org/officeDocument/2006/relationships/image" Target="../media/image127.png"/><Relationship Id="rId126" Type="http://schemas.openxmlformats.org/officeDocument/2006/relationships/customXml" Target="../ink/ink128.xml"/><Relationship Id="rId8" Type="http://schemas.openxmlformats.org/officeDocument/2006/relationships/customXml" Target="../ink/ink69.xml"/><Relationship Id="rId51" Type="http://schemas.openxmlformats.org/officeDocument/2006/relationships/image" Target="../media/image100.png"/><Relationship Id="rId72" Type="http://schemas.openxmlformats.org/officeDocument/2006/relationships/customXml" Target="../ink/ink101.xml"/><Relationship Id="rId93" Type="http://schemas.openxmlformats.org/officeDocument/2006/relationships/image" Target="../media/image121.png"/><Relationship Id="rId98" Type="http://schemas.openxmlformats.org/officeDocument/2006/relationships/customXml" Target="../ink/ink114.xml"/><Relationship Id="rId121" Type="http://schemas.openxmlformats.org/officeDocument/2006/relationships/image" Target="../media/image135.png"/><Relationship Id="rId3" Type="http://schemas.openxmlformats.org/officeDocument/2006/relationships/image" Target="../media/image76.png"/><Relationship Id="rId25" Type="http://schemas.openxmlformats.org/officeDocument/2006/relationships/image" Target="../media/image87.png"/><Relationship Id="rId46" Type="http://schemas.openxmlformats.org/officeDocument/2006/relationships/customXml" Target="../ink/ink88.xml"/><Relationship Id="rId67" Type="http://schemas.openxmlformats.org/officeDocument/2006/relationships/image" Target="../media/image108.png"/><Relationship Id="rId116" Type="http://schemas.openxmlformats.org/officeDocument/2006/relationships/customXml" Target="../ink/ink123.xml"/><Relationship Id="rId20" Type="http://schemas.openxmlformats.org/officeDocument/2006/relationships/customXml" Target="../ink/ink75.xml"/><Relationship Id="rId41" Type="http://schemas.openxmlformats.org/officeDocument/2006/relationships/image" Target="../media/image95.png"/><Relationship Id="rId62" Type="http://schemas.openxmlformats.org/officeDocument/2006/relationships/customXml" Target="../ink/ink96.xml"/><Relationship Id="rId83" Type="http://schemas.openxmlformats.org/officeDocument/2006/relationships/image" Target="../media/image116.png"/><Relationship Id="rId88" Type="http://schemas.openxmlformats.org/officeDocument/2006/relationships/customXml" Target="../ink/ink109.xml"/><Relationship Id="rId111" Type="http://schemas.openxmlformats.org/officeDocument/2006/relationships/image" Target="../media/image130.png"/><Relationship Id="rId132" Type="http://schemas.openxmlformats.org/officeDocument/2006/relationships/customXml" Target="../ink/ink131.xml"/><Relationship Id="rId15" Type="http://schemas.openxmlformats.org/officeDocument/2006/relationships/image" Target="../media/image82.png"/><Relationship Id="rId36" Type="http://schemas.openxmlformats.org/officeDocument/2006/relationships/customXml" Target="../ink/ink83.xml"/><Relationship Id="rId57" Type="http://schemas.openxmlformats.org/officeDocument/2006/relationships/image" Target="../media/image103.png"/><Relationship Id="rId106" Type="http://schemas.openxmlformats.org/officeDocument/2006/relationships/customXml" Target="../ink/ink118.xml"/><Relationship Id="rId127" Type="http://schemas.openxmlformats.org/officeDocument/2006/relationships/image" Target="../media/image138.png"/><Relationship Id="rId10" Type="http://schemas.openxmlformats.org/officeDocument/2006/relationships/customXml" Target="../ink/ink70.xml"/><Relationship Id="rId31" Type="http://schemas.openxmlformats.org/officeDocument/2006/relationships/image" Target="../media/image90.png"/><Relationship Id="rId52" Type="http://schemas.openxmlformats.org/officeDocument/2006/relationships/customXml" Target="../ink/ink91.xml"/><Relationship Id="rId73" Type="http://schemas.openxmlformats.org/officeDocument/2006/relationships/image" Target="../media/image111.png"/><Relationship Id="rId78" Type="http://schemas.openxmlformats.org/officeDocument/2006/relationships/customXml" Target="../ink/ink104.xml"/><Relationship Id="rId94" Type="http://schemas.openxmlformats.org/officeDocument/2006/relationships/customXml" Target="../ink/ink112.xml"/><Relationship Id="rId99" Type="http://schemas.openxmlformats.org/officeDocument/2006/relationships/image" Target="../media/image124.png"/><Relationship Id="rId101" Type="http://schemas.openxmlformats.org/officeDocument/2006/relationships/image" Target="../media/image125.png"/><Relationship Id="rId122" Type="http://schemas.openxmlformats.org/officeDocument/2006/relationships/customXml" Target="../ink/ink126.xml"/><Relationship Id="rId4" Type="http://schemas.openxmlformats.org/officeDocument/2006/relationships/customXml" Target="../ink/ink67.xml"/><Relationship Id="rId9" Type="http://schemas.openxmlformats.org/officeDocument/2006/relationships/image" Target="../media/image79.png"/><Relationship Id="rId26" Type="http://schemas.openxmlformats.org/officeDocument/2006/relationships/customXml" Target="../ink/ink78.xml"/><Relationship Id="rId47" Type="http://schemas.openxmlformats.org/officeDocument/2006/relationships/image" Target="../media/image98.png"/><Relationship Id="rId68" Type="http://schemas.openxmlformats.org/officeDocument/2006/relationships/customXml" Target="../ink/ink99.xml"/><Relationship Id="rId89" Type="http://schemas.openxmlformats.org/officeDocument/2006/relationships/image" Target="../media/image119.png"/><Relationship Id="rId112" Type="http://schemas.openxmlformats.org/officeDocument/2006/relationships/customXml" Target="../ink/ink121.xml"/><Relationship Id="rId133" Type="http://schemas.openxmlformats.org/officeDocument/2006/relationships/image" Target="../media/image141.png"/></Relationships>
</file>

<file path=ppt/slides/_rels/slide8.xml.rels><?xml version="1.0" encoding="UTF-8" standalone="yes"?>
<Relationships xmlns="http://schemas.openxmlformats.org/package/2006/relationships"><Relationship Id="rId26" Type="http://schemas.openxmlformats.org/officeDocument/2006/relationships/customXml" Target="../ink/ink144.xml"/><Relationship Id="rId117" Type="http://schemas.openxmlformats.org/officeDocument/2006/relationships/image" Target="../media/image199.png"/><Relationship Id="rId21" Type="http://schemas.openxmlformats.org/officeDocument/2006/relationships/image" Target="../media/image151.png"/><Relationship Id="rId42" Type="http://schemas.openxmlformats.org/officeDocument/2006/relationships/customXml" Target="../ink/ink152.xml"/><Relationship Id="rId47" Type="http://schemas.openxmlformats.org/officeDocument/2006/relationships/image" Target="../media/image164.png"/><Relationship Id="rId63" Type="http://schemas.openxmlformats.org/officeDocument/2006/relationships/image" Target="../media/image172.png"/><Relationship Id="rId68" Type="http://schemas.openxmlformats.org/officeDocument/2006/relationships/customXml" Target="../ink/ink165.xml"/><Relationship Id="rId84" Type="http://schemas.openxmlformats.org/officeDocument/2006/relationships/customXml" Target="../ink/ink173.xml"/><Relationship Id="rId89" Type="http://schemas.openxmlformats.org/officeDocument/2006/relationships/image" Target="../media/image185.png"/><Relationship Id="rId112" Type="http://schemas.openxmlformats.org/officeDocument/2006/relationships/customXml" Target="../ink/ink187.xml"/><Relationship Id="rId16" Type="http://schemas.openxmlformats.org/officeDocument/2006/relationships/customXml" Target="../ink/ink139.xml"/><Relationship Id="rId107" Type="http://schemas.openxmlformats.org/officeDocument/2006/relationships/image" Target="../media/image194.png"/><Relationship Id="rId11" Type="http://schemas.openxmlformats.org/officeDocument/2006/relationships/image" Target="../media/image146.png"/><Relationship Id="rId32" Type="http://schemas.openxmlformats.org/officeDocument/2006/relationships/customXml" Target="../ink/ink147.xml"/><Relationship Id="rId37" Type="http://schemas.openxmlformats.org/officeDocument/2006/relationships/image" Target="../media/image159.png"/><Relationship Id="rId53" Type="http://schemas.openxmlformats.org/officeDocument/2006/relationships/image" Target="../media/image167.png"/><Relationship Id="rId58" Type="http://schemas.openxmlformats.org/officeDocument/2006/relationships/customXml" Target="../ink/ink160.xml"/><Relationship Id="rId74" Type="http://schemas.openxmlformats.org/officeDocument/2006/relationships/customXml" Target="../ink/ink168.xml"/><Relationship Id="rId79" Type="http://schemas.openxmlformats.org/officeDocument/2006/relationships/image" Target="../media/image180.png"/><Relationship Id="rId102" Type="http://schemas.openxmlformats.org/officeDocument/2006/relationships/customXml" Target="../ink/ink182.xml"/><Relationship Id="rId5" Type="http://schemas.openxmlformats.org/officeDocument/2006/relationships/image" Target="../media/image143.png"/><Relationship Id="rId90" Type="http://schemas.openxmlformats.org/officeDocument/2006/relationships/customXml" Target="../ink/ink176.xml"/><Relationship Id="rId95" Type="http://schemas.openxmlformats.org/officeDocument/2006/relationships/image" Target="../media/image188.png"/><Relationship Id="rId22" Type="http://schemas.openxmlformats.org/officeDocument/2006/relationships/customXml" Target="../ink/ink142.xml"/><Relationship Id="rId27" Type="http://schemas.openxmlformats.org/officeDocument/2006/relationships/image" Target="../media/image154.png"/><Relationship Id="rId43" Type="http://schemas.openxmlformats.org/officeDocument/2006/relationships/image" Target="../media/image162.png"/><Relationship Id="rId48" Type="http://schemas.openxmlformats.org/officeDocument/2006/relationships/customXml" Target="../ink/ink155.xml"/><Relationship Id="rId64" Type="http://schemas.openxmlformats.org/officeDocument/2006/relationships/customXml" Target="../ink/ink163.xml"/><Relationship Id="rId69" Type="http://schemas.openxmlformats.org/officeDocument/2006/relationships/image" Target="../media/image175.png"/><Relationship Id="rId113" Type="http://schemas.openxmlformats.org/officeDocument/2006/relationships/image" Target="../media/image197.png"/><Relationship Id="rId80" Type="http://schemas.openxmlformats.org/officeDocument/2006/relationships/customXml" Target="../ink/ink171.xml"/><Relationship Id="rId85" Type="http://schemas.openxmlformats.org/officeDocument/2006/relationships/image" Target="../media/image183.png"/><Relationship Id="rId12" Type="http://schemas.openxmlformats.org/officeDocument/2006/relationships/customXml" Target="../ink/ink137.xml"/><Relationship Id="rId17" Type="http://schemas.openxmlformats.org/officeDocument/2006/relationships/image" Target="../media/image149.png"/><Relationship Id="rId33" Type="http://schemas.openxmlformats.org/officeDocument/2006/relationships/image" Target="../media/image157.png"/><Relationship Id="rId38" Type="http://schemas.openxmlformats.org/officeDocument/2006/relationships/customXml" Target="../ink/ink150.xml"/><Relationship Id="rId59" Type="http://schemas.openxmlformats.org/officeDocument/2006/relationships/image" Target="../media/image170.png"/><Relationship Id="rId103" Type="http://schemas.openxmlformats.org/officeDocument/2006/relationships/image" Target="../media/image192.png"/><Relationship Id="rId108" Type="http://schemas.openxmlformats.org/officeDocument/2006/relationships/customXml" Target="../ink/ink185.xml"/><Relationship Id="rId54" Type="http://schemas.openxmlformats.org/officeDocument/2006/relationships/customXml" Target="../ink/ink158.xml"/><Relationship Id="rId70" Type="http://schemas.openxmlformats.org/officeDocument/2006/relationships/customXml" Target="../ink/ink166.xml"/><Relationship Id="rId75" Type="http://schemas.openxmlformats.org/officeDocument/2006/relationships/image" Target="../media/image178.png"/><Relationship Id="rId91" Type="http://schemas.openxmlformats.org/officeDocument/2006/relationships/image" Target="../media/image186.png"/><Relationship Id="rId96" Type="http://schemas.openxmlformats.org/officeDocument/2006/relationships/customXml" Target="../ink/ink179.xml"/><Relationship Id="rId1" Type="http://schemas.openxmlformats.org/officeDocument/2006/relationships/slideLayout" Target="../slideLayouts/slideLayout11.xml"/><Relationship Id="rId6" Type="http://schemas.openxmlformats.org/officeDocument/2006/relationships/customXml" Target="../ink/ink134.xml"/><Relationship Id="rId23" Type="http://schemas.openxmlformats.org/officeDocument/2006/relationships/image" Target="../media/image152.png"/><Relationship Id="rId28" Type="http://schemas.openxmlformats.org/officeDocument/2006/relationships/customXml" Target="../ink/ink145.xml"/><Relationship Id="rId49" Type="http://schemas.openxmlformats.org/officeDocument/2006/relationships/image" Target="../media/image165.png"/><Relationship Id="rId114" Type="http://schemas.openxmlformats.org/officeDocument/2006/relationships/customXml" Target="../ink/ink188.xml"/><Relationship Id="rId10" Type="http://schemas.openxmlformats.org/officeDocument/2006/relationships/customXml" Target="../ink/ink136.xml"/><Relationship Id="rId31" Type="http://schemas.openxmlformats.org/officeDocument/2006/relationships/image" Target="../media/image156.png"/><Relationship Id="rId44" Type="http://schemas.openxmlformats.org/officeDocument/2006/relationships/customXml" Target="../ink/ink153.xml"/><Relationship Id="rId52" Type="http://schemas.openxmlformats.org/officeDocument/2006/relationships/customXml" Target="../ink/ink157.xml"/><Relationship Id="rId60" Type="http://schemas.openxmlformats.org/officeDocument/2006/relationships/customXml" Target="../ink/ink161.xml"/><Relationship Id="rId65" Type="http://schemas.openxmlformats.org/officeDocument/2006/relationships/image" Target="../media/image173.png"/><Relationship Id="rId73" Type="http://schemas.openxmlformats.org/officeDocument/2006/relationships/image" Target="../media/image177.png"/><Relationship Id="rId78" Type="http://schemas.openxmlformats.org/officeDocument/2006/relationships/customXml" Target="../ink/ink170.xml"/><Relationship Id="rId81" Type="http://schemas.openxmlformats.org/officeDocument/2006/relationships/image" Target="../media/image181.png"/><Relationship Id="rId86" Type="http://schemas.openxmlformats.org/officeDocument/2006/relationships/customXml" Target="../ink/ink174.xml"/><Relationship Id="rId94" Type="http://schemas.openxmlformats.org/officeDocument/2006/relationships/customXml" Target="../ink/ink178.xml"/><Relationship Id="rId99" Type="http://schemas.openxmlformats.org/officeDocument/2006/relationships/image" Target="../media/image190.png"/><Relationship Id="rId101" Type="http://schemas.openxmlformats.org/officeDocument/2006/relationships/image" Target="../media/image191.png"/><Relationship Id="rId4" Type="http://schemas.openxmlformats.org/officeDocument/2006/relationships/customXml" Target="../ink/ink133.xml"/><Relationship Id="rId9" Type="http://schemas.openxmlformats.org/officeDocument/2006/relationships/image" Target="../media/image145.png"/><Relationship Id="rId13" Type="http://schemas.openxmlformats.org/officeDocument/2006/relationships/image" Target="../media/image147.png"/><Relationship Id="rId18" Type="http://schemas.openxmlformats.org/officeDocument/2006/relationships/customXml" Target="../ink/ink140.xml"/><Relationship Id="rId39" Type="http://schemas.openxmlformats.org/officeDocument/2006/relationships/image" Target="../media/image160.png"/><Relationship Id="rId109" Type="http://schemas.openxmlformats.org/officeDocument/2006/relationships/image" Target="../media/image195.png"/><Relationship Id="rId34" Type="http://schemas.openxmlformats.org/officeDocument/2006/relationships/customXml" Target="../ink/ink148.xml"/><Relationship Id="rId50" Type="http://schemas.openxmlformats.org/officeDocument/2006/relationships/customXml" Target="../ink/ink156.xml"/><Relationship Id="rId55" Type="http://schemas.openxmlformats.org/officeDocument/2006/relationships/image" Target="../media/image168.png"/><Relationship Id="rId76" Type="http://schemas.openxmlformats.org/officeDocument/2006/relationships/customXml" Target="../ink/ink169.xml"/><Relationship Id="rId97" Type="http://schemas.openxmlformats.org/officeDocument/2006/relationships/image" Target="../media/image189.png"/><Relationship Id="rId104" Type="http://schemas.openxmlformats.org/officeDocument/2006/relationships/customXml" Target="../ink/ink183.xml"/><Relationship Id="rId7" Type="http://schemas.openxmlformats.org/officeDocument/2006/relationships/image" Target="../media/image144.png"/><Relationship Id="rId71" Type="http://schemas.openxmlformats.org/officeDocument/2006/relationships/image" Target="../media/image176.png"/><Relationship Id="rId92" Type="http://schemas.openxmlformats.org/officeDocument/2006/relationships/customXml" Target="../ink/ink177.xml"/><Relationship Id="rId2" Type="http://schemas.openxmlformats.org/officeDocument/2006/relationships/customXml" Target="../ink/ink132.xml"/><Relationship Id="rId29" Type="http://schemas.openxmlformats.org/officeDocument/2006/relationships/image" Target="../media/image155.png"/><Relationship Id="rId24" Type="http://schemas.openxmlformats.org/officeDocument/2006/relationships/customXml" Target="../ink/ink143.xml"/><Relationship Id="rId40" Type="http://schemas.openxmlformats.org/officeDocument/2006/relationships/customXml" Target="../ink/ink151.xml"/><Relationship Id="rId45" Type="http://schemas.openxmlformats.org/officeDocument/2006/relationships/image" Target="../media/image163.png"/><Relationship Id="rId66" Type="http://schemas.openxmlformats.org/officeDocument/2006/relationships/customXml" Target="../ink/ink164.xml"/><Relationship Id="rId87" Type="http://schemas.openxmlformats.org/officeDocument/2006/relationships/image" Target="../media/image184.png"/><Relationship Id="rId110" Type="http://schemas.openxmlformats.org/officeDocument/2006/relationships/customXml" Target="../ink/ink186.xml"/><Relationship Id="rId115" Type="http://schemas.openxmlformats.org/officeDocument/2006/relationships/image" Target="../media/image198.png"/><Relationship Id="rId61" Type="http://schemas.openxmlformats.org/officeDocument/2006/relationships/image" Target="../media/image171.png"/><Relationship Id="rId82" Type="http://schemas.openxmlformats.org/officeDocument/2006/relationships/customXml" Target="../ink/ink172.xml"/><Relationship Id="rId19" Type="http://schemas.openxmlformats.org/officeDocument/2006/relationships/image" Target="../media/image150.png"/><Relationship Id="rId14" Type="http://schemas.openxmlformats.org/officeDocument/2006/relationships/customXml" Target="../ink/ink138.xml"/><Relationship Id="rId30" Type="http://schemas.openxmlformats.org/officeDocument/2006/relationships/customXml" Target="../ink/ink146.xml"/><Relationship Id="rId35" Type="http://schemas.openxmlformats.org/officeDocument/2006/relationships/image" Target="../media/image158.png"/><Relationship Id="rId56" Type="http://schemas.openxmlformats.org/officeDocument/2006/relationships/customXml" Target="../ink/ink159.xml"/><Relationship Id="rId77" Type="http://schemas.openxmlformats.org/officeDocument/2006/relationships/image" Target="../media/image179.png"/><Relationship Id="rId100" Type="http://schemas.openxmlformats.org/officeDocument/2006/relationships/customXml" Target="../ink/ink181.xml"/><Relationship Id="rId105" Type="http://schemas.openxmlformats.org/officeDocument/2006/relationships/image" Target="../media/image193.png"/><Relationship Id="rId8" Type="http://schemas.openxmlformats.org/officeDocument/2006/relationships/customXml" Target="../ink/ink135.xml"/><Relationship Id="rId51" Type="http://schemas.openxmlformats.org/officeDocument/2006/relationships/image" Target="../media/image166.png"/><Relationship Id="rId72" Type="http://schemas.openxmlformats.org/officeDocument/2006/relationships/customXml" Target="../ink/ink167.xml"/><Relationship Id="rId93" Type="http://schemas.openxmlformats.org/officeDocument/2006/relationships/image" Target="../media/image187.png"/><Relationship Id="rId98" Type="http://schemas.openxmlformats.org/officeDocument/2006/relationships/customXml" Target="../ink/ink180.xml"/><Relationship Id="rId3" Type="http://schemas.openxmlformats.org/officeDocument/2006/relationships/image" Target="../media/image142.png"/><Relationship Id="rId25" Type="http://schemas.openxmlformats.org/officeDocument/2006/relationships/image" Target="../media/image153.png"/><Relationship Id="rId46" Type="http://schemas.openxmlformats.org/officeDocument/2006/relationships/customXml" Target="../ink/ink154.xml"/><Relationship Id="rId67" Type="http://schemas.openxmlformats.org/officeDocument/2006/relationships/image" Target="../media/image174.png"/><Relationship Id="rId116" Type="http://schemas.openxmlformats.org/officeDocument/2006/relationships/customXml" Target="../ink/ink189.xml"/><Relationship Id="rId20" Type="http://schemas.openxmlformats.org/officeDocument/2006/relationships/customXml" Target="../ink/ink141.xml"/><Relationship Id="rId41" Type="http://schemas.openxmlformats.org/officeDocument/2006/relationships/image" Target="../media/image161.png"/><Relationship Id="rId62" Type="http://schemas.openxmlformats.org/officeDocument/2006/relationships/customXml" Target="../ink/ink162.xml"/><Relationship Id="rId83" Type="http://schemas.openxmlformats.org/officeDocument/2006/relationships/image" Target="../media/image182.png"/><Relationship Id="rId88" Type="http://schemas.openxmlformats.org/officeDocument/2006/relationships/customXml" Target="../ink/ink175.xml"/><Relationship Id="rId111" Type="http://schemas.openxmlformats.org/officeDocument/2006/relationships/image" Target="../media/image196.png"/><Relationship Id="rId15" Type="http://schemas.openxmlformats.org/officeDocument/2006/relationships/image" Target="../media/image148.png"/><Relationship Id="rId36" Type="http://schemas.openxmlformats.org/officeDocument/2006/relationships/customXml" Target="../ink/ink149.xml"/><Relationship Id="rId57" Type="http://schemas.openxmlformats.org/officeDocument/2006/relationships/image" Target="../media/image169.png"/><Relationship Id="rId106" Type="http://schemas.openxmlformats.org/officeDocument/2006/relationships/customXml" Target="../ink/ink184.xml"/></Relationships>
</file>

<file path=ppt/slides/_rels/slide9.xml.rels><?xml version="1.0" encoding="UTF-8" standalone="yes"?>
<Relationships xmlns="http://schemas.openxmlformats.org/package/2006/relationships"><Relationship Id="rId13" Type="http://schemas.openxmlformats.org/officeDocument/2006/relationships/image" Target="../media/image205.png"/><Relationship Id="rId18" Type="http://schemas.openxmlformats.org/officeDocument/2006/relationships/customXml" Target="../ink/ink198.xml"/><Relationship Id="rId26" Type="http://schemas.openxmlformats.org/officeDocument/2006/relationships/customXml" Target="../ink/ink202.xml"/><Relationship Id="rId39" Type="http://schemas.openxmlformats.org/officeDocument/2006/relationships/image" Target="../media/image218.png"/><Relationship Id="rId21" Type="http://schemas.openxmlformats.org/officeDocument/2006/relationships/image" Target="../media/image209.png"/><Relationship Id="rId34" Type="http://schemas.openxmlformats.org/officeDocument/2006/relationships/customXml" Target="../ink/ink206.xml"/><Relationship Id="rId42" Type="http://schemas.openxmlformats.org/officeDocument/2006/relationships/customXml" Target="../ink/ink210.xml"/><Relationship Id="rId47" Type="http://schemas.openxmlformats.org/officeDocument/2006/relationships/image" Target="../media/image222.png"/><Relationship Id="rId50" Type="http://schemas.openxmlformats.org/officeDocument/2006/relationships/customXml" Target="../ink/ink214.xml"/><Relationship Id="rId55" Type="http://schemas.openxmlformats.org/officeDocument/2006/relationships/image" Target="../media/image226.png"/><Relationship Id="rId63" Type="http://schemas.openxmlformats.org/officeDocument/2006/relationships/image" Target="../media/image230.png"/><Relationship Id="rId7" Type="http://schemas.openxmlformats.org/officeDocument/2006/relationships/image" Target="../media/image202.png"/><Relationship Id="rId2" Type="http://schemas.openxmlformats.org/officeDocument/2006/relationships/customXml" Target="../ink/ink190.xml"/><Relationship Id="rId16" Type="http://schemas.openxmlformats.org/officeDocument/2006/relationships/customXml" Target="../ink/ink197.xml"/><Relationship Id="rId29" Type="http://schemas.openxmlformats.org/officeDocument/2006/relationships/image" Target="../media/image213.png"/><Relationship Id="rId11" Type="http://schemas.openxmlformats.org/officeDocument/2006/relationships/image" Target="../media/image204.png"/><Relationship Id="rId24" Type="http://schemas.openxmlformats.org/officeDocument/2006/relationships/customXml" Target="../ink/ink201.xml"/><Relationship Id="rId32" Type="http://schemas.openxmlformats.org/officeDocument/2006/relationships/customXml" Target="../ink/ink205.xml"/><Relationship Id="rId37" Type="http://schemas.openxmlformats.org/officeDocument/2006/relationships/image" Target="../media/image217.png"/><Relationship Id="rId40" Type="http://schemas.openxmlformats.org/officeDocument/2006/relationships/customXml" Target="../ink/ink209.xml"/><Relationship Id="rId45" Type="http://schemas.openxmlformats.org/officeDocument/2006/relationships/image" Target="../media/image221.png"/><Relationship Id="rId53" Type="http://schemas.openxmlformats.org/officeDocument/2006/relationships/image" Target="../media/image225.png"/><Relationship Id="rId58" Type="http://schemas.openxmlformats.org/officeDocument/2006/relationships/customXml" Target="../ink/ink218.xml"/><Relationship Id="rId5" Type="http://schemas.openxmlformats.org/officeDocument/2006/relationships/image" Target="../media/image201.png"/><Relationship Id="rId61" Type="http://schemas.openxmlformats.org/officeDocument/2006/relationships/image" Target="../media/image229.png"/><Relationship Id="rId19" Type="http://schemas.openxmlformats.org/officeDocument/2006/relationships/image" Target="../media/image208.png"/><Relationship Id="rId14" Type="http://schemas.openxmlformats.org/officeDocument/2006/relationships/customXml" Target="../ink/ink196.xml"/><Relationship Id="rId22" Type="http://schemas.openxmlformats.org/officeDocument/2006/relationships/customXml" Target="../ink/ink200.xml"/><Relationship Id="rId27" Type="http://schemas.openxmlformats.org/officeDocument/2006/relationships/image" Target="../media/image212.png"/><Relationship Id="rId30" Type="http://schemas.openxmlformats.org/officeDocument/2006/relationships/customXml" Target="../ink/ink204.xml"/><Relationship Id="rId35" Type="http://schemas.openxmlformats.org/officeDocument/2006/relationships/image" Target="../media/image216.png"/><Relationship Id="rId43" Type="http://schemas.openxmlformats.org/officeDocument/2006/relationships/image" Target="../media/image220.png"/><Relationship Id="rId48" Type="http://schemas.openxmlformats.org/officeDocument/2006/relationships/customXml" Target="../ink/ink213.xml"/><Relationship Id="rId56" Type="http://schemas.openxmlformats.org/officeDocument/2006/relationships/customXml" Target="../ink/ink217.xml"/><Relationship Id="rId8" Type="http://schemas.openxmlformats.org/officeDocument/2006/relationships/customXml" Target="../ink/ink193.xml"/><Relationship Id="rId51" Type="http://schemas.openxmlformats.org/officeDocument/2006/relationships/image" Target="../media/image224.png"/><Relationship Id="rId3" Type="http://schemas.openxmlformats.org/officeDocument/2006/relationships/image" Target="../media/image200.png"/><Relationship Id="rId12" Type="http://schemas.openxmlformats.org/officeDocument/2006/relationships/customXml" Target="../ink/ink195.xml"/><Relationship Id="rId17" Type="http://schemas.openxmlformats.org/officeDocument/2006/relationships/image" Target="../media/image207.png"/><Relationship Id="rId25" Type="http://schemas.openxmlformats.org/officeDocument/2006/relationships/image" Target="../media/image211.png"/><Relationship Id="rId33" Type="http://schemas.openxmlformats.org/officeDocument/2006/relationships/image" Target="../media/image215.png"/><Relationship Id="rId38" Type="http://schemas.openxmlformats.org/officeDocument/2006/relationships/customXml" Target="../ink/ink208.xml"/><Relationship Id="rId46" Type="http://schemas.openxmlformats.org/officeDocument/2006/relationships/customXml" Target="../ink/ink212.xml"/><Relationship Id="rId59" Type="http://schemas.openxmlformats.org/officeDocument/2006/relationships/image" Target="../media/image228.png"/><Relationship Id="rId20" Type="http://schemas.openxmlformats.org/officeDocument/2006/relationships/customXml" Target="../ink/ink199.xml"/><Relationship Id="rId41" Type="http://schemas.openxmlformats.org/officeDocument/2006/relationships/image" Target="../media/image219.png"/><Relationship Id="rId54" Type="http://schemas.openxmlformats.org/officeDocument/2006/relationships/customXml" Target="../ink/ink216.xml"/><Relationship Id="rId62" Type="http://schemas.openxmlformats.org/officeDocument/2006/relationships/customXml" Target="../ink/ink220.xml"/><Relationship Id="rId1" Type="http://schemas.openxmlformats.org/officeDocument/2006/relationships/slideLayout" Target="../slideLayouts/slideLayout11.xml"/><Relationship Id="rId6" Type="http://schemas.openxmlformats.org/officeDocument/2006/relationships/customXml" Target="../ink/ink192.xml"/><Relationship Id="rId15" Type="http://schemas.openxmlformats.org/officeDocument/2006/relationships/image" Target="../media/image206.png"/><Relationship Id="rId23" Type="http://schemas.openxmlformats.org/officeDocument/2006/relationships/image" Target="../media/image210.png"/><Relationship Id="rId28" Type="http://schemas.openxmlformats.org/officeDocument/2006/relationships/customXml" Target="../ink/ink203.xml"/><Relationship Id="rId36" Type="http://schemas.openxmlformats.org/officeDocument/2006/relationships/customXml" Target="../ink/ink207.xml"/><Relationship Id="rId49" Type="http://schemas.openxmlformats.org/officeDocument/2006/relationships/image" Target="../media/image223.png"/><Relationship Id="rId57" Type="http://schemas.openxmlformats.org/officeDocument/2006/relationships/image" Target="../media/image227.png"/><Relationship Id="rId10" Type="http://schemas.openxmlformats.org/officeDocument/2006/relationships/customXml" Target="../ink/ink194.xml"/><Relationship Id="rId31" Type="http://schemas.openxmlformats.org/officeDocument/2006/relationships/image" Target="../media/image214.png"/><Relationship Id="rId44" Type="http://schemas.openxmlformats.org/officeDocument/2006/relationships/customXml" Target="../ink/ink211.xml"/><Relationship Id="rId52" Type="http://schemas.openxmlformats.org/officeDocument/2006/relationships/customXml" Target="../ink/ink215.xml"/><Relationship Id="rId60" Type="http://schemas.openxmlformats.org/officeDocument/2006/relationships/customXml" Target="../ink/ink219.xml"/><Relationship Id="rId4" Type="http://schemas.openxmlformats.org/officeDocument/2006/relationships/customXml" Target="../ink/ink191.xml"/><Relationship Id="rId9" Type="http://schemas.openxmlformats.org/officeDocument/2006/relationships/image" Target="../media/image203.png"/></Relationships>
</file>

<file path=ppt/slides/_rels/slide10.xml.rels><?xml version="1.0" encoding="UTF-8" standalone="yes"?>
<Relationships xmlns="http://schemas.openxmlformats.org/package/2006/relationships"><Relationship Id="rId26" Type="http://schemas.openxmlformats.org/officeDocument/2006/relationships/customXml" Target="../ink/ink233.xml"/><Relationship Id="rId21" Type="http://schemas.openxmlformats.org/officeDocument/2006/relationships/image" Target="../media/image240.png"/><Relationship Id="rId42" Type="http://schemas.openxmlformats.org/officeDocument/2006/relationships/customXml" Target="../ink/ink241.xml"/><Relationship Id="rId47" Type="http://schemas.openxmlformats.org/officeDocument/2006/relationships/image" Target="../media/image253.png"/><Relationship Id="rId63" Type="http://schemas.openxmlformats.org/officeDocument/2006/relationships/image" Target="../media/image261.png"/><Relationship Id="rId68" Type="http://schemas.openxmlformats.org/officeDocument/2006/relationships/customXml" Target="../ink/ink254.xml"/><Relationship Id="rId16" Type="http://schemas.openxmlformats.org/officeDocument/2006/relationships/customXml" Target="../ink/ink228.xml"/><Relationship Id="rId11" Type="http://schemas.openxmlformats.org/officeDocument/2006/relationships/image" Target="../media/image235.png"/><Relationship Id="rId24" Type="http://schemas.openxmlformats.org/officeDocument/2006/relationships/customXml" Target="../ink/ink232.xml"/><Relationship Id="rId32" Type="http://schemas.openxmlformats.org/officeDocument/2006/relationships/customXml" Target="../ink/ink236.xml"/><Relationship Id="rId37" Type="http://schemas.openxmlformats.org/officeDocument/2006/relationships/image" Target="../media/image248.png"/><Relationship Id="rId40" Type="http://schemas.openxmlformats.org/officeDocument/2006/relationships/customXml" Target="../ink/ink240.xml"/><Relationship Id="rId45" Type="http://schemas.openxmlformats.org/officeDocument/2006/relationships/image" Target="../media/image252.png"/><Relationship Id="rId53" Type="http://schemas.openxmlformats.org/officeDocument/2006/relationships/image" Target="../media/image256.png"/><Relationship Id="rId58" Type="http://schemas.openxmlformats.org/officeDocument/2006/relationships/customXml" Target="../ink/ink249.xml"/><Relationship Id="rId66" Type="http://schemas.openxmlformats.org/officeDocument/2006/relationships/customXml" Target="../ink/ink253.xml"/><Relationship Id="rId74" Type="http://schemas.openxmlformats.org/officeDocument/2006/relationships/customXml" Target="../ink/ink257.xml"/><Relationship Id="rId5" Type="http://schemas.openxmlformats.org/officeDocument/2006/relationships/image" Target="../media/image232.png"/><Relationship Id="rId61" Type="http://schemas.openxmlformats.org/officeDocument/2006/relationships/image" Target="../media/image260.png"/><Relationship Id="rId19" Type="http://schemas.openxmlformats.org/officeDocument/2006/relationships/image" Target="../media/image239.png"/><Relationship Id="rId14" Type="http://schemas.openxmlformats.org/officeDocument/2006/relationships/customXml" Target="../ink/ink227.xml"/><Relationship Id="rId22" Type="http://schemas.openxmlformats.org/officeDocument/2006/relationships/customXml" Target="../ink/ink231.xml"/><Relationship Id="rId27" Type="http://schemas.openxmlformats.org/officeDocument/2006/relationships/image" Target="../media/image243.png"/><Relationship Id="rId30" Type="http://schemas.openxmlformats.org/officeDocument/2006/relationships/customXml" Target="../ink/ink235.xml"/><Relationship Id="rId35" Type="http://schemas.openxmlformats.org/officeDocument/2006/relationships/image" Target="../media/image247.png"/><Relationship Id="rId43" Type="http://schemas.openxmlformats.org/officeDocument/2006/relationships/image" Target="../media/image251.png"/><Relationship Id="rId48" Type="http://schemas.openxmlformats.org/officeDocument/2006/relationships/customXml" Target="../ink/ink244.xml"/><Relationship Id="rId56" Type="http://schemas.openxmlformats.org/officeDocument/2006/relationships/customXml" Target="../ink/ink248.xml"/><Relationship Id="rId64" Type="http://schemas.openxmlformats.org/officeDocument/2006/relationships/customXml" Target="../ink/ink252.xml"/><Relationship Id="rId69" Type="http://schemas.openxmlformats.org/officeDocument/2006/relationships/image" Target="../media/image264.png"/><Relationship Id="rId77" Type="http://schemas.openxmlformats.org/officeDocument/2006/relationships/image" Target="../media/image268.png"/><Relationship Id="rId8" Type="http://schemas.openxmlformats.org/officeDocument/2006/relationships/customXml" Target="../ink/ink224.xml"/><Relationship Id="rId51" Type="http://schemas.openxmlformats.org/officeDocument/2006/relationships/image" Target="../media/image255.png"/><Relationship Id="rId72" Type="http://schemas.openxmlformats.org/officeDocument/2006/relationships/customXml" Target="../ink/ink256.xml"/><Relationship Id="rId3" Type="http://schemas.openxmlformats.org/officeDocument/2006/relationships/image" Target="../media/image231.png"/><Relationship Id="rId12" Type="http://schemas.openxmlformats.org/officeDocument/2006/relationships/customXml" Target="../ink/ink226.xml"/><Relationship Id="rId17" Type="http://schemas.openxmlformats.org/officeDocument/2006/relationships/image" Target="../media/image238.png"/><Relationship Id="rId25" Type="http://schemas.openxmlformats.org/officeDocument/2006/relationships/image" Target="../media/image242.png"/><Relationship Id="rId33" Type="http://schemas.openxmlformats.org/officeDocument/2006/relationships/image" Target="../media/image246.png"/><Relationship Id="rId38" Type="http://schemas.openxmlformats.org/officeDocument/2006/relationships/customXml" Target="../ink/ink239.xml"/><Relationship Id="rId46" Type="http://schemas.openxmlformats.org/officeDocument/2006/relationships/customXml" Target="../ink/ink243.xml"/><Relationship Id="rId59" Type="http://schemas.openxmlformats.org/officeDocument/2006/relationships/image" Target="../media/image259.png"/><Relationship Id="rId67" Type="http://schemas.openxmlformats.org/officeDocument/2006/relationships/image" Target="../media/image263.png"/><Relationship Id="rId20" Type="http://schemas.openxmlformats.org/officeDocument/2006/relationships/customXml" Target="../ink/ink230.xml"/><Relationship Id="rId41" Type="http://schemas.openxmlformats.org/officeDocument/2006/relationships/image" Target="../media/image250.png"/><Relationship Id="rId54" Type="http://schemas.openxmlformats.org/officeDocument/2006/relationships/customXml" Target="../ink/ink247.xml"/><Relationship Id="rId62" Type="http://schemas.openxmlformats.org/officeDocument/2006/relationships/customXml" Target="../ink/ink251.xml"/><Relationship Id="rId70" Type="http://schemas.openxmlformats.org/officeDocument/2006/relationships/customXml" Target="../ink/ink255.xml"/><Relationship Id="rId75" Type="http://schemas.openxmlformats.org/officeDocument/2006/relationships/image" Target="../media/image267.png"/><Relationship Id="rId1" Type="http://schemas.openxmlformats.org/officeDocument/2006/relationships/slideLayout" Target="../slideLayouts/slideLayout11.xml"/><Relationship Id="rId6" Type="http://schemas.openxmlformats.org/officeDocument/2006/relationships/customXml" Target="../ink/ink223.xml"/><Relationship Id="rId15" Type="http://schemas.openxmlformats.org/officeDocument/2006/relationships/image" Target="../media/image237.png"/><Relationship Id="rId23" Type="http://schemas.openxmlformats.org/officeDocument/2006/relationships/image" Target="../media/image241.png"/><Relationship Id="rId28" Type="http://schemas.openxmlformats.org/officeDocument/2006/relationships/customXml" Target="../ink/ink234.xml"/><Relationship Id="rId36" Type="http://schemas.openxmlformats.org/officeDocument/2006/relationships/customXml" Target="../ink/ink238.xml"/><Relationship Id="rId49" Type="http://schemas.openxmlformats.org/officeDocument/2006/relationships/image" Target="../media/image254.png"/><Relationship Id="rId57" Type="http://schemas.openxmlformats.org/officeDocument/2006/relationships/image" Target="../media/image258.png"/><Relationship Id="rId10" Type="http://schemas.openxmlformats.org/officeDocument/2006/relationships/customXml" Target="../ink/ink225.xml"/><Relationship Id="rId31" Type="http://schemas.openxmlformats.org/officeDocument/2006/relationships/image" Target="../media/image245.png"/><Relationship Id="rId44" Type="http://schemas.openxmlformats.org/officeDocument/2006/relationships/customXml" Target="../ink/ink242.xml"/><Relationship Id="rId52" Type="http://schemas.openxmlformats.org/officeDocument/2006/relationships/customXml" Target="../ink/ink246.xml"/><Relationship Id="rId60" Type="http://schemas.openxmlformats.org/officeDocument/2006/relationships/customXml" Target="../ink/ink250.xml"/><Relationship Id="rId65" Type="http://schemas.openxmlformats.org/officeDocument/2006/relationships/image" Target="../media/image262.png"/><Relationship Id="rId73" Type="http://schemas.openxmlformats.org/officeDocument/2006/relationships/image" Target="../media/image266.png"/><Relationship Id="rId4" Type="http://schemas.openxmlformats.org/officeDocument/2006/relationships/customXml" Target="../ink/ink222.xml"/><Relationship Id="rId9" Type="http://schemas.openxmlformats.org/officeDocument/2006/relationships/image" Target="../media/image234.png"/><Relationship Id="rId13" Type="http://schemas.openxmlformats.org/officeDocument/2006/relationships/image" Target="../media/image236.png"/><Relationship Id="rId18" Type="http://schemas.openxmlformats.org/officeDocument/2006/relationships/customXml" Target="../ink/ink229.xml"/><Relationship Id="rId39" Type="http://schemas.openxmlformats.org/officeDocument/2006/relationships/image" Target="../media/image249.png"/><Relationship Id="rId34" Type="http://schemas.openxmlformats.org/officeDocument/2006/relationships/customXml" Target="../ink/ink237.xml"/><Relationship Id="rId50" Type="http://schemas.openxmlformats.org/officeDocument/2006/relationships/customXml" Target="../ink/ink245.xml"/><Relationship Id="rId55" Type="http://schemas.openxmlformats.org/officeDocument/2006/relationships/image" Target="../media/image257.png"/><Relationship Id="rId76" Type="http://schemas.openxmlformats.org/officeDocument/2006/relationships/customXml" Target="../ink/ink258.xml"/><Relationship Id="rId7" Type="http://schemas.openxmlformats.org/officeDocument/2006/relationships/image" Target="../media/image233.png"/><Relationship Id="rId71" Type="http://schemas.openxmlformats.org/officeDocument/2006/relationships/image" Target="../media/image265.png"/><Relationship Id="rId2" Type="http://schemas.openxmlformats.org/officeDocument/2006/relationships/customXml" Target="../ink/ink221.xml"/><Relationship Id="rId29" Type="http://schemas.openxmlformats.org/officeDocument/2006/relationships/image" Target="../media/image244.png"/></Relationships>
</file>

<file path=ppt/slides/_rels/slide11.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278.png"/><Relationship Id="rId3" Type="http://schemas.openxmlformats.org/officeDocument/2006/relationships/image" Target="../media/image273.png"/><Relationship Id="rId7" Type="http://schemas.openxmlformats.org/officeDocument/2006/relationships/image" Target="../media/image277.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276.png"/><Relationship Id="rId5" Type="http://schemas.openxmlformats.org/officeDocument/2006/relationships/image" Target="../media/image275.png"/><Relationship Id="rId4" Type="http://schemas.openxmlformats.org/officeDocument/2006/relationships/image" Target="../media/image274.png"/><Relationship Id="rId9" Type="http://schemas.openxmlformats.org/officeDocument/2006/relationships/image" Target="../media/image279.png"/></Relationships>
</file>

<file path=ppt/slides/_rels/slide16.xml.rels><?xml version="1.0" encoding="UTF-8" standalone="yes"?>
<Relationships xmlns="http://schemas.openxmlformats.org/package/2006/relationships"><Relationship Id="rId26" Type="http://schemas.openxmlformats.org/officeDocument/2006/relationships/image" Target="../media/image292.png"/><Relationship Id="rId21" Type="http://schemas.openxmlformats.org/officeDocument/2006/relationships/customXml" Target="../ink/ink268.xml"/><Relationship Id="rId42" Type="http://schemas.openxmlformats.org/officeDocument/2006/relationships/image" Target="../media/image300.png"/><Relationship Id="rId47" Type="http://schemas.openxmlformats.org/officeDocument/2006/relationships/customXml" Target="../ink/ink281.xml"/><Relationship Id="rId63" Type="http://schemas.openxmlformats.org/officeDocument/2006/relationships/customXml" Target="../ink/ink289.xml"/><Relationship Id="rId68" Type="http://schemas.openxmlformats.org/officeDocument/2006/relationships/image" Target="../media/image313.png"/><Relationship Id="rId84" Type="http://schemas.openxmlformats.org/officeDocument/2006/relationships/image" Target="../media/image321.png"/><Relationship Id="rId89" Type="http://schemas.openxmlformats.org/officeDocument/2006/relationships/customXml" Target="../ink/ink302.xml"/><Relationship Id="rId16" Type="http://schemas.openxmlformats.org/officeDocument/2006/relationships/image" Target="../media/image287.png"/><Relationship Id="rId11" Type="http://schemas.openxmlformats.org/officeDocument/2006/relationships/customXml" Target="../ink/ink263.xml"/><Relationship Id="rId32" Type="http://schemas.openxmlformats.org/officeDocument/2006/relationships/image" Target="../media/image295.png"/><Relationship Id="rId37" Type="http://schemas.openxmlformats.org/officeDocument/2006/relationships/customXml" Target="../ink/ink276.xml"/><Relationship Id="rId53" Type="http://schemas.openxmlformats.org/officeDocument/2006/relationships/customXml" Target="../ink/ink284.xml"/><Relationship Id="rId58" Type="http://schemas.openxmlformats.org/officeDocument/2006/relationships/image" Target="../media/image308.png"/><Relationship Id="rId74" Type="http://schemas.openxmlformats.org/officeDocument/2006/relationships/image" Target="../media/image316.png"/><Relationship Id="rId79" Type="http://schemas.openxmlformats.org/officeDocument/2006/relationships/customXml" Target="../ink/ink297.xml"/><Relationship Id="rId5" Type="http://schemas.openxmlformats.org/officeDocument/2006/relationships/customXml" Target="../ink/ink260.xml"/><Relationship Id="rId90" Type="http://schemas.openxmlformats.org/officeDocument/2006/relationships/image" Target="../media/image324.png"/><Relationship Id="rId95" Type="http://schemas.openxmlformats.org/officeDocument/2006/relationships/customXml" Target="../ink/ink305.xml"/><Relationship Id="rId22" Type="http://schemas.openxmlformats.org/officeDocument/2006/relationships/image" Target="../media/image290.png"/><Relationship Id="rId27" Type="http://schemas.openxmlformats.org/officeDocument/2006/relationships/customXml" Target="../ink/ink271.xml"/><Relationship Id="rId43" Type="http://schemas.openxmlformats.org/officeDocument/2006/relationships/customXml" Target="../ink/ink279.xml"/><Relationship Id="rId48" Type="http://schemas.openxmlformats.org/officeDocument/2006/relationships/image" Target="../media/image303.png"/><Relationship Id="rId64" Type="http://schemas.openxmlformats.org/officeDocument/2006/relationships/image" Target="../media/image311.png"/><Relationship Id="rId69" Type="http://schemas.openxmlformats.org/officeDocument/2006/relationships/customXml" Target="../ink/ink292.xml"/><Relationship Id="rId80" Type="http://schemas.openxmlformats.org/officeDocument/2006/relationships/image" Target="../media/image319.png"/><Relationship Id="rId85" Type="http://schemas.openxmlformats.org/officeDocument/2006/relationships/customXml" Target="../ink/ink300.xml"/><Relationship Id="rId3" Type="http://schemas.openxmlformats.org/officeDocument/2006/relationships/customXml" Target="../ink/ink259.xml"/><Relationship Id="rId12" Type="http://schemas.openxmlformats.org/officeDocument/2006/relationships/image" Target="../media/image285.png"/><Relationship Id="rId17" Type="http://schemas.openxmlformats.org/officeDocument/2006/relationships/customXml" Target="../ink/ink266.xml"/><Relationship Id="rId25" Type="http://schemas.openxmlformats.org/officeDocument/2006/relationships/customXml" Target="../ink/ink270.xml"/><Relationship Id="rId33" Type="http://schemas.openxmlformats.org/officeDocument/2006/relationships/customXml" Target="../ink/ink274.xml"/><Relationship Id="rId38" Type="http://schemas.openxmlformats.org/officeDocument/2006/relationships/image" Target="../media/image298.png"/><Relationship Id="rId46" Type="http://schemas.openxmlformats.org/officeDocument/2006/relationships/image" Target="../media/image302.png"/><Relationship Id="rId59" Type="http://schemas.openxmlformats.org/officeDocument/2006/relationships/customXml" Target="../ink/ink287.xml"/><Relationship Id="rId67" Type="http://schemas.openxmlformats.org/officeDocument/2006/relationships/customXml" Target="../ink/ink291.xml"/><Relationship Id="rId20" Type="http://schemas.openxmlformats.org/officeDocument/2006/relationships/image" Target="../media/image289.png"/><Relationship Id="rId41" Type="http://schemas.openxmlformats.org/officeDocument/2006/relationships/customXml" Target="../ink/ink278.xml"/><Relationship Id="rId54" Type="http://schemas.openxmlformats.org/officeDocument/2006/relationships/image" Target="../media/image306.png"/><Relationship Id="rId62" Type="http://schemas.openxmlformats.org/officeDocument/2006/relationships/image" Target="../media/image310.png"/><Relationship Id="rId70" Type="http://schemas.openxmlformats.org/officeDocument/2006/relationships/image" Target="../media/image314.png"/><Relationship Id="rId75" Type="http://schemas.openxmlformats.org/officeDocument/2006/relationships/customXml" Target="../ink/ink295.xml"/><Relationship Id="rId83" Type="http://schemas.openxmlformats.org/officeDocument/2006/relationships/customXml" Target="../ink/ink299.xml"/><Relationship Id="rId88" Type="http://schemas.openxmlformats.org/officeDocument/2006/relationships/image" Target="../media/image323.png"/><Relationship Id="rId91" Type="http://schemas.openxmlformats.org/officeDocument/2006/relationships/customXml" Target="../ink/ink303.xml"/><Relationship Id="rId96" Type="http://schemas.openxmlformats.org/officeDocument/2006/relationships/image" Target="../media/image327.png"/><Relationship Id="rId1" Type="http://schemas.openxmlformats.org/officeDocument/2006/relationships/slideLayout" Target="../slideLayouts/slideLayout11.xml"/><Relationship Id="rId6" Type="http://schemas.openxmlformats.org/officeDocument/2006/relationships/image" Target="../media/image282.png"/><Relationship Id="rId15" Type="http://schemas.openxmlformats.org/officeDocument/2006/relationships/customXml" Target="../ink/ink265.xml"/><Relationship Id="rId23" Type="http://schemas.openxmlformats.org/officeDocument/2006/relationships/customXml" Target="../ink/ink269.xml"/><Relationship Id="rId28" Type="http://schemas.openxmlformats.org/officeDocument/2006/relationships/image" Target="../media/image293.png"/><Relationship Id="rId36" Type="http://schemas.openxmlformats.org/officeDocument/2006/relationships/image" Target="../media/image297.png"/><Relationship Id="rId49" Type="http://schemas.openxmlformats.org/officeDocument/2006/relationships/customXml" Target="../ink/ink282.xml"/><Relationship Id="rId57" Type="http://schemas.openxmlformats.org/officeDocument/2006/relationships/customXml" Target="../ink/ink286.xml"/><Relationship Id="rId10" Type="http://schemas.openxmlformats.org/officeDocument/2006/relationships/image" Target="../media/image284.png"/><Relationship Id="rId31" Type="http://schemas.openxmlformats.org/officeDocument/2006/relationships/customXml" Target="../ink/ink273.xml"/><Relationship Id="rId44" Type="http://schemas.openxmlformats.org/officeDocument/2006/relationships/image" Target="../media/image301.png"/><Relationship Id="rId52" Type="http://schemas.openxmlformats.org/officeDocument/2006/relationships/image" Target="../media/image305.png"/><Relationship Id="rId60" Type="http://schemas.openxmlformats.org/officeDocument/2006/relationships/image" Target="../media/image309.png"/><Relationship Id="rId65" Type="http://schemas.openxmlformats.org/officeDocument/2006/relationships/customXml" Target="../ink/ink290.xml"/><Relationship Id="rId73" Type="http://schemas.openxmlformats.org/officeDocument/2006/relationships/customXml" Target="../ink/ink294.xml"/><Relationship Id="rId78" Type="http://schemas.openxmlformats.org/officeDocument/2006/relationships/image" Target="../media/image318.png"/><Relationship Id="rId81" Type="http://schemas.openxmlformats.org/officeDocument/2006/relationships/customXml" Target="../ink/ink298.xml"/><Relationship Id="rId86" Type="http://schemas.openxmlformats.org/officeDocument/2006/relationships/image" Target="../media/image322.png"/><Relationship Id="rId94" Type="http://schemas.openxmlformats.org/officeDocument/2006/relationships/image" Target="../media/image326.png"/><Relationship Id="rId99" Type="http://schemas.openxmlformats.org/officeDocument/2006/relationships/customXml" Target="../ink/ink307.xml"/><Relationship Id="rId4" Type="http://schemas.openxmlformats.org/officeDocument/2006/relationships/image" Target="../media/image281.png"/><Relationship Id="rId9" Type="http://schemas.openxmlformats.org/officeDocument/2006/relationships/customXml" Target="../ink/ink262.xml"/><Relationship Id="rId13" Type="http://schemas.openxmlformats.org/officeDocument/2006/relationships/customXml" Target="../ink/ink264.xml"/><Relationship Id="rId18" Type="http://schemas.openxmlformats.org/officeDocument/2006/relationships/image" Target="../media/image288.png"/><Relationship Id="rId39" Type="http://schemas.openxmlformats.org/officeDocument/2006/relationships/customXml" Target="../ink/ink277.xml"/><Relationship Id="rId34" Type="http://schemas.openxmlformats.org/officeDocument/2006/relationships/image" Target="../media/image296.png"/><Relationship Id="rId50" Type="http://schemas.openxmlformats.org/officeDocument/2006/relationships/image" Target="../media/image304.png"/><Relationship Id="rId55" Type="http://schemas.openxmlformats.org/officeDocument/2006/relationships/customXml" Target="../ink/ink285.xml"/><Relationship Id="rId76" Type="http://schemas.openxmlformats.org/officeDocument/2006/relationships/image" Target="../media/image317.png"/><Relationship Id="rId97" Type="http://schemas.openxmlformats.org/officeDocument/2006/relationships/customXml" Target="../ink/ink306.xml"/><Relationship Id="rId7" Type="http://schemas.openxmlformats.org/officeDocument/2006/relationships/customXml" Target="../ink/ink261.xml"/><Relationship Id="rId71" Type="http://schemas.openxmlformats.org/officeDocument/2006/relationships/customXml" Target="../ink/ink293.xml"/><Relationship Id="rId92" Type="http://schemas.openxmlformats.org/officeDocument/2006/relationships/image" Target="../media/image325.png"/><Relationship Id="rId2" Type="http://schemas.openxmlformats.org/officeDocument/2006/relationships/image" Target="../media/image280.png"/><Relationship Id="rId29" Type="http://schemas.openxmlformats.org/officeDocument/2006/relationships/customXml" Target="../ink/ink272.xml"/><Relationship Id="rId24" Type="http://schemas.openxmlformats.org/officeDocument/2006/relationships/image" Target="../media/image291.png"/><Relationship Id="rId40" Type="http://schemas.openxmlformats.org/officeDocument/2006/relationships/image" Target="../media/image299.png"/><Relationship Id="rId45" Type="http://schemas.openxmlformats.org/officeDocument/2006/relationships/customXml" Target="../ink/ink280.xml"/><Relationship Id="rId66" Type="http://schemas.openxmlformats.org/officeDocument/2006/relationships/image" Target="../media/image312.png"/><Relationship Id="rId87" Type="http://schemas.openxmlformats.org/officeDocument/2006/relationships/customXml" Target="../ink/ink301.xml"/><Relationship Id="rId61" Type="http://schemas.openxmlformats.org/officeDocument/2006/relationships/customXml" Target="../ink/ink288.xml"/><Relationship Id="rId82" Type="http://schemas.openxmlformats.org/officeDocument/2006/relationships/image" Target="../media/image320.png"/><Relationship Id="rId19" Type="http://schemas.openxmlformats.org/officeDocument/2006/relationships/customXml" Target="../ink/ink267.xml"/><Relationship Id="rId14" Type="http://schemas.openxmlformats.org/officeDocument/2006/relationships/image" Target="../media/image286.png"/><Relationship Id="rId30" Type="http://schemas.openxmlformats.org/officeDocument/2006/relationships/image" Target="../media/image294.png"/><Relationship Id="rId35" Type="http://schemas.openxmlformats.org/officeDocument/2006/relationships/customXml" Target="../ink/ink275.xml"/><Relationship Id="rId56" Type="http://schemas.openxmlformats.org/officeDocument/2006/relationships/image" Target="../media/image307.png"/><Relationship Id="rId77" Type="http://schemas.openxmlformats.org/officeDocument/2006/relationships/customXml" Target="../ink/ink296.xml"/><Relationship Id="rId100" Type="http://schemas.openxmlformats.org/officeDocument/2006/relationships/image" Target="../media/image329.png"/><Relationship Id="rId8" Type="http://schemas.openxmlformats.org/officeDocument/2006/relationships/image" Target="../media/image283.png"/><Relationship Id="rId51" Type="http://schemas.openxmlformats.org/officeDocument/2006/relationships/customXml" Target="../ink/ink283.xml"/><Relationship Id="rId72" Type="http://schemas.openxmlformats.org/officeDocument/2006/relationships/image" Target="../media/image315.png"/><Relationship Id="rId93" Type="http://schemas.openxmlformats.org/officeDocument/2006/relationships/customXml" Target="../ink/ink304.xml"/><Relationship Id="rId98" Type="http://schemas.openxmlformats.org/officeDocument/2006/relationships/image" Target="../media/image328.png"/></Relationships>
</file>

<file path=ppt/slides/_rels/slide17.xml.rels><?xml version="1.0" encoding="UTF-8" standalone="yes"?>
<Relationships xmlns="http://schemas.openxmlformats.org/package/2006/relationships"><Relationship Id="rId117" Type="http://schemas.openxmlformats.org/officeDocument/2006/relationships/image" Target="../media/image387.png"/><Relationship Id="rId21" Type="http://schemas.openxmlformats.org/officeDocument/2006/relationships/image" Target="../media/image339.png"/><Relationship Id="rId42" Type="http://schemas.openxmlformats.org/officeDocument/2006/relationships/customXml" Target="../ink/ink328.xml"/><Relationship Id="rId63" Type="http://schemas.openxmlformats.org/officeDocument/2006/relationships/image" Target="../media/image360.png"/><Relationship Id="rId84" Type="http://schemas.openxmlformats.org/officeDocument/2006/relationships/customXml" Target="../ink/ink349.xml"/><Relationship Id="rId138" Type="http://schemas.openxmlformats.org/officeDocument/2006/relationships/customXml" Target="../ink/ink376.xml"/><Relationship Id="rId159" Type="http://schemas.openxmlformats.org/officeDocument/2006/relationships/image" Target="../media/image408.png"/><Relationship Id="rId107" Type="http://schemas.openxmlformats.org/officeDocument/2006/relationships/image" Target="../media/image382.png"/><Relationship Id="rId11" Type="http://schemas.openxmlformats.org/officeDocument/2006/relationships/image" Target="../media/image334.png"/><Relationship Id="rId32" Type="http://schemas.openxmlformats.org/officeDocument/2006/relationships/customXml" Target="../ink/ink323.xml"/><Relationship Id="rId53" Type="http://schemas.openxmlformats.org/officeDocument/2006/relationships/image" Target="../media/image355.png"/><Relationship Id="rId74" Type="http://schemas.openxmlformats.org/officeDocument/2006/relationships/customXml" Target="../ink/ink344.xml"/><Relationship Id="rId128" Type="http://schemas.openxmlformats.org/officeDocument/2006/relationships/customXml" Target="../ink/ink371.xml"/><Relationship Id="rId149" Type="http://schemas.openxmlformats.org/officeDocument/2006/relationships/image" Target="../media/image403.png"/><Relationship Id="rId5" Type="http://schemas.openxmlformats.org/officeDocument/2006/relationships/image" Target="../media/image331.png"/><Relationship Id="rId95" Type="http://schemas.openxmlformats.org/officeDocument/2006/relationships/image" Target="../media/image376.png"/><Relationship Id="rId160" Type="http://schemas.openxmlformats.org/officeDocument/2006/relationships/customXml" Target="../ink/ink387.xml"/><Relationship Id="rId22" Type="http://schemas.openxmlformats.org/officeDocument/2006/relationships/customXml" Target="../ink/ink318.xml"/><Relationship Id="rId43" Type="http://schemas.openxmlformats.org/officeDocument/2006/relationships/image" Target="../media/image350.png"/><Relationship Id="rId64" Type="http://schemas.openxmlformats.org/officeDocument/2006/relationships/customXml" Target="../ink/ink339.xml"/><Relationship Id="rId118" Type="http://schemas.openxmlformats.org/officeDocument/2006/relationships/customXml" Target="../ink/ink366.xml"/><Relationship Id="rId139" Type="http://schemas.openxmlformats.org/officeDocument/2006/relationships/image" Target="../media/image398.png"/><Relationship Id="rId85" Type="http://schemas.openxmlformats.org/officeDocument/2006/relationships/image" Target="../media/image371.png"/><Relationship Id="rId150" Type="http://schemas.openxmlformats.org/officeDocument/2006/relationships/customXml" Target="../ink/ink382.xml"/><Relationship Id="rId12" Type="http://schemas.openxmlformats.org/officeDocument/2006/relationships/customXml" Target="../ink/ink313.xml"/><Relationship Id="rId17" Type="http://schemas.openxmlformats.org/officeDocument/2006/relationships/image" Target="../media/image337.png"/><Relationship Id="rId33" Type="http://schemas.openxmlformats.org/officeDocument/2006/relationships/image" Target="../media/image345.png"/><Relationship Id="rId38" Type="http://schemas.openxmlformats.org/officeDocument/2006/relationships/customXml" Target="../ink/ink326.xml"/><Relationship Id="rId59" Type="http://schemas.openxmlformats.org/officeDocument/2006/relationships/image" Target="../media/image358.png"/><Relationship Id="rId103" Type="http://schemas.openxmlformats.org/officeDocument/2006/relationships/image" Target="../media/image380.png"/><Relationship Id="rId108" Type="http://schemas.openxmlformats.org/officeDocument/2006/relationships/customXml" Target="../ink/ink361.xml"/><Relationship Id="rId124" Type="http://schemas.openxmlformats.org/officeDocument/2006/relationships/customXml" Target="../ink/ink369.xml"/><Relationship Id="rId129" Type="http://schemas.openxmlformats.org/officeDocument/2006/relationships/image" Target="../media/image393.png"/><Relationship Id="rId54" Type="http://schemas.openxmlformats.org/officeDocument/2006/relationships/customXml" Target="../ink/ink334.xml"/><Relationship Id="rId70" Type="http://schemas.openxmlformats.org/officeDocument/2006/relationships/customXml" Target="../ink/ink342.xml"/><Relationship Id="rId75" Type="http://schemas.openxmlformats.org/officeDocument/2006/relationships/image" Target="../media/image366.png"/><Relationship Id="rId91" Type="http://schemas.openxmlformats.org/officeDocument/2006/relationships/image" Target="../media/image374.png"/><Relationship Id="rId96" Type="http://schemas.openxmlformats.org/officeDocument/2006/relationships/customXml" Target="../ink/ink355.xml"/><Relationship Id="rId140" Type="http://schemas.openxmlformats.org/officeDocument/2006/relationships/customXml" Target="../ink/ink377.xml"/><Relationship Id="rId145" Type="http://schemas.openxmlformats.org/officeDocument/2006/relationships/image" Target="../media/image401.png"/><Relationship Id="rId161" Type="http://schemas.openxmlformats.org/officeDocument/2006/relationships/image" Target="../media/image409.png"/><Relationship Id="rId1" Type="http://schemas.openxmlformats.org/officeDocument/2006/relationships/slideLayout" Target="../slideLayouts/slideLayout11.xml"/><Relationship Id="rId6" Type="http://schemas.openxmlformats.org/officeDocument/2006/relationships/customXml" Target="../ink/ink310.xml"/><Relationship Id="rId23" Type="http://schemas.openxmlformats.org/officeDocument/2006/relationships/image" Target="../media/image340.png"/><Relationship Id="rId28" Type="http://schemas.openxmlformats.org/officeDocument/2006/relationships/customXml" Target="../ink/ink321.xml"/><Relationship Id="rId49" Type="http://schemas.openxmlformats.org/officeDocument/2006/relationships/image" Target="../media/image353.png"/><Relationship Id="rId114" Type="http://schemas.openxmlformats.org/officeDocument/2006/relationships/customXml" Target="../ink/ink364.xml"/><Relationship Id="rId119" Type="http://schemas.openxmlformats.org/officeDocument/2006/relationships/image" Target="../media/image388.png"/><Relationship Id="rId44" Type="http://schemas.openxmlformats.org/officeDocument/2006/relationships/customXml" Target="../ink/ink329.xml"/><Relationship Id="rId60" Type="http://schemas.openxmlformats.org/officeDocument/2006/relationships/customXml" Target="../ink/ink337.xml"/><Relationship Id="rId65" Type="http://schemas.openxmlformats.org/officeDocument/2006/relationships/image" Target="../media/image361.png"/><Relationship Id="rId81" Type="http://schemas.openxmlformats.org/officeDocument/2006/relationships/image" Target="../media/image369.png"/><Relationship Id="rId86" Type="http://schemas.openxmlformats.org/officeDocument/2006/relationships/customXml" Target="../ink/ink350.xml"/><Relationship Id="rId130" Type="http://schemas.openxmlformats.org/officeDocument/2006/relationships/customXml" Target="../ink/ink372.xml"/><Relationship Id="rId135" Type="http://schemas.openxmlformats.org/officeDocument/2006/relationships/image" Target="../media/image396.png"/><Relationship Id="rId151" Type="http://schemas.openxmlformats.org/officeDocument/2006/relationships/image" Target="../media/image404.png"/><Relationship Id="rId156" Type="http://schemas.openxmlformats.org/officeDocument/2006/relationships/customXml" Target="../ink/ink385.xml"/><Relationship Id="rId13" Type="http://schemas.openxmlformats.org/officeDocument/2006/relationships/image" Target="../media/image335.png"/><Relationship Id="rId18" Type="http://schemas.openxmlformats.org/officeDocument/2006/relationships/customXml" Target="../ink/ink316.xml"/><Relationship Id="rId39" Type="http://schemas.openxmlformats.org/officeDocument/2006/relationships/image" Target="../media/image348.png"/><Relationship Id="rId109" Type="http://schemas.openxmlformats.org/officeDocument/2006/relationships/image" Target="../media/image383.png"/><Relationship Id="rId34" Type="http://schemas.openxmlformats.org/officeDocument/2006/relationships/customXml" Target="../ink/ink324.xml"/><Relationship Id="rId50" Type="http://schemas.openxmlformats.org/officeDocument/2006/relationships/customXml" Target="../ink/ink332.xml"/><Relationship Id="rId55" Type="http://schemas.openxmlformats.org/officeDocument/2006/relationships/image" Target="../media/image356.png"/><Relationship Id="rId76" Type="http://schemas.openxmlformats.org/officeDocument/2006/relationships/customXml" Target="../ink/ink345.xml"/><Relationship Id="rId97" Type="http://schemas.openxmlformats.org/officeDocument/2006/relationships/image" Target="../media/image377.png"/><Relationship Id="rId104" Type="http://schemas.openxmlformats.org/officeDocument/2006/relationships/customXml" Target="../ink/ink359.xml"/><Relationship Id="rId120" Type="http://schemas.openxmlformats.org/officeDocument/2006/relationships/customXml" Target="../ink/ink367.xml"/><Relationship Id="rId125" Type="http://schemas.openxmlformats.org/officeDocument/2006/relationships/image" Target="../media/image391.png"/><Relationship Id="rId141" Type="http://schemas.openxmlformats.org/officeDocument/2006/relationships/image" Target="../media/image399.png"/><Relationship Id="rId146" Type="http://schemas.openxmlformats.org/officeDocument/2006/relationships/customXml" Target="../ink/ink380.xml"/><Relationship Id="rId7" Type="http://schemas.openxmlformats.org/officeDocument/2006/relationships/image" Target="../media/image332.png"/><Relationship Id="rId71" Type="http://schemas.openxmlformats.org/officeDocument/2006/relationships/image" Target="../media/image364.png"/><Relationship Id="rId92" Type="http://schemas.openxmlformats.org/officeDocument/2006/relationships/customXml" Target="../ink/ink353.xml"/><Relationship Id="rId162" Type="http://schemas.openxmlformats.org/officeDocument/2006/relationships/customXml" Target="../ink/ink388.xml"/><Relationship Id="rId2" Type="http://schemas.openxmlformats.org/officeDocument/2006/relationships/customXml" Target="../ink/ink308.xml"/><Relationship Id="rId29" Type="http://schemas.openxmlformats.org/officeDocument/2006/relationships/image" Target="../media/image343.png"/><Relationship Id="rId24" Type="http://schemas.openxmlformats.org/officeDocument/2006/relationships/customXml" Target="../ink/ink319.xml"/><Relationship Id="rId40" Type="http://schemas.openxmlformats.org/officeDocument/2006/relationships/customXml" Target="../ink/ink327.xml"/><Relationship Id="rId45" Type="http://schemas.openxmlformats.org/officeDocument/2006/relationships/image" Target="../media/image351.png"/><Relationship Id="rId66" Type="http://schemas.openxmlformats.org/officeDocument/2006/relationships/customXml" Target="../ink/ink340.xml"/><Relationship Id="rId87" Type="http://schemas.openxmlformats.org/officeDocument/2006/relationships/image" Target="../media/image372.png"/><Relationship Id="rId110" Type="http://schemas.openxmlformats.org/officeDocument/2006/relationships/customXml" Target="../ink/ink362.xml"/><Relationship Id="rId115" Type="http://schemas.openxmlformats.org/officeDocument/2006/relationships/image" Target="../media/image386.png"/><Relationship Id="rId131" Type="http://schemas.openxmlformats.org/officeDocument/2006/relationships/image" Target="../media/image394.png"/><Relationship Id="rId136" Type="http://schemas.openxmlformats.org/officeDocument/2006/relationships/customXml" Target="../ink/ink375.xml"/><Relationship Id="rId157" Type="http://schemas.openxmlformats.org/officeDocument/2006/relationships/image" Target="../media/image407.png"/><Relationship Id="rId61" Type="http://schemas.openxmlformats.org/officeDocument/2006/relationships/image" Target="../media/image359.png"/><Relationship Id="rId82" Type="http://schemas.openxmlformats.org/officeDocument/2006/relationships/customXml" Target="../ink/ink348.xml"/><Relationship Id="rId152" Type="http://schemas.openxmlformats.org/officeDocument/2006/relationships/customXml" Target="../ink/ink383.xml"/><Relationship Id="rId19" Type="http://schemas.openxmlformats.org/officeDocument/2006/relationships/image" Target="../media/image338.png"/><Relationship Id="rId14" Type="http://schemas.openxmlformats.org/officeDocument/2006/relationships/customXml" Target="../ink/ink314.xml"/><Relationship Id="rId30" Type="http://schemas.openxmlformats.org/officeDocument/2006/relationships/customXml" Target="../ink/ink322.xml"/><Relationship Id="rId35" Type="http://schemas.openxmlformats.org/officeDocument/2006/relationships/image" Target="../media/image346.png"/><Relationship Id="rId56" Type="http://schemas.openxmlformats.org/officeDocument/2006/relationships/customXml" Target="../ink/ink335.xml"/><Relationship Id="rId77" Type="http://schemas.openxmlformats.org/officeDocument/2006/relationships/image" Target="../media/image367.png"/><Relationship Id="rId100" Type="http://schemas.openxmlformats.org/officeDocument/2006/relationships/customXml" Target="../ink/ink357.xml"/><Relationship Id="rId105" Type="http://schemas.openxmlformats.org/officeDocument/2006/relationships/image" Target="../media/image381.png"/><Relationship Id="rId126" Type="http://schemas.openxmlformats.org/officeDocument/2006/relationships/customXml" Target="../ink/ink370.xml"/><Relationship Id="rId147" Type="http://schemas.openxmlformats.org/officeDocument/2006/relationships/image" Target="../media/image402.png"/><Relationship Id="rId8" Type="http://schemas.openxmlformats.org/officeDocument/2006/relationships/customXml" Target="../ink/ink311.xml"/><Relationship Id="rId51" Type="http://schemas.openxmlformats.org/officeDocument/2006/relationships/image" Target="../media/image354.png"/><Relationship Id="rId72" Type="http://schemas.openxmlformats.org/officeDocument/2006/relationships/customXml" Target="../ink/ink343.xml"/><Relationship Id="rId93" Type="http://schemas.openxmlformats.org/officeDocument/2006/relationships/image" Target="../media/image375.png"/><Relationship Id="rId98" Type="http://schemas.openxmlformats.org/officeDocument/2006/relationships/customXml" Target="../ink/ink356.xml"/><Relationship Id="rId121" Type="http://schemas.openxmlformats.org/officeDocument/2006/relationships/image" Target="../media/image389.png"/><Relationship Id="rId142" Type="http://schemas.openxmlformats.org/officeDocument/2006/relationships/customXml" Target="../ink/ink378.xml"/><Relationship Id="rId163" Type="http://schemas.openxmlformats.org/officeDocument/2006/relationships/image" Target="../media/image410.png"/><Relationship Id="rId3" Type="http://schemas.openxmlformats.org/officeDocument/2006/relationships/image" Target="../media/image330.png"/><Relationship Id="rId25" Type="http://schemas.openxmlformats.org/officeDocument/2006/relationships/image" Target="../media/image341.png"/><Relationship Id="rId46" Type="http://schemas.openxmlformats.org/officeDocument/2006/relationships/customXml" Target="../ink/ink330.xml"/><Relationship Id="rId67" Type="http://schemas.openxmlformats.org/officeDocument/2006/relationships/image" Target="../media/image362.png"/><Relationship Id="rId116" Type="http://schemas.openxmlformats.org/officeDocument/2006/relationships/customXml" Target="../ink/ink365.xml"/><Relationship Id="rId137" Type="http://schemas.openxmlformats.org/officeDocument/2006/relationships/image" Target="../media/image397.png"/><Relationship Id="rId158" Type="http://schemas.openxmlformats.org/officeDocument/2006/relationships/customXml" Target="../ink/ink386.xml"/><Relationship Id="rId20" Type="http://schemas.openxmlformats.org/officeDocument/2006/relationships/customXml" Target="../ink/ink317.xml"/><Relationship Id="rId41" Type="http://schemas.openxmlformats.org/officeDocument/2006/relationships/image" Target="../media/image349.png"/><Relationship Id="rId62" Type="http://schemas.openxmlformats.org/officeDocument/2006/relationships/customXml" Target="../ink/ink338.xml"/><Relationship Id="rId83" Type="http://schemas.openxmlformats.org/officeDocument/2006/relationships/image" Target="../media/image370.png"/><Relationship Id="rId88" Type="http://schemas.openxmlformats.org/officeDocument/2006/relationships/customXml" Target="../ink/ink351.xml"/><Relationship Id="rId111" Type="http://schemas.openxmlformats.org/officeDocument/2006/relationships/image" Target="../media/image384.png"/><Relationship Id="rId132" Type="http://schemas.openxmlformats.org/officeDocument/2006/relationships/customXml" Target="../ink/ink373.xml"/><Relationship Id="rId153" Type="http://schemas.openxmlformats.org/officeDocument/2006/relationships/image" Target="../media/image405.png"/><Relationship Id="rId15" Type="http://schemas.openxmlformats.org/officeDocument/2006/relationships/image" Target="../media/image336.png"/><Relationship Id="rId36" Type="http://schemas.openxmlformats.org/officeDocument/2006/relationships/customXml" Target="../ink/ink325.xml"/><Relationship Id="rId57" Type="http://schemas.openxmlformats.org/officeDocument/2006/relationships/image" Target="../media/image357.png"/><Relationship Id="rId106" Type="http://schemas.openxmlformats.org/officeDocument/2006/relationships/customXml" Target="../ink/ink360.xml"/><Relationship Id="rId127" Type="http://schemas.openxmlformats.org/officeDocument/2006/relationships/image" Target="../media/image392.png"/><Relationship Id="rId10" Type="http://schemas.openxmlformats.org/officeDocument/2006/relationships/customXml" Target="../ink/ink312.xml"/><Relationship Id="rId31" Type="http://schemas.openxmlformats.org/officeDocument/2006/relationships/image" Target="../media/image344.png"/><Relationship Id="rId52" Type="http://schemas.openxmlformats.org/officeDocument/2006/relationships/customXml" Target="../ink/ink333.xml"/><Relationship Id="rId73" Type="http://schemas.openxmlformats.org/officeDocument/2006/relationships/image" Target="../media/image365.png"/><Relationship Id="rId78" Type="http://schemas.openxmlformats.org/officeDocument/2006/relationships/customXml" Target="../ink/ink346.xml"/><Relationship Id="rId94" Type="http://schemas.openxmlformats.org/officeDocument/2006/relationships/customXml" Target="../ink/ink354.xml"/><Relationship Id="rId99" Type="http://schemas.openxmlformats.org/officeDocument/2006/relationships/image" Target="../media/image378.png"/><Relationship Id="rId101" Type="http://schemas.openxmlformats.org/officeDocument/2006/relationships/image" Target="../media/image379.png"/><Relationship Id="rId122" Type="http://schemas.openxmlformats.org/officeDocument/2006/relationships/customXml" Target="../ink/ink368.xml"/><Relationship Id="rId143" Type="http://schemas.openxmlformats.org/officeDocument/2006/relationships/image" Target="../media/image400.png"/><Relationship Id="rId148" Type="http://schemas.openxmlformats.org/officeDocument/2006/relationships/customXml" Target="../ink/ink381.xml"/><Relationship Id="rId164" Type="http://schemas.openxmlformats.org/officeDocument/2006/relationships/customXml" Target="../ink/ink389.xml"/><Relationship Id="rId4" Type="http://schemas.openxmlformats.org/officeDocument/2006/relationships/customXml" Target="../ink/ink309.xml"/><Relationship Id="rId9" Type="http://schemas.openxmlformats.org/officeDocument/2006/relationships/image" Target="../media/image333.png"/><Relationship Id="rId26" Type="http://schemas.openxmlformats.org/officeDocument/2006/relationships/customXml" Target="../ink/ink320.xml"/><Relationship Id="rId47" Type="http://schemas.openxmlformats.org/officeDocument/2006/relationships/image" Target="../media/image352.png"/><Relationship Id="rId68" Type="http://schemas.openxmlformats.org/officeDocument/2006/relationships/customXml" Target="../ink/ink341.xml"/><Relationship Id="rId89" Type="http://schemas.openxmlformats.org/officeDocument/2006/relationships/image" Target="../media/image373.png"/><Relationship Id="rId112" Type="http://schemas.openxmlformats.org/officeDocument/2006/relationships/customXml" Target="../ink/ink363.xml"/><Relationship Id="rId133" Type="http://schemas.openxmlformats.org/officeDocument/2006/relationships/image" Target="../media/image395.png"/><Relationship Id="rId154" Type="http://schemas.openxmlformats.org/officeDocument/2006/relationships/customXml" Target="../ink/ink384.xml"/><Relationship Id="rId16" Type="http://schemas.openxmlformats.org/officeDocument/2006/relationships/customXml" Target="../ink/ink315.xml"/><Relationship Id="rId37" Type="http://schemas.openxmlformats.org/officeDocument/2006/relationships/image" Target="../media/image347.png"/><Relationship Id="rId58" Type="http://schemas.openxmlformats.org/officeDocument/2006/relationships/customXml" Target="../ink/ink336.xml"/><Relationship Id="rId79" Type="http://schemas.openxmlformats.org/officeDocument/2006/relationships/image" Target="../media/image368.png"/><Relationship Id="rId102" Type="http://schemas.openxmlformats.org/officeDocument/2006/relationships/customXml" Target="../ink/ink358.xml"/><Relationship Id="rId123" Type="http://schemas.openxmlformats.org/officeDocument/2006/relationships/image" Target="../media/image390.png"/><Relationship Id="rId144" Type="http://schemas.openxmlformats.org/officeDocument/2006/relationships/customXml" Target="../ink/ink379.xml"/><Relationship Id="rId90" Type="http://schemas.openxmlformats.org/officeDocument/2006/relationships/customXml" Target="../ink/ink352.xml"/><Relationship Id="rId165" Type="http://schemas.openxmlformats.org/officeDocument/2006/relationships/image" Target="../media/image411.png"/><Relationship Id="rId27" Type="http://schemas.openxmlformats.org/officeDocument/2006/relationships/image" Target="../media/image342.png"/><Relationship Id="rId48" Type="http://schemas.openxmlformats.org/officeDocument/2006/relationships/customXml" Target="../ink/ink331.xml"/><Relationship Id="rId69" Type="http://schemas.openxmlformats.org/officeDocument/2006/relationships/image" Target="../media/image363.png"/><Relationship Id="rId113" Type="http://schemas.openxmlformats.org/officeDocument/2006/relationships/image" Target="../media/image385.png"/><Relationship Id="rId134" Type="http://schemas.openxmlformats.org/officeDocument/2006/relationships/customXml" Target="../ink/ink374.xml"/><Relationship Id="rId80" Type="http://schemas.openxmlformats.org/officeDocument/2006/relationships/customXml" Target="../ink/ink347.xml"/><Relationship Id="rId155" Type="http://schemas.openxmlformats.org/officeDocument/2006/relationships/image" Target="../media/image406.png"/></Relationships>
</file>

<file path=ppt/slides/_rels/slide18.xml.rels><?xml version="1.0" encoding="UTF-8" standalone="yes"?>
<Relationships xmlns="http://schemas.openxmlformats.org/package/2006/relationships"><Relationship Id="rId2" Type="http://schemas.openxmlformats.org/officeDocument/2006/relationships/image" Target="../media/image412.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41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4.png"/><Relationship Id="rId1" Type="http://schemas.openxmlformats.org/officeDocument/2006/relationships/slideLayout" Target="../slideLayouts/slideLayout11.xml"/><Relationship Id="rId4" Type="http://schemas.openxmlformats.org/officeDocument/2006/relationships/image" Target="../media/image416.png"/></Relationships>
</file>

<file path=ppt/slides/_rels/slide21.xml.rels><?xml version="1.0" encoding="UTF-8" standalone="yes"?>
<Relationships xmlns="http://schemas.openxmlformats.org/package/2006/relationships"><Relationship Id="rId3" Type="http://schemas.openxmlformats.org/officeDocument/2006/relationships/image" Target="../media/image415.png"/><Relationship Id="rId2" Type="http://schemas.openxmlformats.org/officeDocument/2006/relationships/image" Target="../media/image417.png"/><Relationship Id="rId1" Type="http://schemas.openxmlformats.org/officeDocument/2006/relationships/slideLayout" Target="../slideLayouts/slideLayout11.xml"/><Relationship Id="rId4" Type="http://schemas.openxmlformats.org/officeDocument/2006/relationships/image" Target="../media/image418.png"/></Relationships>
</file>

<file path=ppt/slides/_rels/slide22.xml.rels><?xml version="1.0" encoding="UTF-8" standalone="yes"?>
<Relationships xmlns="http://schemas.openxmlformats.org/package/2006/relationships"><Relationship Id="rId3" Type="http://schemas.openxmlformats.org/officeDocument/2006/relationships/image" Target="../media/image419.png"/><Relationship Id="rId2" Type="http://schemas.openxmlformats.org/officeDocument/2006/relationships/image" Target="../media/image41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What is AI and Machine Learning?">
    <p:spTree>
      <p:nvGrpSpPr>
        <p:cNvPr id="1" name=""/>
        <p:cNvGrpSpPr/>
        <p:nvPr/>
      </p:nvGrpSpPr>
      <p:grpSpPr>
        <a:xfrm>
          <a:off x="0" y="0"/>
          <a:ext cx="0" cy="0"/>
          <a:chOff x="0" y="0"/>
          <a:chExt cx="0" cy="0"/>
        </a:xfrm>
      </p:grpSpPr>
      <p:sp>
        <p:nvSpPr>
          <p:cNvPr id="2" name="Text Placeholder 1"/>
          <p:cNvSpPr>
            <a:spLocks noGrp="1"/>
          </p:cNvSpPr>
          <p:nvPr>
            <p:ph type="body" idx="13"/>
          </p:nvPr>
        </p:nvSpPr>
        <p:spPr/>
        <p:txBody>
          <a:bodyPr>
            <a:normAutofit/>
          </a:bodyPr>
          <a:lstStyle/>
          <a:p>
            <a:r>
              <a:rPr lang="en-US" sz="1600"/>
              <a:t>Instructor: Mohammad Hasan</a:t>
            </a:r>
          </a:p>
          <a:p>
            <a:r>
              <a:rPr lang="en-US" sz="1600"/>
              <a:t>Office: 13-240</a:t>
            </a:r>
          </a:p>
          <a:p>
            <a:r>
              <a:rPr lang="en-US" sz="1600"/>
              <a:t>10/02/26</a:t>
            </a:r>
          </a:p>
        </p:txBody>
      </p:sp>
      <p:sp>
        <p:nvSpPr>
          <p:cNvPr id="3" name="Title 2"/>
          <p:cNvSpPr>
            <a:spLocks noGrp="1"/>
          </p:cNvSpPr>
          <p:nvPr>
            <p:ph type="title"/>
          </p:nvPr>
        </p:nvSpPr>
        <p:spPr>
          <a:xfrm>
            <a:off x="629176" y="1600724"/>
            <a:ext cx="7792510" cy="1277277"/>
          </a:xfrm>
        </p:spPr>
        <p:txBody>
          <a:bodyPr>
            <a:normAutofit/>
          </a:bodyPr>
          <a:lstStyle/>
          <a:p>
            <a:r>
              <a:rPr lang="en-US" sz="2800"/>
              <a:t>Introduction to Neural Networks (2):</a:t>
            </a:r>
            <a:br>
              <a:rPr lang="en-US" sz="2800"/>
            </a:br>
            <a:r>
              <a:rPr lang="en-US" sz="2800"/>
              <a:t>Feedforward and Backpropagation</a:t>
            </a:r>
          </a:p>
        </p:txBody>
      </p:sp>
    </p:spTree>
    <p:custDataLst>
      <p:tags r:id="rId1"/>
    </p:custDataLst>
    <p:extLst>
      <p:ext uri="{BB962C8B-B14F-4D97-AF65-F5344CB8AC3E}">
        <p14:creationId xmlns:p14="http://schemas.microsoft.com/office/powerpoint/2010/main" val="40962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Overview">
    <p:spTree>
      <p:nvGrpSpPr>
        <p:cNvPr id="1" name=""/>
        <p:cNvGrpSpPr/>
        <p:nvPr/>
      </p:nvGrpSpPr>
      <p:grpSpPr>
        <a:xfrm>
          <a:off x="0" y="0"/>
          <a:ext cx="0" cy="0"/>
          <a:chOff x="0" y="0"/>
          <a:chExt cx="0" cy="0"/>
        </a:xfrm>
      </p:grpSpPr>
      <p:sp>
        <p:nvSpPr>
          <p:cNvPr id="2" name="Content Placeholder 1"/>
          <p:cNvSpPr>
            <a:spLocks noGrp="1"/>
          </p:cNvSpPr>
          <p:nvPr>
            <p:ph idx="26"/>
          </p:nvPr>
        </p:nvSpPr>
        <p:spPr/>
        <p:txBody>
          <a:bodyPr/>
          <a:lstStyle/>
          <a:p>
            <a:r>
              <a:rPr lang="en-US"/>
              <a:t>How Neural Networks Work</a:t>
            </a:r>
          </a:p>
          <a:p>
            <a:endParaRPr lang="en-US"/>
          </a:p>
          <a:p>
            <a:r>
              <a:rPr lang="en-US"/>
              <a:t>Gradient Descent for Learning</a:t>
            </a:r>
          </a:p>
          <a:p>
            <a:endParaRPr lang="en-US"/>
          </a:p>
          <a:p>
            <a:r>
              <a:rPr lang="en-US"/>
              <a:t>Backpropagation</a:t>
            </a:r>
          </a:p>
          <a:p>
            <a:endParaRPr lang="en-US"/>
          </a:p>
          <a:p>
            <a:r>
              <a:rPr lang="en-US"/>
              <a:t>Vanish Gradient and Dead </a:t>
            </a:r>
            <a:r>
              <a:rPr lang="en-US" err="1"/>
              <a:t>ReLU</a:t>
            </a:r>
            <a:r>
              <a:rPr lang="en-US"/>
              <a:t> Problems</a:t>
            </a:r>
          </a:p>
          <a:p>
            <a:pPr marL="0" indent="0">
              <a:buNone/>
            </a:pPr>
            <a:endParaRPr lang="en-US"/>
          </a:p>
          <a:p>
            <a:endParaRPr lang="en-US"/>
          </a:p>
        </p:txBody>
      </p:sp>
      <p:sp>
        <p:nvSpPr>
          <p:cNvPr id="3" name="Title 2"/>
          <p:cNvSpPr>
            <a:spLocks noGrp="1"/>
          </p:cNvSpPr>
          <p:nvPr>
            <p:ph type="title"/>
          </p:nvPr>
        </p:nvSpPr>
        <p:spPr/>
        <p:txBody>
          <a:bodyPr/>
          <a:lstStyle/>
          <a:p>
            <a:r>
              <a:rPr lang="en-US"/>
              <a:t>Overview</a:t>
            </a:r>
          </a:p>
        </p:txBody>
      </p:sp>
      <p:sp>
        <p:nvSpPr>
          <p:cNvPr id="5" name="TextBox 4">
            <a:extLst>
              <a:ext uri="{FF2B5EF4-FFF2-40B4-BE49-F238E27FC236}">
                <a16:creationId xmlns:a16="http://schemas.microsoft.com/office/drawing/2014/main" id="{8ED21F68-F379-2CEB-B79D-D7DFCF008B3F}"/>
              </a:ext>
              <a:ext uri="{C183D7F6-B498-43B3-948B-1728B52AA6E4}">
                <adec:decorative xmlns:adec="http://schemas.microsoft.com/office/drawing/2017/decorative" val="1"/>
              </a:ext>
            </a:extLst>
          </p:cNvPr>
          <p:cNvSpPr txBox="1"/>
          <p:nvPr/>
        </p:nvSpPr>
        <p:spPr bwMode="auto">
          <a:xfrm>
            <a:off x="6117021" y="49661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
        <p:nvSpPr>
          <p:cNvPr id="6" name="TextBox 5">
            <a:extLst>
              <a:ext uri="{FF2B5EF4-FFF2-40B4-BE49-F238E27FC236}">
                <a16:creationId xmlns:a16="http://schemas.microsoft.com/office/drawing/2014/main" id="{0338198D-9296-08EF-03DC-11B15B97FFB7}"/>
              </a:ext>
              <a:ext uri="{C183D7F6-B498-43B3-948B-1728B52AA6E4}">
                <adec:decorative xmlns:adec="http://schemas.microsoft.com/office/drawing/2017/decorative" val="1"/>
              </a:ext>
            </a:extLst>
          </p:cNvPr>
          <p:cNvSpPr txBox="1"/>
          <p:nvPr/>
        </p:nvSpPr>
        <p:spPr bwMode="auto">
          <a:xfrm>
            <a:off x="5691352" y="49188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endParaRPr lang="en-US" sz="2800">
              <a:solidFill>
                <a:srgbClr val="29551A"/>
              </a:solidFill>
            </a:endParaRPr>
          </a:p>
        </p:txBody>
      </p:sp>
    </p:spTree>
    <p:extLst>
      <p:ext uri="{BB962C8B-B14F-4D97-AF65-F5344CB8AC3E}">
        <p14:creationId xmlns:p14="http://schemas.microsoft.com/office/powerpoint/2010/main" val="311088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63FC08-569F-5666-8E52-C78CDE71A1FF}"/>
              </a:ext>
            </a:extLst>
          </p:cNvPr>
          <p:cNvSpPr>
            <a:spLocks noGrp="1"/>
          </p:cNvSpPr>
          <p:nvPr>
            <p:ph idx="26"/>
          </p:nvPr>
        </p:nvSpPr>
        <p:spPr>
          <a:xfrm>
            <a:off x="423600" y="698665"/>
            <a:ext cx="8318119" cy="3968751"/>
          </a:xfrm>
        </p:spPr>
        <p:txBody>
          <a:bodyPr/>
          <a:lstStyle/>
          <a:p>
            <a:r>
              <a:rPr lang="en-US"/>
              <a:t>Generally, information flows within a neural network in one direction during prediction. From back to front (input ‘terminal’ to output ‘terminal’).</a:t>
            </a:r>
          </a:p>
          <a:p>
            <a:endParaRPr lang="en-US"/>
          </a:p>
          <a:p>
            <a:r>
              <a:rPr lang="en-US"/>
              <a:t>Numerical data go through a sequence of non-linear transformations (through activation functions) and end at the output layer.</a:t>
            </a:r>
          </a:p>
        </p:txBody>
      </p:sp>
      <p:sp>
        <p:nvSpPr>
          <p:cNvPr id="3" name="Title 2">
            <a:extLst>
              <a:ext uri="{FF2B5EF4-FFF2-40B4-BE49-F238E27FC236}">
                <a16:creationId xmlns:a16="http://schemas.microsoft.com/office/drawing/2014/main" id="{6F5E13A0-F572-7C70-0D95-5DBB40CEE365}"/>
              </a:ext>
            </a:extLst>
          </p:cNvPr>
          <p:cNvSpPr>
            <a:spLocks noGrp="1"/>
          </p:cNvSpPr>
          <p:nvPr>
            <p:ph type="title"/>
          </p:nvPr>
        </p:nvSpPr>
        <p:spPr/>
        <p:txBody>
          <a:bodyPr/>
          <a:lstStyle/>
          <a:p>
            <a:r>
              <a:rPr lang="en-US"/>
              <a:t>Information Processing in NN</a:t>
            </a:r>
          </a:p>
        </p:txBody>
      </p:sp>
      <p:pic>
        <p:nvPicPr>
          <p:cNvPr id="11" name="Picture 10" descr="Medium">
            <a:hlinkClick r:id="rId2"/>
            <a:extLst>
              <a:ext uri="{FF2B5EF4-FFF2-40B4-BE49-F238E27FC236}">
                <a16:creationId xmlns:a16="http://schemas.microsoft.com/office/drawing/2014/main" id="{6AE4B549-850A-BCAD-11A3-999843412DBA}"/>
              </a:ext>
            </a:extLst>
          </p:cNvPr>
          <p:cNvPicPr>
            <a:picLocks noChangeAspect="1"/>
          </p:cNvPicPr>
          <p:nvPr/>
        </p:nvPicPr>
        <p:blipFill>
          <a:blip r:embed="rId3"/>
          <a:stretch>
            <a:fillRect/>
          </a:stretch>
        </p:blipFill>
        <p:spPr>
          <a:xfrm>
            <a:off x="5698099" y="2876716"/>
            <a:ext cx="3175000" cy="1790700"/>
          </a:xfrm>
          <a:prstGeom prst="rect">
            <a:avLst/>
          </a:prstGeom>
        </p:spPr>
      </p:pic>
    </p:spTree>
    <p:extLst>
      <p:ext uri="{BB962C8B-B14F-4D97-AF65-F5344CB8AC3E}">
        <p14:creationId xmlns:p14="http://schemas.microsoft.com/office/powerpoint/2010/main" val="247580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45A560-8660-43E3-7D0A-72D8147AE3C8}"/>
              </a:ext>
            </a:extLst>
          </p:cNvPr>
          <p:cNvSpPr>
            <a:spLocks noGrp="1"/>
          </p:cNvSpPr>
          <p:nvPr>
            <p:ph idx="26"/>
          </p:nvPr>
        </p:nvSpPr>
        <p:spPr/>
        <p:txBody>
          <a:bodyPr/>
          <a:lstStyle/>
          <a:p>
            <a:r>
              <a:rPr lang="en-US" dirty="0"/>
              <a:t>When a neural network is initiated, its parameters are random.</a:t>
            </a:r>
          </a:p>
          <a:p>
            <a:endParaRPr lang="en-US" dirty="0"/>
          </a:p>
          <a:p>
            <a:r>
              <a:rPr lang="en-US" dirty="0"/>
              <a:t>The initial outputs will be very bad </a:t>
            </a:r>
            <a:r>
              <a:rPr lang="en-US" dirty="0">
                <a:sym typeface="Wingdings" pitchFamily="2" charset="2"/>
              </a:rPr>
              <a:t> High loss value.</a:t>
            </a:r>
          </a:p>
          <a:p>
            <a:endParaRPr lang="en-US" dirty="0">
              <a:sym typeface="Wingdings" pitchFamily="2" charset="2"/>
            </a:endParaRPr>
          </a:p>
          <a:p>
            <a:r>
              <a:rPr lang="en-US" dirty="0">
                <a:sym typeface="Wingdings" pitchFamily="2" charset="2"/>
              </a:rPr>
              <a:t>We can course correct based on the loss value (more accurately its gradient), adjusting our neural network parameters </a:t>
            </a:r>
            <a:r>
              <a:rPr lang="en-US" u="sng" dirty="0">
                <a:sym typeface="Wingdings" pitchFamily="2" charset="2"/>
              </a:rPr>
              <a:t>backwards!</a:t>
            </a:r>
            <a:endParaRPr lang="en-US" dirty="0">
              <a:sym typeface="Wingdings" pitchFamily="2" charset="2"/>
            </a:endParaRPr>
          </a:p>
          <a:p>
            <a:endParaRPr lang="en-US" dirty="0">
              <a:sym typeface="Wingdings" pitchFamily="2" charset="2"/>
            </a:endParaRPr>
          </a:p>
          <a:p>
            <a:r>
              <a:rPr lang="en-US" dirty="0">
                <a:sym typeface="Wingdings" pitchFamily="2" charset="2"/>
              </a:rPr>
              <a:t>Flow of error signal starts at the output.</a:t>
            </a:r>
            <a:endParaRPr lang="en-US" dirty="0"/>
          </a:p>
        </p:txBody>
      </p:sp>
      <p:sp>
        <p:nvSpPr>
          <p:cNvPr id="3" name="Title 2">
            <a:extLst>
              <a:ext uri="{FF2B5EF4-FFF2-40B4-BE49-F238E27FC236}">
                <a16:creationId xmlns:a16="http://schemas.microsoft.com/office/drawing/2014/main" id="{BF5B40C3-D88F-A404-0BF0-A942688247B2}"/>
              </a:ext>
            </a:extLst>
          </p:cNvPr>
          <p:cNvSpPr>
            <a:spLocks noGrp="1"/>
          </p:cNvSpPr>
          <p:nvPr>
            <p:ph type="title"/>
          </p:nvPr>
        </p:nvSpPr>
        <p:spPr/>
        <p:txBody>
          <a:bodyPr/>
          <a:lstStyle/>
          <a:p>
            <a:r>
              <a:rPr lang="en-US"/>
              <a:t>Learning from Mistakes</a:t>
            </a:r>
          </a:p>
        </p:txBody>
      </p:sp>
      <p:pic>
        <p:nvPicPr>
          <p:cNvPr id="4" name="Picture 3" descr="Deep Learning Part — 5: How to Train Your Neural Networks | by Chandra  Prakash Bathula | Towards AI">
            <a:extLst>
              <a:ext uri="{FF2B5EF4-FFF2-40B4-BE49-F238E27FC236}">
                <a16:creationId xmlns:a16="http://schemas.microsoft.com/office/drawing/2014/main" id="{79337D79-7706-9D17-864C-CCA7B214C7EF}"/>
              </a:ext>
            </a:extLst>
          </p:cNvPr>
          <p:cNvPicPr>
            <a:picLocks noChangeAspect="1"/>
          </p:cNvPicPr>
          <p:nvPr/>
        </p:nvPicPr>
        <p:blipFill>
          <a:blip r:embed="rId2"/>
          <a:stretch>
            <a:fillRect/>
          </a:stretch>
        </p:blipFill>
        <p:spPr>
          <a:xfrm>
            <a:off x="5418082" y="2981497"/>
            <a:ext cx="3302317" cy="1574078"/>
          </a:xfrm>
          <a:prstGeom prst="rect">
            <a:avLst/>
          </a:prstGeom>
        </p:spPr>
      </p:pic>
    </p:spTree>
    <p:extLst>
      <p:ext uri="{BB962C8B-B14F-4D97-AF65-F5344CB8AC3E}">
        <p14:creationId xmlns:p14="http://schemas.microsoft.com/office/powerpoint/2010/main" val="38742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B7DBC11-FAA7-F35F-BB3F-43008BF4E6D6}"/>
                  </a:ext>
                </a:extLst>
              </p:cNvPr>
              <p:cNvSpPr>
                <a:spLocks noGrp="1"/>
              </p:cNvSpPr>
              <p:nvPr>
                <p:ph idx="26"/>
              </p:nvPr>
            </p:nvSpPr>
            <p:spPr>
              <a:xfrm>
                <a:off x="412940" y="789784"/>
                <a:ext cx="8318119" cy="3650177"/>
              </a:xfrm>
            </p:spPr>
            <p:txBody>
              <a:bodyPr/>
              <a:lstStyle/>
              <a:p>
                <a:r>
                  <a:rPr lang="en-US" sz="1800"/>
                  <a:t>In a regression problem with multiple error neurons, the overall error in prediction is explored using a loss function. Consider our neural network from the previous handout:</a:t>
                </a:r>
              </a:p>
              <a:p>
                <a:endParaRPr lang="en-US" sz="1800"/>
              </a:p>
              <a:p>
                <a:r>
                  <a:rPr lang="en-US" sz="1800"/>
                  <a:t>Consider a squared error loss function:</a:t>
                </a:r>
              </a:p>
              <a:p>
                <a:pPr marL="0" indent="0">
                  <a:buNone/>
                </a:pPr>
                <a:endParaRPr lang="en-US" sz="1800"/>
              </a:p>
              <a:p>
                <a:pPr marL="0" indent="0">
                  <a:buNone/>
                </a:pPr>
                <a14:m>
                  <m:oMathPara xmlns:m="http://schemas.openxmlformats.org/officeDocument/2006/math">
                    <m:oMath>
                      <m:r>
                        <a:rPr lang="en-US" sz="1800" b="0" i="1" smtClean="0">
                          <a:latin typeface="Cambria Math" panose="02040503050406030204" pitchFamily="18" charset="0"/>
                        </a:rPr>
                        <m:t>𝐿</m:t>
                      </m:r>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𝑦</m:t>
                                      </m:r>
                                    </m:e>
                                  </m:acc>
                                </m:e>
                                <m:sub>
                                  <m:r>
                                    <a:rPr lang="en-US" sz="1800" b="0" i="1" dirty="0" smtClean="0">
                                      <a:latin typeface="Cambria Math" panose="02040503050406030204" pitchFamily="18" charset="0"/>
                                    </a:rPr>
                                    <m:t>1</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1</m:t>
                                  </m:r>
                                </m:sub>
                              </m:sSub>
                            </m:e>
                          </m:d>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𝑦</m:t>
                                      </m:r>
                                    </m:e>
                                  </m:acc>
                                </m:e>
                                <m:sub>
                                  <m:r>
                                    <a:rPr lang="en-US" sz="1800" b="0" i="1" dirty="0" smtClean="0">
                                      <a:latin typeface="Cambria Math" panose="02040503050406030204" pitchFamily="18" charset="0"/>
                                    </a:rPr>
                                    <m:t>2</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𝑦</m:t>
                                  </m:r>
                                </m:e>
                                <m:sub>
                                  <m:r>
                                    <a:rPr lang="en-US" sz="1800" b="0" i="1" dirty="0" smtClean="0">
                                      <a:latin typeface="Cambria Math" panose="02040503050406030204" pitchFamily="18" charset="0"/>
                                    </a:rPr>
                                    <m:t>2</m:t>
                                  </m:r>
                                </m:sub>
                              </m:sSub>
                            </m:e>
                          </m:d>
                        </m:e>
                        <m:sup>
                          <m:r>
                            <a:rPr lang="en-US" sz="1800" b="0" i="1" smtClean="0">
                              <a:latin typeface="Cambria Math" panose="02040503050406030204" pitchFamily="18" charset="0"/>
                            </a:rPr>
                            <m:t>2</m:t>
                          </m:r>
                        </m:sup>
                      </m:sSup>
                    </m:oMath>
                  </m:oMathPara>
                </a14:m>
                <a:endParaRPr lang="en-US" sz="1800"/>
              </a:p>
              <a:p>
                <a:pPr marL="0" indent="0">
                  <a:buNone/>
                </a:pPr>
                <a:endParaRPr lang="en-US" sz="1800"/>
              </a:p>
              <a:p>
                <a:pPr marL="0" indent="0">
                  <a:buNone/>
                </a:pPr>
                <a:r>
                  <a:rPr lang="en-US" sz="1800"/>
                  <a:t>It’s easier to see the responsibility of the last layer for this loss value than the first layer (but both are responsible for the error).</a:t>
                </a:r>
              </a:p>
              <a:p>
                <a:pPr marL="0" indent="0">
                  <a:buNone/>
                </a:pPr>
                <a:endParaRPr lang="en-US" sz="1800"/>
              </a:p>
              <a:p>
                <a:pPr marL="0" indent="0">
                  <a:buNone/>
                </a:pPr>
                <a:r>
                  <a:rPr lang="en-US" sz="1800"/>
                  <a:t>It’s convenient to follow the flow of error backwards from the output to the input.</a:t>
                </a:r>
              </a:p>
            </p:txBody>
          </p:sp>
        </mc:Choice>
        <mc:Fallback xmlns="">
          <p:sp>
            <p:nvSpPr>
              <p:cNvPr id="2" name="Content Placeholder 1">
                <a:extLst>
                  <a:ext uri="{FF2B5EF4-FFF2-40B4-BE49-F238E27FC236}">
                    <a16:creationId xmlns:a16="http://schemas.microsoft.com/office/drawing/2014/main" id="{CB7DBC11-FAA7-F35F-BB3F-43008BF4E6D6}"/>
                  </a:ext>
                </a:extLst>
              </p:cNvPr>
              <p:cNvSpPr>
                <a:spLocks noGrp="1" noRot="1" noChangeAspect="1" noMove="1" noResize="1" noEditPoints="1" noAdjustHandles="1" noChangeArrowheads="1" noChangeShapeType="1" noTextEdit="1"/>
              </p:cNvSpPr>
              <p:nvPr>
                <p:ph idx="26"/>
              </p:nvPr>
            </p:nvSpPr>
            <p:spPr>
              <a:xfrm>
                <a:off x="412940" y="789784"/>
                <a:ext cx="8318119" cy="3650177"/>
              </a:xfrm>
              <a:blipFill>
                <a:blip r:embed="rId3"/>
                <a:stretch>
                  <a:fillRect l="-610" t="-694" b="-590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FDE062D-E0F8-B5DE-9670-11C3200DAEC2}"/>
              </a:ext>
            </a:extLst>
          </p:cNvPr>
          <p:cNvSpPr>
            <a:spLocks noGrp="1"/>
          </p:cNvSpPr>
          <p:nvPr>
            <p:ph type="title"/>
          </p:nvPr>
        </p:nvSpPr>
        <p:spPr/>
        <p:txBody>
          <a:bodyPr/>
          <a:lstStyle/>
          <a:p>
            <a:r>
              <a:rPr lang="en-US"/>
              <a:t>Error Propagation</a:t>
            </a:r>
          </a:p>
        </p:txBody>
      </p:sp>
      <p:pic>
        <p:nvPicPr>
          <p:cNvPr id="4" name="Picture 3">
            <a:extLst>
              <a:ext uri="{FF2B5EF4-FFF2-40B4-BE49-F238E27FC236}">
                <a16:creationId xmlns:a16="http://schemas.microsoft.com/office/drawing/2014/main" id="{4D99C542-4A06-A812-8067-77CEA907ECCA}"/>
              </a:ext>
            </a:extLst>
          </p:cNvPr>
          <p:cNvPicPr>
            <a:picLocks noChangeAspect="1"/>
          </p:cNvPicPr>
          <p:nvPr/>
        </p:nvPicPr>
        <p:blipFill>
          <a:blip r:embed="rId4"/>
          <a:stretch>
            <a:fillRect/>
          </a:stretch>
        </p:blipFill>
        <p:spPr>
          <a:xfrm>
            <a:off x="5764357" y="1342952"/>
            <a:ext cx="2966702" cy="1353789"/>
          </a:xfrm>
          <a:prstGeom prst="rect">
            <a:avLst/>
          </a:prstGeom>
        </p:spPr>
      </p:pic>
    </p:spTree>
    <p:extLst>
      <p:ext uri="{BB962C8B-B14F-4D97-AF65-F5344CB8AC3E}">
        <p14:creationId xmlns:p14="http://schemas.microsoft.com/office/powerpoint/2010/main" val="7377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AE43A9-ED08-2606-04C3-133D0F1B4132}"/>
              </a:ext>
            </a:extLst>
          </p:cNvPr>
          <p:cNvSpPr>
            <a:spLocks noGrp="1"/>
          </p:cNvSpPr>
          <p:nvPr>
            <p:ph type="title"/>
          </p:nvPr>
        </p:nvSpPr>
        <p:spPr/>
        <p:txBody>
          <a:bodyPr/>
          <a:lstStyle/>
          <a:p>
            <a:r>
              <a:rPr lang="en-US"/>
              <a:t>Error Propagation</a:t>
            </a:r>
          </a:p>
        </p:txBody>
      </p:sp>
      <p:grpSp>
        <p:nvGrpSpPr>
          <p:cNvPr id="4" name="Group 3">
            <a:extLst>
              <a:ext uri="{FF2B5EF4-FFF2-40B4-BE49-F238E27FC236}">
                <a16:creationId xmlns:a16="http://schemas.microsoft.com/office/drawing/2014/main" id="{8AE15D74-B964-63E1-2EA9-481FA0EFC310}"/>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8AF0C263-2FC9-8B0A-B793-65F4B8CF8E5E}"/>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D0F39A-0AF7-1534-708B-254061B209BB}"/>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E62CB0EF-5CA1-BDA2-1647-14FBABE032F8}"/>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66D08F9-BE67-5B4E-3455-50C94B867BED}"/>
                </a:ext>
              </a:extLst>
            </p:cNvPr>
            <p:cNvCxnSpPr>
              <a:cxnSpLocks/>
            </p:cNvCxnSpPr>
            <p:nvPr/>
          </p:nvCxnSpPr>
          <p:spPr>
            <a:xfrm>
              <a:off x="403189" y="3173896"/>
              <a:ext cx="4704839"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CF570B5-2631-647E-1AED-E1B0D8FF1D51}"/>
                </a:ext>
              </a:extLst>
            </p:cNvPr>
            <p:cNvCxnSpPr>
              <a:cxnSpLocks/>
            </p:cNvCxnSpPr>
            <p:nvPr/>
          </p:nvCxnSpPr>
          <p:spPr>
            <a:xfrm flipV="1">
              <a:off x="403189" y="3632223"/>
              <a:ext cx="4704839" cy="67784"/>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1F9F46E-B9F2-D335-06F3-4A7F88D6C34B}"/>
                </a:ext>
              </a:extLst>
            </p:cNvPr>
            <p:cNvCxnSpPr>
              <a:cxnSpLocks/>
            </p:cNvCxnSpPr>
            <p:nvPr/>
          </p:nvCxnSpPr>
          <p:spPr>
            <a:xfrm>
              <a:off x="403189" y="4240696"/>
              <a:ext cx="4763901"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C6D8A5B-609D-A12E-4B66-5F01B7A57FA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77C3542D-FF16-6F8E-1676-BCA7A4509A27}"/>
                  </a:ext>
                </a:extLst>
              </p14:cNvPr>
              <p14:cNvContentPartPr/>
              <p14:nvPr/>
            </p14:nvContentPartPr>
            <p14:xfrm>
              <a:off x="485650" y="853250"/>
              <a:ext cx="1340280" cy="190800"/>
            </p14:xfrm>
          </p:contentPart>
        </mc:Choice>
        <mc:Fallback xmlns="">
          <p:pic>
            <p:nvPicPr>
              <p:cNvPr id="20" name="Ink 19">
                <a:extLst>
                  <a:ext uri="{FF2B5EF4-FFF2-40B4-BE49-F238E27FC236}">
                    <a16:creationId xmlns:a16="http://schemas.microsoft.com/office/drawing/2014/main" id="{77C3542D-FF16-6F8E-1676-BCA7A4509A27}"/>
                  </a:ext>
                </a:extLst>
              </p:cNvPr>
              <p:cNvPicPr/>
              <p:nvPr/>
            </p:nvPicPr>
            <p:blipFill>
              <a:blip r:embed="rId3"/>
              <a:stretch>
                <a:fillRect/>
              </a:stretch>
            </p:blipFill>
            <p:spPr>
              <a:xfrm>
                <a:off x="470166" y="837770"/>
                <a:ext cx="1370888"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CA49ADCF-D36F-F376-8B64-02274966A690}"/>
                  </a:ext>
                </a:extLst>
              </p14:cNvPr>
              <p14:cNvContentPartPr/>
              <p14:nvPr/>
            </p14:nvContentPartPr>
            <p14:xfrm>
              <a:off x="2032210" y="829130"/>
              <a:ext cx="2401560" cy="226800"/>
            </p14:xfrm>
          </p:contentPart>
        </mc:Choice>
        <mc:Fallback xmlns="">
          <p:pic>
            <p:nvPicPr>
              <p:cNvPr id="39" name="Ink 38">
                <a:extLst>
                  <a:ext uri="{FF2B5EF4-FFF2-40B4-BE49-F238E27FC236}">
                    <a16:creationId xmlns:a16="http://schemas.microsoft.com/office/drawing/2014/main" id="{CA49ADCF-D36F-F376-8B64-02274966A690}"/>
                  </a:ext>
                </a:extLst>
              </p:cNvPr>
              <p:cNvPicPr/>
              <p:nvPr/>
            </p:nvPicPr>
            <p:blipFill>
              <a:blip r:embed="rId5"/>
              <a:stretch>
                <a:fillRect/>
              </a:stretch>
            </p:blipFill>
            <p:spPr>
              <a:xfrm>
                <a:off x="2016728" y="813625"/>
                <a:ext cx="2432165" cy="25744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6" name="Ink 65">
                <a:extLst>
                  <a:ext uri="{FF2B5EF4-FFF2-40B4-BE49-F238E27FC236}">
                    <a16:creationId xmlns:a16="http://schemas.microsoft.com/office/drawing/2014/main" id="{05A17B16-C7E5-0EF6-F3F5-477CCB336467}"/>
                  </a:ext>
                </a:extLst>
              </p14:cNvPr>
              <p14:cNvContentPartPr/>
              <p14:nvPr/>
            </p14:nvContentPartPr>
            <p14:xfrm>
              <a:off x="7310170" y="853250"/>
              <a:ext cx="1139400" cy="223200"/>
            </p14:xfrm>
          </p:contentPart>
        </mc:Choice>
        <mc:Fallback xmlns="">
          <p:pic>
            <p:nvPicPr>
              <p:cNvPr id="66" name="Ink 65">
                <a:extLst>
                  <a:ext uri="{FF2B5EF4-FFF2-40B4-BE49-F238E27FC236}">
                    <a16:creationId xmlns:a16="http://schemas.microsoft.com/office/drawing/2014/main" id="{05A17B16-C7E5-0EF6-F3F5-477CCB336467}"/>
                  </a:ext>
                </a:extLst>
              </p:cNvPr>
              <p:cNvPicPr/>
              <p:nvPr/>
            </p:nvPicPr>
            <p:blipFill>
              <a:blip r:embed="rId7"/>
              <a:stretch>
                <a:fillRect/>
              </a:stretch>
            </p:blipFill>
            <p:spPr>
              <a:xfrm>
                <a:off x="7294690" y="837770"/>
                <a:ext cx="11700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7" name="Ink 66">
                <a:extLst>
                  <a:ext uri="{FF2B5EF4-FFF2-40B4-BE49-F238E27FC236}">
                    <a16:creationId xmlns:a16="http://schemas.microsoft.com/office/drawing/2014/main" id="{4F45772A-B093-1560-9AF4-D800F4A151D9}"/>
                  </a:ext>
                </a:extLst>
              </p14:cNvPr>
              <p14:cNvContentPartPr/>
              <p14:nvPr/>
            </p14:nvContentPartPr>
            <p14:xfrm>
              <a:off x="6107770" y="859010"/>
              <a:ext cx="964440" cy="192960"/>
            </p14:xfrm>
          </p:contentPart>
        </mc:Choice>
        <mc:Fallback xmlns="">
          <p:pic>
            <p:nvPicPr>
              <p:cNvPr id="67" name="Ink 66">
                <a:extLst>
                  <a:ext uri="{FF2B5EF4-FFF2-40B4-BE49-F238E27FC236}">
                    <a16:creationId xmlns:a16="http://schemas.microsoft.com/office/drawing/2014/main" id="{4F45772A-B093-1560-9AF4-D800F4A151D9}"/>
                  </a:ext>
                </a:extLst>
              </p:cNvPr>
              <p:cNvPicPr/>
              <p:nvPr/>
            </p:nvPicPr>
            <p:blipFill>
              <a:blip r:embed="rId9"/>
              <a:stretch>
                <a:fillRect/>
              </a:stretch>
            </p:blipFill>
            <p:spPr>
              <a:xfrm>
                <a:off x="6092290" y="843530"/>
                <a:ext cx="9950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8" name="Ink 67">
                <a:extLst>
                  <a:ext uri="{FF2B5EF4-FFF2-40B4-BE49-F238E27FC236}">
                    <a16:creationId xmlns:a16="http://schemas.microsoft.com/office/drawing/2014/main" id="{F5E4865F-A49F-B26F-0652-E917C8507A07}"/>
                  </a:ext>
                </a:extLst>
              </p14:cNvPr>
              <p14:cNvContentPartPr/>
              <p14:nvPr/>
            </p14:nvContentPartPr>
            <p14:xfrm>
              <a:off x="4567690" y="837050"/>
              <a:ext cx="1329840" cy="266400"/>
            </p14:xfrm>
          </p:contentPart>
        </mc:Choice>
        <mc:Fallback xmlns="">
          <p:pic>
            <p:nvPicPr>
              <p:cNvPr id="68" name="Ink 67">
                <a:extLst>
                  <a:ext uri="{FF2B5EF4-FFF2-40B4-BE49-F238E27FC236}">
                    <a16:creationId xmlns:a16="http://schemas.microsoft.com/office/drawing/2014/main" id="{F5E4865F-A49F-B26F-0652-E917C8507A07}"/>
                  </a:ext>
                </a:extLst>
              </p:cNvPr>
              <p:cNvPicPr/>
              <p:nvPr/>
            </p:nvPicPr>
            <p:blipFill>
              <a:blip r:embed="rId11"/>
              <a:stretch>
                <a:fillRect/>
              </a:stretch>
            </p:blipFill>
            <p:spPr>
              <a:xfrm>
                <a:off x="4552210" y="821570"/>
                <a:ext cx="136044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6" name="Ink 85">
                <a:extLst>
                  <a:ext uri="{FF2B5EF4-FFF2-40B4-BE49-F238E27FC236}">
                    <a16:creationId xmlns:a16="http://schemas.microsoft.com/office/drawing/2014/main" id="{2E82FB73-16B5-374B-2C10-B72FF12B8A23}"/>
                  </a:ext>
                </a:extLst>
              </p14:cNvPr>
              <p14:cNvContentPartPr/>
              <p14:nvPr/>
            </p14:nvContentPartPr>
            <p14:xfrm>
              <a:off x="1230130" y="1400810"/>
              <a:ext cx="2274480" cy="222480"/>
            </p14:xfrm>
          </p:contentPart>
        </mc:Choice>
        <mc:Fallback xmlns="">
          <p:pic>
            <p:nvPicPr>
              <p:cNvPr id="86" name="Ink 85">
                <a:extLst>
                  <a:ext uri="{FF2B5EF4-FFF2-40B4-BE49-F238E27FC236}">
                    <a16:creationId xmlns:a16="http://schemas.microsoft.com/office/drawing/2014/main" id="{2E82FB73-16B5-374B-2C10-B72FF12B8A23}"/>
                  </a:ext>
                </a:extLst>
              </p:cNvPr>
              <p:cNvPicPr/>
              <p:nvPr/>
            </p:nvPicPr>
            <p:blipFill>
              <a:blip r:embed="rId13"/>
              <a:stretch>
                <a:fillRect/>
              </a:stretch>
            </p:blipFill>
            <p:spPr>
              <a:xfrm>
                <a:off x="1214648" y="1385355"/>
                <a:ext cx="2305085" cy="253031"/>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7" name="Ink 86">
                <a:extLst>
                  <a:ext uri="{FF2B5EF4-FFF2-40B4-BE49-F238E27FC236}">
                    <a16:creationId xmlns:a16="http://schemas.microsoft.com/office/drawing/2014/main" id="{198FBB68-DC96-3F6F-AE57-2ADACCE49735}"/>
                  </a:ext>
                </a:extLst>
              </p14:cNvPr>
              <p14:cNvContentPartPr/>
              <p14:nvPr/>
            </p14:nvContentPartPr>
            <p14:xfrm>
              <a:off x="595090" y="1416650"/>
              <a:ext cx="436680" cy="212760"/>
            </p14:xfrm>
          </p:contentPart>
        </mc:Choice>
        <mc:Fallback xmlns="">
          <p:pic>
            <p:nvPicPr>
              <p:cNvPr id="87" name="Ink 86">
                <a:extLst>
                  <a:ext uri="{FF2B5EF4-FFF2-40B4-BE49-F238E27FC236}">
                    <a16:creationId xmlns:a16="http://schemas.microsoft.com/office/drawing/2014/main" id="{198FBB68-DC96-3F6F-AE57-2ADACCE49735}"/>
                  </a:ext>
                </a:extLst>
              </p:cNvPr>
              <p:cNvPicPr/>
              <p:nvPr/>
            </p:nvPicPr>
            <p:blipFill>
              <a:blip r:embed="rId15"/>
              <a:stretch>
                <a:fillRect/>
              </a:stretch>
            </p:blipFill>
            <p:spPr>
              <a:xfrm>
                <a:off x="579610" y="1401170"/>
                <a:ext cx="4672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5" name="Ink 94">
                <a:extLst>
                  <a:ext uri="{FF2B5EF4-FFF2-40B4-BE49-F238E27FC236}">
                    <a16:creationId xmlns:a16="http://schemas.microsoft.com/office/drawing/2014/main" id="{E7E4CC52-E6E8-4D03-AB1F-0AF7C483B60C}"/>
                  </a:ext>
                </a:extLst>
              </p14:cNvPr>
              <p14:cNvContentPartPr/>
              <p14:nvPr/>
            </p14:nvContentPartPr>
            <p14:xfrm>
              <a:off x="4456810" y="1412690"/>
              <a:ext cx="710280" cy="174600"/>
            </p14:xfrm>
          </p:contentPart>
        </mc:Choice>
        <mc:Fallback xmlns="">
          <p:pic>
            <p:nvPicPr>
              <p:cNvPr id="95" name="Ink 94">
                <a:extLst>
                  <a:ext uri="{FF2B5EF4-FFF2-40B4-BE49-F238E27FC236}">
                    <a16:creationId xmlns:a16="http://schemas.microsoft.com/office/drawing/2014/main" id="{E7E4CC52-E6E8-4D03-AB1F-0AF7C483B60C}"/>
                  </a:ext>
                </a:extLst>
              </p:cNvPr>
              <p:cNvPicPr/>
              <p:nvPr/>
            </p:nvPicPr>
            <p:blipFill>
              <a:blip r:embed="rId17"/>
              <a:stretch>
                <a:fillRect/>
              </a:stretch>
            </p:blipFill>
            <p:spPr>
              <a:xfrm>
                <a:off x="4441330" y="1397178"/>
                <a:ext cx="740880" cy="20526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6" name="Ink 95">
                <a:extLst>
                  <a:ext uri="{FF2B5EF4-FFF2-40B4-BE49-F238E27FC236}">
                    <a16:creationId xmlns:a16="http://schemas.microsoft.com/office/drawing/2014/main" id="{CC752926-58EF-CC44-DA89-52C57EFA544C}"/>
                  </a:ext>
                </a:extLst>
              </p14:cNvPr>
              <p14:cNvContentPartPr/>
              <p14:nvPr/>
            </p14:nvContentPartPr>
            <p14:xfrm>
              <a:off x="3706570" y="1426370"/>
              <a:ext cx="548280" cy="192960"/>
            </p14:xfrm>
          </p:contentPart>
        </mc:Choice>
        <mc:Fallback xmlns="">
          <p:pic>
            <p:nvPicPr>
              <p:cNvPr id="96" name="Ink 95">
                <a:extLst>
                  <a:ext uri="{FF2B5EF4-FFF2-40B4-BE49-F238E27FC236}">
                    <a16:creationId xmlns:a16="http://schemas.microsoft.com/office/drawing/2014/main" id="{CC752926-58EF-CC44-DA89-52C57EFA544C}"/>
                  </a:ext>
                </a:extLst>
              </p:cNvPr>
              <p:cNvPicPr/>
              <p:nvPr/>
            </p:nvPicPr>
            <p:blipFill>
              <a:blip r:embed="rId19"/>
              <a:stretch>
                <a:fillRect/>
              </a:stretch>
            </p:blipFill>
            <p:spPr>
              <a:xfrm>
                <a:off x="3691080" y="1410919"/>
                <a:ext cx="578900" cy="223503"/>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 name="Ink 111">
                <a:extLst>
                  <a:ext uri="{FF2B5EF4-FFF2-40B4-BE49-F238E27FC236}">
                    <a16:creationId xmlns:a16="http://schemas.microsoft.com/office/drawing/2014/main" id="{45A4A053-0B9F-4B1F-D7C5-25AFDC415DEE}"/>
                  </a:ext>
                </a:extLst>
              </p14:cNvPr>
              <p14:cNvContentPartPr/>
              <p14:nvPr/>
            </p14:nvContentPartPr>
            <p14:xfrm>
              <a:off x="6275890" y="1394690"/>
              <a:ext cx="991080" cy="224640"/>
            </p14:xfrm>
          </p:contentPart>
        </mc:Choice>
        <mc:Fallback xmlns="">
          <p:pic>
            <p:nvPicPr>
              <p:cNvPr id="112" name="Ink 111">
                <a:extLst>
                  <a:ext uri="{FF2B5EF4-FFF2-40B4-BE49-F238E27FC236}">
                    <a16:creationId xmlns:a16="http://schemas.microsoft.com/office/drawing/2014/main" id="{45A4A053-0B9F-4B1F-D7C5-25AFDC415DEE}"/>
                  </a:ext>
                </a:extLst>
              </p:cNvPr>
              <p:cNvPicPr/>
              <p:nvPr/>
            </p:nvPicPr>
            <p:blipFill>
              <a:blip r:embed="rId21"/>
              <a:stretch>
                <a:fillRect/>
              </a:stretch>
            </p:blipFill>
            <p:spPr>
              <a:xfrm>
                <a:off x="6260410" y="1379235"/>
                <a:ext cx="1021680" cy="25519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3" name="Ink 112">
                <a:extLst>
                  <a:ext uri="{FF2B5EF4-FFF2-40B4-BE49-F238E27FC236}">
                    <a16:creationId xmlns:a16="http://schemas.microsoft.com/office/drawing/2014/main" id="{252BCECC-2BAC-300F-5CB1-1846DC1A1347}"/>
                  </a:ext>
                </a:extLst>
              </p14:cNvPr>
              <p14:cNvContentPartPr/>
              <p14:nvPr/>
            </p14:nvContentPartPr>
            <p14:xfrm>
              <a:off x="5325850" y="1444370"/>
              <a:ext cx="674640" cy="190800"/>
            </p14:xfrm>
          </p:contentPart>
        </mc:Choice>
        <mc:Fallback xmlns="">
          <p:pic>
            <p:nvPicPr>
              <p:cNvPr id="113" name="Ink 112">
                <a:extLst>
                  <a:ext uri="{FF2B5EF4-FFF2-40B4-BE49-F238E27FC236}">
                    <a16:creationId xmlns:a16="http://schemas.microsoft.com/office/drawing/2014/main" id="{252BCECC-2BAC-300F-5CB1-1846DC1A1347}"/>
                  </a:ext>
                </a:extLst>
              </p:cNvPr>
              <p:cNvPicPr/>
              <p:nvPr/>
            </p:nvPicPr>
            <p:blipFill>
              <a:blip r:embed="rId23"/>
              <a:stretch>
                <a:fillRect/>
              </a:stretch>
            </p:blipFill>
            <p:spPr>
              <a:xfrm>
                <a:off x="5310362" y="1428890"/>
                <a:ext cx="705256"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3" name="Ink 122">
                <a:extLst>
                  <a:ext uri="{FF2B5EF4-FFF2-40B4-BE49-F238E27FC236}">
                    <a16:creationId xmlns:a16="http://schemas.microsoft.com/office/drawing/2014/main" id="{8BDBD7D1-BA4A-3EF4-17AC-C3D63ECE40D9}"/>
                  </a:ext>
                </a:extLst>
              </p14:cNvPr>
              <p14:cNvContentPartPr/>
              <p14:nvPr/>
            </p14:nvContentPartPr>
            <p14:xfrm>
              <a:off x="7516810" y="1393250"/>
              <a:ext cx="948600" cy="214560"/>
            </p14:xfrm>
          </p:contentPart>
        </mc:Choice>
        <mc:Fallback xmlns="">
          <p:pic>
            <p:nvPicPr>
              <p:cNvPr id="123" name="Ink 122">
                <a:extLst>
                  <a:ext uri="{FF2B5EF4-FFF2-40B4-BE49-F238E27FC236}">
                    <a16:creationId xmlns:a16="http://schemas.microsoft.com/office/drawing/2014/main" id="{8BDBD7D1-BA4A-3EF4-17AC-C3D63ECE40D9}"/>
                  </a:ext>
                </a:extLst>
              </p:cNvPr>
              <p:cNvPicPr/>
              <p:nvPr/>
            </p:nvPicPr>
            <p:blipFill>
              <a:blip r:embed="rId25"/>
              <a:stretch>
                <a:fillRect/>
              </a:stretch>
            </p:blipFill>
            <p:spPr>
              <a:xfrm>
                <a:off x="7501336" y="1377744"/>
                <a:ext cx="979188" cy="24521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8" name="Ink 157">
                <a:extLst>
                  <a:ext uri="{FF2B5EF4-FFF2-40B4-BE49-F238E27FC236}">
                    <a16:creationId xmlns:a16="http://schemas.microsoft.com/office/drawing/2014/main" id="{19133412-9F8F-08E3-C129-8412B9FBE01E}"/>
                  </a:ext>
                </a:extLst>
              </p14:cNvPr>
              <p14:cNvContentPartPr/>
              <p14:nvPr/>
            </p14:nvContentPartPr>
            <p14:xfrm>
              <a:off x="2468890" y="1984370"/>
              <a:ext cx="357120" cy="147240"/>
            </p14:xfrm>
          </p:contentPart>
        </mc:Choice>
        <mc:Fallback xmlns="">
          <p:pic>
            <p:nvPicPr>
              <p:cNvPr id="158" name="Ink 157">
                <a:extLst>
                  <a:ext uri="{FF2B5EF4-FFF2-40B4-BE49-F238E27FC236}">
                    <a16:creationId xmlns:a16="http://schemas.microsoft.com/office/drawing/2014/main" id="{19133412-9F8F-08E3-C129-8412B9FBE01E}"/>
                  </a:ext>
                </a:extLst>
              </p:cNvPr>
              <p:cNvPicPr/>
              <p:nvPr/>
            </p:nvPicPr>
            <p:blipFill>
              <a:blip r:embed="rId27"/>
              <a:stretch>
                <a:fillRect/>
              </a:stretch>
            </p:blipFill>
            <p:spPr>
              <a:xfrm>
                <a:off x="2453410" y="1968890"/>
                <a:ext cx="3877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9" name="Ink 158">
                <a:extLst>
                  <a:ext uri="{FF2B5EF4-FFF2-40B4-BE49-F238E27FC236}">
                    <a16:creationId xmlns:a16="http://schemas.microsoft.com/office/drawing/2014/main" id="{3579298E-0ECE-C6A1-D923-8006360C7515}"/>
                  </a:ext>
                </a:extLst>
              </p14:cNvPr>
              <p14:cNvContentPartPr/>
              <p14:nvPr/>
            </p14:nvContentPartPr>
            <p14:xfrm>
              <a:off x="1865170" y="2020010"/>
              <a:ext cx="131400" cy="59760"/>
            </p14:xfrm>
          </p:contentPart>
        </mc:Choice>
        <mc:Fallback xmlns="">
          <p:pic>
            <p:nvPicPr>
              <p:cNvPr id="159" name="Ink 158">
                <a:extLst>
                  <a:ext uri="{FF2B5EF4-FFF2-40B4-BE49-F238E27FC236}">
                    <a16:creationId xmlns:a16="http://schemas.microsoft.com/office/drawing/2014/main" id="{3579298E-0ECE-C6A1-D923-8006360C7515}"/>
                  </a:ext>
                </a:extLst>
              </p:cNvPr>
              <p:cNvPicPr/>
              <p:nvPr/>
            </p:nvPicPr>
            <p:blipFill>
              <a:blip r:embed="rId29"/>
              <a:stretch>
                <a:fillRect/>
              </a:stretch>
            </p:blipFill>
            <p:spPr>
              <a:xfrm>
                <a:off x="1849690" y="2004623"/>
                <a:ext cx="162000" cy="9017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0" name="Ink 159">
                <a:extLst>
                  <a:ext uri="{FF2B5EF4-FFF2-40B4-BE49-F238E27FC236}">
                    <a16:creationId xmlns:a16="http://schemas.microsoft.com/office/drawing/2014/main" id="{90DFD9EC-2EB7-502F-5B30-BFD2BB117230}"/>
                  </a:ext>
                </a:extLst>
              </p14:cNvPr>
              <p14:cNvContentPartPr/>
              <p14:nvPr/>
            </p14:nvContentPartPr>
            <p14:xfrm>
              <a:off x="1059490" y="2043770"/>
              <a:ext cx="535680" cy="107640"/>
            </p14:xfrm>
          </p:contentPart>
        </mc:Choice>
        <mc:Fallback xmlns="">
          <p:pic>
            <p:nvPicPr>
              <p:cNvPr id="160" name="Ink 159">
                <a:extLst>
                  <a:ext uri="{FF2B5EF4-FFF2-40B4-BE49-F238E27FC236}">
                    <a16:creationId xmlns:a16="http://schemas.microsoft.com/office/drawing/2014/main" id="{90DFD9EC-2EB7-502F-5B30-BFD2BB117230}"/>
                  </a:ext>
                </a:extLst>
              </p:cNvPr>
              <p:cNvPicPr/>
              <p:nvPr/>
            </p:nvPicPr>
            <p:blipFill>
              <a:blip r:embed="rId31"/>
              <a:stretch>
                <a:fillRect/>
              </a:stretch>
            </p:blipFill>
            <p:spPr>
              <a:xfrm>
                <a:off x="1044020" y="2028290"/>
                <a:ext cx="566259"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3" name="Ink 162">
                <a:extLst>
                  <a:ext uri="{FF2B5EF4-FFF2-40B4-BE49-F238E27FC236}">
                    <a16:creationId xmlns:a16="http://schemas.microsoft.com/office/drawing/2014/main" id="{A4C3EDD5-EF61-E65F-CD8E-56D6B7C2692C}"/>
                  </a:ext>
                </a:extLst>
              </p14:cNvPr>
              <p14:cNvContentPartPr/>
              <p14:nvPr/>
            </p14:nvContentPartPr>
            <p14:xfrm>
              <a:off x="3006370" y="1888970"/>
              <a:ext cx="641160" cy="182880"/>
            </p14:xfrm>
          </p:contentPart>
        </mc:Choice>
        <mc:Fallback xmlns="">
          <p:pic>
            <p:nvPicPr>
              <p:cNvPr id="163" name="Ink 162">
                <a:extLst>
                  <a:ext uri="{FF2B5EF4-FFF2-40B4-BE49-F238E27FC236}">
                    <a16:creationId xmlns:a16="http://schemas.microsoft.com/office/drawing/2014/main" id="{A4C3EDD5-EF61-E65F-CD8E-56D6B7C2692C}"/>
                  </a:ext>
                </a:extLst>
              </p:cNvPr>
              <p:cNvPicPr/>
              <p:nvPr/>
            </p:nvPicPr>
            <p:blipFill>
              <a:blip r:embed="rId33"/>
              <a:stretch>
                <a:fillRect/>
              </a:stretch>
            </p:blipFill>
            <p:spPr>
              <a:xfrm>
                <a:off x="2990890" y="1873520"/>
                <a:ext cx="671760" cy="2134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8" name="Ink 167">
                <a:extLst>
                  <a:ext uri="{FF2B5EF4-FFF2-40B4-BE49-F238E27FC236}">
                    <a16:creationId xmlns:a16="http://schemas.microsoft.com/office/drawing/2014/main" id="{28EA7178-674A-7C56-E786-A13044E061D6}"/>
                  </a:ext>
                </a:extLst>
              </p14:cNvPr>
              <p14:cNvContentPartPr/>
              <p14:nvPr/>
            </p14:nvContentPartPr>
            <p14:xfrm>
              <a:off x="3817810" y="1690970"/>
              <a:ext cx="588960" cy="499680"/>
            </p14:xfrm>
          </p:contentPart>
        </mc:Choice>
        <mc:Fallback xmlns="">
          <p:pic>
            <p:nvPicPr>
              <p:cNvPr id="168" name="Ink 167">
                <a:extLst>
                  <a:ext uri="{FF2B5EF4-FFF2-40B4-BE49-F238E27FC236}">
                    <a16:creationId xmlns:a16="http://schemas.microsoft.com/office/drawing/2014/main" id="{28EA7178-674A-7C56-E786-A13044E061D6}"/>
                  </a:ext>
                </a:extLst>
              </p:cNvPr>
              <p:cNvPicPr/>
              <p:nvPr/>
            </p:nvPicPr>
            <p:blipFill>
              <a:blip r:embed="rId35"/>
              <a:stretch>
                <a:fillRect/>
              </a:stretch>
            </p:blipFill>
            <p:spPr>
              <a:xfrm>
                <a:off x="3802339" y="1675490"/>
                <a:ext cx="619541" cy="530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7" name="Ink 186">
                <a:extLst>
                  <a:ext uri="{FF2B5EF4-FFF2-40B4-BE49-F238E27FC236}">
                    <a16:creationId xmlns:a16="http://schemas.microsoft.com/office/drawing/2014/main" id="{13B80162-87EB-3FC9-6167-4FD3EFCC68BB}"/>
                  </a:ext>
                </a:extLst>
              </p14:cNvPr>
              <p14:cNvContentPartPr/>
              <p14:nvPr/>
            </p14:nvContentPartPr>
            <p14:xfrm>
              <a:off x="8032690" y="1849370"/>
              <a:ext cx="531720" cy="238320"/>
            </p14:xfrm>
          </p:contentPart>
        </mc:Choice>
        <mc:Fallback xmlns="">
          <p:pic>
            <p:nvPicPr>
              <p:cNvPr id="187" name="Ink 186">
                <a:extLst>
                  <a:ext uri="{FF2B5EF4-FFF2-40B4-BE49-F238E27FC236}">
                    <a16:creationId xmlns:a16="http://schemas.microsoft.com/office/drawing/2014/main" id="{13B80162-87EB-3FC9-6167-4FD3EFCC68BB}"/>
                  </a:ext>
                </a:extLst>
              </p:cNvPr>
              <p:cNvPicPr/>
              <p:nvPr/>
            </p:nvPicPr>
            <p:blipFill>
              <a:blip r:embed="rId37"/>
              <a:stretch>
                <a:fillRect/>
              </a:stretch>
            </p:blipFill>
            <p:spPr>
              <a:xfrm>
                <a:off x="8017210" y="1833913"/>
                <a:ext cx="562320" cy="268874"/>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8" name="Ink 187">
                <a:extLst>
                  <a:ext uri="{FF2B5EF4-FFF2-40B4-BE49-F238E27FC236}">
                    <a16:creationId xmlns:a16="http://schemas.microsoft.com/office/drawing/2014/main" id="{360A3C78-4DEB-EC6C-1E27-B6D0122FAFB4}"/>
                  </a:ext>
                </a:extLst>
              </p14:cNvPr>
              <p14:cNvContentPartPr/>
              <p14:nvPr/>
            </p14:nvContentPartPr>
            <p14:xfrm>
              <a:off x="5889610" y="1859090"/>
              <a:ext cx="1933200" cy="311760"/>
            </p14:xfrm>
          </p:contentPart>
        </mc:Choice>
        <mc:Fallback xmlns="">
          <p:pic>
            <p:nvPicPr>
              <p:cNvPr id="188" name="Ink 187">
                <a:extLst>
                  <a:ext uri="{FF2B5EF4-FFF2-40B4-BE49-F238E27FC236}">
                    <a16:creationId xmlns:a16="http://schemas.microsoft.com/office/drawing/2014/main" id="{360A3C78-4DEB-EC6C-1E27-B6D0122FAFB4}"/>
                  </a:ext>
                </a:extLst>
              </p:cNvPr>
              <p:cNvPicPr/>
              <p:nvPr/>
            </p:nvPicPr>
            <p:blipFill>
              <a:blip r:embed="rId39"/>
              <a:stretch>
                <a:fillRect/>
              </a:stretch>
            </p:blipFill>
            <p:spPr>
              <a:xfrm>
                <a:off x="5874130" y="1843610"/>
                <a:ext cx="196380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3" name="Ink 192">
                <a:extLst>
                  <a:ext uri="{FF2B5EF4-FFF2-40B4-BE49-F238E27FC236}">
                    <a16:creationId xmlns:a16="http://schemas.microsoft.com/office/drawing/2014/main" id="{04F1F1E7-63C1-0112-C119-1484CED3D6AD}"/>
                  </a:ext>
                </a:extLst>
              </p14:cNvPr>
              <p14:cNvContentPartPr/>
              <p14:nvPr/>
            </p14:nvContentPartPr>
            <p14:xfrm>
              <a:off x="2242090" y="1845410"/>
              <a:ext cx="194400" cy="218160"/>
            </p14:xfrm>
          </p:contentPart>
        </mc:Choice>
        <mc:Fallback xmlns="">
          <p:pic>
            <p:nvPicPr>
              <p:cNvPr id="193" name="Ink 192">
                <a:extLst>
                  <a:ext uri="{FF2B5EF4-FFF2-40B4-BE49-F238E27FC236}">
                    <a16:creationId xmlns:a16="http://schemas.microsoft.com/office/drawing/2014/main" id="{04F1F1E7-63C1-0112-C119-1484CED3D6AD}"/>
                  </a:ext>
                </a:extLst>
              </p:cNvPr>
              <p:cNvPicPr/>
              <p:nvPr/>
            </p:nvPicPr>
            <p:blipFill>
              <a:blip r:embed="rId41"/>
              <a:stretch>
                <a:fillRect/>
              </a:stretch>
            </p:blipFill>
            <p:spPr>
              <a:xfrm>
                <a:off x="2226610" y="1829930"/>
                <a:ext cx="22500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4" name="Ink 193">
                <a:extLst>
                  <a:ext uri="{FF2B5EF4-FFF2-40B4-BE49-F238E27FC236}">
                    <a16:creationId xmlns:a16="http://schemas.microsoft.com/office/drawing/2014/main" id="{06916D81-ED8B-51EC-524F-83B7EDED6C67}"/>
                  </a:ext>
                </a:extLst>
              </p14:cNvPr>
              <p14:cNvContentPartPr/>
              <p14:nvPr/>
            </p14:nvContentPartPr>
            <p14:xfrm>
              <a:off x="912970" y="1829930"/>
              <a:ext cx="166320" cy="245160"/>
            </p14:xfrm>
          </p:contentPart>
        </mc:Choice>
        <mc:Fallback xmlns="">
          <p:pic>
            <p:nvPicPr>
              <p:cNvPr id="194" name="Ink 193">
                <a:extLst>
                  <a:ext uri="{FF2B5EF4-FFF2-40B4-BE49-F238E27FC236}">
                    <a16:creationId xmlns:a16="http://schemas.microsoft.com/office/drawing/2014/main" id="{06916D81-ED8B-51EC-524F-83B7EDED6C67}"/>
                  </a:ext>
                </a:extLst>
              </p:cNvPr>
              <p:cNvPicPr/>
              <p:nvPr/>
            </p:nvPicPr>
            <p:blipFill>
              <a:blip r:embed="rId43"/>
              <a:stretch>
                <a:fillRect/>
              </a:stretch>
            </p:blipFill>
            <p:spPr>
              <a:xfrm>
                <a:off x="897456" y="1814450"/>
                <a:ext cx="196986"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97" name="Ink 196">
                <a:extLst>
                  <a:ext uri="{FF2B5EF4-FFF2-40B4-BE49-F238E27FC236}">
                    <a16:creationId xmlns:a16="http://schemas.microsoft.com/office/drawing/2014/main" id="{C8EDFE2B-C59E-3F14-9485-1C9A24E78CAA}"/>
                  </a:ext>
                </a:extLst>
              </p14:cNvPr>
              <p14:cNvContentPartPr/>
              <p14:nvPr/>
            </p14:nvContentPartPr>
            <p14:xfrm>
              <a:off x="4063690" y="2012090"/>
              <a:ext cx="206280" cy="176760"/>
            </p14:xfrm>
          </p:contentPart>
        </mc:Choice>
        <mc:Fallback xmlns="">
          <p:pic>
            <p:nvPicPr>
              <p:cNvPr id="197" name="Ink 196">
                <a:extLst>
                  <a:ext uri="{FF2B5EF4-FFF2-40B4-BE49-F238E27FC236}">
                    <a16:creationId xmlns:a16="http://schemas.microsoft.com/office/drawing/2014/main" id="{C8EDFE2B-C59E-3F14-9485-1C9A24E78CAA}"/>
                  </a:ext>
                </a:extLst>
              </p:cNvPr>
              <p:cNvPicPr/>
              <p:nvPr/>
            </p:nvPicPr>
            <p:blipFill>
              <a:blip r:embed="rId45"/>
              <a:stretch>
                <a:fillRect/>
              </a:stretch>
            </p:blipFill>
            <p:spPr>
              <a:xfrm>
                <a:off x="4048210" y="1996610"/>
                <a:ext cx="2368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00" name="Ink 199">
                <a:extLst>
                  <a:ext uri="{FF2B5EF4-FFF2-40B4-BE49-F238E27FC236}">
                    <a16:creationId xmlns:a16="http://schemas.microsoft.com/office/drawing/2014/main" id="{0EBFB6E7-F0DC-2310-6754-1F86D7518858}"/>
                  </a:ext>
                </a:extLst>
              </p14:cNvPr>
              <p14:cNvContentPartPr/>
              <p14:nvPr/>
            </p14:nvContentPartPr>
            <p14:xfrm>
              <a:off x="5484970" y="1873130"/>
              <a:ext cx="178560" cy="190800"/>
            </p14:xfrm>
          </p:contentPart>
        </mc:Choice>
        <mc:Fallback xmlns="">
          <p:pic>
            <p:nvPicPr>
              <p:cNvPr id="200" name="Ink 199">
                <a:extLst>
                  <a:ext uri="{FF2B5EF4-FFF2-40B4-BE49-F238E27FC236}">
                    <a16:creationId xmlns:a16="http://schemas.microsoft.com/office/drawing/2014/main" id="{0EBFB6E7-F0DC-2310-6754-1F86D7518858}"/>
                  </a:ext>
                </a:extLst>
              </p:cNvPr>
              <p:cNvPicPr/>
              <p:nvPr/>
            </p:nvPicPr>
            <p:blipFill>
              <a:blip r:embed="rId47"/>
              <a:stretch>
                <a:fillRect/>
              </a:stretch>
            </p:blipFill>
            <p:spPr>
              <a:xfrm>
                <a:off x="5469490" y="1857679"/>
                <a:ext cx="209160" cy="221342"/>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14" name="Ink 213">
                <a:extLst>
                  <a:ext uri="{FF2B5EF4-FFF2-40B4-BE49-F238E27FC236}">
                    <a16:creationId xmlns:a16="http://schemas.microsoft.com/office/drawing/2014/main" id="{5604EDF0-7D10-B292-FF9C-7D58CAC8F915}"/>
                  </a:ext>
                </a:extLst>
              </p14:cNvPr>
              <p14:cNvContentPartPr/>
              <p14:nvPr/>
            </p14:nvContentPartPr>
            <p14:xfrm>
              <a:off x="1317610" y="2413130"/>
              <a:ext cx="1047960" cy="202680"/>
            </p14:xfrm>
          </p:contentPart>
        </mc:Choice>
        <mc:Fallback xmlns="">
          <p:pic>
            <p:nvPicPr>
              <p:cNvPr id="214" name="Ink 213">
                <a:extLst>
                  <a:ext uri="{FF2B5EF4-FFF2-40B4-BE49-F238E27FC236}">
                    <a16:creationId xmlns:a16="http://schemas.microsoft.com/office/drawing/2014/main" id="{5604EDF0-7D10-B292-FF9C-7D58CAC8F915}"/>
                  </a:ext>
                </a:extLst>
              </p:cNvPr>
              <p:cNvPicPr/>
              <p:nvPr/>
            </p:nvPicPr>
            <p:blipFill>
              <a:blip r:embed="rId49"/>
              <a:stretch>
                <a:fillRect/>
              </a:stretch>
            </p:blipFill>
            <p:spPr>
              <a:xfrm>
                <a:off x="1302130" y="2397622"/>
                <a:ext cx="1078560" cy="233334"/>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15" name="Ink 214">
                <a:extLst>
                  <a:ext uri="{FF2B5EF4-FFF2-40B4-BE49-F238E27FC236}">
                    <a16:creationId xmlns:a16="http://schemas.microsoft.com/office/drawing/2014/main" id="{52BE8217-9075-571D-8412-372467C2671C}"/>
                  </a:ext>
                </a:extLst>
              </p14:cNvPr>
              <p14:cNvContentPartPr/>
              <p14:nvPr/>
            </p14:nvContentPartPr>
            <p14:xfrm>
              <a:off x="579610" y="2424650"/>
              <a:ext cx="519480" cy="222480"/>
            </p14:xfrm>
          </p:contentPart>
        </mc:Choice>
        <mc:Fallback xmlns="">
          <p:pic>
            <p:nvPicPr>
              <p:cNvPr id="215" name="Ink 214">
                <a:extLst>
                  <a:ext uri="{FF2B5EF4-FFF2-40B4-BE49-F238E27FC236}">
                    <a16:creationId xmlns:a16="http://schemas.microsoft.com/office/drawing/2014/main" id="{52BE8217-9075-571D-8412-372467C2671C}"/>
                  </a:ext>
                </a:extLst>
              </p:cNvPr>
              <p:cNvPicPr/>
              <p:nvPr/>
            </p:nvPicPr>
            <p:blipFill>
              <a:blip r:embed="rId51"/>
              <a:stretch>
                <a:fillRect/>
              </a:stretch>
            </p:blipFill>
            <p:spPr>
              <a:xfrm>
                <a:off x="564119" y="2409170"/>
                <a:ext cx="550101"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16" name="Ink 215">
                <a:extLst>
                  <a:ext uri="{FF2B5EF4-FFF2-40B4-BE49-F238E27FC236}">
                    <a16:creationId xmlns:a16="http://schemas.microsoft.com/office/drawing/2014/main" id="{640ABCB3-08B3-7D79-95F5-E4084739D3CD}"/>
                  </a:ext>
                </a:extLst>
              </p14:cNvPr>
              <p14:cNvContentPartPr/>
              <p14:nvPr/>
            </p14:nvContentPartPr>
            <p14:xfrm>
              <a:off x="2682730" y="2480450"/>
              <a:ext cx="242280" cy="198720"/>
            </p14:xfrm>
          </p:contentPart>
        </mc:Choice>
        <mc:Fallback xmlns="">
          <p:pic>
            <p:nvPicPr>
              <p:cNvPr id="216" name="Ink 215">
                <a:extLst>
                  <a:ext uri="{FF2B5EF4-FFF2-40B4-BE49-F238E27FC236}">
                    <a16:creationId xmlns:a16="http://schemas.microsoft.com/office/drawing/2014/main" id="{640ABCB3-08B3-7D79-95F5-E4084739D3CD}"/>
                  </a:ext>
                </a:extLst>
              </p:cNvPr>
              <p:cNvPicPr/>
              <p:nvPr/>
            </p:nvPicPr>
            <p:blipFill>
              <a:blip r:embed="rId53"/>
              <a:stretch>
                <a:fillRect/>
              </a:stretch>
            </p:blipFill>
            <p:spPr>
              <a:xfrm>
                <a:off x="2667273" y="2464970"/>
                <a:ext cx="272835"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19" name="Ink 218">
                <a:extLst>
                  <a:ext uri="{FF2B5EF4-FFF2-40B4-BE49-F238E27FC236}">
                    <a16:creationId xmlns:a16="http://schemas.microsoft.com/office/drawing/2014/main" id="{ADB35A1A-B6BE-5636-7A32-292D052BA3EB}"/>
                  </a:ext>
                </a:extLst>
              </p14:cNvPr>
              <p14:cNvContentPartPr/>
              <p14:nvPr/>
            </p14:nvContentPartPr>
            <p14:xfrm>
              <a:off x="2939050" y="2591330"/>
              <a:ext cx="101160" cy="115560"/>
            </p14:xfrm>
          </p:contentPart>
        </mc:Choice>
        <mc:Fallback xmlns="">
          <p:pic>
            <p:nvPicPr>
              <p:cNvPr id="219" name="Ink 218">
                <a:extLst>
                  <a:ext uri="{FF2B5EF4-FFF2-40B4-BE49-F238E27FC236}">
                    <a16:creationId xmlns:a16="http://schemas.microsoft.com/office/drawing/2014/main" id="{ADB35A1A-B6BE-5636-7A32-292D052BA3EB}"/>
                  </a:ext>
                </a:extLst>
              </p:cNvPr>
              <p:cNvPicPr/>
              <p:nvPr/>
            </p:nvPicPr>
            <p:blipFill>
              <a:blip r:embed="rId55"/>
              <a:stretch>
                <a:fillRect/>
              </a:stretch>
            </p:blipFill>
            <p:spPr>
              <a:xfrm>
                <a:off x="2923625" y="2575802"/>
                <a:ext cx="131651" cy="146256"/>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23" name="Ink 222">
                <a:extLst>
                  <a:ext uri="{FF2B5EF4-FFF2-40B4-BE49-F238E27FC236}">
                    <a16:creationId xmlns:a16="http://schemas.microsoft.com/office/drawing/2014/main" id="{4E107DBD-D85C-00FB-8F79-02A356175F46}"/>
                  </a:ext>
                </a:extLst>
              </p14:cNvPr>
              <p14:cNvContentPartPr/>
              <p14:nvPr/>
            </p14:nvContentPartPr>
            <p14:xfrm>
              <a:off x="3016090" y="2325650"/>
              <a:ext cx="286200" cy="162720"/>
            </p14:xfrm>
          </p:contentPart>
        </mc:Choice>
        <mc:Fallback xmlns="">
          <p:pic>
            <p:nvPicPr>
              <p:cNvPr id="223" name="Ink 222">
                <a:extLst>
                  <a:ext uri="{FF2B5EF4-FFF2-40B4-BE49-F238E27FC236}">
                    <a16:creationId xmlns:a16="http://schemas.microsoft.com/office/drawing/2014/main" id="{4E107DBD-D85C-00FB-8F79-02A356175F46}"/>
                  </a:ext>
                </a:extLst>
              </p:cNvPr>
              <p:cNvPicPr/>
              <p:nvPr/>
            </p:nvPicPr>
            <p:blipFill>
              <a:blip r:embed="rId57"/>
              <a:stretch>
                <a:fillRect/>
              </a:stretch>
            </p:blipFill>
            <p:spPr>
              <a:xfrm>
                <a:off x="3000610" y="2310170"/>
                <a:ext cx="31680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26" name="Ink 225">
                <a:extLst>
                  <a:ext uri="{FF2B5EF4-FFF2-40B4-BE49-F238E27FC236}">
                    <a16:creationId xmlns:a16="http://schemas.microsoft.com/office/drawing/2014/main" id="{34C9C7E1-E499-72DA-A2FB-BF408721B921}"/>
                  </a:ext>
                </a:extLst>
              </p14:cNvPr>
              <p14:cNvContentPartPr/>
              <p14:nvPr/>
            </p14:nvContentPartPr>
            <p14:xfrm>
              <a:off x="3984490" y="2520410"/>
              <a:ext cx="171000" cy="106920"/>
            </p14:xfrm>
          </p:contentPart>
        </mc:Choice>
        <mc:Fallback xmlns="">
          <p:pic>
            <p:nvPicPr>
              <p:cNvPr id="226" name="Ink 225">
                <a:extLst>
                  <a:ext uri="{FF2B5EF4-FFF2-40B4-BE49-F238E27FC236}">
                    <a16:creationId xmlns:a16="http://schemas.microsoft.com/office/drawing/2014/main" id="{34C9C7E1-E499-72DA-A2FB-BF408721B921}"/>
                  </a:ext>
                </a:extLst>
              </p:cNvPr>
              <p:cNvPicPr/>
              <p:nvPr/>
            </p:nvPicPr>
            <p:blipFill>
              <a:blip r:embed="rId59"/>
              <a:stretch>
                <a:fillRect/>
              </a:stretch>
            </p:blipFill>
            <p:spPr>
              <a:xfrm>
                <a:off x="3969010" y="2504930"/>
                <a:ext cx="2016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36" name="Ink 235">
                <a:extLst>
                  <a:ext uri="{FF2B5EF4-FFF2-40B4-BE49-F238E27FC236}">
                    <a16:creationId xmlns:a16="http://schemas.microsoft.com/office/drawing/2014/main" id="{C995449A-DB92-F09D-E75C-CF948C89838F}"/>
                  </a:ext>
                </a:extLst>
              </p14:cNvPr>
              <p14:cNvContentPartPr/>
              <p14:nvPr/>
            </p14:nvContentPartPr>
            <p14:xfrm>
              <a:off x="4345570" y="2412770"/>
              <a:ext cx="1328040" cy="276480"/>
            </p14:xfrm>
          </p:contentPart>
        </mc:Choice>
        <mc:Fallback xmlns="">
          <p:pic>
            <p:nvPicPr>
              <p:cNvPr id="236" name="Ink 235">
                <a:extLst>
                  <a:ext uri="{FF2B5EF4-FFF2-40B4-BE49-F238E27FC236}">
                    <a16:creationId xmlns:a16="http://schemas.microsoft.com/office/drawing/2014/main" id="{C995449A-DB92-F09D-E75C-CF948C89838F}"/>
                  </a:ext>
                </a:extLst>
              </p:cNvPr>
              <p:cNvPicPr/>
              <p:nvPr/>
            </p:nvPicPr>
            <p:blipFill>
              <a:blip r:embed="rId61"/>
              <a:stretch>
                <a:fillRect/>
              </a:stretch>
            </p:blipFill>
            <p:spPr>
              <a:xfrm>
                <a:off x="4330090" y="2397270"/>
                <a:ext cx="1358640" cy="307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37" name="Ink 236">
                <a:extLst>
                  <a:ext uri="{FF2B5EF4-FFF2-40B4-BE49-F238E27FC236}">
                    <a16:creationId xmlns:a16="http://schemas.microsoft.com/office/drawing/2014/main" id="{CBF85AD7-B952-48B5-2667-1BA318A13DDB}"/>
                  </a:ext>
                </a:extLst>
              </p14:cNvPr>
              <p14:cNvContentPartPr/>
              <p14:nvPr/>
            </p14:nvContentPartPr>
            <p14:xfrm>
              <a:off x="3484810" y="2504210"/>
              <a:ext cx="313560" cy="139320"/>
            </p14:xfrm>
          </p:contentPart>
        </mc:Choice>
        <mc:Fallback xmlns="">
          <p:pic>
            <p:nvPicPr>
              <p:cNvPr id="237" name="Ink 236">
                <a:extLst>
                  <a:ext uri="{FF2B5EF4-FFF2-40B4-BE49-F238E27FC236}">
                    <a16:creationId xmlns:a16="http://schemas.microsoft.com/office/drawing/2014/main" id="{CBF85AD7-B952-48B5-2667-1BA318A13DDB}"/>
                  </a:ext>
                </a:extLst>
              </p:cNvPr>
              <p:cNvPicPr/>
              <p:nvPr/>
            </p:nvPicPr>
            <p:blipFill>
              <a:blip r:embed="rId63"/>
              <a:stretch>
                <a:fillRect/>
              </a:stretch>
            </p:blipFill>
            <p:spPr>
              <a:xfrm>
                <a:off x="3469312" y="2488730"/>
                <a:ext cx="344195"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49" name="Ink 248">
                <a:extLst>
                  <a:ext uri="{FF2B5EF4-FFF2-40B4-BE49-F238E27FC236}">
                    <a16:creationId xmlns:a16="http://schemas.microsoft.com/office/drawing/2014/main" id="{257852AF-4847-1D6E-7C34-A40D808050E1}"/>
                  </a:ext>
                </a:extLst>
              </p14:cNvPr>
              <p14:cNvContentPartPr/>
              <p14:nvPr/>
            </p14:nvContentPartPr>
            <p14:xfrm>
              <a:off x="6258610" y="2426450"/>
              <a:ext cx="1258200" cy="252000"/>
            </p14:xfrm>
          </p:contentPart>
        </mc:Choice>
        <mc:Fallback xmlns="">
          <p:pic>
            <p:nvPicPr>
              <p:cNvPr id="249" name="Ink 248">
                <a:extLst>
                  <a:ext uri="{FF2B5EF4-FFF2-40B4-BE49-F238E27FC236}">
                    <a16:creationId xmlns:a16="http://schemas.microsoft.com/office/drawing/2014/main" id="{257852AF-4847-1D6E-7C34-A40D808050E1}"/>
                  </a:ext>
                </a:extLst>
              </p:cNvPr>
              <p:cNvPicPr/>
              <p:nvPr/>
            </p:nvPicPr>
            <p:blipFill>
              <a:blip r:embed="rId65"/>
              <a:stretch>
                <a:fillRect/>
              </a:stretch>
            </p:blipFill>
            <p:spPr>
              <a:xfrm>
                <a:off x="6243134" y="2410948"/>
                <a:ext cx="1288791" cy="282644"/>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50" name="Ink 249">
                <a:extLst>
                  <a:ext uri="{FF2B5EF4-FFF2-40B4-BE49-F238E27FC236}">
                    <a16:creationId xmlns:a16="http://schemas.microsoft.com/office/drawing/2014/main" id="{54BBD8DB-9795-43CC-B455-1BC4874419C3}"/>
                  </a:ext>
                </a:extLst>
              </p14:cNvPr>
              <p14:cNvContentPartPr/>
              <p14:nvPr/>
            </p14:nvContentPartPr>
            <p14:xfrm>
              <a:off x="5806090" y="2408810"/>
              <a:ext cx="226440" cy="218520"/>
            </p14:xfrm>
          </p:contentPart>
        </mc:Choice>
        <mc:Fallback xmlns="">
          <p:pic>
            <p:nvPicPr>
              <p:cNvPr id="250" name="Ink 249">
                <a:extLst>
                  <a:ext uri="{FF2B5EF4-FFF2-40B4-BE49-F238E27FC236}">
                    <a16:creationId xmlns:a16="http://schemas.microsoft.com/office/drawing/2014/main" id="{54BBD8DB-9795-43CC-B455-1BC4874419C3}"/>
                  </a:ext>
                </a:extLst>
              </p:cNvPr>
              <p:cNvPicPr/>
              <p:nvPr/>
            </p:nvPicPr>
            <p:blipFill>
              <a:blip r:embed="rId67"/>
              <a:stretch>
                <a:fillRect/>
              </a:stretch>
            </p:blipFill>
            <p:spPr>
              <a:xfrm>
                <a:off x="5790610" y="2393330"/>
                <a:ext cx="257040" cy="249120"/>
              </a:xfrm>
              <a:prstGeom prst="rect">
                <a:avLst/>
              </a:prstGeom>
            </p:spPr>
          </p:pic>
        </mc:Fallback>
      </mc:AlternateContent>
      <p:pic>
        <p:nvPicPr>
          <p:cNvPr id="251" name="Picture 250">
            <a:extLst>
              <a:ext uri="{FF2B5EF4-FFF2-40B4-BE49-F238E27FC236}">
                <a16:creationId xmlns:a16="http://schemas.microsoft.com/office/drawing/2014/main" id="{A5ED798E-2630-C642-B61A-6C72C81CB8DB}"/>
              </a:ext>
            </a:extLst>
          </p:cNvPr>
          <p:cNvPicPr>
            <a:picLocks noChangeAspect="1"/>
          </p:cNvPicPr>
          <p:nvPr/>
        </p:nvPicPr>
        <p:blipFill>
          <a:blip r:embed="rId68"/>
          <a:stretch>
            <a:fillRect/>
          </a:stretch>
        </p:blipFill>
        <p:spPr>
          <a:xfrm>
            <a:off x="5300834" y="2819572"/>
            <a:ext cx="3561698" cy="1625302"/>
          </a:xfrm>
          <a:prstGeom prst="rect">
            <a:avLst/>
          </a:prstGeom>
        </p:spPr>
      </p:pic>
      <mc:AlternateContent xmlns:mc="http://schemas.openxmlformats.org/markup-compatibility/2006" xmlns:p14="http://schemas.microsoft.com/office/powerpoint/2010/main">
        <mc:Choice Requires="p14">
          <p:contentPart p14:bwMode="auto" r:id="rId69">
            <p14:nvContentPartPr>
              <p14:cNvPr id="24" name="Ink 23">
                <a:extLst>
                  <a:ext uri="{FF2B5EF4-FFF2-40B4-BE49-F238E27FC236}">
                    <a16:creationId xmlns:a16="http://schemas.microsoft.com/office/drawing/2014/main" id="{356376C1-5F40-4717-6D5E-599E77DB504E}"/>
                  </a:ext>
                </a:extLst>
              </p14:cNvPr>
              <p14:cNvContentPartPr/>
              <p14:nvPr/>
            </p14:nvContentPartPr>
            <p14:xfrm>
              <a:off x="662770" y="2926490"/>
              <a:ext cx="2170800" cy="255960"/>
            </p14:xfrm>
          </p:contentPart>
        </mc:Choice>
        <mc:Fallback xmlns="">
          <p:pic>
            <p:nvPicPr>
              <p:cNvPr id="24" name="Ink 23">
                <a:extLst>
                  <a:ext uri="{FF2B5EF4-FFF2-40B4-BE49-F238E27FC236}">
                    <a16:creationId xmlns:a16="http://schemas.microsoft.com/office/drawing/2014/main" id="{356376C1-5F40-4717-6D5E-599E77DB504E}"/>
                  </a:ext>
                </a:extLst>
              </p:cNvPr>
              <p:cNvPicPr/>
              <p:nvPr/>
            </p:nvPicPr>
            <p:blipFill>
              <a:blip r:embed="rId70"/>
              <a:stretch>
                <a:fillRect/>
              </a:stretch>
            </p:blipFill>
            <p:spPr>
              <a:xfrm>
                <a:off x="647293" y="2911010"/>
                <a:ext cx="2201395"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1" name="Ink 30">
                <a:extLst>
                  <a:ext uri="{FF2B5EF4-FFF2-40B4-BE49-F238E27FC236}">
                    <a16:creationId xmlns:a16="http://schemas.microsoft.com/office/drawing/2014/main" id="{29114FD0-2FE7-DFBA-CD0D-2A3C2C3DB671}"/>
                  </a:ext>
                </a:extLst>
              </p14:cNvPr>
              <p14:cNvContentPartPr/>
              <p14:nvPr/>
            </p14:nvContentPartPr>
            <p14:xfrm>
              <a:off x="3123370" y="2873210"/>
              <a:ext cx="603360" cy="343800"/>
            </p14:xfrm>
          </p:contentPart>
        </mc:Choice>
        <mc:Fallback xmlns="">
          <p:pic>
            <p:nvPicPr>
              <p:cNvPr id="31" name="Ink 30">
                <a:extLst>
                  <a:ext uri="{FF2B5EF4-FFF2-40B4-BE49-F238E27FC236}">
                    <a16:creationId xmlns:a16="http://schemas.microsoft.com/office/drawing/2014/main" id="{29114FD0-2FE7-DFBA-CD0D-2A3C2C3DB671}"/>
                  </a:ext>
                </a:extLst>
              </p:cNvPr>
              <p:cNvPicPr/>
              <p:nvPr/>
            </p:nvPicPr>
            <p:blipFill>
              <a:blip r:embed="rId72"/>
              <a:stretch>
                <a:fillRect/>
              </a:stretch>
            </p:blipFill>
            <p:spPr>
              <a:xfrm>
                <a:off x="3107899" y="2857746"/>
                <a:ext cx="633942" cy="374368"/>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0" name="Ink 39">
                <a:extLst>
                  <a:ext uri="{FF2B5EF4-FFF2-40B4-BE49-F238E27FC236}">
                    <a16:creationId xmlns:a16="http://schemas.microsoft.com/office/drawing/2014/main" id="{06318637-5D66-CF2C-6E22-EC58C7E54573}"/>
                  </a:ext>
                </a:extLst>
              </p14:cNvPr>
              <p14:cNvContentPartPr/>
              <p14:nvPr/>
            </p14:nvContentPartPr>
            <p14:xfrm>
              <a:off x="4294450" y="2986610"/>
              <a:ext cx="492120" cy="224280"/>
            </p14:xfrm>
          </p:contentPart>
        </mc:Choice>
        <mc:Fallback xmlns="">
          <p:pic>
            <p:nvPicPr>
              <p:cNvPr id="40" name="Ink 39">
                <a:extLst>
                  <a:ext uri="{FF2B5EF4-FFF2-40B4-BE49-F238E27FC236}">
                    <a16:creationId xmlns:a16="http://schemas.microsoft.com/office/drawing/2014/main" id="{06318637-5D66-CF2C-6E22-EC58C7E54573}"/>
                  </a:ext>
                </a:extLst>
              </p:cNvPr>
              <p:cNvPicPr/>
              <p:nvPr/>
            </p:nvPicPr>
            <p:blipFill>
              <a:blip r:embed="rId74"/>
              <a:stretch>
                <a:fillRect/>
              </a:stretch>
            </p:blipFill>
            <p:spPr>
              <a:xfrm>
                <a:off x="4278970" y="2971155"/>
                <a:ext cx="522720" cy="254831"/>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1" name="Ink 40">
                <a:extLst>
                  <a:ext uri="{FF2B5EF4-FFF2-40B4-BE49-F238E27FC236}">
                    <a16:creationId xmlns:a16="http://schemas.microsoft.com/office/drawing/2014/main" id="{0F15E08F-2634-E843-592D-508A4E679727}"/>
                  </a:ext>
                </a:extLst>
              </p14:cNvPr>
              <p14:cNvContentPartPr/>
              <p14:nvPr/>
            </p14:nvContentPartPr>
            <p14:xfrm>
              <a:off x="3900970" y="2968970"/>
              <a:ext cx="183240" cy="178560"/>
            </p14:xfrm>
          </p:contentPart>
        </mc:Choice>
        <mc:Fallback xmlns="">
          <p:pic>
            <p:nvPicPr>
              <p:cNvPr id="41" name="Ink 40">
                <a:extLst>
                  <a:ext uri="{FF2B5EF4-FFF2-40B4-BE49-F238E27FC236}">
                    <a16:creationId xmlns:a16="http://schemas.microsoft.com/office/drawing/2014/main" id="{0F15E08F-2634-E843-592D-508A4E679727}"/>
                  </a:ext>
                </a:extLst>
              </p:cNvPr>
              <p:cNvPicPr/>
              <p:nvPr/>
            </p:nvPicPr>
            <p:blipFill>
              <a:blip r:embed="rId76"/>
              <a:stretch>
                <a:fillRect/>
              </a:stretch>
            </p:blipFill>
            <p:spPr>
              <a:xfrm>
                <a:off x="3885460" y="2953490"/>
                <a:ext cx="2139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4" name="Ink 53">
                <a:extLst>
                  <a:ext uri="{FF2B5EF4-FFF2-40B4-BE49-F238E27FC236}">
                    <a16:creationId xmlns:a16="http://schemas.microsoft.com/office/drawing/2014/main" id="{EADB8DAA-B3B1-6303-2CE6-931F995F8A7B}"/>
                  </a:ext>
                </a:extLst>
              </p14:cNvPr>
              <p14:cNvContentPartPr/>
              <p14:nvPr/>
            </p14:nvContentPartPr>
            <p14:xfrm>
              <a:off x="642610" y="3492770"/>
              <a:ext cx="1268640" cy="241560"/>
            </p14:xfrm>
          </p:contentPart>
        </mc:Choice>
        <mc:Fallback xmlns="">
          <p:pic>
            <p:nvPicPr>
              <p:cNvPr id="54" name="Ink 53">
                <a:extLst>
                  <a:ext uri="{FF2B5EF4-FFF2-40B4-BE49-F238E27FC236}">
                    <a16:creationId xmlns:a16="http://schemas.microsoft.com/office/drawing/2014/main" id="{EADB8DAA-B3B1-6303-2CE6-931F995F8A7B}"/>
                  </a:ext>
                </a:extLst>
              </p:cNvPr>
              <p:cNvPicPr/>
              <p:nvPr/>
            </p:nvPicPr>
            <p:blipFill>
              <a:blip r:embed="rId78"/>
              <a:stretch>
                <a:fillRect/>
              </a:stretch>
            </p:blipFill>
            <p:spPr>
              <a:xfrm>
                <a:off x="627130" y="3477313"/>
                <a:ext cx="1299240" cy="272114"/>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8" name="Ink 57">
                <a:extLst>
                  <a:ext uri="{FF2B5EF4-FFF2-40B4-BE49-F238E27FC236}">
                    <a16:creationId xmlns:a16="http://schemas.microsoft.com/office/drawing/2014/main" id="{29DE6057-4AFA-FE9E-8031-A92D31C643D8}"/>
                  </a:ext>
                </a:extLst>
              </p14:cNvPr>
              <p14:cNvContentPartPr/>
              <p14:nvPr/>
            </p14:nvContentPartPr>
            <p14:xfrm>
              <a:off x="2071450" y="3448490"/>
              <a:ext cx="349920" cy="218880"/>
            </p14:xfrm>
          </p:contentPart>
        </mc:Choice>
        <mc:Fallback xmlns="">
          <p:pic>
            <p:nvPicPr>
              <p:cNvPr id="58" name="Ink 57">
                <a:extLst>
                  <a:ext uri="{FF2B5EF4-FFF2-40B4-BE49-F238E27FC236}">
                    <a16:creationId xmlns:a16="http://schemas.microsoft.com/office/drawing/2014/main" id="{29DE6057-4AFA-FE9E-8031-A92D31C643D8}"/>
                  </a:ext>
                </a:extLst>
              </p:cNvPr>
              <p:cNvPicPr/>
              <p:nvPr/>
            </p:nvPicPr>
            <p:blipFill>
              <a:blip r:embed="rId80"/>
              <a:stretch>
                <a:fillRect/>
              </a:stretch>
            </p:blipFill>
            <p:spPr>
              <a:xfrm>
                <a:off x="2055954" y="3432984"/>
                <a:ext cx="380552" cy="24953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5" name="Ink 74">
                <a:extLst>
                  <a:ext uri="{FF2B5EF4-FFF2-40B4-BE49-F238E27FC236}">
                    <a16:creationId xmlns:a16="http://schemas.microsoft.com/office/drawing/2014/main" id="{9AFB0369-15C1-EAC9-9711-73751A6E50E5}"/>
                  </a:ext>
                </a:extLst>
              </p14:cNvPr>
              <p14:cNvContentPartPr/>
              <p14:nvPr/>
            </p14:nvContentPartPr>
            <p14:xfrm>
              <a:off x="4425130" y="3313850"/>
              <a:ext cx="319680" cy="345600"/>
            </p14:xfrm>
          </p:contentPart>
        </mc:Choice>
        <mc:Fallback xmlns="">
          <p:pic>
            <p:nvPicPr>
              <p:cNvPr id="75" name="Ink 74">
                <a:extLst>
                  <a:ext uri="{FF2B5EF4-FFF2-40B4-BE49-F238E27FC236}">
                    <a16:creationId xmlns:a16="http://schemas.microsoft.com/office/drawing/2014/main" id="{9AFB0369-15C1-EAC9-9711-73751A6E50E5}"/>
                  </a:ext>
                </a:extLst>
              </p:cNvPr>
              <p:cNvPicPr/>
              <p:nvPr/>
            </p:nvPicPr>
            <p:blipFill>
              <a:blip r:embed="rId82"/>
              <a:stretch>
                <a:fillRect/>
              </a:stretch>
            </p:blipFill>
            <p:spPr>
              <a:xfrm>
                <a:off x="4409650" y="3298370"/>
                <a:ext cx="35028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6" name="Ink 75">
                <a:extLst>
                  <a:ext uri="{FF2B5EF4-FFF2-40B4-BE49-F238E27FC236}">
                    <a16:creationId xmlns:a16="http://schemas.microsoft.com/office/drawing/2014/main" id="{73D42F81-D1FE-F461-B3FD-0D1CE35C7456}"/>
                  </a:ext>
                </a:extLst>
              </p14:cNvPr>
              <p14:cNvContentPartPr/>
              <p14:nvPr/>
            </p14:nvContentPartPr>
            <p14:xfrm>
              <a:off x="3805930" y="3484490"/>
              <a:ext cx="412920" cy="166680"/>
            </p14:xfrm>
          </p:contentPart>
        </mc:Choice>
        <mc:Fallback xmlns="">
          <p:pic>
            <p:nvPicPr>
              <p:cNvPr id="76" name="Ink 75">
                <a:extLst>
                  <a:ext uri="{FF2B5EF4-FFF2-40B4-BE49-F238E27FC236}">
                    <a16:creationId xmlns:a16="http://schemas.microsoft.com/office/drawing/2014/main" id="{73D42F81-D1FE-F461-B3FD-0D1CE35C7456}"/>
                  </a:ext>
                </a:extLst>
              </p:cNvPr>
              <p:cNvPicPr/>
              <p:nvPr/>
            </p:nvPicPr>
            <p:blipFill>
              <a:blip r:embed="rId84"/>
              <a:stretch>
                <a:fillRect/>
              </a:stretch>
            </p:blipFill>
            <p:spPr>
              <a:xfrm>
                <a:off x="3790463" y="3469010"/>
                <a:ext cx="443493"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7" name="Ink 76">
                <a:extLst>
                  <a:ext uri="{FF2B5EF4-FFF2-40B4-BE49-F238E27FC236}">
                    <a16:creationId xmlns:a16="http://schemas.microsoft.com/office/drawing/2014/main" id="{DD7C2B4F-B0C3-7EBA-768B-E927A61A4C7A}"/>
                  </a:ext>
                </a:extLst>
              </p14:cNvPr>
              <p14:cNvContentPartPr/>
              <p14:nvPr/>
            </p14:nvContentPartPr>
            <p14:xfrm>
              <a:off x="3166930" y="3433370"/>
              <a:ext cx="413280" cy="221400"/>
            </p14:xfrm>
          </p:contentPart>
        </mc:Choice>
        <mc:Fallback xmlns="">
          <p:pic>
            <p:nvPicPr>
              <p:cNvPr id="77" name="Ink 76">
                <a:extLst>
                  <a:ext uri="{FF2B5EF4-FFF2-40B4-BE49-F238E27FC236}">
                    <a16:creationId xmlns:a16="http://schemas.microsoft.com/office/drawing/2014/main" id="{DD7C2B4F-B0C3-7EBA-768B-E927A61A4C7A}"/>
                  </a:ext>
                </a:extLst>
              </p:cNvPr>
              <p:cNvPicPr/>
              <p:nvPr/>
            </p:nvPicPr>
            <p:blipFill>
              <a:blip r:embed="rId86"/>
              <a:stretch>
                <a:fillRect/>
              </a:stretch>
            </p:blipFill>
            <p:spPr>
              <a:xfrm>
                <a:off x="3151450" y="3417915"/>
                <a:ext cx="443880" cy="25195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8" name="Ink 77">
                <a:extLst>
                  <a:ext uri="{FF2B5EF4-FFF2-40B4-BE49-F238E27FC236}">
                    <a16:creationId xmlns:a16="http://schemas.microsoft.com/office/drawing/2014/main" id="{850AAC26-B6D4-DA6B-4DA6-7A9DB5FA1866}"/>
                  </a:ext>
                </a:extLst>
              </p14:cNvPr>
              <p14:cNvContentPartPr/>
              <p14:nvPr/>
            </p14:nvContentPartPr>
            <p14:xfrm>
              <a:off x="2730610" y="3329690"/>
              <a:ext cx="174600" cy="329760"/>
            </p14:xfrm>
          </p:contentPart>
        </mc:Choice>
        <mc:Fallback xmlns="">
          <p:pic>
            <p:nvPicPr>
              <p:cNvPr id="78" name="Ink 77">
                <a:extLst>
                  <a:ext uri="{FF2B5EF4-FFF2-40B4-BE49-F238E27FC236}">
                    <a16:creationId xmlns:a16="http://schemas.microsoft.com/office/drawing/2014/main" id="{850AAC26-B6D4-DA6B-4DA6-7A9DB5FA1866}"/>
                  </a:ext>
                </a:extLst>
              </p:cNvPr>
              <p:cNvPicPr/>
              <p:nvPr/>
            </p:nvPicPr>
            <p:blipFill>
              <a:blip r:embed="rId88"/>
              <a:stretch>
                <a:fillRect/>
              </a:stretch>
            </p:blipFill>
            <p:spPr>
              <a:xfrm>
                <a:off x="2715130" y="3314210"/>
                <a:ext cx="205200" cy="3603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2" name="Ink 81">
                <a:extLst>
                  <a:ext uri="{FF2B5EF4-FFF2-40B4-BE49-F238E27FC236}">
                    <a16:creationId xmlns:a16="http://schemas.microsoft.com/office/drawing/2014/main" id="{B31B500A-8AE4-2129-4620-AF2C0AD62D85}"/>
                  </a:ext>
                </a:extLst>
              </p14:cNvPr>
              <p14:cNvContentPartPr/>
              <p14:nvPr/>
            </p14:nvContentPartPr>
            <p14:xfrm>
              <a:off x="571330" y="3853490"/>
              <a:ext cx="242280" cy="484560"/>
            </p14:xfrm>
          </p:contentPart>
        </mc:Choice>
        <mc:Fallback xmlns="">
          <p:pic>
            <p:nvPicPr>
              <p:cNvPr id="82" name="Ink 81">
                <a:extLst>
                  <a:ext uri="{FF2B5EF4-FFF2-40B4-BE49-F238E27FC236}">
                    <a16:creationId xmlns:a16="http://schemas.microsoft.com/office/drawing/2014/main" id="{B31B500A-8AE4-2129-4620-AF2C0AD62D85}"/>
                  </a:ext>
                </a:extLst>
              </p:cNvPr>
              <p:cNvPicPr/>
              <p:nvPr/>
            </p:nvPicPr>
            <p:blipFill>
              <a:blip r:embed="rId90"/>
              <a:stretch>
                <a:fillRect/>
              </a:stretch>
            </p:blipFill>
            <p:spPr>
              <a:xfrm>
                <a:off x="555873" y="3838010"/>
                <a:ext cx="272835" cy="5151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90" name="Ink 89">
                <a:extLst>
                  <a:ext uri="{FF2B5EF4-FFF2-40B4-BE49-F238E27FC236}">
                    <a16:creationId xmlns:a16="http://schemas.microsoft.com/office/drawing/2014/main" id="{BD1AE000-2E19-905C-7139-28532A7D21D3}"/>
                  </a:ext>
                </a:extLst>
              </p14:cNvPr>
              <p14:cNvContentPartPr/>
              <p14:nvPr/>
            </p14:nvContentPartPr>
            <p14:xfrm>
              <a:off x="1426330" y="3960770"/>
              <a:ext cx="363600" cy="317880"/>
            </p14:xfrm>
          </p:contentPart>
        </mc:Choice>
        <mc:Fallback xmlns="">
          <p:pic>
            <p:nvPicPr>
              <p:cNvPr id="90" name="Ink 89">
                <a:extLst>
                  <a:ext uri="{FF2B5EF4-FFF2-40B4-BE49-F238E27FC236}">
                    <a16:creationId xmlns:a16="http://schemas.microsoft.com/office/drawing/2014/main" id="{BD1AE000-2E19-905C-7139-28532A7D21D3}"/>
                  </a:ext>
                </a:extLst>
              </p:cNvPr>
              <p:cNvPicPr/>
              <p:nvPr/>
            </p:nvPicPr>
            <p:blipFill>
              <a:blip r:embed="rId92"/>
              <a:stretch>
                <a:fillRect/>
              </a:stretch>
            </p:blipFill>
            <p:spPr>
              <a:xfrm>
                <a:off x="1410850" y="3945290"/>
                <a:ext cx="39420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91" name="Ink 90">
                <a:extLst>
                  <a:ext uri="{FF2B5EF4-FFF2-40B4-BE49-F238E27FC236}">
                    <a16:creationId xmlns:a16="http://schemas.microsoft.com/office/drawing/2014/main" id="{B9F40923-5276-580A-256A-083A4807E54B}"/>
                  </a:ext>
                </a:extLst>
              </p14:cNvPr>
              <p14:cNvContentPartPr/>
              <p14:nvPr/>
            </p14:nvContentPartPr>
            <p14:xfrm>
              <a:off x="996130" y="4151210"/>
              <a:ext cx="135360" cy="51840"/>
            </p14:xfrm>
          </p:contentPart>
        </mc:Choice>
        <mc:Fallback xmlns="">
          <p:pic>
            <p:nvPicPr>
              <p:cNvPr id="91" name="Ink 90">
                <a:extLst>
                  <a:ext uri="{FF2B5EF4-FFF2-40B4-BE49-F238E27FC236}">
                    <a16:creationId xmlns:a16="http://schemas.microsoft.com/office/drawing/2014/main" id="{B9F40923-5276-580A-256A-083A4807E54B}"/>
                  </a:ext>
                </a:extLst>
              </p:cNvPr>
              <p:cNvPicPr/>
              <p:nvPr/>
            </p:nvPicPr>
            <p:blipFill>
              <a:blip r:embed="rId94"/>
              <a:stretch>
                <a:fillRect/>
              </a:stretch>
            </p:blipFill>
            <p:spPr>
              <a:xfrm>
                <a:off x="980650" y="4135837"/>
                <a:ext cx="165960" cy="82229"/>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00" name="Ink 99">
                <a:extLst>
                  <a:ext uri="{FF2B5EF4-FFF2-40B4-BE49-F238E27FC236}">
                    <a16:creationId xmlns:a16="http://schemas.microsoft.com/office/drawing/2014/main" id="{CA5D903C-1EC2-9D12-EE7F-F41EE7E7775F}"/>
                  </a:ext>
                </a:extLst>
              </p14:cNvPr>
              <p14:cNvContentPartPr/>
              <p14:nvPr/>
            </p14:nvContentPartPr>
            <p14:xfrm>
              <a:off x="1877050" y="3885530"/>
              <a:ext cx="476280" cy="418680"/>
            </p14:xfrm>
          </p:contentPart>
        </mc:Choice>
        <mc:Fallback xmlns="">
          <p:pic>
            <p:nvPicPr>
              <p:cNvPr id="100" name="Ink 99">
                <a:extLst>
                  <a:ext uri="{FF2B5EF4-FFF2-40B4-BE49-F238E27FC236}">
                    <a16:creationId xmlns:a16="http://schemas.microsoft.com/office/drawing/2014/main" id="{CA5D903C-1EC2-9D12-EE7F-F41EE7E7775F}"/>
                  </a:ext>
                </a:extLst>
              </p:cNvPr>
              <p:cNvPicPr/>
              <p:nvPr/>
            </p:nvPicPr>
            <p:blipFill>
              <a:blip r:embed="rId96"/>
              <a:stretch>
                <a:fillRect/>
              </a:stretch>
            </p:blipFill>
            <p:spPr>
              <a:xfrm>
                <a:off x="1861582" y="3870037"/>
                <a:ext cx="506857" cy="449306"/>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03" name="Ink 102">
                <a:extLst>
                  <a:ext uri="{FF2B5EF4-FFF2-40B4-BE49-F238E27FC236}">
                    <a16:creationId xmlns:a16="http://schemas.microsoft.com/office/drawing/2014/main" id="{E72B311B-BC1F-4F55-4E41-596549B0F9FE}"/>
                  </a:ext>
                </a:extLst>
              </p14:cNvPr>
              <p14:cNvContentPartPr/>
              <p14:nvPr/>
            </p14:nvContentPartPr>
            <p14:xfrm>
              <a:off x="2388970" y="4059770"/>
              <a:ext cx="190800" cy="272880"/>
            </p14:xfrm>
          </p:contentPart>
        </mc:Choice>
        <mc:Fallback xmlns="">
          <p:pic>
            <p:nvPicPr>
              <p:cNvPr id="103" name="Ink 102">
                <a:extLst>
                  <a:ext uri="{FF2B5EF4-FFF2-40B4-BE49-F238E27FC236}">
                    <a16:creationId xmlns:a16="http://schemas.microsoft.com/office/drawing/2014/main" id="{E72B311B-BC1F-4F55-4E41-596549B0F9FE}"/>
                  </a:ext>
                </a:extLst>
              </p:cNvPr>
              <p:cNvPicPr/>
              <p:nvPr/>
            </p:nvPicPr>
            <p:blipFill>
              <a:blip r:embed="rId98"/>
              <a:stretch>
                <a:fillRect/>
              </a:stretch>
            </p:blipFill>
            <p:spPr>
              <a:xfrm>
                <a:off x="2373490" y="4044290"/>
                <a:ext cx="22140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4" name="Ink 103">
                <a:extLst>
                  <a:ext uri="{FF2B5EF4-FFF2-40B4-BE49-F238E27FC236}">
                    <a16:creationId xmlns:a16="http://schemas.microsoft.com/office/drawing/2014/main" id="{0EB2638A-9398-9861-21C8-C753EAE98573}"/>
                  </a:ext>
                </a:extLst>
              </p14:cNvPr>
              <p14:cNvContentPartPr/>
              <p14:nvPr/>
            </p14:nvContentPartPr>
            <p14:xfrm>
              <a:off x="6215050" y="3281810"/>
              <a:ext cx="28080" cy="76320"/>
            </p14:xfrm>
          </p:contentPart>
        </mc:Choice>
        <mc:Fallback xmlns="">
          <p:pic>
            <p:nvPicPr>
              <p:cNvPr id="104" name="Ink 103">
                <a:extLst>
                  <a:ext uri="{FF2B5EF4-FFF2-40B4-BE49-F238E27FC236}">
                    <a16:creationId xmlns:a16="http://schemas.microsoft.com/office/drawing/2014/main" id="{0EB2638A-9398-9861-21C8-C753EAE98573}"/>
                  </a:ext>
                </a:extLst>
              </p:cNvPr>
              <p:cNvPicPr/>
              <p:nvPr/>
            </p:nvPicPr>
            <p:blipFill>
              <a:blip r:embed="rId100"/>
              <a:stretch>
                <a:fillRect/>
              </a:stretch>
            </p:blipFill>
            <p:spPr>
              <a:xfrm>
                <a:off x="6199570" y="3266330"/>
                <a:ext cx="586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05" name="Ink 104">
                <a:extLst>
                  <a:ext uri="{FF2B5EF4-FFF2-40B4-BE49-F238E27FC236}">
                    <a16:creationId xmlns:a16="http://schemas.microsoft.com/office/drawing/2014/main" id="{93311440-63DD-2722-3909-816331FE1EC0}"/>
                  </a:ext>
                </a:extLst>
              </p14:cNvPr>
              <p14:cNvContentPartPr/>
              <p14:nvPr/>
            </p14:nvContentPartPr>
            <p14:xfrm>
              <a:off x="6222970" y="4206650"/>
              <a:ext cx="71640" cy="91800"/>
            </p14:xfrm>
          </p:contentPart>
        </mc:Choice>
        <mc:Fallback xmlns="">
          <p:pic>
            <p:nvPicPr>
              <p:cNvPr id="105" name="Ink 104">
                <a:extLst>
                  <a:ext uri="{FF2B5EF4-FFF2-40B4-BE49-F238E27FC236}">
                    <a16:creationId xmlns:a16="http://schemas.microsoft.com/office/drawing/2014/main" id="{93311440-63DD-2722-3909-816331FE1EC0}"/>
                  </a:ext>
                </a:extLst>
              </p:cNvPr>
              <p:cNvPicPr/>
              <p:nvPr/>
            </p:nvPicPr>
            <p:blipFill>
              <a:blip r:embed="rId102"/>
              <a:stretch>
                <a:fillRect/>
              </a:stretch>
            </p:blipFill>
            <p:spPr>
              <a:xfrm>
                <a:off x="6207567" y="4191109"/>
                <a:ext cx="102087" cy="1225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6" name="Ink 105">
                <a:extLst>
                  <a:ext uri="{FF2B5EF4-FFF2-40B4-BE49-F238E27FC236}">
                    <a16:creationId xmlns:a16="http://schemas.microsoft.com/office/drawing/2014/main" id="{FED9FE5B-24DE-04B1-5DF6-2BC5CFCEB0A1}"/>
                  </a:ext>
                </a:extLst>
              </p14:cNvPr>
              <p14:cNvContentPartPr/>
              <p14:nvPr/>
            </p14:nvContentPartPr>
            <p14:xfrm>
              <a:off x="7227010" y="3174890"/>
              <a:ext cx="28080" cy="107640"/>
            </p14:xfrm>
          </p:contentPart>
        </mc:Choice>
        <mc:Fallback xmlns="">
          <p:pic>
            <p:nvPicPr>
              <p:cNvPr id="106" name="Ink 105">
                <a:extLst>
                  <a:ext uri="{FF2B5EF4-FFF2-40B4-BE49-F238E27FC236}">
                    <a16:creationId xmlns:a16="http://schemas.microsoft.com/office/drawing/2014/main" id="{FED9FE5B-24DE-04B1-5DF6-2BC5CFCEB0A1}"/>
                  </a:ext>
                </a:extLst>
              </p:cNvPr>
              <p:cNvPicPr/>
              <p:nvPr/>
            </p:nvPicPr>
            <p:blipFill>
              <a:blip r:embed="rId104"/>
              <a:stretch>
                <a:fillRect/>
              </a:stretch>
            </p:blipFill>
            <p:spPr>
              <a:xfrm>
                <a:off x="7211530" y="3159410"/>
                <a:ext cx="586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7" name="Ink 106">
                <a:extLst>
                  <a:ext uri="{FF2B5EF4-FFF2-40B4-BE49-F238E27FC236}">
                    <a16:creationId xmlns:a16="http://schemas.microsoft.com/office/drawing/2014/main" id="{F5A70EAF-6EED-6BD2-874D-7176A7ABCB39}"/>
                  </a:ext>
                </a:extLst>
              </p14:cNvPr>
              <p14:cNvContentPartPr/>
              <p14:nvPr/>
            </p14:nvContentPartPr>
            <p14:xfrm>
              <a:off x="7207210" y="3686810"/>
              <a:ext cx="111600" cy="79560"/>
            </p14:xfrm>
          </p:contentPart>
        </mc:Choice>
        <mc:Fallback xmlns="">
          <p:pic>
            <p:nvPicPr>
              <p:cNvPr id="107" name="Ink 106">
                <a:extLst>
                  <a:ext uri="{FF2B5EF4-FFF2-40B4-BE49-F238E27FC236}">
                    <a16:creationId xmlns:a16="http://schemas.microsoft.com/office/drawing/2014/main" id="{F5A70EAF-6EED-6BD2-874D-7176A7ABCB39}"/>
                  </a:ext>
                </a:extLst>
              </p:cNvPr>
              <p:cNvPicPr/>
              <p:nvPr/>
            </p:nvPicPr>
            <p:blipFill>
              <a:blip r:embed="rId106"/>
              <a:stretch>
                <a:fillRect/>
              </a:stretch>
            </p:blipFill>
            <p:spPr>
              <a:xfrm>
                <a:off x="7191730" y="3671400"/>
                <a:ext cx="142200" cy="110022"/>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8" name="Ink 107">
                <a:extLst>
                  <a:ext uri="{FF2B5EF4-FFF2-40B4-BE49-F238E27FC236}">
                    <a16:creationId xmlns:a16="http://schemas.microsoft.com/office/drawing/2014/main" id="{F2C9DE9D-A586-995A-19A2-3B3E13F32C22}"/>
                  </a:ext>
                </a:extLst>
              </p14:cNvPr>
              <p14:cNvContentPartPr/>
              <p14:nvPr/>
            </p14:nvContentPartPr>
            <p14:xfrm>
              <a:off x="7187050" y="4151210"/>
              <a:ext cx="87840" cy="99720"/>
            </p14:xfrm>
          </p:contentPart>
        </mc:Choice>
        <mc:Fallback xmlns="">
          <p:pic>
            <p:nvPicPr>
              <p:cNvPr id="108" name="Ink 107">
                <a:extLst>
                  <a:ext uri="{FF2B5EF4-FFF2-40B4-BE49-F238E27FC236}">
                    <a16:creationId xmlns:a16="http://schemas.microsoft.com/office/drawing/2014/main" id="{F2C9DE9D-A586-995A-19A2-3B3E13F32C22}"/>
                  </a:ext>
                </a:extLst>
              </p:cNvPr>
              <p:cNvPicPr/>
              <p:nvPr/>
            </p:nvPicPr>
            <p:blipFill>
              <a:blip r:embed="rId108"/>
              <a:stretch>
                <a:fillRect/>
              </a:stretch>
            </p:blipFill>
            <p:spPr>
              <a:xfrm>
                <a:off x="7171570" y="4135730"/>
                <a:ext cx="1184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9" name="Ink 108">
                <a:extLst>
                  <a:ext uri="{FF2B5EF4-FFF2-40B4-BE49-F238E27FC236}">
                    <a16:creationId xmlns:a16="http://schemas.microsoft.com/office/drawing/2014/main" id="{9991D30D-1E6F-F31D-8D8F-C05B11A287C9}"/>
                  </a:ext>
                </a:extLst>
              </p14:cNvPr>
              <p14:cNvContentPartPr/>
              <p14:nvPr/>
            </p14:nvContentPartPr>
            <p14:xfrm>
              <a:off x="8131690" y="3262010"/>
              <a:ext cx="20160" cy="111600"/>
            </p14:xfrm>
          </p:contentPart>
        </mc:Choice>
        <mc:Fallback xmlns="">
          <p:pic>
            <p:nvPicPr>
              <p:cNvPr id="109" name="Ink 108">
                <a:extLst>
                  <a:ext uri="{FF2B5EF4-FFF2-40B4-BE49-F238E27FC236}">
                    <a16:creationId xmlns:a16="http://schemas.microsoft.com/office/drawing/2014/main" id="{9991D30D-1E6F-F31D-8D8F-C05B11A287C9}"/>
                  </a:ext>
                </a:extLst>
              </p:cNvPr>
              <p:cNvPicPr/>
              <p:nvPr/>
            </p:nvPicPr>
            <p:blipFill>
              <a:blip r:embed="rId110"/>
              <a:stretch>
                <a:fillRect/>
              </a:stretch>
            </p:blipFill>
            <p:spPr>
              <a:xfrm>
                <a:off x="8116210" y="3246530"/>
                <a:ext cx="507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10" name="Ink 109">
                <a:extLst>
                  <a:ext uri="{FF2B5EF4-FFF2-40B4-BE49-F238E27FC236}">
                    <a16:creationId xmlns:a16="http://schemas.microsoft.com/office/drawing/2014/main" id="{F00C3CAB-5ED1-D380-BB24-048336A905B0}"/>
                  </a:ext>
                </a:extLst>
              </p14:cNvPr>
              <p14:cNvContentPartPr/>
              <p14:nvPr/>
            </p14:nvContentPartPr>
            <p14:xfrm>
              <a:off x="8153290" y="4194770"/>
              <a:ext cx="125640" cy="87840"/>
            </p14:xfrm>
          </p:contentPart>
        </mc:Choice>
        <mc:Fallback xmlns="">
          <p:pic>
            <p:nvPicPr>
              <p:cNvPr id="110" name="Ink 109">
                <a:extLst>
                  <a:ext uri="{FF2B5EF4-FFF2-40B4-BE49-F238E27FC236}">
                    <a16:creationId xmlns:a16="http://schemas.microsoft.com/office/drawing/2014/main" id="{F00C3CAB-5ED1-D380-BB24-048336A905B0}"/>
                  </a:ext>
                </a:extLst>
              </p:cNvPr>
              <p:cNvPicPr/>
              <p:nvPr/>
            </p:nvPicPr>
            <p:blipFill>
              <a:blip r:embed="rId112"/>
              <a:stretch>
                <a:fillRect/>
              </a:stretch>
            </p:blipFill>
            <p:spPr>
              <a:xfrm>
                <a:off x="8137810" y="4179226"/>
                <a:ext cx="156240" cy="118566"/>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19" name="Ink 118">
                <a:extLst>
                  <a:ext uri="{FF2B5EF4-FFF2-40B4-BE49-F238E27FC236}">
                    <a16:creationId xmlns:a16="http://schemas.microsoft.com/office/drawing/2014/main" id="{6DAB11E5-C219-017B-3397-455CF8B96184}"/>
                  </a:ext>
                </a:extLst>
              </p14:cNvPr>
              <p14:cNvContentPartPr/>
              <p14:nvPr/>
            </p14:nvContentPartPr>
            <p14:xfrm>
              <a:off x="2786050" y="4143290"/>
              <a:ext cx="111600" cy="88200"/>
            </p14:xfrm>
          </p:contentPart>
        </mc:Choice>
        <mc:Fallback xmlns="">
          <p:pic>
            <p:nvPicPr>
              <p:cNvPr id="119" name="Ink 118">
                <a:extLst>
                  <a:ext uri="{FF2B5EF4-FFF2-40B4-BE49-F238E27FC236}">
                    <a16:creationId xmlns:a16="http://schemas.microsoft.com/office/drawing/2014/main" id="{6DAB11E5-C219-017B-3397-455CF8B96184}"/>
                  </a:ext>
                </a:extLst>
              </p:cNvPr>
              <p:cNvPicPr/>
              <p:nvPr/>
            </p:nvPicPr>
            <p:blipFill>
              <a:blip r:embed="rId114"/>
              <a:stretch>
                <a:fillRect/>
              </a:stretch>
            </p:blipFill>
            <p:spPr>
              <a:xfrm>
                <a:off x="2770570" y="4127810"/>
                <a:ext cx="1422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20" name="Ink 119">
                <a:extLst>
                  <a:ext uri="{FF2B5EF4-FFF2-40B4-BE49-F238E27FC236}">
                    <a16:creationId xmlns:a16="http://schemas.microsoft.com/office/drawing/2014/main" id="{0C30A0BF-342B-B63D-AD08-5026DA1C12E6}"/>
                  </a:ext>
                </a:extLst>
              </p14:cNvPr>
              <p14:cNvContentPartPr/>
              <p14:nvPr/>
            </p14:nvContentPartPr>
            <p14:xfrm>
              <a:off x="2543770" y="3869330"/>
              <a:ext cx="194760" cy="153000"/>
            </p14:xfrm>
          </p:contentPart>
        </mc:Choice>
        <mc:Fallback xmlns="">
          <p:pic>
            <p:nvPicPr>
              <p:cNvPr id="120" name="Ink 119">
                <a:extLst>
                  <a:ext uri="{FF2B5EF4-FFF2-40B4-BE49-F238E27FC236}">
                    <a16:creationId xmlns:a16="http://schemas.microsoft.com/office/drawing/2014/main" id="{0C30A0BF-342B-B63D-AD08-5026DA1C12E6}"/>
                  </a:ext>
                </a:extLst>
              </p:cNvPr>
              <p:cNvPicPr/>
              <p:nvPr/>
            </p:nvPicPr>
            <p:blipFill>
              <a:blip r:embed="rId116"/>
              <a:stretch>
                <a:fillRect/>
              </a:stretch>
            </p:blipFill>
            <p:spPr>
              <a:xfrm>
                <a:off x="2528290" y="3853813"/>
                <a:ext cx="225360" cy="183672"/>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24" name="Ink 123">
                <a:extLst>
                  <a:ext uri="{FF2B5EF4-FFF2-40B4-BE49-F238E27FC236}">
                    <a16:creationId xmlns:a16="http://schemas.microsoft.com/office/drawing/2014/main" id="{A32A1CFE-DE74-5898-9334-D33DC12628C2}"/>
                  </a:ext>
                </a:extLst>
              </p14:cNvPr>
              <p14:cNvContentPartPr/>
              <p14:nvPr/>
            </p14:nvContentPartPr>
            <p14:xfrm>
              <a:off x="3071530" y="4055810"/>
              <a:ext cx="254160" cy="238320"/>
            </p14:xfrm>
          </p:contentPart>
        </mc:Choice>
        <mc:Fallback xmlns="">
          <p:pic>
            <p:nvPicPr>
              <p:cNvPr id="124" name="Ink 123">
                <a:extLst>
                  <a:ext uri="{FF2B5EF4-FFF2-40B4-BE49-F238E27FC236}">
                    <a16:creationId xmlns:a16="http://schemas.microsoft.com/office/drawing/2014/main" id="{A32A1CFE-DE74-5898-9334-D33DC12628C2}"/>
                  </a:ext>
                </a:extLst>
              </p:cNvPr>
              <p:cNvPicPr/>
              <p:nvPr/>
            </p:nvPicPr>
            <p:blipFill>
              <a:blip r:embed="rId118"/>
              <a:stretch>
                <a:fillRect/>
              </a:stretch>
            </p:blipFill>
            <p:spPr>
              <a:xfrm>
                <a:off x="3056050" y="4040307"/>
                <a:ext cx="284760" cy="268966"/>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3" name="Ink 132">
                <a:extLst>
                  <a:ext uri="{FF2B5EF4-FFF2-40B4-BE49-F238E27FC236}">
                    <a16:creationId xmlns:a16="http://schemas.microsoft.com/office/drawing/2014/main" id="{A831BE21-384E-F430-600E-1A6D0A2CDB7C}"/>
                  </a:ext>
                </a:extLst>
              </p14:cNvPr>
              <p14:cNvContentPartPr/>
              <p14:nvPr/>
            </p14:nvContentPartPr>
            <p14:xfrm>
              <a:off x="3301930" y="3924770"/>
              <a:ext cx="670320" cy="365760"/>
            </p14:xfrm>
          </p:contentPart>
        </mc:Choice>
        <mc:Fallback xmlns="">
          <p:pic>
            <p:nvPicPr>
              <p:cNvPr id="133" name="Ink 132">
                <a:extLst>
                  <a:ext uri="{FF2B5EF4-FFF2-40B4-BE49-F238E27FC236}">
                    <a16:creationId xmlns:a16="http://schemas.microsoft.com/office/drawing/2014/main" id="{A831BE21-384E-F430-600E-1A6D0A2CDB7C}"/>
                  </a:ext>
                </a:extLst>
              </p:cNvPr>
              <p:cNvPicPr/>
              <p:nvPr/>
            </p:nvPicPr>
            <p:blipFill>
              <a:blip r:embed="rId120"/>
              <a:stretch>
                <a:fillRect/>
              </a:stretch>
            </p:blipFill>
            <p:spPr>
              <a:xfrm>
                <a:off x="3286458" y="3909275"/>
                <a:ext cx="700904" cy="39639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49" name="Ink 148">
                <a:extLst>
                  <a:ext uri="{FF2B5EF4-FFF2-40B4-BE49-F238E27FC236}">
                    <a16:creationId xmlns:a16="http://schemas.microsoft.com/office/drawing/2014/main" id="{C92B4DE0-144F-0226-B46E-16F0BB853675}"/>
                  </a:ext>
                </a:extLst>
              </p14:cNvPr>
              <p14:cNvContentPartPr/>
              <p14:nvPr/>
            </p14:nvContentPartPr>
            <p14:xfrm>
              <a:off x="3313810" y="4444970"/>
              <a:ext cx="655200" cy="278280"/>
            </p14:xfrm>
          </p:contentPart>
        </mc:Choice>
        <mc:Fallback xmlns="">
          <p:pic>
            <p:nvPicPr>
              <p:cNvPr id="149" name="Ink 148">
                <a:extLst>
                  <a:ext uri="{FF2B5EF4-FFF2-40B4-BE49-F238E27FC236}">
                    <a16:creationId xmlns:a16="http://schemas.microsoft.com/office/drawing/2014/main" id="{C92B4DE0-144F-0226-B46E-16F0BB853675}"/>
                  </a:ext>
                </a:extLst>
              </p:cNvPr>
              <p:cNvPicPr/>
              <p:nvPr/>
            </p:nvPicPr>
            <p:blipFill>
              <a:blip r:embed="rId122"/>
              <a:stretch>
                <a:fillRect/>
              </a:stretch>
            </p:blipFill>
            <p:spPr>
              <a:xfrm>
                <a:off x="3298330" y="4429490"/>
                <a:ext cx="68580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50" name="Ink 149">
                <a:extLst>
                  <a:ext uri="{FF2B5EF4-FFF2-40B4-BE49-F238E27FC236}">
                    <a16:creationId xmlns:a16="http://schemas.microsoft.com/office/drawing/2014/main" id="{442F79A2-C19F-F3F0-D028-4DB0845223BE}"/>
                  </a:ext>
                </a:extLst>
              </p14:cNvPr>
              <p14:cNvContentPartPr/>
              <p14:nvPr/>
            </p14:nvContentPartPr>
            <p14:xfrm>
              <a:off x="2662930" y="4417610"/>
              <a:ext cx="507960" cy="280800"/>
            </p14:xfrm>
          </p:contentPart>
        </mc:Choice>
        <mc:Fallback xmlns="">
          <p:pic>
            <p:nvPicPr>
              <p:cNvPr id="150" name="Ink 149">
                <a:extLst>
                  <a:ext uri="{FF2B5EF4-FFF2-40B4-BE49-F238E27FC236}">
                    <a16:creationId xmlns:a16="http://schemas.microsoft.com/office/drawing/2014/main" id="{442F79A2-C19F-F3F0-D028-4DB0845223BE}"/>
                  </a:ext>
                </a:extLst>
              </p:cNvPr>
              <p:cNvPicPr/>
              <p:nvPr/>
            </p:nvPicPr>
            <p:blipFill>
              <a:blip r:embed="rId124"/>
              <a:stretch>
                <a:fillRect/>
              </a:stretch>
            </p:blipFill>
            <p:spPr>
              <a:xfrm>
                <a:off x="2647461" y="4402150"/>
                <a:ext cx="538538" cy="311361"/>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51" name="Ink 150">
                <a:extLst>
                  <a:ext uri="{FF2B5EF4-FFF2-40B4-BE49-F238E27FC236}">
                    <a16:creationId xmlns:a16="http://schemas.microsoft.com/office/drawing/2014/main" id="{49783FB5-33F6-A0A7-6588-5AE1B6DE48F2}"/>
                  </a:ext>
                </a:extLst>
              </p14:cNvPr>
              <p14:cNvContentPartPr/>
              <p14:nvPr/>
            </p14:nvContentPartPr>
            <p14:xfrm>
              <a:off x="2238490" y="4500410"/>
              <a:ext cx="168840" cy="95760"/>
            </p14:xfrm>
          </p:contentPart>
        </mc:Choice>
        <mc:Fallback xmlns="">
          <p:pic>
            <p:nvPicPr>
              <p:cNvPr id="151" name="Ink 150">
                <a:extLst>
                  <a:ext uri="{FF2B5EF4-FFF2-40B4-BE49-F238E27FC236}">
                    <a16:creationId xmlns:a16="http://schemas.microsoft.com/office/drawing/2014/main" id="{49783FB5-33F6-A0A7-6588-5AE1B6DE48F2}"/>
                  </a:ext>
                </a:extLst>
              </p:cNvPr>
              <p:cNvPicPr/>
              <p:nvPr/>
            </p:nvPicPr>
            <p:blipFill>
              <a:blip r:embed="rId126"/>
              <a:stretch>
                <a:fillRect/>
              </a:stretch>
            </p:blipFill>
            <p:spPr>
              <a:xfrm>
                <a:off x="2223010" y="4484930"/>
                <a:ext cx="19944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61" name="Ink 160">
                <a:extLst>
                  <a:ext uri="{FF2B5EF4-FFF2-40B4-BE49-F238E27FC236}">
                    <a16:creationId xmlns:a16="http://schemas.microsoft.com/office/drawing/2014/main" id="{D32EEFE8-AC76-B6FD-5BFD-942D0A33CC68}"/>
                  </a:ext>
                </a:extLst>
              </p14:cNvPr>
              <p14:cNvContentPartPr/>
              <p14:nvPr/>
            </p14:nvContentPartPr>
            <p14:xfrm>
              <a:off x="4115530" y="4385210"/>
              <a:ext cx="639000" cy="318240"/>
            </p14:xfrm>
          </p:contentPart>
        </mc:Choice>
        <mc:Fallback xmlns="">
          <p:pic>
            <p:nvPicPr>
              <p:cNvPr id="161" name="Ink 160">
                <a:extLst>
                  <a:ext uri="{FF2B5EF4-FFF2-40B4-BE49-F238E27FC236}">
                    <a16:creationId xmlns:a16="http://schemas.microsoft.com/office/drawing/2014/main" id="{D32EEFE8-AC76-B6FD-5BFD-942D0A33CC68}"/>
                  </a:ext>
                </a:extLst>
              </p:cNvPr>
              <p:cNvPicPr/>
              <p:nvPr/>
            </p:nvPicPr>
            <p:blipFill>
              <a:blip r:embed="rId128"/>
              <a:stretch>
                <a:fillRect/>
              </a:stretch>
            </p:blipFill>
            <p:spPr>
              <a:xfrm>
                <a:off x="4100050" y="4369712"/>
                <a:ext cx="669600" cy="348875"/>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65" name="Ink 164">
                <a:extLst>
                  <a:ext uri="{FF2B5EF4-FFF2-40B4-BE49-F238E27FC236}">
                    <a16:creationId xmlns:a16="http://schemas.microsoft.com/office/drawing/2014/main" id="{B9871A0B-FB1E-550F-F7D8-B8B32A793972}"/>
                  </a:ext>
                </a:extLst>
              </p14:cNvPr>
              <p14:cNvContentPartPr/>
              <p14:nvPr/>
            </p14:nvContentPartPr>
            <p14:xfrm>
              <a:off x="1424530" y="3972650"/>
              <a:ext cx="159120" cy="309960"/>
            </p14:xfrm>
          </p:contentPart>
        </mc:Choice>
        <mc:Fallback xmlns="">
          <p:pic>
            <p:nvPicPr>
              <p:cNvPr id="165" name="Ink 164">
                <a:extLst>
                  <a:ext uri="{FF2B5EF4-FFF2-40B4-BE49-F238E27FC236}">
                    <a16:creationId xmlns:a16="http://schemas.microsoft.com/office/drawing/2014/main" id="{B9871A0B-FB1E-550F-F7D8-B8B32A793972}"/>
                  </a:ext>
                </a:extLst>
              </p:cNvPr>
              <p:cNvPicPr/>
              <p:nvPr/>
            </p:nvPicPr>
            <p:blipFill>
              <a:blip r:embed="rId130"/>
              <a:stretch>
                <a:fillRect/>
              </a:stretch>
            </p:blipFill>
            <p:spPr>
              <a:xfrm>
                <a:off x="1409050" y="3957170"/>
                <a:ext cx="18972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66" name="Ink 165">
                <a:extLst>
                  <a:ext uri="{FF2B5EF4-FFF2-40B4-BE49-F238E27FC236}">
                    <a16:creationId xmlns:a16="http://schemas.microsoft.com/office/drawing/2014/main" id="{374648E5-F365-5F7B-79BA-F9D421089EB5}"/>
                  </a:ext>
                </a:extLst>
              </p14:cNvPr>
              <p14:cNvContentPartPr/>
              <p14:nvPr/>
            </p14:nvContentPartPr>
            <p14:xfrm>
              <a:off x="1543690" y="4282250"/>
              <a:ext cx="115560" cy="133560"/>
            </p14:xfrm>
          </p:contentPart>
        </mc:Choice>
        <mc:Fallback xmlns="">
          <p:pic>
            <p:nvPicPr>
              <p:cNvPr id="166" name="Ink 165">
                <a:extLst>
                  <a:ext uri="{FF2B5EF4-FFF2-40B4-BE49-F238E27FC236}">
                    <a16:creationId xmlns:a16="http://schemas.microsoft.com/office/drawing/2014/main" id="{374648E5-F365-5F7B-79BA-F9D421089EB5}"/>
                  </a:ext>
                </a:extLst>
              </p:cNvPr>
              <p:cNvPicPr/>
              <p:nvPr/>
            </p:nvPicPr>
            <p:blipFill>
              <a:blip r:embed="rId132"/>
              <a:stretch>
                <a:fillRect/>
              </a:stretch>
            </p:blipFill>
            <p:spPr>
              <a:xfrm>
                <a:off x="1528210" y="4266770"/>
                <a:ext cx="146160" cy="164160"/>
              </a:xfrm>
              <a:prstGeom prst="rect">
                <a:avLst/>
              </a:prstGeom>
            </p:spPr>
          </p:pic>
        </mc:Fallback>
      </mc:AlternateContent>
    </p:spTree>
    <p:extLst>
      <p:ext uri="{BB962C8B-B14F-4D97-AF65-F5344CB8AC3E}">
        <p14:creationId xmlns:p14="http://schemas.microsoft.com/office/powerpoint/2010/main" val="3128413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7FEA8E-CC50-FCAE-16A0-C8CA1F8800F0}"/>
              </a:ext>
            </a:extLst>
          </p:cNvPr>
          <p:cNvSpPr>
            <a:spLocks noGrp="1"/>
          </p:cNvSpPr>
          <p:nvPr>
            <p:ph type="title"/>
          </p:nvPr>
        </p:nvSpPr>
        <p:spPr/>
        <p:txBody>
          <a:bodyPr/>
          <a:lstStyle/>
          <a:p>
            <a:r>
              <a:rPr lang="en-US"/>
              <a:t>Gradient Descent</a:t>
            </a:r>
          </a:p>
        </p:txBody>
      </p:sp>
      <p:grpSp>
        <p:nvGrpSpPr>
          <p:cNvPr id="4" name="Group 3">
            <a:extLst>
              <a:ext uri="{FF2B5EF4-FFF2-40B4-BE49-F238E27FC236}">
                <a16:creationId xmlns:a16="http://schemas.microsoft.com/office/drawing/2014/main" id="{36F10923-AAF2-2B2D-5904-C89C9BA2042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CDCC1688-9F81-71CC-9867-72331F55918E}"/>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E413998-EE50-372E-80F8-B6ED0CD17B61}"/>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C9650F3-95E9-9A57-9F1D-727A2B9E8143}"/>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E82A3F4-22B5-D319-632E-9ADF6D1F3192}"/>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1214F11-1423-6E1C-837F-20290543550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726EF41-8D33-283F-2099-BEB014A838C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71E3F1E-86C5-093D-23DF-755CBAFF3542}"/>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17" name="Ink 16">
                <a:extLst>
                  <a:ext uri="{FF2B5EF4-FFF2-40B4-BE49-F238E27FC236}">
                    <a16:creationId xmlns:a16="http://schemas.microsoft.com/office/drawing/2014/main" id="{25B37186-7B21-71D9-89B2-151E92BDD91B}"/>
                  </a:ext>
                </a:extLst>
              </p14:cNvPr>
              <p14:cNvContentPartPr/>
              <p14:nvPr/>
            </p14:nvContentPartPr>
            <p14:xfrm>
              <a:off x="476650" y="877010"/>
              <a:ext cx="357120" cy="194400"/>
            </p14:xfrm>
          </p:contentPart>
        </mc:Choice>
        <mc:Fallback xmlns="">
          <p:pic>
            <p:nvPicPr>
              <p:cNvPr id="17" name="Ink 16">
                <a:extLst>
                  <a:ext uri="{FF2B5EF4-FFF2-40B4-BE49-F238E27FC236}">
                    <a16:creationId xmlns:a16="http://schemas.microsoft.com/office/drawing/2014/main" id="{25B37186-7B21-71D9-89B2-151E92BDD91B}"/>
                  </a:ext>
                </a:extLst>
              </p:cNvPr>
              <p:cNvPicPr/>
              <p:nvPr/>
            </p:nvPicPr>
            <p:blipFill>
              <a:blip r:embed="rId3"/>
              <a:stretch>
                <a:fillRect/>
              </a:stretch>
            </p:blipFill>
            <p:spPr>
              <a:xfrm>
                <a:off x="461170" y="861530"/>
                <a:ext cx="38772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EB6B4743-B950-4F2D-F7B7-E59EA41CD8C6}"/>
                  </a:ext>
                </a:extLst>
              </p14:cNvPr>
              <p14:cNvContentPartPr/>
              <p14:nvPr/>
            </p14:nvContentPartPr>
            <p14:xfrm>
              <a:off x="992170" y="873050"/>
              <a:ext cx="1349280" cy="186840"/>
            </p14:xfrm>
          </p:contentPart>
        </mc:Choice>
        <mc:Fallback xmlns="">
          <p:pic>
            <p:nvPicPr>
              <p:cNvPr id="29" name="Ink 28">
                <a:extLst>
                  <a:ext uri="{FF2B5EF4-FFF2-40B4-BE49-F238E27FC236}">
                    <a16:creationId xmlns:a16="http://schemas.microsoft.com/office/drawing/2014/main" id="{EB6B4743-B950-4F2D-F7B7-E59EA41CD8C6}"/>
                  </a:ext>
                </a:extLst>
              </p:cNvPr>
              <p:cNvPicPr/>
              <p:nvPr/>
            </p:nvPicPr>
            <p:blipFill>
              <a:blip r:embed="rId5"/>
              <a:stretch>
                <a:fillRect/>
              </a:stretch>
            </p:blipFill>
            <p:spPr>
              <a:xfrm>
                <a:off x="976694" y="857570"/>
                <a:ext cx="1379872"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8741F730-697C-8F09-9FDE-E71AFF509AA5}"/>
                  </a:ext>
                </a:extLst>
              </p14:cNvPr>
              <p14:cNvContentPartPr/>
              <p14:nvPr/>
            </p14:nvContentPartPr>
            <p14:xfrm>
              <a:off x="2472850" y="1012010"/>
              <a:ext cx="35640" cy="75600"/>
            </p14:xfrm>
          </p:contentPart>
        </mc:Choice>
        <mc:Fallback xmlns="">
          <p:pic>
            <p:nvPicPr>
              <p:cNvPr id="30" name="Ink 29">
                <a:extLst>
                  <a:ext uri="{FF2B5EF4-FFF2-40B4-BE49-F238E27FC236}">
                    <a16:creationId xmlns:a16="http://schemas.microsoft.com/office/drawing/2014/main" id="{8741F730-697C-8F09-9FDE-E71AFF509AA5}"/>
                  </a:ext>
                </a:extLst>
              </p:cNvPr>
              <p:cNvPicPr/>
              <p:nvPr/>
            </p:nvPicPr>
            <p:blipFill>
              <a:blip r:embed="rId7"/>
              <a:stretch>
                <a:fillRect/>
              </a:stretch>
            </p:blipFill>
            <p:spPr>
              <a:xfrm>
                <a:off x="2457370" y="996603"/>
                <a:ext cx="66240" cy="10605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a:extLst>
                  <a:ext uri="{FF2B5EF4-FFF2-40B4-BE49-F238E27FC236}">
                    <a16:creationId xmlns:a16="http://schemas.microsoft.com/office/drawing/2014/main" id="{6BF6C06C-C462-0EEC-D3B9-CB032502A98D}"/>
                  </a:ext>
                </a:extLst>
              </p14:cNvPr>
              <p14:cNvContentPartPr/>
              <p14:nvPr/>
            </p14:nvContentPartPr>
            <p14:xfrm>
              <a:off x="2992330" y="869090"/>
              <a:ext cx="361440" cy="178920"/>
            </p14:xfrm>
          </p:contentPart>
        </mc:Choice>
        <mc:Fallback xmlns="">
          <p:pic>
            <p:nvPicPr>
              <p:cNvPr id="38" name="Ink 37">
                <a:extLst>
                  <a:ext uri="{FF2B5EF4-FFF2-40B4-BE49-F238E27FC236}">
                    <a16:creationId xmlns:a16="http://schemas.microsoft.com/office/drawing/2014/main" id="{6BF6C06C-C462-0EEC-D3B9-CB032502A98D}"/>
                  </a:ext>
                </a:extLst>
              </p:cNvPr>
              <p:cNvPicPr/>
              <p:nvPr/>
            </p:nvPicPr>
            <p:blipFill>
              <a:blip r:embed="rId9"/>
              <a:stretch>
                <a:fillRect/>
              </a:stretch>
            </p:blipFill>
            <p:spPr>
              <a:xfrm>
                <a:off x="2976865" y="853610"/>
                <a:ext cx="39201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9" name="Ink 38">
                <a:extLst>
                  <a:ext uri="{FF2B5EF4-FFF2-40B4-BE49-F238E27FC236}">
                    <a16:creationId xmlns:a16="http://schemas.microsoft.com/office/drawing/2014/main" id="{40D07B47-12B2-D023-BC3F-CBE90055FBBB}"/>
                  </a:ext>
                </a:extLst>
              </p14:cNvPr>
              <p14:cNvContentPartPr/>
              <p14:nvPr/>
            </p14:nvContentPartPr>
            <p14:xfrm>
              <a:off x="2706490" y="900770"/>
              <a:ext cx="151200" cy="115200"/>
            </p14:xfrm>
          </p:contentPart>
        </mc:Choice>
        <mc:Fallback xmlns="">
          <p:pic>
            <p:nvPicPr>
              <p:cNvPr id="39" name="Ink 38">
                <a:extLst>
                  <a:ext uri="{FF2B5EF4-FFF2-40B4-BE49-F238E27FC236}">
                    <a16:creationId xmlns:a16="http://schemas.microsoft.com/office/drawing/2014/main" id="{40D07B47-12B2-D023-BC3F-CBE90055FBBB}"/>
                  </a:ext>
                </a:extLst>
              </p:cNvPr>
              <p:cNvPicPr/>
              <p:nvPr/>
            </p:nvPicPr>
            <p:blipFill>
              <a:blip r:embed="rId11"/>
              <a:stretch>
                <a:fillRect/>
              </a:stretch>
            </p:blipFill>
            <p:spPr>
              <a:xfrm>
                <a:off x="2690973" y="885338"/>
                <a:ext cx="181873" cy="14570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2" name="Ink 41">
                <a:extLst>
                  <a:ext uri="{FF2B5EF4-FFF2-40B4-BE49-F238E27FC236}">
                    <a16:creationId xmlns:a16="http://schemas.microsoft.com/office/drawing/2014/main" id="{BB40643C-DB62-D459-B018-8E843F93A0B8}"/>
                  </a:ext>
                </a:extLst>
              </p14:cNvPr>
              <p14:cNvContentPartPr/>
              <p14:nvPr/>
            </p14:nvContentPartPr>
            <p14:xfrm>
              <a:off x="3568330" y="841730"/>
              <a:ext cx="432360" cy="213840"/>
            </p14:xfrm>
          </p:contentPart>
        </mc:Choice>
        <mc:Fallback xmlns="">
          <p:pic>
            <p:nvPicPr>
              <p:cNvPr id="42" name="Ink 41">
                <a:extLst>
                  <a:ext uri="{FF2B5EF4-FFF2-40B4-BE49-F238E27FC236}">
                    <a16:creationId xmlns:a16="http://schemas.microsoft.com/office/drawing/2014/main" id="{BB40643C-DB62-D459-B018-8E843F93A0B8}"/>
                  </a:ext>
                </a:extLst>
              </p:cNvPr>
              <p:cNvPicPr/>
              <p:nvPr/>
            </p:nvPicPr>
            <p:blipFill>
              <a:blip r:embed="rId13"/>
              <a:stretch>
                <a:fillRect/>
              </a:stretch>
            </p:blipFill>
            <p:spPr>
              <a:xfrm>
                <a:off x="3552850" y="826250"/>
                <a:ext cx="4629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9" name="Ink 58">
                <a:extLst>
                  <a:ext uri="{FF2B5EF4-FFF2-40B4-BE49-F238E27FC236}">
                    <a16:creationId xmlns:a16="http://schemas.microsoft.com/office/drawing/2014/main" id="{768C6583-8B85-19C1-1DD3-7FB36599CDB1}"/>
                  </a:ext>
                </a:extLst>
              </p14:cNvPr>
              <p14:cNvContentPartPr/>
              <p14:nvPr/>
            </p14:nvContentPartPr>
            <p14:xfrm>
              <a:off x="4988530" y="916610"/>
              <a:ext cx="12240" cy="83520"/>
            </p14:xfrm>
          </p:contentPart>
        </mc:Choice>
        <mc:Fallback xmlns="">
          <p:pic>
            <p:nvPicPr>
              <p:cNvPr id="59" name="Ink 58">
                <a:extLst>
                  <a:ext uri="{FF2B5EF4-FFF2-40B4-BE49-F238E27FC236}">
                    <a16:creationId xmlns:a16="http://schemas.microsoft.com/office/drawing/2014/main" id="{768C6583-8B85-19C1-1DD3-7FB36599CDB1}"/>
                  </a:ext>
                </a:extLst>
              </p:cNvPr>
              <p:cNvPicPr/>
              <p:nvPr/>
            </p:nvPicPr>
            <p:blipFill>
              <a:blip r:embed="rId15"/>
              <a:stretch>
                <a:fillRect/>
              </a:stretch>
            </p:blipFill>
            <p:spPr>
              <a:xfrm>
                <a:off x="4973050" y="901196"/>
                <a:ext cx="42840" cy="11398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0" name="Ink 59">
                <a:extLst>
                  <a:ext uri="{FF2B5EF4-FFF2-40B4-BE49-F238E27FC236}">
                    <a16:creationId xmlns:a16="http://schemas.microsoft.com/office/drawing/2014/main" id="{5EBA1C3D-AAAB-0333-771E-04F83AC38D39}"/>
                  </a:ext>
                </a:extLst>
              </p14:cNvPr>
              <p14:cNvContentPartPr/>
              <p14:nvPr/>
            </p14:nvContentPartPr>
            <p14:xfrm>
              <a:off x="4218490" y="805370"/>
              <a:ext cx="639720" cy="224640"/>
            </p14:xfrm>
          </p:contentPart>
        </mc:Choice>
        <mc:Fallback xmlns="">
          <p:pic>
            <p:nvPicPr>
              <p:cNvPr id="60" name="Ink 59">
                <a:extLst>
                  <a:ext uri="{FF2B5EF4-FFF2-40B4-BE49-F238E27FC236}">
                    <a16:creationId xmlns:a16="http://schemas.microsoft.com/office/drawing/2014/main" id="{5EBA1C3D-AAAB-0333-771E-04F83AC38D39}"/>
                  </a:ext>
                </a:extLst>
              </p:cNvPr>
              <p:cNvPicPr/>
              <p:nvPr/>
            </p:nvPicPr>
            <p:blipFill>
              <a:blip r:embed="rId17"/>
              <a:stretch>
                <a:fillRect/>
              </a:stretch>
            </p:blipFill>
            <p:spPr>
              <a:xfrm>
                <a:off x="4203001" y="789890"/>
                <a:ext cx="670337"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6" name="Ink 65">
                <a:extLst>
                  <a:ext uri="{FF2B5EF4-FFF2-40B4-BE49-F238E27FC236}">
                    <a16:creationId xmlns:a16="http://schemas.microsoft.com/office/drawing/2014/main" id="{51A13D27-6511-9EF0-A7C0-A2FC7D12C642}"/>
                  </a:ext>
                </a:extLst>
              </p14:cNvPr>
              <p14:cNvContentPartPr/>
              <p14:nvPr/>
            </p14:nvContentPartPr>
            <p14:xfrm>
              <a:off x="1599130" y="1246370"/>
              <a:ext cx="408600" cy="405000"/>
            </p14:xfrm>
          </p:contentPart>
        </mc:Choice>
        <mc:Fallback xmlns="">
          <p:pic>
            <p:nvPicPr>
              <p:cNvPr id="66" name="Ink 65">
                <a:extLst>
                  <a:ext uri="{FF2B5EF4-FFF2-40B4-BE49-F238E27FC236}">
                    <a16:creationId xmlns:a16="http://schemas.microsoft.com/office/drawing/2014/main" id="{51A13D27-6511-9EF0-A7C0-A2FC7D12C642}"/>
                  </a:ext>
                </a:extLst>
              </p:cNvPr>
              <p:cNvPicPr/>
              <p:nvPr/>
            </p:nvPicPr>
            <p:blipFill>
              <a:blip r:embed="rId19"/>
              <a:stretch>
                <a:fillRect/>
              </a:stretch>
            </p:blipFill>
            <p:spPr>
              <a:xfrm>
                <a:off x="1583650" y="1230876"/>
                <a:ext cx="439200" cy="435627"/>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9" name="Ink 68">
                <a:extLst>
                  <a:ext uri="{FF2B5EF4-FFF2-40B4-BE49-F238E27FC236}">
                    <a16:creationId xmlns:a16="http://schemas.microsoft.com/office/drawing/2014/main" id="{A6ECEC96-4FF4-DE6A-678A-AFE34DB7FBE0}"/>
                  </a:ext>
                </a:extLst>
              </p14:cNvPr>
              <p14:cNvContentPartPr/>
              <p14:nvPr/>
            </p14:nvContentPartPr>
            <p14:xfrm>
              <a:off x="2269810" y="1460210"/>
              <a:ext cx="139320" cy="72000"/>
            </p14:xfrm>
          </p:contentPart>
        </mc:Choice>
        <mc:Fallback xmlns="">
          <p:pic>
            <p:nvPicPr>
              <p:cNvPr id="69" name="Ink 68">
                <a:extLst>
                  <a:ext uri="{FF2B5EF4-FFF2-40B4-BE49-F238E27FC236}">
                    <a16:creationId xmlns:a16="http://schemas.microsoft.com/office/drawing/2014/main" id="{A6ECEC96-4FF4-DE6A-678A-AFE34DB7FBE0}"/>
                  </a:ext>
                </a:extLst>
              </p:cNvPr>
              <p:cNvPicPr/>
              <p:nvPr/>
            </p:nvPicPr>
            <p:blipFill>
              <a:blip r:embed="rId21"/>
              <a:stretch>
                <a:fillRect/>
              </a:stretch>
            </p:blipFill>
            <p:spPr>
              <a:xfrm>
                <a:off x="2254330" y="1444652"/>
                <a:ext cx="169920" cy="102754"/>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Ink 72">
                <a:extLst>
                  <a:ext uri="{FF2B5EF4-FFF2-40B4-BE49-F238E27FC236}">
                    <a16:creationId xmlns:a16="http://schemas.microsoft.com/office/drawing/2014/main" id="{9573744A-C32C-8328-F034-7658C678C7E6}"/>
                  </a:ext>
                </a:extLst>
              </p14:cNvPr>
              <p14:cNvContentPartPr/>
              <p14:nvPr/>
            </p14:nvContentPartPr>
            <p14:xfrm>
              <a:off x="2694610" y="1402610"/>
              <a:ext cx="309960" cy="246960"/>
            </p14:xfrm>
          </p:contentPart>
        </mc:Choice>
        <mc:Fallback xmlns="">
          <p:pic>
            <p:nvPicPr>
              <p:cNvPr id="73" name="Ink 72">
                <a:extLst>
                  <a:ext uri="{FF2B5EF4-FFF2-40B4-BE49-F238E27FC236}">
                    <a16:creationId xmlns:a16="http://schemas.microsoft.com/office/drawing/2014/main" id="{9573744A-C32C-8328-F034-7658C678C7E6}"/>
                  </a:ext>
                </a:extLst>
              </p:cNvPr>
              <p:cNvPicPr/>
              <p:nvPr/>
            </p:nvPicPr>
            <p:blipFill>
              <a:blip r:embed="rId23"/>
              <a:stretch>
                <a:fillRect/>
              </a:stretch>
            </p:blipFill>
            <p:spPr>
              <a:xfrm>
                <a:off x="2679130" y="1387130"/>
                <a:ext cx="34056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82" name="Ink 81">
                <a:extLst>
                  <a:ext uri="{FF2B5EF4-FFF2-40B4-BE49-F238E27FC236}">
                    <a16:creationId xmlns:a16="http://schemas.microsoft.com/office/drawing/2014/main" id="{FB7F1598-F55A-70F1-3DB5-304E76C25ED7}"/>
                  </a:ext>
                </a:extLst>
              </p14:cNvPr>
              <p14:cNvContentPartPr/>
              <p14:nvPr/>
            </p14:nvContentPartPr>
            <p14:xfrm>
              <a:off x="2933290" y="1210370"/>
              <a:ext cx="803160" cy="426960"/>
            </p14:xfrm>
          </p:contentPart>
        </mc:Choice>
        <mc:Fallback xmlns="">
          <p:pic>
            <p:nvPicPr>
              <p:cNvPr id="82" name="Ink 81">
                <a:extLst>
                  <a:ext uri="{FF2B5EF4-FFF2-40B4-BE49-F238E27FC236}">
                    <a16:creationId xmlns:a16="http://schemas.microsoft.com/office/drawing/2014/main" id="{FB7F1598-F55A-70F1-3DB5-304E76C25ED7}"/>
                  </a:ext>
                </a:extLst>
              </p:cNvPr>
              <p:cNvPicPr/>
              <p:nvPr/>
            </p:nvPicPr>
            <p:blipFill>
              <a:blip r:embed="rId25"/>
              <a:stretch>
                <a:fillRect/>
              </a:stretch>
            </p:blipFill>
            <p:spPr>
              <a:xfrm>
                <a:off x="2917817" y="1194890"/>
                <a:ext cx="833746" cy="45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6" name="Ink 85">
                <a:extLst>
                  <a:ext uri="{FF2B5EF4-FFF2-40B4-BE49-F238E27FC236}">
                    <a16:creationId xmlns:a16="http://schemas.microsoft.com/office/drawing/2014/main" id="{655CD203-4251-599D-47C7-F9BE76948E97}"/>
                  </a:ext>
                </a:extLst>
              </p14:cNvPr>
              <p14:cNvContentPartPr/>
              <p14:nvPr/>
            </p14:nvContentPartPr>
            <p14:xfrm>
              <a:off x="3857770" y="1373090"/>
              <a:ext cx="523800" cy="210600"/>
            </p14:xfrm>
          </p:contentPart>
        </mc:Choice>
        <mc:Fallback xmlns="">
          <p:pic>
            <p:nvPicPr>
              <p:cNvPr id="86" name="Ink 85">
                <a:extLst>
                  <a:ext uri="{FF2B5EF4-FFF2-40B4-BE49-F238E27FC236}">
                    <a16:creationId xmlns:a16="http://schemas.microsoft.com/office/drawing/2014/main" id="{655CD203-4251-599D-47C7-F9BE76948E97}"/>
                  </a:ext>
                </a:extLst>
              </p:cNvPr>
              <p:cNvPicPr/>
              <p:nvPr/>
            </p:nvPicPr>
            <p:blipFill>
              <a:blip r:embed="rId27"/>
              <a:stretch>
                <a:fillRect/>
              </a:stretch>
            </p:blipFill>
            <p:spPr>
              <a:xfrm>
                <a:off x="3842290" y="1357636"/>
                <a:ext cx="554400" cy="241148"/>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3" name="Ink 102">
                <a:extLst>
                  <a:ext uri="{FF2B5EF4-FFF2-40B4-BE49-F238E27FC236}">
                    <a16:creationId xmlns:a16="http://schemas.microsoft.com/office/drawing/2014/main" id="{CA3DCD9E-D1D8-70DC-D749-E898C45DC36D}"/>
                  </a:ext>
                </a:extLst>
              </p14:cNvPr>
              <p14:cNvContentPartPr/>
              <p14:nvPr/>
            </p14:nvContentPartPr>
            <p14:xfrm>
              <a:off x="5533930" y="1341410"/>
              <a:ext cx="1014480" cy="262080"/>
            </p14:xfrm>
          </p:contentPart>
        </mc:Choice>
        <mc:Fallback xmlns="">
          <p:pic>
            <p:nvPicPr>
              <p:cNvPr id="103" name="Ink 102">
                <a:extLst>
                  <a:ext uri="{FF2B5EF4-FFF2-40B4-BE49-F238E27FC236}">
                    <a16:creationId xmlns:a16="http://schemas.microsoft.com/office/drawing/2014/main" id="{CA3DCD9E-D1D8-70DC-D749-E898C45DC36D}"/>
                  </a:ext>
                </a:extLst>
              </p:cNvPr>
              <p:cNvPicPr/>
              <p:nvPr/>
            </p:nvPicPr>
            <p:blipFill>
              <a:blip r:embed="rId29"/>
              <a:stretch>
                <a:fillRect/>
              </a:stretch>
            </p:blipFill>
            <p:spPr>
              <a:xfrm>
                <a:off x="5518450" y="1325951"/>
                <a:ext cx="1045080" cy="292638"/>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4" name="Ink 103">
                <a:extLst>
                  <a:ext uri="{FF2B5EF4-FFF2-40B4-BE49-F238E27FC236}">
                    <a16:creationId xmlns:a16="http://schemas.microsoft.com/office/drawing/2014/main" id="{E826C859-6449-2CFB-0911-1680A860EAB0}"/>
                  </a:ext>
                </a:extLst>
              </p14:cNvPr>
              <p14:cNvContentPartPr/>
              <p14:nvPr/>
            </p14:nvContentPartPr>
            <p14:xfrm>
              <a:off x="4389130" y="1238090"/>
              <a:ext cx="1000800" cy="389520"/>
            </p14:xfrm>
          </p:contentPart>
        </mc:Choice>
        <mc:Fallback xmlns="">
          <p:pic>
            <p:nvPicPr>
              <p:cNvPr id="104" name="Ink 103">
                <a:extLst>
                  <a:ext uri="{FF2B5EF4-FFF2-40B4-BE49-F238E27FC236}">
                    <a16:creationId xmlns:a16="http://schemas.microsoft.com/office/drawing/2014/main" id="{E826C859-6449-2CFB-0911-1680A860EAB0}"/>
                  </a:ext>
                </a:extLst>
              </p:cNvPr>
              <p:cNvPicPr/>
              <p:nvPr/>
            </p:nvPicPr>
            <p:blipFill>
              <a:blip r:embed="rId31"/>
              <a:stretch>
                <a:fillRect/>
              </a:stretch>
            </p:blipFill>
            <p:spPr>
              <a:xfrm>
                <a:off x="4373644" y="1222610"/>
                <a:ext cx="1031411"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5" name="Ink 104">
                <a:extLst>
                  <a:ext uri="{FF2B5EF4-FFF2-40B4-BE49-F238E27FC236}">
                    <a16:creationId xmlns:a16="http://schemas.microsoft.com/office/drawing/2014/main" id="{EE6D2C2E-7B75-9D6C-69F1-D4F1503AD97C}"/>
                  </a:ext>
                </a:extLst>
              </p14:cNvPr>
              <p14:cNvContentPartPr/>
              <p14:nvPr/>
            </p14:nvContentPartPr>
            <p14:xfrm>
              <a:off x="6595930" y="1476050"/>
              <a:ext cx="115560" cy="111600"/>
            </p14:xfrm>
          </p:contentPart>
        </mc:Choice>
        <mc:Fallback xmlns="">
          <p:pic>
            <p:nvPicPr>
              <p:cNvPr id="105" name="Ink 104">
                <a:extLst>
                  <a:ext uri="{FF2B5EF4-FFF2-40B4-BE49-F238E27FC236}">
                    <a16:creationId xmlns:a16="http://schemas.microsoft.com/office/drawing/2014/main" id="{EE6D2C2E-7B75-9D6C-69F1-D4F1503AD97C}"/>
                  </a:ext>
                </a:extLst>
              </p:cNvPr>
              <p:cNvPicPr/>
              <p:nvPr/>
            </p:nvPicPr>
            <p:blipFill>
              <a:blip r:embed="rId33"/>
              <a:stretch>
                <a:fillRect/>
              </a:stretch>
            </p:blipFill>
            <p:spPr>
              <a:xfrm>
                <a:off x="6580450" y="1460570"/>
                <a:ext cx="14616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2" name="Ink 111">
                <a:extLst>
                  <a:ext uri="{FF2B5EF4-FFF2-40B4-BE49-F238E27FC236}">
                    <a16:creationId xmlns:a16="http://schemas.microsoft.com/office/drawing/2014/main" id="{E92AB41D-9C35-B28E-C49C-43E92E92E21B}"/>
                  </a:ext>
                </a:extLst>
              </p14:cNvPr>
              <p14:cNvContentPartPr/>
              <p14:nvPr/>
            </p14:nvContentPartPr>
            <p14:xfrm>
              <a:off x="7006330" y="1436450"/>
              <a:ext cx="168840" cy="111600"/>
            </p14:xfrm>
          </p:contentPart>
        </mc:Choice>
        <mc:Fallback xmlns="">
          <p:pic>
            <p:nvPicPr>
              <p:cNvPr id="112" name="Ink 111">
                <a:extLst>
                  <a:ext uri="{FF2B5EF4-FFF2-40B4-BE49-F238E27FC236}">
                    <a16:creationId xmlns:a16="http://schemas.microsoft.com/office/drawing/2014/main" id="{E92AB41D-9C35-B28E-C49C-43E92E92E21B}"/>
                  </a:ext>
                </a:extLst>
              </p:cNvPr>
              <p:cNvPicPr/>
              <p:nvPr/>
            </p:nvPicPr>
            <p:blipFill>
              <a:blip r:embed="rId35"/>
              <a:stretch>
                <a:fillRect/>
              </a:stretch>
            </p:blipFill>
            <p:spPr>
              <a:xfrm>
                <a:off x="6990850" y="1420920"/>
                <a:ext cx="199440" cy="142299"/>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3" name="Ink 112">
                <a:extLst>
                  <a:ext uri="{FF2B5EF4-FFF2-40B4-BE49-F238E27FC236}">
                    <a16:creationId xmlns:a16="http://schemas.microsoft.com/office/drawing/2014/main" id="{97B46880-CF4F-5277-F37D-EF3057D547CA}"/>
                  </a:ext>
                </a:extLst>
              </p14:cNvPr>
              <p14:cNvContentPartPr/>
              <p14:nvPr/>
            </p14:nvContentPartPr>
            <p14:xfrm>
              <a:off x="6512410" y="1242050"/>
              <a:ext cx="314280" cy="145440"/>
            </p14:xfrm>
          </p:contentPart>
        </mc:Choice>
        <mc:Fallback xmlns="">
          <p:pic>
            <p:nvPicPr>
              <p:cNvPr id="113" name="Ink 112">
                <a:extLst>
                  <a:ext uri="{FF2B5EF4-FFF2-40B4-BE49-F238E27FC236}">
                    <a16:creationId xmlns:a16="http://schemas.microsoft.com/office/drawing/2014/main" id="{97B46880-CF4F-5277-F37D-EF3057D547CA}"/>
                  </a:ext>
                </a:extLst>
              </p:cNvPr>
              <p:cNvPicPr/>
              <p:nvPr/>
            </p:nvPicPr>
            <p:blipFill>
              <a:blip r:embed="rId37"/>
              <a:stretch>
                <a:fillRect/>
              </a:stretch>
            </p:blipFill>
            <p:spPr>
              <a:xfrm>
                <a:off x="6496912" y="1226570"/>
                <a:ext cx="344915"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5" name="Ink 114">
                <a:extLst>
                  <a:ext uri="{FF2B5EF4-FFF2-40B4-BE49-F238E27FC236}">
                    <a16:creationId xmlns:a16="http://schemas.microsoft.com/office/drawing/2014/main" id="{F397FCE6-A708-9739-3E22-F98B30093A12}"/>
                  </a:ext>
                </a:extLst>
              </p14:cNvPr>
              <p14:cNvContentPartPr/>
              <p14:nvPr/>
            </p14:nvContentPartPr>
            <p14:xfrm>
              <a:off x="7365970" y="1302170"/>
              <a:ext cx="301680" cy="317520"/>
            </p14:xfrm>
          </p:contentPart>
        </mc:Choice>
        <mc:Fallback xmlns="">
          <p:pic>
            <p:nvPicPr>
              <p:cNvPr id="115" name="Ink 114">
                <a:extLst>
                  <a:ext uri="{FF2B5EF4-FFF2-40B4-BE49-F238E27FC236}">
                    <a16:creationId xmlns:a16="http://schemas.microsoft.com/office/drawing/2014/main" id="{F397FCE6-A708-9739-3E22-F98B30093A12}"/>
                  </a:ext>
                </a:extLst>
              </p:cNvPr>
              <p:cNvPicPr/>
              <p:nvPr/>
            </p:nvPicPr>
            <p:blipFill>
              <a:blip r:embed="rId39"/>
              <a:stretch>
                <a:fillRect/>
              </a:stretch>
            </p:blipFill>
            <p:spPr>
              <a:xfrm>
                <a:off x="7350508" y="1286690"/>
                <a:ext cx="332244"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9" name="Ink 118">
                <a:extLst>
                  <a:ext uri="{FF2B5EF4-FFF2-40B4-BE49-F238E27FC236}">
                    <a16:creationId xmlns:a16="http://schemas.microsoft.com/office/drawing/2014/main" id="{0163EEFC-0C11-85F5-F92B-5EFA4064BA71}"/>
                  </a:ext>
                </a:extLst>
              </p14:cNvPr>
              <p14:cNvContentPartPr/>
              <p14:nvPr/>
            </p14:nvContentPartPr>
            <p14:xfrm>
              <a:off x="7584130" y="1198490"/>
              <a:ext cx="327600" cy="190800"/>
            </p14:xfrm>
          </p:contentPart>
        </mc:Choice>
        <mc:Fallback xmlns="">
          <p:pic>
            <p:nvPicPr>
              <p:cNvPr id="119" name="Ink 118">
                <a:extLst>
                  <a:ext uri="{FF2B5EF4-FFF2-40B4-BE49-F238E27FC236}">
                    <a16:creationId xmlns:a16="http://schemas.microsoft.com/office/drawing/2014/main" id="{0163EEFC-0C11-85F5-F92B-5EFA4064BA71}"/>
                  </a:ext>
                </a:extLst>
              </p:cNvPr>
              <p:cNvPicPr/>
              <p:nvPr/>
            </p:nvPicPr>
            <p:blipFill>
              <a:blip r:embed="rId41"/>
              <a:stretch>
                <a:fillRect/>
              </a:stretch>
            </p:blipFill>
            <p:spPr>
              <a:xfrm>
                <a:off x="7568650" y="1183010"/>
                <a:ext cx="3582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4" name="Ink 123">
                <a:extLst>
                  <a:ext uri="{FF2B5EF4-FFF2-40B4-BE49-F238E27FC236}">
                    <a16:creationId xmlns:a16="http://schemas.microsoft.com/office/drawing/2014/main" id="{F2B3CE59-1836-1D91-891C-9BD736B1EC42}"/>
                  </a:ext>
                </a:extLst>
              </p14:cNvPr>
              <p14:cNvContentPartPr/>
              <p14:nvPr/>
            </p14:nvContentPartPr>
            <p14:xfrm>
              <a:off x="1571410" y="1714370"/>
              <a:ext cx="415440" cy="183240"/>
            </p14:xfrm>
          </p:contentPart>
        </mc:Choice>
        <mc:Fallback xmlns="">
          <p:pic>
            <p:nvPicPr>
              <p:cNvPr id="124" name="Ink 123">
                <a:extLst>
                  <a:ext uri="{FF2B5EF4-FFF2-40B4-BE49-F238E27FC236}">
                    <a16:creationId xmlns:a16="http://schemas.microsoft.com/office/drawing/2014/main" id="{F2B3CE59-1836-1D91-891C-9BD736B1EC42}"/>
                  </a:ext>
                </a:extLst>
              </p:cNvPr>
              <p:cNvPicPr/>
              <p:nvPr/>
            </p:nvPicPr>
            <p:blipFill>
              <a:blip r:embed="rId43"/>
              <a:stretch>
                <a:fillRect/>
              </a:stretch>
            </p:blipFill>
            <p:spPr>
              <a:xfrm>
                <a:off x="1555917" y="1698920"/>
                <a:ext cx="446067" cy="2137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4" name="Ink 133">
                <a:extLst>
                  <a:ext uri="{FF2B5EF4-FFF2-40B4-BE49-F238E27FC236}">
                    <a16:creationId xmlns:a16="http://schemas.microsoft.com/office/drawing/2014/main" id="{79E33511-7078-DB92-AB89-8575578ECC50}"/>
                  </a:ext>
                </a:extLst>
              </p14:cNvPr>
              <p14:cNvContentPartPr/>
              <p14:nvPr/>
            </p14:nvContentPartPr>
            <p14:xfrm>
              <a:off x="2158930" y="1972130"/>
              <a:ext cx="512280" cy="108720"/>
            </p14:xfrm>
          </p:contentPart>
        </mc:Choice>
        <mc:Fallback xmlns="">
          <p:pic>
            <p:nvPicPr>
              <p:cNvPr id="134" name="Ink 133">
                <a:extLst>
                  <a:ext uri="{FF2B5EF4-FFF2-40B4-BE49-F238E27FC236}">
                    <a16:creationId xmlns:a16="http://schemas.microsoft.com/office/drawing/2014/main" id="{79E33511-7078-DB92-AB89-8575578ECC50}"/>
                  </a:ext>
                </a:extLst>
              </p:cNvPr>
              <p:cNvPicPr/>
              <p:nvPr/>
            </p:nvPicPr>
            <p:blipFill>
              <a:blip r:embed="rId45"/>
              <a:stretch>
                <a:fillRect/>
              </a:stretch>
            </p:blipFill>
            <p:spPr>
              <a:xfrm>
                <a:off x="2143450" y="1956650"/>
                <a:ext cx="5428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3" name="Ink 152">
                <a:extLst>
                  <a:ext uri="{FF2B5EF4-FFF2-40B4-BE49-F238E27FC236}">
                    <a16:creationId xmlns:a16="http://schemas.microsoft.com/office/drawing/2014/main" id="{C49E7113-EC26-D736-35E9-7E0DF1B92A36}"/>
                  </a:ext>
                </a:extLst>
              </p14:cNvPr>
              <p14:cNvContentPartPr/>
              <p14:nvPr/>
            </p14:nvContentPartPr>
            <p14:xfrm>
              <a:off x="4457170" y="1896890"/>
              <a:ext cx="772200" cy="234000"/>
            </p14:xfrm>
          </p:contentPart>
        </mc:Choice>
        <mc:Fallback xmlns="">
          <p:pic>
            <p:nvPicPr>
              <p:cNvPr id="153" name="Ink 152">
                <a:extLst>
                  <a:ext uri="{FF2B5EF4-FFF2-40B4-BE49-F238E27FC236}">
                    <a16:creationId xmlns:a16="http://schemas.microsoft.com/office/drawing/2014/main" id="{C49E7113-EC26-D736-35E9-7E0DF1B92A36}"/>
                  </a:ext>
                </a:extLst>
              </p:cNvPr>
              <p:cNvPicPr/>
              <p:nvPr/>
            </p:nvPicPr>
            <p:blipFill>
              <a:blip r:embed="rId47"/>
              <a:stretch>
                <a:fillRect/>
              </a:stretch>
            </p:blipFill>
            <p:spPr>
              <a:xfrm>
                <a:off x="4441690" y="1881434"/>
                <a:ext cx="802800" cy="264553"/>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54" name="Ink 153">
                <a:extLst>
                  <a:ext uri="{FF2B5EF4-FFF2-40B4-BE49-F238E27FC236}">
                    <a16:creationId xmlns:a16="http://schemas.microsoft.com/office/drawing/2014/main" id="{74D0E29C-72F6-FF51-E251-01C7BB2A4692}"/>
                  </a:ext>
                </a:extLst>
              </p14:cNvPr>
              <p14:cNvContentPartPr/>
              <p14:nvPr/>
            </p14:nvContentPartPr>
            <p14:xfrm>
              <a:off x="3198610" y="1881410"/>
              <a:ext cx="1067760" cy="208440"/>
            </p14:xfrm>
          </p:contentPart>
        </mc:Choice>
        <mc:Fallback xmlns="">
          <p:pic>
            <p:nvPicPr>
              <p:cNvPr id="154" name="Ink 153">
                <a:extLst>
                  <a:ext uri="{FF2B5EF4-FFF2-40B4-BE49-F238E27FC236}">
                    <a16:creationId xmlns:a16="http://schemas.microsoft.com/office/drawing/2014/main" id="{74D0E29C-72F6-FF51-E251-01C7BB2A4692}"/>
                  </a:ext>
                </a:extLst>
              </p:cNvPr>
              <p:cNvPicPr/>
              <p:nvPr/>
            </p:nvPicPr>
            <p:blipFill>
              <a:blip r:embed="rId49"/>
              <a:stretch>
                <a:fillRect/>
              </a:stretch>
            </p:blipFill>
            <p:spPr>
              <a:xfrm>
                <a:off x="3183130" y="1865930"/>
                <a:ext cx="10983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5" name="Ink 154">
                <a:extLst>
                  <a:ext uri="{FF2B5EF4-FFF2-40B4-BE49-F238E27FC236}">
                    <a16:creationId xmlns:a16="http://schemas.microsoft.com/office/drawing/2014/main" id="{B95BFDCC-2F81-1ECB-48C1-B76A5A37A503}"/>
                  </a:ext>
                </a:extLst>
              </p14:cNvPr>
              <p14:cNvContentPartPr/>
              <p14:nvPr/>
            </p14:nvContentPartPr>
            <p14:xfrm>
              <a:off x="2790010" y="1900850"/>
              <a:ext cx="222480" cy="194760"/>
            </p14:xfrm>
          </p:contentPart>
        </mc:Choice>
        <mc:Fallback xmlns="">
          <p:pic>
            <p:nvPicPr>
              <p:cNvPr id="155" name="Ink 154">
                <a:extLst>
                  <a:ext uri="{FF2B5EF4-FFF2-40B4-BE49-F238E27FC236}">
                    <a16:creationId xmlns:a16="http://schemas.microsoft.com/office/drawing/2014/main" id="{B95BFDCC-2F81-1ECB-48C1-B76A5A37A503}"/>
                  </a:ext>
                </a:extLst>
              </p:cNvPr>
              <p:cNvPicPr/>
              <p:nvPr/>
            </p:nvPicPr>
            <p:blipFill>
              <a:blip r:embed="rId51"/>
              <a:stretch>
                <a:fillRect/>
              </a:stretch>
            </p:blipFill>
            <p:spPr>
              <a:xfrm>
                <a:off x="2774530" y="1885370"/>
                <a:ext cx="2530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63" name="Ink 162">
                <a:extLst>
                  <a:ext uri="{FF2B5EF4-FFF2-40B4-BE49-F238E27FC236}">
                    <a16:creationId xmlns:a16="http://schemas.microsoft.com/office/drawing/2014/main" id="{B4C14703-DB39-451E-FECC-13006A959FAA}"/>
                  </a:ext>
                </a:extLst>
              </p14:cNvPr>
              <p14:cNvContentPartPr/>
              <p14:nvPr/>
            </p14:nvContentPartPr>
            <p14:xfrm>
              <a:off x="5377330" y="1893290"/>
              <a:ext cx="857880" cy="186840"/>
            </p14:xfrm>
          </p:contentPart>
        </mc:Choice>
        <mc:Fallback xmlns="">
          <p:pic>
            <p:nvPicPr>
              <p:cNvPr id="163" name="Ink 162">
                <a:extLst>
                  <a:ext uri="{FF2B5EF4-FFF2-40B4-BE49-F238E27FC236}">
                    <a16:creationId xmlns:a16="http://schemas.microsoft.com/office/drawing/2014/main" id="{B4C14703-DB39-451E-FECC-13006A959FAA}"/>
                  </a:ext>
                </a:extLst>
              </p:cNvPr>
              <p:cNvPicPr/>
              <p:nvPr/>
            </p:nvPicPr>
            <p:blipFill>
              <a:blip r:embed="rId53"/>
              <a:stretch>
                <a:fillRect/>
              </a:stretch>
            </p:blipFill>
            <p:spPr>
              <a:xfrm>
                <a:off x="5361844" y="1877780"/>
                <a:ext cx="888493" cy="217499"/>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3" name="Ink 172">
                <a:extLst>
                  <a:ext uri="{FF2B5EF4-FFF2-40B4-BE49-F238E27FC236}">
                    <a16:creationId xmlns:a16="http://schemas.microsoft.com/office/drawing/2014/main" id="{55A33779-A8DA-9670-A372-8D2264B9CDAE}"/>
                  </a:ext>
                </a:extLst>
              </p14:cNvPr>
              <p14:cNvContentPartPr/>
              <p14:nvPr/>
            </p14:nvContentPartPr>
            <p14:xfrm>
              <a:off x="992170" y="1928930"/>
              <a:ext cx="952920" cy="198000"/>
            </p14:xfrm>
          </p:contentPart>
        </mc:Choice>
        <mc:Fallback xmlns="">
          <p:pic>
            <p:nvPicPr>
              <p:cNvPr id="173" name="Ink 172">
                <a:extLst>
                  <a:ext uri="{FF2B5EF4-FFF2-40B4-BE49-F238E27FC236}">
                    <a16:creationId xmlns:a16="http://schemas.microsoft.com/office/drawing/2014/main" id="{55A33779-A8DA-9670-A372-8D2264B9CDAE}"/>
                  </a:ext>
                </a:extLst>
              </p:cNvPr>
              <p:cNvPicPr/>
              <p:nvPr/>
            </p:nvPicPr>
            <p:blipFill>
              <a:blip r:embed="rId55"/>
              <a:stretch>
                <a:fillRect/>
              </a:stretch>
            </p:blipFill>
            <p:spPr>
              <a:xfrm>
                <a:off x="976690" y="1913450"/>
                <a:ext cx="9835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06" name="Ink 205">
                <a:extLst>
                  <a:ext uri="{FF2B5EF4-FFF2-40B4-BE49-F238E27FC236}">
                    <a16:creationId xmlns:a16="http://schemas.microsoft.com/office/drawing/2014/main" id="{DAD90C2D-F7C8-3806-564B-EF88766E0C51}"/>
                  </a:ext>
                </a:extLst>
              </p14:cNvPr>
              <p14:cNvContentPartPr/>
              <p14:nvPr/>
            </p14:nvContentPartPr>
            <p14:xfrm>
              <a:off x="8131690" y="1920650"/>
              <a:ext cx="189000" cy="163080"/>
            </p14:xfrm>
          </p:contentPart>
        </mc:Choice>
        <mc:Fallback xmlns="">
          <p:pic>
            <p:nvPicPr>
              <p:cNvPr id="206" name="Ink 205">
                <a:extLst>
                  <a:ext uri="{FF2B5EF4-FFF2-40B4-BE49-F238E27FC236}">
                    <a16:creationId xmlns:a16="http://schemas.microsoft.com/office/drawing/2014/main" id="{DAD90C2D-F7C8-3806-564B-EF88766E0C51}"/>
                  </a:ext>
                </a:extLst>
              </p:cNvPr>
              <p:cNvPicPr/>
              <p:nvPr/>
            </p:nvPicPr>
            <p:blipFill>
              <a:blip r:embed="rId57"/>
              <a:stretch>
                <a:fillRect/>
              </a:stretch>
            </p:blipFill>
            <p:spPr>
              <a:xfrm>
                <a:off x="8116210" y="1905170"/>
                <a:ext cx="2196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07" name="Ink 206">
                <a:extLst>
                  <a:ext uri="{FF2B5EF4-FFF2-40B4-BE49-F238E27FC236}">
                    <a16:creationId xmlns:a16="http://schemas.microsoft.com/office/drawing/2014/main" id="{BCD5DF56-F03D-FA33-72A8-DC2EECF5B68F}"/>
                  </a:ext>
                </a:extLst>
              </p14:cNvPr>
              <p14:cNvContentPartPr/>
              <p14:nvPr/>
            </p14:nvContentPartPr>
            <p14:xfrm>
              <a:off x="6957010" y="1968170"/>
              <a:ext cx="921240" cy="118800"/>
            </p14:xfrm>
          </p:contentPart>
        </mc:Choice>
        <mc:Fallback xmlns="">
          <p:pic>
            <p:nvPicPr>
              <p:cNvPr id="207" name="Ink 206">
                <a:extLst>
                  <a:ext uri="{FF2B5EF4-FFF2-40B4-BE49-F238E27FC236}">
                    <a16:creationId xmlns:a16="http://schemas.microsoft.com/office/drawing/2014/main" id="{BCD5DF56-F03D-FA33-72A8-DC2EECF5B68F}"/>
                  </a:ext>
                </a:extLst>
              </p:cNvPr>
              <p:cNvPicPr/>
              <p:nvPr/>
            </p:nvPicPr>
            <p:blipFill>
              <a:blip r:embed="rId59"/>
              <a:stretch>
                <a:fillRect/>
              </a:stretch>
            </p:blipFill>
            <p:spPr>
              <a:xfrm>
                <a:off x="6941524" y="1952690"/>
                <a:ext cx="951852"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08" name="Ink 207">
                <a:extLst>
                  <a:ext uri="{FF2B5EF4-FFF2-40B4-BE49-F238E27FC236}">
                    <a16:creationId xmlns:a16="http://schemas.microsoft.com/office/drawing/2014/main" id="{79F4CD5C-A0B6-F9DA-7978-DF487BD00079}"/>
                  </a:ext>
                </a:extLst>
              </p14:cNvPr>
              <p14:cNvContentPartPr/>
              <p14:nvPr/>
            </p14:nvContentPartPr>
            <p14:xfrm>
              <a:off x="6421330" y="1869170"/>
              <a:ext cx="337680" cy="208800"/>
            </p14:xfrm>
          </p:contentPart>
        </mc:Choice>
        <mc:Fallback xmlns="">
          <p:pic>
            <p:nvPicPr>
              <p:cNvPr id="208" name="Ink 207">
                <a:extLst>
                  <a:ext uri="{FF2B5EF4-FFF2-40B4-BE49-F238E27FC236}">
                    <a16:creationId xmlns:a16="http://schemas.microsoft.com/office/drawing/2014/main" id="{79F4CD5C-A0B6-F9DA-7978-DF487BD00079}"/>
                  </a:ext>
                </a:extLst>
              </p:cNvPr>
              <p:cNvPicPr/>
              <p:nvPr/>
            </p:nvPicPr>
            <p:blipFill>
              <a:blip r:embed="rId61"/>
              <a:stretch>
                <a:fillRect/>
              </a:stretch>
            </p:blipFill>
            <p:spPr>
              <a:xfrm>
                <a:off x="6405850" y="1853717"/>
                <a:ext cx="368280" cy="239347"/>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21" name="Ink 220">
                <a:extLst>
                  <a:ext uri="{FF2B5EF4-FFF2-40B4-BE49-F238E27FC236}">
                    <a16:creationId xmlns:a16="http://schemas.microsoft.com/office/drawing/2014/main" id="{3CE8838D-CC1D-B4CA-28F3-5EC6CD499D49}"/>
                  </a:ext>
                </a:extLst>
              </p14:cNvPr>
              <p14:cNvContentPartPr/>
              <p14:nvPr/>
            </p14:nvContentPartPr>
            <p14:xfrm>
              <a:off x="1718290" y="2371010"/>
              <a:ext cx="1288080" cy="274320"/>
            </p14:xfrm>
          </p:contentPart>
        </mc:Choice>
        <mc:Fallback xmlns="">
          <p:pic>
            <p:nvPicPr>
              <p:cNvPr id="221" name="Ink 220">
                <a:extLst>
                  <a:ext uri="{FF2B5EF4-FFF2-40B4-BE49-F238E27FC236}">
                    <a16:creationId xmlns:a16="http://schemas.microsoft.com/office/drawing/2014/main" id="{3CE8838D-CC1D-B4CA-28F3-5EC6CD499D49}"/>
                  </a:ext>
                </a:extLst>
              </p:cNvPr>
              <p:cNvPicPr/>
              <p:nvPr/>
            </p:nvPicPr>
            <p:blipFill>
              <a:blip r:embed="rId63"/>
              <a:stretch>
                <a:fillRect/>
              </a:stretch>
            </p:blipFill>
            <p:spPr>
              <a:xfrm>
                <a:off x="1702810" y="2355530"/>
                <a:ext cx="131868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22" name="Ink 221">
                <a:extLst>
                  <a:ext uri="{FF2B5EF4-FFF2-40B4-BE49-F238E27FC236}">
                    <a16:creationId xmlns:a16="http://schemas.microsoft.com/office/drawing/2014/main" id="{84AB8AFB-C893-0565-A576-E4D7CDD81055}"/>
                  </a:ext>
                </a:extLst>
              </p14:cNvPr>
              <p14:cNvContentPartPr/>
              <p14:nvPr/>
            </p14:nvContentPartPr>
            <p14:xfrm>
              <a:off x="1224730" y="2444450"/>
              <a:ext cx="234360" cy="174600"/>
            </p14:xfrm>
          </p:contentPart>
        </mc:Choice>
        <mc:Fallback xmlns="">
          <p:pic>
            <p:nvPicPr>
              <p:cNvPr id="222" name="Ink 221">
                <a:extLst>
                  <a:ext uri="{FF2B5EF4-FFF2-40B4-BE49-F238E27FC236}">
                    <a16:creationId xmlns:a16="http://schemas.microsoft.com/office/drawing/2014/main" id="{84AB8AFB-C893-0565-A576-E4D7CDD81055}"/>
                  </a:ext>
                </a:extLst>
              </p:cNvPr>
              <p:cNvPicPr/>
              <p:nvPr/>
            </p:nvPicPr>
            <p:blipFill>
              <a:blip r:embed="rId65"/>
              <a:stretch>
                <a:fillRect/>
              </a:stretch>
            </p:blipFill>
            <p:spPr>
              <a:xfrm>
                <a:off x="1209250" y="2428970"/>
                <a:ext cx="2649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26" name="Ink 225">
                <a:extLst>
                  <a:ext uri="{FF2B5EF4-FFF2-40B4-BE49-F238E27FC236}">
                    <a16:creationId xmlns:a16="http://schemas.microsoft.com/office/drawing/2014/main" id="{C786E7D5-09D0-1711-45C7-66C51DD465E1}"/>
                  </a:ext>
                </a:extLst>
              </p14:cNvPr>
              <p14:cNvContentPartPr/>
              <p14:nvPr/>
            </p14:nvContentPartPr>
            <p14:xfrm>
              <a:off x="845290" y="3020090"/>
              <a:ext cx="237960" cy="153360"/>
            </p14:xfrm>
          </p:contentPart>
        </mc:Choice>
        <mc:Fallback xmlns="">
          <p:pic>
            <p:nvPicPr>
              <p:cNvPr id="226" name="Ink 225">
                <a:extLst>
                  <a:ext uri="{FF2B5EF4-FFF2-40B4-BE49-F238E27FC236}">
                    <a16:creationId xmlns:a16="http://schemas.microsoft.com/office/drawing/2014/main" id="{C786E7D5-09D0-1711-45C7-66C51DD465E1}"/>
                  </a:ext>
                </a:extLst>
              </p:cNvPr>
              <p:cNvPicPr/>
              <p:nvPr/>
            </p:nvPicPr>
            <p:blipFill>
              <a:blip r:embed="rId67"/>
              <a:stretch>
                <a:fillRect/>
              </a:stretch>
            </p:blipFill>
            <p:spPr>
              <a:xfrm>
                <a:off x="829810" y="3004610"/>
                <a:ext cx="2685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34" name="Ink 233">
                <a:extLst>
                  <a:ext uri="{FF2B5EF4-FFF2-40B4-BE49-F238E27FC236}">
                    <a16:creationId xmlns:a16="http://schemas.microsoft.com/office/drawing/2014/main" id="{BF1FDA13-8677-FE45-6884-926CEDE36E36}"/>
                  </a:ext>
                </a:extLst>
              </p14:cNvPr>
              <p14:cNvContentPartPr/>
              <p14:nvPr/>
            </p14:nvContentPartPr>
            <p14:xfrm>
              <a:off x="2329570" y="2883290"/>
              <a:ext cx="155160" cy="236520"/>
            </p14:xfrm>
          </p:contentPart>
        </mc:Choice>
        <mc:Fallback xmlns="">
          <p:pic>
            <p:nvPicPr>
              <p:cNvPr id="234" name="Ink 233">
                <a:extLst>
                  <a:ext uri="{FF2B5EF4-FFF2-40B4-BE49-F238E27FC236}">
                    <a16:creationId xmlns:a16="http://schemas.microsoft.com/office/drawing/2014/main" id="{BF1FDA13-8677-FE45-6884-926CEDE36E36}"/>
                  </a:ext>
                </a:extLst>
              </p:cNvPr>
              <p:cNvPicPr/>
              <p:nvPr/>
            </p:nvPicPr>
            <p:blipFill>
              <a:blip r:embed="rId69"/>
              <a:stretch>
                <a:fillRect/>
              </a:stretch>
            </p:blipFill>
            <p:spPr>
              <a:xfrm>
                <a:off x="2314090" y="2867786"/>
                <a:ext cx="185760" cy="267167"/>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35" name="Ink 234">
                <a:extLst>
                  <a:ext uri="{FF2B5EF4-FFF2-40B4-BE49-F238E27FC236}">
                    <a16:creationId xmlns:a16="http://schemas.microsoft.com/office/drawing/2014/main" id="{0F4C5181-B7F9-B5CB-4E3E-64BF7E9A856E}"/>
                  </a:ext>
                </a:extLst>
              </p14:cNvPr>
              <p14:cNvContentPartPr/>
              <p14:nvPr/>
            </p14:nvContentPartPr>
            <p14:xfrm>
              <a:off x="1976410" y="3055730"/>
              <a:ext cx="151200" cy="71640"/>
            </p14:xfrm>
          </p:contentPart>
        </mc:Choice>
        <mc:Fallback xmlns="">
          <p:pic>
            <p:nvPicPr>
              <p:cNvPr id="235" name="Ink 234">
                <a:extLst>
                  <a:ext uri="{FF2B5EF4-FFF2-40B4-BE49-F238E27FC236}">
                    <a16:creationId xmlns:a16="http://schemas.microsoft.com/office/drawing/2014/main" id="{0F4C5181-B7F9-B5CB-4E3E-64BF7E9A856E}"/>
                  </a:ext>
                </a:extLst>
              </p:cNvPr>
              <p:cNvPicPr/>
              <p:nvPr/>
            </p:nvPicPr>
            <p:blipFill>
              <a:blip r:embed="rId71"/>
              <a:stretch>
                <a:fillRect/>
              </a:stretch>
            </p:blipFill>
            <p:spPr>
              <a:xfrm>
                <a:off x="1960930" y="3040250"/>
                <a:ext cx="1818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36" name="Ink 235">
                <a:extLst>
                  <a:ext uri="{FF2B5EF4-FFF2-40B4-BE49-F238E27FC236}">
                    <a16:creationId xmlns:a16="http://schemas.microsoft.com/office/drawing/2014/main" id="{591FCC80-6A1A-0DC4-B6CC-9276D39C0555}"/>
                  </a:ext>
                </a:extLst>
              </p14:cNvPr>
              <p14:cNvContentPartPr/>
              <p14:nvPr/>
            </p14:nvContentPartPr>
            <p14:xfrm>
              <a:off x="1428850" y="2813810"/>
              <a:ext cx="285840" cy="421200"/>
            </p14:xfrm>
          </p:contentPart>
        </mc:Choice>
        <mc:Fallback xmlns="">
          <p:pic>
            <p:nvPicPr>
              <p:cNvPr id="236" name="Ink 235">
                <a:extLst>
                  <a:ext uri="{FF2B5EF4-FFF2-40B4-BE49-F238E27FC236}">
                    <a16:creationId xmlns:a16="http://schemas.microsoft.com/office/drawing/2014/main" id="{591FCC80-6A1A-0DC4-B6CC-9276D39C0555}"/>
                  </a:ext>
                </a:extLst>
              </p:cNvPr>
              <p:cNvPicPr/>
              <p:nvPr/>
            </p:nvPicPr>
            <p:blipFill>
              <a:blip r:embed="rId73"/>
              <a:stretch>
                <a:fillRect/>
              </a:stretch>
            </p:blipFill>
            <p:spPr>
              <a:xfrm>
                <a:off x="1413350" y="2798330"/>
                <a:ext cx="316479" cy="451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39" name="Ink 238">
                <a:extLst>
                  <a:ext uri="{FF2B5EF4-FFF2-40B4-BE49-F238E27FC236}">
                    <a16:creationId xmlns:a16="http://schemas.microsoft.com/office/drawing/2014/main" id="{910E33D9-6C9F-D44E-5794-CDE092BC71E6}"/>
                  </a:ext>
                </a:extLst>
              </p14:cNvPr>
              <p14:cNvContentPartPr/>
              <p14:nvPr/>
            </p14:nvContentPartPr>
            <p14:xfrm>
              <a:off x="2639170" y="2873210"/>
              <a:ext cx="131400" cy="276480"/>
            </p14:xfrm>
          </p:contentPart>
        </mc:Choice>
        <mc:Fallback xmlns="">
          <p:pic>
            <p:nvPicPr>
              <p:cNvPr id="239" name="Ink 238">
                <a:extLst>
                  <a:ext uri="{FF2B5EF4-FFF2-40B4-BE49-F238E27FC236}">
                    <a16:creationId xmlns:a16="http://schemas.microsoft.com/office/drawing/2014/main" id="{910E33D9-6C9F-D44E-5794-CDE092BC71E6}"/>
                  </a:ext>
                </a:extLst>
              </p:cNvPr>
              <p:cNvPicPr/>
              <p:nvPr/>
            </p:nvPicPr>
            <p:blipFill>
              <a:blip r:embed="rId75"/>
              <a:stretch>
                <a:fillRect/>
              </a:stretch>
            </p:blipFill>
            <p:spPr>
              <a:xfrm>
                <a:off x="2623690" y="2857730"/>
                <a:ext cx="16200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46" name="Ink 245">
                <a:extLst>
                  <a:ext uri="{FF2B5EF4-FFF2-40B4-BE49-F238E27FC236}">
                    <a16:creationId xmlns:a16="http://schemas.microsoft.com/office/drawing/2014/main" id="{2153BDDF-4A87-2DAC-74DF-8A6B7152305F}"/>
                  </a:ext>
                </a:extLst>
              </p14:cNvPr>
              <p14:cNvContentPartPr/>
              <p14:nvPr/>
            </p14:nvContentPartPr>
            <p14:xfrm>
              <a:off x="2837530" y="2802290"/>
              <a:ext cx="689040" cy="416520"/>
            </p14:xfrm>
          </p:contentPart>
        </mc:Choice>
        <mc:Fallback xmlns="">
          <p:pic>
            <p:nvPicPr>
              <p:cNvPr id="246" name="Ink 245">
                <a:extLst>
                  <a:ext uri="{FF2B5EF4-FFF2-40B4-BE49-F238E27FC236}">
                    <a16:creationId xmlns:a16="http://schemas.microsoft.com/office/drawing/2014/main" id="{2153BDDF-4A87-2DAC-74DF-8A6B7152305F}"/>
                  </a:ext>
                </a:extLst>
              </p:cNvPr>
              <p:cNvPicPr/>
              <p:nvPr/>
            </p:nvPicPr>
            <p:blipFill>
              <a:blip r:embed="rId77"/>
              <a:stretch>
                <a:fillRect/>
              </a:stretch>
            </p:blipFill>
            <p:spPr>
              <a:xfrm>
                <a:off x="2822058" y="2786823"/>
                <a:ext cx="719624" cy="447094"/>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48" name="Ink 247">
                <a:extLst>
                  <a:ext uri="{FF2B5EF4-FFF2-40B4-BE49-F238E27FC236}">
                    <a16:creationId xmlns:a16="http://schemas.microsoft.com/office/drawing/2014/main" id="{9B28F697-384B-AE47-EC33-ADA15D70AD11}"/>
                  </a:ext>
                </a:extLst>
              </p14:cNvPr>
              <p14:cNvContentPartPr/>
              <p14:nvPr/>
            </p14:nvContentPartPr>
            <p14:xfrm>
              <a:off x="2442250" y="3115130"/>
              <a:ext cx="133560" cy="135360"/>
            </p14:xfrm>
          </p:contentPart>
        </mc:Choice>
        <mc:Fallback xmlns="">
          <p:pic>
            <p:nvPicPr>
              <p:cNvPr id="248" name="Ink 247">
                <a:extLst>
                  <a:ext uri="{FF2B5EF4-FFF2-40B4-BE49-F238E27FC236}">
                    <a16:creationId xmlns:a16="http://schemas.microsoft.com/office/drawing/2014/main" id="{9B28F697-384B-AE47-EC33-ADA15D70AD11}"/>
                  </a:ext>
                </a:extLst>
              </p:cNvPr>
              <p:cNvPicPr/>
              <p:nvPr/>
            </p:nvPicPr>
            <p:blipFill>
              <a:blip r:embed="rId79"/>
              <a:stretch>
                <a:fillRect/>
              </a:stretch>
            </p:blipFill>
            <p:spPr>
              <a:xfrm>
                <a:off x="2426770" y="3099650"/>
                <a:ext cx="1641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51" name="Ink 250">
                <a:extLst>
                  <a:ext uri="{FF2B5EF4-FFF2-40B4-BE49-F238E27FC236}">
                    <a16:creationId xmlns:a16="http://schemas.microsoft.com/office/drawing/2014/main" id="{7B3C4A55-77BC-7D10-6125-62FA22C9AD1D}"/>
                  </a:ext>
                </a:extLst>
              </p14:cNvPr>
              <p14:cNvContentPartPr/>
              <p14:nvPr/>
            </p14:nvContentPartPr>
            <p14:xfrm>
              <a:off x="3337570" y="2654690"/>
              <a:ext cx="1143360" cy="476280"/>
            </p14:xfrm>
          </p:contentPart>
        </mc:Choice>
        <mc:Fallback xmlns="">
          <p:pic>
            <p:nvPicPr>
              <p:cNvPr id="251" name="Ink 250">
                <a:extLst>
                  <a:ext uri="{FF2B5EF4-FFF2-40B4-BE49-F238E27FC236}">
                    <a16:creationId xmlns:a16="http://schemas.microsoft.com/office/drawing/2014/main" id="{7B3C4A55-77BC-7D10-6125-62FA22C9AD1D}"/>
                  </a:ext>
                </a:extLst>
              </p:cNvPr>
              <p:cNvPicPr/>
              <p:nvPr/>
            </p:nvPicPr>
            <p:blipFill>
              <a:blip r:embed="rId81"/>
              <a:stretch>
                <a:fillRect/>
              </a:stretch>
            </p:blipFill>
            <p:spPr>
              <a:xfrm>
                <a:off x="3322090" y="2639222"/>
                <a:ext cx="1173960" cy="506857"/>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52" name="Ink 251">
                <a:extLst>
                  <a:ext uri="{FF2B5EF4-FFF2-40B4-BE49-F238E27FC236}">
                    <a16:creationId xmlns:a16="http://schemas.microsoft.com/office/drawing/2014/main" id="{1C525A8E-E850-71DC-5F81-9335B1C3E059}"/>
                  </a:ext>
                </a:extLst>
              </p14:cNvPr>
              <p14:cNvContentPartPr/>
              <p14:nvPr/>
            </p14:nvContentPartPr>
            <p14:xfrm>
              <a:off x="3317770" y="2651090"/>
              <a:ext cx="167040" cy="99720"/>
            </p14:xfrm>
          </p:contentPart>
        </mc:Choice>
        <mc:Fallback xmlns="">
          <p:pic>
            <p:nvPicPr>
              <p:cNvPr id="252" name="Ink 251">
                <a:extLst>
                  <a:ext uri="{FF2B5EF4-FFF2-40B4-BE49-F238E27FC236}">
                    <a16:creationId xmlns:a16="http://schemas.microsoft.com/office/drawing/2014/main" id="{1C525A8E-E850-71DC-5F81-9335B1C3E059}"/>
                  </a:ext>
                </a:extLst>
              </p:cNvPr>
              <p:cNvPicPr/>
              <p:nvPr/>
            </p:nvPicPr>
            <p:blipFill>
              <a:blip r:embed="rId83"/>
              <a:stretch>
                <a:fillRect/>
              </a:stretch>
            </p:blipFill>
            <p:spPr>
              <a:xfrm>
                <a:off x="3302290" y="2635610"/>
                <a:ext cx="197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66" name="Ink 265">
                <a:extLst>
                  <a:ext uri="{FF2B5EF4-FFF2-40B4-BE49-F238E27FC236}">
                    <a16:creationId xmlns:a16="http://schemas.microsoft.com/office/drawing/2014/main" id="{FFABC8A8-0324-0D46-8826-18723E015D74}"/>
                  </a:ext>
                </a:extLst>
              </p14:cNvPr>
              <p14:cNvContentPartPr/>
              <p14:nvPr/>
            </p14:nvContentPartPr>
            <p14:xfrm>
              <a:off x="6064210" y="2900930"/>
              <a:ext cx="625680" cy="234360"/>
            </p14:xfrm>
          </p:contentPart>
        </mc:Choice>
        <mc:Fallback xmlns="">
          <p:pic>
            <p:nvPicPr>
              <p:cNvPr id="266" name="Ink 265">
                <a:extLst>
                  <a:ext uri="{FF2B5EF4-FFF2-40B4-BE49-F238E27FC236}">
                    <a16:creationId xmlns:a16="http://schemas.microsoft.com/office/drawing/2014/main" id="{FFABC8A8-0324-0D46-8826-18723E015D74}"/>
                  </a:ext>
                </a:extLst>
              </p:cNvPr>
              <p:cNvPicPr/>
              <p:nvPr/>
            </p:nvPicPr>
            <p:blipFill>
              <a:blip r:embed="rId85"/>
              <a:stretch>
                <a:fillRect/>
              </a:stretch>
            </p:blipFill>
            <p:spPr>
              <a:xfrm>
                <a:off x="6048730" y="2885450"/>
                <a:ext cx="65628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67" name="Ink 266">
                <a:extLst>
                  <a:ext uri="{FF2B5EF4-FFF2-40B4-BE49-F238E27FC236}">
                    <a16:creationId xmlns:a16="http://schemas.microsoft.com/office/drawing/2014/main" id="{8AF4C998-F355-18D5-F010-427C8BC430CD}"/>
                  </a:ext>
                </a:extLst>
              </p14:cNvPr>
              <p14:cNvContentPartPr/>
              <p14:nvPr/>
            </p14:nvContentPartPr>
            <p14:xfrm>
              <a:off x="5417290" y="2921090"/>
              <a:ext cx="456480" cy="230040"/>
            </p14:xfrm>
          </p:contentPart>
        </mc:Choice>
        <mc:Fallback xmlns="">
          <p:pic>
            <p:nvPicPr>
              <p:cNvPr id="267" name="Ink 266">
                <a:extLst>
                  <a:ext uri="{FF2B5EF4-FFF2-40B4-BE49-F238E27FC236}">
                    <a16:creationId xmlns:a16="http://schemas.microsoft.com/office/drawing/2014/main" id="{8AF4C998-F355-18D5-F010-427C8BC430CD}"/>
                  </a:ext>
                </a:extLst>
              </p:cNvPr>
              <p:cNvPicPr/>
              <p:nvPr/>
            </p:nvPicPr>
            <p:blipFill>
              <a:blip r:embed="rId87"/>
              <a:stretch>
                <a:fillRect/>
              </a:stretch>
            </p:blipFill>
            <p:spPr>
              <a:xfrm>
                <a:off x="5401810" y="2905610"/>
                <a:ext cx="487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68" name="Ink 267">
                <a:extLst>
                  <a:ext uri="{FF2B5EF4-FFF2-40B4-BE49-F238E27FC236}">
                    <a16:creationId xmlns:a16="http://schemas.microsoft.com/office/drawing/2014/main" id="{FD092CE6-8A14-3361-5B28-78B567437821}"/>
                  </a:ext>
                </a:extLst>
              </p14:cNvPr>
              <p14:cNvContentPartPr/>
              <p14:nvPr/>
            </p14:nvContentPartPr>
            <p14:xfrm>
              <a:off x="4563730" y="2768090"/>
              <a:ext cx="480240" cy="419040"/>
            </p14:xfrm>
          </p:contentPart>
        </mc:Choice>
        <mc:Fallback xmlns="">
          <p:pic>
            <p:nvPicPr>
              <p:cNvPr id="268" name="Ink 267">
                <a:extLst>
                  <a:ext uri="{FF2B5EF4-FFF2-40B4-BE49-F238E27FC236}">
                    <a16:creationId xmlns:a16="http://schemas.microsoft.com/office/drawing/2014/main" id="{FD092CE6-8A14-3361-5B28-78B567437821}"/>
                  </a:ext>
                </a:extLst>
              </p:cNvPr>
              <p:cNvPicPr/>
              <p:nvPr/>
            </p:nvPicPr>
            <p:blipFill>
              <a:blip r:embed="rId89"/>
              <a:stretch>
                <a:fillRect/>
              </a:stretch>
            </p:blipFill>
            <p:spPr>
              <a:xfrm>
                <a:off x="4548250" y="2752597"/>
                <a:ext cx="510840" cy="449666"/>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69" name="Ink 268">
                <a:extLst>
                  <a:ext uri="{FF2B5EF4-FFF2-40B4-BE49-F238E27FC236}">
                    <a16:creationId xmlns:a16="http://schemas.microsoft.com/office/drawing/2014/main" id="{0F6210F1-BBB1-D05A-A415-2EE2B1407060}"/>
                  </a:ext>
                </a:extLst>
              </p14:cNvPr>
              <p14:cNvContentPartPr/>
              <p14:nvPr/>
            </p14:nvContentPartPr>
            <p14:xfrm>
              <a:off x="5159170" y="2890850"/>
              <a:ext cx="186840" cy="244800"/>
            </p14:xfrm>
          </p:contentPart>
        </mc:Choice>
        <mc:Fallback xmlns="">
          <p:pic>
            <p:nvPicPr>
              <p:cNvPr id="269" name="Ink 268">
                <a:extLst>
                  <a:ext uri="{FF2B5EF4-FFF2-40B4-BE49-F238E27FC236}">
                    <a16:creationId xmlns:a16="http://schemas.microsoft.com/office/drawing/2014/main" id="{0F6210F1-BBB1-D05A-A415-2EE2B1407060}"/>
                  </a:ext>
                </a:extLst>
              </p:cNvPr>
              <p:cNvPicPr/>
              <p:nvPr/>
            </p:nvPicPr>
            <p:blipFill>
              <a:blip r:embed="rId91"/>
              <a:stretch>
                <a:fillRect/>
              </a:stretch>
            </p:blipFill>
            <p:spPr>
              <a:xfrm>
                <a:off x="5143690" y="2875370"/>
                <a:ext cx="217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97" name="Ink 296">
                <a:extLst>
                  <a:ext uri="{FF2B5EF4-FFF2-40B4-BE49-F238E27FC236}">
                    <a16:creationId xmlns:a16="http://schemas.microsoft.com/office/drawing/2014/main" id="{2CE28283-1321-B328-63D5-09C865AA500D}"/>
                  </a:ext>
                </a:extLst>
              </p14:cNvPr>
              <p14:cNvContentPartPr/>
              <p14:nvPr/>
            </p14:nvContentPartPr>
            <p14:xfrm>
              <a:off x="2932570" y="3464690"/>
              <a:ext cx="1293840" cy="293760"/>
            </p14:xfrm>
          </p:contentPart>
        </mc:Choice>
        <mc:Fallback xmlns="">
          <p:pic>
            <p:nvPicPr>
              <p:cNvPr id="297" name="Ink 296">
                <a:extLst>
                  <a:ext uri="{FF2B5EF4-FFF2-40B4-BE49-F238E27FC236}">
                    <a16:creationId xmlns:a16="http://schemas.microsoft.com/office/drawing/2014/main" id="{2CE28283-1321-B328-63D5-09C865AA500D}"/>
                  </a:ext>
                </a:extLst>
              </p:cNvPr>
              <p:cNvPicPr/>
              <p:nvPr/>
            </p:nvPicPr>
            <p:blipFill>
              <a:blip r:embed="rId93"/>
              <a:stretch>
                <a:fillRect/>
              </a:stretch>
            </p:blipFill>
            <p:spPr>
              <a:xfrm>
                <a:off x="2917090" y="3449229"/>
                <a:ext cx="1324440" cy="324323"/>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98" name="Ink 297">
                <a:extLst>
                  <a:ext uri="{FF2B5EF4-FFF2-40B4-BE49-F238E27FC236}">
                    <a16:creationId xmlns:a16="http://schemas.microsoft.com/office/drawing/2014/main" id="{4C8FFDBC-D986-1FDF-B118-CEB797801EAB}"/>
                  </a:ext>
                </a:extLst>
              </p14:cNvPr>
              <p14:cNvContentPartPr/>
              <p14:nvPr/>
            </p14:nvContentPartPr>
            <p14:xfrm>
              <a:off x="2075410" y="3504290"/>
              <a:ext cx="679320" cy="189000"/>
            </p14:xfrm>
          </p:contentPart>
        </mc:Choice>
        <mc:Fallback xmlns="">
          <p:pic>
            <p:nvPicPr>
              <p:cNvPr id="298" name="Ink 297">
                <a:extLst>
                  <a:ext uri="{FF2B5EF4-FFF2-40B4-BE49-F238E27FC236}">
                    <a16:creationId xmlns:a16="http://schemas.microsoft.com/office/drawing/2014/main" id="{4C8FFDBC-D986-1FDF-B118-CEB797801EAB}"/>
                  </a:ext>
                </a:extLst>
              </p:cNvPr>
              <p:cNvPicPr/>
              <p:nvPr/>
            </p:nvPicPr>
            <p:blipFill>
              <a:blip r:embed="rId95"/>
              <a:stretch>
                <a:fillRect/>
              </a:stretch>
            </p:blipFill>
            <p:spPr>
              <a:xfrm>
                <a:off x="2059922" y="3488839"/>
                <a:ext cx="709936" cy="219542"/>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99" name="Ink 298">
                <a:extLst>
                  <a:ext uri="{FF2B5EF4-FFF2-40B4-BE49-F238E27FC236}">
                    <a16:creationId xmlns:a16="http://schemas.microsoft.com/office/drawing/2014/main" id="{D6304DE1-1229-ABC0-C2B8-83760D68CC9B}"/>
                  </a:ext>
                </a:extLst>
              </p14:cNvPr>
              <p14:cNvContentPartPr/>
              <p14:nvPr/>
            </p14:nvContentPartPr>
            <p14:xfrm>
              <a:off x="1444330" y="3462890"/>
              <a:ext cx="456840" cy="216360"/>
            </p14:xfrm>
          </p:contentPart>
        </mc:Choice>
        <mc:Fallback xmlns="">
          <p:pic>
            <p:nvPicPr>
              <p:cNvPr id="299" name="Ink 298">
                <a:extLst>
                  <a:ext uri="{FF2B5EF4-FFF2-40B4-BE49-F238E27FC236}">
                    <a16:creationId xmlns:a16="http://schemas.microsoft.com/office/drawing/2014/main" id="{D6304DE1-1229-ABC0-C2B8-83760D68CC9B}"/>
                  </a:ext>
                </a:extLst>
              </p:cNvPr>
              <p:cNvPicPr/>
              <p:nvPr/>
            </p:nvPicPr>
            <p:blipFill>
              <a:blip r:embed="rId97"/>
              <a:stretch>
                <a:fillRect/>
              </a:stretch>
            </p:blipFill>
            <p:spPr>
              <a:xfrm>
                <a:off x="1428850" y="3447410"/>
                <a:ext cx="48744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00" name="Ink 299">
                <a:extLst>
                  <a:ext uri="{FF2B5EF4-FFF2-40B4-BE49-F238E27FC236}">
                    <a16:creationId xmlns:a16="http://schemas.microsoft.com/office/drawing/2014/main" id="{F6AB4882-B291-9F30-005F-AA4062889687}"/>
                  </a:ext>
                </a:extLst>
              </p14:cNvPr>
              <p14:cNvContentPartPr/>
              <p14:nvPr/>
            </p14:nvContentPartPr>
            <p14:xfrm>
              <a:off x="650530" y="3520130"/>
              <a:ext cx="595800" cy="181080"/>
            </p14:xfrm>
          </p:contentPart>
        </mc:Choice>
        <mc:Fallback xmlns="">
          <p:pic>
            <p:nvPicPr>
              <p:cNvPr id="300" name="Ink 299">
                <a:extLst>
                  <a:ext uri="{FF2B5EF4-FFF2-40B4-BE49-F238E27FC236}">
                    <a16:creationId xmlns:a16="http://schemas.microsoft.com/office/drawing/2014/main" id="{F6AB4882-B291-9F30-005F-AA4062889687}"/>
                  </a:ext>
                </a:extLst>
              </p:cNvPr>
              <p:cNvPicPr/>
              <p:nvPr/>
            </p:nvPicPr>
            <p:blipFill>
              <a:blip r:embed="rId99"/>
              <a:stretch>
                <a:fillRect/>
              </a:stretch>
            </p:blipFill>
            <p:spPr>
              <a:xfrm>
                <a:off x="635050" y="3504681"/>
                <a:ext cx="626400" cy="211619"/>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28" name="Ink 327">
                <a:extLst>
                  <a:ext uri="{FF2B5EF4-FFF2-40B4-BE49-F238E27FC236}">
                    <a16:creationId xmlns:a16="http://schemas.microsoft.com/office/drawing/2014/main" id="{BD325244-0691-18A3-5E0D-35FB72A971F2}"/>
                  </a:ext>
                </a:extLst>
              </p14:cNvPr>
              <p14:cNvContentPartPr/>
              <p14:nvPr/>
            </p14:nvContentPartPr>
            <p14:xfrm>
              <a:off x="7659370" y="3448490"/>
              <a:ext cx="881640" cy="254520"/>
            </p14:xfrm>
          </p:contentPart>
        </mc:Choice>
        <mc:Fallback xmlns="">
          <p:pic>
            <p:nvPicPr>
              <p:cNvPr id="328" name="Ink 327">
                <a:extLst>
                  <a:ext uri="{FF2B5EF4-FFF2-40B4-BE49-F238E27FC236}">
                    <a16:creationId xmlns:a16="http://schemas.microsoft.com/office/drawing/2014/main" id="{BD325244-0691-18A3-5E0D-35FB72A971F2}"/>
                  </a:ext>
                </a:extLst>
              </p:cNvPr>
              <p:cNvPicPr/>
              <p:nvPr/>
            </p:nvPicPr>
            <p:blipFill>
              <a:blip r:embed="rId101"/>
              <a:stretch>
                <a:fillRect/>
              </a:stretch>
            </p:blipFill>
            <p:spPr>
              <a:xfrm>
                <a:off x="7643884" y="3433010"/>
                <a:ext cx="912253"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29" name="Ink 328">
                <a:extLst>
                  <a:ext uri="{FF2B5EF4-FFF2-40B4-BE49-F238E27FC236}">
                    <a16:creationId xmlns:a16="http://schemas.microsoft.com/office/drawing/2014/main" id="{590DB695-81AF-C451-8A67-63DF14CABDDE}"/>
                  </a:ext>
                </a:extLst>
              </p14:cNvPr>
              <p14:cNvContentPartPr/>
              <p14:nvPr/>
            </p14:nvContentPartPr>
            <p14:xfrm>
              <a:off x="6357610" y="3453170"/>
              <a:ext cx="1036440" cy="245880"/>
            </p14:xfrm>
          </p:contentPart>
        </mc:Choice>
        <mc:Fallback xmlns="">
          <p:pic>
            <p:nvPicPr>
              <p:cNvPr id="329" name="Ink 328">
                <a:extLst>
                  <a:ext uri="{FF2B5EF4-FFF2-40B4-BE49-F238E27FC236}">
                    <a16:creationId xmlns:a16="http://schemas.microsoft.com/office/drawing/2014/main" id="{590DB695-81AF-C451-8A67-63DF14CABDDE}"/>
                  </a:ext>
                </a:extLst>
              </p:cNvPr>
              <p:cNvPicPr/>
              <p:nvPr/>
            </p:nvPicPr>
            <p:blipFill>
              <a:blip r:embed="rId103"/>
              <a:stretch>
                <a:fillRect/>
              </a:stretch>
            </p:blipFill>
            <p:spPr>
              <a:xfrm>
                <a:off x="6342125" y="3437713"/>
                <a:ext cx="1067051" cy="276435"/>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30" name="Ink 329">
                <a:extLst>
                  <a:ext uri="{FF2B5EF4-FFF2-40B4-BE49-F238E27FC236}">
                    <a16:creationId xmlns:a16="http://schemas.microsoft.com/office/drawing/2014/main" id="{C24DD600-9731-EF03-4684-DB6E5110FACA}"/>
                  </a:ext>
                </a:extLst>
              </p14:cNvPr>
              <p14:cNvContentPartPr/>
              <p14:nvPr/>
            </p14:nvContentPartPr>
            <p14:xfrm>
              <a:off x="5623570" y="3477290"/>
              <a:ext cx="532080" cy="198000"/>
            </p14:xfrm>
          </p:contentPart>
        </mc:Choice>
        <mc:Fallback xmlns="">
          <p:pic>
            <p:nvPicPr>
              <p:cNvPr id="330" name="Ink 329">
                <a:extLst>
                  <a:ext uri="{FF2B5EF4-FFF2-40B4-BE49-F238E27FC236}">
                    <a16:creationId xmlns:a16="http://schemas.microsoft.com/office/drawing/2014/main" id="{C24DD600-9731-EF03-4684-DB6E5110FACA}"/>
                  </a:ext>
                </a:extLst>
              </p:cNvPr>
              <p:cNvPicPr/>
              <p:nvPr/>
            </p:nvPicPr>
            <p:blipFill>
              <a:blip r:embed="rId105"/>
              <a:stretch>
                <a:fillRect/>
              </a:stretch>
            </p:blipFill>
            <p:spPr>
              <a:xfrm>
                <a:off x="5608100" y="3461782"/>
                <a:ext cx="562659" cy="228656"/>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1" name="Ink 330">
                <a:extLst>
                  <a:ext uri="{FF2B5EF4-FFF2-40B4-BE49-F238E27FC236}">
                    <a16:creationId xmlns:a16="http://schemas.microsoft.com/office/drawing/2014/main" id="{14C15432-0076-2C5F-17DA-D45F7AC6B53D}"/>
                  </a:ext>
                </a:extLst>
              </p14:cNvPr>
              <p14:cNvContentPartPr/>
              <p14:nvPr/>
            </p14:nvContentPartPr>
            <p14:xfrm>
              <a:off x="4433050" y="3483770"/>
              <a:ext cx="972000" cy="219240"/>
            </p14:xfrm>
          </p:contentPart>
        </mc:Choice>
        <mc:Fallback xmlns="">
          <p:pic>
            <p:nvPicPr>
              <p:cNvPr id="331" name="Ink 330">
                <a:extLst>
                  <a:ext uri="{FF2B5EF4-FFF2-40B4-BE49-F238E27FC236}">
                    <a16:creationId xmlns:a16="http://schemas.microsoft.com/office/drawing/2014/main" id="{14C15432-0076-2C5F-17DA-D45F7AC6B53D}"/>
                  </a:ext>
                </a:extLst>
              </p:cNvPr>
              <p:cNvPicPr/>
              <p:nvPr/>
            </p:nvPicPr>
            <p:blipFill>
              <a:blip r:embed="rId107"/>
              <a:stretch>
                <a:fillRect/>
              </a:stretch>
            </p:blipFill>
            <p:spPr>
              <a:xfrm>
                <a:off x="4417576" y="3468290"/>
                <a:ext cx="1002589"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32" name="Ink 331">
                <a:extLst>
                  <a:ext uri="{FF2B5EF4-FFF2-40B4-BE49-F238E27FC236}">
                    <a16:creationId xmlns:a16="http://schemas.microsoft.com/office/drawing/2014/main" id="{49C6A5AF-18C4-7AE3-6ECB-9C976435A529}"/>
                  </a:ext>
                </a:extLst>
              </p14:cNvPr>
              <p14:cNvContentPartPr/>
              <p14:nvPr/>
            </p14:nvContentPartPr>
            <p14:xfrm>
              <a:off x="809290" y="4047890"/>
              <a:ext cx="258480" cy="210600"/>
            </p14:xfrm>
          </p:contentPart>
        </mc:Choice>
        <mc:Fallback xmlns="">
          <p:pic>
            <p:nvPicPr>
              <p:cNvPr id="332" name="Ink 331">
                <a:extLst>
                  <a:ext uri="{FF2B5EF4-FFF2-40B4-BE49-F238E27FC236}">
                    <a16:creationId xmlns:a16="http://schemas.microsoft.com/office/drawing/2014/main" id="{49C6A5AF-18C4-7AE3-6ECB-9C976435A529}"/>
                  </a:ext>
                </a:extLst>
              </p:cNvPr>
              <p:cNvPicPr/>
              <p:nvPr/>
            </p:nvPicPr>
            <p:blipFill>
              <a:blip r:embed="rId109"/>
              <a:stretch>
                <a:fillRect/>
              </a:stretch>
            </p:blipFill>
            <p:spPr>
              <a:xfrm>
                <a:off x="793810" y="4032410"/>
                <a:ext cx="2890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33" name="Ink 332">
                <a:extLst>
                  <a:ext uri="{FF2B5EF4-FFF2-40B4-BE49-F238E27FC236}">
                    <a16:creationId xmlns:a16="http://schemas.microsoft.com/office/drawing/2014/main" id="{C354678A-BFA8-8144-7F57-8A48F7328FE9}"/>
                  </a:ext>
                </a:extLst>
              </p14:cNvPr>
              <p14:cNvContentPartPr/>
              <p14:nvPr/>
            </p14:nvContentPartPr>
            <p14:xfrm>
              <a:off x="1033570" y="4186850"/>
              <a:ext cx="46080" cy="113760"/>
            </p14:xfrm>
          </p:contentPart>
        </mc:Choice>
        <mc:Fallback xmlns="">
          <p:pic>
            <p:nvPicPr>
              <p:cNvPr id="333" name="Ink 332">
                <a:extLst>
                  <a:ext uri="{FF2B5EF4-FFF2-40B4-BE49-F238E27FC236}">
                    <a16:creationId xmlns:a16="http://schemas.microsoft.com/office/drawing/2014/main" id="{C354678A-BFA8-8144-7F57-8A48F7328FE9}"/>
                  </a:ext>
                </a:extLst>
              </p:cNvPr>
              <p:cNvPicPr/>
              <p:nvPr/>
            </p:nvPicPr>
            <p:blipFill>
              <a:blip r:embed="rId111"/>
              <a:stretch>
                <a:fillRect/>
              </a:stretch>
            </p:blipFill>
            <p:spPr>
              <a:xfrm>
                <a:off x="1018210" y="4171321"/>
                <a:ext cx="76443" cy="144457"/>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34" name="Ink 333">
                <a:extLst>
                  <a:ext uri="{FF2B5EF4-FFF2-40B4-BE49-F238E27FC236}">
                    <a16:creationId xmlns:a16="http://schemas.microsoft.com/office/drawing/2014/main" id="{EAAF6786-C502-B5E7-BC2E-3C7819449460}"/>
                  </a:ext>
                </a:extLst>
              </p14:cNvPr>
              <p14:cNvContentPartPr/>
              <p14:nvPr/>
            </p14:nvContentPartPr>
            <p14:xfrm>
              <a:off x="1087210" y="4190810"/>
              <a:ext cx="39960" cy="119520"/>
            </p14:xfrm>
          </p:contentPart>
        </mc:Choice>
        <mc:Fallback xmlns="">
          <p:pic>
            <p:nvPicPr>
              <p:cNvPr id="334" name="Ink 333">
                <a:extLst>
                  <a:ext uri="{FF2B5EF4-FFF2-40B4-BE49-F238E27FC236}">
                    <a16:creationId xmlns:a16="http://schemas.microsoft.com/office/drawing/2014/main" id="{EAAF6786-C502-B5E7-BC2E-3C7819449460}"/>
                  </a:ext>
                </a:extLst>
              </p:cNvPr>
              <p:cNvPicPr/>
              <p:nvPr/>
            </p:nvPicPr>
            <p:blipFill>
              <a:blip r:embed="rId113"/>
              <a:stretch>
                <a:fillRect/>
              </a:stretch>
            </p:blipFill>
            <p:spPr>
              <a:xfrm>
                <a:off x="1071730" y="4175283"/>
                <a:ext cx="70560" cy="150212"/>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35" name="Ink 334">
                <a:extLst>
                  <a:ext uri="{FF2B5EF4-FFF2-40B4-BE49-F238E27FC236}">
                    <a16:creationId xmlns:a16="http://schemas.microsoft.com/office/drawing/2014/main" id="{AEE80F62-9F39-1E9A-FCB9-021006D5E550}"/>
                  </a:ext>
                </a:extLst>
              </p14:cNvPr>
              <p14:cNvContentPartPr/>
              <p14:nvPr/>
            </p14:nvContentPartPr>
            <p14:xfrm>
              <a:off x="1099090" y="3906770"/>
              <a:ext cx="87840" cy="179280"/>
            </p14:xfrm>
          </p:contentPart>
        </mc:Choice>
        <mc:Fallback xmlns="">
          <p:pic>
            <p:nvPicPr>
              <p:cNvPr id="335" name="Ink 334">
                <a:extLst>
                  <a:ext uri="{FF2B5EF4-FFF2-40B4-BE49-F238E27FC236}">
                    <a16:creationId xmlns:a16="http://schemas.microsoft.com/office/drawing/2014/main" id="{AEE80F62-9F39-1E9A-FCB9-021006D5E550}"/>
                  </a:ext>
                </a:extLst>
              </p:cNvPr>
              <p:cNvPicPr/>
              <p:nvPr/>
            </p:nvPicPr>
            <p:blipFill>
              <a:blip r:embed="rId115"/>
              <a:stretch>
                <a:fillRect/>
              </a:stretch>
            </p:blipFill>
            <p:spPr>
              <a:xfrm>
                <a:off x="1083546" y="3891290"/>
                <a:ext cx="118566"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36" name="Ink 335">
                <a:extLst>
                  <a:ext uri="{FF2B5EF4-FFF2-40B4-BE49-F238E27FC236}">
                    <a16:creationId xmlns:a16="http://schemas.microsoft.com/office/drawing/2014/main" id="{D8E7519F-1F90-7B1B-7489-583623D6B7DA}"/>
                  </a:ext>
                </a:extLst>
              </p14:cNvPr>
              <p14:cNvContentPartPr/>
              <p14:nvPr/>
            </p14:nvContentPartPr>
            <p14:xfrm>
              <a:off x="1198450" y="3936650"/>
              <a:ext cx="63360" cy="141480"/>
            </p14:xfrm>
          </p:contentPart>
        </mc:Choice>
        <mc:Fallback xmlns="">
          <p:pic>
            <p:nvPicPr>
              <p:cNvPr id="336" name="Ink 335">
                <a:extLst>
                  <a:ext uri="{FF2B5EF4-FFF2-40B4-BE49-F238E27FC236}">
                    <a16:creationId xmlns:a16="http://schemas.microsoft.com/office/drawing/2014/main" id="{D8E7519F-1F90-7B1B-7489-583623D6B7DA}"/>
                  </a:ext>
                </a:extLst>
              </p:cNvPr>
              <p:cNvPicPr/>
              <p:nvPr/>
            </p:nvPicPr>
            <p:blipFill>
              <a:blip r:embed="rId117"/>
              <a:stretch>
                <a:fillRect/>
              </a:stretch>
            </p:blipFill>
            <p:spPr>
              <a:xfrm>
                <a:off x="1182970" y="3921170"/>
                <a:ext cx="939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37" name="Ink 336">
                <a:extLst>
                  <a:ext uri="{FF2B5EF4-FFF2-40B4-BE49-F238E27FC236}">
                    <a16:creationId xmlns:a16="http://schemas.microsoft.com/office/drawing/2014/main" id="{4C967EE9-80DC-77F0-D983-242C15481FEE}"/>
                  </a:ext>
                </a:extLst>
              </p14:cNvPr>
              <p14:cNvContentPartPr/>
              <p14:nvPr/>
            </p14:nvContentPartPr>
            <p14:xfrm>
              <a:off x="1285570" y="3920810"/>
              <a:ext cx="71640" cy="167040"/>
            </p14:xfrm>
          </p:contentPart>
        </mc:Choice>
        <mc:Fallback xmlns="">
          <p:pic>
            <p:nvPicPr>
              <p:cNvPr id="337" name="Ink 336">
                <a:extLst>
                  <a:ext uri="{FF2B5EF4-FFF2-40B4-BE49-F238E27FC236}">
                    <a16:creationId xmlns:a16="http://schemas.microsoft.com/office/drawing/2014/main" id="{4C967EE9-80DC-77F0-D983-242C15481FEE}"/>
                  </a:ext>
                </a:extLst>
              </p:cNvPr>
              <p:cNvPicPr/>
              <p:nvPr/>
            </p:nvPicPr>
            <p:blipFill>
              <a:blip r:embed="rId119"/>
              <a:stretch>
                <a:fillRect/>
              </a:stretch>
            </p:blipFill>
            <p:spPr>
              <a:xfrm>
                <a:off x="1270090" y="3905330"/>
                <a:ext cx="1022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38" name="Ink 337">
                <a:extLst>
                  <a:ext uri="{FF2B5EF4-FFF2-40B4-BE49-F238E27FC236}">
                    <a16:creationId xmlns:a16="http://schemas.microsoft.com/office/drawing/2014/main" id="{F04965A1-920B-A03C-F843-92147EA06A9D}"/>
                  </a:ext>
                </a:extLst>
              </p14:cNvPr>
              <p14:cNvContentPartPr/>
              <p14:nvPr/>
            </p14:nvContentPartPr>
            <p14:xfrm>
              <a:off x="1301410" y="4239050"/>
              <a:ext cx="226440" cy="110880"/>
            </p14:xfrm>
          </p:contentPart>
        </mc:Choice>
        <mc:Fallback xmlns="">
          <p:pic>
            <p:nvPicPr>
              <p:cNvPr id="338" name="Ink 337">
                <a:extLst>
                  <a:ext uri="{FF2B5EF4-FFF2-40B4-BE49-F238E27FC236}">
                    <a16:creationId xmlns:a16="http://schemas.microsoft.com/office/drawing/2014/main" id="{F04965A1-920B-A03C-F843-92147EA06A9D}"/>
                  </a:ext>
                </a:extLst>
              </p:cNvPr>
              <p:cNvPicPr/>
              <p:nvPr/>
            </p:nvPicPr>
            <p:blipFill>
              <a:blip r:embed="rId121"/>
              <a:stretch>
                <a:fillRect/>
              </a:stretch>
            </p:blipFill>
            <p:spPr>
              <a:xfrm>
                <a:off x="1285930" y="4223620"/>
                <a:ext cx="257040" cy="141381"/>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39" name="Ink 338">
                <a:extLst>
                  <a:ext uri="{FF2B5EF4-FFF2-40B4-BE49-F238E27FC236}">
                    <a16:creationId xmlns:a16="http://schemas.microsoft.com/office/drawing/2014/main" id="{741AD9AF-4E5E-F577-4A31-629147A9F372}"/>
                  </a:ext>
                </a:extLst>
              </p14:cNvPr>
              <p14:cNvContentPartPr/>
              <p14:nvPr/>
            </p14:nvContentPartPr>
            <p14:xfrm>
              <a:off x="1559530" y="4242290"/>
              <a:ext cx="178920" cy="91800"/>
            </p14:xfrm>
          </p:contentPart>
        </mc:Choice>
        <mc:Fallback xmlns="">
          <p:pic>
            <p:nvPicPr>
              <p:cNvPr id="339" name="Ink 338">
                <a:extLst>
                  <a:ext uri="{FF2B5EF4-FFF2-40B4-BE49-F238E27FC236}">
                    <a16:creationId xmlns:a16="http://schemas.microsoft.com/office/drawing/2014/main" id="{741AD9AF-4E5E-F577-4A31-629147A9F372}"/>
                  </a:ext>
                </a:extLst>
              </p:cNvPr>
              <p:cNvPicPr/>
              <p:nvPr/>
            </p:nvPicPr>
            <p:blipFill>
              <a:blip r:embed="rId123"/>
              <a:stretch>
                <a:fillRect/>
              </a:stretch>
            </p:blipFill>
            <p:spPr>
              <a:xfrm>
                <a:off x="1544050" y="4226749"/>
                <a:ext cx="209520" cy="1225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40" name="Ink 339">
                <a:extLst>
                  <a:ext uri="{FF2B5EF4-FFF2-40B4-BE49-F238E27FC236}">
                    <a16:creationId xmlns:a16="http://schemas.microsoft.com/office/drawing/2014/main" id="{6DFFD0FA-E5E7-FDF8-E2F4-49EAA3A70F4E}"/>
                  </a:ext>
                </a:extLst>
              </p14:cNvPr>
              <p14:cNvContentPartPr/>
              <p14:nvPr/>
            </p14:nvContentPartPr>
            <p14:xfrm>
              <a:off x="2008090" y="4159130"/>
              <a:ext cx="97920" cy="4320"/>
            </p14:xfrm>
          </p:contentPart>
        </mc:Choice>
        <mc:Fallback xmlns="">
          <p:pic>
            <p:nvPicPr>
              <p:cNvPr id="340" name="Ink 339">
                <a:extLst>
                  <a:ext uri="{FF2B5EF4-FFF2-40B4-BE49-F238E27FC236}">
                    <a16:creationId xmlns:a16="http://schemas.microsoft.com/office/drawing/2014/main" id="{6DFFD0FA-E5E7-FDF8-E2F4-49EAA3A70F4E}"/>
                  </a:ext>
                </a:extLst>
              </p:cNvPr>
              <p:cNvPicPr/>
              <p:nvPr/>
            </p:nvPicPr>
            <p:blipFill>
              <a:blip r:embed="rId125"/>
              <a:stretch>
                <a:fillRect/>
              </a:stretch>
            </p:blipFill>
            <p:spPr>
              <a:xfrm>
                <a:off x="1992610" y="4143650"/>
                <a:ext cx="12852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41" name="Ink 340">
                <a:extLst>
                  <a:ext uri="{FF2B5EF4-FFF2-40B4-BE49-F238E27FC236}">
                    <a16:creationId xmlns:a16="http://schemas.microsoft.com/office/drawing/2014/main" id="{FEF632E1-4F35-4BAF-50FD-BBD6BBDA05B1}"/>
                  </a:ext>
                </a:extLst>
              </p14:cNvPr>
              <p14:cNvContentPartPr/>
              <p14:nvPr/>
            </p14:nvContentPartPr>
            <p14:xfrm>
              <a:off x="1968490" y="4202690"/>
              <a:ext cx="131400" cy="12240"/>
            </p14:xfrm>
          </p:contentPart>
        </mc:Choice>
        <mc:Fallback xmlns="">
          <p:pic>
            <p:nvPicPr>
              <p:cNvPr id="341" name="Ink 340">
                <a:extLst>
                  <a:ext uri="{FF2B5EF4-FFF2-40B4-BE49-F238E27FC236}">
                    <a16:creationId xmlns:a16="http://schemas.microsoft.com/office/drawing/2014/main" id="{FEF632E1-4F35-4BAF-50FD-BBD6BBDA05B1}"/>
                  </a:ext>
                </a:extLst>
              </p:cNvPr>
              <p:cNvPicPr/>
              <p:nvPr/>
            </p:nvPicPr>
            <p:blipFill>
              <a:blip r:embed="rId127"/>
              <a:stretch>
                <a:fillRect/>
              </a:stretch>
            </p:blipFill>
            <p:spPr>
              <a:xfrm>
                <a:off x="1953010" y="4187210"/>
                <a:ext cx="1620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56" name="Ink 355">
                <a:extLst>
                  <a:ext uri="{FF2B5EF4-FFF2-40B4-BE49-F238E27FC236}">
                    <a16:creationId xmlns:a16="http://schemas.microsoft.com/office/drawing/2014/main" id="{AD11A7B8-2BD0-9438-8E83-A68DAA9A5840}"/>
                  </a:ext>
                </a:extLst>
              </p14:cNvPr>
              <p14:cNvContentPartPr/>
              <p14:nvPr/>
            </p14:nvContentPartPr>
            <p14:xfrm>
              <a:off x="3496330" y="4047890"/>
              <a:ext cx="627480" cy="178920"/>
            </p14:xfrm>
          </p:contentPart>
        </mc:Choice>
        <mc:Fallback xmlns="">
          <p:pic>
            <p:nvPicPr>
              <p:cNvPr id="356" name="Ink 355">
                <a:extLst>
                  <a:ext uri="{FF2B5EF4-FFF2-40B4-BE49-F238E27FC236}">
                    <a16:creationId xmlns:a16="http://schemas.microsoft.com/office/drawing/2014/main" id="{AD11A7B8-2BD0-9438-8E83-A68DAA9A5840}"/>
                  </a:ext>
                </a:extLst>
              </p:cNvPr>
              <p:cNvPicPr/>
              <p:nvPr/>
            </p:nvPicPr>
            <p:blipFill>
              <a:blip r:embed="rId129"/>
              <a:stretch>
                <a:fillRect/>
              </a:stretch>
            </p:blipFill>
            <p:spPr>
              <a:xfrm>
                <a:off x="3480850" y="4032410"/>
                <a:ext cx="6580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57" name="Ink 356">
                <a:extLst>
                  <a:ext uri="{FF2B5EF4-FFF2-40B4-BE49-F238E27FC236}">
                    <a16:creationId xmlns:a16="http://schemas.microsoft.com/office/drawing/2014/main" id="{B53ABB97-D513-6A28-BF1E-9B65AF02E98B}"/>
                  </a:ext>
                </a:extLst>
              </p14:cNvPr>
              <p14:cNvContentPartPr/>
              <p14:nvPr/>
            </p14:nvContentPartPr>
            <p14:xfrm>
              <a:off x="2567530" y="3893090"/>
              <a:ext cx="730800" cy="452880"/>
            </p14:xfrm>
          </p:contentPart>
        </mc:Choice>
        <mc:Fallback xmlns="">
          <p:pic>
            <p:nvPicPr>
              <p:cNvPr id="357" name="Ink 356">
                <a:extLst>
                  <a:ext uri="{FF2B5EF4-FFF2-40B4-BE49-F238E27FC236}">
                    <a16:creationId xmlns:a16="http://schemas.microsoft.com/office/drawing/2014/main" id="{B53ABB97-D513-6A28-BF1E-9B65AF02E98B}"/>
                  </a:ext>
                </a:extLst>
              </p:cNvPr>
              <p:cNvPicPr/>
              <p:nvPr/>
            </p:nvPicPr>
            <p:blipFill>
              <a:blip r:embed="rId131"/>
              <a:stretch>
                <a:fillRect/>
              </a:stretch>
            </p:blipFill>
            <p:spPr>
              <a:xfrm>
                <a:off x="2552042" y="3877598"/>
                <a:ext cx="761415" cy="483504"/>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68" name="Ink 367">
                <a:extLst>
                  <a:ext uri="{FF2B5EF4-FFF2-40B4-BE49-F238E27FC236}">
                    <a16:creationId xmlns:a16="http://schemas.microsoft.com/office/drawing/2014/main" id="{FFF32F32-B269-CD60-9885-3E5446B93148}"/>
                  </a:ext>
                </a:extLst>
              </p14:cNvPr>
              <p14:cNvContentPartPr/>
              <p14:nvPr/>
            </p14:nvContentPartPr>
            <p14:xfrm>
              <a:off x="4276450" y="3937370"/>
              <a:ext cx="756000" cy="726120"/>
            </p14:xfrm>
          </p:contentPart>
        </mc:Choice>
        <mc:Fallback xmlns="">
          <p:pic>
            <p:nvPicPr>
              <p:cNvPr id="368" name="Ink 367">
                <a:extLst>
                  <a:ext uri="{FF2B5EF4-FFF2-40B4-BE49-F238E27FC236}">
                    <a16:creationId xmlns:a16="http://schemas.microsoft.com/office/drawing/2014/main" id="{FFF32F32-B269-CD60-9885-3E5446B93148}"/>
                  </a:ext>
                </a:extLst>
              </p:cNvPr>
              <p:cNvPicPr/>
              <p:nvPr/>
            </p:nvPicPr>
            <p:blipFill>
              <a:blip r:embed="rId133"/>
              <a:stretch>
                <a:fillRect/>
              </a:stretch>
            </p:blipFill>
            <p:spPr>
              <a:xfrm>
                <a:off x="4260977" y="3921890"/>
                <a:ext cx="786585" cy="756720"/>
              </a:xfrm>
              <a:prstGeom prst="rect">
                <a:avLst/>
              </a:prstGeom>
            </p:spPr>
          </p:pic>
        </mc:Fallback>
      </mc:AlternateContent>
    </p:spTree>
    <p:extLst>
      <p:ext uri="{BB962C8B-B14F-4D97-AF65-F5344CB8AC3E}">
        <p14:creationId xmlns:p14="http://schemas.microsoft.com/office/powerpoint/2010/main" val="409294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30AE-2636-E259-EEFC-59063E9748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86C4AE-F6B7-2E9C-05FD-B54200E38DB5}"/>
              </a:ext>
            </a:extLst>
          </p:cNvPr>
          <p:cNvSpPr>
            <a:spLocks noGrp="1"/>
          </p:cNvSpPr>
          <p:nvPr>
            <p:ph type="title"/>
          </p:nvPr>
        </p:nvSpPr>
        <p:spPr/>
        <p:txBody>
          <a:bodyPr/>
          <a:lstStyle/>
          <a:p>
            <a:r>
              <a:rPr lang="en-US"/>
              <a:t>Gradient Descent</a:t>
            </a:r>
          </a:p>
        </p:txBody>
      </p:sp>
      <p:grpSp>
        <p:nvGrpSpPr>
          <p:cNvPr id="4" name="Group 3">
            <a:extLst>
              <a:ext uri="{FF2B5EF4-FFF2-40B4-BE49-F238E27FC236}">
                <a16:creationId xmlns:a16="http://schemas.microsoft.com/office/drawing/2014/main" id="{2DC1CB94-D17A-A46B-7EE0-AB3C51C43D33}"/>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1FF3C5DA-1D0D-7B94-707B-03A28FD44002}"/>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8AC838C-637B-7880-60CA-9B838F3B82D2}"/>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F760FE1-93F1-4FC6-611C-4322370F2C6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B63499E-C2D0-E484-67C1-2EA7FA971AD4}"/>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620841E-0069-7B25-06EA-B2305D7AFD4C}"/>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3D137F2-D56E-B650-05DB-E13BCC0C863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E4E9FF6-C851-7B5E-EBA4-1B25D7CD74CD}"/>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69CB290E-C105-DE76-52DA-875C041BCDB3}"/>
                  </a:ext>
                </a:extLst>
              </p14:cNvPr>
              <p14:cNvContentPartPr/>
              <p14:nvPr/>
            </p14:nvContentPartPr>
            <p14:xfrm>
              <a:off x="741970" y="849650"/>
              <a:ext cx="63720" cy="188640"/>
            </p14:xfrm>
          </p:contentPart>
        </mc:Choice>
        <mc:Fallback xmlns="">
          <p:pic>
            <p:nvPicPr>
              <p:cNvPr id="2" name="Ink 1">
                <a:extLst>
                  <a:ext uri="{FF2B5EF4-FFF2-40B4-BE49-F238E27FC236}">
                    <a16:creationId xmlns:a16="http://schemas.microsoft.com/office/drawing/2014/main" id="{69CB290E-C105-DE76-52DA-875C041BCDB3}"/>
                  </a:ext>
                </a:extLst>
              </p:cNvPr>
              <p:cNvPicPr/>
              <p:nvPr/>
            </p:nvPicPr>
            <p:blipFill>
              <a:blip r:embed="rId3"/>
              <a:stretch>
                <a:fillRect/>
              </a:stretch>
            </p:blipFill>
            <p:spPr>
              <a:xfrm>
                <a:off x="726490" y="834170"/>
                <a:ext cx="943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0192F814-9195-4592-8CD7-6FEBB3C7CDDB}"/>
                  </a:ext>
                </a:extLst>
              </p14:cNvPr>
              <p14:cNvContentPartPr/>
              <p14:nvPr/>
            </p14:nvContentPartPr>
            <p14:xfrm>
              <a:off x="712090" y="821210"/>
              <a:ext cx="252720" cy="28080"/>
            </p14:xfrm>
          </p:contentPart>
        </mc:Choice>
        <mc:Fallback xmlns="">
          <p:pic>
            <p:nvPicPr>
              <p:cNvPr id="12" name="Ink 11">
                <a:extLst>
                  <a:ext uri="{FF2B5EF4-FFF2-40B4-BE49-F238E27FC236}">
                    <a16:creationId xmlns:a16="http://schemas.microsoft.com/office/drawing/2014/main" id="{0192F814-9195-4592-8CD7-6FEBB3C7CDDB}"/>
                  </a:ext>
                </a:extLst>
              </p:cNvPr>
              <p:cNvPicPr/>
              <p:nvPr/>
            </p:nvPicPr>
            <p:blipFill>
              <a:blip r:embed="rId5"/>
              <a:stretch>
                <a:fillRect/>
              </a:stretch>
            </p:blipFill>
            <p:spPr>
              <a:xfrm>
                <a:off x="696610" y="805730"/>
                <a:ext cx="2833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9F4E2575-3BB9-3118-9824-C5E267F18EA0}"/>
                  </a:ext>
                </a:extLst>
              </p14:cNvPr>
              <p14:cNvContentPartPr/>
              <p14:nvPr/>
            </p14:nvContentPartPr>
            <p14:xfrm>
              <a:off x="810010" y="845330"/>
              <a:ext cx="281880" cy="202680"/>
            </p14:xfrm>
          </p:contentPart>
        </mc:Choice>
        <mc:Fallback xmlns="">
          <p:pic>
            <p:nvPicPr>
              <p:cNvPr id="13" name="Ink 12">
                <a:extLst>
                  <a:ext uri="{FF2B5EF4-FFF2-40B4-BE49-F238E27FC236}">
                    <a16:creationId xmlns:a16="http://schemas.microsoft.com/office/drawing/2014/main" id="{9F4E2575-3BB9-3118-9824-C5E267F18EA0}"/>
                  </a:ext>
                </a:extLst>
              </p:cNvPr>
              <p:cNvPicPr/>
              <p:nvPr/>
            </p:nvPicPr>
            <p:blipFill>
              <a:blip r:embed="rId7"/>
              <a:stretch>
                <a:fillRect/>
              </a:stretch>
            </p:blipFill>
            <p:spPr>
              <a:xfrm>
                <a:off x="794530" y="829850"/>
                <a:ext cx="3124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FA793515-4DAE-65DA-4328-5C02F8E0ACA8}"/>
                  </a:ext>
                </a:extLst>
              </p14:cNvPr>
              <p14:cNvContentPartPr/>
              <p14:nvPr/>
            </p14:nvContentPartPr>
            <p14:xfrm>
              <a:off x="1234090" y="916970"/>
              <a:ext cx="99720" cy="110520"/>
            </p14:xfrm>
          </p:contentPart>
        </mc:Choice>
        <mc:Fallback xmlns="">
          <p:pic>
            <p:nvPicPr>
              <p:cNvPr id="14" name="Ink 13">
                <a:extLst>
                  <a:ext uri="{FF2B5EF4-FFF2-40B4-BE49-F238E27FC236}">
                    <a16:creationId xmlns:a16="http://schemas.microsoft.com/office/drawing/2014/main" id="{FA793515-4DAE-65DA-4328-5C02F8E0ACA8}"/>
                  </a:ext>
                </a:extLst>
              </p:cNvPr>
              <p:cNvPicPr/>
              <p:nvPr/>
            </p:nvPicPr>
            <p:blipFill>
              <a:blip r:embed="rId9"/>
              <a:stretch>
                <a:fillRect/>
              </a:stretch>
            </p:blipFill>
            <p:spPr>
              <a:xfrm>
                <a:off x="1218554" y="901490"/>
                <a:ext cx="130431"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0F0ED307-9C99-31EE-5859-C96A4B749E7F}"/>
                  </a:ext>
                </a:extLst>
              </p14:cNvPr>
              <p14:cNvContentPartPr/>
              <p14:nvPr/>
            </p14:nvContentPartPr>
            <p14:xfrm>
              <a:off x="1369090" y="845330"/>
              <a:ext cx="143280" cy="206640"/>
            </p14:xfrm>
          </p:contentPart>
        </mc:Choice>
        <mc:Fallback xmlns="">
          <p:pic>
            <p:nvPicPr>
              <p:cNvPr id="15" name="Ink 14">
                <a:extLst>
                  <a:ext uri="{FF2B5EF4-FFF2-40B4-BE49-F238E27FC236}">
                    <a16:creationId xmlns:a16="http://schemas.microsoft.com/office/drawing/2014/main" id="{0F0ED307-9C99-31EE-5859-C96A4B749E7F}"/>
                  </a:ext>
                </a:extLst>
              </p:cNvPr>
              <p:cNvPicPr/>
              <p:nvPr/>
            </p:nvPicPr>
            <p:blipFill>
              <a:blip r:embed="rId11"/>
              <a:stretch>
                <a:fillRect/>
              </a:stretch>
            </p:blipFill>
            <p:spPr>
              <a:xfrm>
                <a:off x="1353610" y="829850"/>
                <a:ext cx="1738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D127768B-1D74-6C9F-B448-E7E6E02892B4}"/>
                  </a:ext>
                </a:extLst>
              </p14:cNvPr>
              <p14:cNvContentPartPr/>
              <p14:nvPr/>
            </p14:nvContentPartPr>
            <p14:xfrm>
              <a:off x="1523890" y="825890"/>
              <a:ext cx="599760" cy="222120"/>
            </p14:xfrm>
          </p:contentPart>
        </mc:Choice>
        <mc:Fallback xmlns="">
          <p:pic>
            <p:nvPicPr>
              <p:cNvPr id="16" name="Ink 15">
                <a:extLst>
                  <a:ext uri="{FF2B5EF4-FFF2-40B4-BE49-F238E27FC236}">
                    <a16:creationId xmlns:a16="http://schemas.microsoft.com/office/drawing/2014/main" id="{D127768B-1D74-6C9F-B448-E7E6E02892B4}"/>
                  </a:ext>
                </a:extLst>
              </p:cNvPr>
              <p:cNvPicPr/>
              <p:nvPr/>
            </p:nvPicPr>
            <p:blipFill>
              <a:blip r:embed="rId13"/>
              <a:stretch>
                <a:fillRect/>
              </a:stretch>
            </p:blipFill>
            <p:spPr>
              <a:xfrm>
                <a:off x="1508410" y="810410"/>
                <a:ext cx="63036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5AF18634-C6CE-9F4D-54EA-00C863E75E09}"/>
                  </a:ext>
                </a:extLst>
              </p14:cNvPr>
              <p14:cNvContentPartPr/>
              <p14:nvPr/>
            </p14:nvContentPartPr>
            <p14:xfrm>
              <a:off x="2135170" y="932450"/>
              <a:ext cx="162360" cy="131400"/>
            </p14:xfrm>
          </p:contentPart>
        </mc:Choice>
        <mc:Fallback xmlns="">
          <p:pic>
            <p:nvPicPr>
              <p:cNvPr id="17" name="Ink 16">
                <a:extLst>
                  <a:ext uri="{FF2B5EF4-FFF2-40B4-BE49-F238E27FC236}">
                    <a16:creationId xmlns:a16="http://schemas.microsoft.com/office/drawing/2014/main" id="{5AF18634-C6CE-9F4D-54EA-00C863E75E09}"/>
                  </a:ext>
                </a:extLst>
              </p:cNvPr>
              <p:cNvPicPr/>
              <p:nvPr/>
            </p:nvPicPr>
            <p:blipFill>
              <a:blip r:embed="rId15"/>
              <a:stretch>
                <a:fillRect/>
              </a:stretch>
            </p:blipFill>
            <p:spPr>
              <a:xfrm>
                <a:off x="2119690" y="916927"/>
                <a:ext cx="192960" cy="162084"/>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4CBD88B0-2826-7274-3CF0-6F3B05639194}"/>
                  </a:ext>
                </a:extLst>
              </p14:cNvPr>
              <p14:cNvContentPartPr/>
              <p14:nvPr/>
            </p14:nvContentPartPr>
            <p14:xfrm>
              <a:off x="2305810" y="936410"/>
              <a:ext cx="47880" cy="75600"/>
            </p14:xfrm>
          </p:contentPart>
        </mc:Choice>
        <mc:Fallback xmlns="">
          <p:pic>
            <p:nvPicPr>
              <p:cNvPr id="18" name="Ink 17">
                <a:extLst>
                  <a:ext uri="{FF2B5EF4-FFF2-40B4-BE49-F238E27FC236}">
                    <a16:creationId xmlns:a16="http://schemas.microsoft.com/office/drawing/2014/main" id="{4CBD88B0-2826-7274-3CF0-6F3B05639194}"/>
                  </a:ext>
                </a:extLst>
              </p:cNvPr>
              <p:cNvPicPr/>
              <p:nvPr/>
            </p:nvPicPr>
            <p:blipFill>
              <a:blip r:embed="rId17"/>
              <a:stretch>
                <a:fillRect/>
              </a:stretch>
            </p:blipFill>
            <p:spPr>
              <a:xfrm>
                <a:off x="2290330" y="920930"/>
                <a:ext cx="784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F6EE156A-9C24-0EDD-6E49-59409F84D092}"/>
                  </a:ext>
                </a:extLst>
              </p14:cNvPr>
              <p14:cNvContentPartPr/>
              <p14:nvPr/>
            </p14:nvContentPartPr>
            <p14:xfrm>
              <a:off x="2297890" y="841370"/>
              <a:ext cx="24120" cy="28080"/>
            </p14:xfrm>
          </p:contentPart>
        </mc:Choice>
        <mc:Fallback xmlns="">
          <p:pic>
            <p:nvPicPr>
              <p:cNvPr id="19" name="Ink 18">
                <a:extLst>
                  <a:ext uri="{FF2B5EF4-FFF2-40B4-BE49-F238E27FC236}">
                    <a16:creationId xmlns:a16="http://schemas.microsoft.com/office/drawing/2014/main" id="{F6EE156A-9C24-0EDD-6E49-59409F84D092}"/>
                  </a:ext>
                </a:extLst>
              </p:cNvPr>
              <p:cNvPicPr/>
              <p:nvPr/>
            </p:nvPicPr>
            <p:blipFill>
              <a:blip r:embed="rId19"/>
              <a:stretch>
                <a:fillRect/>
              </a:stretch>
            </p:blipFill>
            <p:spPr>
              <a:xfrm>
                <a:off x="2282410" y="825890"/>
                <a:ext cx="547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8AE6E827-533B-38B2-050B-7D2C3AA4D4AD}"/>
                  </a:ext>
                </a:extLst>
              </p14:cNvPr>
              <p14:cNvContentPartPr/>
              <p14:nvPr/>
            </p14:nvContentPartPr>
            <p14:xfrm>
              <a:off x="3528010" y="866930"/>
              <a:ext cx="230400" cy="141120"/>
            </p14:xfrm>
          </p:contentPart>
        </mc:Choice>
        <mc:Fallback xmlns="">
          <p:pic>
            <p:nvPicPr>
              <p:cNvPr id="33" name="Ink 32">
                <a:extLst>
                  <a:ext uri="{FF2B5EF4-FFF2-40B4-BE49-F238E27FC236}">
                    <a16:creationId xmlns:a16="http://schemas.microsoft.com/office/drawing/2014/main" id="{8AE6E827-533B-38B2-050B-7D2C3AA4D4AD}"/>
                  </a:ext>
                </a:extLst>
              </p:cNvPr>
              <p:cNvPicPr/>
              <p:nvPr/>
            </p:nvPicPr>
            <p:blipFill>
              <a:blip r:embed="rId21"/>
              <a:stretch>
                <a:fillRect/>
              </a:stretch>
            </p:blipFill>
            <p:spPr>
              <a:xfrm>
                <a:off x="3512506" y="851489"/>
                <a:ext cx="261048" cy="171642"/>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4" name="Ink 33">
                <a:extLst>
                  <a:ext uri="{FF2B5EF4-FFF2-40B4-BE49-F238E27FC236}">
                    <a16:creationId xmlns:a16="http://schemas.microsoft.com/office/drawing/2014/main" id="{0ECDF228-B7F4-CF7C-2C45-BD4B17A2DCD6}"/>
                  </a:ext>
                </a:extLst>
              </p14:cNvPr>
              <p14:cNvContentPartPr/>
              <p14:nvPr/>
            </p14:nvContentPartPr>
            <p14:xfrm>
              <a:off x="2813770" y="846770"/>
              <a:ext cx="540000" cy="212760"/>
            </p14:xfrm>
          </p:contentPart>
        </mc:Choice>
        <mc:Fallback xmlns="">
          <p:pic>
            <p:nvPicPr>
              <p:cNvPr id="34" name="Ink 33">
                <a:extLst>
                  <a:ext uri="{FF2B5EF4-FFF2-40B4-BE49-F238E27FC236}">
                    <a16:creationId xmlns:a16="http://schemas.microsoft.com/office/drawing/2014/main" id="{0ECDF228-B7F4-CF7C-2C45-BD4B17A2DCD6}"/>
                  </a:ext>
                </a:extLst>
              </p:cNvPr>
              <p:cNvPicPr/>
              <p:nvPr/>
            </p:nvPicPr>
            <p:blipFill>
              <a:blip r:embed="rId23"/>
              <a:stretch>
                <a:fillRect/>
              </a:stretch>
            </p:blipFill>
            <p:spPr>
              <a:xfrm>
                <a:off x="2798300" y="831264"/>
                <a:ext cx="570580" cy="243412"/>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5" name="Ink 34">
                <a:extLst>
                  <a:ext uri="{FF2B5EF4-FFF2-40B4-BE49-F238E27FC236}">
                    <a16:creationId xmlns:a16="http://schemas.microsoft.com/office/drawing/2014/main" id="{43C17B40-ADB7-A43A-DB4D-7D1E71339F0D}"/>
                  </a:ext>
                </a:extLst>
              </p14:cNvPr>
              <p14:cNvContentPartPr/>
              <p14:nvPr/>
            </p14:nvContentPartPr>
            <p14:xfrm>
              <a:off x="2369170" y="908690"/>
              <a:ext cx="242640" cy="146880"/>
            </p14:xfrm>
          </p:contentPart>
        </mc:Choice>
        <mc:Fallback xmlns="">
          <p:pic>
            <p:nvPicPr>
              <p:cNvPr id="35" name="Ink 34">
                <a:extLst>
                  <a:ext uri="{FF2B5EF4-FFF2-40B4-BE49-F238E27FC236}">
                    <a16:creationId xmlns:a16="http://schemas.microsoft.com/office/drawing/2014/main" id="{43C17B40-ADB7-A43A-DB4D-7D1E71339F0D}"/>
                  </a:ext>
                </a:extLst>
              </p:cNvPr>
              <p:cNvPicPr/>
              <p:nvPr/>
            </p:nvPicPr>
            <p:blipFill>
              <a:blip r:embed="rId25"/>
              <a:stretch>
                <a:fillRect/>
              </a:stretch>
            </p:blipFill>
            <p:spPr>
              <a:xfrm>
                <a:off x="2353690" y="893210"/>
                <a:ext cx="2732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0" name="Ink 39">
                <a:extLst>
                  <a:ext uri="{FF2B5EF4-FFF2-40B4-BE49-F238E27FC236}">
                    <a16:creationId xmlns:a16="http://schemas.microsoft.com/office/drawing/2014/main" id="{29D3EEB2-A303-2446-5A8C-562B7F433A0E}"/>
                  </a:ext>
                </a:extLst>
              </p14:cNvPr>
              <p14:cNvContentPartPr/>
              <p14:nvPr/>
            </p14:nvContentPartPr>
            <p14:xfrm>
              <a:off x="4310290" y="765770"/>
              <a:ext cx="531720" cy="603720"/>
            </p14:xfrm>
          </p:contentPart>
        </mc:Choice>
        <mc:Fallback xmlns="">
          <p:pic>
            <p:nvPicPr>
              <p:cNvPr id="40" name="Ink 39">
                <a:extLst>
                  <a:ext uri="{FF2B5EF4-FFF2-40B4-BE49-F238E27FC236}">
                    <a16:creationId xmlns:a16="http://schemas.microsoft.com/office/drawing/2014/main" id="{29D3EEB2-A303-2446-5A8C-562B7F433A0E}"/>
                  </a:ext>
                </a:extLst>
              </p:cNvPr>
              <p:cNvPicPr/>
              <p:nvPr/>
            </p:nvPicPr>
            <p:blipFill>
              <a:blip r:embed="rId27"/>
              <a:stretch>
                <a:fillRect/>
              </a:stretch>
            </p:blipFill>
            <p:spPr>
              <a:xfrm>
                <a:off x="4294810" y="750281"/>
                <a:ext cx="562320" cy="634338"/>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7" name="Ink 46">
                <a:extLst>
                  <a:ext uri="{FF2B5EF4-FFF2-40B4-BE49-F238E27FC236}">
                    <a16:creationId xmlns:a16="http://schemas.microsoft.com/office/drawing/2014/main" id="{831A31AE-1275-5B8C-8D8B-62E429A4F3F1}"/>
                  </a:ext>
                </a:extLst>
              </p14:cNvPr>
              <p14:cNvContentPartPr/>
              <p14:nvPr/>
            </p14:nvContentPartPr>
            <p14:xfrm>
              <a:off x="4543930" y="1166810"/>
              <a:ext cx="460800" cy="304200"/>
            </p14:xfrm>
          </p:contentPart>
        </mc:Choice>
        <mc:Fallback xmlns="">
          <p:pic>
            <p:nvPicPr>
              <p:cNvPr id="47" name="Ink 46">
                <a:extLst>
                  <a:ext uri="{FF2B5EF4-FFF2-40B4-BE49-F238E27FC236}">
                    <a16:creationId xmlns:a16="http://schemas.microsoft.com/office/drawing/2014/main" id="{831A31AE-1275-5B8C-8D8B-62E429A4F3F1}"/>
                  </a:ext>
                </a:extLst>
              </p:cNvPr>
              <p:cNvPicPr/>
              <p:nvPr/>
            </p:nvPicPr>
            <p:blipFill>
              <a:blip r:embed="rId29"/>
              <a:stretch>
                <a:fillRect/>
              </a:stretch>
            </p:blipFill>
            <p:spPr>
              <a:xfrm>
                <a:off x="4528450" y="1151330"/>
                <a:ext cx="49140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8" name="Ink 47">
                <a:extLst>
                  <a:ext uri="{FF2B5EF4-FFF2-40B4-BE49-F238E27FC236}">
                    <a16:creationId xmlns:a16="http://schemas.microsoft.com/office/drawing/2014/main" id="{B248DDFE-369E-DC81-04C5-D7A16BB3230D}"/>
                  </a:ext>
                </a:extLst>
              </p14:cNvPr>
              <p14:cNvContentPartPr/>
              <p14:nvPr/>
            </p14:nvContentPartPr>
            <p14:xfrm>
              <a:off x="5246650" y="1027850"/>
              <a:ext cx="20160" cy="12240"/>
            </p14:xfrm>
          </p:contentPart>
        </mc:Choice>
        <mc:Fallback xmlns="">
          <p:pic>
            <p:nvPicPr>
              <p:cNvPr id="48" name="Ink 47">
                <a:extLst>
                  <a:ext uri="{FF2B5EF4-FFF2-40B4-BE49-F238E27FC236}">
                    <a16:creationId xmlns:a16="http://schemas.microsoft.com/office/drawing/2014/main" id="{B248DDFE-369E-DC81-04C5-D7A16BB3230D}"/>
                  </a:ext>
                </a:extLst>
              </p:cNvPr>
              <p:cNvPicPr/>
              <p:nvPr/>
            </p:nvPicPr>
            <p:blipFill>
              <a:blip r:embed="rId31"/>
              <a:stretch>
                <a:fillRect/>
              </a:stretch>
            </p:blipFill>
            <p:spPr>
              <a:xfrm>
                <a:off x="5231170" y="1012370"/>
                <a:ext cx="507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4" name="Ink 63">
                <a:extLst>
                  <a:ext uri="{FF2B5EF4-FFF2-40B4-BE49-F238E27FC236}">
                    <a16:creationId xmlns:a16="http://schemas.microsoft.com/office/drawing/2014/main" id="{C72F9ACF-FCAD-A018-DBC0-585052C4689E}"/>
                  </a:ext>
                </a:extLst>
              </p14:cNvPr>
              <p14:cNvContentPartPr/>
              <p14:nvPr/>
            </p14:nvContentPartPr>
            <p14:xfrm>
              <a:off x="6643450" y="837050"/>
              <a:ext cx="1036080" cy="199080"/>
            </p14:xfrm>
          </p:contentPart>
        </mc:Choice>
        <mc:Fallback xmlns="">
          <p:pic>
            <p:nvPicPr>
              <p:cNvPr id="64" name="Ink 63">
                <a:extLst>
                  <a:ext uri="{FF2B5EF4-FFF2-40B4-BE49-F238E27FC236}">
                    <a16:creationId xmlns:a16="http://schemas.microsoft.com/office/drawing/2014/main" id="{C72F9ACF-FCAD-A018-DBC0-585052C4689E}"/>
                  </a:ext>
                </a:extLst>
              </p:cNvPr>
              <p:cNvPicPr/>
              <p:nvPr/>
            </p:nvPicPr>
            <p:blipFill>
              <a:blip r:embed="rId33"/>
              <a:stretch>
                <a:fillRect/>
              </a:stretch>
            </p:blipFill>
            <p:spPr>
              <a:xfrm>
                <a:off x="6627970" y="821542"/>
                <a:ext cx="1066680" cy="229735"/>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5" name="Ink 64">
                <a:extLst>
                  <a:ext uri="{FF2B5EF4-FFF2-40B4-BE49-F238E27FC236}">
                    <a16:creationId xmlns:a16="http://schemas.microsoft.com/office/drawing/2014/main" id="{61586A21-23D3-62F4-C7F1-553B55782283}"/>
                  </a:ext>
                </a:extLst>
              </p14:cNvPr>
              <p14:cNvContentPartPr/>
              <p14:nvPr/>
            </p14:nvContentPartPr>
            <p14:xfrm>
              <a:off x="6266530" y="877010"/>
              <a:ext cx="196560" cy="138960"/>
            </p14:xfrm>
          </p:contentPart>
        </mc:Choice>
        <mc:Fallback xmlns="">
          <p:pic>
            <p:nvPicPr>
              <p:cNvPr id="65" name="Ink 64">
                <a:extLst>
                  <a:ext uri="{FF2B5EF4-FFF2-40B4-BE49-F238E27FC236}">
                    <a16:creationId xmlns:a16="http://schemas.microsoft.com/office/drawing/2014/main" id="{61586A21-23D3-62F4-C7F1-553B55782283}"/>
                  </a:ext>
                </a:extLst>
              </p:cNvPr>
              <p:cNvPicPr/>
              <p:nvPr/>
            </p:nvPicPr>
            <p:blipFill>
              <a:blip r:embed="rId35"/>
              <a:stretch>
                <a:fillRect/>
              </a:stretch>
            </p:blipFill>
            <p:spPr>
              <a:xfrm>
                <a:off x="6251050" y="861570"/>
                <a:ext cx="227160" cy="169481"/>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6" name="Ink 65">
                <a:extLst>
                  <a:ext uri="{FF2B5EF4-FFF2-40B4-BE49-F238E27FC236}">
                    <a16:creationId xmlns:a16="http://schemas.microsoft.com/office/drawing/2014/main" id="{8F1FAFD7-E77D-9A87-9E8C-82450867AF29}"/>
                  </a:ext>
                </a:extLst>
              </p14:cNvPr>
              <p14:cNvContentPartPr/>
              <p14:nvPr/>
            </p14:nvContentPartPr>
            <p14:xfrm>
              <a:off x="5520250" y="849290"/>
              <a:ext cx="579960" cy="173160"/>
            </p14:xfrm>
          </p:contentPart>
        </mc:Choice>
        <mc:Fallback xmlns="">
          <p:pic>
            <p:nvPicPr>
              <p:cNvPr id="66" name="Ink 65">
                <a:extLst>
                  <a:ext uri="{FF2B5EF4-FFF2-40B4-BE49-F238E27FC236}">
                    <a16:creationId xmlns:a16="http://schemas.microsoft.com/office/drawing/2014/main" id="{8F1FAFD7-E77D-9A87-9E8C-82450867AF29}"/>
                  </a:ext>
                </a:extLst>
              </p:cNvPr>
              <p:cNvPicPr/>
              <p:nvPr/>
            </p:nvPicPr>
            <p:blipFill>
              <a:blip r:embed="rId37"/>
              <a:stretch>
                <a:fillRect/>
              </a:stretch>
            </p:blipFill>
            <p:spPr>
              <a:xfrm>
                <a:off x="5504760" y="833810"/>
                <a:ext cx="610579"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9" name="Ink 68">
                <a:extLst>
                  <a:ext uri="{FF2B5EF4-FFF2-40B4-BE49-F238E27FC236}">
                    <a16:creationId xmlns:a16="http://schemas.microsoft.com/office/drawing/2014/main" id="{01F19449-1882-3D90-B20C-D19934E57A6A}"/>
                  </a:ext>
                </a:extLst>
              </p14:cNvPr>
              <p14:cNvContentPartPr/>
              <p14:nvPr/>
            </p14:nvContentPartPr>
            <p14:xfrm>
              <a:off x="7837930" y="821210"/>
              <a:ext cx="611640" cy="214560"/>
            </p14:xfrm>
          </p:contentPart>
        </mc:Choice>
        <mc:Fallback xmlns="">
          <p:pic>
            <p:nvPicPr>
              <p:cNvPr id="69" name="Ink 68">
                <a:extLst>
                  <a:ext uri="{FF2B5EF4-FFF2-40B4-BE49-F238E27FC236}">
                    <a16:creationId xmlns:a16="http://schemas.microsoft.com/office/drawing/2014/main" id="{01F19449-1882-3D90-B20C-D19934E57A6A}"/>
                  </a:ext>
                </a:extLst>
              </p:cNvPr>
              <p:cNvPicPr/>
              <p:nvPr/>
            </p:nvPicPr>
            <p:blipFill>
              <a:blip r:embed="rId39"/>
              <a:stretch>
                <a:fillRect/>
              </a:stretch>
            </p:blipFill>
            <p:spPr>
              <a:xfrm>
                <a:off x="7822450" y="805730"/>
                <a:ext cx="6422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0" name="Ink 79">
                <a:extLst>
                  <a:ext uri="{FF2B5EF4-FFF2-40B4-BE49-F238E27FC236}">
                    <a16:creationId xmlns:a16="http://schemas.microsoft.com/office/drawing/2014/main" id="{7AE9D03E-F29F-BAD7-FE51-0F3A08F02F3D}"/>
                  </a:ext>
                </a:extLst>
              </p14:cNvPr>
              <p14:cNvContentPartPr/>
              <p14:nvPr/>
            </p14:nvContentPartPr>
            <p14:xfrm>
              <a:off x="583210" y="1825610"/>
              <a:ext cx="1226160" cy="276480"/>
            </p14:xfrm>
          </p:contentPart>
        </mc:Choice>
        <mc:Fallback xmlns="">
          <p:pic>
            <p:nvPicPr>
              <p:cNvPr id="80" name="Ink 79">
                <a:extLst>
                  <a:ext uri="{FF2B5EF4-FFF2-40B4-BE49-F238E27FC236}">
                    <a16:creationId xmlns:a16="http://schemas.microsoft.com/office/drawing/2014/main" id="{7AE9D03E-F29F-BAD7-FE51-0F3A08F02F3D}"/>
                  </a:ext>
                </a:extLst>
              </p:cNvPr>
              <p:cNvPicPr/>
              <p:nvPr/>
            </p:nvPicPr>
            <p:blipFill>
              <a:blip r:embed="rId41"/>
              <a:stretch>
                <a:fillRect/>
              </a:stretch>
            </p:blipFill>
            <p:spPr>
              <a:xfrm>
                <a:off x="567730" y="1810150"/>
                <a:ext cx="1256760" cy="307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8" name="Ink 97">
                <a:extLst>
                  <a:ext uri="{FF2B5EF4-FFF2-40B4-BE49-F238E27FC236}">
                    <a16:creationId xmlns:a16="http://schemas.microsoft.com/office/drawing/2014/main" id="{E1604536-D3CD-6AB6-1E62-632C179F6645}"/>
                  </a:ext>
                </a:extLst>
              </p14:cNvPr>
              <p14:cNvContentPartPr/>
              <p14:nvPr/>
            </p14:nvContentPartPr>
            <p14:xfrm>
              <a:off x="4631410" y="1932530"/>
              <a:ext cx="238320" cy="167400"/>
            </p14:xfrm>
          </p:contentPart>
        </mc:Choice>
        <mc:Fallback xmlns="">
          <p:pic>
            <p:nvPicPr>
              <p:cNvPr id="98" name="Ink 97">
                <a:extLst>
                  <a:ext uri="{FF2B5EF4-FFF2-40B4-BE49-F238E27FC236}">
                    <a16:creationId xmlns:a16="http://schemas.microsoft.com/office/drawing/2014/main" id="{E1604536-D3CD-6AB6-1E62-632C179F6645}"/>
                  </a:ext>
                </a:extLst>
              </p:cNvPr>
              <p:cNvPicPr/>
              <p:nvPr/>
            </p:nvPicPr>
            <p:blipFill>
              <a:blip r:embed="rId43"/>
              <a:stretch>
                <a:fillRect/>
              </a:stretch>
            </p:blipFill>
            <p:spPr>
              <a:xfrm>
                <a:off x="4615953" y="1917017"/>
                <a:ext cx="268874" cy="198066"/>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9" name="Ink 98">
                <a:extLst>
                  <a:ext uri="{FF2B5EF4-FFF2-40B4-BE49-F238E27FC236}">
                    <a16:creationId xmlns:a16="http://schemas.microsoft.com/office/drawing/2014/main" id="{6356C893-44E7-EEDA-2D80-B5F113002894}"/>
                  </a:ext>
                </a:extLst>
              </p14:cNvPr>
              <p14:cNvContentPartPr/>
              <p14:nvPr/>
            </p14:nvContentPartPr>
            <p14:xfrm>
              <a:off x="3881170" y="1920650"/>
              <a:ext cx="532080" cy="198720"/>
            </p14:xfrm>
          </p:contentPart>
        </mc:Choice>
        <mc:Fallback xmlns="">
          <p:pic>
            <p:nvPicPr>
              <p:cNvPr id="99" name="Ink 98">
                <a:extLst>
                  <a:ext uri="{FF2B5EF4-FFF2-40B4-BE49-F238E27FC236}">
                    <a16:creationId xmlns:a16="http://schemas.microsoft.com/office/drawing/2014/main" id="{6356C893-44E7-EEDA-2D80-B5F113002894}"/>
                  </a:ext>
                </a:extLst>
              </p:cNvPr>
              <p:cNvPicPr/>
              <p:nvPr/>
            </p:nvPicPr>
            <p:blipFill>
              <a:blip r:embed="rId45"/>
              <a:stretch>
                <a:fillRect/>
              </a:stretch>
            </p:blipFill>
            <p:spPr>
              <a:xfrm>
                <a:off x="3865680" y="1905170"/>
                <a:ext cx="562701"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0" name="Ink 99">
                <a:extLst>
                  <a:ext uri="{FF2B5EF4-FFF2-40B4-BE49-F238E27FC236}">
                    <a16:creationId xmlns:a16="http://schemas.microsoft.com/office/drawing/2014/main" id="{B5133943-CB91-61AB-F758-9A6D4835FC11}"/>
                  </a:ext>
                </a:extLst>
              </p14:cNvPr>
              <p14:cNvContentPartPr/>
              <p14:nvPr/>
            </p14:nvContentPartPr>
            <p14:xfrm>
              <a:off x="3194650" y="1920650"/>
              <a:ext cx="490680" cy="169200"/>
            </p14:xfrm>
          </p:contentPart>
        </mc:Choice>
        <mc:Fallback xmlns="">
          <p:pic>
            <p:nvPicPr>
              <p:cNvPr id="100" name="Ink 99">
                <a:extLst>
                  <a:ext uri="{FF2B5EF4-FFF2-40B4-BE49-F238E27FC236}">
                    <a16:creationId xmlns:a16="http://schemas.microsoft.com/office/drawing/2014/main" id="{B5133943-CB91-61AB-F758-9A6D4835FC11}"/>
                  </a:ext>
                </a:extLst>
              </p:cNvPr>
              <p:cNvPicPr/>
              <p:nvPr/>
            </p:nvPicPr>
            <p:blipFill>
              <a:blip r:embed="rId47"/>
              <a:stretch>
                <a:fillRect/>
              </a:stretch>
            </p:blipFill>
            <p:spPr>
              <a:xfrm>
                <a:off x="3179170" y="1905170"/>
                <a:ext cx="52128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1" name="Ink 100">
                <a:extLst>
                  <a:ext uri="{FF2B5EF4-FFF2-40B4-BE49-F238E27FC236}">
                    <a16:creationId xmlns:a16="http://schemas.microsoft.com/office/drawing/2014/main" id="{9ED61CD2-CAD6-0FC2-D861-6E7DA22D73C5}"/>
                  </a:ext>
                </a:extLst>
              </p14:cNvPr>
              <p14:cNvContentPartPr/>
              <p14:nvPr/>
            </p14:nvContentPartPr>
            <p14:xfrm>
              <a:off x="2757970" y="2016050"/>
              <a:ext cx="274320" cy="83520"/>
            </p14:xfrm>
          </p:contentPart>
        </mc:Choice>
        <mc:Fallback xmlns="">
          <p:pic>
            <p:nvPicPr>
              <p:cNvPr id="101" name="Ink 100">
                <a:extLst>
                  <a:ext uri="{FF2B5EF4-FFF2-40B4-BE49-F238E27FC236}">
                    <a16:creationId xmlns:a16="http://schemas.microsoft.com/office/drawing/2014/main" id="{9ED61CD2-CAD6-0FC2-D861-6E7DA22D73C5}"/>
                  </a:ext>
                </a:extLst>
              </p:cNvPr>
              <p:cNvPicPr/>
              <p:nvPr/>
            </p:nvPicPr>
            <p:blipFill>
              <a:blip r:embed="rId49"/>
              <a:stretch>
                <a:fillRect/>
              </a:stretch>
            </p:blipFill>
            <p:spPr>
              <a:xfrm>
                <a:off x="2742490" y="2000636"/>
                <a:ext cx="304920" cy="113989"/>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2" name="Ink 101">
                <a:extLst>
                  <a:ext uri="{FF2B5EF4-FFF2-40B4-BE49-F238E27FC236}">
                    <a16:creationId xmlns:a16="http://schemas.microsoft.com/office/drawing/2014/main" id="{9F87A308-2EDC-0F42-7F61-90EC935B2DB8}"/>
                  </a:ext>
                </a:extLst>
              </p14:cNvPr>
              <p14:cNvContentPartPr/>
              <p14:nvPr/>
            </p14:nvContentPartPr>
            <p14:xfrm>
              <a:off x="2099170" y="1789610"/>
              <a:ext cx="492120" cy="345960"/>
            </p14:xfrm>
          </p:contentPart>
        </mc:Choice>
        <mc:Fallback xmlns="">
          <p:pic>
            <p:nvPicPr>
              <p:cNvPr id="102" name="Ink 101">
                <a:extLst>
                  <a:ext uri="{FF2B5EF4-FFF2-40B4-BE49-F238E27FC236}">
                    <a16:creationId xmlns:a16="http://schemas.microsoft.com/office/drawing/2014/main" id="{9F87A308-2EDC-0F42-7F61-90EC935B2DB8}"/>
                  </a:ext>
                </a:extLst>
              </p:cNvPr>
              <p:cNvPicPr/>
              <p:nvPr/>
            </p:nvPicPr>
            <p:blipFill>
              <a:blip r:embed="rId51"/>
              <a:stretch>
                <a:fillRect/>
              </a:stretch>
            </p:blipFill>
            <p:spPr>
              <a:xfrm>
                <a:off x="2083690" y="1774114"/>
                <a:ext cx="522720" cy="376592"/>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8" name="Ink 107">
                <a:extLst>
                  <a:ext uri="{FF2B5EF4-FFF2-40B4-BE49-F238E27FC236}">
                    <a16:creationId xmlns:a16="http://schemas.microsoft.com/office/drawing/2014/main" id="{25E5470A-01B2-4D0D-98F4-86F07D17789B}"/>
                  </a:ext>
                </a:extLst>
              </p14:cNvPr>
              <p14:cNvContentPartPr/>
              <p14:nvPr/>
            </p14:nvContentPartPr>
            <p14:xfrm>
              <a:off x="5063770" y="1924970"/>
              <a:ext cx="1175040" cy="221760"/>
            </p14:xfrm>
          </p:contentPart>
        </mc:Choice>
        <mc:Fallback xmlns="">
          <p:pic>
            <p:nvPicPr>
              <p:cNvPr id="108" name="Ink 107">
                <a:extLst>
                  <a:ext uri="{FF2B5EF4-FFF2-40B4-BE49-F238E27FC236}">
                    <a16:creationId xmlns:a16="http://schemas.microsoft.com/office/drawing/2014/main" id="{25E5470A-01B2-4D0D-98F4-86F07D17789B}"/>
                  </a:ext>
                </a:extLst>
              </p:cNvPr>
              <p:cNvPicPr/>
              <p:nvPr/>
            </p:nvPicPr>
            <p:blipFill>
              <a:blip r:embed="rId53"/>
              <a:stretch>
                <a:fillRect/>
              </a:stretch>
            </p:blipFill>
            <p:spPr>
              <a:xfrm>
                <a:off x="5048290" y="1909490"/>
                <a:ext cx="12056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5" name="Ink 114">
                <a:extLst>
                  <a:ext uri="{FF2B5EF4-FFF2-40B4-BE49-F238E27FC236}">
                    <a16:creationId xmlns:a16="http://schemas.microsoft.com/office/drawing/2014/main" id="{2DF7A325-F834-D5BE-2B6E-08C9BF5D2629}"/>
                  </a:ext>
                </a:extLst>
              </p14:cNvPr>
              <p14:cNvContentPartPr/>
              <p14:nvPr/>
            </p14:nvContentPartPr>
            <p14:xfrm>
              <a:off x="6421330" y="1928930"/>
              <a:ext cx="742320" cy="182160"/>
            </p14:xfrm>
          </p:contentPart>
        </mc:Choice>
        <mc:Fallback xmlns="">
          <p:pic>
            <p:nvPicPr>
              <p:cNvPr id="115" name="Ink 114">
                <a:extLst>
                  <a:ext uri="{FF2B5EF4-FFF2-40B4-BE49-F238E27FC236}">
                    <a16:creationId xmlns:a16="http://schemas.microsoft.com/office/drawing/2014/main" id="{2DF7A325-F834-D5BE-2B6E-08C9BF5D2629}"/>
                  </a:ext>
                </a:extLst>
              </p:cNvPr>
              <p:cNvPicPr/>
              <p:nvPr/>
            </p:nvPicPr>
            <p:blipFill>
              <a:blip r:embed="rId55"/>
              <a:stretch>
                <a:fillRect/>
              </a:stretch>
            </p:blipFill>
            <p:spPr>
              <a:xfrm>
                <a:off x="6405858" y="1913450"/>
                <a:ext cx="772905"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23" name="Ink 122">
                <a:extLst>
                  <a:ext uri="{FF2B5EF4-FFF2-40B4-BE49-F238E27FC236}">
                    <a16:creationId xmlns:a16="http://schemas.microsoft.com/office/drawing/2014/main" id="{7B91E6AA-83E5-67C2-3F4B-EA154245CF4E}"/>
                  </a:ext>
                </a:extLst>
              </p14:cNvPr>
              <p14:cNvContentPartPr/>
              <p14:nvPr/>
            </p14:nvContentPartPr>
            <p14:xfrm>
              <a:off x="8143570" y="1877090"/>
              <a:ext cx="480600" cy="333360"/>
            </p14:xfrm>
          </p:contentPart>
        </mc:Choice>
        <mc:Fallback xmlns="">
          <p:pic>
            <p:nvPicPr>
              <p:cNvPr id="123" name="Ink 122">
                <a:extLst>
                  <a:ext uri="{FF2B5EF4-FFF2-40B4-BE49-F238E27FC236}">
                    <a16:creationId xmlns:a16="http://schemas.microsoft.com/office/drawing/2014/main" id="{7B91E6AA-83E5-67C2-3F4B-EA154245CF4E}"/>
                  </a:ext>
                </a:extLst>
              </p:cNvPr>
              <p:cNvPicPr/>
              <p:nvPr/>
            </p:nvPicPr>
            <p:blipFill>
              <a:blip r:embed="rId57"/>
              <a:stretch>
                <a:fillRect/>
              </a:stretch>
            </p:blipFill>
            <p:spPr>
              <a:xfrm>
                <a:off x="8128090" y="1861627"/>
                <a:ext cx="511200" cy="363927"/>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24" name="Ink 123">
                <a:extLst>
                  <a:ext uri="{FF2B5EF4-FFF2-40B4-BE49-F238E27FC236}">
                    <a16:creationId xmlns:a16="http://schemas.microsoft.com/office/drawing/2014/main" id="{A63CCA48-0EF8-6659-F8C9-8FD6DF919C8B}"/>
                  </a:ext>
                </a:extLst>
              </p14:cNvPr>
              <p14:cNvContentPartPr/>
              <p14:nvPr/>
            </p14:nvContentPartPr>
            <p14:xfrm>
              <a:off x="7147450" y="1908770"/>
              <a:ext cx="761760" cy="210240"/>
            </p14:xfrm>
          </p:contentPart>
        </mc:Choice>
        <mc:Fallback xmlns="">
          <p:pic>
            <p:nvPicPr>
              <p:cNvPr id="124" name="Ink 123">
                <a:extLst>
                  <a:ext uri="{FF2B5EF4-FFF2-40B4-BE49-F238E27FC236}">
                    <a16:creationId xmlns:a16="http://schemas.microsoft.com/office/drawing/2014/main" id="{A63CCA48-0EF8-6659-F8C9-8FD6DF919C8B}"/>
                  </a:ext>
                </a:extLst>
              </p:cNvPr>
              <p:cNvPicPr/>
              <p:nvPr/>
            </p:nvPicPr>
            <p:blipFill>
              <a:blip r:embed="rId59"/>
              <a:stretch>
                <a:fillRect/>
              </a:stretch>
            </p:blipFill>
            <p:spPr>
              <a:xfrm>
                <a:off x="7131970" y="1893290"/>
                <a:ext cx="7923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38" name="Ink 137">
                <a:extLst>
                  <a:ext uri="{FF2B5EF4-FFF2-40B4-BE49-F238E27FC236}">
                    <a16:creationId xmlns:a16="http://schemas.microsoft.com/office/drawing/2014/main" id="{3053C342-CA4D-5A92-DF95-F6EAC151576C}"/>
                  </a:ext>
                </a:extLst>
              </p14:cNvPr>
              <p14:cNvContentPartPr/>
              <p14:nvPr/>
            </p14:nvContentPartPr>
            <p14:xfrm>
              <a:off x="2408770" y="2408810"/>
              <a:ext cx="16200" cy="127440"/>
            </p14:xfrm>
          </p:contentPart>
        </mc:Choice>
        <mc:Fallback xmlns="">
          <p:pic>
            <p:nvPicPr>
              <p:cNvPr id="138" name="Ink 137">
                <a:extLst>
                  <a:ext uri="{FF2B5EF4-FFF2-40B4-BE49-F238E27FC236}">
                    <a16:creationId xmlns:a16="http://schemas.microsoft.com/office/drawing/2014/main" id="{3053C342-CA4D-5A92-DF95-F6EAC151576C}"/>
                  </a:ext>
                </a:extLst>
              </p:cNvPr>
              <p:cNvPicPr/>
              <p:nvPr/>
            </p:nvPicPr>
            <p:blipFill>
              <a:blip r:embed="rId61"/>
              <a:stretch>
                <a:fillRect/>
              </a:stretch>
            </p:blipFill>
            <p:spPr>
              <a:xfrm>
                <a:off x="2393290" y="2393286"/>
                <a:ext cx="46800" cy="158127"/>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39" name="Ink 138">
                <a:extLst>
                  <a:ext uri="{FF2B5EF4-FFF2-40B4-BE49-F238E27FC236}">
                    <a16:creationId xmlns:a16="http://schemas.microsoft.com/office/drawing/2014/main" id="{43622E03-F566-30A6-591A-FB1D0E668CB4}"/>
                  </a:ext>
                </a:extLst>
              </p14:cNvPr>
              <p14:cNvContentPartPr/>
              <p14:nvPr/>
            </p14:nvContentPartPr>
            <p14:xfrm>
              <a:off x="2392930" y="2643170"/>
              <a:ext cx="12240" cy="8280"/>
            </p14:xfrm>
          </p:contentPart>
        </mc:Choice>
        <mc:Fallback xmlns="">
          <p:pic>
            <p:nvPicPr>
              <p:cNvPr id="139" name="Ink 138">
                <a:extLst>
                  <a:ext uri="{FF2B5EF4-FFF2-40B4-BE49-F238E27FC236}">
                    <a16:creationId xmlns:a16="http://schemas.microsoft.com/office/drawing/2014/main" id="{43622E03-F566-30A6-591A-FB1D0E668CB4}"/>
                  </a:ext>
                </a:extLst>
              </p:cNvPr>
              <p:cNvPicPr/>
              <p:nvPr/>
            </p:nvPicPr>
            <p:blipFill>
              <a:blip r:embed="rId63"/>
              <a:stretch>
                <a:fillRect/>
              </a:stretch>
            </p:blipFill>
            <p:spPr>
              <a:xfrm>
                <a:off x="2377450" y="2627690"/>
                <a:ext cx="428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40" name="Ink 139">
                <a:extLst>
                  <a:ext uri="{FF2B5EF4-FFF2-40B4-BE49-F238E27FC236}">
                    <a16:creationId xmlns:a16="http://schemas.microsoft.com/office/drawing/2014/main" id="{40448EE0-AEDF-FBD3-F07B-771375A5E83B}"/>
                  </a:ext>
                </a:extLst>
              </p14:cNvPr>
              <p14:cNvContentPartPr/>
              <p14:nvPr/>
            </p14:nvContentPartPr>
            <p14:xfrm>
              <a:off x="2019970" y="2417090"/>
              <a:ext cx="190800" cy="217800"/>
            </p14:xfrm>
          </p:contentPart>
        </mc:Choice>
        <mc:Fallback xmlns="">
          <p:pic>
            <p:nvPicPr>
              <p:cNvPr id="140" name="Ink 139">
                <a:extLst>
                  <a:ext uri="{FF2B5EF4-FFF2-40B4-BE49-F238E27FC236}">
                    <a16:creationId xmlns:a16="http://schemas.microsoft.com/office/drawing/2014/main" id="{40448EE0-AEDF-FBD3-F07B-771375A5E83B}"/>
                  </a:ext>
                </a:extLst>
              </p:cNvPr>
              <p:cNvPicPr/>
              <p:nvPr/>
            </p:nvPicPr>
            <p:blipFill>
              <a:blip r:embed="rId65"/>
              <a:stretch>
                <a:fillRect/>
              </a:stretch>
            </p:blipFill>
            <p:spPr>
              <a:xfrm>
                <a:off x="2004519" y="2401610"/>
                <a:ext cx="221342"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41" name="Ink 140">
                <a:extLst>
                  <a:ext uri="{FF2B5EF4-FFF2-40B4-BE49-F238E27FC236}">
                    <a16:creationId xmlns:a16="http://schemas.microsoft.com/office/drawing/2014/main" id="{301E76CE-9BC9-EDF1-314D-D147A0A3314C}"/>
                  </a:ext>
                </a:extLst>
              </p14:cNvPr>
              <p14:cNvContentPartPr/>
              <p14:nvPr/>
            </p14:nvContentPartPr>
            <p14:xfrm>
              <a:off x="984250" y="2353730"/>
              <a:ext cx="817560" cy="369000"/>
            </p14:xfrm>
          </p:contentPart>
        </mc:Choice>
        <mc:Fallback xmlns="">
          <p:pic>
            <p:nvPicPr>
              <p:cNvPr id="141" name="Ink 140">
                <a:extLst>
                  <a:ext uri="{FF2B5EF4-FFF2-40B4-BE49-F238E27FC236}">
                    <a16:creationId xmlns:a16="http://schemas.microsoft.com/office/drawing/2014/main" id="{301E76CE-9BC9-EDF1-314D-D147A0A3314C}"/>
                  </a:ext>
                </a:extLst>
              </p:cNvPr>
              <p:cNvPicPr/>
              <p:nvPr/>
            </p:nvPicPr>
            <p:blipFill>
              <a:blip r:embed="rId67"/>
              <a:stretch>
                <a:fillRect/>
              </a:stretch>
            </p:blipFill>
            <p:spPr>
              <a:xfrm>
                <a:off x="968777" y="2338265"/>
                <a:ext cx="848147" cy="39957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42" name="Ink 141">
                <a:extLst>
                  <a:ext uri="{FF2B5EF4-FFF2-40B4-BE49-F238E27FC236}">
                    <a16:creationId xmlns:a16="http://schemas.microsoft.com/office/drawing/2014/main" id="{BEE3C045-BDD3-1B36-7130-701DE9A32116}"/>
                  </a:ext>
                </a:extLst>
              </p14:cNvPr>
              <p14:cNvContentPartPr/>
              <p14:nvPr/>
            </p14:nvContentPartPr>
            <p14:xfrm>
              <a:off x="531730" y="2444450"/>
              <a:ext cx="242280" cy="202680"/>
            </p14:xfrm>
          </p:contentPart>
        </mc:Choice>
        <mc:Fallback xmlns="">
          <p:pic>
            <p:nvPicPr>
              <p:cNvPr id="142" name="Ink 141">
                <a:extLst>
                  <a:ext uri="{FF2B5EF4-FFF2-40B4-BE49-F238E27FC236}">
                    <a16:creationId xmlns:a16="http://schemas.microsoft.com/office/drawing/2014/main" id="{BEE3C045-BDD3-1B36-7130-701DE9A32116}"/>
                  </a:ext>
                </a:extLst>
              </p:cNvPr>
              <p:cNvPicPr/>
              <p:nvPr/>
            </p:nvPicPr>
            <p:blipFill>
              <a:blip r:embed="rId69"/>
              <a:stretch>
                <a:fillRect/>
              </a:stretch>
            </p:blipFill>
            <p:spPr>
              <a:xfrm>
                <a:off x="516273" y="2428970"/>
                <a:ext cx="272835"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55" name="Ink 154">
                <a:extLst>
                  <a:ext uri="{FF2B5EF4-FFF2-40B4-BE49-F238E27FC236}">
                    <a16:creationId xmlns:a16="http://schemas.microsoft.com/office/drawing/2014/main" id="{8B3CB06C-6724-0863-CF6C-48DE07C95007}"/>
                  </a:ext>
                </a:extLst>
              </p14:cNvPr>
              <p14:cNvContentPartPr/>
              <p14:nvPr/>
            </p14:nvContentPartPr>
            <p14:xfrm>
              <a:off x="1555570" y="3115130"/>
              <a:ext cx="115920" cy="60120"/>
            </p14:xfrm>
          </p:contentPart>
        </mc:Choice>
        <mc:Fallback xmlns="">
          <p:pic>
            <p:nvPicPr>
              <p:cNvPr id="155" name="Ink 154">
                <a:extLst>
                  <a:ext uri="{FF2B5EF4-FFF2-40B4-BE49-F238E27FC236}">
                    <a16:creationId xmlns:a16="http://schemas.microsoft.com/office/drawing/2014/main" id="{8B3CB06C-6724-0863-CF6C-48DE07C95007}"/>
                  </a:ext>
                </a:extLst>
              </p:cNvPr>
              <p:cNvPicPr/>
              <p:nvPr/>
            </p:nvPicPr>
            <p:blipFill>
              <a:blip r:embed="rId71"/>
              <a:stretch>
                <a:fillRect/>
              </a:stretch>
            </p:blipFill>
            <p:spPr>
              <a:xfrm>
                <a:off x="1540042" y="3099557"/>
                <a:ext cx="146615" cy="90904"/>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56" name="Ink 155">
                <a:extLst>
                  <a:ext uri="{FF2B5EF4-FFF2-40B4-BE49-F238E27FC236}">
                    <a16:creationId xmlns:a16="http://schemas.microsoft.com/office/drawing/2014/main" id="{A1D388FF-5C66-0884-0401-867FAA684B5B}"/>
                  </a:ext>
                </a:extLst>
              </p14:cNvPr>
              <p14:cNvContentPartPr/>
              <p14:nvPr/>
            </p14:nvContentPartPr>
            <p14:xfrm>
              <a:off x="587530" y="3353450"/>
              <a:ext cx="749880" cy="317880"/>
            </p14:xfrm>
          </p:contentPart>
        </mc:Choice>
        <mc:Fallback xmlns="">
          <p:pic>
            <p:nvPicPr>
              <p:cNvPr id="156" name="Ink 155">
                <a:extLst>
                  <a:ext uri="{FF2B5EF4-FFF2-40B4-BE49-F238E27FC236}">
                    <a16:creationId xmlns:a16="http://schemas.microsoft.com/office/drawing/2014/main" id="{A1D388FF-5C66-0884-0401-867FAA684B5B}"/>
                  </a:ext>
                </a:extLst>
              </p:cNvPr>
              <p:cNvPicPr/>
              <p:nvPr/>
            </p:nvPicPr>
            <p:blipFill>
              <a:blip r:embed="rId73"/>
              <a:stretch>
                <a:fillRect/>
              </a:stretch>
            </p:blipFill>
            <p:spPr>
              <a:xfrm>
                <a:off x="572050" y="3337970"/>
                <a:ext cx="78048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57" name="Ink 156">
                <a:extLst>
                  <a:ext uri="{FF2B5EF4-FFF2-40B4-BE49-F238E27FC236}">
                    <a16:creationId xmlns:a16="http://schemas.microsoft.com/office/drawing/2014/main" id="{BE098F7D-347F-45AF-C2BB-C0EE5D861DED}"/>
                  </a:ext>
                </a:extLst>
              </p14:cNvPr>
              <p14:cNvContentPartPr/>
              <p14:nvPr/>
            </p14:nvContentPartPr>
            <p14:xfrm>
              <a:off x="726130" y="2928650"/>
              <a:ext cx="500040" cy="325800"/>
            </p14:xfrm>
          </p:contentPart>
        </mc:Choice>
        <mc:Fallback xmlns="">
          <p:pic>
            <p:nvPicPr>
              <p:cNvPr id="157" name="Ink 156">
                <a:extLst>
                  <a:ext uri="{FF2B5EF4-FFF2-40B4-BE49-F238E27FC236}">
                    <a16:creationId xmlns:a16="http://schemas.microsoft.com/office/drawing/2014/main" id="{BE098F7D-347F-45AF-C2BB-C0EE5D861DED}"/>
                  </a:ext>
                </a:extLst>
              </p:cNvPr>
              <p:cNvPicPr/>
              <p:nvPr/>
            </p:nvPicPr>
            <p:blipFill>
              <a:blip r:embed="rId75"/>
              <a:stretch>
                <a:fillRect/>
              </a:stretch>
            </p:blipFill>
            <p:spPr>
              <a:xfrm>
                <a:off x="710650" y="2913170"/>
                <a:ext cx="53064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72" name="Ink 171">
                <a:extLst>
                  <a:ext uri="{FF2B5EF4-FFF2-40B4-BE49-F238E27FC236}">
                    <a16:creationId xmlns:a16="http://schemas.microsoft.com/office/drawing/2014/main" id="{D3D6E075-31DD-EF9C-D4E2-73A9B629FA4A}"/>
                  </a:ext>
                </a:extLst>
              </p14:cNvPr>
              <p14:cNvContentPartPr/>
              <p14:nvPr/>
            </p14:nvContentPartPr>
            <p14:xfrm>
              <a:off x="1785610" y="3301970"/>
              <a:ext cx="734400" cy="380880"/>
            </p14:xfrm>
          </p:contentPart>
        </mc:Choice>
        <mc:Fallback xmlns="">
          <p:pic>
            <p:nvPicPr>
              <p:cNvPr id="172" name="Ink 171">
                <a:extLst>
                  <a:ext uri="{FF2B5EF4-FFF2-40B4-BE49-F238E27FC236}">
                    <a16:creationId xmlns:a16="http://schemas.microsoft.com/office/drawing/2014/main" id="{D3D6E075-31DD-EF9C-D4E2-73A9B629FA4A}"/>
                  </a:ext>
                </a:extLst>
              </p:cNvPr>
              <p:cNvPicPr/>
              <p:nvPr/>
            </p:nvPicPr>
            <p:blipFill>
              <a:blip r:embed="rId77"/>
              <a:stretch>
                <a:fillRect/>
              </a:stretch>
            </p:blipFill>
            <p:spPr>
              <a:xfrm>
                <a:off x="1770130" y="3286490"/>
                <a:ext cx="76500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73" name="Ink 172">
                <a:extLst>
                  <a:ext uri="{FF2B5EF4-FFF2-40B4-BE49-F238E27FC236}">
                    <a16:creationId xmlns:a16="http://schemas.microsoft.com/office/drawing/2014/main" id="{D9529ECC-407E-BDFB-AC52-7DA9F426A01C}"/>
                  </a:ext>
                </a:extLst>
              </p14:cNvPr>
              <p14:cNvContentPartPr/>
              <p14:nvPr/>
            </p14:nvContentPartPr>
            <p14:xfrm>
              <a:off x="1960210" y="2857370"/>
              <a:ext cx="435240" cy="337680"/>
            </p14:xfrm>
          </p:contentPart>
        </mc:Choice>
        <mc:Fallback xmlns="">
          <p:pic>
            <p:nvPicPr>
              <p:cNvPr id="173" name="Ink 172">
                <a:extLst>
                  <a:ext uri="{FF2B5EF4-FFF2-40B4-BE49-F238E27FC236}">
                    <a16:creationId xmlns:a16="http://schemas.microsoft.com/office/drawing/2014/main" id="{D9529ECC-407E-BDFB-AC52-7DA9F426A01C}"/>
                  </a:ext>
                </a:extLst>
              </p:cNvPr>
              <p:cNvPicPr/>
              <p:nvPr/>
            </p:nvPicPr>
            <p:blipFill>
              <a:blip r:embed="rId79"/>
              <a:stretch>
                <a:fillRect/>
              </a:stretch>
            </p:blipFill>
            <p:spPr>
              <a:xfrm>
                <a:off x="1944730" y="2841890"/>
                <a:ext cx="46584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79" name="Ink 178">
                <a:extLst>
                  <a:ext uri="{FF2B5EF4-FFF2-40B4-BE49-F238E27FC236}">
                    <a16:creationId xmlns:a16="http://schemas.microsoft.com/office/drawing/2014/main" id="{FF104256-157F-E583-96A8-900679B47384}"/>
                  </a:ext>
                </a:extLst>
              </p14:cNvPr>
              <p14:cNvContentPartPr/>
              <p14:nvPr/>
            </p14:nvContentPartPr>
            <p14:xfrm>
              <a:off x="3170890" y="3004250"/>
              <a:ext cx="341640" cy="242280"/>
            </p14:xfrm>
          </p:contentPart>
        </mc:Choice>
        <mc:Fallback xmlns="">
          <p:pic>
            <p:nvPicPr>
              <p:cNvPr id="179" name="Ink 178">
                <a:extLst>
                  <a:ext uri="{FF2B5EF4-FFF2-40B4-BE49-F238E27FC236}">
                    <a16:creationId xmlns:a16="http://schemas.microsoft.com/office/drawing/2014/main" id="{FF104256-157F-E583-96A8-900679B47384}"/>
                  </a:ext>
                </a:extLst>
              </p:cNvPr>
              <p:cNvPicPr/>
              <p:nvPr/>
            </p:nvPicPr>
            <p:blipFill>
              <a:blip r:embed="rId81"/>
              <a:stretch>
                <a:fillRect/>
              </a:stretch>
            </p:blipFill>
            <p:spPr>
              <a:xfrm>
                <a:off x="3155410" y="2988793"/>
                <a:ext cx="372240" cy="272835"/>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80" name="Ink 179">
                <a:extLst>
                  <a:ext uri="{FF2B5EF4-FFF2-40B4-BE49-F238E27FC236}">
                    <a16:creationId xmlns:a16="http://schemas.microsoft.com/office/drawing/2014/main" id="{8EF69B7C-F0F3-4CA8-F2C7-21A5EE5B06CE}"/>
                  </a:ext>
                </a:extLst>
              </p14:cNvPr>
              <p14:cNvContentPartPr/>
              <p14:nvPr/>
            </p14:nvContentPartPr>
            <p14:xfrm>
              <a:off x="2825650" y="2841530"/>
              <a:ext cx="218520" cy="451080"/>
            </p14:xfrm>
          </p:contentPart>
        </mc:Choice>
        <mc:Fallback xmlns="">
          <p:pic>
            <p:nvPicPr>
              <p:cNvPr id="180" name="Ink 179">
                <a:extLst>
                  <a:ext uri="{FF2B5EF4-FFF2-40B4-BE49-F238E27FC236}">
                    <a16:creationId xmlns:a16="http://schemas.microsoft.com/office/drawing/2014/main" id="{8EF69B7C-F0F3-4CA8-F2C7-21A5EE5B06CE}"/>
                  </a:ext>
                </a:extLst>
              </p:cNvPr>
              <p:cNvPicPr/>
              <p:nvPr/>
            </p:nvPicPr>
            <p:blipFill>
              <a:blip r:embed="rId83"/>
              <a:stretch>
                <a:fillRect/>
              </a:stretch>
            </p:blipFill>
            <p:spPr>
              <a:xfrm>
                <a:off x="2810195" y="2826050"/>
                <a:ext cx="24907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83" name="Ink 182">
                <a:extLst>
                  <a:ext uri="{FF2B5EF4-FFF2-40B4-BE49-F238E27FC236}">
                    <a16:creationId xmlns:a16="http://schemas.microsoft.com/office/drawing/2014/main" id="{042D9ADF-7F79-A791-73CE-E13817F42533}"/>
                  </a:ext>
                </a:extLst>
              </p14:cNvPr>
              <p14:cNvContentPartPr/>
              <p14:nvPr/>
            </p14:nvContentPartPr>
            <p14:xfrm>
              <a:off x="2710450" y="2932610"/>
              <a:ext cx="67680" cy="333720"/>
            </p14:xfrm>
          </p:contentPart>
        </mc:Choice>
        <mc:Fallback xmlns="">
          <p:pic>
            <p:nvPicPr>
              <p:cNvPr id="183" name="Ink 182">
                <a:extLst>
                  <a:ext uri="{FF2B5EF4-FFF2-40B4-BE49-F238E27FC236}">
                    <a16:creationId xmlns:a16="http://schemas.microsoft.com/office/drawing/2014/main" id="{042D9ADF-7F79-A791-73CE-E13817F42533}"/>
                  </a:ext>
                </a:extLst>
              </p:cNvPr>
              <p:cNvPicPr/>
              <p:nvPr/>
            </p:nvPicPr>
            <p:blipFill>
              <a:blip r:embed="rId85"/>
              <a:stretch>
                <a:fillRect/>
              </a:stretch>
            </p:blipFill>
            <p:spPr>
              <a:xfrm>
                <a:off x="2694970" y="2917130"/>
                <a:ext cx="9828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86" name="Ink 185">
                <a:extLst>
                  <a:ext uri="{FF2B5EF4-FFF2-40B4-BE49-F238E27FC236}">
                    <a16:creationId xmlns:a16="http://schemas.microsoft.com/office/drawing/2014/main" id="{550C4AF7-3BAD-5986-BE53-9328F17A6005}"/>
                  </a:ext>
                </a:extLst>
              </p14:cNvPr>
              <p14:cNvContentPartPr/>
              <p14:nvPr/>
            </p14:nvContentPartPr>
            <p14:xfrm>
              <a:off x="3528010" y="2829650"/>
              <a:ext cx="281880" cy="452880"/>
            </p14:xfrm>
          </p:contentPart>
        </mc:Choice>
        <mc:Fallback xmlns="">
          <p:pic>
            <p:nvPicPr>
              <p:cNvPr id="186" name="Ink 185">
                <a:extLst>
                  <a:ext uri="{FF2B5EF4-FFF2-40B4-BE49-F238E27FC236}">
                    <a16:creationId xmlns:a16="http://schemas.microsoft.com/office/drawing/2014/main" id="{550C4AF7-3BAD-5986-BE53-9328F17A6005}"/>
                  </a:ext>
                </a:extLst>
              </p:cNvPr>
              <p:cNvPicPr/>
              <p:nvPr/>
            </p:nvPicPr>
            <p:blipFill>
              <a:blip r:embed="rId87"/>
              <a:stretch>
                <a:fillRect/>
              </a:stretch>
            </p:blipFill>
            <p:spPr>
              <a:xfrm>
                <a:off x="3512530" y="2814170"/>
                <a:ext cx="312480" cy="4834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99" name="Ink 198">
                <a:extLst>
                  <a:ext uri="{FF2B5EF4-FFF2-40B4-BE49-F238E27FC236}">
                    <a16:creationId xmlns:a16="http://schemas.microsoft.com/office/drawing/2014/main" id="{509E9FF5-3800-55A3-724D-DABC0F937BB4}"/>
                  </a:ext>
                </a:extLst>
              </p14:cNvPr>
              <p14:cNvContentPartPr/>
              <p14:nvPr/>
            </p14:nvContentPartPr>
            <p14:xfrm>
              <a:off x="3839410" y="2794010"/>
              <a:ext cx="1554480" cy="452520"/>
            </p14:xfrm>
          </p:contentPart>
        </mc:Choice>
        <mc:Fallback xmlns="">
          <p:pic>
            <p:nvPicPr>
              <p:cNvPr id="199" name="Ink 198">
                <a:extLst>
                  <a:ext uri="{FF2B5EF4-FFF2-40B4-BE49-F238E27FC236}">
                    <a16:creationId xmlns:a16="http://schemas.microsoft.com/office/drawing/2014/main" id="{509E9FF5-3800-55A3-724D-DABC0F937BB4}"/>
                  </a:ext>
                </a:extLst>
              </p:cNvPr>
              <p:cNvPicPr/>
              <p:nvPr/>
            </p:nvPicPr>
            <p:blipFill>
              <a:blip r:embed="rId89"/>
              <a:stretch>
                <a:fillRect/>
              </a:stretch>
            </p:blipFill>
            <p:spPr>
              <a:xfrm>
                <a:off x="3823930" y="2778530"/>
                <a:ext cx="158508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00" name="Ink 199">
                <a:extLst>
                  <a:ext uri="{FF2B5EF4-FFF2-40B4-BE49-F238E27FC236}">
                    <a16:creationId xmlns:a16="http://schemas.microsoft.com/office/drawing/2014/main" id="{313DA68C-AF8B-2E35-3363-D46CB8FBBBCE}"/>
                  </a:ext>
                </a:extLst>
              </p14:cNvPr>
              <p14:cNvContentPartPr/>
              <p14:nvPr/>
            </p14:nvContentPartPr>
            <p14:xfrm>
              <a:off x="5329810" y="2801930"/>
              <a:ext cx="107640" cy="87840"/>
            </p14:xfrm>
          </p:contentPart>
        </mc:Choice>
        <mc:Fallback xmlns="">
          <p:pic>
            <p:nvPicPr>
              <p:cNvPr id="200" name="Ink 199">
                <a:extLst>
                  <a:ext uri="{FF2B5EF4-FFF2-40B4-BE49-F238E27FC236}">
                    <a16:creationId xmlns:a16="http://schemas.microsoft.com/office/drawing/2014/main" id="{313DA68C-AF8B-2E35-3363-D46CB8FBBBCE}"/>
                  </a:ext>
                </a:extLst>
              </p:cNvPr>
              <p:cNvPicPr/>
              <p:nvPr/>
            </p:nvPicPr>
            <p:blipFill>
              <a:blip r:embed="rId91"/>
              <a:stretch>
                <a:fillRect/>
              </a:stretch>
            </p:blipFill>
            <p:spPr>
              <a:xfrm>
                <a:off x="5314278" y="2786450"/>
                <a:ext cx="138343"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03" name="Ink 202">
                <a:extLst>
                  <a:ext uri="{FF2B5EF4-FFF2-40B4-BE49-F238E27FC236}">
                    <a16:creationId xmlns:a16="http://schemas.microsoft.com/office/drawing/2014/main" id="{EDF2B451-730D-5FEA-1C92-517D668A9C60}"/>
                  </a:ext>
                </a:extLst>
              </p14:cNvPr>
              <p14:cNvContentPartPr/>
              <p14:nvPr/>
            </p14:nvContentPartPr>
            <p14:xfrm>
              <a:off x="2500210" y="2893010"/>
              <a:ext cx="171000" cy="524160"/>
            </p14:xfrm>
          </p:contentPart>
        </mc:Choice>
        <mc:Fallback xmlns="">
          <p:pic>
            <p:nvPicPr>
              <p:cNvPr id="203" name="Ink 202">
                <a:extLst>
                  <a:ext uri="{FF2B5EF4-FFF2-40B4-BE49-F238E27FC236}">
                    <a16:creationId xmlns:a16="http://schemas.microsoft.com/office/drawing/2014/main" id="{EDF2B451-730D-5FEA-1C92-517D668A9C60}"/>
                  </a:ext>
                </a:extLst>
              </p:cNvPr>
              <p:cNvPicPr/>
              <p:nvPr/>
            </p:nvPicPr>
            <p:blipFill>
              <a:blip r:embed="rId93"/>
              <a:stretch>
                <a:fillRect/>
              </a:stretch>
            </p:blipFill>
            <p:spPr>
              <a:xfrm>
                <a:off x="2484730" y="2877519"/>
                <a:ext cx="201600" cy="554781"/>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204" name="Ink 203">
                <a:extLst>
                  <a:ext uri="{FF2B5EF4-FFF2-40B4-BE49-F238E27FC236}">
                    <a16:creationId xmlns:a16="http://schemas.microsoft.com/office/drawing/2014/main" id="{8CEB7789-A08D-343D-0CC3-8C7645641443}"/>
                  </a:ext>
                </a:extLst>
              </p14:cNvPr>
              <p14:cNvContentPartPr/>
              <p14:nvPr/>
            </p14:nvContentPartPr>
            <p14:xfrm>
              <a:off x="5572090" y="2785730"/>
              <a:ext cx="135000" cy="572040"/>
            </p14:xfrm>
          </p:contentPart>
        </mc:Choice>
        <mc:Fallback xmlns="">
          <p:pic>
            <p:nvPicPr>
              <p:cNvPr id="204" name="Ink 203">
                <a:extLst>
                  <a:ext uri="{FF2B5EF4-FFF2-40B4-BE49-F238E27FC236}">
                    <a16:creationId xmlns:a16="http://schemas.microsoft.com/office/drawing/2014/main" id="{8CEB7789-A08D-343D-0CC3-8C7645641443}"/>
                  </a:ext>
                </a:extLst>
              </p:cNvPr>
              <p:cNvPicPr/>
              <p:nvPr/>
            </p:nvPicPr>
            <p:blipFill>
              <a:blip r:embed="rId95"/>
              <a:stretch>
                <a:fillRect/>
              </a:stretch>
            </p:blipFill>
            <p:spPr>
              <a:xfrm>
                <a:off x="5556610" y="2770240"/>
                <a:ext cx="165600" cy="602659"/>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207" name="Ink 206">
                <a:extLst>
                  <a:ext uri="{FF2B5EF4-FFF2-40B4-BE49-F238E27FC236}">
                    <a16:creationId xmlns:a16="http://schemas.microsoft.com/office/drawing/2014/main" id="{C91442AE-1B25-C472-9850-265D46F66529}"/>
                  </a:ext>
                </a:extLst>
              </p14:cNvPr>
              <p14:cNvContentPartPr/>
              <p14:nvPr/>
            </p14:nvContentPartPr>
            <p14:xfrm>
              <a:off x="1373050" y="4111610"/>
              <a:ext cx="135360" cy="75600"/>
            </p14:xfrm>
          </p:contentPart>
        </mc:Choice>
        <mc:Fallback xmlns="">
          <p:pic>
            <p:nvPicPr>
              <p:cNvPr id="207" name="Ink 206">
                <a:extLst>
                  <a:ext uri="{FF2B5EF4-FFF2-40B4-BE49-F238E27FC236}">
                    <a16:creationId xmlns:a16="http://schemas.microsoft.com/office/drawing/2014/main" id="{C91442AE-1B25-C472-9850-265D46F66529}"/>
                  </a:ext>
                </a:extLst>
              </p:cNvPr>
              <p:cNvPicPr/>
              <p:nvPr/>
            </p:nvPicPr>
            <p:blipFill>
              <a:blip r:embed="rId97"/>
              <a:stretch>
                <a:fillRect/>
              </a:stretch>
            </p:blipFill>
            <p:spPr>
              <a:xfrm>
                <a:off x="1357570" y="4096203"/>
                <a:ext cx="165960" cy="106055"/>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216" name="Ink 215">
                <a:extLst>
                  <a:ext uri="{FF2B5EF4-FFF2-40B4-BE49-F238E27FC236}">
                    <a16:creationId xmlns:a16="http://schemas.microsoft.com/office/drawing/2014/main" id="{8F6EC018-A7BB-E2E6-003C-7BF5F5678852}"/>
                  </a:ext>
                </a:extLst>
              </p14:cNvPr>
              <p14:cNvContentPartPr/>
              <p14:nvPr/>
            </p14:nvContentPartPr>
            <p14:xfrm>
              <a:off x="2139490" y="3920810"/>
              <a:ext cx="1114920" cy="425160"/>
            </p14:xfrm>
          </p:contentPart>
        </mc:Choice>
        <mc:Fallback xmlns="">
          <p:pic>
            <p:nvPicPr>
              <p:cNvPr id="216" name="Ink 215">
                <a:extLst>
                  <a:ext uri="{FF2B5EF4-FFF2-40B4-BE49-F238E27FC236}">
                    <a16:creationId xmlns:a16="http://schemas.microsoft.com/office/drawing/2014/main" id="{8F6EC018-A7BB-E2E6-003C-7BF5F5678852}"/>
                  </a:ext>
                </a:extLst>
              </p:cNvPr>
              <p:cNvPicPr/>
              <p:nvPr/>
            </p:nvPicPr>
            <p:blipFill>
              <a:blip r:embed="rId99"/>
              <a:stretch>
                <a:fillRect/>
              </a:stretch>
            </p:blipFill>
            <p:spPr>
              <a:xfrm>
                <a:off x="2124015" y="3905317"/>
                <a:ext cx="1145510" cy="455786"/>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17" name="Ink 216">
                <a:extLst>
                  <a:ext uri="{FF2B5EF4-FFF2-40B4-BE49-F238E27FC236}">
                    <a16:creationId xmlns:a16="http://schemas.microsoft.com/office/drawing/2014/main" id="{68ECDDDF-470A-EF6A-1686-95283FFCB12D}"/>
                  </a:ext>
                </a:extLst>
              </p14:cNvPr>
              <p14:cNvContentPartPr/>
              <p14:nvPr/>
            </p14:nvContentPartPr>
            <p14:xfrm>
              <a:off x="3250090" y="3973010"/>
              <a:ext cx="154800" cy="305640"/>
            </p14:xfrm>
          </p:contentPart>
        </mc:Choice>
        <mc:Fallback xmlns="">
          <p:pic>
            <p:nvPicPr>
              <p:cNvPr id="217" name="Ink 216">
                <a:extLst>
                  <a:ext uri="{FF2B5EF4-FFF2-40B4-BE49-F238E27FC236}">
                    <a16:creationId xmlns:a16="http://schemas.microsoft.com/office/drawing/2014/main" id="{68ECDDDF-470A-EF6A-1686-95283FFCB12D}"/>
                  </a:ext>
                </a:extLst>
              </p:cNvPr>
              <p:cNvPicPr/>
              <p:nvPr/>
            </p:nvPicPr>
            <p:blipFill>
              <a:blip r:embed="rId101"/>
              <a:stretch>
                <a:fillRect/>
              </a:stretch>
            </p:blipFill>
            <p:spPr>
              <a:xfrm>
                <a:off x="3234610" y="3957530"/>
                <a:ext cx="18540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22" name="Ink 221">
                <a:extLst>
                  <a:ext uri="{FF2B5EF4-FFF2-40B4-BE49-F238E27FC236}">
                    <a16:creationId xmlns:a16="http://schemas.microsoft.com/office/drawing/2014/main" id="{FACD5F32-B34F-5D98-85FE-1AE8D158B327}"/>
                  </a:ext>
                </a:extLst>
              </p14:cNvPr>
              <p14:cNvContentPartPr/>
              <p14:nvPr/>
            </p14:nvContentPartPr>
            <p14:xfrm>
              <a:off x="3786130" y="3742250"/>
              <a:ext cx="567720" cy="389160"/>
            </p14:xfrm>
          </p:contentPart>
        </mc:Choice>
        <mc:Fallback xmlns="">
          <p:pic>
            <p:nvPicPr>
              <p:cNvPr id="222" name="Ink 221">
                <a:extLst>
                  <a:ext uri="{FF2B5EF4-FFF2-40B4-BE49-F238E27FC236}">
                    <a16:creationId xmlns:a16="http://schemas.microsoft.com/office/drawing/2014/main" id="{FACD5F32-B34F-5D98-85FE-1AE8D158B327}"/>
                  </a:ext>
                </a:extLst>
              </p:cNvPr>
              <p:cNvPicPr/>
              <p:nvPr/>
            </p:nvPicPr>
            <p:blipFill>
              <a:blip r:embed="rId103"/>
              <a:stretch>
                <a:fillRect/>
              </a:stretch>
            </p:blipFill>
            <p:spPr>
              <a:xfrm>
                <a:off x="3770660" y="3726770"/>
                <a:ext cx="598301"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31" name="Ink 230">
                <a:extLst>
                  <a:ext uri="{FF2B5EF4-FFF2-40B4-BE49-F238E27FC236}">
                    <a16:creationId xmlns:a16="http://schemas.microsoft.com/office/drawing/2014/main" id="{BF30DB3F-0F43-C93B-E8FA-7DD9F816933E}"/>
                  </a:ext>
                </a:extLst>
              </p14:cNvPr>
              <p14:cNvContentPartPr/>
              <p14:nvPr/>
            </p14:nvContentPartPr>
            <p14:xfrm>
              <a:off x="3726370" y="4238330"/>
              <a:ext cx="790200" cy="391680"/>
            </p14:xfrm>
          </p:contentPart>
        </mc:Choice>
        <mc:Fallback xmlns="">
          <p:pic>
            <p:nvPicPr>
              <p:cNvPr id="231" name="Ink 230">
                <a:extLst>
                  <a:ext uri="{FF2B5EF4-FFF2-40B4-BE49-F238E27FC236}">
                    <a16:creationId xmlns:a16="http://schemas.microsoft.com/office/drawing/2014/main" id="{BF30DB3F-0F43-C93B-E8FA-7DD9F816933E}"/>
                  </a:ext>
                </a:extLst>
              </p:cNvPr>
              <p:cNvPicPr/>
              <p:nvPr/>
            </p:nvPicPr>
            <p:blipFill>
              <a:blip r:embed="rId105"/>
              <a:stretch>
                <a:fillRect/>
              </a:stretch>
            </p:blipFill>
            <p:spPr>
              <a:xfrm>
                <a:off x="3710890" y="4222836"/>
                <a:ext cx="820800" cy="422308"/>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51" name="Ink 250">
                <a:extLst>
                  <a:ext uri="{FF2B5EF4-FFF2-40B4-BE49-F238E27FC236}">
                    <a16:creationId xmlns:a16="http://schemas.microsoft.com/office/drawing/2014/main" id="{D4E8368C-323F-5364-4176-A34428DDA81B}"/>
                  </a:ext>
                </a:extLst>
              </p14:cNvPr>
              <p14:cNvContentPartPr/>
              <p14:nvPr/>
            </p14:nvContentPartPr>
            <p14:xfrm>
              <a:off x="6980770" y="3484490"/>
              <a:ext cx="1718640" cy="258480"/>
            </p14:xfrm>
          </p:contentPart>
        </mc:Choice>
        <mc:Fallback xmlns="">
          <p:pic>
            <p:nvPicPr>
              <p:cNvPr id="251" name="Ink 250">
                <a:extLst>
                  <a:ext uri="{FF2B5EF4-FFF2-40B4-BE49-F238E27FC236}">
                    <a16:creationId xmlns:a16="http://schemas.microsoft.com/office/drawing/2014/main" id="{D4E8368C-323F-5364-4176-A34428DDA81B}"/>
                  </a:ext>
                </a:extLst>
              </p:cNvPr>
              <p:cNvPicPr/>
              <p:nvPr/>
            </p:nvPicPr>
            <p:blipFill>
              <a:blip r:embed="rId107"/>
              <a:stretch>
                <a:fillRect/>
              </a:stretch>
            </p:blipFill>
            <p:spPr>
              <a:xfrm>
                <a:off x="6965290" y="3469010"/>
                <a:ext cx="17492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52" name="Ink 251">
                <a:extLst>
                  <a:ext uri="{FF2B5EF4-FFF2-40B4-BE49-F238E27FC236}">
                    <a16:creationId xmlns:a16="http://schemas.microsoft.com/office/drawing/2014/main" id="{9007CAF0-21DE-750C-1088-4976FEE97106}"/>
                  </a:ext>
                </a:extLst>
              </p14:cNvPr>
              <p14:cNvContentPartPr/>
              <p14:nvPr/>
            </p14:nvContentPartPr>
            <p14:xfrm>
              <a:off x="6159250" y="3333650"/>
              <a:ext cx="583560" cy="373320"/>
            </p14:xfrm>
          </p:contentPart>
        </mc:Choice>
        <mc:Fallback xmlns="">
          <p:pic>
            <p:nvPicPr>
              <p:cNvPr id="252" name="Ink 251">
                <a:extLst>
                  <a:ext uri="{FF2B5EF4-FFF2-40B4-BE49-F238E27FC236}">
                    <a16:creationId xmlns:a16="http://schemas.microsoft.com/office/drawing/2014/main" id="{9007CAF0-21DE-750C-1088-4976FEE97106}"/>
                  </a:ext>
                </a:extLst>
              </p:cNvPr>
              <p:cNvPicPr/>
              <p:nvPr/>
            </p:nvPicPr>
            <p:blipFill>
              <a:blip r:embed="rId109"/>
              <a:stretch>
                <a:fillRect/>
              </a:stretch>
            </p:blipFill>
            <p:spPr>
              <a:xfrm>
                <a:off x="6143770" y="3318185"/>
                <a:ext cx="614160" cy="403891"/>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55" name="Ink 254">
                <a:extLst>
                  <a:ext uri="{FF2B5EF4-FFF2-40B4-BE49-F238E27FC236}">
                    <a16:creationId xmlns:a16="http://schemas.microsoft.com/office/drawing/2014/main" id="{042F01BD-ADF6-D180-3815-8194668A86C9}"/>
                  </a:ext>
                </a:extLst>
              </p14:cNvPr>
              <p14:cNvContentPartPr/>
              <p14:nvPr/>
            </p14:nvContentPartPr>
            <p14:xfrm>
              <a:off x="6314050" y="3988490"/>
              <a:ext cx="341640" cy="270000"/>
            </p14:xfrm>
          </p:contentPart>
        </mc:Choice>
        <mc:Fallback xmlns="">
          <p:pic>
            <p:nvPicPr>
              <p:cNvPr id="255" name="Ink 254">
                <a:extLst>
                  <a:ext uri="{FF2B5EF4-FFF2-40B4-BE49-F238E27FC236}">
                    <a16:creationId xmlns:a16="http://schemas.microsoft.com/office/drawing/2014/main" id="{042F01BD-ADF6-D180-3815-8194668A86C9}"/>
                  </a:ext>
                </a:extLst>
              </p:cNvPr>
              <p:cNvPicPr/>
              <p:nvPr/>
            </p:nvPicPr>
            <p:blipFill>
              <a:blip r:embed="rId111"/>
              <a:stretch>
                <a:fillRect/>
              </a:stretch>
            </p:blipFill>
            <p:spPr>
              <a:xfrm>
                <a:off x="6298570" y="3973031"/>
                <a:ext cx="372240" cy="300559"/>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59" name="Ink 258">
                <a:extLst>
                  <a:ext uri="{FF2B5EF4-FFF2-40B4-BE49-F238E27FC236}">
                    <a16:creationId xmlns:a16="http://schemas.microsoft.com/office/drawing/2014/main" id="{8317F653-14D4-D069-1842-BFE5F1608E94}"/>
                  </a:ext>
                </a:extLst>
              </p14:cNvPr>
              <p14:cNvContentPartPr/>
              <p14:nvPr/>
            </p14:nvContentPartPr>
            <p14:xfrm>
              <a:off x="6945130" y="4018010"/>
              <a:ext cx="424800" cy="228960"/>
            </p14:xfrm>
          </p:contentPart>
        </mc:Choice>
        <mc:Fallback xmlns="">
          <p:pic>
            <p:nvPicPr>
              <p:cNvPr id="259" name="Ink 258">
                <a:extLst>
                  <a:ext uri="{FF2B5EF4-FFF2-40B4-BE49-F238E27FC236}">
                    <a16:creationId xmlns:a16="http://schemas.microsoft.com/office/drawing/2014/main" id="{8317F653-14D4-D069-1842-BFE5F1608E94}"/>
                  </a:ext>
                </a:extLst>
              </p:cNvPr>
              <p:cNvPicPr/>
              <p:nvPr/>
            </p:nvPicPr>
            <p:blipFill>
              <a:blip r:embed="rId113"/>
              <a:stretch>
                <a:fillRect/>
              </a:stretch>
            </p:blipFill>
            <p:spPr>
              <a:xfrm>
                <a:off x="6929650" y="4002530"/>
                <a:ext cx="45540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63" name="Ink 262">
                <a:extLst>
                  <a:ext uri="{FF2B5EF4-FFF2-40B4-BE49-F238E27FC236}">
                    <a16:creationId xmlns:a16="http://schemas.microsoft.com/office/drawing/2014/main" id="{70560B76-2094-91A6-43D7-BCA38F536003}"/>
                  </a:ext>
                </a:extLst>
              </p14:cNvPr>
              <p14:cNvContentPartPr/>
              <p14:nvPr/>
            </p14:nvContentPartPr>
            <p14:xfrm>
              <a:off x="7282450" y="3849530"/>
              <a:ext cx="333000" cy="161640"/>
            </p14:xfrm>
          </p:contentPart>
        </mc:Choice>
        <mc:Fallback xmlns="">
          <p:pic>
            <p:nvPicPr>
              <p:cNvPr id="263" name="Ink 262">
                <a:extLst>
                  <a:ext uri="{FF2B5EF4-FFF2-40B4-BE49-F238E27FC236}">
                    <a16:creationId xmlns:a16="http://schemas.microsoft.com/office/drawing/2014/main" id="{70560B76-2094-91A6-43D7-BCA38F536003}"/>
                  </a:ext>
                </a:extLst>
              </p:cNvPr>
              <p:cNvPicPr/>
              <p:nvPr/>
            </p:nvPicPr>
            <p:blipFill>
              <a:blip r:embed="rId115"/>
              <a:stretch>
                <a:fillRect/>
              </a:stretch>
            </p:blipFill>
            <p:spPr>
              <a:xfrm>
                <a:off x="7266970" y="3834084"/>
                <a:ext cx="363600" cy="192172"/>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69" name="Ink 268">
                <a:extLst>
                  <a:ext uri="{FF2B5EF4-FFF2-40B4-BE49-F238E27FC236}">
                    <a16:creationId xmlns:a16="http://schemas.microsoft.com/office/drawing/2014/main" id="{1890E551-B29F-6566-F629-B9892FCF6BDC}"/>
                  </a:ext>
                </a:extLst>
              </p14:cNvPr>
              <p14:cNvContentPartPr/>
              <p14:nvPr/>
            </p14:nvContentPartPr>
            <p14:xfrm>
              <a:off x="4794130" y="4046090"/>
              <a:ext cx="821880" cy="305640"/>
            </p14:xfrm>
          </p:contentPart>
        </mc:Choice>
        <mc:Fallback xmlns="">
          <p:pic>
            <p:nvPicPr>
              <p:cNvPr id="269" name="Ink 268">
                <a:extLst>
                  <a:ext uri="{FF2B5EF4-FFF2-40B4-BE49-F238E27FC236}">
                    <a16:creationId xmlns:a16="http://schemas.microsoft.com/office/drawing/2014/main" id="{1890E551-B29F-6566-F629-B9892FCF6BDC}"/>
                  </a:ext>
                </a:extLst>
              </p:cNvPr>
              <p:cNvPicPr/>
              <p:nvPr/>
            </p:nvPicPr>
            <p:blipFill>
              <a:blip r:embed="rId117"/>
              <a:stretch>
                <a:fillRect/>
              </a:stretch>
            </p:blipFill>
            <p:spPr>
              <a:xfrm>
                <a:off x="4778650" y="4030592"/>
                <a:ext cx="852480" cy="336276"/>
              </a:xfrm>
              <a:prstGeom prst="rect">
                <a:avLst/>
              </a:prstGeom>
            </p:spPr>
          </p:pic>
        </mc:Fallback>
      </mc:AlternateContent>
    </p:spTree>
    <p:extLst>
      <p:ext uri="{BB962C8B-B14F-4D97-AF65-F5344CB8AC3E}">
        <p14:creationId xmlns:p14="http://schemas.microsoft.com/office/powerpoint/2010/main" val="24881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7CEE-4F7A-AA40-A51C-B9E723058F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428B22-C06A-4A68-FB9B-1CBDAD6030E3}"/>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C5C90A24-213A-493F-BA3E-B739A636B346}"/>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E7C25CC3-9751-FC4B-EBDA-BB33929ED975}"/>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CE838F8-7421-23A0-9A45-126BF5CFFF74}"/>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6B631590-DAC3-A255-037D-2552DD395816}"/>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AB1111C-26FE-8D7C-CD73-6D99E1BA1786}"/>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56BF338-1202-4405-BE06-A9425C3B4080}"/>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85B99F1-A292-821E-B3E0-35E74E704AE6}"/>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E7DEB28-A38E-0D07-2A20-C5B6CA62BFC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3627908-10E0-22C5-69F0-6CCEA877706F}"/>
                  </a:ext>
                </a:extLst>
              </p14:cNvPr>
              <p14:cNvContentPartPr/>
              <p14:nvPr/>
            </p14:nvContentPartPr>
            <p14:xfrm>
              <a:off x="471970" y="829850"/>
              <a:ext cx="1413360" cy="230040"/>
            </p14:xfrm>
          </p:contentPart>
        </mc:Choice>
        <mc:Fallback xmlns="">
          <p:pic>
            <p:nvPicPr>
              <p:cNvPr id="27" name="Ink 26">
                <a:extLst>
                  <a:ext uri="{FF2B5EF4-FFF2-40B4-BE49-F238E27FC236}">
                    <a16:creationId xmlns:a16="http://schemas.microsoft.com/office/drawing/2014/main" id="{03627908-10E0-22C5-69F0-6CCEA877706F}"/>
                  </a:ext>
                </a:extLst>
              </p:cNvPr>
              <p:cNvPicPr/>
              <p:nvPr/>
            </p:nvPicPr>
            <p:blipFill>
              <a:blip r:embed="rId3"/>
              <a:stretch>
                <a:fillRect/>
              </a:stretch>
            </p:blipFill>
            <p:spPr>
              <a:xfrm>
                <a:off x="456490" y="814370"/>
                <a:ext cx="144396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4" name="Ink 33">
                <a:extLst>
                  <a:ext uri="{FF2B5EF4-FFF2-40B4-BE49-F238E27FC236}">
                    <a16:creationId xmlns:a16="http://schemas.microsoft.com/office/drawing/2014/main" id="{AE715FA8-59BB-F9AF-39AD-3D2D0E3F7903}"/>
                  </a:ext>
                </a:extLst>
              </p14:cNvPr>
              <p14:cNvContentPartPr/>
              <p14:nvPr/>
            </p14:nvContentPartPr>
            <p14:xfrm>
              <a:off x="2285650" y="634730"/>
              <a:ext cx="520200" cy="699120"/>
            </p14:xfrm>
          </p:contentPart>
        </mc:Choice>
        <mc:Fallback xmlns="">
          <p:pic>
            <p:nvPicPr>
              <p:cNvPr id="34" name="Ink 33">
                <a:extLst>
                  <a:ext uri="{FF2B5EF4-FFF2-40B4-BE49-F238E27FC236}">
                    <a16:creationId xmlns:a16="http://schemas.microsoft.com/office/drawing/2014/main" id="{AE715FA8-59BB-F9AF-39AD-3D2D0E3F7903}"/>
                  </a:ext>
                </a:extLst>
              </p:cNvPr>
              <p:cNvPicPr/>
              <p:nvPr/>
            </p:nvPicPr>
            <p:blipFill>
              <a:blip r:embed="rId5"/>
              <a:stretch>
                <a:fillRect/>
              </a:stretch>
            </p:blipFill>
            <p:spPr>
              <a:xfrm>
                <a:off x="2270170" y="619242"/>
                <a:ext cx="550800" cy="72973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1" name="Ink 40">
                <a:extLst>
                  <a:ext uri="{FF2B5EF4-FFF2-40B4-BE49-F238E27FC236}">
                    <a16:creationId xmlns:a16="http://schemas.microsoft.com/office/drawing/2014/main" id="{9A87D283-51C8-0B99-D5B7-DE8FAFF94196}"/>
                  </a:ext>
                </a:extLst>
              </p14:cNvPr>
              <p14:cNvContentPartPr/>
              <p14:nvPr/>
            </p14:nvContentPartPr>
            <p14:xfrm>
              <a:off x="2484370" y="1130810"/>
              <a:ext cx="559440" cy="266400"/>
            </p14:xfrm>
          </p:contentPart>
        </mc:Choice>
        <mc:Fallback xmlns="">
          <p:pic>
            <p:nvPicPr>
              <p:cNvPr id="41" name="Ink 40">
                <a:extLst>
                  <a:ext uri="{FF2B5EF4-FFF2-40B4-BE49-F238E27FC236}">
                    <a16:creationId xmlns:a16="http://schemas.microsoft.com/office/drawing/2014/main" id="{9A87D283-51C8-0B99-D5B7-DE8FAFF94196}"/>
                  </a:ext>
                </a:extLst>
              </p:cNvPr>
              <p:cNvPicPr/>
              <p:nvPr/>
            </p:nvPicPr>
            <p:blipFill>
              <a:blip r:embed="rId7"/>
              <a:stretch>
                <a:fillRect/>
              </a:stretch>
            </p:blipFill>
            <p:spPr>
              <a:xfrm>
                <a:off x="2468890" y="1115309"/>
                <a:ext cx="590040" cy="29704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2" name="Ink 41">
                <a:extLst>
                  <a:ext uri="{FF2B5EF4-FFF2-40B4-BE49-F238E27FC236}">
                    <a16:creationId xmlns:a16="http://schemas.microsoft.com/office/drawing/2014/main" id="{DB42F622-876D-A1C5-5534-EF593C60F70D}"/>
                  </a:ext>
                </a:extLst>
              </p14:cNvPr>
              <p14:cNvContentPartPr/>
              <p14:nvPr/>
            </p14:nvContentPartPr>
            <p14:xfrm>
              <a:off x="3182770" y="987890"/>
              <a:ext cx="129600" cy="4320"/>
            </p14:xfrm>
          </p:contentPart>
        </mc:Choice>
        <mc:Fallback xmlns="">
          <p:pic>
            <p:nvPicPr>
              <p:cNvPr id="42" name="Ink 41">
                <a:extLst>
                  <a:ext uri="{FF2B5EF4-FFF2-40B4-BE49-F238E27FC236}">
                    <a16:creationId xmlns:a16="http://schemas.microsoft.com/office/drawing/2014/main" id="{DB42F622-876D-A1C5-5534-EF593C60F70D}"/>
                  </a:ext>
                </a:extLst>
              </p:cNvPr>
              <p:cNvPicPr/>
              <p:nvPr/>
            </p:nvPicPr>
            <p:blipFill>
              <a:blip r:embed="rId9"/>
              <a:stretch>
                <a:fillRect/>
              </a:stretch>
            </p:blipFill>
            <p:spPr>
              <a:xfrm>
                <a:off x="3167290" y="972410"/>
                <a:ext cx="1602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Ink 42">
                <a:extLst>
                  <a:ext uri="{FF2B5EF4-FFF2-40B4-BE49-F238E27FC236}">
                    <a16:creationId xmlns:a16="http://schemas.microsoft.com/office/drawing/2014/main" id="{49AE6E34-D1BD-4D98-2AC2-38D513EBE804}"/>
                  </a:ext>
                </a:extLst>
              </p14:cNvPr>
              <p14:cNvContentPartPr/>
              <p14:nvPr/>
            </p14:nvContentPartPr>
            <p14:xfrm>
              <a:off x="3182770" y="1035770"/>
              <a:ext cx="139320" cy="8280"/>
            </p14:xfrm>
          </p:contentPart>
        </mc:Choice>
        <mc:Fallback xmlns="">
          <p:pic>
            <p:nvPicPr>
              <p:cNvPr id="43" name="Ink 42">
                <a:extLst>
                  <a:ext uri="{FF2B5EF4-FFF2-40B4-BE49-F238E27FC236}">
                    <a16:creationId xmlns:a16="http://schemas.microsoft.com/office/drawing/2014/main" id="{49AE6E34-D1BD-4D98-2AC2-38D513EBE804}"/>
                  </a:ext>
                </a:extLst>
              </p:cNvPr>
              <p:cNvPicPr/>
              <p:nvPr/>
            </p:nvPicPr>
            <p:blipFill>
              <a:blip r:embed="rId11"/>
              <a:stretch>
                <a:fillRect/>
              </a:stretch>
            </p:blipFill>
            <p:spPr>
              <a:xfrm>
                <a:off x="3167290" y="1020290"/>
                <a:ext cx="1699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3" name="Ink 52">
                <a:extLst>
                  <a:ext uri="{FF2B5EF4-FFF2-40B4-BE49-F238E27FC236}">
                    <a16:creationId xmlns:a16="http://schemas.microsoft.com/office/drawing/2014/main" id="{4608795C-7E38-81D9-DE84-4A30C65CC148}"/>
                  </a:ext>
                </a:extLst>
              </p14:cNvPr>
              <p14:cNvContentPartPr/>
              <p14:nvPr/>
            </p14:nvContentPartPr>
            <p14:xfrm>
              <a:off x="3591370" y="825170"/>
              <a:ext cx="682920" cy="622440"/>
            </p14:xfrm>
          </p:contentPart>
        </mc:Choice>
        <mc:Fallback xmlns="">
          <p:pic>
            <p:nvPicPr>
              <p:cNvPr id="53" name="Ink 52">
                <a:extLst>
                  <a:ext uri="{FF2B5EF4-FFF2-40B4-BE49-F238E27FC236}">
                    <a16:creationId xmlns:a16="http://schemas.microsoft.com/office/drawing/2014/main" id="{4608795C-7E38-81D9-DE84-4A30C65CC148}"/>
                  </a:ext>
                </a:extLst>
              </p:cNvPr>
              <p:cNvPicPr/>
              <p:nvPr/>
            </p:nvPicPr>
            <p:blipFill>
              <a:blip r:embed="rId13"/>
              <a:stretch>
                <a:fillRect/>
              </a:stretch>
            </p:blipFill>
            <p:spPr>
              <a:xfrm>
                <a:off x="3575890" y="809681"/>
                <a:ext cx="713520" cy="65305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9" name="Ink 58">
                <a:extLst>
                  <a:ext uri="{FF2B5EF4-FFF2-40B4-BE49-F238E27FC236}">
                    <a16:creationId xmlns:a16="http://schemas.microsoft.com/office/drawing/2014/main" id="{4333890B-FADE-2E03-6639-A6C1112EE385}"/>
                  </a:ext>
                </a:extLst>
              </p14:cNvPr>
              <p14:cNvContentPartPr/>
              <p14:nvPr/>
            </p14:nvContentPartPr>
            <p14:xfrm>
              <a:off x="4583890" y="813290"/>
              <a:ext cx="770040" cy="337320"/>
            </p14:xfrm>
          </p:contentPart>
        </mc:Choice>
        <mc:Fallback xmlns="">
          <p:pic>
            <p:nvPicPr>
              <p:cNvPr id="59" name="Ink 58">
                <a:extLst>
                  <a:ext uri="{FF2B5EF4-FFF2-40B4-BE49-F238E27FC236}">
                    <a16:creationId xmlns:a16="http://schemas.microsoft.com/office/drawing/2014/main" id="{4333890B-FADE-2E03-6639-A6C1112EE385}"/>
                  </a:ext>
                </a:extLst>
              </p:cNvPr>
              <p:cNvPicPr/>
              <p:nvPr/>
            </p:nvPicPr>
            <p:blipFill>
              <a:blip r:embed="rId15"/>
              <a:stretch>
                <a:fillRect/>
              </a:stretch>
            </p:blipFill>
            <p:spPr>
              <a:xfrm>
                <a:off x="4568417" y="797810"/>
                <a:ext cx="800626"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6" name="Ink 65">
                <a:extLst>
                  <a:ext uri="{FF2B5EF4-FFF2-40B4-BE49-F238E27FC236}">
                    <a16:creationId xmlns:a16="http://schemas.microsoft.com/office/drawing/2014/main" id="{5D2C2972-B28C-BCEB-2C9D-ECDA59BDE7B7}"/>
                  </a:ext>
                </a:extLst>
              </p14:cNvPr>
              <p14:cNvContentPartPr/>
              <p14:nvPr/>
            </p14:nvContentPartPr>
            <p14:xfrm>
              <a:off x="5401450" y="753890"/>
              <a:ext cx="506520" cy="341640"/>
            </p14:xfrm>
          </p:contentPart>
        </mc:Choice>
        <mc:Fallback xmlns="">
          <p:pic>
            <p:nvPicPr>
              <p:cNvPr id="66" name="Ink 65">
                <a:extLst>
                  <a:ext uri="{FF2B5EF4-FFF2-40B4-BE49-F238E27FC236}">
                    <a16:creationId xmlns:a16="http://schemas.microsoft.com/office/drawing/2014/main" id="{5D2C2972-B28C-BCEB-2C9D-ECDA59BDE7B7}"/>
                  </a:ext>
                </a:extLst>
              </p:cNvPr>
              <p:cNvPicPr/>
              <p:nvPr/>
            </p:nvPicPr>
            <p:blipFill>
              <a:blip r:embed="rId17"/>
              <a:stretch>
                <a:fillRect/>
              </a:stretch>
            </p:blipFill>
            <p:spPr>
              <a:xfrm>
                <a:off x="5385970" y="738426"/>
                <a:ext cx="537120" cy="37220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7" name="Ink 66">
                <a:extLst>
                  <a:ext uri="{FF2B5EF4-FFF2-40B4-BE49-F238E27FC236}">
                    <a16:creationId xmlns:a16="http://schemas.microsoft.com/office/drawing/2014/main" id="{22CF1E8E-FFAD-0A6E-5BB3-413F10EDDDF3}"/>
                  </a:ext>
                </a:extLst>
              </p14:cNvPr>
              <p14:cNvContentPartPr/>
              <p14:nvPr/>
            </p14:nvContentPartPr>
            <p14:xfrm>
              <a:off x="3103210" y="1920650"/>
              <a:ext cx="115920" cy="16200"/>
            </p14:xfrm>
          </p:contentPart>
        </mc:Choice>
        <mc:Fallback xmlns="">
          <p:pic>
            <p:nvPicPr>
              <p:cNvPr id="67" name="Ink 66">
                <a:extLst>
                  <a:ext uri="{FF2B5EF4-FFF2-40B4-BE49-F238E27FC236}">
                    <a16:creationId xmlns:a16="http://schemas.microsoft.com/office/drawing/2014/main" id="{22CF1E8E-FFAD-0A6E-5BB3-413F10EDDDF3}"/>
                  </a:ext>
                </a:extLst>
              </p:cNvPr>
              <p:cNvPicPr/>
              <p:nvPr/>
            </p:nvPicPr>
            <p:blipFill>
              <a:blip r:embed="rId19"/>
              <a:stretch>
                <a:fillRect/>
              </a:stretch>
            </p:blipFill>
            <p:spPr>
              <a:xfrm>
                <a:off x="3087730" y="1905170"/>
                <a:ext cx="1465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8" name="Ink 67">
                <a:extLst>
                  <a:ext uri="{FF2B5EF4-FFF2-40B4-BE49-F238E27FC236}">
                    <a16:creationId xmlns:a16="http://schemas.microsoft.com/office/drawing/2014/main" id="{396DEE60-0826-F614-7842-9021C55AE5BF}"/>
                  </a:ext>
                </a:extLst>
              </p14:cNvPr>
              <p14:cNvContentPartPr/>
              <p14:nvPr/>
            </p14:nvContentPartPr>
            <p14:xfrm>
              <a:off x="3119410" y="1968170"/>
              <a:ext cx="123480" cy="12240"/>
            </p14:xfrm>
          </p:contentPart>
        </mc:Choice>
        <mc:Fallback xmlns="">
          <p:pic>
            <p:nvPicPr>
              <p:cNvPr id="68" name="Ink 67">
                <a:extLst>
                  <a:ext uri="{FF2B5EF4-FFF2-40B4-BE49-F238E27FC236}">
                    <a16:creationId xmlns:a16="http://schemas.microsoft.com/office/drawing/2014/main" id="{396DEE60-0826-F614-7842-9021C55AE5BF}"/>
                  </a:ext>
                </a:extLst>
              </p:cNvPr>
              <p:cNvPicPr/>
              <p:nvPr/>
            </p:nvPicPr>
            <p:blipFill>
              <a:blip r:embed="rId21"/>
              <a:stretch>
                <a:fillRect/>
              </a:stretch>
            </p:blipFill>
            <p:spPr>
              <a:xfrm>
                <a:off x="3103930" y="1952690"/>
                <a:ext cx="1540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8" name="Ink 77">
                <a:extLst>
                  <a:ext uri="{FF2B5EF4-FFF2-40B4-BE49-F238E27FC236}">
                    <a16:creationId xmlns:a16="http://schemas.microsoft.com/office/drawing/2014/main" id="{80FEA3CE-3A1D-7449-0794-423A09F5B5DF}"/>
                  </a:ext>
                </a:extLst>
              </p14:cNvPr>
              <p14:cNvContentPartPr/>
              <p14:nvPr/>
            </p14:nvContentPartPr>
            <p14:xfrm>
              <a:off x="3591370" y="1702490"/>
              <a:ext cx="1190880" cy="449640"/>
            </p14:xfrm>
          </p:contentPart>
        </mc:Choice>
        <mc:Fallback xmlns="">
          <p:pic>
            <p:nvPicPr>
              <p:cNvPr id="78" name="Ink 77">
                <a:extLst>
                  <a:ext uri="{FF2B5EF4-FFF2-40B4-BE49-F238E27FC236}">
                    <a16:creationId xmlns:a16="http://schemas.microsoft.com/office/drawing/2014/main" id="{80FEA3CE-3A1D-7449-0794-423A09F5B5DF}"/>
                  </a:ext>
                </a:extLst>
              </p:cNvPr>
              <p:cNvPicPr/>
              <p:nvPr/>
            </p:nvPicPr>
            <p:blipFill>
              <a:blip r:embed="rId23"/>
              <a:stretch>
                <a:fillRect/>
              </a:stretch>
            </p:blipFill>
            <p:spPr>
              <a:xfrm>
                <a:off x="3575890" y="1687010"/>
                <a:ext cx="122148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9" name="Ink 78">
                <a:extLst>
                  <a:ext uri="{FF2B5EF4-FFF2-40B4-BE49-F238E27FC236}">
                    <a16:creationId xmlns:a16="http://schemas.microsoft.com/office/drawing/2014/main" id="{8F4BFC72-15DA-1AF4-79F6-98A73AFD096E}"/>
                  </a:ext>
                </a:extLst>
              </p14:cNvPr>
              <p14:cNvContentPartPr/>
              <p14:nvPr/>
            </p14:nvContentPartPr>
            <p14:xfrm>
              <a:off x="4869370" y="1789610"/>
              <a:ext cx="101520" cy="270360"/>
            </p14:xfrm>
          </p:contentPart>
        </mc:Choice>
        <mc:Fallback xmlns="">
          <p:pic>
            <p:nvPicPr>
              <p:cNvPr id="79" name="Ink 78">
                <a:extLst>
                  <a:ext uri="{FF2B5EF4-FFF2-40B4-BE49-F238E27FC236}">
                    <a16:creationId xmlns:a16="http://schemas.microsoft.com/office/drawing/2014/main" id="{8F4BFC72-15DA-1AF4-79F6-98A73AFD096E}"/>
                  </a:ext>
                </a:extLst>
              </p:cNvPr>
              <p:cNvPicPr/>
              <p:nvPr/>
            </p:nvPicPr>
            <p:blipFill>
              <a:blip r:embed="rId25"/>
              <a:stretch>
                <a:fillRect/>
              </a:stretch>
            </p:blipFill>
            <p:spPr>
              <a:xfrm>
                <a:off x="4853835" y="1774109"/>
                <a:ext cx="132229" cy="30100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6" name="Ink 85">
                <a:extLst>
                  <a:ext uri="{FF2B5EF4-FFF2-40B4-BE49-F238E27FC236}">
                    <a16:creationId xmlns:a16="http://schemas.microsoft.com/office/drawing/2014/main" id="{0675DDDE-4AD5-EC2D-057F-1E982A96DAD8}"/>
                  </a:ext>
                </a:extLst>
              </p14:cNvPr>
              <p14:cNvContentPartPr/>
              <p14:nvPr/>
            </p14:nvContentPartPr>
            <p14:xfrm>
              <a:off x="5319730" y="2091217"/>
              <a:ext cx="923400" cy="20160"/>
            </p14:xfrm>
          </p:contentPart>
        </mc:Choice>
        <mc:Fallback xmlns="">
          <p:pic>
            <p:nvPicPr>
              <p:cNvPr id="86" name="Ink 85">
                <a:extLst>
                  <a:ext uri="{FF2B5EF4-FFF2-40B4-BE49-F238E27FC236}">
                    <a16:creationId xmlns:a16="http://schemas.microsoft.com/office/drawing/2014/main" id="{0675DDDE-4AD5-EC2D-057F-1E982A96DAD8}"/>
                  </a:ext>
                </a:extLst>
              </p:cNvPr>
              <p:cNvPicPr/>
              <p:nvPr/>
            </p:nvPicPr>
            <p:blipFill>
              <a:blip r:embed="rId27"/>
              <a:stretch>
                <a:fillRect/>
              </a:stretch>
            </p:blipFill>
            <p:spPr>
              <a:xfrm>
                <a:off x="5304250" y="2075737"/>
                <a:ext cx="9540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8" name="Ink 87">
                <a:extLst>
                  <a:ext uri="{FF2B5EF4-FFF2-40B4-BE49-F238E27FC236}">
                    <a16:creationId xmlns:a16="http://schemas.microsoft.com/office/drawing/2014/main" id="{26344782-087E-4241-F66F-A22470DBFCFC}"/>
                  </a:ext>
                </a:extLst>
              </p14:cNvPr>
              <p14:cNvContentPartPr/>
              <p14:nvPr/>
            </p14:nvContentPartPr>
            <p14:xfrm>
              <a:off x="5387410" y="1658857"/>
              <a:ext cx="809280" cy="353880"/>
            </p14:xfrm>
          </p:contentPart>
        </mc:Choice>
        <mc:Fallback xmlns="">
          <p:pic>
            <p:nvPicPr>
              <p:cNvPr id="88" name="Ink 87">
                <a:extLst>
                  <a:ext uri="{FF2B5EF4-FFF2-40B4-BE49-F238E27FC236}">
                    <a16:creationId xmlns:a16="http://schemas.microsoft.com/office/drawing/2014/main" id="{26344782-087E-4241-F66F-A22470DBFCFC}"/>
                  </a:ext>
                </a:extLst>
              </p:cNvPr>
              <p:cNvPicPr/>
              <p:nvPr/>
            </p:nvPicPr>
            <p:blipFill>
              <a:blip r:embed="rId29"/>
              <a:stretch>
                <a:fillRect/>
              </a:stretch>
            </p:blipFill>
            <p:spPr>
              <a:xfrm>
                <a:off x="5371937" y="1643393"/>
                <a:ext cx="839866" cy="384449"/>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5" name="Ink 94">
                <a:extLst>
                  <a:ext uri="{FF2B5EF4-FFF2-40B4-BE49-F238E27FC236}">
                    <a16:creationId xmlns:a16="http://schemas.microsoft.com/office/drawing/2014/main" id="{9DF70FF4-42B4-7729-055C-E8E7999719F3}"/>
                  </a:ext>
                </a:extLst>
              </p14:cNvPr>
              <p14:cNvContentPartPr/>
              <p14:nvPr/>
            </p14:nvContentPartPr>
            <p14:xfrm>
              <a:off x="5352130" y="2210377"/>
              <a:ext cx="922320" cy="290520"/>
            </p14:xfrm>
          </p:contentPart>
        </mc:Choice>
        <mc:Fallback xmlns="">
          <p:pic>
            <p:nvPicPr>
              <p:cNvPr id="95" name="Ink 94">
                <a:extLst>
                  <a:ext uri="{FF2B5EF4-FFF2-40B4-BE49-F238E27FC236}">
                    <a16:creationId xmlns:a16="http://schemas.microsoft.com/office/drawing/2014/main" id="{9DF70FF4-42B4-7729-055C-E8E7999719F3}"/>
                  </a:ext>
                </a:extLst>
              </p:cNvPr>
              <p:cNvPicPr/>
              <p:nvPr/>
            </p:nvPicPr>
            <p:blipFill>
              <a:blip r:embed="rId31"/>
              <a:stretch>
                <a:fillRect/>
              </a:stretch>
            </p:blipFill>
            <p:spPr>
              <a:xfrm>
                <a:off x="5336656" y="2194897"/>
                <a:ext cx="952908"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0" name="Ink 99">
                <a:extLst>
                  <a:ext uri="{FF2B5EF4-FFF2-40B4-BE49-F238E27FC236}">
                    <a16:creationId xmlns:a16="http://schemas.microsoft.com/office/drawing/2014/main" id="{84B55B63-2071-B139-7137-1D722C6CFA59}"/>
                  </a:ext>
                </a:extLst>
              </p14:cNvPr>
              <p14:cNvContentPartPr/>
              <p14:nvPr/>
            </p14:nvContentPartPr>
            <p14:xfrm>
              <a:off x="5008690" y="1702490"/>
              <a:ext cx="235800" cy="845640"/>
            </p14:xfrm>
          </p:contentPart>
        </mc:Choice>
        <mc:Fallback xmlns="">
          <p:pic>
            <p:nvPicPr>
              <p:cNvPr id="100" name="Ink 99">
                <a:extLst>
                  <a:ext uri="{FF2B5EF4-FFF2-40B4-BE49-F238E27FC236}">
                    <a16:creationId xmlns:a16="http://schemas.microsoft.com/office/drawing/2014/main" id="{84B55B63-2071-B139-7137-1D722C6CFA59}"/>
                  </a:ext>
                </a:extLst>
              </p:cNvPr>
              <p:cNvPicPr/>
              <p:nvPr/>
            </p:nvPicPr>
            <p:blipFill>
              <a:blip r:embed="rId33"/>
              <a:stretch>
                <a:fillRect/>
              </a:stretch>
            </p:blipFill>
            <p:spPr>
              <a:xfrm>
                <a:off x="4993210" y="1687010"/>
                <a:ext cx="266400" cy="876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1" name="Ink 100">
                <a:extLst>
                  <a:ext uri="{FF2B5EF4-FFF2-40B4-BE49-F238E27FC236}">
                    <a16:creationId xmlns:a16="http://schemas.microsoft.com/office/drawing/2014/main" id="{71BF00EF-4304-6890-22E2-E15A8EF8BB4E}"/>
                  </a:ext>
                </a:extLst>
              </p14:cNvPr>
              <p14:cNvContentPartPr/>
              <p14:nvPr/>
            </p14:nvContentPartPr>
            <p14:xfrm>
              <a:off x="6278410" y="1690610"/>
              <a:ext cx="240120" cy="770400"/>
            </p14:xfrm>
          </p:contentPart>
        </mc:Choice>
        <mc:Fallback xmlns="">
          <p:pic>
            <p:nvPicPr>
              <p:cNvPr id="101" name="Ink 100">
                <a:extLst>
                  <a:ext uri="{FF2B5EF4-FFF2-40B4-BE49-F238E27FC236}">
                    <a16:creationId xmlns:a16="http://schemas.microsoft.com/office/drawing/2014/main" id="{71BF00EF-4304-6890-22E2-E15A8EF8BB4E}"/>
                  </a:ext>
                </a:extLst>
              </p:cNvPr>
              <p:cNvPicPr/>
              <p:nvPr/>
            </p:nvPicPr>
            <p:blipFill>
              <a:blip r:embed="rId35"/>
              <a:stretch>
                <a:fillRect/>
              </a:stretch>
            </p:blipFill>
            <p:spPr>
              <a:xfrm>
                <a:off x="6262930" y="1675130"/>
                <a:ext cx="270720" cy="801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1" name="Ink 110">
                <a:extLst>
                  <a:ext uri="{FF2B5EF4-FFF2-40B4-BE49-F238E27FC236}">
                    <a16:creationId xmlns:a16="http://schemas.microsoft.com/office/drawing/2014/main" id="{B1EC01F8-E751-BBEF-2744-5ECD8129AC57}"/>
                  </a:ext>
                </a:extLst>
              </p14:cNvPr>
              <p14:cNvContentPartPr/>
              <p14:nvPr/>
            </p14:nvContentPartPr>
            <p14:xfrm>
              <a:off x="1158850" y="2980490"/>
              <a:ext cx="32040" cy="103320"/>
            </p14:xfrm>
          </p:contentPart>
        </mc:Choice>
        <mc:Fallback xmlns="">
          <p:pic>
            <p:nvPicPr>
              <p:cNvPr id="111" name="Ink 110">
                <a:extLst>
                  <a:ext uri="{FF2B5EF4-FFF2-40B4-BE49-F238E27FC236}">
                    <a16:creationId xmlns:a16="http://schemas.microsoft.com/office/drawing/2014/main" id="{B1EC01F8-E751-BBEF-2744-5ECD8129AC57}"/>
                  </a:ext>
                </a:extLst>
              </p:cNvPr>
              <p:cNvPicPr/>
              <p:nvPr/>
            </p:nvPicPr>
            <p:blipFill>
              <a:blip r:embed="rId37"/>
              <a:stretch>
                <a:fillRect/>
              </a:stretch>
            </p:blipFill>
            <p:spPr>
              <a:xfrm>
                <a:off x="1143370" y="2965064"/>
                <a:ext cx="62640" cy="133814"/>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2" name="Ink 111">
                <a:extLst>
                  <a:ext uri="{FF2B5EF4-FFF2-40B4-BE49-F238E27FC236}">
                    <a16:creationId xmlns:a16="http://schemas.microsoft.com/office/drawing/2014/main" id="{9419A4A2-83CB-4910-884D-F56B03FC6D96}"/>
                  </a:ext>
                </a:extLst>
              </p14:cNvPr>
              <p14:cNvContentPartPr/>
              <p14:nvPr/>
            </p14:nvContentPartPr>
            <p14:xfrm>
              <a:off x="355330" y="2857370"/>
              <a:ext cx="629280" cy="321120"/>
            </p14:xfrm>
          </p:contentPart>
        </mc:Choice>
        <mc:Fallback xmlns="">
          <p:pic>
            <p:nvPicPr>
              <p:cNvPr id="112" name="Ink 111">
                <a:extLst>
                  <a:ext uri="{FF2B5EF4-FFF2-40B4-BE49-F238E27FC236}">
                    <a16:creationId xmlns:a16="http://schemas.microsoft.com/office/drawing/2014/main" id="{9419A4A2-83CB-4910-884D-F56B03FC6D96}"/>
                  </a:ext>
                </a:extLst>
              </p:cNvPr>
              <p:cNvPicPr/>
              <p:nvPr/>
            </p:nvPicPr>
            <p:blipFill>
              <a:blip r:embed="rId39"/>
              <a:stretch>
                <a:fillRect/>
              </a:stretch>
            </p:blipFill>
            <p:spPr>
              <a:xfrm>
                <a:off x="339850" y="2841907"/>
                <a:ext cx="659880" cy="351686"/>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27" name="Ink 126">
                <a:extLst>
                  <a:ext uri="{FF2B5EF4-FFF2-40B4-BE49-F238E27FC236}">
                    <a16:creationId xmlns:a16="http://schemas.microsoft.com/office/drawing/2014/main" id="{19AADAB0-F7DA-923A-733A-F4363F828B62}"/>
                  </a:ext>
                </a:extLst>
              </p14:cNvPr>
              <p14:cNvContentPartPr/>
              <p14:nvPr/>
            </p14:nvContentPartPr>
            <p14:xfrm>
              <a:off x="1337410" y="2769890"/>
              <a:ext cx="889200" cy="947160"/>
            </p14:xfrm>
          </p:contentPart>
        </mc:Choice>
        <mc:Fallback xmlns="">
          <p:pic>
            <p:nvPicPr>
              <p:cNvPr id="127" name="Ink 126">
                <a:extLst>
                  <a:ext uri="{FF2B5EF4-FFF2-40B4-BE49-F238E27FC236}">
                    <a16:creationId xmlns:a16="http://schemas.microsoft.com/office/drawing/2014/main" id="{19AADAB0-F7DA-923A-733A-F4363F828B62}"/>
                  </a:ext>
                </a:extLst>
              </p:cNvPr>
              <p:cNvPicPr/>
              <p:nvPr/>
            </p:nvPicPr>
            <p:blipFill>
              <a:blip r:embed="rId41"/>
              <a:stretch>
                <a:fillRect/>
              </a:stretch>
            </p:blipFill>
            <p:spPr>
              <a:xfrm>
                <a:off x="1321936" y="2754410"/>
                <a:ext cx="919788" cy="977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9" name="Ink 138">
                <a:extLst>
                  <a:ext uri="{FF2B5EF4-FFF2-40B4-BE49-F238E27FC236}">
                    <a16:creationId xmlns:a16="http://schemas.microsoft.com/office/drawing/2014/main" id="{129DD685-953A-5D1D-11E4-F8BCFD3AEDE3}"/>
                  </a:ext>
                </a:extLst>
              </p14:cNvPr>
              <p14:cNvContentPartPr/>
              <p14:nvPr/>
            </p14:nvContentPartPr>
            <p14:xfrm>
              <a:off x="2500210" y="2853770"/>
              <a:ext cx="932400" cy="873360"/>
            </p14:xfrm>
          </p:contentPart>
        </mc:Choice>
        <mc:Fallback xmlns="">
          <p:pic>
            <p:nvPicPr>
              <p:cNvPr id="139" name="Ink 138">
                <a:extLst>
                  <a:ext uri="{FF2B5EF4-FFF2-40B4-BE49-F238E27FC236}">
                    <a16:creationId xmlns:a16="http://schemas.microsoft.com/office/drawing/2014/main" id="{129DD685-953A-5D1D-11E4-F8BCFD3AEDE3}"/>
                  </a:ext>
                </a:extLst>
              </p:cNvPr>
              <p:cNvPicPr/>
              <p:nvPr/>
            </p:nvPicPr>
            <p:blipFill>
              <a:blip r:embed="rId43"/>
              <a:stretch>
                <a:fillRect/>
              </a:stretch>
            </p:blipFill>
            <p:spPr>
              <a:xfrm>
                <a:off x="2484736" y="2838290"/>
                <a:ext cx="962988" cy="903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49" name="Ink 148">
                <a:extLst>
                  <a:ext uri="{FF2B5EF4-FFF2-40B4-BE49-F238E27FC236}">
                    <a16:creationId xmlns:a16="http://schemas.microsoft.com/office/drawing/2014/main" id="{A668FCC3-2834-FE98-4BD9-992E9259239C}"/>
                  </a:ext>
                </a:extLst>
              </p14:cNvPr>
              <p14:cNvContentPartPr/>
              <p14:nvPr/>
            </p14:nvContentPartPr>
            <p14:xfrm>
              <a:off x="3576250" y="2818130"/>
              <a:ext cx="1008000" cy="849240"/>
            </p14:xfrm>
          </p:contentPart>
        </mc:Choice>
        <mc:Fallback xmlns="">
          <p:pic>
            <p:nvPicPr>
              <p:cNvPr id="149" name="Ink 148">
                <a:extLst>
                  <a:ext uri="{FF2B5EF4-FFF2-40B4-BE49-F238E27FC236}">
                    <a16:creationId xmlns:a16="http://schemas.microsoft.com/office/drawing/2014/main" id="{A668FCC3-2834-FE98-4BD9-992E9259239C}"/>
                  </a:ext>
                </a:extLst>
              </p:cNvPr>
              <p:cNvPicPr/>
              <p:nvPr/>
            </p:nvPicPr>
            <p:blipFill>
              <a:blip r:embed="rId45"/>
              <a:stretch>
                <a:fillRect/>
              </a:stretch>
            </p:blipFill>
            <p:spPr>
              <a:xfrm>
                <a:off x="3560770" y="2802650"/>
                <a:ext cx="1038600" cy="879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6" name="Ink 155">
                <a:extLst>
                  <a:ext uri="{FF2B5EF4-FFF2-40B4-BE49-F238E27FC236}">
                    <a16:creationId xmlns:a16="http://schemas.microsoft.com/office/drawing/2014/main" id="{6AB72D8D-CBE6-F8A8-98F9-8D275A2E8E27}"/>
                  </a:ext>
                </a:extLst>
              </p14:cNvPr>
              <p14:cNvContentPartPr/>
              <p14:nvPr/>
            </p14:nvContentPartPr>
            <p14:xfrm>
              <a:off x="4588210" y="2893010"/>
              <a:ext cx="840960" cy="325800"/>
            </p14:xfrm>
          </p:contentPart>
        </mc:Choice>
        <mc:Fallback xmlns="">
          <p:pic>
            <p:nvPicPr>
              <p:cNvPr id="156" name="Ink 155">
                <a:extLst>
                  <a:ext uri="{FF2B5EF4-FFF2-40B4-BE49-F238E27FC236}">
                    <a16:creationId xmlns:a16="http://schemas.microsoft.com/office/drawing/2014/main" id="{6AB72D8D-CBE6-F8A8-98F9-8D275A2E8E27}"/>
                  </a:ext>
                </a:extLst>
              </p:cNvPr>
              <p:cNvPicPr/>
              <p:nvPr/>
            </p:nvPicPr>
            <p:blipFill>
              <a:blip r:embed="rId47"/>
              <a:stretch>
                <a:fillRect/>
              </a:stretch>
            </p:blipFill>
            <p:spPr>
              <a:xfrm>
                <a:off x="4572737" y="2877530"/>
                <a:ext cx="871547"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63" name="Ink 162">
                <a:extLst>
                  <a:ext uri="{FF2B5EF4-FFF2-40B4-BE49-F238E27FC236}">
                    <a16:creationId xmlns:a16="http://schemas.microsoft.com/office/drawing/2014/main" id="{1162282B-0A67-F9D3-F5E8-82F99237782D}"/>
                  </a:ext>
                </a:extLst>
              </p14:cNvPr>
              <p14:cNvContentPartPr/>
              <p14:nvPr/>
            </p14:nvContentPartPr>
            <p14:xfrm>
              <a:off x="5409730" y="2865650"/>
              <a:ext cx="749880" cy="442800"/>
            </p14:xfrm>
          </p:contentPart>
        </mc:Choice>
        <mc:Fallback xmlns="">
          <p:pic>
            <p:nvPicPr>
              <p:cNvPr id="163" name="Ink 162">
                <a:extLst>
                  <a:ext uri="{FF2B5EF4-FFF2-40B4-BE49-F238E27FC236}">
                    <a16:creationId xmlns:a16="http://schemas.microsoft.com/office/drawing/2014/main" id="{1162282B-0A67-F9D3-F5E8-82F99237782D}"/>
                  </a:ext>
                </a:extLst>
              </p:cNvPr>
              <p:cNvPicPr/>
              <p:nvPr/>
            </p:nvPicPr>
            <p:blipFill>
              <a:blip r:embed="rId49"/>
              <a:stretch>
                <a:fillRect/>
              </a:stretch>
            </p:blipFill>
            <p:spPr>
              <a:xfrm>
                <a:off x="5394257" y="2850157"/>
                <a:ext cx="780465" cy="473425"/>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3" name="Ink 172">
                <a:extLst>
                  <a:ext uri="{FF2B5EF4-FFF2-40B4-BE49-F238E27FC236}">
                    <a16:creationId xmlns:a16="http://schemas.microsoft.com/office/drawing/2014/main" id="{AE35C60A-1E62-C61D-CCCC-F17043D4177C}"/>
                  </a:ext>
                </a:extLst>
              </p14:cNvPr>
              <p14:cNvContentPartPr/>
              <p14:nvPr/>
            </p14:nvContentPartPr>
            <p14:xfrm>
              <a:off x="6115690" y="2829650"/>
              <a:ext cx="933120" cy="536040"/>
            </p14:xfrm>
          </p:contentPart>
        </mc:Choice>
        <mc:Fallback xmlns="">
          <p:pic>
            <p:nvPicPr>
              <p:cNvPr id="173" name="Ink 172">
                <a:extLst>
                  <a:ext uri="{FF2B5EF4-FFF2-40B4-BE49-F238E27FC236}">
                    <a16:creationId xmlns:a16="http://schemas.microsoft.com/office/drawing/2014/main" id="{AE35C60A-1E62-C61D-CCCC-F17043D4177C}"/>
                  </a:ext>
                </a:extLst>
              </p:cNvPr>
              <p:cNvPicPr/>
              <p:nvPr/>
            </p:nvPicPr>
            <p:blipFill>
              <a:blip r:embed="rId51"/>
              <a:stretch>
                <a:fillRect/>
              </a:stretch>
            </p:blipFill>
            <p:spPr>
              <a:xfrm>
                <a:off x="6100210" y="2814170"/>
                <a:ext cx="963720" cy="566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86" name="Ink 185">
                <a:extLst>
                  <a:ext uri="{FF2B5EF4-FFF2-40B4-BE49-F238E27FC236}">
                    <a16:creationId xmlns:a16="http://schemas.microsoft.com/office/drawing/2014/main" id="{51850185-6286-A36F-CE77-400EEB1CBBCF}"/>
                  </a:ext>
                </a:extLst>
              </p14:cNvPr>
              <p14:cNvContentPartPr/>
              <p14:nvPr/>
            </p14:nvContentPartPr>
            <p14:xfrm>
              <a:off x="6917410" y="2841530"/>
              <a:ext cx="1459440" cy="508320"/>
            </p14:xfrm>
          </p:contentPart>
        </mc:Choice>
        <mc:Fallback xmlns="">
          <p:pic>
            <p:nvPicPr>
              <p:cNvPr id="186" name="Ink 185">
                <a:extLst>
                  <a:ext uri="{FF2B5EF4-FFF2-40B4-BE49-F238E27FC236}">
                    <a16:creationId xmlns:a16="http://schemas.microsoft.com/office/drawing/2014/main" id="{51850185-6286-A36F-CE77-400EEB1CBBCF}"/>
                  </a:ext>
                </a:extLst>
              </p:cNvPr>
              <p:cNvPicPr/>
              <p:nvPr/>
            </p:nvPicPr>
            <p:blipFill>
              <a:blip r:embed="rId53"/>
              <a:stretch>
                <a:fillRect/>
              </a:stretch>
            </p:blipFill>
            <p:spPr>
              <a:xfrm>
                <a:off x="6901934" y="2826050"/>
                <a:ext cx="1490032" cy="538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91" name="Ink 190">
                <a:extLst>
                  <a:ext uri="{FF2B5EF4-FFF2-40B4-BE49-F238E27FC236}">
                    <a16:creationId xmlns:a16="http://schemas.microsoft.com/office/drawing/2014/main" id="{7B1DCEEF-5EC1-EEEF-6992-2CCA18750D12}"/>
                  </a:ext>
                </a:extLst>
              </p14:cNvPr>
              <p14:cNvContentPartPr/>
              <p14:nvPr/>
            </p14:nvContentPartPr>
            <p14:xfrm>
              <a:off x="8238970" y="2805890"/>
              <a:ext cx="552240" cy="877320"/>
            </p14:xfrm>
          </p:contentPart>
        </mc:Choice>
        <mc:Fallback xmlns="">
          <p:pic>
            <p:nvPicPr>
              <p:cNvPr id="191" name="Ink 190">
                <a:extLst>
                  <a:ext uri="{FF2B5EF4-FFF2-40B4-BE49-F238E27FC236}">
                    <a16:creationId xmlns:a16="http://schemas.microsoft.com/office/drawing/2014/main" id="{7B1DCEEF-5EC1-EEEF-6992-2CCA18750D12}"/>
                  </a:ext>
                </a:extLst>
              </p:cNvPr>
              <p:cNvPicPr/>
              <p:nvPr/>
            </p:nvPicPr>
            <p:blipFill>
              <a:blip r:embed="rId55"/>
              <a:stretch>
                <a:fillRect/>
              </a:stretch>
            </p:blipFill>
            <p:spPr>
              <a:xfrm>
                <a:off x="8223490" y="2790410"/>
                <a:ext cx="582840" cy="907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99" name="Ink 198">
                <a:extLst>
                  <a:ext uri="{FF2B5EF4-FFF2-40B4-BE49-F238E27FC236}">
                    <a16:creationId xmlns:a16="http://schemas.microsoft.com/office/drawing/2014/main" id="{47575BB1-26A7-54A9-5FE4-72B842A88B8A}"/>
                  </a:ext>
                </a:extLst>
              </p14:cNvPr>
              <p14:cNvContentPartPr/>
              <p14:nvPr/>
            </p14:nvContentPartPr>
            <p14:xfrm>
              <a:off x="2829610" y="3885530"/>
              <a:ext cx="690120" cy="437040"/>
            </p14:xfrm>
          </p:contentPart>
        </mc:Choice>
        <mc:Fallback xmlns="">
          <p:pic>
            <p:nvPicPr>
              <p:cNvPr id="199" name="Ink 198">
                <a:extLst>
                  <a:ext uri="{FF2B5EF4-FFF2-40B4-BE49-F238E27FC236}">
                    <a16:creationId xmlns:a16="http://schemas.microsoft.com/office/drawing/2014/main" id="{47575BB1-26A7-54A9-5FE4-72B842A88B8A}"/>
                  </a:ext>
                </a:extLst>
              </p:cNvPr>
              <p:cNvPicPr/>
              <p:nvPr/>
            </p:nvPicPr>
            <p:blipFill>
              <a:blip r:embed="rId57"/>
              <a:stretch>
                <a:fillRect/>
              </a:stretch>
            </p:blipFill>
            <p:spPr>
              <a:xfrm>
                <a:off x="2814138" y="3870050"/>
                <a:ext cx="720704"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00" name="Ink 199">
                <a:extLst>
                  <a:ext uri="{FF2B5EF4-FFF2-40B4-BE49-F238E27FC236}">
                    <a16:creationId xmlns:a16="http://schemas.microsoft.com/office/drawing/2014/main" id="{BCAE68F1-187D-CCFD-F754-0FDD93ADB441}"/>
                  </a:ext>
                </a:extLst>
              </p14:cNvPr>
              <p14:cNvContentPartPr/>
              <p14:nvPr/>
            </p14:nvContentPartPr>
            <p14:xfrm>
              <a:off x="2345410" y="4103330"/>
              <a:ext cx="123480" cy="75960"/>
            </p14:xfrm>
          </p:contentPart>
        </mc:Choice>
        <mc:Fallback xmlns="">
          <p:pic>
            <p:nvPicPr>
              <p:cNvPr id="200" name="Ink 199">
                <a:extLst>
                  <a:ext uri="{FF2B5EF4-FFF2-40B4-BE49-F238E27FC236}">
                    <a16:creationId xmlns:a16="http://schemas.microsoft.com/office/drawing/2014/main" id="{BCAE68F1-187D-CCFD-F754-0FDD93ADB441}"/>
                  </a:ext>
                </a:extLst>
              </p:cNvPr>
              <p:cNvPicPr/>
              <p:nvPr/>
            </p:nvPicPr>
            <p:blipFill>
              <a:blip r:embed="rId59"/>
              <a:stretch>
                <a:fillRect/>
              </a:stretch>
            </p:blipFill>
            <p:spPr>
              <a:xfrm>
                <a:off x="2329930" y="4087776"/>
                <a:ext cx="154080" cy="106706"/>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23" name="Ink 222">
                <a:extLst>
                  <a:ext uri="{FF2B5EF4-FFF2-40B4-BE49-F238E27FC236}">
                    <a16:creationId xmlns:a16="http://schemas.microsoft.com/office/drawing/2014/main" id="{8457DFC0-EBDF-6A37-A03B-1B099D654228}"/>
                  </a:ext>
                </a:extLst>
              </p14:cNvPr>
              <p14:cNvContentPartPr/>
              <p14:nvPr/>
            </p14:nvContentPartPr>
            <p14:xfrm>
              <a:off x="3631330" y="4024130"/>
              <a:ext cx="1507680" cy="297720"/>
            </p14:xfrm>
          </p:contentPart>
        </mc:Choice>
        <mc:Fallback xmlns="">
          <p:pic>
            <p:nvPicPr>
              <p:cNvPr id="223" name="Ink 222">
                <a:extLst>
                  <a:ext uri="{FF2B5EF4-FFF2-40B4-BE49-F238E27FC236}">
                    <a16:creationId xmlns:a16="http://schemas.microsoft.com/office/drawing/2014/main" id="{8457DFC0-EBDF-6A37-A03B-1B099D654228}"/>
                  </a:ext>
                </a:extLst>
              </p:cNvPr>
              <p:cNvPicPr/>
              <p:nvPr/>
            </p:nvPicPr>
            <p:blipFill>
              <a:blip r:embed="rId61"/>
              <a:stretch>
                <a:fillRect/>
              </a:stretch>
            </p:blipFill>
            <p:spPr>
              <a:xfrm>
                <a:off x="3615854" y="4008631"/>
                <a:ext cx="1538273" cy="328357"/>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24" name="Ink 223">
                <a:extLst>
                  <a:ext uri="{FF2B5EF4-FFF2-40B4-BE49-F238E27FC236}">
                    <a16:creationId xmlns:a16="http://schemas.microsoft.com/office/drawing/2014/main" id="{6561464F-F5CA-6B2D-974F-604FD700F754}"/>
                  </a:ext>
                </a:extLst>
              </p14:cNvPr>
              <p14:cNvContentPartPr/>
              <p14:nvPr/>
            </p14:nvContentPartPr>
            <p14:xfrm>
              <a:off x="6794290" y="1908770"/>
              <a:ext cx="1314000" cy="278280"/>
            </p14:xfrm>
          </p:contentPart>
        </mc:Choice>
        <mc:Fallback xmlns="">
          <p:pic>
            <p:nvPicPr>
              <p:cNvPr id="224" name="Ink 223">
                <a:extLst>
                  <a:ext uri="{FF2B5EF4-FFF2-40B4-BE49-F238E27FC236}">
                    <a16:creationId xmlns:a16="http://schemas.microsoft.com/office/drawing/2014/main" id="{6561464F-F5CA-6B2D-974F-604FD700F754}"/>
                  </a:ext>
                </a:extLst>
              </p:cNvPr>
              <p:cNvPicPr/>
              <p:nvPr/>
            </p:nvPicPr>
            <p:blipFill>
              <a:blip r:embed="rId63"/>
              <a:stretch>
                <a:fillRect/>
              </a:stretch>
            </p:blipFill>
            <p:spPr>
              <a:xfrm>
                <a:off x="6778810" y="1893270"/>
                <a:ext cx="1344600" cy="308920"/>
              </a:xfrm>
              <a:prstGeom prst="rect">
                <a:avLst/>
              </a:prstGeom>
            </p:spPr>
          </p:pic>
        </mc:Fallback>
      </mc:AlternateContent>
    </p:spTree>
    <p:extLst>
      <p:ext uri="{BB962C8B-B14F-4D97-AF65-F5344CB8AC3E}">
        <p14:creationId xmlns:p14="http://schemas.microsoft.com/office/powerpoint/2010/main" val="866705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F3759-4699-05EB-415D-0EA80C0155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10B8F7-BE51-A592-1A49-98E90EE0F81A}"/>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40353516-99C3-7078-CB02-19A7668FD58E}"/>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F9F5A409-AE9E-1263-6661-B496FF25766B}"/>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6B6D724-CF72-76E8-82EA-1D58FC63D356}"/>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2A5E45A-C0EE-DDBE-AB69-B3F312492C7B}"/>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D4E287B-69EA-6636-1C7C-FC54C6AC739E}"/>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A3B1DF7-90EA-0A3E-C39C-46E79C284A7B}"/>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627866A-B405-0479-4FEE-93E4EA34F94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9EDAA4E-A995-1E3E-D035-BF1E2CA29E52}"/>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88D24C47-E936-CC47-AF60-B59ADA2697F3}"/>
                  </a:ext>
                </a:extLst>
              </p14:cNvPr>
              <p14:cNvContentPartPr/>
              <p14:nvPr/>
            </p14:nvContentPartPr>
            <p14:xfrm>
              <a:off x="837370" y="873410"/>
              <a:ext cx="1155240" cy="202320"/>
            </p14:xfrm>
          </p:contentPart>
        </mc:Choice>
        <mc:Fallback xmlns="">
          <p:pic>
            <p:nvPicPr>
              <p:cNvPr id="21" name="Ink 20">
                <a:extLst>
                  <a:ext uri="{FF2B5EF4-FFF2-40B4-BE49-F238E27FC236}">
                    <a16:creationId xmlns:a16="http://schemas.microsoft.com/office/drawing/2014/main" id="{88D24C47-E936-CC47-AF60-B59ADA2697F3}"/>
                  </a:ext>
                </a:extLst>
              </p:cNvPr>
              <p:cNvPicPr/>
              <p:nvPr/>
            </p:nvPicPr>
            <p:blipFill>
              <a:blip r:embed="rId3"/>
              <a:stretch>
                <a:fillRect/>
              </a:stretch>
            </p:blipFill>
            <p:spPr>
              <a:xfrm>
                <a:off x="821890" y="857930"/>
                <a:ext cx="118584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7" name="Ink 56">
                <a:extLst>
                  <a:ext uri="{FF2B5EF4-FFF2-40B4-BE49-F238E27FC236}">
                    <a16:creationId xmlns:a16="http://schemas.microsoft.com/office/drawing/2014/main" id="{427E18AE-E014-FB87-CCF5-9034E06A2B69}"/>
                  </a:ext>
                </a:extLst>
              </p14:cNvPr>
              <p14:cNvContentPartPr/>
              <p14:nvPr/>
            </p14:nvContentPartPr>
            <p14:xfrm>
              <a:off x="2212570" y="829130"/>
              <a:ext cx="3994560" cy="265680"/>
            </p14:xfrm>
          </p:contentPart>
        </mc:Choice>
        <mc:Fallback xmlns="">
          <p:pic>
            <p:nvPicPr>
              <p:cNvPr id="57" name="Ink 56">
                <a:extLst>
                  <a:ext uri="{FF2B5EF4-FFF2-40B4-BE49-F238E27FC236}">
                    <a16:creationId xmlns:a16="http://schemas.microsoft.com/office/drawing/2014/main" id="{427E18AE-E014-FB87-CCF5-9034E06A2B69}"/>
                  </a:ext>
                </a:extLst>
              </p:cNvPr>
              <p:cNvPicPr/>
              <p:nvPr/>
            </p:nvPicPr>
            <p:blipFill>
              <a:blip r:embed="rId5"/>
              <a:stretch>
                <a:fillRect/>
              </a:stretch>
            </p:blipFill>
            <p:spPr>
              <a:xfrm>
                <a:off x="2197089" y="813629"/>
                <a:ext cx="4025163" cy="29632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4" name="Ink 63">
                <a:extLst>
                  <a:ext uri="{FF2B5EF4-FFF2-40B4-BE49-F238E27FC236}">
                    <a16:creationId xmlns:a16="http://schemas.microsoft.com/office/drawing/2014/main" id="{584BDF9F-6FC1-0494-7E43-4614D666E370}"/>
                  </a:ext>
                </a:extLst>
              </p14:cNvPr>
              <p14:cNvContentPartPr/>
              <p14:nvPr/>
            </p14:nvContentPartPr>
            <p14:xfrm>
              <a:off x="6358330" y="821210"/>
              <a:ext cx="444240" cy="249840"/>
            </p14:xfrm>
          </p:contentPart>
        </mc:Choice>
        <mc:Fallback xmlns="">
          <p:pic>
            <p:nvPicPr>
              <p:cNvPr id="64" name="Ink 63">
                <a:extLst>
                  <a:ext uri="{FF2B5EF4-FFF2-40B4-BE49-F238E27FC236}">
                    <a16:creationId xmlns:a16="http://schemas.microsoft.com/office/drawing/2014/main" id="{584BDF9F-6FC1-0494-7E43-4614D666E370}"/>
                  </a:ext>
                </a:extLst>
              </p:cNvPr>
              <p:cNvPicPr/>
              <p:nvPr/>
            </p:nvPicPr>
            <p:blipFill>
              <a:blip r:embed="rId7"/>
              <a:stretch>
                <a:fillRect/>
              </a:stretch>
            </p:blipFill>
            <p:spPr>
              <a:xfrm>
                <a:off x="6342863" y="805730"/>
                <a:ext cx="474815"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5" name="Ink 74">
                <a:extLst>
                  <a:ext uri="{FF2B5EF4-FFF2-40B4-BE49-F238E27FC236}">
                    <a16:creationId xmlns:a16="http://schemas.microsoft.com/office/drawing/2014/main" id="{50749257-99A9-99D7-52AA-2EB91413428C}"/>
                  </a:ext>
                </a:extLst>
              </p14:cNvPr>
              <p14:cNvContentPartPr/>
              <p14:nvPr/>
            </p14:nvContentPartPr>
            <p14:xfrm>
              <a:off x="667090" y="1388930"/>
              <a:ext cx="729720" cy="732960"/>
            </p14:xfrm>
          </p:contentPart>
        </mc:Choice>
        <mc:Fallback xmlns="">
          <p:pic>
            <p:nvPicPr>
              <p:cNvPr id="75" name="Ink 74">
                <a:extLst>
                  <a:ext uri="{FF2B5EF4-FFF2-40B4-BE49-F238E27FC236}">
                    <a16:creationId xmlns:a16="http://schemas.microsoft.com/office/drawing/2014/main" id="{50749257-99A9-99D7-52AA-2EB91413428C}"/>
                  </a:ext>
                </a:extLst>
              </p:cNvPr>
              <p:cNvPicPr/>
              <p:nvPr/>
            </p:nvPicPr>
            <p:blipFill>
              <a:blip r:embed="rId9"/>
              <a:stretch>
                <a:fillRect/>
              </a:stretch>
            </p:blipFill>
            <p:spPr>
              <a:xfrm>
                <a:off x="651610" y="1373450"/>
                <a:ext cx="760320" cy="763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6" name="Ink 75">
                <a:extLst>
                  <a:ext uri="{FF2B5EF4-FFF2-40B4-BE49-F238E27FC236}">
                    <a16:creationId xmlns:a16="http://schemas.microsoft.com/office/drawing/2014/main" id="{8E236D32-33E2-B5D1-614A-2B0E283B325A}"/>
                  </a:ext>
                </a:extLst>
              </p14:cNvPr>
              <p14:cNvContentPartPr/>
              <p14:nvPr/>
            </p14:nvContentPartPr>
            <p14:xfrm>
              <a:off x="1535770" y="1571450"/>
              <a:ext cx="157320" cy="4320"/>
            </p14:xfrm>
          </p:contentPart>
        </mc:Choice>
        <mc:Fallback xmlns="">
          <p:pic>
            <p:nvPicPr>
              <p:cNvPr id="76" name="Ink 75">
                <a:extLst>
                  <a:ext uri="{FF2B5EF4-FFF2-40B4-BE49-F238E27FC236}">
                    <a16:creationId xmlns:a16="http://schemas.microsoft.com/office/drawing/2014/main" id="{8E236D32-33E2-B5D1-614A-2B0E283B325A}"/>
                  </a:ext>
                </a:extLst>
              </p:cNvPr>
              <p:cNvPicPr/>
              <p:nvPr/>
            </p:nvPicPr>
            <p:blipFill>
              <a:blip r:embed="rId11"/>
              <a:stretch>
                <a:fillRect/>
              </a:stretch>
            </p:blipFill>
            <p:spPr>
              <a:xfrm>
                <a:off x="1520290" y="1557161"/>
                <a:ext cx="187920" cy="32566"/>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7" name="Ink 76">
                <a:extLst>
                  <a:ext uri="{FF2B5EF4-FFF2-40B4-BE49-F238E27FC236}">
                    <a16:creationId xmlns:a16="http://schemas.microsoft.com/office/drawing/2014/main" id="{16A8842D-AA78-3FB1-B1F7-498F5085A0A4}"/>
                  </a:ext>
                </a:extLst>
              </p14:cNvPr>
              <p14:cNvContentPartPr/>
              <p14:nvPr/>
            </p14:nvContentPartPr>
            <p14:xfrm>
              <a:off x="1528210" y="1615010"/>
              <a:ext cx="150840" cy="20160"/>
            </p14:xfrm>
          </p:contentPart>
        </mc:Choice>
        <mc:Fallback xmlns="">
          <p:pic>
            <p:nvPicPr>
              <p:cNvPr id="77" name="Ink 76">
                <a:extLst>
                  <a:ext uri="{FF2B5EF4-FFF2-40B4-BE49-F238E27FC236}">
                    <a16:creationId xmlns:a16="http://schemas.microsoft.com/office/drawing/2014/main" id="{16A8842D-AA78-3FB1-B1F7-498F5085A0A4}"/>
                  </a:ext>
                </a:extLst>
              </p:cNvPr>
              <p:cNvPicPr/>
              <p:nvPr/>
            </p:nvPicPr>
            <p:blipFill>
              <a:blip r:embed="rId13"/>
              <a:stretch>
                <a:fillRect/>
              </a:stretch>
            </p:blipFill>
            <p:spPr>
              <a:xfrm>
                <a:off x="1512693" y="1599530"/>
                <a:ext cx="181513"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7" name="Ink 86">
                <a:extLst>
                  <a:ext uri="{FF2B5EF4-FFF2-40B4-BE49-F238E27FC236}">
                    <a16:creationId xmlns:a16="http://schemas.microsoft.com/office/drawing/2014/main" id="{4E07DFEA-A71B-FD27-5458-774E568CB6E8}"/>
                  </a:ext>
                </a:extLst>
              </p14:cNvPr>
              <p14:cNvContentPartPr/>
              <p14:nvPr/>
            </p14:nvContentPartPr>
            <p14:xfrm>
              <a:off x="2131210" y="1301450"/>
              <a:ext cx="1471680" cy="405360"/>
            </p14:xfrm>
          </p:contentPart>
        </mc:Choice>
        <mc:Fallback xmlns="">
          <p:pic>
            <p:nvPicPr>
              <p:cNvPr id="87" name="Ink 86">
                <a:extLst>
                  <a:ext uri="{FF2B5EF4-FFF2-40B4-BE49-F238E27FC236}">
                    <a16:creationId xmlns:a16="http://schemas.microsoft.com/office/drawing/2014/main" id="{4E07DFEA-A71B-FD27-5458-774E568CB6E8}"/>
                  </a:ext>
                </a:extLst>
              </p:cNvPr>
              <p:cNvPicPr/>
              <p:nvPr/>
            </p:nvPicPr>
            <p:blipFill>
              <a:blip r:embed="rId15"/>
              <a:stretch>
                <a:fillRect/>
              </a:stretch>
            </p:blipFill>
            <p:spPr>
              <a:xfrm>
                <a:off x="2115734" y="1285956"/>
                <a:ext cx="1502273" cy="43598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3" name="Ink 92">
                <a:extLst>
                  <a:ext uri="{FF2B5EF4-FFF2-40B4-BE49-F238E27FC236}">
                    <a16:creationId xmlns:a16="http://schemas.microsoft.com/office/drawing/2014/main" id="{D15F467D-BA80-D199-350D-8FEB9E496E43}"/>
                  </a:ext>
                </a:extLst>
              </p14:cNvPr>
              <p14:cNvContentPartPr/>
              <p14:nvPr/>
            </p14:nvContentPartPr>
            <p14:xfrm>
              <a:off x="3726370" y="1293530"/>
              <a:ext cx="806040" cy="389520"/>
            </p14:xfrm>
          </p:contentPart>
        </mc:Choice>
        <mc:Fallback xmlns="">
          <p:pic>
            <p:nvPicPr>
              <p:cNvPr id="93" name="Ink 92">
                <a:extLst>
                  <a:ext uri="{FF2B5EF4-FFF2-40B4-BE49-F238E27FC236}">
                    <a16:creationId xmlns:a16="http://schemas.microsoft.com/office/drawing/2014/main" id="{D15F467D-BA80-D199-350D-8FEB9E496E43}"/>
                  </a:ext>
                </a:extLst>
              </p:cNvPr>
              <p:cNvPicPr/>
              <p:nvPr/>
            </p:nvPicPr>
            <p:blipFill>
              <a:blip r:embed="rId17"/>
              <a:stretch>
                <a:fillRect/>
              </a:stretch>
            </p:blipFill>
            <p:spPr>
              <a:xfrm>
                <a:off x="3710890" y="1278036"/>
                <a:ext cx="836640" cy="42014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9" name="Ink 98">
                <a:extLst>
                  <a:ext uri="{FF2B5EF4-FFF2-40B4-BE49-F238E27FC236}">
                    <a16:creationId xmlns:a16="http://schemas.microsoft.com/office/drawing/2014/main" id="{8AD14924-E677-8B8B-B49B-47665C29BD6C}"/>
                  </a:ext>
                </a:extLst>
              </p14:cNvPr>
              <p14:cNvContentPartPr/>
              <p14:nvPr/>
            </p14:nvContentPartPr>
            <p14:xfrm>
              <a:off x="4571650" y="1269770"/>
              <a:ext cx="507600" cy="377640"/>
            </p14:xfrm>
          </p:contentPart>
        </mc:Choice>
        <mc:Fallback xmlns="">
          <p:pic>
            <p:nvPicPr>
              <p:cNvPr id="99" name="Ink 98">
                <a:extLst>
                  <a:ext uri="{FF2B5EF4-FFF2-40B4-BE49-F238E27FC236}">
                    <a16:creationId xmlns:a16="http://schemas.microsoft.com/office/drawing/2014/main" id="{8AD14924-E677-8B8B-B49B-47665C29BD6C}"/>
                  </a:ext>
                </a:extLst>
              </p:cNvPr>
              <p:cNvPicPr/>
              <p:nvPr/>
            </p:nvPicPr>
            <p:blipFill>
              <a:blip r:embed="rId19"/>
              <a:stretch>
                <a:fillRect/>
              </a:stretch>
            </p:blipFill>
            <p:spPr>
              <a:xfrm>
                <a:off x="4556170" y="1254275"/>
                <a:ext cx="538200" cy="40826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2" name="Ink 101">
                <a:extLst>
                  <a:ext uri="{FF2B5EF4-FFF2-40B4-BE49-F238E27FC236}">
                    <a16:creationId xmlns:a16="http://schemas.microsoft.com/office/drawing/2014/main" id="{FA85C97E-38C0-32E6-F891-8F86DD55B6F8}"/>
                  </a:ext>
                </a:extLst>
              </p14:cNvPr>
              <p14:cNvContentPartPr/>
              <p14:nvPr/>
            </p14:nvContentPartPr>
            <p14:xfrm>
              <a:off x="5246650" y="1365170"/>
              <a:ext cx="372960" cy="278640"/>
            </p14:xfrm>
          </p:contentPart>
        </mc:Choice>
        <mc:Fallback xmlns="">
          <p:pic>
            <p:nvPicPr>
              <p:cNvPr id="102" name="Ink 101">
                <a:extLst>
                  <a:ext uri="{FF2B5EF4-FFF2-40B4-BE49-F238E27FC236}">
                    <a16:creationId xmlns:a16="http://schemas.microsoft.com/office/drawing/2014/main" id="{FA85C97E-38C0-32E6-F891-8F86DD55B6F8}"/>
                  </a:ext>
                </a:extLst>
              </p:cNvPr>
              <p:cNvPicPr/>
              <p:nvPr/>
            </p:nvPicPr>
            <p:blipFill>
              <a:blip r:embed="rId21"/>
              <a:stretch>
                <a:fillRect/>
              </a:stretch>
            </p:blipFill>
            <p:spPr>
              <a:xfrm>
                <a:off x="5231185" y="1349690"/>
                <a:ext cx="40353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6" name="Ink 105">
                <a:extLst>
                  <a:ext uri="{FF2B5EF4-FFF2-40B4-BE49-F238E27FC236}">
                    <a16:creationId xmlns:a16="http://schemas.microsoft.com/office/drawing/2014/main" id="{43399F6D-C502-F6FD-3214-62663A2351D9}"/>
                  </a:ext>
                </a:extLst>
              </p14:cNvPr>
              <p14:cNvContentPartPr/>
              <p14:nvPr/>
            </p14:nvContentPartPr>
            <p14:xfrm>
              <a:off x="5421250" y="1214690"/>
              <a:ext cx="369360" cy="186480"/>
            </p14:xfrm>
          </p:contentPart>
        </mc:Choice>
        <mc:Fallback xmlns="">
          <p:pic>
            <p:nvPicPr>
              <p:cNvPr id="106" name="Ink 105">
                <a:extLst>
                  <a:ext uri="{FF2B5EF4-FFF2-40B4-BE49-F238E27FC236}">
                    <a16:creationId xmlns:a16="http://schemas.microsoft.com/office/drawing/2014/main" id="{43399F6D-C502-F6FD-3214-62663A2351D9}"/>
                  </a:ext>
                </a:extLst>
              </p:cNvPr>
              <p:cNvPicPr/>
              <p:nvPr/>
            </p:nvPicPr>
            <p:blipFill>
              <a:blip r:embed="rId23"/>
              <a:stretch>
                <a:fillRect/>
              </a:stretch>
            </p:blipFill>
            <p:spPr>
              <a:xfrm>
                <a:off x="5405770" y="1199180"/>
                <a:ext cx="399960" cy="217139"/>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7" name="Ink 106">
                <a:extLst>
                  <a:ext uri="{FF2B5EF4-FFF2-40B4-BE49-F238E27FC236}">
                    <a16:creationId xmlns:a16="http://schemas.microsoft.com/office/drawing/2014/main" id="{D8ECE1A7-3063-5D5A-EC89-FC8473DC3374}"/>
                  </a:ext>
                </a:extLst>
              </p14:cNvPr>
              <p14:cNvContentPartPr/>
              <p14:nvPr/>
            </p14:nvContentPartPr>
            <p14:xfrm>
              <a:off x="3929050" y="1294250"/>
              <a:ext cx="67680" cy="95040"/>
            </p14:xfrm>
          </p:contentPart>
        </mc:Choice>
        <mc:Fallback xmlns="">
          <p:pic>
            <p:nvPicPr>
              <p:cNvPr id="107" name="Ink 106">
                <a:extLst>
                  <a:ext uri="{FF2B5EF4-FFF2-40B4-BE49-F238E27FC236}">
                    <a16:creationId xmlns:a16="http://schemas.microsoft.com/office/drawing/2014/main" id="{D8ECE1A7-3063-5D5A-EC89-FC8473DC3374}"/>
                  </a:ext>
                </a:extLst>
              </p:cNvPr>
              <p:cNvPicPr/>
              <p:nvPr/>
            </p:nvPicPr>
            <p:blipFill>
              <a:blip r:embed="rId25"/>
              <a:stretch>
                <a:fillRect/>
              </a:stretch>
            </p:blipFill>
            <p:spPr>
              <a:xfrm>
                <a:off x="3913570" y="1278770"/>
                <a:ext cx="982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8" name="Ink 117">
                <a:extLst>
                  <a:ext uri="{FF2B5EF4-FFF2-40B4-BE49-F238E27FC236}">
                    <a16:creationId xmlns:a16="http://schemas.microsoft.com/office/drawing/2014/main" id="{A0A69E0F-05B5-F339-053E-E11BB070C32E}"/>
                  </a:ext>
                </a:extLst>
              </p14:cNvPr>
              <p14:cNvContentPartPr/>
              <p14:nvPr/>
            </p14:nvContentPartPr>
            <p14:xfrm>
              <a:off x="1753930" y="2313770"/>
              <a:ext cx="198720" cy="289800"/>
            </p14:xfrm>
          </p:contentPart>
        </mc:Choice>
        <mc:Fallback xmlns="">
          <p:pic>
            <p:nvPicPr>
              <p:cNvPr id="118" name="Ink 117">
                <a:extLst>
                  <a:ext uri="{FF2B5EF4-FFF2-40B4-BE49-F238E27FC236}">
                    <a16:creationId xmlns:a16="http://schemas.microsoft.com/office/drawing/2014/main" id="{A0A69E0F-05B5-F339-053E-E11BB070C32E}"/>
                  </a:ext>
                </a:extLst>
              </p:cNvPr>
              <p:cNvPicPr/>
              <p:nvPr/>
            </p:nvPicPr>
            <p:blipFill>
              <a:blip r:embed="rId27"/>
              <a:stretch>
                <a:fillRect/>
              </a:stretch>
            </p:blipFill>
            <p:spPr>
              <a:xfrm>
                <a:off x="1738450" y="2298309"/>
                <a:ext cx="229320" cy="320362"/>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9" name="Ink 118">
                <a:extLst>
                  <a:ext uri="{FF2B5EF4-FFF2-40B4-BE49-F238E27FC236}">
                    <a16:creationId xmlns:a16="http://schemas.microsoft.com/office/drawing/2014/main" id="{2BEFDC18-644B-C426-0C8F-6EE147D6C17C}"/>
                  </a:ext>
                </a:extLst>
              </p14:cNvPr>
              <p14:cNvContentPartPr/>
              <p14:nvPr/>
            </p14:nvContentPartPr>
            <p14:xfrm>
              <a:off x="686530" y="2428610"/>
              <a:ext cx="781920" cy="230400"/>
            </p14:xfrm>
          </p:contentPart>
        </mc:Choice>
        <mc:Fallback xmlns="">
          <p:pic>
            <p:nvPicPr>
              <p:cNvPr id="119" name="Ink 118">
                <a:extLst>
                  <a:ext uri="{FF2B5EF4-FFF2-40B4-BE49-F238E27FC236}">
                    <a16:creationId xmlns:a16="http://schemas.microsoft.com/office/drawing/2014/main" id="{2BEFDC18-644B-C426-0C8F-6EE147D6C17C}"/>
                  </a:ext>
                </a:extLst>
              </p:cNvPr>
              <p:cNvPicPr/>
              <p:nvPr/>
            </p:nvPicPr>
            <p:blipFill>
              <a:blip r:embed="rId29"/>
              <a:stretch>
                <a:fillRect/>
              </a:stretch>
            </p:blipFill>
            <p:spPr>
              <a:xfrm>
                <a:off x="671057" y="2413130"/>
                <a:ext cx="812506"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6" name="Ink 125">
                <a:extLst>
                  <a:ext uri="{FF2B5EF4-FFF2-40B4-BE49-F238E27FC236}">
                    <a16:creationId xmlns:a16="http://schemas.microsoft.com/office/drawing/2014/main" id="{6A1DEDBA-7A2E-7C51-2183-E88E0629BF84}"/>
                  </a:ext>
                </a:extLst>
              </p14:cNvPr>
              <p14:cNvContentPartPr/>
              <p14:nvPr/>
            </p14:nvContentPartPr>
            <p14:xfrm>
              <a:off x="2757970" y="2452370"/>
              <a:ext cx="242640" cy="171360"/>
            </p14:xfrm>
          </p:contentPart>
        </mc:Choice>
        <mc:Fallback xmlns="">
          <p:pic>
            <p:nvPicPr>
              <p:cNvPr id="126" name="Ink 125">
                <a:extLst>
                  <a:ext uri="{FF2B5EF4-FFF2-40B4-BE49-F238E27FC236}">
                    <a16:creationId xmlns:a16="http://schemas.microsoft.com/office/drawing/2014/main" id="{6A1DEDBA-7A2E-7C51-2183-E88E0629BF84}"/>
                  </a:ext>
                </a:extLst>
              </p:cNvPr>
              <p:cNvPicPr/>
              <p:nvPr/>
            </p:nvPicPr>
            <p:blipFill>
              <a:blip r:embed="rId31"/>
              <a:stretch>
                <a:fillRect/>
              </a:stretch>
            </p:blipFill>
            <p:spPr>
              <a:xfrm>
                <a:off x="2742467" y="2436857"/>
                <a:ext cx="273285" cy="202024"/>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7" name="Ink 126">
                <a:extLst>
                  <a:ext uri="{FF2B5EF4-FFF2-40B4-BE49-F238E27FC236}">
                    <a16:creationId xmlns:a16="http://schemas.microsoft.com/office/drawing/2014/main" id="{CCF8D051-9E36-7503-21CA-98BC4FD5EDEA}"/>
                  </a:ext>
                </a:extLst>
              </p14:cNvPr>
              <p14:cNvContentPartPr/>
              <p14:nvPr/>
            </p14:nvContentPartPr>
            <p14:xfrm>
              <a:off x="2044090" y="2400890"/>
              <a:ext cx="439920" cy="220680"/>
            </p14:xfrm>
          </p:contentPart>
        </mc:Choice>
        <mc:Fallback xmlns="">
          <p:pic>
            <p:nvPicPr>
              <p:cNvPr id="127" name="Ink 126">
                <a:extLst>
                  <a:ext uri="{FF2B5EF4-FFF2-40B4-BE49-F238E27FC236}">
                    <a16:creationId xmlns:a16="http://schemas.microsoft.com/office/drawing/2014/main" id="{CCF8D051-9E36-7503-21CA-98BC4FD5EDEA}"/>
                  </a:ext>
                </a:extLst>
              </p:cNvPr>
              <p:cNvPicPr/>
              <p:nvPr/>
            </p:nvPicPr>
            <p:blipFill>
              <a:blip r:embed="rId33"/>
              <a:stretch>
                <a:fillRect/>
              </a:stretch>
            </p:blipFill>
            <p:spPr>
              <a:xfrm>
                <a:off x="2028610" y="2385410"/>
                <a:ext cx="4705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34" name="Ink 133">
                <a:extLst>
                  <a:ext uri="{FF2B5EF4-FFF2-40B4-BE49-F238E27FC236}">
                    <a16:creationId xmlns:a16="http://schemas.microsoft.com/office/drawing/2014/main" id="{3D86036F-4AE9-ED7A-4A91-09C6243F62B0}"/>
                  </a:ext>
                </a:extLst>
              </p14:cNvPr>
              <p14:cNvContentPartPr/>
              <p14:nvPr/>
            </p14:nvContentPartPr>
            <p14:xfrm>
              <a:off x="3250090" y="2464250"/>
              <a:ext cx="853920" cy="171000"/>
            </p14:xfrm>
          </p:contentPart>
        </mc:Choice>
        <mc:Fallback xmlns="">
          <p:pic>
            <p:nvPicPr>
              <p:cNvPr id="134" name="Ink 133">
                <a:extLst>
                  <a:ext uri="{FF2B5EF4-FFF2-40B4-BE49-F238E27FC236}">
                    <a16:creationId xmlns:a16="http://schemas.microsoft.com/office/drawing/2014/main" id="{3D86036F-4AE9-ED7A-4A91-09C6243F62B0}"/>
                  </a:ext>
                </a:extLst>
              </p:cNvPr>
              <p:cNvPicPr/>
              <p:nvPr/>
            </p:nvPicPr>
            <p:blipFill>
              <a:blip r:embed="rId35"/>
              <a:stretch>
                <a:fillRect/>
              </a:stretch>
            </p:blipFill>
            <p:spPr>
              <a:xfrm>
                <a:off x="3234603" y="2448770"/>
                <a:ext cx="884533"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37" name="Ink 136">
                <a:extLst>
                  <a:ext uri="{FF2B5EF4-FFF2-40B4-BE49-F238E27FC236}">
                    <a16:creationId xmlns:a16="http://schemas.microsoft.com/office/drawing/2014/main" id="{45E0691E-A5D5-C076-9A95-7EB1C3CD0DBE}"/>
                  </a:ext>
                </a:extLst>
              </p14:cNvPr>
              <p14:cNvContentPartPr/>
              <p14:nvPr/>
            </p14:nvContentPartPr>
            <p14:xfrm>
              <a:off x="4865410" y="2547770"/>
              <a:ext cx="178920" cy="91800"/>
            </p14:xfrm>
          </p:contentPart>
        </mc:Choice>
        <mc:Fallback xmlns="">
          <p:pic>
            <p:nvPicPr>
              <p:cNvPr id="137" name="Ink 136">
                <a:extLst>
                  <a:ext uri="{FF2B5EF4-FFF2-40B4-BE49-F238E27FC236}">
                    <a16:creationId xmlns:a16="http://schemas.microsoft.com/office/drawing/2014/main" id="{45E0691E-A5D5-C076-9A95-7EB1C3CD0DBE}"/>
                  </a:ext>
                </a:extLst>
              </p:cNvPr>
              <p:cNvPicPr/>
              <p:nvPr/>
            </p:nvPicPr>
            <p:blipFill>
              <a:blip r:embed="rId37"/>
              <a:stretch>
                <a:fillRect/>
              </a:stretch>
            </p:blipFill>
            <p:spPr>
              <a:xfrm>
                <a:off x="4849930" y="2532290"/>
                <a:ext cx="2095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48" name="Ink 147">
                <a:extLst>
                  <a:ext uri="{FF2B5EF4-FFF2-40B4-BE49-F238E27FC236}">
                    <a16:creationId xmlns:a16="http://schemas.microsoft.com/office/drawing/2014/main" id="{B0E2F599-C2CC-AFB3-C809-398EC78ABF23}"/>
                  </a:ext>
                </a:extLst>
              </p14:cNvPr>
              <p14:cNvContentPartPr/>
              <p14:nvPr/>
            </p14:nvContentPartPr>
            <p14:xfrm>
              <a:off x="5258890" y="2349410"/>
              <a:ext cx="1333440" cy="274320"/>
            </p14:xfrm>
          </p:contentPart>
        </mc:Choice>
        <mc:Fallback xmlns="">
          <p:pic>
            <p:nvPicPr>
              <p:cNvPr id="148" name="Ink 147">
                <a:extLst>
                  <a:ext uri="{FF2B5EF4-FFF2-40B4-BE49-F238E27FC236}">
                    <a16:creationId xmlns:a16="http://schemas.microsoft.com/office/drawing/2014/main" id="{B0E2F599-C2CC-AFB3-C809-398EC78ABF23}"/>
                  </a:ext>
                </a:extLst>
              </p:cNvPr>
              <p:cNvPicPr/>
              <p:nvPr/>
            </p:nvPicPr>
            <p:blipFill>
              <a:blip r:embed="rId39"/>
              <a:stretch>
                <a:fillRect/>
              </a:stretch>
            </p:blipFill>
            <p:spPr>
              <a:xfrm>
                <a:off x="5243410" y="2333930"/>
                <a:ext cx="136404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49" name="Ink 148">
                <a:extLst>
                  <a:ext uri="{FF2B5EF4-FFF2-40B4-BE49-F238E27FC236}">
                    <a16:creationId xmlns:a16="http://schemas.microsoft.com/office/drawing/2014/main" id="{7D8B88D1-14F1-A28C-CE60-DA33D754F251}"/>
                  </a:ext>
                </a:extLst>
              </p14:cNvPr>
              <p14:cNvContentPartPr/>
              <p14:nvPr/>
            </p14:nvContentPartPr>
            <p14:xfrm>
              <a:off x="4290490" y="2508170"/>
              <a:ext cx="364680" cy="103320"/>
            </p14:xfrm>
          </p:contentPart>
        </mc:Choice>
        <mc:Fallback xmlns="">
          <p:pic>
            <p:nvPicPr>
              <p:cNvPr id="149" name="Ink 148">
                <a:extLst>
                  <a:ext uri="{FF2B5EF4-FFF2-40B4-BE49-F238E27FC236}">
                    <a16:creationId xmlns:a16="http://schemas.microsoft.com/office/drawing/2014/main" id="{7D8B88D1-14F1-A28C-CE60-DA33D754F251}"/>
                  </a:ext>
                </a:extLst>
              </p:cNvPr>
              <p:cNvPicPr/>
              <p:nvPr/>
            </p:nvPicPr>
            <p:blipFill>
              <a:blip r:embed="rId41"/>
              <a:stretch>
                <a:fillRect/>
              </a:stretch>
            </p:blipFill>
            <p:spPr>
              <a:xfrm>
                <a:off x="4275010" y="2492690"/>
                <a:ext cx="3952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2" name="Ink 171">
                <a:extLst>
                  <a:ext uri="{FF2B5EF4-FFF2-40B4-BE49-F238E27FC236}">
                    <a16:creationId xmlns:a16="http://schemas.microsoft.com/office/drawing/2014/main" id="{689CC44C-B741-628F-131D-56F67AB248A8}"/>
                  </a:ext>
                </a:extLst>
              </p14:cNvPr>
              <p14:cNvContentPartPr/>
              <p14:nvPr/>
            </p14:nvContentPartPr>
            <p14:xfrm>
              <a:off x="1849690" y="2988770"/>
              <a:ext cx="1301760" cy="206280"/>
            </p14:xfrm>
          </p:contentPart>
        </mc:Choice>
        <mc:Fallback xmlns="">
          <p:pic>
            <p:nvPicPr>
              <p:cNvPr id="172" name="Ink 171">
                <a:extLst>
                  <a:ext uri="{FF2B5EF4-FFF2-40B4-BE49-F238E27FC236}">
                    <a16:creationId xmlns:a16="http://schemas.microsoft.com/office/drawing/2014/main" id="{689CC44C-B741-628F-131D-56F67AB248A8}"/>
                  </a:ext>
                </a:extLst>
              </p:cNvPr>
              <p:cNvPicPr/>
              <p:nvPr/>
            </p:nvPicPr>
            <p:blipFill>
              <a:blip r:embed="rId43"/>
              <a:stretch>
                <a:fillRect/>
              </a:stretch>
            </p:blipFill>
            <p:spPr>
              <a:xfrm>
                <a:off x="1834206" y="2973290"/>
                <a:ext cx="1332368"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3" name="Ink 172">
                <a:extLst>
                  <a:ext uri="{FF2B5EF4-FFF2-40B4-BE49-F238E27FC236}">
                    <a16:creationId xmlns:a16="http://schemas.microsoft.com/office/drawing/2014/main" id="{D24B97B3-2224-364D-2F3B-C925BDE802D8}"/>
                  </a:ext>
                </a:extLst>
              </p14:cNvPr>
              <p14:cNvContentPartPr/>
              <p14:nvPr/>
            </p14:nvContentPartPr>
            <p14:xfrm>
              <a:off x="432370" y="2972570"/>
              <a:ext cx="1226520" cy="206280"/>
            </p14:xfrm>
          </p:contentPart>
        </mc:Choice>
        <mc:Fallback xmlns="">
          <p:pic>
            <p:nvPicPr>
              <p:cNvPr id="173" name="Ink 172">
                <a:extLst>
                  <a:ext uri="{FF2B5EF4-FFF2-40B4-BE49-F238E27FC236}">
                    <a16:creationId xmlns:a16="http://schemas.microsoft.com/office/drawing/2014/main" id="{D24B97B3-2224-364D-2F3B-C925BDE802D8}"/>
                  </a:ext>
                </a:extLst>
              </p:cNvPr>
              <p:cNvPicPr/>
              <p:nvPr/>
            </p:nvPicPr>
            <p:blipFill>
              <a:blip r:embed="rId45"/>
              <a:stretch>
                <a:fillRect/>
              </a:stretch>
            </p:blipFill>
            <p:spPr>
              <a:xfrm>
                <a:off x="416890" y="2957117"/>
                <a:ext cx="1257120" cy="236827"/>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89" name="Ink 188">
                <a:extLst>
                  <a:ext uri="{FF2B5EF4-FFF2-40B4-BE49-F238E27FC236}">
                    <a16:creationId xmlns:a16="http://schemas.microsoft.com/office/drawing/2014/main" id="{867658CF-36D4-56B8-EC7F-3BC69427ECC7}"/>
                  </a:ext>
                </a:extLst>
              </p14:cNvPr>
              <p14:cNvContentPartPr/>
              <p14:nvPr/>
            </p14:nvContentPartPr>
            <p14:xfrm>
              <a:off x="4809970" y="2940530"/>
              <a:ext cx="1153440" cy="238680"/>
            </p14:xfrm>
          </p:contentPart>
        </mc:Choice>
        <mc:Fallback xmlns="">
          <p:pic>
            <p:nvPicPr>
              <p:cNvPr id="189" name="Ink 188">
                <a:extLst>
                  <a:ext uri="{FF2B5EF4-FFF2-40B4-BE49-F238E27FC236}">
                    <a16:creationId xmlns:a16="http://schemas.microsoft.com/office/drawing/2014/main" id="{867658CF-36D4-56B8-EC7F-3BC69427ECC7}"/>
                  </a:ext>
                </a:extLst>
              </p:cNvPr>
              <p:cNvPicPr/>
              <p:nvPr/>
            </p:nvPicPr>
            <p:blipFill>
              <a:blip r:embed="rId47"/>
              <a:stretch>
                <a:fillRect/>
              </a:stretch>
            </p:blipFill>
            <p:spPr>
              <a:xfrm>
                <a:off x="4794495" y="2925027"/>
                <a:ext cx="1184030" cy="269326"/>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02" name="Ink 201">
                <a:extLst>
                  <a:ext uri="{FF2B5EF4-FFF2-40B4-BE49-F238E27FC236}">
                    <a16:creationId xmlns:a16="http://schemas.microsoft.com/office/drawing/2014/main" id="{0C1383A7-B8E4-0C62-C5D7-1FBC74BAE7E8}"/>
                  </a:ext>
                </a:extLst>
              </p14:cNvPr>
              <p14:cNvContentPartPr/>
              <p14:nvPr/>
            </p14:nvContentPartPr>
            <p14:xfrm>
              <a:off x="1579330" y="3408890"/>
              <a:ext cx="544320" cy="262080"/>
            </p14:xfrm>
          </p:contentPart>
        </mc:Choice>
        <mc:Fallback xmlns="">
          <p:pic>
            <p:nvPicPr>
              <p:cNvPr id="202" name="Ink 201">
                <a:extLst>
                  <a:ext uri="{FF2B5EF4-FFF2-40B4-BE49-F238E27FC236}">
                    <a16:creationId xmlns:a16="http://schemas.microsoft.com/office/drawing/2014/main" id="{0C1383A7-B8E4-0C62-C5D7-1FBC74BAE7E8}"/>
                  </a:ext>
                </a:extLst>
              </p:cNvPr>
              <p:cNvPicPr/>
              <p:nvPr/>
            </p:nvPicPr>
            <p:blipFill>
              <a:blip r:embed="rId49"/>
              <a:stretch>
                <a:fillRect/>
              </a:stretch>
            </p:blipFill>
            <p:spPr>
              <a:xfrm>
                <a:off x="1563840" y="3393389"/>
                <a:ext cx="574940" cy="292722"/>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03" name="Ink 202">
                <a:extLst>
                  <a:ext uri="{FF2B5EF4-FFF2-40B4-BE49-F238E27FC236}">
                    <a16:creationId xmlns:a16="http://schemas.microsoft.com/office/drawing/2014/main" id="{7C435C08-43F3-A976-49AE-D5A6FC9153CB}"/>
                  </a:ext>
                </a:extLst>
              </p14:cNvPr>
              <p14:cNvContentPartPr/>
              <p14:nvPr/>
            </p14:nvContentPartPr>
            <p14:xfrm>
              <a:off x="487810" y="3496370"/>
              <a:ext cx="838080" cy="177120"/>
            </p14:xfrm>
          </p:contentPart>
        </mc:Choice>
        <mc:Fallback xmlns="">
          <p:pic>
            <p:nvPicPr>
              <p:cNvPr id="203" name="Ink 202">
                <a:extLst>
                  <a:ext uri="{FF2B5EF4-FFF2-40B4-BE49-F238E27FC236}">
                    <a16:creationId xmlns:a16="http://schemas.microsoft.com/office/drawing/2014/main" id="{7C435C08-43F3-A976-49AE-D5A6FC9153CB}"/>
                  </a:ext>
                </a:extLst>
              </p:cNvPr>
              <p:cNvPicPr/>
              <p:nvPr/>
            </p:nvPicPr>
            <p:blipFill>
              <a:blip r:embed="rId51"/>
              <a:stretch>
                <a:fillRect/>
              </a:stretch>
            </p:blipFill>
            <p:spPr>
              <a:xfrm>
                <a:off x="472323" y="3480890"/>
                <a:ext cx="868693"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09" name="Ink 208">
                <a:extLst>
                  <a:ext uri="{FF2B5EF4-FFF2-40B4-BE49-F238E27FC236}">
                    <a16:creationId xmlns:a16="http://schemas.microsoft.com/office/drawing/2014/main" id="{81C1DAC4-4E27-9CA5-75B7-95CEF0EF8B2F}"/>
                  </a:ext>
                </a:extLst>
              </p14:cNvPr>
              <p14:cNvContentPartPr/>
              <p14:nvPr/>
            </p14:nvContentPartPr>
            <p14:xfrm>
              <a:off x="2587330" y="3404930"/>
              <a:ext cx="594000" cy="613800"/>
            </p14:xfrm>
          </p:contentPart>
        </mc:Choice>
        <mc:Fallback xmlns="">
          <p:pic>
            <p:nvPicPr>
              <p:cNvPr id="209" name="Ink 208">
                <a:extLst>
                  <a:ext uri="{FF2B5EF4-FFF2-40B4-BE49-F238E27FC236}">
                    <a16:creationId xmlns:a16="http://schemas.microsoft.com/office/drawing/2014/main" id="{81C1DAC4-4E27-9CA5-75B7-95CEF0EF8B2F}"/>
                  </a:ext>
                </a:extLst>
              </p:cNvPr>
              <p:cNvPicPr/>
              <p:nvPr/>
            </p:nvPicPr>
            <p:blipFill>
              <a:blip r:embed="rId53"/>
              <a:stretch>
                <a:fillRect/>
              </a:stretch>
            </p:blipFill>
            <p:spPr>
              <a:xfrm>
                <a:off x="2571850" y="3389450"/>
                <a:ext cx="62460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10" name="Ink 209">
                <a:extLst>
                  <a:ext uri="{FF2B5EF4-FFF2-40B4-BE49-F238E27FC236}">
                    <a16:creationId xmlns:a16="http://schemas.microsoft.com/office/drawing/2014/main" id="{6C5E2338-32AD-94E9-45EB-76F789FACD01}"/>
                  </a:ext>
                </a:extLst>
              </p14:cNvPr>
              <p14:cNvContentPartPr/>
              <p14:nvPr/>
            </p14:nvContentPartPr>
            <p14:xfrm>
              <a:off x="2230570" y="3575570"/>
              <a:ext cx="142920" cy="64080"/>
            </p14:xfrm>
          </p:contentPart>
        </mc:Choice>
        <mc:Fallback xmlns="">
          <p:pic>
            <p:nvPicPr>
              <p:cNvPr id="210" name="Ink 209">
                <a:extLst>
                  <a:ext uri="{FF2B5EF4-FFF2-40B4-BE49-F238E27FC236}">
                    <a16:creationId xmlns:a16="http://schemas.microsoft.com/office/drawing/2014/main" id="{6C5E2338-32AD-94E9-45EB-76F789FACD01}"/>
                  </a:ext>
                </a:extLst>
              </p:cNvPr>
              <p:cNvPicPr/>
              <p:nvPr/>
            </p:nvPicPr>
            <p:blipFill>
              <a:blip r:embed="rId55"/>
              <a:stretch>
                <a:fillRect/>
              </a:stretch>
            </p:blipFill>
            <p:spPr>
              <a:xfrm>
                <a:off x="2215090" y="3560003"/>
                <a:ext cx="173520" cy="94853"/>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11" name="Ink 210">
                <a:extLst>
                  <a:ext uri="{FF2B5EF4-FFF2-40B4-BE49-F238E27FC236}">
                    <a16:creationId xmlns:a16="http://schemas.microsoft.com/office/drawing/2014/main" id="{346466E2-280A-3338-9833-0C288B55E81E}"/>
                  </a:ext>
                </a:extLst>
              </p14:cNvPr>
              <p14:cNvContentPartPr/>
              <p14:nvPr/>
            </p14:nvContentPartPr>
            <p14:xfrm>
              <a:off x="3139210" y="3890930"/>
              <a:ext cx="20160" cy="164880"/>
            </p14:xfrm>
          </p:contentPart>
        </mc:Choice>
        <mc:Fallback xmlns="">
          <p:pic>
            <p:nvPicPr>
              <p:cNvPr id="211" name="Ink 210">
                <a:extLst>
                  <a:ext uri="{FF2B5EF4-FFF2-40B4-BE49-F238E27FC236}">
                    <a16:creationId xmlns:a16="http://schemas.microsoft.com/office/drawing/2014/main" id="{346466E2-280A-3338-9833-0C288B55E81E}"/>
                  </a:ext>
                </a:extLst>
              </p:cNvPr>
              <p:cNvPicPr/>
              <p:nvPr/>
            </p:nvPicPr>
            <p:blipFill>
              <a:blip r:embed="rId57"/>
              <a:stretch>
                <a:fillRect/>
              </a:stretch>
            </p:blipFill>
            <p:spPr>
              <a:xfrm>
                <a:off x="3123730" y="3875416"/>
                <a:ext cx="50760" cy="195547"/>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12" name="Ink 211">
                <a:extLst>
                  <a:ext uri="{FF2B5EF4-FFF2-40B4-BE49-F238E27FC236}">
                    <a16:creationId xmlns:a16="http://schemas.microsoft.com/office/drawing/2014/main" id="{E596CE99-12A0-6A4A-64D8-6AD1F611DC75}"/>
                  </a:ext>
                </a:extLst>
              </p14:cNvPr>
              <p14:cNvContentPartPr/>
              <p14:nvPr/>
            </p14:nvContentPartPr>
            <p14:xfrm>
              <a:off x="3929050" y="3535970"/>
              <a:ext cx="36000" cy="91800"/>
            </p14:xfrm>
          </p:contentPart>
        </mc:Choice>
        <mc:Fallback xmlns="">
          <p:pic>
            <p:nvPicPr>
              <p:cNvPr id="212" name="Ink 211">
                <a:extLst>
                  <a:ext uri="{FF2B5EF4-FFF2-40B4-BE49-F238E27FC236}">
                    <a16:creationId xmlns:a16="http://schemas.microsoft.com/office/drawing/2014/main" id="{E596CE99-12A0-6A4A-64D8-6AD1F611DC75}"/>
                  </a:ext>
                </a:extLst>
              </p:cNvPr>
              <p:cNvPicPr/>
              <p:nvPr/>
            </p:nvPicPr>
            <p:blipFill>
              <a:blip r:embed="rId59"/>
              <a:stretch>
                <a:fillRect/>
              </a:stretch>
            </p:blipFill>
            <p:spPr>
              <a:xfrm>
                <a:off x="3913570" y="3520429"/>
                <a:ext cx="66600" cy="122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6" name="Ink 215">
                <a:extLst>
                  <a:ext uri="{FF2B5EF4-FFF2-40B4-BE49-F238E27FC236}">
                    <a16:creationId xmlns:a16="http://schemas.microsoft.com/office/drawing/2014/main" id="{E7268A3F-7937-2304-B037-0A698BD0071B}"/>
                  </a:ext>
                </a:extLst>
              </p14:cNvPr>
              <p14:cNvContentPartPr/>
              <p14:nvPr/>
            </p14:nvContentPartPr>
            <p14:xfrm>
              <a:off x="3980170" y="3980570"/>
              <a:ext cx="36360" cy="95760"/>
            </p14:xfrm>
          </p:contentPart>
        </mc:Choice>
        <mc:Fallback xmlns="">
          <p:pic>
            <p:nvPicPr>
              <p:cNvPr id="216" name="Ink 215">
                <a:extLst>
                  <a:ext uri="{FF2B5EF4-FFF2-40B4-BE49-F238E27FC236}">
                    <a16:creationId xmlns:a16="http://schemas.microsoft.com/office/drawing/2014/main" id="{E7268A3F-7937-2304-B037-0A698BD0071B}"/>
                  </a:ext>
                </a:extLst>
              </p:cNvPr>
              <p:cNvPicPr/>
              <p:nvPr/>
            </p:nvPicPr>
            <p:blipFill>
              <a:blip r:embed="rId61"/>
              <a:stretch>
                <a:fillRect/>
              </a:stretch>
            </p:blipFill>
            <p:spPr>
              <a:xfrm>
                <a:off x="3964842" y="3965090"/>
                <a:ext cx="666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20" name="Ink 219">
                <a:extLst>
                  <a:ext uri="{FF2B5EF4-FFF2-40B4-BE49-F238E27FC236}">
                    <a16:creationId xmlns:a16="http://schemas.microsoft.com/office/drawing/2014/main" id="{95238DF9-B7F9-2FF5-94E2-FF95308D4F72}"/>
                  </a:ext>
                </a:extLst>
              </p14:cNvPr>
              <p14:cNvContentPartPr/>
              <p14:nvPr/>
            </p14:nvContentPartPr>
            <p14:xfrm>
              <a:off x="4266370" y="3849530"/>
              <a:ext cx="742320" cy="142920"/>
            </p14:xfrm>
          </p:contentPart>
        </mc:Choice>
        <mc:Fallback xmlns="">
          <p:pic>
            <p:nvPicPr>
              <p:cNvPr id="220" name="Ink 219">
                <a:extLst>
                  <a:ext uri="{FF2B5EF4-FFF2-40B4-BE49-F238E27FC236}">
                    <a16:creationId xmlns:a16="http://schemas.microsoft.com/office/drawing/2014/main" id="{95238DF9-B7F9-2FF5-94E2-FF95308D4F72}"/>
                  </a:ext>
                </a:extLst>
              </p:cNvPr>
              <p:cNvPicPr/>
              <p:nvPr/>
            </p:nvPicPr>
            <p:blipFill>
              <a:blip r:embed="rId63"/>
              <a:stretch>
                <a:fillRect/>
              </a:stretch>
            </p:blipFill>
            <p:spPr>
              <a:xfrm>
                <a:off x="4250898" y="3834050"/>
                <a:ext cx="772905"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21" name="Ink 220">
                <a:extLst>
                  <a:ext uri="{FF2B5EF4-FFF2-40B4-BE49-F238E27FC236}">
                    <a16:creationId xmlns:a16="http://schemas.microsoft.com/office/drawing/2014/main" id="{19CA3FFE-1686-0AAA-A1AC-CFEA12D3DA7B}"/>
                  </a:ext>
                </a:extLst>
              </p14:cNvPr>
              <p14:cNvContentPartPr/>
              <p14:nvPr/>
            </p14:nvContentPartPr>
            <p14:xfrm>
              <a:off x="4317850" y="3412850"/>
              <a:ext cx="682560" cy="139320"/>
            </p14:xfrm>
          </p:contentPart>
        </mc:Choice>
        <mc:Fallback xmlns="">
          <p:pic>
            <p:nvPicPr>
              <p:cNvPr id="221" name="Ink 220">
                <a:extLst>
                  <a:ext uri="{FF2B5EF4-FFF2-40B4-BE49-F238E27FC236}">
                    <a16:creationId xmlns:a16="http://schemas.microsoft.com/office/drawing/2014/main" id="{19CA3FFE-1686-0AAA-A1AC-CFEA12D3DA7B}"/>
                  </a:ext>
                </a:extLst>
              </p:cNvPr>
              <p:cNvPicPr/>
              <p:nvPr/>
            </p:nvPicPr>
            <p:blipFill>
              <a:blip r:embed="rId65"/>
              <a:stretch>
                <a:fillRect/>
              </a:stretch>
            </p:blipFill>
            <p:spPr>
              <a:xfrm>
                <a:off x="4302370" y="3397370"/>
                <a:ext cx="7131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34" name="Ink 233">
                <a:extLst>
                  <a:ext uri="{FF2B5EF4-FFF2-40B4-BE49-F238E27FC236}">
                    <a16:creationId xmlns:a16="http://schemas.microsoft.com/office/drawing/2014/main" id="{39984539-A2E7-3563-1857-11DA86860457}"/>
                  </a:ext>
                </a:extLst>
              </p14:cNvPr>
              <p14:cNvContentPartPr/>
              <p14:nvPr/>
            </p14:nvContentPartPr>
            <p14:xfrm>
              <a:off x="6185170" y="2829650"/>
              <a:ext cx="2153520" cy="524160"/>
            </p14:xfrm>
          </p:contentPart>
        </mc:Choice>
        <mc:Fallback xmlns="">
          <p:pic>
            <p:nvPicPr>
              <p:cNvPr id="234" name="Ink 233">
                <a:extLst>
                  <a:ext uri="{FF2B5EF4-FFF2-40B4-BE49-F238E27FC236}">
                    <a16:creationId xmlns:a16="http://schemas.microsoft.com/office/drawing/2014/main" id="{39984539-A2E7-3563-1857-11DA86860457}"/>
                  </a:ext>
                </a:extLst>
              </p:cNvPr>
              <p:cNvPicPr/>
              <p:nvPr/>
            </p:nvPicPr>
            <p:blipFill>
              <a:blip r:embed="rId67"/>
              <a:stretch>
                <a:fillRect/>
              </a:stretch>
            </p:blipFill>
            <p:spPr>
              <a:xfrm>
                <a:off x="6169687" y="2814170"/>
                <a:ext cx="2184125" cy="554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67" name="Ink 266">
                <a:extLst>
                  <a:ext uri="{FF2B5EF4-FFF2-40B4-BE49-F238E27FC236}">
                    <a16:creationId xmlns:a16="http://schemas.microsoft.com/office/drawing/2014/main" id="{671539C5-C1C0-A6D5-64D0-98A624EEBC28}"/>
                  </a:ext>
                </a:extLst>
              </p14:cNvPr>
              <p14:cNvContentPartPr/>
              <p14:nvPr/>
            </p14:nvContentPartPr>
            <p14:xfrm>
              <a:off x="6679090" y="2917130"/>
              <a:ext cx="2163240" cy="849600"/>
            </p14:xfrm>
          </p:contentPart>
        </mc:Choice>
        <mc:Fallback xmlns="">
          <p:pic>
            <p:nvPicPr>
              <p:cNvPr id="267" name="Ink 266">
                <a:extLst>
                  <a:ext uri="{FF2B5EF4-FFF2-40B4-BE49-F238E27FC236}">
                    <a16:creationId xmlns:a16="http://schemas.microsoft.com/office/drawing/2014/main" id="{671539C5-C1C0-A6D5-64D0-98A624EEBC28}"/>
                  </a:ext>
                </a:extLst>
              </p:cNvPr>
              <p:cNvPicPr/>
              <p:nvPr/>
            </p:nvPicPr>
            <p:blipFill>
              <a:blip r:embed="rId69"/>
              <a:stretch>
                <a:fillRect/>
              </a:stretch>
            </p:blipFill>
            <p:spPr>
              <a:xfrm>
                <a:off x="6663610" y="2901643"/>
                <a:ext cx="2193840" cy="880213"/>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89" name="Ink 288">
                <a:extLst>
                  <a:ext uri="{FF2B5EF4-FFF2-40B4-BE49-F238E27FC236}">
                    <a16:creationId xmlns:a16="http://schemas.microsoft.com/office/drawing/2014/main" id="{D685F0D6-24CA-4322-1B96-B3B56CE011DC}"/>
                  </a:ext>
                </a:extLst>
              </p14:cNvPr>
              <p14:cNvContentPartPr/>
              <p14:nvPr/>
            </p14:nvContentPartPr>
            <p14:xfrm>
              <a:off x="6635890" y="3635330"/>
              <a:ext cx="2246400" cy="627120"/>
            </p14:xfrm>
          </p:contentPart>
        </mc:Choice>
        <mc:Fallback xmlns="">
          <p:pic>
            <p:nvPicPr>
              <p:cNvPr id="289" name="Ink 288">
                <a:extLst>
                  <a:ext uri="{FF2B5EF4-FFF2-40B4-BE49-F238E27FC236}">
                    <a16:creationId xmlns:a16="http://schemas.microsoft.com/office/drawing/2014/main" id="{D685F0D6-24CA-4322-1B96-B3B56CE011DC}"/>
                  </a:ext>
                </a:extLst>
              </p:cNvPr>
              <p:cNvPicPr/>
              <p:nvPr/>
            </p:nvPicPr>
            <p:blipFill>
              <a:blip r:embed="rId71"/>
              <a:stretch>
                <a:fillRect/>
              </a:stretch>
            </p:blipFill>
            <p:spPr>
              <a:xfrm>
                <a:off x="6620408" y="3619859"/>
                <a:ext cx="2277005" cy="657702"/>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4" name="Ink 23">
                <a:extLst>
                  <a:ext uri="{FF2B5EF4-FFF2-40B4-BE49-F238E27FC236}">
                    <a16:creationId xmlns:a16="http://schemas.microsoft.com/office/drawing/2014/main" id="{716F7A14-524D-3A25-738D-3714013FA5EE}"/>
                  </a:ext>
                </a:extLst>
              </p14:cNvPr>
              <p14:cNvContentPartPr/>
              <p14:nvPr/>
            </p14:nvContentPartPr>
            <p14:xfrm>
              <a:off x="4083490" y="2870847"/>
              <a:ext cx="659160" cy="357120"/>
            </p14:xfrm>
          </p:contentPart>
        </mc:Choice>
        <mc:Fallback xmlns="">
          <p:pic>
            <p:nvPicPr>
              <p:cNvPr id="24" name="Ink 23">
                <a:extLst>
                  <a:ext uri="{FF2B5EF4-FFF2-40B4-BE49-F238E27FC236}">
                    <a16:creationId xmlns:a16="http://schemas.microsoft.com/office/drawing/2014/main" id="{716F7A14-524D-3A25-738D-3714013FA5EE}"/>
                  </a:ext>
                </a:extLst>
              </p:cNvPr>
              <p:cNvPicPr/>
              <p:nvPr/>
            </p:nvPicPr>
            <p:blipFill>
              <a:blip r:embed="rId73"/>
              <a:stretch>
                <a:fillRect/>
              </a:stretch>
            </p:blipFill>
            <p:spPr>
              <a:xfrm>
                <a:off x="4068010" y="2855367"/>
                <a:ext cx="68976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5" name="Ink 24">
                <a:extLst>
                  <a:ext uri="{FF2B5EF4-FFF2-40B4-BE49-F238E27FC236}">
                    <a16:creationId xmlns:a16="http://schemas.microsoft.com/office/drawing/2014/main" id="{FE342393-FE34-3A95-F4B2-D247610E3AB2}"/>
                  </a:ext>
                </a:extLst>
              </p14:cNvPr>
              <p14:cNvContentPartPr/>
              <p14:nvPr/>
            </p14:nvContentPartPr>
            <p14:xfrm>
              <a:off x="3270250" y="2889207"/>
              <a:ext cx="591480" cy="285840"/>
            </p14:xfrm>
          </p:contentPart>
        </mc:Choice>
        <mc:Fallback xmlns="">
          <p:pic>
            <p:nvPicPr>
              <p:cNvPr id="25" name="Ink 24">
                <a:extLst>
                  <a:ext uri="{FF2B5EF4-FFF2-40B4-BE49-F238E27FC236}">
                    <a16:creationId xmlns:a16="http://schemas.microsoft.com/office/drawing/2014/main" id="{FE342393-FE34-3A95-F4B2-D247610E3AB2}"/>
                  </a:ext>
                </a:extLst>
              </p:cNvPr>
              <p:cNvPicPr/>
              <p:nvPr/>
            </p:nvPicPr>
            <p:blipFill>
              <a:blip r:embed="rId75"/>
              <a:stretch>
                <a:fillRect/>
              </a:stretch>
            </p:blipFill>
            <p:spPr>
              <a:xfrm>
                <a:off x="3254779" y="2873746"/>
                <a:ext cx="622061" cy="316402"/>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6" name="Ink 25">
                <a:extLst>
                  <a:ext uri="{FF2B5EF4-FFF2-40B4-BE49-F238E27FC236}">
                    <a16:creationId xmlns:a16="http://schemas.microsoft.com/office/drawing/2014/main" id="{E7F113B7-FCB4-8206-D424-DC66365D256E}"/>
                  </a:ext>
                </a:extLst>
              </p14:cNvPr>
              <p14:cNvContentPartPr/>
              <p14:nvPr/>
            </p14:nvContentPartPr>
            <p14:xfrm>
              <a:off x="5901490" y="2877327"/>
              <a:ext cx="174600" cy="369000"/>
            </p14:xfrm>
          </p:contentPart>
        </mc:Choice>
        <mc:Fallback xmlns="">
          <p:pic>
            <p:nvPicPr>
              <p:cNvPr id="26" name="Ink 25">
                <a:extLst>
                  <a:ext uri="{FF2B5EF4-FFF2-40B4-BE49-F238E27FC236}">
                    <a16:creationId xmlns:a16="http://schemas.microsoft.com/office/drawing/2014/main" id="{E7F113B7-FCB4-8206-D424-DC66365D256E}"/>
                  </a:ext>
                </a:extLst>
              </p:cNvPr>
              <p:cNvPicPr/>
              <p:nvPr/>
            </p:nvPicPr>
            <p:blipFill>
              <a:blip r:embed="rId77"/>
              <a:stretch>
                <a:fillRect/>
              </a:stretch>
            </p:blipFill>
            <p:spPr>
              <a:xfrm>
                <a:off x="5886010" y="2861847"/>
                <a:ext cx="205200" cy="399600"/>
              </a:xfrm>
              <a:prstGeom prst="rect">
                <a:avLst/>
              </a:prstGeom>
            </p:spPr>
          </p:pic>
        </mc:Fallback>
      </mc:AlternateContent>
    </p:spTree>
    <p:extLst>
      <p:ext uri="{BB962C8B-B14F-4D97-AF65-F5344CB8AC3E}">
        <p14:creationId xmlns:p14="http://schemas.microsoft.com/office/powerpoint/2010/main" val="326067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E6BAE17-C06E-4148-DFDA-EA3E20DF9E15}"/>
                  </a:ext>
                </a:extLst>
              </p:cNvPr>
              <p:cNvSpPr>
                <a:spLocks noGrp="1"/>
              </p:cNvSpPr>
              <p:nvPr>
                <p:ph idx="26"/>
              </p:nvPr>
            </p:nvSpPr>
            <p:spPr/>
            <p:txBody>
              <a:bodyPr/>
              <a:lstStyle/>
              <a:p>
                <a:r>
                  <a:rPr lang="en-US"/>
                  <a:t>Thus, for one weight, it turns out that: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d>
                                <m:dPr>
                                  <m:ctrlPr>
                                    <a:rPr lang="en-US" b="0" i="1" smtClean="0">
                                      <a:latin typeface="Cambria Math" panose="02040503050406030204" pitchFamily="18" charset="0"/>
                                    </a:rPr>
                                  </m:ctrlPr>
                                </m:dPr>
                                <m:e>
                                  <m:r>
                                    <a:rPr lang="en-US" b="0" i="1" smtClean="0">
                                      <a:latin typeface="Cambria Math" panose="02040503050406030204" pitchFamily="18" charset="0"/>
                                    </a:rPr>
                                    <m:t>3</m:t>
                                  </m:r>
                                </m:e>
                              </m:d>
                            </m:sup>
                          </m:sSubSup>
                        </m:e>
                        <m:sub>
                          <m:r>
                            <a:rPr lang="en-US" b="0" i="1" smtClean="0">
                              <a:latin typeface="Cambria Math" panose="02040503050406030204" pitchFamily="18" charset="0"/>
                            </a:rPr>
                            <m:t>𝑁𝑒𝑤</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𝛼</m:t>
                      </m:r>
                      <m:d>
                        <m:dPr>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𝑦</m:t>
                                  </m:r>
                                </m:e>
                              </m:acc>
                            </m:e>
                            <m:sub>
                              <m:r>
                                <a:rPr lang="en-US" b="0" i="1" dirty="0" smtClean="0">
                                  <a:solidFill>
                                    <a:srgbClr val="FF0000"/>
                                  </a:solidFill>
                                  <a:latin typeface="Cambria Math" panose="02040503050406030204" pitchFamily="18" charset="0"/>
                                </a:rPr>
                                <m:t>1</m:t>
                              </m:r>
                            </m:sub>
                          </m:sSub>
                          <m:r>
                            <a:rPr lang="en-US" b="0" i="1" dirty="0" smtClean="0">
                              <a:solidFill>
                                <a:srgbClr val="FF0000"/>
                              </a:solidFill>
                              <a:latin typeface="Cambria Math" panose="02040503050406030204" pitchFamily="18" charset="0"/>
                            </a:rPr>
                            <m:t> −</m:t>
                          </m:r>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1</m:t>
                              </m:r>
                            </m:sub>
                          </m:sSub>
                        </m:e>
                      </m:d>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ℎ</m:t>
                          </m:r>
                        </m:e>
                        <m:sub>
                          <m:r>
                            <a:rPr lang="en-US" b="0" i="1" smtClean="0">
                              <a:solidFill>
                                <a:srgbClr val="FF0000"/>
                              </a:solidFill>
                              <a:latin typeface="Cambria Math" panose="02040503050406030204" pitchFamily="18" charset="0"/>
                            </a:rPr>
                            <m:t>3</m:t>
                          </m:r>
                        </m:sub>
                        <m:sup>
                          <m:r>
                            <a:rPr lang="en-US" b="0" i="1" smtClean="0">
                              <a:solidFill>
                                <a:srgbClr val="FF0000"/>
                              </a:solidFill>
                              <a:latin typeface="Cambria Math" panose="02040503050406030204" pitchFamily="18" charset="0"/>
                            </a:rPr>
                            <m:t>′</m:t>
                          </m:r>
                        </m:sup>
                      </m:sSubSup>
                      <m:d>
                        <m:dPr>
                          <m:ctrlPr>
                            <a:rPr lang="en-US" b="0" i="1" smtClean="0">
                              <a:solidFill>
                                <a:srgbClr val="FF0000"/>
                              </a:solidFill>
                              <a:latin typeface="Cambria Math" panose="02040503050406030204" pitchFamily="18" charset="0"/>
                            </a:rPr>
                          </m:ctrlPr>
                        </m:dPr>
                        <m:e>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1</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3</m:t>
                                  </m:r>
                                </m:e>
                              </m:d>
                            </m:sup>
                          </m:sSubSup>
                        </m:e>
                      </m:d>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(2)</m:t>
                          </m:r>
                        </m:sup>
                      </m:sSubSup>
                    </m:oMath>
                  </m:oMathPara>
                </a14:m>
                <a:endParaRPr lang="en-US"/>
              </a:p>
              <a:p>
                <a:r>
                  <a:rPr lang="en-US"/>
                  <a:t>The terms in red represent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num>
                      <m:den>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(3)</m:t>
                            </m:r>
                          </m:sup>
                        </m:sSubSup>
                      </m:den>
                    </m:f>
                  </m:oMath>
                </a14:m>
                <a:endParaRPr lang="en-US"/>
              </a:p>
              <a:p>
                <a:pPr marL="0" indent="0">
                  <a:buNone/>
                </a:pPr>
                <a:r>
                  <a:rPr lang="en-US"/>
                  <a:t>Turns out, one can use the chain rule to help with this derivative:</a:t>
                </a:r>
              </a:p>
              <a:p>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r>
                              <a:rPr lang="en-US" b="0" i="1" smtClean="0">
                                <a:latin typeface="Cambria Math" panose="02040503050406030204" pitchFamily="18" charset="0"/>
                              </a:rPr>
                              <m:t>(3)</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𝐿</m:t>
                        </m:r>
                      </m:num>
                      <m:den>
                        <m:r>
                          <a:rPr lang="en-US"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3</m:t>
                            </m:r>
                          </m:sub>
                        </m:sSub>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i="1">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num>
                      <m:den>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(3)</m:t>
                            </m:r>
                          </m:sup>
                        </m:sSubSup>
                      </m:den>
                    </m:f>
                  </m:oMath>
                </a14:m>
                <a:r>
                  <a:rPr lang="en-US"/>
                  <a:t> </a:t>
                </a:r>
              </a:p>
              <a:p>
                <a:pPr marL="0" indent="0">
                  <a:buNone/>
                </a:pPr>
                <a:endParaRPr lang="en-US"/>
              </a:p>
              <a:p>
                <a:pPr marL="0" indent="0">
                  <a:buNone/>
                </a:pPr>
                <a:r>
                  <a:rPr lang="en-US"/>
                  <a:t>(and noting that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3</m:t>
                        </m:r>
                      </m:sub>
                    </m:sSub>
                  </m:oMath>
                </a14:m>
                <a:r>
                  <a:rPr lang="en-US"/>
                  <a:t> so there is no need for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dirty="0" smtClean="0">
                                <a:latin typeface="Cambria Math" panose="02040503050406030204" pitchFamily="18" charset="0"/>
                              </a:rPr>
                              <m:t>1</m:t>
                            </m:r>
                          </m:sub>
                        </m:sSub>
                      </m:num>
                      <m:den>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ℎ</m:t>
                            </m:r>
                          </m:e>
                          <m:sub>
                            <m:r>
                              <a:rPr lang="en-US" b="0" i="1" dirty="0" smtClean="0">
                                <a:latin typeface="Cambria Math" panose="02040503050406030204" pitchFamily="18" charset="0"/>
                              </a:rPr>
                              <m:t>3</m:t>
                            </m:r>
                          </m:sub>
                        </m:sSub>
                      </m:den>
                    </m:f>
                  </m:oMath>
                </a14:m>
                <a:r>
                  <a:rPr lang="en-US"/>
                  <a:t>)</a:t>
                </a:r>
              </a:p>
            </p:txBody>
          </p:sp>
        </mc:Choice>
        <mc:Fallback xmlns="">
          <p:sp>
            <p:nvSpPr>
              <p:cNvPr id="2" name="Content Placeholder 1">
                <a:extLst>
                  <a:ext uri="{FF2B5EF4-FFF2-40B4-BE49-F238E27FC236}">
                    <a16:creationId xmlns:a16="http://schemas.microsoft.com/office/drawing/2014/main" id="{AE6BAE17-C06E-4148-DFDA-EA3E20DF9E15}"/>
                  </a:ext>
                </a:extLst>
              </p:cNvPr>
              <p:cNvSpPr>
                <a:spLocks noGrp="1" noRot="1" noChangeAspect="1" noMove="1" noResize="1" noEditPoints="1" noAdjustHandles="1" noChangeArrowheads="1" noChangeShapeType="1" noTextEdit="1"/>
              </p:cNvSpPr>
              <p:nvPr>
                <p:ph idx="26"/>
              </p:nvPr>
            </p:nvSpPr>
            <p:spPr>
              <a:blipFill>
                <a:blip r:embed="rId2"/>
                <a:stretch>
                  <a:fillRect l="-762" t="-104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308D32F-C929-F313-FC6C-438EE1A85BF3}"/>
              </a:ext>
            </a:extLst>
          </p:cNvPr>
          <p:cNvSpPr>
            <a:spLocks noGrp="1"/>
          </p:cNvSpPr>
          <p:nvPr>
            <p:ph type="title"/>
          </p:nvPr>
        </p:nvSpPr>
        <p:spPr/>
        <p:txBody>
          <a:bodyPr/>
          <a:lstStyle/>
          <a:p>
            <a:r>
              <a:rPr lang="en-US"/>
              <a:t>Updating one weight</a:t>
            </a:r>
          </a:p>
        </p:txBody>
      </p:sp>
    </p:spTree>
    <p:extLst>
      <p:ext uri="{BB962C8B-B14F-4D97-AF65-F5344CB8AC3E}">
        <p14:creationId xmlns:p14="http://schemas.microsoft.com/office/powerpoint/2010/main" val="183061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BF6E3AF-D7DA-57DC-00CA-5305793C9867}"/>
                  </a:ext>
                </a:extLst>
              </p:cNvPr>
              <p:cNvSpPr>
                <a:spLocks noGrp="1"/>
              </p:cNvSpPr>
              <p:nvPr>
                <p:ph idx="26"/>
              </p:nvPr>
            </p:nvSpPr>
            <p:spPr/>
            <p:txBody>
              <a:bodyPr/>
              <a:lstStyle/>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i="1">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(2)</m:t>
                        </m:r>
                      </m:sup>
                    </m:sSubSup>
                  </m:oMath>
                </a14:m>
                <a:endParaRPr lang="en-US" i="1">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2</m:t>
                        </m:r>
                      </m:sub>
                      <m:sup>
                        <m:r>
                          <a:rPr lang="en-US" i="1">
                            <a:solidFill>
                              <a:srgbClr val="FF0000"/>
                            </a:solidFill>
                            <a:latin typeface="Cambria Math" panose="02040503050406030204" pitchFamily="18" charset="0"/>
                          </a:rPr>
                          <m:t>(2)</m:t>
                        </m:r>
                      </m:sup>
                    </m:sSubSup>
                  </m:oMath>
                </a14:m>
                <a:endParaRPr lang="en-US"/>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i="1" dirty="0">
                                <a:solidFill>
                                  <a:srgbClr val="FF0000"/>
                                </a:solidFill>
                                <a:latin typeface="Cambria Math" panose="02040503050406030204" pitchFamily="18" charset="0"/>
                              </a:rPr>
                              <m:t>1</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i="1" dirty="0">
                                <a:solidFill>
                                  <a:srgbClr val="FF0000"/>
                                </a:solidFill>
                                <a:latin typeface="Cambria Math" panose="02040503050406030204" pitchFamily="18" charset="0"/>
                              </a:rPr>
                              <m:t>1</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i="1">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3</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r>
                              <a:rPr lang="en-US" b="0" i="1" smtClean="0">
                                <a:latin typeface="Cambria Math" panose="02040503050406030204" pitchFamily="18" charset="0"/>
                              </a:rPr>
                              <m:t>1</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1</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m:t>
                            </m:r>
                            <m:r>
                              <a:rPr lang="en-US" i="1">
                                <a:latin typeface="Cambria Math" panose="02040503050406030204" pitchFamily="18" charset="0"/>
                              </a:rPr>
                              <m:t>2</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i="1">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2</m:t>
                            </m:r>
                          </m:e>
                        </m:d>
                      </m:sup>
                    </m:sSubSup>
                  </m:oMath>
                </a14:m>
                <a:endParaRPr lang="en-US">
                  <a:solidFill>
                    <a:srgbClr val="FF0000"/>
                  </a:solidFill>
                </a:endParaRPr>
              </a:p>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𝑁𝑒𝑤</m:t>
                        </m:r>
                      </m:sub>
                    </m:sSub>
                    <m:r>
                      <a:rPr lang="en-US" i="1">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r>
                              <a:rPr lang="en-US" b="0" i="1" smtClean="0">
                                <a:latin typeface="Cambria Math" panose="02040503050406030204" pitchFamily="18" charset="0"/>
                              </a:rPr>
                              <m:t>3</m:t>
                            </m:r>
                          </m:sub>
                          <m:sup>
                            <m:d>
                              <m:dPr>
                                <m:ctrlPr>
                                  <a:rPr lang="en-US" i="1">
                                    <a:latin typeface="Cambria Math" panose="02040503050406030204" pitchFamily="18" charset="0"/>
                                  </a:rPr>
                                </m:ctrlPr>
                              </m:dPr>
                              <m:e>
                                <m:r>
                                  <a:rPr lang="en-US" i="1">
                                    <a:latin typeface="Cambria Math" panose="02040503050406030204" pitchFamily="18" charset="0"/>
                                  </a:rPr>
                                  <m:t>3</m:t>
                                </m:r>
                              </m:e>
                            </m:d>
                          </m:sup>
                        </m:sSubSup>
                      </m:e>
                      <m:sub>
                        <m:r>
                          <a:rPr lang="en-US" i="1">
                            <a:latin typeface="Cambria Math" panose="02040503050406030204" pitchFamily="18" charset="0"/>
                          </a:rPr>
                          <m:t>𝑂𝑙𝑑</m:t>
                        </m:r>
                      </m:sub>
                    </m:sSub>
                    <m:r>
                      <a:rPr lang="en-US" i="1">
                        <a:latin typeface="Cambria Math" panose="02040503050406030204" pitchFamily="18" charset="0"/>
                      </a:rPr>
                      <m:t>−</m:t>
                    </m:r>
                    <m:r>
                      <a:rPr lang="en-US" i="1">
                        <a:solidFill>
                          <a:srgbClr val="FF0000"/>
                        </a:solidFill>
                        <a:latin typeface="Cambria Math" panose="02040503050406030204" pitchFamily="18" charset="0"/>
                      </a:rPr>
                      <m:t>2</m:t>
                    </m:r>
                    <m:r>
                      <a:rPr lang="en-US" i="1">
                        <a:latin typeface="Cambria Math" panose="02040503050406030204" pitchFamily="18" charset="0"/>
                      </a:rPr>
                      <m:t>𝛼</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𝑦</m:t>
                                </m:r>
                              </m:e>
                            </m:acc>
                          </m:e>
                          <m:sub>
                            <m:r>
                              <a:rPr lang="en-US" b="0" i="1" smtClean="0">
                                <a:solidFill>
                                  <a:srgbClr val="FF0000"/>
                                </a:solidFill>
                                <a:latin typeface="Cambria Math" panose="02040503050406030204" pitchFamily="18" charset="0"/>
                              </a:rPr>
                              <m:t>2</m:t>
                            </m:r>
                          </m:sub>
                        </m:sSub>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𝑦</m:t>
                            </m:r>
                          </m:e>
                          <m:sub>
                            <m:r>
                              <a:rPr lang="en-US" b="0" i="1" dirty="0" smtClean="0">
                                <a:solidFill>
                                  <a:srgbClr val="FF0000"/>
                                </a:solidFill>
                                <a:latin typeface="Cambria Math" panose="02040503050406030204" pitchFamily="18" charset="0"/>
                              </a:rPr>
                              <m:t>2</m:t>
                            </m:r>
                          </m:sub>
                        </m:sSub>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ℎ</m:t>
                        </m:r>
                      </m:e>
                      <m:sub>
                        <m:r>
                          <a:rPr lang="en-US" i="1">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m:t>
                        </m:r>
                      </m:sup>
                    </m:sSubSup>
                    <m:d>
                      <m:dPr>
                        <m:ctrlPr>
                          <a:rPr lang="en-US" i="1">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𝑧</m:t>
                            </m:r>
                          </m:e>
                          <m:sub>
                            <m:r>
                              <a:rPr lang="en-US" b="0" i="1" smtClean="0">
                                <a:solidFill>
                                  <a:srgbClr val="FF0000"/>
                                </a:solidFill>
                                <a:latin typeface="Cambria Math" panose="02040503050406030204" pitchFamily="18" charset="0"/>
                              </a:rPr>
                              <m:t>2</m:t>
                            </m:r>
                          </m:sub>
                          <m:sup>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3</m:t>
                                </m:r>
                              </m:e>
                            </m:d>
                          </m:sup>
                        </m:sSubSup>
                      </m:e>
                    </m:d>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𝑞</m:t>
                        </m:r>
                      </m:e>
                      <m:sub>
                        <m:r>
                          <a:rPr lang="en-US" b="0" i="1" smtClean="0">
                            <a:solidFill>
                              <a:srgbClr val="FF0000"/>
                            </a:solidFill>
                            <a:latin typeface="Cambria Math" panose="02040503050406030204" pitchFamily="18" charset="0"/>
                          </a:rPr>
                          <m:t>3</m:t>
                        </m:r>
                      </m:sub>
                      <m:sup>
                        <m:r>
                          <a:rPr lang="en-US" i="1">
                            <a:solidFill>
                              <a:srgbClr val="FF0000"/>
                            </a:solidFill>
                            <a:latin typeface="Cambria Math" panose="02040503050406030204" pitchFamily="18" charset="0"/>
                          </a:rPr>
                          <m:t>(2)</m:t>
                        </m:r>
                      </m:sup>
                    </m:sSubSup>
                  </m:oMath>
                </a14:m>
                <a:endParaRPr lang="en-US"/>
              </a:p>
            </p:txBody>
          </p:sp>
        </mc:Choice>
        <mc:Fallback xmlns="">
          <p:sp>
            <p:nvSpPr>
              <p:cNvPr id="2" name="Content Placeholder 1">
                <a:extLst>
                  <a:ext uri="{FF2B5EF4-FFF2-40B4-BE49-F238E27FC236}">
                    <a16:creationId xmlns:a16="http://schemas.microsoft.com/office/drawing/2014/main" id="{FBF6E3AF-D7DA-57DC-00CA-5305793C9867}"/>
                  </a:ext>
                </a:extLst>
              </p:cNvPr>
              <p:cNvSpPr>
                <a:spLocks noGrp="1" noRot="1" noChangeAspect="1" noMove="1" noResize="1" noEditPoints="1" noAdjustHandles="1" noChangeArrowheads="1" noChangeShapeType="1" noTextEdit="1"/>
              </p:cNvSpPr>
              <p:nvPr>
                <p:ph idx="26"/>
              </p:nvPr>
            </p:nvSpPr>
            <p:spPr>
              <a:blipFill>
                <a:blip r:embed="rId2"/>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3A8FC1B-0A36-A9A5-AD42-A0F352D7892C}"/>
              </a:ext>
            </a:extLst>
          </p:cNvPr>
          <p:cNvSpPr>
            <a:spLocks noGrp="1"/>
          </p:cNvSpPr>
          <p:nvPr>
            <p:ph type="title"/>
          </p:nvPr>
        </p:nvSpPr>
        <p:spPr/>
        <p:txBody>
          <a:bodyPr/>
          <a:lstStyle/>
          <a:p>
            <a:r>
              <a:rPr lang="en-US"/>
              <a:t>Updating other weights in the output layer</a:t>
            </a:r>
          </a:p>
        </p:txBody>
      </p:sp>
    </p:spTree>
    <p:extLst>
      <p:ext uri="{BB962C8B-B14F-4D97-AF65-F5344CB8AC3E}">
        <p14:creationId xmlns:p14="http://schemas.microsoft.com/office/powerpoint/2010/main" val="3865680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707F376-B649-EC1D-3062-13BA80BEE3FC}"/>
                  </a:ext>
                </a:extLst>
              </p:cNvPr>
              <p:cNvSpPr>
                <a:spLocks noGrp="1"/>
              </p:cNvSpPr>
              <p:nvPr>
                <p:ph idx="26"/>
              </p:nvPr>
            </p:nvSpPr>
            <p:spPr/>
            <p:txBody>
              <a:bodyPr/>
              <a:lstStyle/>
              <a:p>
                <a:pPr marL="0" indent="0">
                  <a:buNone/>
                </a:pPr>
                <a14:m>
                  <m:oMathPara xmlns:m="http://schemas.openxmlformats.org/officeDocument/2006/math">
                    <m:oMath>
                      <m:d>
                        <m:dPr>
                          <m:begChr m:val="["/>
                          <m:endChr m:val="]"/>
                          <m:ctrlPr>
                            <a:rPr lang="en-US" sz="1400" i="1" smtClean="0">
                              <a:latin typeface="Cambria Math" panose="02040503050406030204" pitchFamily="18" charset="0"/>
                            </a:rPr>
                          </m:ctrlPr>
                        </m:dPr>
                        <m:e>
                          <m:m>
                            <m:mPr>
                              <m:mcs>
                                <m:mc>
                                  <m:mcPr>
                                    <m:count m:val="3"/>
                                    <m:mcJc m:val="center"/>
                                  </m:mcPr>
                                </m:mc>
                              </m:mcs>
                              <m:ctrlPr>
                                <a:rPr lang="en-US" sz="1400" i="1" smtClean="0">
                                  <a:latin typeface="Cambria Math" panose="02040503050406030204" pitchFamily="18" charset="0"/>
                                </a:rPr>
                              </m:ctrlPr>
                            </m:mP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m:t>
                                        </m:r>
                                        <m:r>
                                          <a:rPr lang="en-US" sz="1400" b="0" i="1" smtClean="0">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m:t>
                                        </m:r>
                                        <m:r>
                                          <a:rPr lang="en-US" sz="1400" b="0" i="1" smtClean="0">
                                            <a:latin typeface="Cambria Math" panose="02040503050406030204" pitchFamily="18" charset="0"/>
                                          </a:rPr>
                                          <m:t>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m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m:t>
                                        </m:r>
                                        <m:r>
                                          <a:rPr lang="en-US" sz="1400" i="1">
                                            <a:latin typeface="Cambria Math" panose="02040503050406030204" pitchFamily="18" charset="0"/>
                                          </a:rPr>
                                          <m:t>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b="0" i="1" smtClean="0">
                                            <a:latin typeface="Cambria Math" panose="02040503050406030204" pitchFamily="18" charset="0"/>
                                          </a:rPr>
                                          <m:t>23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𝑁𝑒𝑤</m:t>
                                    </m:r>
                                  </m:sub>
                                </m:sSub>
                              </m:e>
                            </m:mr>
                          </m:m>
                        </m:e>
                      </m:d>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m>
                            <m:mPr>
                              <m:mcs>
                                <m:mc>
                                  <m:mcPr>
                                    <m:count m:val="3"/>
                                    <m:mcJc m:val="center"/>
                                  </m:mcPr>
                                </m:mc>
                              </m:mcs>
                              <m:ctrlPr>
                                <a:rPr lang="en-US" sz="1400" i="1">
                                  <a:latin typeface="Cambria Math" panose="02040503050406030204" pitchFamily="18" charset="0"/>
                                </a:rPr>
                              </m:ctrlPr>
                            </m:mP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13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mr>
                            <m:m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𝑤</m:t>
                                        </m:r>
                                      </m:e>
                                      <m:sub>
                                        <m:r>
                                          <a:rPr lang="en-US" sz="1400" i="1">
                                            <a:latin typeface="Cambria Math" panose="02040503050406030204" pitchFamily="18" charset="0"/>
                                          </a:rPr>
                                          <m:t>23</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𝑂𝑙𝑑</m:t>
                                    </m:r>
                                  </m:sub>
                                </m:sSub>
                              </m:e>
                            </m:mr>
                          </m:m>
                        </m:e>
                      </m:d>
                      <m:r>
                        <a:rPr lang="en-US" sz="1400" b="0" i="1" smtClean="0">
                          <a:latin typeface="Cambria Math" panose="02040503050406030204" pitchFamily="18" charset="0"/>
                        </a:rPr>
                        <m:t>−</m:t>
                      </m:r>
                      <m:r>
                        <a:rPr lang="en-US" sz="1400" b="0" i="1" smtClean="0">
                          <a:solidFill>
                            <a:srgbClr val="FF0000"/>
                          </a:solidFill>
                          <a:latin typeface="Cambria Math" panose="02040503050406030204" pitchFamily="18" charset="0"/>
                        </a:rPr>
                        <m:t>2</m:t>
                      </m:r>
                      <m:r>
                        <a:rPr lang="en-US" sz="1400" b="0" i="1" smtClean="0">
                          <a:latin typeface="Cambria Math" panose="02040503050406030204" pitchFamily="18" charset="0"/>
                        </a:rPr>
                        <m:t>𝛼</m:t>
                      </m:r>
                      <m:d>
                        <m:dPr>
                          <m:begChr m:val="["/>
                          <m:endChr m:val="]"/>
                          <m:ctrlPr>
                            <a:rPr lang="en-US" sz="1400" b="0" i="1" smtClean="0">
                              <a:solidFill>
                                <a:srgbClr val="FF0000"/>
                              </a:solidFill>
                              <a:latin typeface="Cambria Math" panose="02040503050406030204" pitchFamily="18" charset="0"/>
                            </a:rPr>
                          </m:ctrlPr>
                        </m:dPr>
                        <m:e>
                          <m:m>
                            <m:mPr>
                              <m:mcs>
                                <m:mc>
                                  <m:mcPr>
                                    <m:count m:val="1"/>
                                    <m:mcJc m:val="center"/>
                                  </m:mcPr>
                                </m:mc>
                              </m:mcs>
                              <m:ctrlPr>
                                <a:rPr lang="en-US" sz="1400" b="0" i="1" smtClean="0">
                                  <a:solidFill>
                                    <a:srgbClr val="FF0000"/>
                                  </a:solidFill>
                                  <a:latin typeface="Cambria Math" panose="02040503050406030204" pitchFamily="18" charset="0"/>
                                </a:rPr>
                              </m:ctrlPr>
                            </m:mPr>
                            <m:mr>
                              <m:e>
                                <m:d>
                                  <m:dPr>
                                    <m:ctrlPr>
                                      <a:rPr lang="en-US" sz="1400" b="0" i="1" smtClean="0">
                                        <a:solidFill>
                                          <a:srgbClr val="FF0000"/>
                                        </a:solidFill>
                                        <a:latin typeface="Cambria Math" panose="02040503050406030204" pitchFamily="18" charset="0"/>
                                      </a:rPr>
                                    </m:ctrlPr>
                                  </m:dPr>
                                  <m:e>
                                    <m:sSub>
                                      <m:sSubPr>
                                        <m:ctrlPr>
                                          <a:rPr lang="en-US" sz="1400" b="0" i="1" smtClean="0">
                                            <a:solidFill>
                                              <a:srgbClr val="FF0000"/>
                                            </a:solidFill>
                                            <a:latin typeface="Cambria Math" panose="02040503050406030204" pitchFamily="18" charset="0"/>
                                          </a:rPr>
                                        </m:ctrlPr>
                                      </m:sSubPr>
                                      <m:e>
                                        <m:acc>
                                          <m:accPr>
                                            <m:chr m:val="̂"/>
                                            <m:ctrlPr>
                                              <a:rPr lang="en-US" sz="1400" b="0" i="1" smtClean="0">
                                                <a:solidFill>
                                                  <a:srgbClr val="FF0000"/>
                                                </a:solidFill>
                                                <a:latin typeface="Cambria Math" panose="02040503050406030204" pitchFamily="18" charset="0"/>
                                              </a:rPr>
                                            </m:ctrlPr>
                                          </m:accPr>
                                          <m:e>
                                            <m:r>
                                              <m:rPr>
                                                <m:brk m:alnAt="7"/>
                                              </m:rPr>
                                              <a:rPr lang="en-US" sz="1400" b="0" i="1" smtClean="0">
                                                <a:solidFill>
                                                  <a:srgbClr val="FF0000"/>
                                                </a:solidFill>
                                                <a:latin typeface="Cambria Math" panose="02040503050406030204" pitchFamily="18" charset="0"/>
                                              </a:rPr>
                                              <m:t>𝑦</m:t>
                                            </m:r>
                                          </m:e>
                                        </m:acc>
                                      </m:e>
                                      <m:sub>
                                        <m:r>
                                          <m:rPr>
                                            <m:brk m:alnAt="7"/>
                                          </m:rPr>
                                          <a:rPr lang="en-US" sz="1400" b="0" i="1" smtClean="0">
                                            <a:solidFill>
                                              <a:srgbClr val="FF0000"/>
                                            </a:solidFill>
                                            <a:latin typeface="Cambria Math" panose="02040503050406030204" pitchFamily="18" charset="0"/>
                                          </a:rPr>
                                          <m:t>1</m:t>
                                        </m:r>
                                      </m:sub>
                                    </m:sSub>
                                    <m:r>
                                      <m:rPr>
                                        <m:brk m:alnAt="7"/>
                                      </m:rPr>
                                      <a:rPr lang="en-US" sz="1400" b="0" i="1" smtClean="0">
                                        <a:solidFill>
                                          <a:srgbClr val="FF0000"/>
                                        </a:solidFill>
                                        <a:latin typeface="Cambria Math" panose="02040503050406030204" pitchFamily="18" charset="0"/>
                                      </a:rPr>
                                      <m:t>−</m:t>
                                    </m:r>
                                    <m:sSub>
                                      <m:sSubPr>
                                        <m:ctrlPr>
                                          <a:rPr lang="en-US" sz="1400" b="0" i="1" smtClean="0">
                                            <a:solidFill>
                                              <a:srgbClr val="FF0000"/>
                                            </a:solidFill>
                                            <a:latin typeface="Cambria Math" panose="02040503050406030204" pitchFamily="18" charset="0"/>
                                          </a:rPr>
                                        </m:ctrlPr>
                                      </m:sSubPr>
                                      <m:e>
                                        <m:r>
                                          <m:rPr>
                                            <m:brk m:alnAt="7"/>
                                          </m:rPr>
                                          <a:rPr lang="en-US" sz="1400" b="0" i="1" smtClean="0">
                                            <a:solidFill>
                                              <a:srgbClr val="FF0000"/>
                                            </a:solidFill>
                                            <a:latin typeface="Cambria Math" panose="02040503050406030204" pitchFamily="18" charset="0"/>
                                          </a:rPr>
                                          <m:t>𝑦</m:t>
                                        </m:r>
                                      </m:e>
                                      <m:sub>
                                        <m:r>
                                          <m:rPr>
                                            <m:brk m:alnAt="7"/>
                                          </m:rPr>
                                          <a:rPr lang="en-US" sz="1400" b="0" i="1" smtClean="0">
                                            <a:solidFill>
                                              <a:srgbClr val="FF0000"/>
                                            </a:solidFill>
                                            <a:latin typeface="Cambria Math" panose="02040503050406030204" pitchFamily="18" charset="0"/>
                                          </a:rPr>
                                          <m:t>1</m:t>
                                        </m:r>
                                      </m:sub>
                                    </m:sSub>
                                  </m:e>
                                </m:d>
                                <m:sSubSup>
                                  <m:sSubSupPr>
                                    <m:ctrlPr>
                                      <a:rPr lang="en-US" sz="1400" b="0" i="1" smtClean="0">
                                        <a:solidFill>
                                          <a:srgbClr val="FF0000"/>
                                        </a:solidFill>
                                        <a:latin typeface="Cambria Math" panose="02040503050406030204" pitchFamily="18" charset="0"/>
                                      </a:rPr>
                                    </m:ctrlPr>
                                  </m:sSubSupPr>
                                  <m:e>
                                    <m:r>
                                      <m:rPr>
                                        <m:brk m:alnAt="7"/>
                                      </m:rPr>
                                      <a:rPr lang="en-US" sz="1400" b="0" i="1" smtClean="0">
                                        <a:solidFill>
                                          <a:srgbClr val="FF0000"/>
                                        </a:solidFill>
                                        <a:latin typeface="Cambria Math" panose="02040503050406030204" pitchFamily="18" charset="0"/>
                                      </a:rPr>
                                      <m:t>ℎ</m:t>
                                    </m:r>
                                  </m:e>
                                  <m:sub>
                                    <m:r>
                                      <m:rPr>
                                        <m:brk m:alnAt="7"/>
                                      </m:rPr>
                                      <a:rPr lang="en-US" sz="1400" b="0" i="1" smtClean="0">
                                        <a:solidFill>
                                          <a:srgbClr val="FF0000"/>
                                        </a:solidFill>
                                        <a:latin typeface="Cambria Math" panose="02040503050406030204" pitchFamily="18" charset="0"/>
                                      </a:rPr>
                                      <m:t>3</m:t>
                                    </m:r>
                                  </m:sub>
                                  <m:sup>
                                    <m:r>
                                      <a:rPr lang="en-US" sz="1400" b="0" i="1" smtClean="0">
                                        <a:solidFill>
                                          <a:srgbClr val="FF0000"/>
                                        </a:solidFill>
                                        <a:latin typeface="Cambria Math" panose="02040503050406030204" pitchFamily="18" charset="0"/>
                                      </a:rPr>
                                      <m:t>′</m:t>
                                    </m:r>
                                  </m:sup>
                                </m:sSubSup>
                                <m:d>
                                  <m:dPr>
                                    <m:ctrlPr>
                                      <a:rPr lang="en-US" sz="1400" b="0" i="1" smtClean="0">
                                        <a:solidFill>
                                          <a:srgbClr val="FF0000"/>
                                        </a:solidFill>
                                        <a:latin typeface="Cambria Math" panose="02040503050406030204" pitchFamily="18" charset="0"/>
                                      </a:rPr>
                                    </m:ctrlPr>
                                  </m:dP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𝑧</m:t>
                                        </m:r>
                                      </m:e>
                                      <m:sub>
                                        <m:r>
                                          <a:rPr lang="en-US" sz="1400" b="0" i="1" smtClean="0">
                                            <a:solidFill>
                                              <a:srgbClr val="FF0000"/>
                                            </a:solidFill>
                                            <a:latin typeface="Cambria Math" panose="02040503050406030204" pitchFamily="18" charset="0"/>
                                          </a:rPr>
                                          <m:t>1</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3</m:t>
                                            </m:r>
                                          </m:e>
                                        </m:d>
                                      </m:sup>
                                    </m:sSubSup>
                                  </m:e>
                                </m:d>
                              </m:e>
                            </m:m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a:rPr lang="en-US" sz="1400" b="0" i="1" smtClean="0">
                                            <a:solidFill>
                                              <a:srgbClr val="FF0000"/>
                                            </a:solidFill>
                                            <a:latin typeface="Cambria Math" panose="02040503050406030204" pitchFamily="18" charset="0"/>
                                          </a:rPr>
                                          <m:t>2</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a:rPr lang="en-US" sz="1400" b="0" i="1" smtClean="0">
                                            <a:solidFill>
                                              <a:srgbClr val="FF0000"/>
                                            </a:solidFill>
                                            <a:latin typeface="Cambria Math" panose="02040503050406030204" pitchFamily="18" charset="0"/>
                                          </a:rPr>
                                          <m:t>2</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b="0" i="1" smtClean="0">
                                            <a:solidFill>
                                              <a:srgbClr val="FF0000"/>
                                            </a:solidFill>
                                            <a:latin typeface="Cambria Math" panose="02040503050406030204" pitchFamily="18" charset="0"/>
                                          </a:rPr>
                                          <m:t>2</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
                        </m:e>
                      </m:d>
                      <m:sSup>
                        <m:sSupPr>
                          <m:ctrlPr>
                            <a:rPr lang="en-US" sz="1400" b="0" i="1" smtClean="0">
                              <a:solidFill>
                                <a:srgbClr val="FF0000"/>
                              </a:solidFill>
                              <a:latin typeface="Cambria Math" panose="02040503050406030204" pitchFamily="18" charset="0"/>
                            </a:rPr>
                          </m:ctrlPr>
                        </m:sSupPr>
                        <m:e>
                          <m:d>
                            <m:dPr>
                              <m:begChr m:val="["/>
                              <m:endChr m:val="]"/>
                              <m:ctrlPr>
                                <a:rPr lang="en-US" sz="1400" b="0" i="1" smtClean="0">
                                  <a:solidFill>
                                    <a:srgbClr val="FF0000"/>
                                  </a:solidFill>
                                  <a:latin typeface="Cambria Math" panose="02040503050406030204" pitchFamily="18" charset="0"/>
                                </a:rPr>
                              </m:ctrlPr>
                            </m:dPr>
                            <m:e>
                              <m:m>
                                <m:mPr>
                                  <m:mcs>
                                    <m:mc>
                                      <m:mcPr>
                                        <m:count m:val="1"/>
                                        <m:mcJc m:val="center"/>
                                      </m:mcPr>
                                    </m:mc>
                                  </m:mcs>
                                  <m:ctrlPr>
                                    <a:rPr lang="en-US" sz="1400" b="0" i="1" smtClean="0">
                                      <a:solidFill>
                                        <a:srgbClr val="FF0000"/>
                                      </a:solidFill>
                                      <a:latin typeface="Cambria Math" panose="02040503050406030204" pitchFamily="18" charset="0"/>
                                    </a:rPr>
                                  </m:ctrlPr>
                                </m:mPr>
                                <m:mr>
                                  <m:e>
                                    <m:sSubSup>
                                      <m:sSubSupPr>
                                        <m:ctrlPr>
                                          <a:rPr lang="en-US" sz="1400" b="0" i="1" smtClean="0">
                                            <a:solidFill>
                                              <a:srgbClr val="FF0000"/>
                                            </a:solidFill>
                                            <a:latin typeface="Cambria Math" panose="02040503050406030204" pitchFamily="18" charset="0"/>
                                          </a:rPr>
                                        </m:ctrlPr>
                                      </m:sSubSupPr>
                                      <m:e>
                                        <m:r>
                                          <m:rPr>
                                            <m:brk m:alnAt="7"/>
                                          </m:rPr>
                                          <a:rPr lang="en-US" sz="1400" b="0" i="1" smtClean="0">
                                            <a:solidFill>
                                              <a:srgbClr val="FF0000"/>
                                            </a:solidFill>
                                            <a:latin typeface="Cambria Math" panose="02040503050406030204" pitchFamily="18" charset="0"/>
                                          </a:rPr>
                                          <m:t>𝑞</m:t>
                                        </m:r>
                                      </m:e>
                                      <m:sub>
                                        <m:r>
                                          <m:rPr>
                                            <m:brk m:alnAt="7"/>
                                          </m:rPr>
                                          <a:rPr lang="en-US" sz="1400" b="0" i="1" smtClean="0">
                                            <a:solidFill>
                                              <a:srgbClr val="FF0000"/>
                                            </a:solidFill>
                                            <a:latin typeface="Cambria Math" panose="02040503050406030204" pitchFamily="18" charset="0"/>
                                          </a:rPr>
                                          <m:t>1</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2</m:t>
                                            </m:r>
                                          </m:e>
                                        </m:d>
                                      </m:sup>
                                    </m:sSubSup>
                                  </m:e>
                                </m:mr>
                                <m:m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𝑞</m:t>
                                        </m:r>
                                      </m:e>
                                      <m:sub>
                                        <m:r>
                                          <a:rPr lang="en-US" sz="1400" b="0" i="1" smtClean="0">
                                            <a:solidFill>
                                              <a:srgbClr val="FF0000"/>
                                            </a:solidFill>
                                            <a:latin typeface="Cambria Math" panose="02040503050406030204" pitchFamily="18" charset="0"/>
                                          </a:rPr>
                                          <m:t>2</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2</m:t>
                                            </m:r>
                                          </m:e>
                                        </m:d>
                                      </m:sup>
                                    </m:sSubSup>
                                  </m:e>
                                </m:mr>
                                <m:mr>
                                  <m:e>
                                    <m:sSubSup>
                                      <m:sSubSupPr>
                                        <m:ctrlPr>
                                          <a:rPr lang="en-US" sz="1400" b="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𝑞</m:t>
                                        </m:r>
                                      </m:e>
                                      <m:sub>
                                        <m:r>
                                          <a:rPr lang="en-US" sz="1400" b="0" i="1" smtClean="0">
                                            <a:solidFill>
                                              <a:srgbClr val="FF0000"/>
                                            </a:solidFill>
                                            <a:latin typeface="Cambria Math" panose="02040503050406030204" pitchFamily="18" charset="0"/>
                                          </a:rPr>
                                          <m:t>3</m:t>
                                        </m:r>
                                      </m:sub>
                                      <m:sup>
                                        <m:d>
                                          <m:dPr>
                                            <m:ctrlPr>
                                              <a:rPr lang="en-US" sz="1400" b="0" i="1" smtClean="0">
                                                <a:solidFill>
                                                  <a:srgbClr val="FF0000"/>
                                                </a:solidFill>
                                                <a:latin typeface="Cambria Math" panose="02040503050406030204" pitchFamily="18" charset="0"/>
                                              </a:rPr>
                                            </m:ctrlPr>
                                          </m:dPr>
                                          <m:e>
                                            <m:r>
                                              <a:rPr lang="en-US" sz="1400" b="0" i="1" smtClean="0">
                                                <a:solidFill>
                                                  <a:srgbClr val="FF0000"/>
                                                </a:solidFill>
                                                <a:latin typeface="Cambria Math" panose="02040503050406030204" pitchFamily="18" charset="0"/>
                                              </a:rPr>
                                              <m:t>3</m:t>
                                            </m:r>
                                          </m:e>
                                        </m:d>
                                      </m:sup>
                                    </m:sSubSup>
                                  </m:e>
                                </m:mr>
                              </m:m>
                            </m:e>
                          </m:d>
                        </m:e>
                        <m:sup>
                          <m:r>
                            <a:rPr lang="en-US" sz="1400" b="0" i="1" smtClean="0">
                              <a:solidFill>
                                <a:srgbClr val="FF0000"/>
                              </a:solidFill>
                              <a:latin typeface="Cambria Math" panose="02040503050406030204" pitchFamily="18" charset="0"/>
                            </a:rPr>
                            <m:t>𝑇</m:t>
                          </m:r>
                        </m:sup>
                      </m:sSup>
                    </m:oMath>
                  </m:oMathPara>
                </a14:m>
                <a:endParaRPr lang="en-US"/>
              </a:p>
              <a:p>
                <a:endParaRPr lang="en-US"/>
              </a:p>
              <a:p>
                <a:pPr marL="0" indent="0">
                  <a:buNone/>
                </a:pPr>
                <a:r>
                  <a:rPr lang="en-US"/>
                  <a:t>OR:</a:t>
                </a:r>
              </a:p>
              <a:p>
                <a:pPr marL="0" indent="0">
                  <a:buNone/>
                </a:pPr>
                <a14:m>
                  <m:oMathPara xmlns:m="http://schemas.openxmlformats.org/officeDocument/2006/math">
                    <m:oMath>
                      <m:sSubSup>
                        <m:sSubSupPr>
                          <m:ctrlPr>
                            <a:rPr lang="en-US" sz="1600" i="1">
                              <a:latin typeface="Cambria Math" panose="02040503050406030204" pitchFamily="18" charset="0"/>
                            </a:rPr>
                          </m:ctrlPr>
                        </m:sSubSupPr>
                        <m:e>
                          <m:r>
                            <a:rPr lang="en-US" sz="1600" i="1">
                              <a:latin typeface="Cambria Math" panose="02040503050406030204" pitchFamily="18" charset="0"/>
                            </a:rPr>
                            <m:t>𝑊</m:t>
                          </m:r>
                        </m:e>
                        <m:sub>
                          <m:r>
                            <a:rPr lang="en-US" sz="1600" i="1">
                              <a:latin typeface="Cambria Math" panose="02040503050406030204" pitchFamily="18" charset="0"/>
                            </a:rPr>
                            <m:t>𝑁𝑒𝑤</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𝑊</m:t>
                          </m:r>
                        </m:e>
                        <m:sub>
                          <m:r>
                            <a:rPr lang="en-US" sz="1600" i="1">
                              <a:latin typeface="Cambria Math" panose="02040503050406030204" pitchFamily="18" charset="0"/>
                            </a:rPr>
                            <m:t>𝑂𝑙𝑑</m:t>
                          </m:r>
                        </m:sub>
                        <m:sup>
                          <m:r>
                            <a:rPr lang="en-US" sz="1600" i="1">
                              <a:latin typeface="Cambria Math" panose="02040503050406030204" pitchFamily="18" charset="0"/>
                            </a:rPr>
                            <m:t>(3)</m:t>
                          </m:r>
                        </m:sup>
                      </m:sSubSup>
                      <m:r>
                        <a:rPr lang="en-US" sz="1600" i="1">
                          <a:latin typeface="Cambria Math" panose="02040503050406030204" pitchFamily="18" charset="0"/>
                        </a:rPr>
                        <m:t>−</m:t>
                      </m:r>
                      <m:r>
                        <a:rPr lang="en-US" sz="1600" i="1" smtClean="0">
                          <a:solidFill>
                            <a:srgbClr val="FF0000"/>
                          </a:solidFill>
                          <a:latin typeface="Cambria Math" panose="02040503050406030204" pitchFamily="18" charset="0"/>
                        </a:rPr>
                        <m:t>2</m:t>
                      </m:r>
                      <m:r>
                        <a:rPr lang="en-US" sz="1600" i="1">
                          <a:latin typeface="Cambria Math" panose="02040503050406030204" pitchFamily="18" charset="0"/>
                        </a:rPr>
                        <m:t>𝛼</m:t>
                      </m:r>
                      <m:d>
                        <m:dPr>
                          <m:begChr m:val="["/>
                          <m:endChr m:val="]"/>
                          <m:ctrlPr>
                            <a:rPr lang="en-US" sz="1600" i="1">
                              <a:solidFill>
                                <a:srgbClr val="FF0000"/>
                              </a:solidFill>
                              <a:latin typeface="Cambria Math" panose="02040503050406030204" pitchFamily="18" charset="0"/>
                            </a:rPr>
                          </m:ctrlPr>
                        </m:dPr>
                        <m:e>
                          <m:m>
                            <m:mPr>
                              <m:mcs>
                                <m:mc>
                                  <m:mcPr>
                                    <m:count m:val="1"/>
                                    <m:mcJc m:val="center"/>
                                  </m:mcPr>
                                </m:mc>
                              </m:mcs>
                              <m:ctrlPr>
                                <a:rPr lang="en-US" sz="1600" i="1">
                                  <a:solidFill>
                                    <a:srgbClr val="FF0000"/>
                                  </a:solidFill>
                                  <a:latin typeface="Cambria Math" panose="02040503050406030204" pitchFamily="18" charset="0"/>
                                </a:rPr>
                              </m:ctrlPr>
                            </m:mP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m:rPr>
                                            <m:brk m:alnAt="7"/>
                                          </m:rPr>
                                          <a:rPr lang="en-US" sz="1600" i="1">
                                            <a:solidFill>
                                              <a:srgbClr val="FF0000"/>
                                            </a:solidFill>
                                            <a:latin typeface="Cambria Math" panose="02040503050406030204" pitchFamily="18" charset="0"/>
                                          </a:rPr>
                                          <m:t>1</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m:rPr>
                                            <m:brk m:alnAt="7"/>
                                          </m:rPr>
                                          <a:rPr lang="en-US" sz="1600" i="1">
                                            <a:solidFill>
                                              <a:srgbClr val="FF0000"/>
                                            </a:solidFill>
                                            <a:latin typeface="Cambria Math" panose="02040503050406030204" pitchFamily="18" charset="0"/>
                                          </a:rPr>
                                          <m:t>1</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a:rPr lang="en-US" sz="1600" i="1">
                                            <a:solidFill>
                                              <a:srgbClr val="FF0000"/>
                                            </a:solidFill>
                                            <a:latin typeface="Cambria Math" panose="02040503050406030204" pitchFamily="18" charset="0"/>
                                          </a:rPr>
                                          <m:t>2</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a:rPr lang="en-US" sz="1600" i="1">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
                        </m:e>
                      </m:d>
                      <m:sSup>
                        <m:sSupPr>
                          <m:ctrlPr>
                            <a:rPr lang="en-US" sz="1600" i="1">
                              <a:solidFill>
                                <a:srgbClr val="FF0000"/>
                              </a:solidFill>
                              <a:latin typeface="Cambria Math" panose="02040503050406030204" pitchFamily="18" charset="0"/>
                            </a:rPr>
                          </m:ctrlPr>
                        </m:sSupPr>
                        <m:e>
                          <m:sSubSup>
                            <m:sSubSupPr>
                              <m:ctrlPr>
                                <a:rPr lang="en-US" sz="1600" i="1">
                                  <a:solidFill>
                                    <a:srgbClr val="FF0000"/>
                                  </a:solidFill>
                                  <a:latin typeface="Cambria Math" panose="02040503050406030204" pitchFamily="18" charset="0"/>
                                </a:rPr>
                              </m:ctrlPr>
                            </m:sSubSup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𝑞</m:t>
                                  </m:r>
                                </m:e>
                              </m:acc>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2</m:t>
                                  </m:r>
                                </m:e>
                              </m:d>
                            </m:sup>
                          </m:sSubSup>
                        </m:e>
                        <m:sup>
                          <m:r>
                            <a:rPr lang="en-US" sz="1600" i="1">
                              <a:solidFill>
                                <a:srgbClr val="FF0000"/>
                              </a:solidFill>
                              <a:latin typeface="Cambria Math" panose="02040503050406030204" pitchFamily="18" charset="0"/>
                            </a:rPr>
                            <m:t>𝑇</m:t>
                          </m:r>
                        </m:sup>
                      </m:sSup>
                    </m:oMath>
                  </m:oMathPara>
                </a14:m>
                <a:endParaRPr lang="en-US"/>
              </a:p>
              <a:p>
                <a:endParaRPr lang="en-US"/>
              </a:p>
              <a:p>
                <a:pPr marL="0" indent="0">
                  <a:buNone/>
                </a:pPr>
                <a:r>
                  <a:rPr lang="en-US"/>
                  <a:t>Think: How can this equation be used for both batch and stochastic gradient descent?</a:t>
                </a:r>
              </a:p>
              <a:p>
                <a:endParaRPr lang="en-US"/>
              </a:p>
            </p:txBody>
          </p:sp>
        </mc:Choice>
        <mc:Fallback xmlns="">
          <p:sp>
            <p:nvSpPr>
              <p:cNvPr id="2" name="Content Placeholder 1">
                <a:extLst>
                  <a:ext uri="{FF2B5EF4-FFF2-40B4-BE49-F238E27FC236}">
                    <a16:creationId xmlns:a16="http://schemas.microsoft.com/office/drawing/2014/main" id="{A707F376-B649-EC1D-3062-13BA80BEE3FC}"/>
                  </a:ext>
                </a:extLst>
              </p:cNvPr>
              <p:cNvSpPr>
                <a:spLocks noGrp="1" noRot="1" noChangeAspect="1" noMove="1" noResize="1" noEditPoints="1" noAdjustHandles="1" noChangeArrowheads="1" noChangeShapeType="1" noTextEdit="1"/>
              </p:cNvSpPr>
              <p:nvPr>
                <p:ph idx="26"/>
              </p:nvPr>
            </p:nvSpPr>
            <p:spPr>
              <a:blipFill>
                <a:blip r:embed="rId3"/>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59EDECF-4F49-8517-4077-7665B21BC312}"/>
              </a:ext>
            </a:extLst>
          </p:cNvPr>
          <p:cNvSpPr>
            <a:spLocks noGrp="1"/>
          </p:cNvSpPr>
          <p:nvPr>
            <p:ph type="title"/>
          </p:nvPr>
        </p:nvSpPr>
        <p:spPr/>
        <p:txBody>
          <a:bodyPr>
            <a:noAutofit/>
          </a:bodyPr>
          <a:lstStyle/>
          <a:p>
            <a:r>
              <a:rPr lang="en-US" sz="2000"/>
              <a:t>Matrix Form Equation (Updating weights in last layer)</a:t>
            </a:r>
          </a:p>
        </p:txBody>
      </p:sp>
    </p:spTree>
    <p:extLst>
      <p:ext uri="{BB962C8B-B14F-4D97-AF65-F5344CB8AC3E}">
        <p14:creationId xmlns:p14="http://schemas.microsoft.com/office/powerpoint/2010/main" val="4800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8BEF288-16C5-ACF1-8BD7-0EF4DDAE22BE}"/>
                  </a:ext>
                </a:extLst>
              </p:cNvPr>
              <p:cNvSpPr>
                <a:spLocks noGrp="1"/>
              </p:cNvSpPr>
              <p:nvPr>
                <p:ph idx="26"/>
              </p:nvPr>
            </p:nvSpPr>
            <p:spPr/>
            <p:txBody>
              <a:bodyPr/>
              <a:lstStyle/>
              <a:p>
                <a:pPr marL="0" indent="0">
                  <a:buNone/>
                </a:pPr>
                <a14:m>
                  <m:oMathPara xmlns:m="http://schemas.openxmlformats.org/officeDocument/2006/math">
                    <m:oMath>
                      <m:d>
                        <m:dPr>
                          <m:begChr m:val="["/>
                          <m:endChr m:val="]"/>
                          <m:ctrlPr>
                            <a:rPr lang="en-US" sz="1400" b="0" i="1" smtClean="0">
                              <a:latin typeface="Cambria Math" panose="02040503050406030204" pitchFamily="18" charset="0"/>
                            </a:rPr>
                          </m:ctrlPr>
                        </m:dPr>
                        <m:e>
                          <m:eqArr>
                            <m:eqArrPr>
                              <m:ctrlPr>
                                <a:rPr lang="en-US" sz="1400" b="0" i="1" smtClean="0">
                                  <a:latin typeface="Cambria Math" panose="02040503050406030204" pitchFamily="18" charset="0"/>
                                </a:rPr>
                              </m:ctrlPr>
                            </m:eqArrPr>
                            <m:e>
                              <m:sSub>
                                <m:sSubPr>
                                  <m:ctrlPr>
                                    <a:rPr lang="en-US" sz="1400" b="0" i="1" smtClean="0">
                                      <a:latin typeface="Cambria Math" panose="02040503050406030204" pitchFamily="18" charset="0"/>
                                    </a:rPr>
                                  </m:ctrlPr>
                                </m:sSubPr>
                                <m:e>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𝑏</m:t>
                                      </m:r>
                                    </m:e>
                                    <m:sub>
                                      <m:r>
                                        <a:rPr lang="en-US" sz="1400" b="0" i="1" smtClean="0">
                                          <a:latin typeface="Cambria Math" panose="02040503050406030204" pitchFamily="18" charset="0"/>
                                        </a:rPr>
                                        <m:t>1</m:t>
                                      </m:r>
                                    </m:sub>
                                    <m:sup>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e>
                                      </m:d>
                                    </m:sup>
                                  </m:sSubSup>
                                </m:e>
                                <m:sub>
                                  <m:r>
                                    <a:rPr lang="en-US" sz="1400" b="0" i="1" smtClean="0">
                                      <a:latin typeface="Cambria Math" panose="02040503050406030204" pitchFamily="18" charset="0"/>
                                    </a:rPr>
                                    <m:t>𝑛𝑒𝑤</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b="0" i="1" smtClean="0">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i="1">
                                      <a:latin typeface="Cambria Math" panose="02040503050406030204" pitchFamily="18" charset="0"/>
                                    </a:rPr>
                                    <m:t>𝑛𝑒𝑤</m:t>
                                  </m:r>
                                </m:sub>
                              </m:sSub>
                            </m:e>
                          </m:eqArr>
                        </m:e>
                      </m:d>
                      <m:r>
                        <a:rPr lang="en-US" sz="1400" i="1">
                          <a:latin typeface="Cambria Math" panose="02040503050406030204" pitchFamily="18" charset="0"/>
                        </a:rPr>
                        <m:t>=</m:t>
                      </m:r>
                      <m:d>
                        <m:dPr>
                          <m:begChr m:val="["/>
                          <m:endChr m:val="]"/>
                          <m:ctrlPr>
                            <a:rPr lang="en-US" sz="1400" i="1">
                              <a:latin typeface="Cambria Math" panose="02040503050406030204" pitchFamily="18" charset="0"/>
                            </a:rPr>
                          </m:ctrlPr>
                        </m:dPr>
                        <m:e>
                          <m:eqArr>
                            <m:eqArrPr>
                              <m:ctrlPr>
                                <a:rPr lang="en-US" sz="1400" i="1">
                                  <a:latin typeface="Cambria Math" panose="02040503050406030204" pitchFamily="18" charset="0"/>
                                </a:rPr>
                              </m:ctrlPr>
                            </m:eqArrPr>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i="1">
                                          <a:latin typeface="Cambria Math" panose="02040503050406030204" pitchFamily="18" charset="0"/>
                                        </a:rPr>
                                        <m:t>1</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𝑜𝑙𝑑</m:t>
                                  </m:r>
                                </m:sub>
                              </m:sSub>
                            </m:e>
                            <m:e>
                              <m:sSub>
                                <m:sSubPr>
                                  <m:ctrlPr>
                                    <a:rPr lang="en-US" sz="1400" i="1">
                                      <a:latin typeface="Cambria Math" panose="02040503050406030204" pitchFamily="18" charset="0"/>
                                    </a:rPr>
                                  </m:ctrlPr>
                                </m:sSubPr>
                                <m:e>
                                  <m:sSubSup>
                                    <m:sSubSupPr>
                                      <m:ctrlPr>
                                        <a:rPr lang="en-US" sz="1400" i="1">
                                          <a:latin typeface="Cambria Math" panose="02040503050406030204" pitchFamily="18" charset="0"/>
                                        </a:rPr>
                                      </m:ctrlPr>
                                    </m:sSubSupPr>
                                    <m:e>
                                      <m:r>
                                        <a:rPr lang="en-US" sz="1400" i="1">
                                          <a:latin typeface="Cambria Math" panose="02040503050406030204" pitchFamily="18" charset="0"/>
                                        </a:rPr>
                                        <m:t>𝑏</m:t>
                                      </m:r>
                                    </m:e>
                                    <m:sub>
                                      <m:r>
                                        <a:rPr lang="en-US" sz="1400" i="1">
                                          <a:latin typeface="Cambria Math" panose="02040503050406030204" pitchFamily="18" charset="0"/>
                                        </a:rPr>
                                        <m:t>2</m:t>
                                      </m:r>
                                    </m:sub>
                                    <m:sup>
                                      <m:d>
                                        <m:dPr>
                                          <m:ctrlPr>
                                            <a:rPr lang="en-US" sz="1400" i="1">
                                              <a:latin typeface="Cambria Math" panose="02040503050406030204" pitchFamily="18" charset="0"/>
                                            </a:rPr>
                                          </m:ctrlPr>
                                        </m:dPr>
                                        <m:e>
                                          <m:r>
                                            <a:rPr lang="en-US" sz="1400" i="1">
                                              <a:latin typeface="Cambria Math" panose="02040503050406030204" pitchFamily="18" charset="0"/>
                                            </a:rPr>
                                            <m:t>3</m:t>
                                          </m:r>
                                        </m:e>
                                      </m:d>
                                    </m:sup>
                                  </m:sSubSup>
                                </m:e>
                                <m:sub>
                                  <m:r>
                                    <a:rPr lang="en-US" sz="1400" b="0" i="1" smtClean="0">
                                      <a:latin typeface="Cambria Math" panose="02040503050406030204" pitchFamily="18" charset="0"/>
                                    </a:rPr>
                                    <m:t>𝑜𝑙𝑑</m:t>
                                  </m:r>
                                </m:sub>
                              </m:sSub>
                            </m:e>
                          </m:eqArr>
                        </m:e>
                      </m:d>
                      <m:r>
                        <a:rPr lang="en-US" sz="1400" i="1">
                          <a:latin typeface="Cambria Math" panose="02040503050406030204" pitchFamily="18" charset="0"/>
                        </a:rPr>
                        <m:t>−</m:t>
                      </m:r>
                      <m:r>
                        <a:rPr lang="en-US" sz="1400" i="1">
                          <a:solidFill>
                            <a:srgbClr val="FF0000"/>
                          </a:solidFill>
                          <a:latin typeface="Cambria Math" panose="02040503050406030204" pitchFamily="18" charset="0"/>
                        </a:rPr>
                        <m:t>2</m:t>
                      </m:r>
                      <m:r>
                        <a:rPr lang="en-US" sz="1400" i="1">
                          <a:latin typeface="Cambria Math" panose="02040503050406030204" pitchFamily="18" charset="0"/>
                        </a:rPr>
                        <m:t>𝛼</m:t>
                      </m:r>
                      <m:d>
                        <m:dPr>
                          <m:begChr m:val="["/>
                          <m:endChr m:val="]"/>
                          <m:ctrlPr>
                            <a:rPr lang="en-US" sz="1400" i="1">
                              <a:solidFill>
                                <a:srgbClr val="FF0000"/>
                              </a:solidFill>
                              <a:latin typeface="Cambria Math" panose="02040503050406030204" pitchFamily="18" charset="0"/>
                            </a:rPr>
                          </m:ctrlPr>
                        </m:dPr>
                        <m:e>
                          <m:m>
                            <m:mPr>
                              <m:mcs>
                                <m:mc>
                                  <m:mcPr>
                                    <m:count m:val="1"/>
                                    <m:mcJc m:val="center"/>
                                  </m:mcPr>
                                </m:mc>
                              </m:mcs>
                              <m:ctrlPr>
                                <a:rPr lang="en-US" sz="1400" i="1">
                                  <a:solidFill>
                                    <a:srgbClr val="FF0000"/>
                                  </a:solidFill>
                                  <a:latin typeface="Cambria Math" panose="02040503050406030204" pitchFamily="18" charset="0"/>
                                </a:rPr>
                              </m:ctrlPr>
                            </m:mP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m:rPr>
                                            <m:brk m:alnAt="7"/>
                                          </m:rPr>
                                          <a:rPr lang="en-US" sz="1400" i="1">
                                            <a:solidFill>
                                              <a:srgbClr val="FF0000"/>
                                            </a:solidFill>
                                            <a:latin typeface="Cambria Math" panose="02040503050406030204" pitchFamily="18" charset="0"/>
                                          </a:rPr>
                                          <m:t>1</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m:rPr>
                                            <m:brk m:alnAt="7"/>
                                          </m:rPr>
                                          <a:rPr lang="en-US" sz="1400" i="1">
                                            <a:solidFill>
                                              <a:srgbClr val="FF0000"/>
                                            </a:solidFill>
                                            <a:latin typeface="Cambria Math" panose="02040503050406030204" pitchFamily="18" charset="0"/>
                                          </a:rPr>
                                          <m:t>1</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i="1">
                                            <a:solidFill>
                                              <a:srgbClr val="FF0000"/>
                                            </a:solidFill>
                                            <a:latin typeface="Cambria Math" panose="02040503050406030204" pitchFamily="18" charset="0"/>
                                          </a:rPr>
                                          <m:t>1</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r>
                              <m:e>
                                <m:d>
                                  <m:dPr>
                                    <m:ctrlPr>
                                      <a:rPr lang="en-US" sz="1400" i="1">
                                        <a:solidFill>
                                          <a:srgbClr val="FF0000"/>
                                        </a:solidFill>
                                        <a:latin typeface="Cambria Math" panose="02040503050406030204" pitchFamily="18" charset="0"/>
                                      </a:rPr>
                                    </m:ctrlPr>
                                  </m:dPr>
                                  <m:e>
                                    <m:sSub>
                                      <m:sSubPr>
                                        <m:ctrlPr>
                                          <a:rPr lang="en-US" sz="1400" i="1">
                                            <a:solidFill>
                                              <a:srgbClr val="FF0000"/>
                                            </a:solidFill>
                                            <a:latin typeface="Cambria Math" panose="02040503050406030204" pitchFamily="18" charset="0"/>
                                          </a:rPr>
                                        </m:ctrlPr>
                                      </m:sSubPr>
                                      <m:e>
                                        <m:acc>
                                          <m:accPr>
                                            <m:chr m:val="̂"/>
                                            <m:ctrlPr>
                                              <a:rPr lang="en-US" sz="1400" i="1">
                                                <a:solidFill>
                                                  <a:srgbClr val="FF0000"/>
                                                </a:solidFill>
                                                <a:latin typeface="Cambria Math" panose="02040503050406030204" pitchFamily="18" charset="0"/>
                                              </a:rPr>
                                            </m:ctrlPr>
                                          </m:accPr>
                                          <m:e>
                                            <m:r>
                                              <m:rPr>
                                                <m:brk m:alnAt="7"/>
                                              </m:rPr>
                                              <a:rPr lang="en-US" sz="1400" i="1">
                                                <a:solidFill>
                                                  <a:srgbClr val="FF0000"/>
                                                </a:solidFill>
                                                <a:latin typeface="Cambria Math" panose="02040503050406030204" pitchFamily="18" charset="0"/>
                                              </a:rPr>
                                              <m:t>𝑦</m:t>
                                            </m:r>
                                          </m:e>
                                        </m:acc>
                                      </m:e>
                                      <m:sub>
                                        <m:r>
                                          <a:rPr lang="en-US" sz="1400" i="1">
                                            <a:solidFill>
                                              <a:srgbClr val="FF0000"/>
                                            </a:solidFill>
                                            <a:latin typeface="Cambria Math" panose="02040503050406030204" pitchFamily="18" charset="0"/>
                                          </a:rPr>
                                          <m:t>2</m:t>
                                        </m:r>
                                      </m:sub>
                                    </m:sSub>
                                    <m:r>
                                      <m:rPr>
                                        <m:brk m:alnAt="7"/>
                                      </m:rPr>
                                      <a:rPr lang="en-US" sz="1400" i="1">
                                        <a:solidFill>
                                          <a:srgbClr val="FF0000"/>
                                        </a:solidFill>
                                        <a:latin typeface="Cambria Math" panose="02040503050406030204" pitchFamily="18" charset="0"/>
                                      </a:rPr>
                                      <m:t>−</m:t>
                                    </m:r>
                                    <m:sSub>
                                      <m:sSubPr>
                                        <m:ctrlPr>
                                          <a:rPr lang="en-US" sz="1400" i="1">
                                            <a:solidFill>
                                              <a:srgbClr val="FF0000"/>
                                            </a:solidFill>
                                            <a:latin typeface="Cambria Math" panose="02040503050406030204" pitchFamily="18" charset="0"/>
                                          </a:rPr>
                                        </m:ctrlPr>
                                      </m:sSubPr>
                                      <m:e>
                                        <m:r>
                                          <m:rPr>
                                            <m:brk m:alnAt="7"/>
                                          </m:rPr>
                                          <a:rPr lang="en-US" sz="1400" i="1">
                                            <a:solidFill>
                                              <a:srgbClr val="FF0000"/>
                                            </a:solidFill>
                                            <a:latin typeface="Cambria Math" panose="02040503050406030204" pitchFamily="18" charset="0"/>
                                          </a:rPr>
                                          <m:t>𝑦</m:t>
                                        </m:r>
                                      </m:e>
                                      <m:sub>
                                        <m:r>
                                          <a:rPr lang="en-US" sz="1400" i="1">
                                            <a:solidFill>
                                              <a:srgbClr val="FF0000"/>
                                            </a:solidFill>
                                            <a:latin typeface="Cambria Math" panose="02040503050406030204" pitchFamily="18" charset="0"/>
                                          </a:rPr>
                                          <m:t>2</m:t>
                                        </m:r>
                                      </m:sub>
                                    </m:sSub>
                                  </m:e>
                                </m:d>
                                <m:sSubSup>
                                  <m:sSubSupPr>
                                    <m:ctrlPr>
                                      <a:rPr lang="en-US" sz="1400" i="1">
                                        <a:solidFill>
                                          <a:srgbClr val="FF0000"/>
                                        </a:solidFill>
                                        <a:latin typeface="Cambria Math" panose="02040503050406030204" pitchFamily="18" charset="0"/>
                                      </a:rPr>
                                    </m:ctrlPr>
                                  </m:sSubSupPr>
                                  <m:e>
                                    <m:r>
                                      <m:rPr>
                                        <m:brk m:alnAt="7"/>
                                      </m:rPr>
                                      <a:rPr lang="en-US" sz="1400" i="1">
                                        <a:solidFill>
                                          <a:srgbClr val="FF0000"/>
                                        </a:solidFill>
                                        <a:latin typeface="Cambria Math" panose="02040503050406030204" pitchFamily="18" charset="0"/>
                                      </a:rPr>
                                      <m:t>ℎ</m:t>
                                    </m:r>
                                  </m:e>
                                  <m:sub>
                                    <m:r>
                                      <m:rPr>
                                        <m:brk m:alnAt="7"/>
                                      </m:rPr>
                                      <a:rPr lang="en-US" sz="1400" i="1">
                                        <a:solidFill>
                                          <a:srgbClr val="FF0000"/>
                                        </a:solidFill>
                                        <a:latin typeface="Cambria Math" panose="02040503050406030204" pitchFamily="18" charset="0"/>
                                      </a:rPr>
                                      <m:t>3</m:t>
                                    </m:r>
                                  </m:sub>
                                  <m:sup>
                                    <m:r>
                                      <a:rPr lang="en-US" sz="1400" i="1">
                                        <a:solidFill>
                                          <a:srgbClr val="FF0000"/>
                                        </a:solidFill>
                                        <a:latin typeface="Cambria Math" panose="02040503050406030204" pitchFamily="18" charset="0"/>
                                      </a:rPr>
                                      <m:t>′</m:t>
                                    </m:r>
                                  </m:sup>
                                </m:sSubSup>
                                <m:d>
                                  <m:dPr>
                                    <m:ctrlPr>
                                      <a:rPr lang="en-US" sz="1400" i="1">
                                        <a:solidFill>
                                          <a:srgbClr val="FF0000"/>
                                        </a:solidFill>
                                        <a:latin typeface="Cambria Math" panose="02040503050406030204" pitchFamily="18" charset="0"/>
                                      </a:rPr>
                                    </m:ctrlPr>
                                  </m:dPr>
                                  <m:e>
                                    <m:sSubSup>
                                      <m:sSubSupPr>
                                        <m:ctrlPr>
                                          <a:rPr lang="en-US" sz="1400" i="1">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𝑧</m:t>
                                        </m:r>
                                      </m:e>
                                      <m:sub>
                                        <m:r>
                                          <a:rPr lang="en-US" sz="1400" i="1">
                                            <a:solidFill>
                                              <a:srgbClr val="FF0000"/>
                                            </a:solidFill>
                                            <a:latin typeface="Cambria Math" panose="02040503050406030204" pitchFamily="18" charset="0"/>
                                          </a:rPr>
                                          <m:t>2</m:t>
                                        </m:r>
                                      </m:sub>
                                      <m:sup>
                                        <m:d>
                                          <m:dPr>
                                            <m:ctrlPr>
                                              <a:rPr lang="en-US" sz="1400" i="1">
                                                <a:solidFill>
                                                  <a:srgbClr val="FF0000"/>
                                                </a:solidFill>
                                                <a:latin typeface="Cambria Math" panose="02040503050406030204" pitchFamily="18" charset="0"/>
                                              </a:rPr>
                                            </m:ctrlPr>
                                          </m:dPr>
                                          <m:e>
                                            <m:r>
                                              <a:rPr lang="en-US" sz="1400" i="1">
                                                <a:solidFill>
                                                  <a:srgbClr val="FF0000"/>
                                                </a:solidFill>
                                                <a:latin typeface="Cambria Math" panose="02040503050406030204" pitchFamily="18" charset="0"/>
                                              </a:rPr>
                                              <m:t>3</m:t>
                                            </m:r>
                                          </m:e>
                                        </m:d>
                                      </m:sup>
                                    </m:sSubSup>
                                  </m:e>
                                </m:d>
                              </m:e>
                            </m:mr>
                          </m:m>
                        </m:e>
                      </m:d>
                    </m:oMath>
                  </m:oMathPara>
                </a14:m>
                <a:endParaRPr lang="en-US" dirty="0"/>
              </a:p>
              <a:p>
                <a:endParaRPr lang="en-US" dirty="0"/>
              </a:p>
              <a:p>
                <a:pPr marL="0" indent="0">
                  <a:buNone/>
                </a:pPr>
                <a:r>
                  <a:rPr lang="en-US" dirty="0"/>
                  <a:t>Or</a:t>
                </a:r>
              </a:p>
              <a:p>
                <a:pPr marL="0" indent="0">
                  <a:buNone/>
                </a:pPr>
                <a:endParaRPr lang="en-US" dirty="0"/>
              </a:p>
              <a:p>
                <a:pPr marL="0" indent="0">
                  <a:buNone/>
                </a:pPr>
                <a14:m>
                  <m:oMathPara xmlns:m="http://schemas.openxmlformats.org/officeDocument/2006/math">
                    <m:oMath>
                      <m:sSubSup>
                        <m:sSubSupPr>
                          <m:ctrlPr>
                            <a:rPr lang="en-US" sz="1600" i="1">
                              <a:latin typeface="Cambria Math" panose="02040503050406030204" pitchFamily="18" charset="0"/>
                            </a:rPr>
                          </m:ctrlPr>
                        </m:sSubSupPr>
                        <m:e>
                          <m:acc>
                            <m:accPr>
                              <m:chr m:val="⃗"/>
                              <m:ctrlPr>
                                <a:rPr lang="en-US" sz="1600" i="1">
                                  <a:latin typeface="Cambria Math" panose="02040503050406030204" pitchFamily="18" charset="0"/>
                                </a:rPr>
                              </m:ctrlPr>
                            </m:accPr>
                            <m:e>
                              <m:r>
                                <a:rPr lang="en-US" sz="1600" i="1">
                                  <a:latin typeface="Cambria Math" panose="02040503050406030204" pitchFamily="18" charset="0"/>
                                </a:rPr>
                                <m:t>𝑏</m:t>
                              </m:r>
                            </m:e>
                          </m:acc>
                        </m:e>
                        <m:sub>
                          <m:r>
                            <a:rPr lang="en-US" sz="1600" i="1">
                              <a:latin typeface="Cambria Math" panose="02040503050406030204" pitchFamily="18" charset="0"/>
                            </a:rPr>
                            <m:t>𝑁𝑒𝑤</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sSubSup>
                        <m:sSubSupPr>
                          <m:ctrlPr>
                            <a:rPr lang="en-US" sz="1600" i="1">
                              <a:latin typeface="Cambria Math" panose="02040503050406030204" pitchFamily="18" charset="0"/>
                            </a:rPr>
                          </m:ctrlPr>
                        </m:sSubSupPr>
                        <m:e>
                          <m:acc>
                            <m:accPr>
                              <m:chr m:val="⃗"/>
                              <m:ctrlPr>
                                <a:rPr lang="en-US" sz="1600" i="1">
                                  <a:latin typeface="Cambria Math" panose="02040503050406030204" pitchFamily="18" charset="0"/>
                                </a:rPr>
                              </m:ctrlPr>
                            </m:accPr>
                            <m:e>
                              <m:r>
                                <a:rPr lang="en-US" sz="1600" i="1">
                                  <a:latin typeface="Cambria Math" panose="02040503050406030204" pitchFamily="18" charset="0"/>
                                </a:rPr>
                                <m:t>𝑏</m:t>
                              </m:r>
                            </m:e>
                          </m:acc>
                        </m:e>
                        <m:sub>
                          <m:r>
                            <a:rPr lang="en-US" sz="1600" b="0" i="1" smtClean="0">
                              <a:latin typeface="Cambria Math" panose="02040503050406030204" pitchFamily="18" charset="0"/>
                            </a:rPr>
                            <m:t>𝑂𝑙𝑑</m:t>
                          </m:r>
                        </m:sub>
                        <m:sup>
                          <m:d>
                            <m:dPr>
                              <m:ctrlPr>
                                <a:rPr lang="en-US" sz="1600" i="1">
                                  <a:latin typeface="Cambria Math" panose="02040503050406030204" pitchFamily="18" charset="0"/>
                                </a:rPr>
                              </m:ctrlPr>
                            </m:dPr>
                            <m:e>
                              <m:r>
                                <a:rPr lang="en-US" sz="1600" i="1">
                                  <a:latin typeface="Cambria Math" panose="02040503050406030204" pitchFamily="18" charset="0"/>
                                </a:rPr>
                                <m:t>3</m:t>
                              </m:r>
                            </m:e>
                          </m:d>
                        </m:sup>
                      </m:sSubSup>
                      <m:r>
                        <a:rPr lang="en-US" sz="1600" i="1">
                          <a:latin typeface="Cambria Math" panose="02040503050406030204" pitchFamily="18" charset="0"/>
                        </a:rPr>
                        <m:t>−</m:t>
                      </m:r>
                      <m:r>
                        <a:rPr lang="en-US" sz="1600" i="1">
                          <a:solidFill>
                            <a:srgbClr val="FF0000"/>
                          </a:solidFill>
                          <a:latin typeface="Cambria Math" panose="02040503050406030204" pitchFamily="18" charset="0"/>
                        </a:rPr>
                        <m:t>2</m:t>
                      </m:r>
                      <m:r>
                        <a:rPr lang="en-US" sz="1600" i="1">
                          <a:latin typeface="Cambria Math" panose="02040503050406030204" pitchFamily="18" charset="0"/>
                        </a:rPr>
                        <m:t>𝛼</m:t>
                      </m:r>
                      <m:d>
                        <m:dPr>
                          <m:begChr m:val="["/>
                          <m:endChr m:val="]"/>
                          <m:ctrlPr>
                            <a:rPr lang="en-US" sz="1600" i="1">
                              <a:solidFill>
                                <a:srgbClr val="FF0000"/>
                              </a:solidFill>
                              <a:latin typeface="Cambria Math" panose="02040503050406030204" pitchFamily="18" charset="0"/>
                            </a:rPr>
                          </m:ctrlPr>
                        </m:dPr>
                        <m:e>
                          <m:m>
                            <m:mPr>
                              <m:mcs>
                                <m:mc>
                                  <m:mcPr>
                                    <m:count m:val="1"/>
                                    <m:mcJc m:val="center"/>
                                  </m:mcPr>
                                </m:mc>
                              </m:mcs>
                              <m:ctrlPr>
                                <a:rPr lang="en-US" sz="1600" i="1">
                                  <a:solidFill>
                                    <a:srgbClr val="FF0000"/>
                                  </a:solidFill>
                                  <a:latin typeface="Cambria Math" panose="02040503050406030204" pitchFamily="18" charset="0"/>
                                </a:rPr>
                              </m:ctrlPr>
                            </m:mP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m:rPr>
                                            <m:brk m:alnAt="7"/>
                                          </m:rPr>
                                          <a:rPr lang="en-US" sz="1600" i="1">
                                            <a:solidFill>
                                              <a:srgbClr val="FF0000"/>
                                            </a:solidFill>
                                            <a:latin typeface="Cambria Math" panose="02040503050406030204" pitchFamily="18" charset="0"/>
                                          </a:rPr>
                                          <m:t>1</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m:rPr>
                                            <m:brk m:alnAt="7"/>
                                          </m:rPr>
                                          <a:rPr lang="en-US" sz="1600" i="1">
                                            <a:solidFill>
                                              <a:srgbClr val="FF0000"/>
                                            </a:solidFill>
                                            <a:latin typeface="Cambria Math" panose="02040503050406030204" pitchFamily="18" charset="0"/>
                                          </a:rPr>
                                          <m:t>1</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r>
                              <m:e>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m:rPr>
                                                <m:brk m:alnAt="7"/>
                                              </m:rPr>
                                              <a:rPr lang="en-US" sz="1600" i="1">
                                                <a:solidFill>
                                                  <a:srgbClr val="FF0000"/>
                                                </a:solidFill>
                                                <a:latin typeface="Cambria Math" panose="02040503050406030204" pitchFamily="18" charset="0"/>
                                              </a:rPr>
                                              <m:t>𝑦</m:t>
                                            </m:r>
                                          </m:e>
                                        </m:acc>
                                      </m:e>
                                      <m:sub>
                                        <m:r>
                                          <a:rPr lang="en-US" sz="1600" i="1">
                                            <a:solidFill>
                                              <a:srgbClr val="FF0000"/>
                                            </a:solidFill>
                                            <a:latin typeface="Cambria Math" panose="02040503050406030204" pitchFamily="18" charset="0"/>
                                          </a:rPr>
                                          <m:t>2</m:t>
                                        </m:r>
                                      </m:sub>
                                    </m:sSub>
                                    <m:r>
                                      <m:rPr>
                                        <m:brk m:alnAt="7"/>
                                      </m:rP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m:rPr>
                                            <m:brk m:alnAt="7"/>
                                          </m:rPr>
                                          <a:rPr lang="en-US" sz="1600" i="1">
                                            <a:solidFill>
                                              <a:srgbClr val="FF0000"/>
                                            </a:solidFill>
                                            <a:latin typeface="Cambria Math" panose="02040503050406030204" pitchFamily="18" charset="0"/>
                                          </a:rPr>
                                          <m:t>𝑦</m:t>
                                        </m:r>
                                      </m:e>
                                      <m:sub>
                                        <m:r>
                                          <a:rPr lang="en-US" sz="1600" i="1">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m:rPr>
                                        <m:brk m:alnAt="7"/>
                                      </m:rPr>
                                      <a:rPr lang="en-US" sz="1600" i="1">
                                        <a:solidFill>
                                          <a:srgbClr val="FF0000"/>
                                        </a:solidFill>
                                        <a:latin typeface="Cambria Math" panose="02040503050406030204" pitchFamily="18" charset="0"/>
                                      </a:rPr>
                                      <m:t>ℎ</m:t>
                                    </m:r>
                                  </m:e>
                                  <m:sub>
                                    <m:r>
                                      <m:rPr>
                                        <m:brk m:alnAt="7"/>
                                      </m:rP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e>
                            </m:mr>
                          </m:m>
                        </m:e>
                      </m:d>
                    </m:oMath>
                  </m:oMathPara>
                </a14:m>
                <a:endParaRPr lang="en-US" dirty="0"/>
              </a:p>
            </p:txBody>
          </p:sp>
        </mc:Choice>
        <mc:Fallback xmlns="">
          <p:sp>
            <p:nvSpPr>
              <p:cNvPr id="2" name="Content Placeholder 1">
                <a:extLst>
                  <a:ext uri="{FF2B5EF4-FFF2-40B4-BE49-F238E27FC236}">
                    <a16:creationId xmlns:a16="http://schemas.microsoft.com/office/drawing/2014/main" id="{18BEF288-16C5-ACF1-8BD7-0EF4DDAE22BE}"/>
                  </a:ext>
                </a:extLst>
              </p:cNvPr>
              <p:cNvSpPr>
                <a:spLocks noGrp="1" noRot="1" noChangeAspect="1" noMove="1" noResize="1" noEditPoints="1" noAdjustHandles="1" noChangeArrowheads="1" noChangeShapeType="1" noTextEdit="1"/>
              </p:cNvSpPr>
              <p:nvPr>
                <p:ph idx="26"/>
              </p:nvPr>
            </p:nvSpPr>
            <p:spPr>
              <a:blipFill>
                <a:blip r:embed="rId2"/>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F839AB9-23E5-6EB2-DAC9-6BFF2D79BDF4}"/>
              </a:ext>
            </a:extLst>
          </p:cNvPr>
          <p:cNvSpPr>
            <a:spLocks noGrp="1"/>
          </p:cNvSpPr>
          <p:nvPr>
            <p:ph type="title"/>
          </p:nvPr>
        </p:nvSpPr>
        <p:spPr/>
        <p:txBody>
          <a:bodyPr>
            <a:noAutofit/>
          </a:bodyPr>
          <a:lstStyle/>
          <a:p>
            <a:r>
              <a:rPr lang="en-US" sz="2400"/>
              <a:t>Matrix Form Equation (Updating biases in last layer)</a:t>
            </a:r>
          </a:p>
        </p:txBody>
      </p:sp>
    </p:spTree>
    <p:extLst>
      <p:ext uri="{BB962C8B-B14F-4D97-AF65-F5344CB8AC3E}">
        <p14:creationId xmlns:p14="http://schemas.microsoft.com/office/powerpoint/2010/main" val="106125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9FFEFAD-88A5-726C-2474-B1ACD5647F29}"/>
                  </a:ext>
                </a:extLst>
              </p:cNvPr>
              <p:cNvSpPr>
                <a:spLocks noGrp="1"/>
              </p:cNvSpPr>
              <p:nvPr>
                <p:ph idx="26"/>
              </p:nvPr>
            </p:nvSpPr>
            <p:spPr/>
            <p:txBody>
              <a:bodyPr/>
              <a:lstStyle/>
              <a:p>
                <a:r>
                  <a:rPr lang="en-US"/>
                  <a:t>Supposing the weight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11</m:t>
                        </m:r>
                      </m:sub>
                      <m:sup>
                        <m:r>
                          <a:rPr lang="en-US" b="0" i="1" smtClean="0">
                            <a:latin typeface="Cambria Math" panose="02040503050406030204" pitchFamily="18" charset="0"/>
                          </a:rPr>
                          <m:t>(2)</m:t>
                        </m:r>
                      </m:sup>
                    </m:sSubSup>
                  </m:oMath>
                </a14:m>
                <a:r>
                  <a:rPr lang="en-US"/>
                  <a:t> is changed. Look at what it affects:</a:t>
                </a:r>
              </a:p>
            </p:txBody>
          </p:sp>
        </mc:Choice>
        <mc:Fallback xmlns="">
          <p:sp>
            <p:nvSpPr>
              <p:cNvPr id="2" name="Content Placeholder 1">
                <a:extLst>
                  <a:ext uri="{FF2B5EF4-FFF2-40B4-BE49-F238E27FC236}">
                    <a16:creationId xmlns:a16="http://schemas.microsoft.com/office/drawing/2014/main" id="{D9FFEFAD-88A5-726C-2474-B1ACD5647F29}"/>
                  </a:ext>
                </a:extLst>
              </p:cNvPr>
              <p:cNvSpPr>
                <a:spLocks noGrp="1" noRot="1" noChangeAspect="1" noMove="1" noResize="1" noEditPoints="1" noAdjustHandles="1" noChangeArrowheads="1" noChangeShapeType="1" noTextEdit="1"/>
              </p:cNvSpPr>
              <p:nvPr>
                <p:ph idx="26"/>
              </p:nvPr>
            </p:nvSpPr>
            <p:spPr>
              <a:blipFill>
                <a:blip r:embed="rId3"/>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145B7D3-2E9E-F239-8D2A-42B71EE8D6EC}"/>
              </a:ext>
            </a:extLst>
          </p:cNvPr>
          <p:cNvSpPr>
            <a:spLocks noGrp="1"/>
          </p:cNvSpPr>
          <p:nvPr>
            <p:ph type="title"/>
          </p:nvPr>
        </p:nvSpPr>
        <p:spPr/>
        <p:txBody>
          <a:bodyPr/>
          <a:lstStyle/>
          <a:p>
            <a:r>
              <a:rPr lang="en-US"/>
              <a:t>Propagating the Error Further Back</a:t>
            </a:r>
          </a:p>
        </p:txBody>
      </p:sp>
      <p:sp>
        <p:nvSpPr>
          <p:cNvPr id="40" name="Rectangle 39">
            <a:extLst>
              <a:ext uri="{FF2B5EF4-FFF2-40B4-BE49-F238E27FC236}">
                <a16:creationId xmlns:a16="http://schemas.microsoft.com/office/drawing/2014/main" id="{4CDEC79D-AAA0-4657-B8A0-CB0A68367BF8}"/>
              </a:ext>
            </a:extLst>
          </p:cNvPr>
          <p:cNvSpPr/>
          <p:nvPr/>
        </p:nvSpPr>
        <p:spPr>
          <a:xfrm>
            <a:off x="7087527" y="1886676"/>
            <a:ext cx="726389" cy="2668899"/>
          </a:xfrm>
          <a:prstGeom prst="rect">
            <a:avLst/>
          </a:prstGeom>
          <a:solidFill>
            <a:srgbClr val="FFA284"/>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6345F33-4CF0-05C6-1F6A-676533C62824}"/>
              </a:ext>
            </a:extLst>
          </p:cNvPr>
          <p:cNvSpPr/>
          <p:nvPr/>
        </p:nvSpPr>
        <p:spPr>
          <a:xfrm>
            <a:off x="5215236" y="1687006"/>
            <a:ext cx="763325" cy="2844542"/>
          </a:xfrm>
          <a:prstGeom prst="rect">
            <a:avLst/>
          </a:prstGeom>
          <a:solidFill>
            <a:srgbClr val="92D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FDD9BC3A-592C-3AAC-E00B-59F1AB468ADC}"/>
              </a:ext>
            </a:extLst>
          </p:cNvPr>
          <p:cNvSpPr/>
          <p:nvPr/>
        </p:nvSpPr>
        <p:spPr>
          <a:xfrm>
            <a:off x="3245268" y="1886676"/>
            <a:ext cx="763325" cy="2644872"/>
          </a:xfrm>
          <a:prstGeom prst="rect">
            <a:avLst/>
          </a:prstGeom>
          <a:solidFill>
            <a:srgbClr val="FFC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8A17DFD-240C-3AC7-6FC6-CC59FD3FC355}"/>
              </a:ext>
            </a:extLst>
          </p:cNvPr>
          <p:cNvSpPr/>
          <p:nvPr/>
        </p:nvSpPr>
        <p:spPr>
          <a:xfrm>
            <a:off x="3364050" y="2081253"/>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5E791F0-2928-C92F-8024-512055EC9D72}"/>
              </a:ext>
            </a:extLst>
          </p:cNvPr>
          <p:cNvSpPr/>
          <p:nvPr/>
        </p:nvSpPr>
        <p:spPr>
          <a:xfrm>
            <a:off x="3399325" y="390837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098CBBDA-AAF5-8BD0-3378-C51095ADD09B}"/>
              </a:ext>
            </a:extLst>
          </p:cNvPr>
          <p:cNvCxnSpPr>
            <a:cxnSpLocks/>
            <a:stCxn id="53" idx="3"/>
            <a:endCxn id="43" idx="2"/>
          </p:cNvCxnSpPr>
          <p:nvPr/>
        </p:nvCxnSpPr>
        <p:spPr>
          <a:xfrm>
            <a:off x="2133819" y="2301444"/>
            <a:ext cx="1230231" cy="1039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2BCDD70-1A1E-65D5-F626-9C0D8896FDFE}"/>
              </a:ext>
            </a:extLst>
          </p:cNvPr>
          <p:cNvCxnSpPr>
            <a:cxnSpLocks/>
            <a:stCxn id="54" idx="3"/>
            <a:endCxn id="44" idx="2"/>
          </p:cNvCxnSpPr>
          <p:nvPr/>
        </p:nvCxnSpPr>
        <p:spPr>
          <a:xfrm>
            <a:off x="2137307" y="4095228"/>
            <a:ext cx="1262018" cy="4373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BFFB80D5-59A4-807F-60A4-F9DC6B4E7920}"/>
              </a:ext>
            </a:extLst>
          </p:cNvPr>
          <p:cNvCxnSpPr>
            <a:cxnSpLocks/>
            <a:stCxn id="54" idx="3"/>
            <a:endCxn id="43" idx="2"/>
          </p:cNvCxnSpPr>
          <p:nvPr/>
        </p:nvCxnSpPr>
        <p:spPr>
          <a:xfrm flipV="1">
            <a:off x="2137307" y="2311841"/>
            <a:ext cx="1226743" cy="178338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5E75AF8D-A989-839F-DADF-0A6A2D89A607}"/>
              </a:ext>
            </a:extLst>
          </p:cNvPr>
          <p:cNvCxnSpPr>
            <a:cxnSpLocks/>
            <a:stCxn id="53" idx="3"/>
            <a:endCxn id="44" idx="2"/>
          </p:cNvCxnSpPr>
          <p:nvPr/>
        </p:nvCxnSpPr>
        <p:spPr>
          <a:xfrm>
            <a:off x="2133819" y="2301444"/>
            <a:ext cx="1265506" cy="183751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8C68FA1A-929D-CECB-6526-0DE9B0CEBA50}"/>
              </a:ext>
            </a:extLst>
          </p:cNvPr>
          <p:cNvCxnSpPr>
            <a:cxnSpLocks/>
            <a:stCxn id="64" idx="6"/>
            <a:endCxn id="51" idx="1"/>
          </p:cNvCxnSpPr>
          <p:nvPr/>
        </p:nvCxnSpPr>
        <p:spPr>
          <a:xfrm flipV="1">
            <a:off x="7679321" y="2311842"/>
            <a:ext cx="748578" cy="529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2A2697A0-4140-EFBF-CC4B-DDB811D980E7}"/>
              </a:ext>
            </a:extLst>
          </p:cNvPr>
          <p:cNvCxnSpPr>
            <a:cxnSpLocks/>
            <a:stCxn id="65" idx="6"/>
            <a:endCxn id="52" idx="1"/>
          </p:cNvCxnSpPr>
          <p:nvPr/>
        </p:nvCxnSpPr>
        <p:spPr>
          <a:xfrm flipV="1">
            <a:off x="7747230" y="4116024"/>
            <a:ext cx="727328" cy="255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31D9AC80-32D7-871C-786D-62DCC6BCCE6F}"/>
                  </a:ext>
                </a:extLst>
              </p:cNvPr>
              <p:cNvSpPr/>
              <p:nvPr/>
            </p:nvSpPr>
            <p:spPr>
              <a:xfrm>
                <a:off x="8427899" y="2124986"/>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acc>
                            <m:accPr>
                              <m:chr m:val="̂"/>
                              <m:ctrlPr>
                                <a:rPr lang="en-US" b="0" i="1" smtClean="0">
                                  <a:solidFill>
                                    <a:sysClr val="windowText" lastClr="000000"/>
                                  </a:solidFill>
                                  <a:latin typeface="Cambria Math" panose="02040503050406030204" pitchFamily="18" charset="0"/>
                                </a:rPr>
                              </m:ctrlPr>
                            </m:accPr>
                            <m:e>
                              <m:r>
                                <a:rPr lang="en-US" b="0" i="1" smtClean="0">
                                  <a:solidFill>
                                    <a:sysClr val="windowText" lastClr="000000"/>
                                  </a:solidFill>
                                  <a:latin typeface="Cambria Math" panose="02040503050406030204" pitchFamily="18" charset="0"/>
                                </a:rPr>
                                <m:t>𝑦</m:t>
                              </m:r>
                            </m:e>
                          </m:acc>
                        </m:e>
                        <m:sub>
                          <m:r>
                            <a:rPr lang="en-US" b="0" i="1" smtClean="0">
                              <a:solidFill>
                                <a:sysClr val="windowText" lastClr="000000"/>
                              </a:solidFill>
                              <a:latin typeface="Cambria Math" panose="02040503050406030204" pitchFamily="18" charset="0"/>
                            </a:rPr>
                            <m:t>1</m:t>
                          </m:r>
                        </m:sub>
                      </m:sSub>
                    </m:oMath>
                  </m:oMathPara>
                </a14:m>
                <a:endParaRPr lang="en-US">
                  <a:solidFill>
                    <a:sysClr val="windowText" lastClr="000000"/>
                  </a:solidFill>
                </a:endParaRPr>
              </a:p>
            </p:txBody>
          </p:sp>
        </mc:Choice>
        <mc:Fallback xmlns="">
          <p:sp>
            <p:nvSpPr>
              <p:cNvPr id="51" name="Rectangle 50">
                <a:extLst>
                  <a:ext uri="{FF2B5EF4-FFF2-40B4-BE49-F238E27FC236}">
                    <a16:creationId xmlns:a16="http://schemas.microsoft.com/office/drawing/2014/main" id="{31D9AC80-32D7-871C-786D-62DCC6BCCE6F}"/>
                  </a:ext>
                </a:extLst>
              </p:cNvPr>
              <p:cNvSpPr>
                <a:spLocks noRot="1" noChangeAspect="1" noMove="1" noResize="1" noEditPoints="1" noAdjustHandles="1" noChangeArrowheads="1" noChangeShapeType="1" noTextEdit="1"/>
              </p:cNvSpPr>
              <p:nvPr/>
            </p:nvSpPr>
            <p:spPr>
              <a:xfrm>
                <a:off x="8427899" y="2124986"/>
                <a:ext cx="381663" cy="373711"/>
              </a:xfrm>
              <a:prstGeom prst="rect">
                <a:avLst/>
              </a:prstGeom>
              <a:blipFill>
                <a:blip r:embed="rId4"/>
                <a:stretch>
                  <a:fillRect l="-9677" b="-1000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7C2D7E19-0525-AEAB-12D2-BF79DD707F3F}"/>
                  </a:ext>
                </a:extLst>
              </p:cNvPr>
              <p:cNvSpPr/>
              <p:nvPr/>
            </p:nvSpPr>
            <p:spPr>
              <a:xfrm>
                <a:off x="8474558" y="3929168"/>
                <a:ext cx="381663" cy="3737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acc>
                            <m:accPr>
                              <m:chr m:val="̂"/>
                              <m:ctrlPr>
                                <a:rPr lang="en-US" b="0" i="1" smtClean="0">
                                  <a:solidFill>
                                    <a:sysClr val="windowText" lastClr="000000"/>
                                  </a:solidFill>
                                  <a:latin typeface="Cambria Math" panose="02040503050406030204" pitchFamily="18" charset="0"/>
                                </a:rPr>
                              </m:ctrlPr>
                            </m:accPr>
                            <m:e>
                              <m:r>
                                <a:rPr lang="en-US" b="0" i="1" smtClean="0">
                                  <a:solidFill>
                                    <a:sysClr val="windowText" lastClr="000000"/>
                                  </a:solidFill>
                                  <a:latin typeface="Cambria Math" panose="02040503050406030204" pitchFamily="18" charset="0"/>
                                </a:rPr>
                                <m:t>𝑦</m:t>
                              </m:r>
                            </m:e>
                          </m:acc>
                        </m:e>
                        <m:sub>
                          <m:r>
                            <a:rPr lang="en-US" b="0" i="1" smtClean="0">
                              <a:solidFill>
                                <a:sysClr val="windowText" lastClr="000000"/>
                              </a:solidFill>
                              <a:latin typeface="Cambria Math" panose="02040503050406030204" pitchFamily="18" charset="0"/>
                            </a:rPr>
                            <m:t>2</m:t>
                          </m:r>
                        </m:sub>
                      </m:sSub>
                    </m:oMath>
                  </m:oMathPara>
                </a14:m>
                <a:endParaRPr lang="en-US">
                  <a:solidFill>
                    <a:sysClr val="windowText" lastClr="000000"/>
                  </a:solidFill>
                </a:endParaRPr>
              </a:p>
            </p:txBody>
          </p:sp>
        </mc:Choice>
        <mc:Fallback xmlns="">
          <p:sp>
            <p:nvSpPr>
              <p:cNvPr id="52" name="Rectangle 51">
                <a:extLst>
                  <a:ext uri="{FF2B5EF4-FFF2-40B4-BE49-F238E27FC236}">
                    <a16:creationId xmlns:a16="http://schemas.microsoft.com/office/drawing/2014/main" id="{7C2D7E19-0525-AEAB-12D2-BF79DD707F3F}"/>
                  </a:ext>
                </a:extLst>
              </p:cNvPr>
              <p:cNvSpPr>
                <a:spLocks noRot="1" noChangeAspect="1" noMove="1" noResize="1" noEditPoints="1" noAdjustHandles="1" noChangeArrowheads="1" noChangeShapeType="1" noTextEdit="1"/>
              </p:cNvSpPr>
              <p:nvPr/>
            </p:nvSpPr>
            <p:spPr>
              <a:xfrm>
                <a:off x="8474558" y="3929168"/>
                <a:ext cx="381663" cy="373711"/>
              </a:xfrm>
              <a:prstGeom prst="rect">
                <a:avLst/>
              </a:prstGeom>
              <a:blipFill>
                <a:blip r:embed="rId5"/>
                <a:stretch>
                  <a:fillRect l="-9677" b="-666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CDF59005-F761-04E8-DD0E-D732418E222F}"/>
                  </a:ext>
                </a:extLst>
              </p:cNvPr>
              <p:cNvSpPr/>
              <p:nvPr/>
            </p:nvSpPr>
            <p:spPr>
              <a:xfrm>
                <a:off x="1752156" y="2114588"/>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1</m:t>
                          </m:r>
                        </m:sub>
                      </m:sSub>
                    </m:oMath>
                  </m:oMathPara>
                </a14:m>
                <a:endParaRPr lang="en-US">
                  <a:solidFill>
                    <a:sysClr val="windowText" lastClr="000000"/>
                  </a:solidFill>
                </a:endParaRPr>
              </a:p>
            </p:txBody>
          </p:sp>
        </mc:Choice>
        <mc:Fallback xmlns="">
          <p:sp>
            <p:nvSpPr>
              <p:cNvPr id="53" name="Rectangle 52">
                <a:extLst>
                  <a:ext uri="{FF2B5EF4-FFF2-40B4-BE49-F238E27FC236}">
                    <a16:creationId xmlns:a16="http://schemas.microsoft.com/office/drawing/2014/main" id="{CDF59005-F761-04E8-DD0E-D732418E222F}"/>
                  </a:ext>
                </a:extLst>
              </p:cNvPr>
              <p:cNvSpPr>
                <a:spLocks noRot="1" noChangeAspect="1" noMove="1" noResize="1" noEditPoints="1" noAdjustHandles="1" noChangeArrowheads="1" noChangeShapeType="1" noTextEdit="1"/>
              </p:cNvSpPr>
              <p:nvPr/>
            </p:nvSpPr>
            <p:spPr>
              <a:xfrm>
                <a:off x="1752156" y="2114588"/>
                <a:ext cx="381663" cy="373711"/>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0C1F48FC-D403-1F26-B19A-034D61908511}"/>
                  </a:ext>
                </a:extLst>
              </p:cNvPr>
              <p:cNvSpPr/>
              <p:nvPr/>
            </p:nvSpPr>
            <p:spPr>
              <a:xfrm>
                <a:off x="1755644" y="3908372"/>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ysClr val="windowText" lastClr="000000"/>
                              </a:solidFill>
                              <a:latin typeface="Cambria Math" panose="02040503050406030204" pitchFamily="18" charset="0"/>
                            </a:rPr>
                          </m:ctrlPr>
                        </m:sSubPr>
                        <m:e>
                          <m:r>
                            <a:rPr lang="en-US" b="0" i="1" smtClean="0">
                              <a:solidFill>
                                <a:sysClr val="windowText" lastClr="000000"/>
                              </a:solidFill>
                              <a:latin typeface="Cambria Math" panose="02040503050406030204" pitchFamily="18" charset="0"/>
                            </a:rPr>
                            <m:t>𝑥</m:t>
                          </m:r>
                        </m:e>
                        <m:sub>
                          <m:r>
                            <a:rPr lang="en-US" b="0" i="1" smtClean="0">
                              <a:solidFill>
                                <a:sysClr val="windowText" lastClr="000000"/>
                              </a:solidFill>
                              <a:latin typeface="Cambria Math" panose="02040503050406030204" pitchFamily="18" charset="0"/>
                            </a:rPr>
                            <m:t>2</m:t>
                          </m:r>
                        </m:sub>
                      </m:sSub>
                    </m:oMath>
                  </m:oMathPara>
                </a14:m>
                <a:endParaRPr lang="en-US">
                  <a:solidFill>
                    <a:sysClr val="windowText" lastClr="000000"/>
                  </a:solidFill>
                </a:endParaRPr>
              </a:p>
            </p:txBody>
          </p:sp>
        </mc:Choice>
        <mc:Fallback xmlns="">
          <p:sp>
            <p:nvSpPr>
              <p:cNvPr id="54" name="Rectangle 53">
                <a:extLst>
                  <a:ext uri="{FF2B5EF4-FFF2-40B4-BE49-F238E27FC236}">
                    <a16:creationId xmlns:a16="http://schemas.microsoft.com/office/drawing/2014/main" id="{0C1F48FC-D403-1F26-B19A-034D61908511}"/>
                  </a:ext>
                </a:extLst>
              </p:cNvPr>
              <p:cNvSpPr>
                <a:spLocks noRot="1" noChangeAspect="1" noMove="1" noResize="1" noEditPoints="1" noAdjustHandles="1" noChangeArrowheads="1" noChangeShapeType="1" noTextEdit="1"/>
              </p:cNvSpPr>
              <p:nvPr/>
            </p:nvSpPr>
            <p:spPr>
              <a:xfrm>
                <a:off x="1755644" y="3908372"/>
                <a:ext cx="381663" cy="373711"/>
              </a:xfrm>
              <a:prstGeom prst="rect">
                <a:avLst/>
              </a:prstGeom>
              <a:blipFill>
                <a:blip r:embed="rId7"/>
                <a:stretch>
                  <a:fillRect l="-3226"/>
                </a:stretch>
              </a:blipFill>
              <a:ln>
                <a:noFill/>
              </a:ln>
              <a:effectLst/>
            </p:spPr>
            <p:txBody>
              <a:bodyPr/>
              <a:lstStyle/>
              <a:p>
                <a:r>
                  <a:rPr lang="en-US">
                    <a:noFill/>
                  </a:rPr>
                  <a:t> </a:t>
                </a:r>
              </a:p>
            </p:txBody>
          </p:sp>
        </mc:Fallback>
      </mc:AlternateContent>
      <p:sp>
        <p:nvSpPr>
          <p:cNvPr id="55" name="Oval 54">
            <a:extLst>
              <a:ext uri="{FF2B5EF4-FFF2-40B4-BE49-F238E27FC236}">
                <a16:creationId xmlns:a16="http://schemas.microsoft.com/office/drawing/2014/main" id="{37CFBD81-8088-DCDE-84AA-72DB4A8EB903}"/>
              </a:ext>
            </a:extLst>
          </p:cNvPr>
          <p:cNvSpPr/>
          <p:nvPr/>
        </p:nvSpPr>
        <p:spPr>
          <a:xfrm>
            <a:off x="5375372" y="1877350"/>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0FBC6148-174D-7BAB-DA98-6CAC5AC60764}"/>
              </a:ext>
            </a:extLst>
          </p:cNvPr>
          <p:cNvSpPr/>
          <p:nvPr/>
        </p:nvSpPr>
        <p:spPr>
          <a:xfrm>
            <a:off x="5368298" y="3853704"/>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4FA529AF-8B49-70C1-9AA2-754015200E23}"/>
              </a:ext>
            </a:extLst>
          </p:cNvPr>
          <p:cNvSpPr/>
          <p:nvPr/>
        </p:nvSpPr>
        <p:spPr>
          <a:xfrm>
            <a:off x="5371835" y="2848832"/>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E469E0B0-7BBE-F899-5BD2-EE34F954E87D}"/>
              </a:ext>
            </a:extLst>
          </p:cNvPr>
          <p:cNvCxnSpPr>
            <a:cxnSpLocks/>
            <a:stCxn id="43" idx="6"/>
            <a:endCxn id="55" idx="2"/>
          </p:cNvCxnSpPr>
          <p:nvPr/>
        </p:nvCxnSpPr>
        <p:spPr>
          <a:xfrm flipV="1">
            <a:off x="3821250" y="2107938"/>
            <a:ext cx="1554122" cy="20390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D3A7D48-61ED-47CE-F843-10E69DC33184}"/>
              </a:ext>
            </a:extLst>
          </p:cNvPr>
          <p:cNvCxnSpPr>
            <a:cxnSpLocks/>
            <a:stCxn id="43" idx="6"/>
            <a:endCxn id="57" idx="2"/>
          </p:cNvCxnSpPr>
          <p:nvPr/>
        </p:nvCxnSpPr>
        <p:spPr>
          <a:xfrm>
            <a:off x="3821250" y="2311841"/>
            <a:ext cx="1550585" cy="76757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19220E66-5605-8FA8-5D4A-F8A4D02B56EF}"/>
              </a:ext>
            </a:extLst>
          </p:cNvPr>
          <p:cNvCxnSpPr>
            <a:cxnSpLocks/>
            <a:stCxn id="43" idx="6"/>
            <a:endCxn id="56" idx="2"/>
          </p:cNvCxnSpPr>
          <p:nvPr/>
        </p:nvCxnSpPr>
        <p:spPr>
          <a:xfrm>
            <a:off x="3821250" y="2311841"/>
            <a:ext cx="1547048" cy="177245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DBB82EB0-932D-B054-072D-65665139AD98}"/>
              </a:ext>
            </a:extLst>
          </p:cNvPr>
          <p:cNvCxnSpPr>
            <a:cxnSpLocks/>
            <a:stCxn id="44" idx="6"/>
            <a:endCxn id="55" idx="2"/>
          </p:cNvCxnSpPr>
          <p:nvPr/>
        </p:nvCxnSpPr>
        <p:spPr>
          <a:xfrm flipV="1">
            <a:off x="3856525" y="2107938"/>
            <a:ext cx="1518847" cy="203102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56FADEA-4DC9-D95C-8145-A93F7F0BC74D}"/>
              </a:ext>
            </a:extLst>
          </p:cNvPr>
          <p:cNvCxnSpPr>
            <a:cxnSpLocks/>
            <a:stCxn id="44" idx="6"/>
            <a:endCxn id="57" idx="2"/>
          </p:cNvCxnSpPr>
          <p:nvPr/>
        </p:nvCxnSpPr>
        <p:spPr>
          <a:xfrm flipV="1">
            <a:off x="3856525" y="3079420"/>
            <a:ext cx="1515310" cy="105954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EEF27778-02B2-4D0A-0B2E-6234512359E9}"/>
              </a:ext>
            </a:extLst>
          </p:cNvPr>
          <p:cNvCxnSpPr>
            <a:cxnSpLocks/>
            <a:stCxn id="44" idx="6"/>
            <a:endCxn id="56" idx="2"/>
          </p:cNvCxnSpPr>
          <p:nvPr/>
        </p:nvCxnSpPr>
        <p:spPr>
          <a:xfrm flipV="1">
            <a:off x="3856525" y="4084292"/>
            <a:ext cx="1511773" cy="5466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372E34B6-F92F-241E-5263-B61F047DAE90}"/>
              </a:ext>
            </a:extLst>
          </p:cNvPr>
          <p:cNvSpPr/>
          <p:nvPr/>
        </p:nvSpPr>
        <p:spPr>
          <a:xfrm>
            <a:off x="7222121" y="2086548"/>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4950B16-3576-4E12-4985-2E21244286DC}"/>
              </a:ext>
            </a:extLst>
          </p:cNvPr>
          <p:cNvSpPr/>
          <p:nvPr/>
        </p:nvSpPr>
        <p:spPr>
          <a:xfrm>
            <a:off x="7290030" y="3887995"/>
            <a:ext cx="457200" cy="461175"/>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680A208A-E282-DAFA-5CA1-0EB84D866010}"/>
              </a:ext>
            </a:extLst>
          </p:cNvPr>
          <p:cNvCxnSpPr>
            <a:cxnSpLocks/>
            <a:stCxn id="55" idx="6"/>
            <a:endCxn id="64" idx="2"/>
          </p:cNvCxnSpPr>
          <p:nvPr/>
        </p:nvCxnSpPr>
        <p:spPr>
          <a:xfrm>
            <a:off x="5832572" y="2107938"/>
            <a:ext cx="1389549" cy="20919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74CD3386-B854-ECC4-9288-282F366A30E1}"/>
              </a:ext>
            </a:extLst>
          </p:cNvPr>
          <p:cNvCxnSpPr>
            <a:cxnSpLocks/>
            <a:stCxn id="55" idx="6"/>
            <a:endCxn id="65" idx="2"/>
          </p:cNvCxnSpPr>
          <p:nvPr/>
        </p:nvCxnSpPr>
        <p:spPr>
          <a:xfrm>
            <a:off x="5832572" y="2107938"/>
            <a:ext cx="1457458" cy="201064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71E95EBD-67F5-0B91-28B5-64B335E853FF}"/>
              </a:ext>
            </a:extLst>
          </p:cNvPr>
          <p:cNvCxnSpPr>
            <a:cxnSpLocks/>
            <a:stCxn id="57" idx="6"/>
            <a:endCxn id="64" idx="2"/>
          </p:cNvCxnSpPr>
          <p:nvPr/>
        </p:nvCxnSpPr>
        <p:spPr>
          <a:xfrm flipV="1">
            <a:off x="5829035" y="2317136"/>
            <a:ext cx="1393086" cy="76228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B428BD75-AD74-9415-A487-247A0BD74791}"/>
              </a:ext>
            </a:extLst>
          </p:cNvPr>
          <p:cNvCxnSpPr>
            <a:cxnSpLocks/>
            <a:stCxn id="57" idx="6"/>
            <a:endCxn id="65" idx="2"/>
          </p:cNvCxnSpPr>
          <p:nvPr/>
        </p:nvCxnSpPr>
        <p:spPr>
          <a:xfrm>
            <a:off x="5829035" y="3079420"/>
            <a:ext cx="1460995" cy="103916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5D5DC0DA-4478-A072-36B9-954CB40176D5}"/>
              </a:ext>
            </a:extLst>
          </p:cNvPr>
          <p:cNvCxnSpPr>
            <a:cxnSpLocks/>
            <a:stCxn id="56" idx="6"/>
            <a:endCxn id="64" idx="2"/>
          </p:cNvCxnSpPr>
          <p:nvPr/>
        </p:nvCxnSpPr>
        <p:spPr>
          <a:xfrm flipV="1">
            <a:off x="5825498" y="2317136"/>
            <a:ext cx="1396623" cy="17671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5732E7A9-8EDA-E632-1850-129FB79B01C1}"/>
              </a:ext>
            </a:extLst>
          </p:cNvPr>
          <p:cNvCxnSpPr>
            <a:cxnSpLocks/>
            <a:stCxn id="56" idx="6"/>
            <a:endCxn id="65" idx="2"/>
          </p:cNvCxnSpPr>
          <p:nvPr/>
        </p:nvCxnSpPr>
        <p:spPr>
          <a:xfrm>
            <a:off x="5825498" y="4084292"/>
            <a:ext cx="1464532" cy="342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8952D2BC-C21F-97B3-F134-BD3C6B04692E}"/>
              </a:ext>
            </a:extLst>
          </p:cNvPr>
          <p:cNvSpPr/>
          <p:nvPr/>
        </p:nvSpPr>
        <p:spPr>
          <a:xfrm>
            <a:off x="2907337" y="1582136"/>
            <a:ext cx="1523941"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1</a:t>
            </a:r>
          </a:p>
        </p:txBody>
      </p:sp>
      <p:sp>
        <p:nvSpPr>
          <p:cNvPr id="73" name="Rectangle 72">
            <a:extLst>
              <a:ext uri="{FF2B5EF4-FFF2-40B4-BE49-F238E27FC236}">
                <a16:creationId xmlns:a16="http://schemas.microsoft.com/office/drawing/2014/main" id="{07352142-0C5B-54B6-F939-C3D6145EC6C3}"/>
              </a:ext>
            </a:extLst>
          </p:cNvPr>
          <p:cNvSpPr/>
          <p:nvPr/>
        </p:nvSpPr>
        <p:spPr>
          <a:xfrm>
            <a:off x="4860209" y="1340359"/>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2</a:t>
            </a:r>
          </a:p>
        </p:txBody>
      </p:sp>
      <p:sp>
        <p:nvSpPr>
          <p:cNvPr id="74" name="Rectangle 73">
            <a:extLst>
              <a:ext uri="{FF2B5EF4-FFF2-40B4-BE49-F238E27FC236}">
                <a16:creationId xmlns:a16="http://schemas.microsoft.com/office/drawing/2014/main" id="{13300EB2-7593-F15B-BC49-08AA5FEB7365}"/>
              </a:ext>
            </a:extLst>
          </p:cNvPr>
          <p:cNvSpPr/>
          <p:nvPr/>
        </p:nvSpPr>
        <p:spPr>
          <a:xfrm>
            <a:off x="6702392" y="1580707"/>
            <a:ext cx="1604729"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ysClr val="windowText" lastClr="000000"/>
                </a:solidFill>
              </a:rPr>
              <a:t>Layer 3</a:t>
            </a:r>
          </a:p>
        </p:txBody>
      </p: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7D5D355B-4A8C-C2D9-F3CE-EC7505C9293F}"/>
                  </a:ext>
                </a:extLst>
              </p:cNvPr>
              <p:cNvSpPr/>
              <p:nvPr/>
            </p:nvSpPr>
            <p:spPr>
              <a:xfrm>
                <a:off x="4502389" y="1741196"/>
                <a:ext cx="381663" cy="37371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11</m:t>
                          </m:r>
                        </m:sub>
                        <m:sup>
                          <m:r>
                            <a:rPr lang="en-US" b="0" i="1" smtClean="0">
                              <a:solidFill>
                                <a:srgbClr val="FF0000"/>
                              </a:solidFill>
                              <a:latin typeface="Cambria Math" panose="02040503050406030204" pitchFamily="18" charset="0"/>
                            </a:rPr>
                            <m:t>(2)</m:t>
                          </m:r>
                        </m:sup>
                      </m:sSubSup>
                    </m:oMath>
                  </m:oMathPara>
                </a14:m>
                <a:endParaRPr lang="en-US">
                  <a:solidFill>
                    <a:srgbClr val="FF0000"/>
                  </a:solidFill>
                </a:endParaRPr>
              </a:p>
            </p:txBody>
          </p:sp>
        </mc:Choice>
        <mc:Fallback xmlns="">
          <p:sp>
            <p:nvSpPr>
              <p:cNvPr id="75" name="Rectangle 74">
                <a:extLst>
                  <a:ext uri="{FF2B5EF4-FFF2-40B4-BE49-F238E27FC236}">
                    <a16:creationId xmlns:a16="http://schemas.microsoft.com/office/drawing/2014/main" id="{7D5D355B-4A8C-C2D9-F3CE-EC7505C9293F}"/>
                  </a:ext>
                </a:extLst>
              </p:cNvPr>
              <p:cNvSpPr>
                <a:spLocks noRot="1" noChangeAspect="1" noMove="1" noResize="1" noEditPoints="1" noAdjustHandles="1" noChangeArrowheads="1" noChangeShapeType="1" noTextEdit="1"/>
              </p:cNvSpPr>
              <p:nvPr/>
            </p:nvSpPr>
            <p:spPr>
              <a:xfrm>
                <a:off x="4502389" y="1741196"/>
                <a:ext cx="381663" cy="373711"/>
              </a:xfrm>
              <a:prstGeom prst="rect">
                <a:avLst/>
              </a:prstGeom>
              <a:blipFill>
                <a:blip r:embed="rId8"/>
                <a:stretch>
                  <a:fillRect l="-25806" r="-19355" b="-13333"/>
                </a:stretch>
              </a:blipFill>
              <a:ln>
                <a:noFill/>
              </a:ln>
              <a:effectLst/>
            </p:spPr>
            <p:txBody>
              <a:bodyPr/>
              <a:lstStyle/>
              <a:p>
                <a:r>
                  <a:rPr lang="en-US">
                    <a:noFill/>
                  </a:rPr>
                  <a:t> </a:t>
                </a:r>
              </a:p>
            </p:txBody>
          </p:sp>
        </mc:Fallback>
      </mc:AlternateContent>
      <p:cxnSp>
        <p:nvCxnSpPr>
          <p:cNvPr id="76" name="Straight Arrow Connector 75">
            <a:extLst>
              <a:ext uri="{FF2B5EF4-FFF2-40B4-BE49-F238E27FC236}">
                <a16:creationId xmlns:a16="http://schemas.microsoft.com/office/drawing/2014/main" id="{7FB7B371-D21B-CC63-9A8A-22AB96178408}"/>
              </a:ext>
            </a:extLst>
          </p:cNvPr>
          <p:cNvCxnSpPr>
            <a:cxnSpLocks/>
          </p:cNvCxnSpPr>
          <p:nvPr/>
        </p:nvCxnSpPr>
        <p:spPr>
          <a:xfrm flipV="1">
            <a:off x="3824787" y="2107297"/>
            <a:ext cx="1554122" cy="203903"/>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8ABF421C-F2C1-E1A4-D555-E36AE3BF47B9}"/>
              </a:ext>
            </a:extLst>
          </p:cNvPr>
          <p:cNvCxnSpPr>
            <a:cxnSpLocks/>
            <a:stCxn id="55" idx="6"/>
            <a:endCxn id="64" idx="2"/>
          </p:cNvCxnSpPr>
          <p:nvPr/>
        </p:nvCxnSpPr>
        <p:spPr>
          <a:xfrm>
            <a:off x="5832572" y="2107938"/>
            <a:ext cx="1389549" cy="209198"/>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C6757111-5515-3E84-D58B-AE328F7B637D}"/>
              </a:ext>
            </a:extLst>
          </p:cNvPr>
          <p:cNvCxnSpPr>
            <a:cxnSpLocks/>
            <a:stCxn id="64" idx="6"/>
            <a:endCxn id="51" idx="1"/>
          </p:cNvCxnSpPr>
          <p:nvPr/>
        </p:nvCxnSpPr>
        <p:spPr>
          <a:xfrm flipV="1">
            <a:off x="7679321" y="2311842"/>
            <a:ext cx="748578" cy="5294"/>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C5A8D357-08DB-D65D-9A19-811A73414C0C}"/>
              </a:ext>
            </a:extLst>
          </p:cNvPr>
          <p:cNvCxnSpPr>
            <a:cxnSpLocks/>
            <a:stCxn id="55" idx="6"/>
            <a:endCxn id="65" idx="2"/>
          </p:cNvCxnSpPr>
          <p:nvPr/>
        </p:nvCxnSpPr>
        <p:spPr>
          <a:xfrm>
            <a:off x="5832572" y="2107938"/>
            <a:ext cx="1457458" cy="2010645"/>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C85C14B2-3617-2FFD-D65D-F420E30EB6BE}"/>
              </a:ext>
            </a:extLst>
          </p:cNvPr>
          <p:cNvCxnSpPr>
            <a:cxnSpLocks/>
            <a:stCxn id="65" idx="6"/>
            <a:endCxn id="52" idx="1"/>
          </p:cNvCxnSpPr>
          <p:nvPr/>
        </p:nvCxnSpPr>
        <p:spPr>
          <a:xfrm flipV="1">
            <a:off x="7747230" y="4116024"/>
            <a:ext cx="727328" cy="2559"/>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60FFC461-F7D4-E700-E896-46E333746BF5}"/>
                  </a:ext>
                </a:extLst>
              </p:cNvPr>
              <p:cNvSpPr/>
              <p:nvPr/>
            </p:nvSpPr>
            <p:spPr>
              <a:xfrm>
                <a:off x="311598" y="2031680"/>
                <a:ext cx="1238131" cy="2031022"/>
              </a:xfrm>
              <a:prstGeom prst="rect">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Changing </a:t>
                </a:r>
                <a14:m>
                  <m:oMath xmlns:m="http://schemas.openxmlformats.org/officeDocument/2006/math">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𝑤</m:t>
                        </m:r>
                      </m:e>
                      <m:sub>
                        <m:r>
                          <a:rPr lang="en-US" i="1">
                            <a:solidFill>
                              <a:schemeClr val="tx1"/>
                            </a:solidFill>
                            <a:latin typeface="Cambria Math" panose="02040503050406030204" pitchFamily="18" charset="0"/>
                          </a:rPr>
                          <m:t>11</m:t>
                        </m:r>
                      </m:sub>
                      <m:sup>
                        <m:r>
                          <a:rPr lang="en-US" i="1">
                            <a:solidFill>
                              <a:schemeClr val="tx1"/>
                            </a:solidFill>
                            <a:latin typeface="Cambria Math" panose="02040503050406030204" pitchFamily="18" charset="0"/>
                          </a:rPr>
                          <m:t>(2)</m:t>
                        </m:r>
                      </m:sup>
                    </m:sSubSup>
                  </m:oMath>
                </a14:m>
                <a:r>
                  <a:rPr lang="en-US">
                    <a:solidFill>
                      <a:schemeClr val="tx1"/>
                    </a:solidFill>
                  </a:rPr>
                  <a:t> changes the outputs both </a:t>
                </a:r>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e>
                      <m:sub>
                        <m:r>
                          <a:rPr lang="en-US" b="0" i="1" dirty="0" smtClean="0">
                            <a:solidFill>
                              <a:schemeClr val="tx1"/>
                            </a:solidFill>
                            <a:latin typeface="Cambria Math" panose="02040503050406030204" pitchFamily="18" charset="0"/>
                          </a:rPr>
                          <m:t>1</m:t>
                        </m:r>
                      </m:sub>
                    </m:sSub>
                  </m:oMath>
                </a14:m>
                <a:r>
                  <a:rPr lang="en-US">
                    <a:solidFill>
                      <a:schemeClr val="tx1"/>
                    </a:solidFill>
                  </a:rPr>
                  <a:t> and </a:t>
                </a:r>
                <a14:m>
                  <m:oMath xmlns:m="http://schemas.openxmlformats.org/officeDocument/2006/math">
                    <m:sSub>
                      <m:sSubPr>
                        <m:ctrlPr>
                          <a:rPr lang="en-US" b="0" i="1" smtClean="0">
                            <a:solidFill>
                              <a:schemeClr val="tx1"/>
                            </a:solidFill>
                            <a:latin typeface="Cambria Math" panose="02040503050406030204" pitchFamily="18" charset="0"/>
                          </a:rPr>
                        </m:ctrlPr>
                      </m:sSubPr>
                      <m:e>
                        <m:acc>
                          <m:accPr>
                            <m:chr m:val="̂"/>
                            <m:ctrlPr>
                              <a:rPr lang="en-US" b="0"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𝑦</m:t>
                            </m:r>
                          </m:e>
                        </m:acc>
                      </m:e>
                      <m:sub>
                        <m:r>
                          <a:rPr lang="en-US" b="0" i="1" dirty="0" smtClean="0">
                            <a:solidFill>
                              <a:schemeClr val="tx1"/>
                            </a:solidFill>
                            <a:latin typeface="Cambria Math" panose="02040503050406030204" pitchFamily="18" charset="0"/>
                          </a:rPr>
                          <m:t>2</m:t>
                        </m:r>
                      </m:sub>
                    </m:sSub>
                  </m:oMath>
                </a14:m>
                <a:r>
                  <a:rPr lang="en-US">
                    <a:solidFill>
                      <a:schemeClr val="tx1"/>
                    </a:solidFill>
                  </a:rPr>
                  <a:t> </a:t>
                </a:r>
              </a:p>
            </p:txBody>
          </p:sp>
        </mc:Choice>
        <mc:Fallback xmlns="">
          <p:sp>
            <p:nvSpPr>
              <p:cNvPr id="92" name="Rectangle 91">
                <a:extLst>
                  <a:ext uri="{FF2B5EF4-FFF2-40B4-BE49-F238E27FC236}">
                    <a16:creationId xmlns:a16="http://schemas.microsoft.com/office/drawing/2014/main" id="{60FFC461-F7D4-E700-E896-46E333746BF5}"/>
                  </a:ext>
                </a:extLst>
              </p:cNvPr>
              <p:cNvSpPr>
                <a:spLocks noRot="1" noChangeAspect="1" noMove="1" noResize="1" noEditPoints="1" noAdjustHandles="1" noChangeArrowheads="1" noChangeShapeType="1" noTextEdit="1"/>
              </p:cNvSpPr>
              <p:nvPr/>
            </p:nvSpPr>
            <p:spPr>
              <a:xfrm>
                <a:off x="311598" y="2031680"/>
                <a:ext cx="1238131" cy="2031022"/>
              </a:xfrm>
              <a:prstGeom prst="rect">
                <a:avLst/>
              </a:prstGeom>
              <a:blipFill>
                <a:blip r:embed="rId9"/>
                <a:stretch>
                  <a:fillRect l="-2020" t="-1852" r="-6061" b="-5556"/>
                </a:stretch>
              </a:blipFill>
              <a:effectLst/>
            </p:spPr>
            <p:txBody>
              <a:bodyPr/>
              <a:lstStyle/>
              <a:p>
                <a:r>
                  <a:rPr lang="en-US">
                    <a:noFill/>
                  </a:rPr>
                  <a:t> </a:t>
                </a:r>
              </a:p>
            </p:txBody>
          </p:sp>
        </mc:Fallback>
      </mc:AlternateContent>
    </p:spTree>
    <p:extLst>
      <p:ext uri="{BB962C8B-B14F-4D97-AF65-F5344CB8AC3E}">
        <p14:creationId xmlns:p14="http://schemas.microsoft.com/office/powerpoint/2010/main" val="2825847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B1CB3F1-AB44-EBC7-054C-045881946151}"/>
                  </a:ext>
                </a:extLst>
              </p:cNvPr>
              <p:cNvSpPr>
                <a:spLocks noGrp="1"/>
              </p:cNvSpPr>
              <p:nvPr>
                <p:ph idx="26"/>
              </p:nvPr>
            </p:nvSpPr>
            <p:spPr>
              <a:xfrm>
                <a:off x="423600" y="905398"/>
                <a:ext cx="8318119" cy="684863"/>
              </a:xfrm>
            </p:spPr>
            <p:txBody>
              <a:bodyPr/>
              <a:lstStyle/>
              <a:p>
                <a:r>
                  <a:rPr lang="en-US"/>
                  <a:t>Therefore, looking at how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(2)</m:t>
                        </m:r>
                      </m:sup>
                    </m:sSubSup>
                  </m:oMath>
                </a14:m>
                <a:r>
                  <a:rPr lang="en-US"/>
                  <a:t> changes the loss: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r>
                              <a:rPr lang="en-US" i="1">
                                <a:latin typeface="Cambria Math" panose="02040503050406030204" pitchFamily="18" charset="0"/>
                              </a:rPr>
                              <m:t>(2)</m:t>
                            </m:r>
                          </m:sup>
                        </m:sSubSup>
                      </m:den>
                    </m:f>
                  </m:oMath>
                </a14:m>
                <a:r>
                  <a:rPr lang="en-US"/>
                  <a:t> :</a:t>
                </a:r>
              </a:p>
            </p:txBody>
          </p:sp>
        </mc:Choice>
        <mc:Fallback xmlns="">
          <p:sp>
            <p:nvSpPr>
              <p:cNvPr id="2" name="Content Placeholder 1">
                <a:extLst>
                  <a:ext uri="{FF2B5EF4-FFF2-40B4-BE49-F238E27FC236}">
                    <a16:creationId xmlns:a16="http://schemas.microsoft.com/office/drawing/2014/main" id="{7B1CB3F1-AB44-EBC7-054C-045881946151}"/>
                  </a:ext>
                </a:extLst>
              </p:cNvPr>
              <p:cNvSpPr>
                <a:spLocks noGrp="1" noRot="1" noChangeAspect="1" noMove="1" noResize="1" noEditPoints="1" noAdjustHandles="1" noChangeArrowheads="1" noChangeShapeType="1" noTextEdit="1"/>
              </p:cNvSpPr>
              <p:nvPr>
                <p:ph idx="26"/>
              </p:nvPr>
            </p:nvSpPr>
            <p:spPr>
              <a:xfrm>
                <a:off x="423600" y="905398"/>
                <a:ext cx="8318119" cy="684863"/>
              </a:xfrm>
              <a:blipFill>
                <a:blip r:embed="rId2"/>
                <a:stretch>
                  <a:fillRect l="-61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4B10D29-E2DE-8A69-2FB8-F759D8EECCC8}"/>
              </a:ext>
            </a:extLst>
          </p:cNvPr>
          <p:cNvSpPr>
            <a:spLocks noGrp="1"/>
          </p:cNvSpPr>
          <p:nvPr>
            <p:ph type="title"/>
          </p:nvPr>
        </p:nvSpPr>
        <p:spPr/>
        <p:txBody>
          <a:bodyPr/>
          <a:lstStyle/>
          <a:p>
            <a:r>
              <a:rPr lang="en-US"/>
              <a:t>Propagating the Error Further Back</a:t>
            </a:r>
          </a:p>
        </p:txBody>
      </p:sp>
      <p:grpSp>
        <p:nvGrpSpPr>
          <p:cNvPr id="4" name="Group 3">
            <a:extLst>
              <a:ext uri="{FF2B5EF4-FFF2-40B4-BE49-F238E27FC236}">
                <a16:creationId xmlns:a16="http://schemas.microsoft.com/office/drawing/2014/main" id="{2558639D-820C-56DA-1373-C0EF69B17D11}"/>
              </a:ext>
            </a:extLst>
          </p:cNvPr>
          <p:cNvGrpSpPr/>
          <p:nvPr/>
        </p:nvGrpSpPr>
        <p:grpSpPr>
          <a:xfrm>
            <a:off x="403189" y="2029104"/>
            <a:ext cx="8070574" cy="2631882"/>
            <a:chOff x="403189" y="1608814"/>
            <a:chExt cx="8070574" cy="2631882"/>
          </a:xfrm>
        </p:grpSpPr>
        <p:cxnSp>
          <p:nvCxnSpPr>
            <p:cNvPr id="6" name="Straight Connector 5">
              <a:extLst>
                <a:ext uri="{FF2B5EF4-FFF2-40B4-BE49-F238E27FC236}">
                  <a16:creationId xmlns:a16="http://schemas.microsoft.com/office/drawing/2014/main" id="{FCFCD053-A43C-E8C0-3997-115C3408079F}"/>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AC72CE4-B651-CA7B-3A20-A191F38B48AD}"/>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05274C-53E4-73F8-442E-03A270A7ABED}"/>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DBD7C58-AA40-6B82-187F-DE279EA8A4A4}"/>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8825C93-4663-BF88-21D4-B209BDDFAE0D}"/>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197CC2E-D17A-BFCC-6C60-D0AA02C24959}"/>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ED1CE2B9-0C54-5342-A7FD-4A3E5BBD04DD}"/>
                  </a:ext>
                </a:extLst>
              </p14:cNvPr>
              <p14:cNvContentPartPr/>
              <p14:nvPr/>
            </p14:nvContentPartPr>
            <p14:xfrm>
              <a:off x="735125" y="1481779"/>
              <a:ext cx="259920" cy="158760"/>
            </p14:xfrm>
          </p:contentPart>
        </mc:Choice>
        <mc:Fallback xmlns="">
          <p:pic>
            <p:nvPicPr>
              <p:cNvPr id="13" name="Ink 12">
                <a:extLst>
                  <a:ext uri="{FF2B5EF4-FFF2-40B4-BE49-F238E27FC236}">
                    <a16:creationId xmlns:a16="http://schemas.microsoft.com/office/drawing/2014/main" id="{ED1CE2B9-0C54-5342-A7FD-4A3E5BBD04DD}"/>
                  </a:ext>
                </a:extLst>
              </p:cNvPr>
              <p:cNvPicPr/>
              <p:nvPr/>
            </p:nvPicPr>
            <p:blipFill>
              <a:blip r:embed="rId4"/>
              <a:stretch>
                <a:fillRect/>
              </a:stretch>
            </p:blipFill>
            <p:spPr>
              <a:xfrm>
                <a:off x="719645" y="1466264"/>
                <a:ext cx="290520" cy="18943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2C99E2D3-4FEA-A63D-6EAB-DA7999CFE9AC}"/>
                  </a:ext>
                </a:extLst>
              </p14:cNvPr>
              <p14:cNvContentPartPr/>
              <p14:nvPr/>
            </p14:nvContentPartPr>
            <p14:xfrm>
              <a:off x="618485" y="1670059"/>
              <a:ext cx="480960" cy="342720"/>
            </p14:xfrm>
          </p:contentPart>
        </mc:Choice>
        <mc:Fallback xmlns="">
          <p:pic>
            <p:nvPicPr>
              <p:cNvPr id="22" name="Ink 21">
                <a:extLst>
                  <a:ext uri="{FF2B5EF4-FFF2-40B4-BE49-F238E27FC236}">
                    <a16:creationId xmlns:a16="http://schemas.microsoft.com/office/drawing/2014/main" id="{2C99E2D3-4FEA-A63D-6EAB-DA7999CFE9AC}"/>
                  </a:ext>
                </a:extLst>
              </p:cNvPr>
              <p:cNvPicPr/>
              <p:nvPr/>
            </p:nvPicPr>
            <p:blipFill>
              <a:blip r:embed="rId6"/>
              <a:stretch>
                <a:fillRect/>
              </a:stretch>
            </p:blipFill>
            <p:spPr>
              <a:xfrm>
                <a:off x="603017" y="1654579"/>
                <a:ext cx="511537"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4F5CFEBB-DDC7-281A-797A-36982B8101A1}"/>
                  </a:ext>
                </a:extLst>
              </p14:cNvPr>
              <p14:cNvContentPartPr/>
              <p14:nvPr/>
            </p14:nvContentPartPr>
            <p14:xfrm>
              <a:off x="1266845" y="1699939"/>
              <a:ext cx="96120" cy="39240"/>
            </p14:xfrm>
          </p:contentPart>
        </mc:Choice>
        <mc:Fallback xmlns="">
          <p:pic>
            <p:nvPicPr>
              <p:cNvPr id="25" name="Ink 24">
                <a:extLst>
                  <a:ext uri="{FF2B5EF4-FFF2-40B4-BE49-F238E27FC236}">
                    <a16:creationId xmlns:a16="http://schemas.microsoft.com/office/drawing/2014/main" id="{4F5CFEBB-DDC7-281A-797A-36982B8101A1}"/>
                  </a:ext>
                </a:extLst>
              </p:cNvPr>
              <p:cNvPicPr/>
              <p:nvPr/>
            </p:nvPicPr>
            <p:blipFill>
              <a:blip r:embed="rId8"/>
              <a:stretch>
                <a:fillRect/>
              </a:stretch>
            </p:blipFill>
            <p:spPr>
              <a:xfrm>
                <a:off x="1251365" y="1684459"/>
                <a:ext cx="1267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5" name="Ink 34">
                <a:extLst>
                  <a:ext uri="{FF2B5EF4-FFF2-40B4-BE49-F238E27FC236}">
                    <a16:creationId xmlns:a16="http://schemas.microsoft.com/office/drawing/2014/main" id="{A8E432B3-F169-48ED-D01A-323D7BB046F4}"/>
                  </a:ext>
                </a:extLst>
              </p14:cNvPr>
              <p14:cNvContentPartPr/>
              <p14:nvPr/>
            </p14:nvContentPartPr>
            <p14:xfrm>
              <a:off x="1472765" y="1529659"/>
              <a:ext cx="514440" cy="457200"/>
            </p14:xfrm>
          </p:contentPart>
        </mc:Choice>
        <mc:Fallback xmlns="">
          <p:pic>
            <p:nvPicPr>
              <p:cNvPr id="35" name="Ink 34">
                <a:extLst>
                  <a:ext uri="{FF2B5EF4-FFF2-40B4-BE49-F238E27FC236}">
                    <a16:creationId xmlns:a16="http://schemas.microsoft.com/office/drawing/2014/main" id="{A8E432B3-F169-48ED-D01A-323D7BB046F4}"/>
                  </a:ext>
                </a:extLst>
              </p:cNvPr>
              <p:cNvPicPr/>
              <p:nvPr/>
            </p:nvPicPr>
            <p:blipFill>
              <a:blip r:embed="rId10"/>
              <a:stretch>
                <a:fillRect/>
              </a:stretch>
            </p:blipFill>
            <p:spPr>
              <a:xfrm>
                <a:off x="1457274" y="1514191"/>
                <a:ext cx="545061" cy="48777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8" name="Ink 57">
                <a:extLst>
                  <a:ext uri="{FF2B5EF4-FFF2-40B4-BE49-F238E27FC236}">
                    <a16:creationId xmlns:a16="http://schemas.microsoft.com/office/drawing/2014/main" id="{C93BCC4A-5AA3-A24A-389C-7CC9222D8A75}"/>
                  </a:ext>
                </a:extLst>
              </p14:cNvPr>
              <p14:cNvContentPartPr/>
              <p14:nvPr/>
            </p14:nvContentPartPr>
            <p14:xfrm>
              <a:off x="2124365" y="1481779"/>
              <a:ext cx="2348280" cy="506520"/>
            </p14:xfrm>
          </p:contentPart>
        </mc:Choice>
        <mc:Fallback xmlns="">
          <p:pic>
            <p:nvPicPr>
              <p:cNvPr id="58" name="Ink 57">
                <a:extLst>
                  <a:ext uri="{FF2B5EF4-FFF2-40B4-BE49-F238E27FC236}">
                    <a16:creationId xmlns:a16="http://schemas.microsoft.com/office/drawing/2014/main" id="{C93BCC4A-5AA3-A24A-389C-7CC9222D8A75}"/>
                  </a:ext>
                </a:extLst>
              </p:cNvPr>
              <p:cNvPicPr/>
              <p:nvPr/>
            </p:nvPicPr>
            <p:blipFill>
              <a:blip r:embed="rId12"/>
              <a:stretch>
                <a:fillRect/>
              </a:stretch>
            </p:blipFill>
            <p:spPr>
              <a:xfrm>
                <a:off x="2108887" y="1466299"/>
                <a:ext cx="2378875" cy="537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1" name="Ink 60">
                <a:extLst>
                  <a:ext uri="{FF2B5EF4-FFF2-40B4-BE49-F238E27FC236}">
                    <a16:creationId xmlns:a16="http://schemas.microsoft.com/office/drawing/2014/main" id="{5480AB0D-81FD-37D9-613C-6E86AFC9A21E}"/>
                  </a:ext>
                </a:extLst>
              </p14:cNvPr>
              <p14:cNvContentPartPr/>
              <p14:nvPr/>
            </p14:nvContentPartPr>
            <p14:xfrm>
              <a:off x="2527659" y="1998595"/>
              <a:ext cx="111240" cy="45000"/>
            </p14:xfrm>
          </p:contentPart>
        </mc:Choice>
        <mc:Fallback xmlns="">
          <p:pic>
            <p:nvPicPr>
              <p:cNvPr id="61" name="Ink 60">
                <a:extLst>
                  <a:ext uri="{FF2B5EF4-FFF2-40B4-BE49-F238E27FC236}">
                    <a16:creationId xmlns:a16="http://schemas.microsoft.com/office/drawing/2014/main" id="{5480AB0D-81FD-37D9-613C-6E86AFC9A21E}"/>
                  </a:ext>
                </a:extLst>
              </p:cNvPr>
              <p:cNvPicPr/>
              <p:nvPr/>
            </p:nvPicPr>
            <p:blipFill>
              <a:blip r:embed="rId14"/>
              <a:stretch>
                <a:fillRect/>
              </a:stretch>
            </p:blipFill>
            <p:spPr>
              <a:xfrm>
                <a:off x="2512179" y="1983115"/>
                <a:ext cx="1418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0" name="Ink 79">
                <a:extLst>
                  <a:ext uri="{FF2B5EF4-FFF2-40B4-BE49-F238E27FC236}">
                    <a16:creationId xmlns:a16="http://schemas.microsoft.com/office/drawing/2014/main" id="{2998A3B4-2444-6BE2-6ADF-620D2BA59AED}"/>
                  </a:ext>
                </a:extLst>
              </p14:cNvPr>
              <p14:cNvContentPartPr/>
              <p14:nvPr/>
            </p14:nvContentPartPr>
            <p14:xfrm>
              <a:off x="2572299" y="1977715"/>
              <a:ext cx="1407960" cy="541080"/>
            </p14:xfrm>
          </p:contentPart>
        </mc:Choice>
        <mc:Fallback xmlns="">
          <p:pic>
            <p:nvPicPr>
              <p:cNvPr id="80" name="Ink 79">
                <a:extLst>
                  <a:ext uri="{FF2B5EF4-FFF2-40B4-BE49-F238E27FC236}">
                    <a16:creationId xmlns:a16="http://schemas.microsoft.com/office/drawing/2014/main" id="{2998A3B4-2444-6BE2-6ADF-620D2BA59AED}"/>
                  </a:ext>
                </a:extLst>
              </p:cNvPr>
              <p:cNvPicPr/>
              <p:nvPr/>
            </p:nvPicPr>
            <p:blipFill>
              <a:blip r:embed="rId16"/>
              <a:stretch>
                <a:fillRect/>
              </a:stretch>
            </p:blipFill>
            <p:spPr>
              <a:xfrm>
                <a:off x="2556815" y="1962235"/>
                <a:ext cx="1438568"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4" name="Ink 83">
                <a:extLst>
                  <a:ext uri="{FF2B5EF4-FFF2-40B4-BE49-F238E27FC236}">
                    <a16:creationId xmlns:a16="http://schemas.microsoft.com/office/drawing/2014/main" id="{B815A424-93C2-B486-5770-916A3558E899}"/>
                  </a:ext>
                </a:extLst>
              </p14:cNvPr>
              <p14:cNvContentPartPr/>
              <p14:nvPr/>
            </p14:nvContentPartPr>
            <p14:xfrm>
              <a:off x="4093659" y="2339515"/>
              <a:ext cx="187920" cy="179640"/>
            </p14:xfrm>
          </p:contentPart>
        </mc:Choice>
        <mc:Fallback xmlns="">
          <p:pic>
            <p:nvPicPr>
              <p:cNvPr id="84" name="Ink 83">
                <a:extLst>
                  <a:ext uri="{FF2B5EF4-FFF2-40B4-BE49-F238E27FC236}">
                    <a16:creationId xmlns:a16="http://schemas.microsoft.com/office/drawing/2014/main" id="{B815A424-93C2-B486-5770-916A3558E899}"/>
                  </a:ext>
                </a:extLst>
              </p:cNvPr>
              <p:cNvPicPr/>
              <p:nvPr/>
            </p:nvPicPr>
            <p:blipFill>
              <a:blip r:embed="rId18"/>
              <a:stretch>
                <a:fillRect/>
              </a:stretch>
            </p:blipFill>
            <p:spPr>
              <a:xfrm>
                <a:off x="4078209" y="2324035"/>
                <a:ext cx="218461"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1" name="Ink 90">
                <a:extLst>
                  <a:ext uri="{FF2B5EF4-FFF2-40B4-BE49-F238E27FC236}">
                    <a16:creationId xmlns:a16="http://schemas.microsoft.com/office/drawing/2014/main" id="{62EE1840-AF6E-5B5D-D7BB-7B6E4903380E}"/>
                  </a:ext>
                </a:extLst>
              </p14:cNvPr>
              <p14:cNvContentPartPr/>
              <p14:nvPr/>
            </p14:nvContentPartPr>
            <p14:xfrm>
              <a:off x="4544379" y="2249875"/>
              <a:ext cx="394920" cy="299520"/>
            </p14:xfrm>
          </p:contentPart>
        </mc:Choice>
        <mc:Fallback xmlns="">
          <p:pic>
            <p:nvPicPr>
              <p:cNvPr id="91" name="Ink 90">
                <a:extLst>
                  <a:ext uri="{FF2B5EF4-FFF2-40B4-BE49-F238E27FC236}">
                    <a16:creationId xmlns:a16="http://schemas.microsoft.com/office/drawing/2014/main" id="{62EE1840-AF6E-5B5D-D7BB-7B6E4903380E}"/>
                  </a:ext>
                </a:extLst>
              </p:cNvPr>
              <p:cNvPicPr/>
              <p:nvPr/>
            </p:nvPicPr>
            <p:blipFill>
              <a:blip r:embed="rId20"/>
              <a:stretch>
                <a:fillRect/>
              </a:stretch>
            </p:blipFill>
            <p:spPr>
              <a:xfrm>
                <a:off x="4528885" y="2234395"/>
                <a:ext cx="425548"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5" name="Ink 104">
                <a:extLst>
                  <a:ext uri="{FF2B5EF4-FFF2-40B4-BE49-F238E27FC236}">
                    <a16:creationId xmlns:a16="http://schemas.microsoft.com/office/drawing/2014/main" id="{2B53525E-0A8D-B0BC-7627-69D78327A4F8}"/>
                  </a:ext>
                </a:extLst>
              </p14:cNvPr>
              <p14:cNvContentPartPr/>
              <p14:nvPr/>
            </p14:nvContentPartPr>
            <p14:xfrm>
              <a:off x="1063750" y="2750101"/>
              <a:ext cx="634320" cy="418320"/>
            </p14:xfrm>
          </p:contentPart>
        </mc:Choice>
        <mc:Fallback xmlns="">
          <p:pic>
            <p:nvPicPr>
              <p:cNvPr id="105" name="Ink 104">
                <a:extLst>
                  <a:ext uri="{FF2B5EF4-FFF2-40B4-BE49-F238E27FC236}">
                    <a16:creationId xmlns:a16="http://schemas.microsoft.com/office/drawing/2014/main" id="{2B53525E-0A8D-B0BC-7627-69D78327A4F8}"/>
                  </a:ext>
                </a:extLst>
              </p:cNvPr>
              <p:cNvPicPr/>
              <p:nvPr/>
            </p:nvPicPr>
            <p:blipFill>
              <a:blip r:embed="rId22"/>
              <a:stretch>
                <a:fillRect/>
              </a:stretch>
            </p:blipFill>
            <p:spPr>
              <a:xfrm>
                <a:off x="1048270" y="2734621"/>
                <a:ext cx="66492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6" name="Ink 105">
                <a:extLst>
                  <a:ext uri="{FF2B5EF4-FFF2-40B4-BE49-F238E27FC236}">
                    <a16:creationId xmlns:a16="http://schemas.microsoft.com/office/drawing/2014/main" id="{29873D23-BDEA-AA78-6299-137322D1C803}"/>
                  </a:ext>
                </a:extLst>
              </p14:cNvPr>
              <p14:cNvContentPartPr/>
              <p14:nvPr/>
            </p14:nvContentPartPr>
            <p14:xfrm>
              <a:off x="676030" y="2984101"/>
              <a:ext cx="153360" cy="93600"/>
            </p14:xfrm>
          </p:contentPart>
        </mc:Choice>
        <mc:Fallback xmlns="">
          <p:pic>
            <p:nvPicPr>
              <p:cNvPr id="106" name="Ink 105">
                <a:extLst>
                  <a:ext uri="{FF2B5EF4-FFF2-40B4-BE49-F238E27FC236}">
                    <a16:creationId xmlns:a16="http://schemas.microsoft.com/office/drawing/2014/main" id="{29873D23-BDEA-AA78-6299-137322D1C803}"/>
                  </a:ext>
                </a:extLst>
              </p:cNvPr>
              <p:cNvPicPr/>
              <p:nvPr/>
            </p:nvPicPr>
            <p:blipFill>
              <a:blip r:embed="rId24"/>
              <a:stretch>
                <a:fillRect/>
              </a:stretch>
            </p:blipFill>
            <p:spPr>
              <a:xfrm>
                <a:off x="660550" y="2968621"/>
                <a:ext cx="183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24" name="Ink 123">
                <a:extLst>
                  <a:ext uri="{FF2B5EF4-FFF2-40B4-BE49-F238E27FC236}">
                    <a16:creationId xmlns:a16="http://schemas.microsoft.com/office/drawing/2014/main" id="{A9AEBA3E-DE92-DE9F-3CD9-CA9BC6234901}"/>
                  </a:ext>
                </a:extLst>
              </p14:cNvPr>
              <p14:cNvContentPartPr/>
              <p14:nvPr/>
            </p14:nvContentPartPr>
            <p14:xfrm>
              <a:off x="3372430" y="2572261"/>
              <a:ext cx="422640" cy="515880"/>
            </p14:xfrm>
          </p:contentPart>
        </mc:Choice>
        <mc:Fallback xmlns="">
          <p:pic>
            <p:nvPicPr>
              <p:cNvPr id="124" name="Ink 123">
                <a:extLst>
                  <a:ext uri="{FF2B5EF4-FFF2-40B4-BE49-F238E27FC236}">
                    <a16:creationId xmlns:a16="http://schemas.microsoft.com/office/drawing/2014/main" id="{A9AEBA3E-DE92-DE9F-3CD9-CA9BC6234901}"/>
                  </a:ext>
                </a:extLst>
              </p:cNvPr>
              <p:cNvPicPr/>
              <p:nvPr/>
            </p:nvPicPr>
            <p:blipFill>
              <a:blip r:embed="rId26"/>
              <a:stretch>
                <a:fillRect/>
              </a:stretch>
            </p:blipFill>
            <p:spPr>
              <a:xfrm>
                <a:off x="3356937" y="2556770"/>
                <a:ext cx="453266" cy="546501"/>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5" name="Ink 124">
                <a:extLst>
                  <a:ext uri="{FF2B5EF4-FFF2-40B4-BE49-F238E27FC236}">
                    <a16:creationId xmlns:a16="http://schemas.microsoft.com/office/drawing/2014/main" id="{86669927-BED8-B048-F68E-8C02D1BC320F}"/>
                  </a:ext>
                </a:extLst>
              </p14:cNvPr>
              <p14:cNvContentPartPr/>
              <p14:nvPr/>
            </p14:nvContentPartPr>
            <p14:xfrm>
              <a:off x="2281990" y="2769541"/>
              <a:ext cx="856440" cy="286200"/>
            </p14:xfrm>
          </p:contentPart>
        </mc:Choice>
        <mc:Fallback xmlns="">
          <p:pic>
            <p:nvPicPr>
              <p:cNvPr id="125" name="Ink 124">
                <a:extLst>
                  <a:ext uri="{FF2B5EF4-FFF2-40B4-BE49-F238E27FC236}">
                    <a16:creationId xmlns:a16="http://schemas.microsoft.com/office/drawing/2014/main" id="{86669927-BED8-B048-F68E-8C02D1BC320F}"/>
                  </a:ext>
                </a:extLst>
              </p:cNvPr>
              <p:cNvPicPr/>
              <p:nvPr/>
            </p:nvPicPr>
            <p:blipFill>
              <a:blip r:embed="rId28"/>
              <a:stretch>
                <a:fillRect/>
              </a:stretch>
            </p:blipFill>
            <p:spPr>
              <a:xfrm>
                <a:off x="2266510" y="2754061"/>
                <a:ext cx="88704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26" name="Ink 125">
                <a:extLst>
                  <a:ext uri="{FF2B5EF4-FFF2-40B4-BE49-F238E27FC236}">
                    <a16:creationId xmlns:a16="http://schemas.microsoft.com/office/drawing/2014/main" id="{724CDF60-7C1A-76B6-E230-686DAFE73EA0}"/>
                  </a:ext>
                </a:extLst>
              </p14:cNvPr>
              <p14:cNvContentPartPr/>
              <p14:nvPr/>
            </p14:nvContentPartPr>
            <p14:xfrm>
              <a:off x="1890670" y="2990221"/>
              <a:ext cx="110520" cy="47880"/>
            </p14:xfrm>
          </p:contentPart>
        </mc:Choice>
        <mc:Fallback xmlns="">
          <p:pic>
            <p:nvPicPr>
              <p:cNvPr id="126" name="Ink 125">
                <a:extLst>
                  <a:ext uri="{FF2B5EF4-FFF2-40B4-BE49-F238E27FC236}">
                    <a16:creationId xmlns:a16="http://schemas.microsoft.com/office/drawing/2014/main" id="{724CDF60-7C1A-76B6-E230-686DAFE73EA0}"/>
                  </a:ext>
                </a:extLst>
              </p:cNvPr>
              <p:cNvPicPr/>
              <p:nvPr/>
            </p:nvPicPr>
            <p:blipFill>
              <a:blip r:embed="rId30"/>
              <a:stretch>
                <a:fillRect/>
              </a:stretch>
            </p:blipFill>
            <p:spPr>
              <a:xfrm>
                <a:off x="1875240" y="2974741"/>
                <a:ext cx="141021"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33" name="Ink 132">
                <a:extLst>
                  <a:ext uri="{FF2B5EF4-FFF2-40B4-BE49-F238E27FC236}">
                    <a16:creationId xmlns:a16="http://schemas.microsoft.com/office/drawing/2014/main" id="{9E63B8A4-1441-594F-51DD-499B694E1C71}"/>
                  </a:ext>
                </a:extLst>
              </p14:cNvPr>
              <p14:cNvContentPartPr/>
              <p14:nvPr/>
            </p14:nvContentPartPr>
            <p14:xfrm>
              <a:off x="3544510" y="2925421"/>
              <a:ext cx="373680" cy="186480"/>
            </p14:xfrm>
          </p:contentPart>
        </mc:Choice>
        <mc:Fallback xmlns="">
          <p:pic>
            <p:nvPicPr>
              <p:cNvPr id="133" name="Ink 132">
                <a:extLst>
                  <a:ext uri="{FF2B5EF4-FFF2-40B4-BE49-F238E27FC236}">
                    <a16:creationId xmlns:a16="http://schemas.microsoft.com/office/drawing/2014/main" id="{9E63B8A4-1441-594F-51DD-499B694E1C71}"/>
                  </a:ext>
                </a:extLst>
              </p:cNvPr>
              <p:cNvPicPr/>
              <p:nvPr/>
            </p:nvPicPr>
            <p:blipFill>
              <a:blip r:embed="rId32"/>
              <a:stretch>
                <a:fillRect/>
              </a:stretch>
            </p:blipFill>
            <p:spPr>
              <a:xfrm>
                <a:off x="3529030" y="2909941"/>
                <a:ext cx="4042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37" name="Ink 136">
                <a:extLst>
                  <a:ext uri="{FF2B5EF4-FFF2-40B4-BE49-F238E27FC236}">
                    <a16:creationId xmlns:a16="http://schemas.microsoft.com/office/drawing/2014/main" id="{55C72179-99BE-776A-0830-72753CBC411F}"/>
                  </a:ext>
                </a:extLst>
              </p14:cNvPr>
              <p14:cNvContentPartPr/>
              <p14:nvPr/>
            </p14:nvContentPartPr>
            <p14:xfrm>
              <a:off x="4144630" y="2871781"/>
              <a:ext cx="126000" cy="68400"/>
            </p14:xfrm>
          </p:contentPart>
        </mc:Choice>
        <mc:Fallback xmlns="">
          <p:pic>
            <p:nvPicPr>
              <p:cNvPr id="137" name="Ink 136">
                <a:extLst>
                  <a:ext uri="{FF2B5EF4-FFF2-40B4-BE49-F238E27FC236}">
                    <a16:creationId xmlns:a16="http://schemas.microsoft.com/office/drawing/2014/main" id="{55C72179-99BE-776A-0830-72753CBC411F}"/>
                  </a:ext>
                </a:extLst>
              </p:cNvPr>
              <p:cNvPicPr/>
              <p:nvPr/>
            </p:nvPicPr>
            <p:blipFill>
              <a:blip r:embed="rId34"/>
              <a:stretch>
                <a:fillRect/>
              </a:stretch>
            </p:blipFill>
            <p:spPr>
              <a:xfrm>
                <a:off x="4129150" y="2856301"/>
                <a:ext cx="156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40" name="Ink 139">
                <a:extLst>
                  <a:ext uri="{FF2B5EF4-FFF2-40B4-BE49-F238E27FC236}">
                    <a16:creationId xmlns:a16="http://schemas.microsoft.com/office/drawing/2014/main" id="{4C073825-8B50-BB7F-4729-05594A0A1E0B}"/>
                  </a:ext>
                </a:extLst>
              </p14:cNvPr>
              <p14:cNvContentPartPr/>
              <p14:nvPr/>
            </p14:nvContentPartPr>
            <p14:xfrm>
              <a:off x="4477990" y="2815261"/>
              <a:ext cx="510120" cy="216720"/>
            </p14:xfrm>
          </p:contentPart>
        </mc:Choice>
        <mc:Fallback xmlns="">
          <p:pic>
            <p:nvPicPr>
              <p:cNvPr id="140" name="Ink 139">
                <a:extLst>
                  <a:ext uri="{FF2B5EF4-FFF2-40B4-BE49-F238E27FC236}">
                    <a16:creationId xmlns:a16="http://schemas.microsoft.com/office/drawing/2014/main" id="{4C073825-8B50-BB7F-4729-05594A0A1E0B}"/>
                  </a:ext>
                </a:extLst>
              </p:cNvPr>
              <p:cNvPicPr/>
              <p:nvPr/>
            </p:nvPicPr>
            <p:blipFill>
              <a:blip r:embed="rId36"/>
              <a:stretch>
                <a:fillRect/>
              </a:stretch>
            </p:blipFill>
            <p:spPr>
              <a:xfrm>
                <a:off x="4462510" y="2799781"/>
                <a:ext cx="5407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47" name="Ink 146">
                <a:extLst>
                  <a:ext uri="{FF2B5EF4-FFF2-40B4-BE49-F238E27FC236}">
                    <a16:creationId xmlns:a16="http://schemas.microsoft.com/office/drawing/2014/main" id="{26D883C7-0F82-51BB-37C2-4C49DCCCB943}"/>
                  </a:ext>
                </a:extLst>
              </p14:cNvPr>
              <p14:cNvContentPartPr/>
              <p14:nvPr/>
            </p14:nvContentPartPr>
            <p14:xfrm>
              <a:off x="4845550" y="2735341"/>
              <a:ext cx="756000" cy="287640"/>
            </p14:xfrm>
          </p:contentPart>
        </mc:Choice>
        <mc:Fallback xmlns="">
          <p:pic>
            <p:nvPicPr>
              <p:cNvPr id="147" name="Ink 146">
                <a:extLst>
                  <a:ext uri="{FF2B5EF4-FFF2-40B4-BE49-F238E27FC236}">
                    <a16:creationId xmlns:a16="http://schemas.microsoft.com/office/drawing/2014/main" id="{26D883C7-0F82-51BB-37C2-4C49DCCCB943}"/>
                  </a:ext>
                </a:extLst>
              </p:cNvPr>
              <p:cNvPicPr/>
              <p:nvPr/>
            </p:nvPicPr>
            <p:blipFill>
              <a:blip r:embed="rId38"/>
              <a:stretch>
                <a:fillRect/>
              </a:stretch>
            </p:blipFill>
            <p:spPr>
              <a:xfrm>
                <a:off x="4830070" y="2719880"/>
                <a:ext cx="786600" cy="318202"/>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60" name="Ink 159">
                <a:extLst>
                  <a:ext uri="{FF2B5EF4-FFF2-40B4-BE49-F238E27FC236}">
                    <a16:creationId xmlns:a16="http://schemas.microsoft.com/office/drawing/2014/main" id="{8885DAFE-6274-5537-1A14-1506EC6218EB}"/>
                  </a:ext>
                </a:extLst>
              </p14:cNvPr>
              <p14:cNvContentPartPr/>
              <p14:nvPr/>
            </p14:nvContentPartPr>
            <p14:xfrm>
              <a:off x="5784790" y="2509981"/>
              <a:ext cx="578160" cy="572400"/>
            </p14:xfrm>
          </p:contentPart>
        </mc:Choice>
        <mc:Fallback xmlns="">
          <p:pic>
            <p:nvPicPr>
              <p:cNvPr id="160" name="Ink 159">
                <a:extLst>
                  <a:ext uri="{FF2B5EF4-FFF2-40B4-BE49-F238E27FC236}">
                    <a16:creationId xmlns:a16="http://schemas.microsoft.com/office/drawing/2014/main" id="{8885DAFE-6274-5537-1A14-1506EC6218EB}"/>
                  </a:ext>
                </a:extLst>
              </p:cNvPr>
              <p:cNvPicPr/>
              <p:nvPr/>
            </p:nvPicPr>
            <p:blipFill>
              <a:blip r:embed="rId40"/>
              <a:stretch>
                <a:fillRect/>
              </a:stretch>
            </p:blipFill>
            <p:spPr>
              <a:xfrm>
                <a:off x="5769300" y="2494501"/>
                <a:ext cx="608779" cy="603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73" name="Ink 172">
                <a:extLst>
                  <a:ext uri="{FF2B5EF4-FFF2-40B4-BE49-F238E27FC236}">
                    <a16:creationId xmlns:a16="http://schemas.microsoft.com/office/drawing/2014/main" id="{5664BD02-75E0-14ED-7C89-8EF97EC13274}"/>
                  </a:ext>
                </a:extLst>
              </p14:cNvPr>
              <p14:cNvContentPartPr/>
              <p14:nvPr/>
            </p14:nvContentPartPr>
            <p14:xfrm>
              <a:off x="708724" y="3435927"/>
              <a:ext cx="977040" cy="160920"/>
            </p14:xfrm>
          </p:contentPart>
        </mc:Choice>
        <mc:Fallback xmlns="">
          <p:pic>
            <p:nvPicPr>
              <p:cNvPr id="173" name="Ink 172">
                <a:extLst>
                  <a:ext uri="{FF2B5EF4-FFF2-40B4-BE49-F238E27FC236}">
                    <a16:creationId xmlns:a16="http://schemas.microsoft.com/office/drawing/2014/main" id="{5664BD02-75E0-14ED-7C89-8EF97EC13274}"/>
                  </a:ext>
                </a:extLst>
              </p:cNvPr>
              <p:cNvPicPr/>
              <p:nvPr/>
            </p:nvPicPr>
            <p:blipFill>
              <a:blip r:embed="rId42"/>
              <a:stretch>
                <a:fillRect/>
              </a:stretch>
            </p:blipFill>
            <p:spPr>
              <a:xfrm>
                <a:off x="693250" y="3420412"/>
                <a:ext cx="1007629" cy="191589"/>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83" name="Ink 182">
                <a:extLst>
                  <a:ext uri="{FF2B5EF4-FFF2-40B4-BE49-F238E27FC236}">
                    <a16:creationId xmlns:a16="http://schemas.microsoft.com/office/drawing/2014/main" id="{2681BC39-83A7-3AE0-8CAC-577A73D90162}"/>
                  </a:ext>
                </a:extLst>
              </p14:cNvPr>
              <p14:cNvContentPartPr/>
              <p14:nvPr/>
            </p14:nvContentPartPr>
            <p14:xfrm>
              <a:off x="1951084" y="3255567"/>
              <a:ext cx="699840" cy="344520"/>
            </p14:xfrm>
          </p:contentPart>
        </mc:Choice>
        <mc:Fallback xmlns="">
          <p:pic>
            <p:nvPicPr>
              <p:cNvPr id="183" name="Ink 182">
                <a:extLst>
                  <a:ext uri="{FF2B5EF4-FFF2-40B4-BE49-F238E27FC236}">
                    <a16:creationId xmlns:a16="http://schemas.microsoft.com/office/drawing/2014/main" id="{2681BC39-83A7-3AE0-8CAC-577A73D90162}"/>
                  </a:ext>
                </a:extLst>
              </p:cNvPr>
              <p:cNvPicPr/>
              <p:nvPr/>
            </p:nvPicPr>
            <p:blipFill>
              <a:blip r:embed="rId44"/>
              <a:stretch>
                <a:fillRect/>
              </a:stretch>
            </p:blipFill>
            <p:spPr>
              <a:xfrm>
                <a:off x="1935612" y="3240071"/>
                <a:ext cx="730424" cy="375152"/>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87" name="Ink 186">
                <a:extLst>
                  <a:ext uri="{FF2B5EF4-FFF2-40B4-BE49-F238E27FC236}">
                    <a16:creationId xmlns:a16="http://schemas.microsoft.com/office/drawing/2014/main" id="{D02A9CD0-B07D-9BCC-0CCC-26991F8A4831}"/>
                  </a:ext>
                </a:extLst>
              </p14:cNvPr>
              <p14:cNvContentPartPr/>
              <p14:nvPr/>
            </p14:nvContentPartPr>
            <p14:xfrm>
              <a:off x="2731564" y="3389487"/>
              <a:ext cx="90360" cy="120600"/>
            </p14:xfrm>
          </p:contentPart>
        </mc:Choice>
        <mc:Fallback xmlns="">
          <p:pic>
            <p:nvPicPr>
              <p:cNvPr id="187" name="Ink 186">
                <a:extLst>
                  <a:ext uri="{FF2B5EF4-FFF2-40B4-BE49-F238E27FC236}">
                    <a16:creationId xmlns:a16="http://schemas.microsoft.com/office/drawing/2014/main" id="{D02A9CD0-B07D-9BCC-0CCC-26991F8A4831}"/>
                  </a:ext>
                </a:extLst>
              </p:cNvPr>
              <p:cNvPicPr/>
              <p:nvPr/>
            </p:nvPicPr>
            <p:blipFill>
              <a:blip r:embed="rId46"/>
              <a:stretch>
                <a:fillRect/>
              </a:stretch>
            </p:blipFill>
            <p:spPr>
              <a:xfrm>
                <a:off x="2716084" y="3373961"/>
                <a:ext cx="120960" cy="151292"/>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93" name="Ink 192">
                <a:extLst>
                  <a:ext uri="{FF2B5EF4-FFF2-40B4-BE49-F238E27FC236}">
                    <a16:creationId xmlns:a16="http://schemas.microsoft.com/office/drawing/2014/main" id="{38534B38-6363-915F-70AE-B4B7F2C67759}"/>
                  </a:ext>
                </a:extLst>
              </p14:cNvPr>
              <p14:cNvContentPartPr/>
              <p14:nvPr/>
            </p14:nvContentPartPr>
            <p14:xfrm>
              <a:off x="2867644" y="3317847"/>
              <a:ext cx="261000" cy="252360"/>
            </p14:xfrm>
          </p:contentPart>
        </mc:Choice>
        <mc:Fallback xmlns="">
          <p:pic>
            <p:nvPicPr>
              <p:cNvPr id="193" name="Ink 192">
                <a:extLst>
                  <a:ext uri="{FF2B5EF4-FFF2-40B4-BE49-F238E27FC236}">
                    <a16:creationId xmlns:a16="http://schemas.microsoft.com/office/drawing/2014/main" id="{38534B38-6363-915F-70AE-B4B7F2C67759}"/>
                  </a:ext>
                </a:extLst>
              </p:cNvPr>
              <p:cNvPicPr/>
              <p:nvPr/>
            </p:nvPicPr>
            <p:blipFill>
              <a:blip r:embed="rId48"/>
              <a:stretch>
                <a:fillRect/>
              </a:stretch>
            </p:blipFill>
            <p:spPr>
              <a:xfrm>
                <a:off x="2852164" y="3302345"/>
                <a:ext cx="291600" cy="283004"/>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99" name="Ink 198">
                <a:extLst>
                  <a:ext uri="{FF2B5EF4-FFF2-40B4-BE49-F238E27FC236}">
                    <a16:creationId xmlns:a16="http://schemas.microsoft.com/office/drawing/2014/main" id="{2CBAABA8-AD4E-DC28-5BD8-6D69FF329C9A}"/>
                  </a:ext>
                </a:extLst>
              </p14:cNvPr>
              <p14:cNvContentPartPr/>
              <p14:nvPr/>
            </p14:nvContentPartPr>
            <p14:xfrm>
              <a:off x="4539400" y="3320189"/>
              <a:ext cx="342000" cy="252360"/>
            </p14:xfrm>
          </p:contentPart>
        </mc:Choice>
        <mc:Fallback xmlns="">
          <p:pic>
            <p:nvPicPr>
              <p:cNvPr id="199" name="Ink 198">
                <a:extLst>
                  <a:ext uri="{FF2B5EF4-FFF2-40B4-BE49-F238E27FC236}">
                    <a16:creationId xmlns:a16="http://schemas.microsoft.com/office/drawing/2014/main" id="{2CBAABA8-AD4E-DC28-5BD8-6D69FF329C9A}"/>
                  </a:ext>
                </a:extLst>
              </p:cNvPr>
              <p:cNvPicPr/>
              <p:nvPr/>
            </p:nvPicPr>
            <p:blipFill>
              <a:blip r:embed="rId50"/>
              <a:stretch>
                <a:fillRect/>
              </a:stretch>
            </p:blipFill>
            <p:spPr>
              <a:xfrm>
                <a:off x="4523904" y="3304709"/>
                <a:ext cx="372632"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05" name="Ink 204">
                <a:extLst>
                  <a:ext uri="{FF2B5EF4-FFF2-40B4-BE49-F238E27FC236}">
                    <a16:creationId xmlns:a16="http://schemas.microsoft.com/office/drawing/2014/main" id="{D1CE0A4D-CE12-3E25-3DC8-53A75CE0E742}"/>
                  </a:ext>
                </a:extLst>
              </p14:cNvPr>
              <p14:cNvContentPartPr/>
              <p14:nvPr/>
            </p14:nvContentPartPr>
            <p14:xfrm>
              <a:off x="4994440" y="3412349"/>
              <a:ext cx="513000" cy="161280"/>
            </p14:xfrm>
          </p:contentPart>
        </mc:Choice>
        <mc:Fallback xmlns="">
          <p:pic>
            <p:nvPicPr>
              <p:cNvPr id="205" name="Ink 204">
                <a:extLst>
                  <a:ext uri="{FF2B5EF4-FFF2-40B4-BE49-F238E27FC236}">
                    <a16:creationId xmlns:a16="http://schemas.microsoft.com/office/drawing/2014/main" id="{D1CE0A4D-CE12-3E25-3DC8-53A75CE0E742}"/>
                  </a:ext>
                </a:extLst>
              </p:cNvPr>
              <p:cNvPicPr/>
              <p:nvPr/>
            </p:nvPicPr>
            <p:blipFill>
              <a:blip r:embed="rId52"/>
              <a:stretch>
                <a:fillRect/>
              </a:stretch>
            </p:blipFill>
            <p:spPr>
              <a:xfrm>
                <a:off x="4978960" y="3396834"/>
                <a:ext cx="543600" cy="191948"/>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09" name="Ink 208">
                <a:extLst>
                  <a:ext uri="{FF2B5EF4-FFF2-40B4-BE49-F238E27FC236}">
                    <a16:creationId xmlns:a16="http://schemas.microsoft.com/office/drawing/2014/main" id="{6E42F0A7-BB56-BC1C-F7EB-DA068FE05A64}"/>
                  </a:ext>
                </a:extLst>
              </p14:cNvPr>
              <p14:cNvContentPartPr/>
              <p14:nvPr/>
            </p14:nvContentPartPr>
            <p14:xfrm>
              <a:off x="5423920" y="3301829"/>
              <a:ext cx="184680" cy="98640"/>
            </p14:xfrm>
          </p:contentPart>
        </mc:Choice>
        <mc:Fallback xmlns="">
          <p:pic>
            <p:nvPicPr>
              <p:cNvPr id="209" name="Ink 208">
                <a:extLst>
                  <a:ext uri="{FF2B5EF4-FFF2-40B4-BE49-F238E27FC236}">
                    <a16:creationId xmlns:a16="http://schemas.microsoft.com/office/drawing/2014/main" id="{6E42F0A7-BB56-BC1C-F7EB-DA068FE05A64}"/>
                  </a:ext>
                </a:extLst>
              </p:cNvPr>
              <p:cNvPicPr/>
              <p:nvPr/>
            </p:nvPicPr>
            <p:blipFill>
              <a:blip r:embed="rId54"/>
              <a:stretch>
                <a:fillRect/>
              </a:stretch>
            </p:blipFill>
            <p:spPr>
              <a:xfrm>
                <a:off x="5408470" y="3286349"/>
                <a:ext cx="2152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12" name="Ink 211">
                <a:extLst>
                  <a:ext uri="{FF2B5EF4-FFF2-40B4-BE49-F238E27FC236}">
                    <a16:creationId xmlns:a16="http://schemas.microsoft.com/office/drawing/2014/main" id="{0EF3D8FF-13CE-E8D9-3667-AADB68867478}"/>
                  </a:ext>
                </a:extLst>
              </p14:cNvPr>
              <p14:cNvContentPartPr/>
              <p14:nvPr/>
            </p14:nvContentPartPr>
            <p14:xfrm>
              <a:off x="5712411" y="3394338"/>
              <a:ext cx="189720" cy="182880"/>
            </p14:xfrm>
          </p:contentPart>
        </mc:Choice>
        <mc:Fallback xmlns="">
          <p:pic>
            <p:nvPicPr>
              <p:cNvPr id="212" name="Ink 211">
                <a:extLst>
                  <a:ext uri="{FF2B5EF4-FFF2-40B4-BE49-F238E27FC236}">
                    <a16:creationId xmlns:a16="http://schemas.microsoft.com/office/drawing/2014/main" id="{0EF3D8FF-13CE-E8D9-3667-AADB68867478}"/>
                  </a:ext>
                </a:extLst>
              </p:cNvPr>
              <p:cNvPicPr/>
              <p:nvPr/>
            </p:nvPicPr>
            <p:blipFill>
              <a:blip r:embed="rId56"/>
              <a:stretch>
                <a:fillRect/>
              </a:stretch>
            </p:blipFill>
            <p:spPr>
              <a:xfrm>
                <a:off x="5696931" y="3378858"/>
                <a:ext cx="22032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16" name="Ink 215">
                <a:extLst>
                  <a:ext uri="{FF2B5EF4-FFF2-40B4-BE49-F238E27FC236}">
                    <a16:creationId xmlns:a16="http://schemas.microsoft.com/office/drawing/2014/main" id="{05D8D76A-A297-2CFA-D755-2996B9B7F62F}"/>
                  </a:ext>
                </a:extLst>
              </p14:cNvPr>
              <p14:cNvContentPartPr/>
              <p14:nvPr/>
            </p14:nvContentPartPr>
            <p14:xfrm>
              <a:off x="5841651" y="3297138"/>
              <a:ext cx="196920" cy="98640"/>
            </p14:xfrm>
          </p:contentPart>
        </mc:Choice>
        <mc:Fallback xmlns="">
          <p:pic>
            <p:nvPicPr>
              <p:cNvPr id="216" name="Ink 215">
                <a:extLst>
                  <a:ext uri="{FF2B5EF4-FFF2-40B4-BE49-F238E27FC236}">
                    <a16:creationId xmlns:a16="http://schemas.microsoft.com/office/drawing/2014/main" id="{05D8D76A-A297-2CFA-D755-2996B9B7F62F}"/>
                  </a:ext>
                </a:extLst>
              </p:cNvPr>
              <p:cNvPicPr/>
              <p:nvPr/>
            </p:nvPicPr>
            <p:blipFill>
              <a:blip r:embed="rId58"/>
              <a:stretch>
                <a:fillRect/>
              </a:stretch>
            </p:blipFill>
            <p:spPr>
              <a:xfrm>
                <a:off x="5826143" y="3281658"/>
                <a:ext cx="227576"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230" name="Ink 229">
                <a:extLst>
                  <a:ext uri="{FF2B5EF4-FFF2-40B4-BE49-F238E27FC236}">
                    <a16:creationId xmlns:a16="http://schemas.microsoft.com/office/drawing/2014/main" id="{9327406E-2623-A43C-C1BF-EDA6D175A1EE}"/>
                  </a:ext>
                </a:extLst>
              </p14:cNvPr>
              <p14:cNvContentPartPr/>
              <p14:nvPr/>
            </p14:nvContentPartPr>
            <p14:xfrm>
              <a:off x="6143065" y="3286040"/>
              <a:ext cx="1100520" cy="283320"/>
            </p14:xfrm>
          </p:contentPart>
        </mc:Choice>
        <mc:Fallback xmlns="">
          <p:pic>
            <p:nvPicPr>
              <p:cNvPr id="230" name="Ink 229">
                <a:extLst>
                  <a:ext uri="{FF2B5EF4-FFF2-40B4-BE49-F238E27FC236}">
                    <a16:creationId xmlns:a16="http://schemas.microsoft.com/office/drawing/2014/main" id="{9327406E-2623-A43C-C1BF-EDA6D175A1EE}"/>
                  </a:ext>
                </a:extLst>
              </p:cNvPr>
              <p:cNvPicPr/>
              <p:nvPr/>
            </p:nvPicPr>
            <p:blipFill>
              <a:blip r:embed="rId60"/>
              <a:stretch>
                <a:fillRect/>
              </a:stretch>
            </p:blipFill>
            <p:spPr>
              <a:xfrm>
                <a:off x="6127585" y="3270560"/>
                <a:ext cx="113112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244" name="Ink 243">
                <a:extLst>
                  <a:ext uri="{FF2B5EF4-FFF2-40B4-BE49-F238E27FC236}">
                    <a16:creationId xmlns:a16="http://schemas.microsoft.com/office/drawing/2014/main" id="{F729A608-8AB9-6EB1-FB48-6C9C9BFD2E7C}"/>
                  </a:ext>
                </a:extLst>
              </p14:cNvPr>
              <p14:cNvContentPartPr/>
              <p14:nvPr/>
            </p14:nvContentPartPr>
            <p14:xfrm>
              <a:off x="7334679" y="3274904"/>
              <a:ext cx="971280" cy="340920"/>
            </p14:xfrm>
          </p:contentPart>
        </mc:Choice>
        <mc:Fallback xmlns="">
          <p:pic>
            <p:nvPicPr>
              <p:cNvPr id="244" name="Ink 243">
                <a:extLst>
                  <a:ext uri="{FF2B5EF4-FFF2-40B4-BE49-F238E27FC236}">
                    <a16:creationId xmlns:a16="http://schemas.microsoft.com/office/drawing/2014/main" id="{F729A608-8AB9-6EB1-FB48-6C9C9BFD2E7C}"/>
                  </a:ext>
                </a:extLst>
              </p:cNvPr>
              <p:cNvPicPr/>
              <p:nvPr/>
            </p:nvPicPr>
            <p:blipFill>
              <a:blip r:embed="rId62"/>
              <a:stretch>
                <a:fillRect/>
              </a:stretch>
            </p:blipFill>
            <p:spPr>
              <a:xfrm>
                <a:off x="7319199" y="3259408"/>
                <a:ext cx="1001880" cy="371552"/>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247" name="Ink 246">
                <a:extLst>
                  <a:ext uri="{FF2B5EF4-FFF2-40B4-BE49-F238E27FC236}">
                    <a16:creationId xmlns:a16="http://schemas.microsoft.com/office/drawing/2014/main" id="{9A3D4029-0E57-02E6-C1B1-F645F0773906}"/>
                  </a:ext>
                </a:extLst>
              </p14:cNvPr>
              <p14:cNvContentPartPr/>
              <p14:nvPr/>
            </p14:nvContentPartPr>
            <p14:xfrm>
              <a:off x="8401359" y="3477944"/>
              <a:ext cx="107640" cy="67680"/>
            </p14:xfrm>
          </p:contentPart>
        </mc:Choice>
        <mc:Fallback xmlns="">
          <p:pic>
            <p:nvPicPr>
              <p:cNvPr id="247" name="Ink 246">
                <a:extLst>
                  <a:ext uri="{FF2B5EF4-FFF2-40B4-BE49-F238E27FC236}">
                    <a16:creationId xmlns:a16="http://schemas.microsoft.com/office/drawing/2014/main" id="{9A3D4029-0E57-02E6-C1B1-F645F0773906}"/>
                  </a:ext>
                </a:extLst>
              </p:cNvPr>
              <p:cNvPicPr/>
              <p:nvPr/>
            </p:nvPicPr>
            <p:blipFill>
              <a:blip r:embed="rId64"/>
              <a:stretch>
                <a:fillRect/>
              </a:stretch>
            </p:blipFill>
            <p:spPr>
              <a:xfrm>
                <a:off x="8385879" y="3462464"/>
                <a:ext cx="1382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53" name="Ink 252">
                <a:extLst>
                  <a:ext uri="{FF2B5EF4-FFF2-40B4-BE49-F238E27FC236}">
                    <a16:creationId xmlns:a16="http://schemas.microsoft.com/office/drawing/2014/main" id="{1582C7B9-5258-AF52-1F18-7A1BD50B11B0}"/>
                  </a:ext>
                </a:extLst>
              </p14:cNvPr>
              <p14:cNvContentPartPr/>
              <p14:nvPr/>
            </p14:nvContentPartPr>
            <p14:xfrm>
              <a:off x="8648319" y="3261224"/>
              <a:ext cx="300960" cy="303480"/>
            </p14:xfrm>
          </p:contentPart>
        </mc:Choice>
        <mc:Fallback xmlns="">
          <p:pic>
            <p:nvPicPr>
              <p:cNvPr id="253" name="Ink 252">
                <a:extLst>
                  <a:ext uri="{FF2B5EF4-FFF2-40B4-BE49-F238E27FC236}">
                    <a16:creationId xmlns:a16="http://schemas.microsoft.com/office/drawing/2014/main" id="{1582C7B9-5258-AF52-1F18-7A1BD50B11B0}"/>
                  </a:ext>
                </a:extLst>
              </p:cNvPr>
              <p:cNvPicPr/>
              <p:nvPr/>
            </p:nvPicPr>
            <p:blipFill>
              <a:blip r:embed="rId66"/>
              <a:stretch>
                <a:fillRect/>
              </a:stretch>
            </p:blipFill>
            <p:spPr>
              <a:xfrm>
                <a:off x="8632820" y="3245744"/>
                <a:ext cx="331597" cy="334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256" name="Ink 255">
                <a:extLst>
                  <a:ext uri="{FF2B5EF4-FFF2-40B4-BE49-F238E27FC236}">
                    <a16:creationId xmlns:a16="http://schemas.microsoft.com/office/drawing/2014/main" id="{B4F626F3-9E51-91AD-D266-44B033F7B9BF}"/>
                  </a:ext>
                </a:extLst>
              </p14:cNvPr>
              <p14:cNvContentPartPr/>
              <p14:nvPr/>
            </p14:nvContentPartPr>
            <p14:xfrm>
              <a:off x="1891342" y="3895345"/>
              <a:ext cx="122400" cy="219600"/>
            </p14:xfrm>
          </p:contentPart>
        </mc:Choice>
        <mc:Fallback xmlns="">
          <p:pic>
            <p:nvPicPr>
              <p:cNvPr id="256" name="Ink 255">
                <a:extLst>
                  <a:ext uri="{FF2B5EF4-FFF2-40B4-BE49-F238E27FC236}">
                    <a16:creationId xmlns:a16="http://schemas.microsoft.com/office/drawing/2014/main" id="{B4F626F3-9E51-91AD-D266-44B033F7B9BF}"/>
                  </a:ext>
                </a:extLst>
              </p:cNvPr>
              <p:cNvPicPr/>
              <p:nvPr/>
            </p:nvPicPr>
            <p:blipFill>
              <a:blip r:embed="rId68"/>
              <a:stretch>
                <a:fillRect/>
              </a:stretch>
            </p:blipFill>
            <p:spPr>
              <a:xfrm>
                <a:off x="1875862" y="3879890"/>
                <a:ext cx="153000" cy="25015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260" name="Ink 259">
                <a:extLst>
                  <a:ext uri="{FF2B5EF4-FFF2-40B4-BE49-F238E27FC236}">
                    <a16:creationId xmlns:a16="http://schemas.microsoft.com/office/drawing/2014/main" id="{492BC6D2-680A-1609-E721-2AFA44C1D517}"/>
                  </a:ext>
                </a:extLst>
              </p14:cNvPr>
              <p14:cNvContentPartPr/>
              <p14:nvPr/>
            </p14:nvContentPartPr>
            <p14:xfrm>
              <a:off x="2015542" y="3798145"/>
              <a:ext cx="182520" cy="119520"/>
            </p14:xfrm>
          </p:contentPart>
        </mc:Choice>
        <mc:Fallback xmlns="">
          <p:pic>
            <p:nvPicPr>
              <p:cNvPr id="260" name="Ink 259">
                <a:extLst>
                  <a:ext uri="{FF2B5EF4-FFF2-40B4-BE49-F238E27FC236}">
                    <a16:creationId xmlns:a16="http://schemas.microsoft.com/office/drawing/2014/main" id="{492BC6D2-680A-1609-E721-2AFA44C1D517}"/>
                  </a:ext>
                </a:extLst>
              </p:cNvPr>
              <p:cNvPicPr/>
              <p:nvPr/>
            </p:nvPicPr>
            <p:blipFill>
              <a:blip r:embed="rId70"/>
              <a:stretch>
                <a:fillRect/>
              </a:stretch>
            </p:blipFill>
            <p:spPr>
              <a:xfrm>
                <a:off x="2000062" y="3782665"/>
                <a:ext cx="2131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274" name="Ink 273">
                <a:extLst>
                  <a:ext uri="{FF2B5EF4-FFF2-40B4-BE49-F238E27FC236}">
                    <a16:creationId xmlns:a16="http://schemas.microsoft.com/office/drawing/2014/main" id="{4B1CCAA6-51A2-7AAD-2C3C-E485CDC8AF98}"/>
                  </a:ext>
                </a:extLst>
              </p14:cNvPr>
              <p14:cNvContentPartPr/>
              <p14:nvPr/>
            </p14:nvContentPartPr>
            <p14:xfrm>
              <a:off x="2544382" y="3816865"/>
              <a:ext cx="856800" cy="277200"/>
            </p14:xfrm>
          </p:contentPart>
        </mc:Choice>
        <mc:Fallback xmlns="">
          <p:pic>
            <p:nvPicPr>
              <p:cNvPr id="274" name="Ink 273">
                <a:extLst>
                  <a:ext uri="{FF2B5EF4-FFF2-40B4-BE49-F238E27FC236}">
                    <a16:creationId xmlns:a16="http://schemas.microsoft.com/office/drawing/2014/main" id="{4B1CCAA6-51A2-7AAD-2C3C-E485CDC8AF98}"/>
                  </a:ext>
                </a:extLst>
              </p:cNvPr>
              <p:cNvPicPr/>
              <p:nvPr/>
            </p:nvPicPr>
            <p:blipFill>
              <a:blip r:embed="rId72"/>
              <a:stretch>
                <a:fillRect/>
              </a:stretch>
            </p:blipFill>
            <p:spPr>
              <a:xfrm>
                <a:off x="2528902" y="3801405"/>
                <a:ext cx="887400" cy="307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75" name="Ink 274">
                <a:extLst>
                  <a:ext uri="{FF2B5EF4-FFF2-40B4-BE49-F238E27FC236}">
                    <a16:creationId xmlns:a16="http://schemas.microsoft.com/office/drawing/2014/main" id="{73376639-E814-E311-6FE8-A5221B4F75AD}"/>
                  </a:ext>
                </a:extLst>
              </p14:cNvPr>
              <p14:cNvContentPartPr/>
              <p14:nvPr/>
            </p14:nvContentPartPr>
            <p14:xfrm>
              <a:off x="2262862" y="3987505"/>
              <a:ext cx="90360" cy="44280"/>
            </p14:xfrm>
          </p:contentPart>
        </mc:Choice>
        <mc:Fallback xmlns="">
          <p:pic>
            <p:nvPicPr>
              <p:cNvPr id="275" name="Ink 274">
                <a:extLst>
                  <a:ext uri="{FF2B5EF4-FFF2-40B4-BE49-F238E27FC236}">
                    <a16:creationId xmlns:a16="http://schemas.microsoft.com/office/drawing/2014/main" id="{73376639-E814-E311-6FE8-A5221B4F75AD}"/>
                  </a:ext>
                </a:extLst>
              </p:cNvPr>
              <p:cNvPicPr/>
              <p:nvPr/>
            </p:nvPicPr>
            <p:blipFill>
              <a:blip r:embed="rId74"/>
              <a:stretch>
                <a:fillRect/>
              </a:stretch>
            </p:blipFill>
            <p:spPr>
              <a:xfrm>
                <a:off x="2247320" y="3972025"/>
                <a:ext cx="121082"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81" name="Ink 280">
                <a:extLst>
                  <a:ext uri="{FF2B5EF4-FFF2-40B4-BE49-F238E27FC236}">
                    <a16:creationId xmlns:a16="http://schemas.microsoft.com/office/drawing/2014/main" id="{18C145D6-CC2F-32A3-37A6-6E4B07727248}"/>
                  </a:ext>
                </a:extLst>
              </p14:cNvPr>
              <p14:cNvContentPartPr/>
              <p14:nvPr/>
            </p14:nvContentPartPr>
            <p14:xfrm>
              <a:off x="4534891" y="3807720"/>
              <a:ext cx="335160" cy="267840"/>
            </p14:xfrm>
          </p:contentPart>
        </mc:Choice>
        <mc:Fallback xmlns="">
          <p:pic>
            <p:nvPicPr>
              <p:cNvPr id="281" name="Ink 280">
                <a:extLst>
                  <a:ext uri="{FF2B5EF4-FFF2-40B4-BE49-F238E27FC236}">
                    <a16:creationId xmlns:a16="http://schemas.microsoft.com/office/drawing/2014/main" id="{18C145D6-CC2F-32A3-37A6-6E4B07727248}"/>
                  </a:ext>
                </a:extLst>
              </p:cNvPr>
              <p:cNvPicPr/>
              <p:nvPr/>
            </p:nvPicPr>
            <p:blipFill>
              <a:blip r:embed="rId76"/>
              <a:stretch>
                <a:fillRect/>
              </a:stretch>
            </p:blipFill>
            <p:spPr>
              <a:xfrm>
                <a:off x="4519428" y="3792240"/>
                <a:ext cx="365727"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287" name="Ink 286">
                <a:extLst>
                  <a:ext uri="{FF2B5EF4-FFF2-40B4-BE49-F238E27FC236}">
                    <a16:creationId xmlns:a16="http://schemas.microsoft.com/office/drawing/2014/main" id="{A067ABAA-35CC-70B8-6614-77AA8AE31AEC}"/>
                  </a:ext>
                </a:extLst>
              </p14:cNvPr>
              <p14:cNvContentPartPr/>
              <p14:nvPr/>
            </p14:nvContentPartPr>
            <p14:xfrm>
              <a:off x="5243731" y="3918240"/>
              <a:ext cx="242640" cy="168120"/>
            </p14:xfrm>
          </p:contentPart>
        </mc:Choice>
        <mc:Fallback xmlns="">
          <p:pic>
            <p:nvPicPr>
              <p:cNvPr id="287" name="Ink 286">
                <a:extLst>
                  <a:ext uri="{FF2B5EF4-FFF2-40B4-BE49-F238E27FC236}">
                    <a16:creationId xmlns:a16="http://schemas.microsoft.com/office/drawing/2014/main" id="{A067ABAA-35CC-70B8-6614-77AA8AE31AEC}"/>
                  </a:ext>
                </a:extLst>
              </p:cNvPr>
              <p:cNvPicPr/>
              <p:nvPr/>
            </p:nvPicPr>
            <p:blipFill>
              <a:blip r:embed="rId78"/>
              <a:stretch>
                <a:fillRect/>
              </a:stretch>
            </p:blipFill>
            <p:spPr>
              <a:xfrm>
                <a:off x="5228251" y="3902727"/>
                <a:ext cx="273240" cy="198786"/>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88" name="Ink 287">
                <a:extLst>
                  <a:ext uri="{FF2B5EF4-FFF2-40B4-BE49-F238E27FC236}">
                    <a16:creationId xmlns:a16="http://schemas.microsoft.com/office/drawing/2014/main" id="{BBD11B7A-D018-AEBD-9C3E-CAD532EDB670}"/>
                  </a:ext>
                </a:extLst>
              </p14:cNvPr>
              <p14:cNvContentPartPr/>
              <p14:nvPr/>
            </p14:nvContentPartPr>
            <p14:xfrm>
              <a:off x="4985251" y="3957480"/>
              <a:ext cx="85680" cy="34920"/>
            </p14:xfrm>
          </p:contentPart>
        </mc:Choice>
        <mc:Fallback xmlns="">
          <p:pic>
            <p:nvPicPr>
              <p:cNvPr id="288" name="Ink 287">
                <a:extLst>
                  <a:ext uri="{FF2B5EF4-FFF2-40B4-BE49-F238E27FC236}">
                    <a16:creationId xmlns:a16="http://schemas.microsoft.com/office/drawing/2014/main" id="{BBD11B7A-D018-AEBD-9C3E-CAD532EDB670}"/>
                  </a:ext>
                </a:extLst>
              </p:cNvPr>
              <p:cNvPicPr/>
              <p:nvPr/>
            </p:nvPicPr>
            <p:blipFill>
              <a:blip r:embed="rId80"/>
              <a:stretch>
                <a:fillRect/>
              </a:stretch>
            </p:blipFill>
            <p:spPr>
              <a:xfrm>
                <a:off x="4969836" y="3942000"/>
                <a:ext cx="116152"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97" name="Ink 296">
                <a:extLst>
                  <a:ext uri="{FF2B5EF4-FFF2-40B4-BE49-F238E27FC236}">
                    <a16:creationId xmlns:a16="http://schemas.microsoft.com/office/drawing/2014/main" id="{A39A8CDB-B0AE-3305-8C2C-B16D81F1F428}"/>
                  </a:ext>
                </a:extLst>
              </p14:cNvPr>
              <p14:cNvContentPartPr/>
              <p14:nvPr/>
            </p14:nvContentPartPr>
            <p14:xfrm>
              <a:off x="5377651" y="3793680"/>
              <a:ext cx="641160" cy="292320"/>
            </p14:xfrm>
          </p:contentPart>
        </mc:Choice>
        <mc:Fallback xmlns="">
          <p:pic>
            <p:nvPicPr>
              <p:cNvPr id="297" name="Ink 296">
                <a:extLst>
                  <a:ext uri="{FF2B5EF4-FFF2-40B4-BE49-F238E27FC236}">
                    <a16:creationId xmlns:a16="http://schemas.microsoft.com/office/drawing/2014/main" id="{A39A8CDB-B0AE-3305-8C2C-B16D81F1F428}"/>
                  </a:ext>
                </a:extLst>
              </p:cNvPr>
              <p:cNvPicPr/>
              <p:nvPr/>
            </p:nvPicPr>
            <p:blipFill>
              <a:blip r:embed="rId82"/>
              <a:stretch>
                <a:fillRect/>
              </a:stretch>
            </p:blipFill>
            <p:spPr>
              <a:xfrm>
                <a:off x="5362162" y="3778219"/>
                <a:ext cx="671777" cy="322882"/>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08" name="Ink 307">
                <a:extLst>
                  <a:ext uri="{FF2B5EF4-FFF2-40B4-BE49-F238E27FC236}">
                    <a16:creationId xmlns:a16="http://schemas.microsoft.com/office/drawing/2014/main" id="{C02BA691-9F78-5342-2B50-9DB87207F889}"/>
                  </a:ext>
                </a:extLst>
              </p14:cNvPr>
              <p14:cNvContentPartPr/>
              <p14:nvPr/>
            </p14:nvContentPartPr>
            <p14:xfrm>
              <a:off x="6072851" y="3771000"/>
              <a:ext cx="1045440" cy="306000"/>
            </p14:xfrm>
          </p:contentPart>
        </mc:Choice>
        <mc:Fallback xmlns="">
          <p:pic>
            <p:nvPicPr>
              <p:cNvPr id="308" name="Ink 307">
                <a:extLst>
                  <a:ext uri="{FF2B5EF4-FFF2-40B4-BE49-F238E27FC236}">
                    <a16:creationId xmlns:a16="http://schemas.microsoft.com/office/drawing/2014/main" id="{C02BA691-9F78-5342-2B50-9DB87207F889}"/>
                  </a:ext>
                </a:extLst>
              </p:cNvPr>
              <p:cNvPicPr/>
              <p:nvPr/>
            </p:nvPicPr>
            <p:blipFill>
              <a:blip r:embed="rId84"/>
              <a:stretch>
                <a:fillRect/>
              </a:stretch>
            </p:blipFill>
            <p:spPr>
              <a:xfrm>
                <a:off x="6057371" y="3755538"/>
                <a:ext cx="1076040" cy="336564"/>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13" name="Ink 312">
                <a:extLst>
                  <a:ext uri="{FF2B5EF4-FFF2-40B4-BE49-F238E27FC236}">
                    <a16:creationId xmlns:a16="http://schemas.microsoft.com/office/drawing/2014/main" id="{039E1792-7139-09E2-A735-5AFF32DAC9D0}"/>
                  </a:ext>
                </a:extLst>
              </p14:cNvPr>
              <p14:cNvContentPartPr/>
              <p14:nvPr/>
            </p14:nvContentPartPr>
            <p14:xfrm>
              <a:off x="7435091" y="3906720"/>
              <a:ext cx="164160" cy="221760"/>
            </p14:xfrm>
          </p:contentPart>
        </mc:Choice>
        <mc:Fallback xmlns="">
          <p:pic>
            <p:nvPicPr>
              <p:cNvPr id="313" name="Ink 312">
                <a:extLst>
                  <a:ext uri="{FF2B5EF4-FFF2-40B4-BE49-F238E27FC236}">
                    <a16:creationId xmlns:a16="http://schemas.microsoft.com/office/drawing/2014/main" id="{039E1792-7139-09E2-A735-5AFF32DAC9D0}"/>
                  </a:ext>
                </a:extLst>
              </p:cNvPr>
              <p:cNvPicPr/>
              <p:nvPr/>
            </p:nvPicPr>
            <p:blipFill>
              <a:blip r:embed="rId86"/>
              <a:stretch>
                <a:fillRect/>
              </a:stretch>
            </p:blipFill>
            <p:spPr>
              <a:xfrm>
                <a:off x="7419611" y="3891240"/>
                <a:ext cx="1947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14" name="Ink 313">
                <a:extLst>
                  <a:ext uri="{FF2B5EF4-FFF2-40B4-BE49-F238E27FC236}">
                    <a16:creationId xmlns:a16="http://schemas.microsoft.com/office/drawing/2014/main" id="{FDB8E137-D615-4413-CEC8-D25F23FF1BCD}"/>
                  </a:ext>
                </a:extLst>
              </p14:cNvPr>
              <p14:cNvContentPartPr/>
              <p14:nvPr/>
            </p14:nvContentPartPr>
            <p14:xfrm>
              <a:off x="7193531" y="3972600"/>
              <a:ext cx="110160" cy="65880"/>
            </p14:xfrm>
          </p:contentPart>
        </mc:Choice>
        <mc:Fallback xmlns="">
          <p:pic>
            <p:nvPicPr>
              <p:cNvPr id="314" name="Ink 313">
                <a:extLst>
                  <a:ext uri="{FF2B5EF4-FFF2-40B4-BE49-F238E27FC236}">
                    <a16:creationId xmlns:a16="http://schemas.microsoft.com/office/drawing/2014/main" id="{FDB8E137-D615-4413-CEC8-D25F23FF1BCD}"/>
                  </a:ext>
                </a:extLst>
              </p:cNvPr>
              <p:cNvPicPr/>
              <p:nvPr/>
            </p:nvPicPr>
            <p:blipFill>
              <a:blip r:embed="rId88"/>
              <a:stretch>
                <a:fillRect/>
              </a:stretch>
            </p:blipFill>
            <p:spPr>
              <a:xfrm>
                <a:off x="7178051" y="3957120"/>
                <a:ext cx="1407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18" name="Ink 317">
                <a:extLst>
                  <a:ext uri="{FF2B5EF4-FFF2-40B4-BE49-F238E27FC236}">
                    <a16:creationId xmlns:a16="http://schemas.microsoft.com/office/drawing/2014/main" id="{6E6F646E-5528-55E8-9113-9543A9572520}"/>
                  </a:ext>
                </a:extLst>
              </p14:cNvPr>
              <p14:cNvContentPartPr/>
              <p14:nvPr/>
            </p14:nvContentPartPr>
            <p14:xfrm>
              <a:off x="7560011" y="3821760"/>
              <a:ext cx="247320" cy="122400"/>
            </p14:xfrm>
          </p:contentPart>
        </mc:Choice>
        <mc:Fallback xmlns="">
          <p:pic>
            <p:nvPicPr>
              <p:cNvPr id="318" name="Ink 317">
                <a:extLst>
                  <a:ext uri="{FF2B5EF4-FFF2-40B4-BE49-F238E27FC236}">
                    <a16:creationId xmlns:a16="http://schemas.microsoft.com/office/drawing/2014/main" id="{6E6F646E-5528-55E8-9113-9543A9572520}"/>
                  </a:ext>
                </a:extLst>
              </p:cNvPr>
              <p:cNvPicPr/>
              <p:nvPr/>
            </p:nvPicPr>
            <p:blipFill>
              <a:blip r:embed="rId90"/>
              <a:stretch>
                <a:fillRect/>
              </a:stretch>
            </p:blipFill>
            <p:spPr>
              <a:xfrm>
                <a:off x="7544508" y="3806280"/>
                <a:ext cx="277965"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335" name="Ink 334">
                <a:extLst>
                  <a:ext uri="{FF2B5EF4-FFF2-40B4-BE49-F238E27FC236}">
                    <a16:creationId xmlns:a16="http://schemas.microsoft.com/office/drawing/2014/main" id="{E3B0003C-A58C-763F-46A9-DD75F75D6753}"/>
                  </a:ext>
                </a:extLst>
              </p14:cNvPr>
              <p14:cNvContentPartPr/>
              <p14:nvPr/>
            </p14:nvContentPartPr>
            <p14:xfrm>
              <a:off x="5056782" y="4121640"/>
              <a:ext cx="1205640" cy="309600"/>
            </p14:xfrm>
          </p:contentPart>
        </mc:Choice>
        <mc:Fallback xmlns="">
          <p:pic>
            <p:nvPicPr>
              <p:cNvPr id="335" name="Ink 334">
                <a:extLst>
                  <a:ext uri="{FF2B5EF4-FFF2-40B4-BE49-F238E27FC236}">
                    <a16:creationId xmlns:a16="http://schemas.microsoft.com/office/drawing/2014/main" id="{E3B0003C-A58C-763F-46A9-DD75F75D6753}"/>
                  </a:ext>
                </a:extLst>
              </p:cNvPr>
              <p:cNvPicPr/>
              <p:nvPr/>
            </p:nvPicPr>
            <p:blipFill>
              <a:blip r:embed="rId92"/>
              <a:stretch>
                <a:fillRect/>
              </a:stretch>
            </p:blipFill>
            <p:spPr>
              <a:xfrm>
                <a:off x="5041302" y="4106178"/>
                <a:ext cx="1236240" cy="340164"/>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50" name="Ink 349">
                <a:extLst>
                  <a:ext uri="{FF2B5EF4-FFF2-40B4-BE49-F238E27FC236}">
                    <a16:creationId xmlns:a16="http://schemas.microsoft.com/office/drawing/2014/main" id="{3FE96956-05C4-4DF0-A0CE-2CFA5F5339AC}"/>
                  </a:ext>
                </a:extLst>
              </p14:cNvPr>
              <p14:cNvContentPartPr/>
              <p14:nvPr/>
            </p14:nvContentPartPr>
            <p14:xfrm>
              <a:off x="5068302" y="4512960"/>
              <a:ext cx="1279440" cy="181800"/>
            </p14:xfrm>
          </p:contentPart>
        </mc:Choice>
        <mc:Fallback xmlns="">
          <p:pic>
            <p:nvPicPr>
              <p:cNvPr id="350" name="Ink 349">
                <a:extLst>
                  <a:ext uri="{FF2B5EF4-FFF2-40B4-BE49-F238E27FC236}">
                    <a16:creationId xmlns:a16="http://schemas.microsoft.com/office/drawing/2014/main" id="{3FE96956-05C4-4DF0-A0CE-2CFA5F5339AC}"/>
                  </a:ext>
                </a:extLst>
              </p:cNvPr>
              <p:cNvPicPr/>
              <p:nvPr/>
            </p:nvPicPr>
            <p:blipFill>
              <a:blip r:embed="rId94"/>
              <a:stretch>
                <a:fillRect/>
              </a:stretch>
            </p:blipFill>
            <p:spPr>
              <a:xfrm>
                <a:off x="5052826" y="4492440"/>
                <a:ext cx="1310031"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353" name="Ink 352">
                <a:extLst>
                  <a:ext uri="{FF2B5EF4-FFF2-40B4-BE49-F238E27FC236}">
                    <a16:creationId xmlns:a16="http://schemas.microsoft.com/office/drawing/2014/main" id="{6FCA9632-ED7E-5485-47C6-EE39F1828103}"/>
                  </a:ext>
                </a:extLst>
              </p14:cNvPr>
              <p14:cNvContentPartPr/>
              <p14:nvPr/>
            </p14:nvContentPartPr>
            <p14:xfrm>
              <a:off x="3294778" y="2555858"/>
              <a:ext cx="658440" cy="609840"/>
            </p14:xfrm>
          </p:contentPart>
        </mc:Choice>
        <mc:Fallback xmlns="">
          <p:pic>
            <p:nvPicPr>
              <p:cNvPr id="353" name="Ink 352">
                <a:extLst>
                  <a:ext uri="{FF2B5EF4-FFF2-40B4-BE49-F238E27FC236}">
                    <a16:creationId xmlns:a16="http://schemas.microsoft.com/office/drawing/2014/main" id="{6FCA9632-ED7E-5485-47C6-EE39F1828103}"/>
                  </a:ext>
                </a:extLst>
              </p:cNvPr>
              <p:cNvPicPr/>
              <p:nvPr/>
            </p:nvPicPr>
            <p:blipFill>
              <a:blip r:embed="rId96"/>
              <a:stretch>
                <a:fillRect/>
              </a:stretch>
            </p:blipFill>
            <p:spPr>
              <a:xfrm>
                <a:off x="3279298" y="2540378"/>
                <a:ext cx="689040" cy="640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356" name="Ink 355">
                <a:extLst>
                  <a:ext uri="{FF2B5EF4-FFF2-40B4-BE49-F238E27FC236}">
                    <a16:creationId xmlns:a16="http://schemas.microsoft.com/office/drawing/2014/main" id="{0790050D-4705-4196-6F77-367F3768254A}"/>
                  </a:ext>
                </a:extLst>
              </p14:cNvPr>
              <p14:cNvContentPartPr/>
              <p14:nvPr/>
            </p14:nvContentPartPr>
            <p14:xfrm>
              <a:off x="3294778" y="2574578"/>
              <a:ext cx="677160" cy="586800"/>
            </p14:xfrm>
          </p:contentPart>
        </mc:Choice>
        <mc:Fallback xmlns="">
          <p:pic>
            <p:nvPicPr>
              <p:cNvPr id="356" name="Ink 355">
                <a:extLst>
                  <a:ext uri="{FF2B5EF4-FFF2-40B4-BE49-F238E27FC236}">
                    <a16:creationId xmlns:a16="http://schemas.microsoft.com/office/drawing/2014/main" id="{0790050D-4705-4196-6F77-367F3768254A}"/>
                  </a:ext>
                </a:extLst>
              </p:cNvPr>
              <p:cNvPicPr/>
              <p:nvPr/>
            </p:nvPicPr>
            <p:blipFill>
              <a:blip r:embed="rId98"/>
              <a:stretch>
                <a:fillRect/>
              </a:stretch>
            </p:blipFill>
            <p:spPr>
              <a:xfrm>
                <a:off x="3279290" y="2559098"/>
                <a:ext cx="707776"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379" name="Ink 378">
                <a:extLst>
                  <a:ext uri="{FF2B5EF4-FFF2-40B4-BE49-F238E27FC236}">
                    <a16:creationId xmlns:a16="http://schemas.microsoft.com/office/drawing/2014/main" id="{FB24BEEC-9C87-4E05-8E07-1A72B5216FEB}"/>
                  </a:ext>
                </a:extLst>
              </p14:cNvPr>
              <p14:cNvContentPartPr/>
              <p14:nvPr/>
            </p14:nvContentPartPr>
            <p14:xfrm>
              <a:off x="992578" y="3161018"/>
              <a:ext cx="2808360" cy="1388160"/>
            </p14:xfrm>
          </p:contentPart>
        </mc:Choice>
        <mc:Fallback xmlns="">
          <p:pic>
            <p:nvPicPr>
              <p:cNvPr id="379" name="Ink 378">
                <a:extLst>
                  <a:ext uri="{FF2B5EF4-FFF2-40B4-BE49-F238E27FC236}">
                    <a16:creationId xmlns:a16="http://schemas.microsoft.com/office/drawing/2014/main" id="{FB24BEEC-9C87-4E05-8E07-1A72B5216FEB}"/>
                  </a:ext>
                </a:extLst>
              </p:cNvPr>
              <p:cNvPicPr/>
              <p:nvPr/>
            </p:nvPicPr>
            <p:blipFill>
              <a:blip r:embed="rId100"/>
              <a:stretch>
                <a:fillRect/>
              </a:stretch>
            </p:blipFill>
            <p:spPr>
              <a:xfrm>
                <a:off x="977098" y="3145538"/>
                <a:ext cx="2838960" cy="1418760"/>
              </a:xfrm>
              <a:prstGeom prst="rect">
                <a:avLst/>
              </a:prstGeom>
            </p:spPr>
          </p:pic>
        </mc:Fallback>
      </mc:AlternateContent>
    </p:spTree>
    <p:extLst>
      <p:ext uri="{BB962C8B-B14F-4D97-AF65-F5344CB8AC3E}">
        <p14:creationId xmlns:p14="http://schemas.microsoft.com/office/powerpoint/2010/main" val="4020896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0253C9-5BA8-8ACC-86FC-7C7F1D7443E9}"/>
              </a:ext>
            </a:extLst>
          </p:cNvPr>
          <p:cNvSpPr>
            <a:spLocks noGrp="1"/>
          </p:cNvSpPr>
          <p:nvPr>
            <p:ph type="title"/>
          </p:nvPr>
        </p:nvSpPr>
        <p:spPr/>
        <p:txBody>
          <a:bodyPr/>
          <a:lstStyle/>
          <a:p>
            <a:r>
              <a:rPr lang="en-US"/>
              <a:t>Propagating the Error Further Back</a:t>
            </a:r>
          </a:p>
        </p:txBody>
      </p:sp>
      <p:grpSp>
        <p:nvGrpSpPr>
          <p:cNvPr id="4" name="Group 3">
            <a:extLst>
              <a:ext uri="{FF2B5EF4-FFF2-40B4-BE49-F238E27FC236}">
                <a16:creationId xmlns:a16="http://schemas.microsoft.com/office/drawing/2014/main" id="{63F6FA21-5BAD-0550-96A0-271B368E9240}"/>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98ACBBA3-0467-524C-56DE-443E202AAFB9}"/>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398B140-FD1A-EBBE-6897-6C1EA41700FB}"/>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68CBC5C-6716-A45D-F47A-EE306C38B779}"/>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9CA46DB-1C74-EE30-EEB2-5C77B936F4C3}"/>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83D43A48-6F41-504D-CD2A-E6B39B2E1D35}"/>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FF512FE-265D-3D78-DC20-DE7B9EF56CEC}"/>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756023A-332D-ADE5-6D4F-667EA715E4A4}"/>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39" name="Ink 38">
                <a:extLst>
                  <a:ext uri="{FF2B5EF4-FFF2-40B4-BE49-F238E27FC236}">
                    <a16:creationId xmlns:a16="http://schemas.microsoft.com/office/drawing/2014/main" id="{E8E23001-C2DA-975E-E639-35501888716C}"/>
                  </a:ext>
                </a:extLst>
              </p14:cNvPr>
              <p14:cNvContentPartPr/>
              <p14:nvPr/>
            </p14:nvContentPartPr>
            <p14:xfrm>
              <a:off x="683280" y="873200"/>
              <a:ext cx="2396880" cy="196560"/>
            </p14:xfrm>
          </p:contentPart>
        </mc:Choice>
        <mc:Fallback xmlns="">
          <p:pic>
            <p:nvPicPr>
              <p:cNvPr id="39" name="Ink 38">
                <a:extLst>
                  <a:ext uri="{FF2B5EF4-FFF2-40B4-BE49-F238E27FC236}">
                    <a16:creationId xmlns:a16="http://schemas.microsoft.com/office/drawing/2014/main" id="{E8E23001-C2DA-975E-E639-35501888716C}"/>
                  </a:ext>
                </a:extLst>
              </p:cNvPr>
              <p:cNvPicPr/>
              <p:nvPr/>
            </p:nvPicPr>
            <p:blipFill>
              <a:blip r:embed="rId3"/>
              <a:stretch>
                <a:fillRect/>
              </a:stretch>
            </p:blipFill>
            <p:spPr>
              <a:xfrm>
                <a:off x="667798" y="857692"/>
                <a:ext cx="2427485" cy="22721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4" name="Ink 43">
                <a:extLst>
                  <a:ext uri="{FF2B5EF4-FFF2-40B4-BE49-F238E27FC236}">
                    <a16:creationId xmlns:a16="http://schemas.microsoft.com/office/drawing/2014/main" id="{3D62150E-9608-3EB2-D2C6-20A5214FDB02}"/>
                  </a:ext>
                </a:extLst>
              </p14:cNvPr>
              <p14:cNvContentPartPr/>
              <p14:nvPr/>
            </p14:nvContentPartPr>
            <p14:xfrm>
              <a:off x="757440" y="1143000"/>
              <a:ext cx="309240" cy="245160"/>
            </p14:xfrm>
          </p:contentPart>
        </mc:Choice>
        <mc:Fallback xmlns="">
          <p:pic>
            <p:nvPicPr>
              <p:cNvPr id="44" name="Ink 43">
                <a:extLst>
                  <a:ext uri="{FF2B5EF4-FFF2-40B4-BE49-F238E27FC236}">
                    <a16:creationId xmlns:a16="http://schemas.microsoft.com/office/drawing/2014/main" id="{3D62150E-9608-3EB2-D2C6-20A5214FDB02}"/>
                  </a:ext>
                </a:extLst>
              </p:cNvPr>
              <p:cNvPicPr/>
              <p:nvPr/>
            </p:nvPicPr>
            <p:blipFill>
              <a:blip r:embed="rId5"/>
              <a:stretch>
                <a:fillRect/>
              </a:stretch>
            </p:blipFill>
            <p:spPr>
              <a:xfrm>
                <a:off x="741960" y="1127520"/>
                <a:ext cx="33984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7" name="Ink 46">
                <a:extLst>
                  <a:ext uri="{FF2B5EF4-FFF2-40B4-BE49-F238E27FC236}">
                    <a16:creationId xmlns:a16="http://schemas.microsoft.com/office/drawing/2014/main" id="{E4BE6687-EDA1-687A-2959-D52F285B1454}"/>
                  </a:ext>
                </a:extLst>
              </p14:cNvPr>
              <p14:cNvContentPartPr/>
              <p14:nvPr/>
            </p14:nvContentPartPr>
            <p14:xfrm>
              <a:off x="669600" y="1436040"/>
              <a:ext cx="505800" cy="222120"/>
            </p14:xfrm>
          </p:contentPart>
        </mc:Choice>
        <mc:Fallback xmlns="">
          <p:pic>
            <p:nvPicPr>
              <p:cNvPr id="47" name="Ink 46">
                <a:extLst>
                  <a:ext uri="{FF2B5EF4-FFF2-40B4-BE49-F238E27FC236}">
                    <a16:creationId xmlns:a16="http://schemas.microsoft.com/office/drawing/2014/main" id="{E4BE6687-EDA1-687A-2959-D52F285B1454}"/>
                  </a:ext>
                </a:extLst>
              </p:cNvPr>
              <p:cNvPicPr/>
              <p:nvPr/>
            </p:nvPicPr>
            <p:blipFill>
              <a:blip r:embed="rId7"/>
              <a:stretch>
                <a:fillRect/>
              </a:stretch>
            </p:blipFill>
            <p:spPr>
              <a:xfrm>
                <a:off x="654131" y="1420535"/>
                <a:ext cx="536378" cy="25277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0" name="Ink 59">
                <a:extLst>
                  <a:ext uri="{FF2B5EF4-FFF2-40B4-BE49-F238E27FC236}">
                    <a16:creationId xmlns:a16="http://schemas.microsoft.com/office/drawing/2014/main" id="{EABB3AB6-A5F4-CB66-53DE-4D334763411E}"/>
                  </a:ext>
                </a:extLst>
              </p14:cNvPr>
              <p14:cNvContentPartPr/>
              <p14:nvPr/>
            </p14:nvContentPartPr>
            <p14:xfrm>
              <a:off x="1697040" y="1091880"/>
              <a:ext cx="304920" cy="248040"/>
            </p14:xfrm>
          </p:contentPart>
        </mc:Choice>
        <mc:Fallback xmlns="">
          <p:pic>
            <p:nvPicPr>
              <p:cNvPr id="60" name="Ink 59">
                <a:extLst>
                  <a:ext uri="{FF2B5EF4-FFF2-40B4-BE49-F238E27FC236}">
                    <a16:creationId xmlns:a16="http://schemas.microsoft.com/office/drawing/2014/main" id="{EABB3AB6-A5F4-CB66-53DE-4D334763411E}"/>
                  </a:ext>
                </a:extLst>
              </p:cNvPr>
              <p:cNvPicPr/>
              <p:nvPr/>
            </p:nvPicPr>
            <p:blipFill>
              <a:blip r:embed="rId9"/>
              <a:stretch>
                <a:fillRect/>
              </a:stretch>
            </p:blipFill>
            <p:spPr>
              <a:xfrm>
                <a:off x="1681578" y="1076377"/>
                <a:ext cx="335484" cy="27868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1" name="Ink 60">
                <a:extLst>
                  <a:ext uri="{FF2B5EF4-FFF2-40B4-BE49-F238E27FC236}">
                    <a16:creationId xmlns:a16="http://schemas.microsoft.com/office/drawing/2014/main" id="{E1787E4D-1F71-9A54-F4BD-312258078729}"/>
                  </a:ext>
                </a:extLst>
              </p14:cNvPr>
              <p14:cNvContentPartPr/>
              <p14:nvPr/>
            </p14:nvContentPartPr>
            <p14:xfrm>
              <a:off x="835560" y="1398960"/>
              <a:ext cx="561600" cy="297720"/>
            </p14:xfrm>
          </p:contentPart>
        </mc:Choice>
        <mc:Fallback xmlns="">
          <p:pic>
            <p:nvPicPr>
              <p:cNvPr id="61" name="Ink 60">
                <a:extLst>
                  <a:ext uri="{FF2B5EF4-FFF2-40B4-BE49-F238E27FC236}">
                    <a16:creationId xmlns:a16="http://schemas.microsoft.com/office/drawing/2014/main" id="{E1787E4D-1F71-9A54-F4BD-312258078729}"/>
                  </a:ext>
                </a:extLst>
              </p:cNvPr>
              <p:cNvPicPr/>
              <p:nvPr/>
            </p:nvPicPr>
            <p:blipFill>
              <a:blip r:embed="rId11"/>
              <a:stretch>
                <a:fillRect/>
              </a:stretch>
            </p:blipFill>
            <p:spPr>
              <a:xfrm>
                <a:off x="820080" y="1383461"/>
                <a:ext cx="592200" cy="328357"/>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4" name="Ink 63">
                <a:extLst>
                  <a:ext uri="{FF2B5EF4-FFF2-40B4-BE49-F238E27FC236}">
                    <a16:creationId xmlns:a16="http://schemas.microsoft.com/office/drawing/2014/main" id="{9754E389-0267-2204-C754-8A82E267E75D}"/>
                  </a:ext>
                </a:extLst>
              </p14:cNvPr>
              <p14:cNvContentPartPr/>
              <p14:nvPr/>
            </p14:nvContentPartPr>
            <p14:xfrm>
              <a:off x="1607040" y="1375920"/>
              <a:ext cx="536040" cy="249840"/>
            </p14:xfrm>
          </p:contentPart>
        </mc:Choice>
        <mc:Fallback xmlns="">
          <p:pic>
            <p:nvPicPr>
              <p:cNvPr id="64" name="Ink 63">
                <a:extLst>
                  <a:ext uri="{FF2B5EF4-FFF2-40B4-BE49-F238E27FC236}">
                    <a16:creationId xmlns:a16="http://schemas.microsoft.com/office/drawing/2014/main" id="{9754E389-0267-2204-C754-8A82E267E75D}"/>
                  </a:ext>
                </a:extLst>
              </p:cNvPr>
              <p:cNvPicPr/>
              <p:nvPr/>
            </p:nvPicPr>
            <p:blipFill>
              <a:blip r:embed="rId13"/>
              <a:stretch>
                <a:fillRect/>
              </a:stretch>
            </p:blipFill>
            <p:spPr>
              <a:xfrm>
                <a:off x="1591560" y="1360440"/>
                <a:ext cx="5666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3" name="Ink 72">
                <a:extLst>
                  <a:ext uri="{FF2B5EF4-FFF2-40B4-BE49-F238E27FC236}">
                    <a16:creationId xmlns:a16="http://schemas.microsoft.com/office/drawing/2014/main" id="{8F2D92AE-1D05-83DE-2DA3-449443FF2EED}"/>
                  </a:ext>
                </a:extLst>
              </p14:cNvPr>
              <p14:cNvContentPartPr/>
              <p14:nvPr/>
            </p14:nvContentPartPr>
            <p14:xfrm>
              <a:off x="1955520" y="1436040"/>
              <a:ext cx="161640" cy="217440"/>
            </p14:xfrm>
          </p:contentPart>
        </mc:Choice>
        <mc:Fallback xmlns="">
          <p:pic>
            <p:nvPicPr>
              <p:cNvPr id="73" name="Ink 72">
                <a:extLst>
                  <a:ext uri="{FF2B5EF4-FFF2-40B4-BE49-F238E27FC236}">
                    <a16:creationId xmlns:a16="http://schemas.microsoft.com/office/drawing/2014/main" id="{8F2D92AE-1D05-83DE-2DA3-449443FF2EED}"/>
                  </a:ext>
                </a:extLst>
              </p:cNvPr>
              <p:cNvPicPr/>
              <p:nvPr/>
            </p:nvPicPr>
            <p:blipFill>
              <a:blip r:embed="rId15"/>
              <a:stretch>
                <a:fillRect/>
              </a:stretch>
            </p:blipFill>
            <p:spPr>
              <a:xfrm>
                <a:off x="1940040" y="1420560"/>
                <a:ext cx="19224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2" name="Ink 81">
                <a:extLst>
                  <a:ext uri="{FF2B5EF4-FFF2-40B4-BE49-F238E27FC236}">
                    <a16:creationId xmlns:a16="http://schemas.microsoft.com/office/drawing/2014/main" id="{BA43A965-DE2C-693B-725C-404917D37475}"/>
                  </a:ext>
                </a:extLst>
              </p14:cNvPr>
              <p14:cNvContentPartPr/>
              <p14:nvPr/>
            </p14:nvContentPartPr>
            <p14:xfrm>
              <a:off x="2380320" y="1177345"/>
              <a:ext cx="120240" cy="148320"/>
            </p14:xfrm>
          </p:contentPart>
        </mc:Choice>
        <mc:Fallback xmlns="">
          <p:pic>
            <p:nvPicPr>
              <p:cNvPr id="82" name="Ink 81">
                <a:extLst>
                  <a:ext uri="{FF2B5EF4-FFF2-40B4-BE49-F238E27FC236}">
                    <a16:creationId xmlns:a16="http://schemas.microsoft.com/office/drawing/2014/main" id="{BA43A965-DE2C-693B-725C-404917D37475}"/>
                  </a:ext>
                </a:extLst>
              </p:cNvPr>
              <p:cNvPicPr/>
              <p:nvPr/>
            </p:nvPicPr>
            <p:blipFill>
              <a:blip r:embed="rId17"/>
              <a:stretch>
                <a:fillRect/>
              </a:stretch>
            </p:blipFill>
            <p:spPr>
              <a:xfrm>
                <a:off x="2364840" y="1161827"/>
                <a:ext cx="150840" cy="17899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5" name="Ink 84">
                <a:extLst>
                  <a:ext uri="{FF2B5EF4-FFF2-40B4-BE49-F238E27FC236}">
                    <a16:creationId xmlns:a16="http://schemas.microsoft.com/office/drawing/2014/main" id="{BEDE8274-C404-F139-C108-F48011732FF6}"/>
                  </a:ext>
                </a:extLst>
              </p14:cNvPr>
              <p14:cNvContentPartPr/>
              <p14:nvPr/>
            </p14:nvContentPartPr>
            <p14:xfrm>
              <a:off x="2364480" y="1385425"/>
              <a:ext cx="466200" cy="217440"/>
            </p14:xfrm>
          </p:contentPart>
        </mc:Choice>
        <mc:Fallback xmlns="">
          <p:pic>
            <p:nvPicPr>
              <p:cNvPr id="85" name="Ink 84">
                <a:extLst>
                  <a:ext uri="{FF2B5EF4-FFF2-40B4-BE49-F238E27FC236}">
                    <a16:creationId xmlns:a16="http://schemas.microsoft.com/office/drawing/2014/main" id="{BEDE8274-C404-F139-C108-F48011732FF6}"/>
                  </a:ext>
                </a:extLst>
              </p:cNvPr>
              <p:cNvPicPr/>
              <p:nvPr/>
            </p:nvPicPr>
            <p:blipFill>
              <a:blip r:embed="rId19"/>
              <a:stretch>
                <a:fillRect/>
              </a:stretch>
            </p:blipFill>
            <p:spPr>
              <a:xfrm>
                <a:off x="2349012" y="1369945"/>
                <a:ext cx="496776"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8" name="Ink 87">
                <a:extLst>
                  <a:ext uri="{FF2B5EF4-FFF2-40B4-BE49-F238E27FC236}">
                    <a16:creationId xmlns:a16="http://schemas.microsoft.com/office/drawing/2014/main" id="{9C3F6362-BDD3-1462-A299-75B9349084A9}"/>
                  </a:ext>
                </a:extLst>
              </p14:cNvPr>
              <p14:cNvContentPartPr/>
              <p14:nvPr/>
            </p14:nvContentPartPr>
            <p14:xfrm>
              <a:off x="1798549" y="1484698"/>
              <a:ext cx="104400" cy="101880"/>
            </p14:xfrm>
          </p:contentPart>
        </mc:Choice>
        <mc:Fallback xmlns="">
          <p:pic>
            <p:nvPicPr>
              <p:cNvPr id="88" name="Ink 87">
                <a:extLst>
                  <a:ext uri="{FF2B5EF4-FFF2-40B4-BE49-F238E27FC236}">
                    <a16:creationId xmlns:a16="http://schemas.microsoft.com/office/drawing/2014/main" id="{9C3F6362-BDD3-1462-A299-75B9349084A9}"/>
                  </a:ext>
                </a:extLst>
              </p:cNvPr>
              <p:cNvPicPr/>
              <p:nvPr/>
            </p:nvPicPr>
            <p:blipFill>
              <a:blip r:embed="rId21"/>
              <a:stretch>
                <a:fillRect/>
              </a:stretch>
            </p:blipFill>
            <p:spPr>
              <a:xfrm>
                <a:off x="1783015" y="1469218"/>
                <a:ext cx="135106"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1" name="Ink 90">
                <a:extLst>
                  <a:ext uri="{FF2B5EF4-FFF2-40B4-BE49-F238E27FC236}">
                    <a16:creationId xmlns:a16="http://schemas.microsoft.com/office/drawing/2014/main" id="{9641CC94-7AA4-9BC5-BAA1-D2211A7D21C2}"/>
                  </a:ext>
                </a:extLst>
              </p14:cNvPr>
              <p14:cNvContentPartPr/>
              <p14:nvPr/>
            </p14:nvContentPartPr>
            <p14:xfrm>
              <a:off x="1801069" y="1431418"/>
              <a:ext cx="261000" cy="145800"/>
            </p14:xfrm>
          </p:contentPart>
        </mc:Choice>
        <mc:Fallback xmlns="">
          <p:pic>
            <p:nvPicPr>
              <p:cNvPr id="91" name="Ink 90">
                <a:extLst>
                  <a:ext uri="{FF2B5EF4-FFF2-40B4-BE49-F238E27FC236}">
                    <a16:creationId xmlns:a16="http://schemas.microsoft.com/office/drawing/2014/main" id="{9641CC94-7AA4-9BC5-BAA1-D2211A7D21C2}"/>
                  </a:ext>
                </a:extLst>
              </p:cNvPr>
              <p:cNvPicPr/>
              <p:nvPr/>
            </p:nvPicPr>
            <p:blipFill>
              <a:blip r:embed="rId23"/>
              <a:stretch>
                <a:fillRect/>
              </a:stretch>
            </p:blipFill>
            <p:spPr>
              <a:xfrm>
                <a:off x="1785610" y="1415938"/>
                <a:ext cx="291558"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9" name="Ink 98">
                <a:extLst>
                  <a:ext uri="{FF2B5EF4-FFF2-40B4-BE49-F238E27FC236}">
                    <a16:creationId xmlns:a16="http://schemas.microsoft.com/office/drawing/2014/main" id="{4EC90DE9-5323-0339-8C6E-9BBB2E606DCC}"/>
                  </a:ext>
                </a:extLst>
              </p14:cNvPr>
              <p14:cNvContentPartPr/>
              <p14:nvPr/>
            </p14:nvContentPartPr>
            <p14:xfrm>
              <a:off x="2528269" y="1468498"/>
              <a:ext cx="134280" cy="178200"/>
            </p14:xfrm>
          </p:contentPart>
        </mc:Choice>
        <mc:Fallback xmlns="">
          <p:pic>
            <p:nvPicPr>
              <p:cNvPr id="99" name="Ink 98">
                <a:extLst>
                  <a:ext uri="{FF2B5EF4-FFF2-40B4-BE49-F238E27FC236}">
                    <a16:creationId xmlns:a16="http://schemas.microsoft.com/office/drawing/2014/main" id="{4EC90DE9-5323-0339-8C6E-9BBB2E606DCC}"/>
                  </a:ext>
                </a:extLst>
              </p:cNvPr>
              <p:cNvPicPr/>
              <p:nvPr/>
            </p:nvPicPr>
            <p:blipFill>
              <a:blip r:embed="rId25"/>
              <a:stretch>
                <a:fillRect/>
              </a:stretch>
            </p:blipFill>
            <p:spPr>
              <a:xfrm>
                <a:off x="2512789" y="1452987"/>
                <a:ext cx="164880" cy="208862"/>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0" name="Ink 99">
                <a:extLst>
                  <a:ext uri="{FF2B5EF4-FFF2-40B4-BE49-F238E27FC236}">
                    <a16:creationId xmlns:a16="http://schemas.microsoft.com/office/drawing/2014/main" id="{55B0D605-D0F7-5092-35DE-C30522DF1527}"/>
                  </a:ext>
                </a:extLst>
              </p14:cNvPr>
              <p14:cNvContentPartPr/>
              <p14:nvPr/>
            </p14:nvContentPartPr>
            <p14:xfrm>
              <a:off x="2539789" y="1129378"/>
              <a:ext cx="346680" cy="231120"/>
            </p14:xfrm>
          </p:contentPart>
        </mc:Choice>
        <mc:Fallback xmlns="">
          <p:pic>
            <p:nvPicPr>
              <p:cNvPr id="100" name="Ink 99">
                <a:extLst>
                  <a:ext uri="{FF2B5EF4-FFF2-40B4-BE49-F238E27FC236}">
                    <a16:creationId xmlns:a16="http://schemas.microsoft.com/office/drawing/2014/main" id="{55B0D605-D0F7-5092-35DE-C30522DF1527}"/>
                  </a:ext>
                </a:extLst>
              </p:cNvPr>
              <p:cNvPicPr/>
              <p:nvPr/>
            </p:nvPicPr>
            <p:blipFill>
              <a:blip r:embed="rId27"/>
              <a:stretch>
                <a:fillRect/>
              </a:stretch>
            </p:blipFill>
            <p:spPr>
              <a:xfrm>
                <a:off x="2524309" y="1113898"/>
                <a:ext cx="37728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4" name="Ink 103">
                <a:extLst>
                  <a:ext uri="{FF2B5EF4-FFF2-40B4-BE49-F238E27FC236}">
                    <a16:creationId xmlns:a16="http://schemas.microsoft.com/office/drawing/2014/main" id="{8A31517C-97A8-7829-2D31-58BAFC7B7DFA}"/>
                  </a:ext>
                </a:extLst>
              </p14:cNvPr>
              <p14:cNvContentPartPr/>
              <p14:nvPr/>
            </p14:nvContentPartPr>
            <p14:xfrm>
              <a:off x="2678389" y="1438258"/>
              <a:ext cx="176040" cy="70560"/>
            </p14:xfrm>
          </p:contentPart>
        </mc:Choice>
        <mc:Fallback xmlns="">
          <p:pic>
            <p:nvPicPr>
              <p:cNvPr id="104" name="Ink 103">
                <a:extLst>
                  <a:ext uri="{FF2B5EF4-FFF2-40B4-BE49-F238E27FC236}">
                    <a16:creationId xmlns:a16="http://schemas.microsoft.com/office/drawing/2014/main" id="{8A31517C-97A8-7829-2D31-58BAFC7B7DFA}"/>
                  </a:ext>
                </a:extLst>
              </p:cNvPr>
              <p:cNvPicPr/>
              <p:nvPr/>
            </p:nvPicPr>
            <p:blipFill>
              <a:blip r:embed="rId29"/>
              <a:stretch>
                <a:fillRect/>
              </a:stretch>
            </p:blipFill>
            <p:spPr>
              <a:xfrm>
                <a:off x="2662909" y="1422778"/>
                <a:ext cx="2066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1" name="Ink 110">
                <a:extLst>
                  <a:ext uri="{FF2B5EF4-FFF2-40B4-BE49-F238E27FC236}">
                    <a16:creationId xmlns:a16="http://schemas.microsoft.com/office/drawing/2014/main" id="{913C0729-6065-EF64-0674-1570970C337F}"/>
                  </a:ext>
                </a:extLst>
              </p14:cNvPr>
              <p14:cNvContentPartPr/>
              <p14:nvPr/>
            </p14:nvContentPartPr>
            <p14:xfrm>
              <a:off x="3188509" y="1119658"/>
              <a:ext cx="628200" cy="208440"/>
            </p14:xfrm>
          </p:contentPart>
        </mc:Choice>
        <mc:Fallback xmlns="">
          <p:pic>
            <p:nvPicPr>
              <p:cNvPr id="111" name="Ink 110">
                <a:extLst>
                  <a:ext uri="{FF2B5EF4-FFF2-40B4-BE49-F238E27FC236}">
                    <a16:creationId xmlns:a16="http://schemas.microsoft.com/office/drawing/2014/main" id="{913C0729-6065-EF64-0674-1570970C337F}"/>
                  </a:ext>
                </a:extLst>
              </p:cNvPr>
              <p:cNvPicPr/>
              <p:nvPr/>
            </p:nvPicPr>
            <p:blipFill>
              <a:blip r:embed="rId31"/>
              <a:stretch>
                <a:fillRect/>
              </a:stretch>
            </p:blipFill>
            <p:spPr>
              <a:xfrm>
                <a:off x="3173029" y="1104151"/>
                <a:ext cx="658800" cy="239093"/>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5" name="Ink 114">
                <a:extLst>
                  <a:ext uri="{FF2B5EF4-FFF2-40B4-BE49-F238E27FC236}">
                    <a16:creationId xmlns:a16="http://schemas.microsoft.com/office/drawing/2014/main" id="{4D480ED4-49CA-0440-99E8-6D1B99EC181E}"/>
                  </a:ext>
                </a:extLst>
              </p14:cNvPr>
              <p14:cNvContentPartPr/>
              <p14:nvPr/>
            </p14:nvContentPartPr>
            <p14:xfrm>
              <a:off x="3119389" y="1364458"/>
              <a:ext cx="740160" cy="249480"/>
            </p14:xfrm>
          </p:contentPart>
        </mc:Choice>
        <mc:Fallback xmlns="">
          <p:pic>
            <p:nvPicPr>
              <p:cNvPr id="115" name="Ink 114">
                <a:extLst>
                  <a:ext uri="{FF2B5EF4-FFF2-40B4-BE49-F238E27FC236}">
                    <a16:creationId xmlns:a16="http://schemas.microsoft.com/office/drawing/2014/main" id="{4D480ED4-49CA-0440-99E8-6D1B99EC181E}"/>
                  </a:ext>
                </a:extLst>
              </p:cNvPr>
              <p:cNvPicPr/>
              <p:nvPr/>
            </p:nvPicPr>
            <p:blipFill>
              <a:blip r:embed="rId33"/>
              <a:stretch>
                <a:fillRect/>
              </a:stretch>
            </p:blipFill>
            <p:spPr>
              <a:xfrm>
                <a:off x="3103909" y="1348978"/>
                <a:ext cx="77076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20" name="Ink 119">
                <a:extLst>
                  <a:ext uri="{FF2B5EF4-FFF2-40B4-BE49-F238E27FC236}">
                    <a16:creationId xmlns:a16="http://schemas.microsoft.com/office/drawing/2014/main" id="{779B2F25-70BA-0CD3-73C2-AEF495FA1FD4}"/>
                  </a:ext>
                </a:extLst>
              </p14:cNvPr>
              <p14:cNvContentPartPr/>
              <p14:nvPr/>
            </p14:nvContentPartPr>
            <p14:xfrm>
              <a:off x="3498109" y="1415578"/>
              <a:ext cx="261000" cy="207720"/>
            </p14:xfrm>
          </p:contentPart>
        </mc:Choice>
        <mc:Fallback xmlns="">
          <p:pic>
            <p:nvPicPr>
              <p:cNvPr id="120" name="Ink 119">
                <a:extLst>
                  <a:ext uri="{FF2B5EF4-FFF2-40B4-BE49-F238E27FC236}">
                    <a16:creationId xmlns:a16="http://schemas.microsoft.com/office/drawing/2014/main" id="{779B2F25-70BA-0CD3-73C2-AEF495FA1FD4}"/>
                  </a:ext>
                </a:extLst>
              </p:cNvPr>
              <p:cNvPicPr/>
              <p:nvPr/>
            </p:nvPicPr>
            <p:blipFill>
              <a:blip r:embed="rId35"/>
              <a:stretch>
                <a:fillRect/>
              </a:stretch>
            </p:blipFill>
            <p:spPr>
              <a:xfrm>
                <a:off x="3482650" y="1400125"/>
                <a:ext cx="291558" cy="238267"/>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7" name="Ink 126">
                <a:extLst>
                  <a:ext uri="{FF2B5EF4-FFF2-40B4-BE49-F238E27FC236}">
                    <a16:creationId xmlns:a16="http://schemas.microsoft.com/office/drawing/2014/main" id="{510702F9-8455-D6E0-362B-D8908DEDD62B}"/>
                  </a:ext>
                </a:extLst>
              </p14:cNvPr>
              <p14:cNvContentPartPr/>
              <p14:nvPr/>
            </p14:nvContentPartPr>
            <p14:xfrm>
              <a:off x="4154029" y="1098778"/>
              <a:ext cx="579600" cy="236160"/>
            </p14:xfrm>
          </p:contentPart>
        </mc:Choice>
        <mc:Fallback xmlns="">
          <p:pic>
            <p:nvPicPr>
              <p:cNvPr id="127" name="Ink 126">
                <a:extLst>
                  <a:ext uri="{FF2B5EF4-FFF2-40B4-BE49-F238E27FC236}">
                    <a16:creationId xmlns:a16="http://schemas.microsoft.com/office/drawing/2014/main" id="{510702F9-8455-D6E0-362B-D8908DEDD62B}"/>
                  </a:ext>
                </a:extLst>
              </p:cNvPr>
              <p:cNvPicPr/>
              <p:nvPr/>
            </p:nvPicPr>
            <p:blipFill>
              <a:blip r:embed="rId37"/>
              <a:stretch>
                <a:fillRect/>
              </a:stretch>
            </p:blipFill>
            <p:spPr>
              <a:xfrm>
                <a:off x="4138539" y="1083274"/>
                <a:ext cx="610219" cy="266807"/>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30" name="Ink 129">
                <a:extLst>
                  <a:ext uri="{FF2B5EF4-FFF2-40B4-BE49-F238E27FC236}">
                    <a16:creationId xmlns:a16="http://schemas.microsoft.com/office/drawing/2014/main" id="{2EE7DD2B-922D-786A-EDDB-5F2F0AF0F07D}"/>
                  </a:ext>
                </a:extLst>
              </p14:cNvPr>
              <p14:cNvContentPartPr/>
              <p14:nvPr/>
            </p14:nvContentPartPr>
            <p14:xfrm>
              <a:off x="4087069" y="1352938"/>
              <a:ext cx="609840" cy="268200"/>
            </p14:xfrm>
          </p:contentPart>
        </mc:Choice>
        <mc:Fallback xmlns="">
          <p:pic>
            <p:nvPicPr>
              <p:cNvPr id="130" name="Ink 129">
                <a:extLst>
                  <a:ext uri="{FF2B5EF4-FFF2-40B4-BE49-F238E27FC236}">
                    <a16:creationId xmlns:a16="http://schemas.microsoft.com/office/drawing/2014/main" id="{2EE7DD2B-922D-786A-EDDB-5F2F0AF0F07D}"/>
                  </a:ext>
                </a:extLst>
              </p:cNvPr>
              <p:cNvPicPr/>
              <p:nvPr/>
            </p:nvPicPr>
            <p:blipFill>
              <a:blip r:embed="rId39"/>
              <a:stretch>
                <a:fillRect/>
              </a:stretch>
            </p:blipFill>
            <p:spPr>
              <a:xfrm>
                <a:off x="4071589" y="1337458"/>
                <a:ext cx="64044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37" name="Ink 136">
                <a:extLst>
                  <a:ext uri="{FF2B5EF4-FFF2-40B4-BE49-F238E27FC236}">
                    <a16:creationId xmlns:a16="http://schemas.microsoft.com/office/drawing/2014/main" id="{C6E1A9A2-60EE-921E-7986-61747DA597AE}"/>
                  </a:ext>
                </a:extLst>
              </p14:cNvPr>
              <p14:cNvContentPartPr/>
              <p14:nvPr/>
            </p14:nvContentPartPr>
            <p14:xfrm>
              <a:off x="4329349" y="1417738"/>
              <a:ext cx="429840" cy="223200"/>
            </p14:xfrm>
          </p:contentPart>
        </mc:Choice>
        <mc:Fallback xmlns="">
          <p:pic>
            <p:nvPicPr>
              <p:cNvPr id="137" name="Ink 136">
                <a:extLst>
                  <a:ext uri="{FF2B5EF4-FFF2-40B4-BE49-F238E27FC236}">
                    <a16:creationId xmlns:a16="http://schemas.microsoft.com/office/drawing/2014/main" id="{C6E1A9A2-60EE-921E-7986-61747DA597AE}"/>
                  </a:ext>
                </a:extLst>
              </p:cNvPr>
              <p:cNvPicPr/>
              <p:nvPr/>
            </p:nvPicPr>
            <p:blipFill>
              <a:blip r:embed="rId41"/>
              <a:stretch>
                <a:fillRect/>
              </a:stretch>
            </p:blipFill>
            <p:spPr>
              <a:xfrm>
                <a:off x="4313869" y="1402258"/>
                <a:ext cx="46044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3" name="Ink 152">
                <a:extLst>
                  <a:ext uri="{FF2B5EF4-FFF2-40B4-BE49-F238E27FC236}">
                    <a16:creationId xmlns:a16="http://schemas.microsoft.com/office/drawing/2014/main" id="{1DF939E1-AAE7-48C5-5BB9-472CB9EB7392}"/>
                  </a:ext>
                </a:extLst>
              </p14:cNvPr>
              <p14:cNvContentPartPr/>
              <p14:nvPr/>
            </p14:nvContentPartPr>
            <p14:xfrm>
              <a:off x="1447560" y="1678644"/>
              <a:ext cx="782280" cy="486000"/>
            </p14:xfrm>
          </p:contentPart>
        </mc:Choice>
        <mc:Fallback xmlns="">
          <p:pic>
            <p:nvPicPr>
              <p:cNvPr id="153" name="Ink 152">
                <a:extLst>
                  <a:ext uri="{FF2B5EF4-FFF2-40B4-BE49-F238E27FC236}">
                    <a16:creationId xmlns:a16="http://schemas.microsoft.com/office/drawing/2014/main" id="{1DF939E1-AAE7-48C5-5BB9-472CB9EB7392}"/>
                  </a:ext>
                </a:extLst>
              </p:cNvPr>
              <p:cNvPicPr/>
              <p:nvPr/>
            </p:nvPicPr>
            <p:blipFill>
              <a:blip r:embed="rId43"/>
              <a:stretch>
                <a:fillRect/>
              </a:stretch>
            </p:blipFill>
            <p:spPr>
              <a:xfrm>
                <a:off x="1432073" y="1663175"/>
                <a:ext cx="812894" cy="516577"/>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65" name="Ink 164">
                <a:extLst>
                  <a:ext uri="{FF2B5EF4-FFF2-40B4-BE49-F238E27FC236}">
                    <a16:creationId xmlns:a16="http://schemas.microsoft.com/office/drawing/2014/main" id="{69E3EBF8-F365-B709-55F3-D592C5AA0CBA}"/>
                  </a:ext>
                </a:extLst>
              </p14:cNvPr>
              <p14:cNvContentPartPr/>
              <p14:nvPr/>
            </p14:nvContentPartPr>
            <p14:xfrm>
              <a:off x="2401200" y="1662444"/>
              <a:ext cx="517680" cy="475920"/>
            </p14:xfrm>
          </p:contentPart>
        </mc:Choice>
        <mc:Fallback xmlns="">
          <p:pic>
            <p:nvPicPr>
              <p:cNvPr id="165" name="Ink 164">
                <a:extLst>
                  <a:ext uri="{FF2B5EF4-FFF2-40B4-BE49-F238E27FC236}">
                    <a16:creationId xmlns:a16="http://schemas.microsoft.com/office/drawing/2014/main" id="{69E3EBF8-F365-B709-55F3-D592C5AA0CBA}"/>
                  </a:ext>
                </a:extLst>
              </p:cNvPr>
              <p:cNvPicPr/>
              <p:nvPr/>
            </p:nvPicPr>
            <p:blipFill>
              <a:blip r:embed="rId45"/>
              <a:stretch>
                <a:fillRect/>
              </a:stretch>
            </p:blipFill>
            <p:spPr>
              <a:xfrm>
                <a:off x="2385709" y="1646976"/>
                <a:ext cx="548301" cy="506497"/>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71" name="Ink 170">
                <a:extLst>
                  <a:ext uri="{FF2B5EF4-FFF2-40B4-BE49-F238E27FC236}">
                    <a16:creationId xmlns:a16="http://schemas.microsoft.com/office/drawing/2014/main" id="{57D6CA2E-12B5-FC97-FDE2-A0C3FBBA3234}"/>
                  </a:ext>
                </a:extLst>
              </p14:cNvPr>
              <p14:cNvContentPartPr/>
              <p14:nvPr/>
            </p14:nvContentPartPr>
            <p14:xfrm>
              <a:off x="3232440" y="1646244"/>
              <a:ext cx="503640" cy="223920"/>
            </p14:xfrm>
          </p:contentPart>
        </mc:Choice>
        <mc:Fallback xmlns="">
          <p:pic>
            <p:nvPicPr>
              <p:cNvPr id="171" name="Ink 170">
                <a:extLst>
                  <a:ext uri="{FF2B5EF4-FFF2-40B4-BE49-F238E27FC236}">
                    <a16:creationId xmlns:a16="http://schemas.microsoft.com/office/drawing/2014/main" id="{57D6CA2E-12B5-FC97-FDE2-A0C3FBBA3234}"/>
                  </a:ext>
                </a:extLst>
              </p:cNvPr>
              <p:cNvPicPr/>
              <p:nvPr/>
            </p:nvPicPr>
            <p:blipFill>
              <a:blip r:embed="rId47"/>
              <a:stretch>
                <a:fillRect/>
              </a:stretch>
            </p:blipFill>
            <p:spPr>
              <a:xfrm>
                <a:off x="3216960" y="1630789"/>
                <a:ext cx="534240" cy="254471"/>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82" name="Ink 181">
                <a:extLst>
                  <a:ext uri="{FF2B5EF4-FFF2-40B4-BE49-F238E27FC236}">
                    <a16:creationId xmlns:a16="http://schemas.microsoft.com/office/drawing/2014/main" id="{5C3821EE-A355-0E96-5531-D3B3C913CA63}"/>
                  </a:ext>
                </a:extLst>
              </p14:cNvPr>
              <p14:cNvContentPartPr/>
              <p14:nvPr/>
            </p14:nvContentPartPr>
            <p14:xfrm>
              <a:off x="3278880" y="1882764"/>
              <a:ext cx="722880" cy="263880"/>
            </p14:xfrm>
          </p:contentPart>
        </mc:Choice>
        <mc:Fallback xmlns="">
          <p:pic>
            <p:nvPicPr>
              <p:cNvPr id="182" name="Ink 181">
                <a:extLst>
                  <a:ext uri="{FF2B5EF4-FFF2-40B4-BE49-F238E27FC236}">
                    <a16:creationId xmlns:a16="http://schemas.microsoft.com/office/drawing/2014/main" id="{5C3821EE-A355-0E96-5531-D3B3C913CA63}"/>
                  </a:ext>
                </a:extLst>
              </p:cNvPr>
              <p:cNvPicPr/>
              <p:nvPr/>
            </p:nvPicPr>
            <p:blipFill>
              <a:blip r:embed="rId49"/>
              <a:stretch>
                <a:fillRect/>
              </a:stretch>
            </p:blipFill>
            <p:spPr>
              <a:xfrm>
                <a:off x="3263400" y="1867284"/>
                <a:ext cx="7534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89" name="Ink 188">
                <a:extLst>
                  <a:ext uri="{FF2B5EF4-FFF2-40B4-BE49-F238E27FC236}">
                    <a16:creationId xmlns:a16="http://schemas.microsoft.com/office/drawing/2014/main" id="{50458683-21B5-D3DE-7878-0B895AEBE3E7}"/>
                  </a:ext>
                </a:extLst>
              </p14:cNvPr>
              <p14:cNvContentPartPr/>
              <p14:nvPr/>
            </p14:nvContentPartPr>
            <p14:xfrm>
              <a:off x="4204800" y="1710684"/>
              <a:ext cx="422280" cy="153000"/>
            </p14:xfrm>
          </p:contentPart>
        </mc:Choice>
        <mc:Fallback xmlns="">
          <p:pic>
            <p:nvPicPr>
              <p:cNvPr id="189" name="Ink 188">
                <a:extLst>
                  <a:ext uri="{FF2B5EF4-FFF2-40B4-BE49-F238E27FC236}">
                    <a16:creationId xmlns:a16="http://schemas.microsoft.com/office/drawing/2014/main" id="{50458683-21B5-D3DE-7878-0B895AEBE3E7}"/>
                  </a:ext>
                </a:extLst>
              </p:cNvPr>
              <p:cNvPicPr/>
              <p:nvPr/>
            </p:nvPicPr>
            <p:blipFill>
              <a:blip r:embed="rId51"/>
              <a:stretch>
                <a:fillRect/>
              </a:stretch>
            </p:blipFill>
            <p:spPr>
              <a:xfrm>
                <a:off x="4189333" y="1695167"/>
                <a:ext cx="452854" cy="183672"/>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1" name="Ink 190">
                <a:extLst>
                  <a:ext uri="{FF2B5EF4-FFF2-40B4-BE49-F238E27FC236}">
                    <a16:creationId xmlns:a16="http://schemas.microsoft.com/office/drawing/2014/main" id="{D8C5720E-ED2E-257F-B79A-6D166CF4CDD3}"/>
                  </a:ext>
                </a:extLst>
              </p14:cNvPr>
              <p14:cNvContentPartPr/>
              <p14:nvPr/>
            </p14:nvContentPartPr>
            <p14:xfrm>
              <a:off x="4384800" y="1967004"/>
              <a:ext cx="199080" cy="180720"/>
            </p14:xfrm>
          </p:contentPart>
        </mc:Choice>
        <mc:Fallback xmlns="">
          <p:pic>
            <p:nvPicPr>
              <p:cNvPr id="191" name="Ink 190">
                <a:extLst>
                  <a:ext uri="{FF2B5EF4-FFF2-40B4-BE49-F238E27FC236}">
                    <a16:creationId xmlns:a16="http://schemas.microsoft.com/office/drawing/2014/main" id="{D8C5720E-ED2E-257F-B79A-6D166CF4CDD3}"/>
                  </a:ext>
                </a:extLst>
              </p:cNvPr>
              <p:cNvPicPr/>
              <p:nvPr/>
            </p:nvPicPr>
            <p:blipFill>
              <a:blip r:embed="rId53"/>
              <a:stretch>
                <a:fillRect/>
              </a:stretch>
            </p:blipFill>
            <p:spPr>
              <a:xfrm>
                <a:off x="4369320" y="1951493"/>
                <a:ext cx="229680" cy="211381"/>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95" name="Ink 194">
                <a:extLst>
                  <a:ext uri="{FF2B5EF4-FFF2-40B4-BE49-F238E27FC236}">
                    <a16:creationId xmlns:a16="http://schemas.microsoft.com/office/drawing/2014/main" id="{E9A37C4B-02F3-1401-C408-EA221FF2C7FD}"/>
                  </a:ext>
                </a:extLst>
              </p14:cNvPr>
              <p14:cNvContentPartPr/>
              <p14:nvPr/>
            </p14:nvContentPartPr>
            <p14:xfrm>
              <a:off x="4534920" y="1891044"/>
              <a:ext cx="191520" cy="99720"/>
            </p14:xfrm>
          </p:contentPart>
        </mc:Choice>
        <mc:Fallback xmlns="">
          <p:pic>
            <p:nvPicPr>
              <p:cNvPr id="195" name="Ink 194">
                <a:extLst>
                  <a:ext uri="{FF2B5EF4-FFF2-40B4-BE49-F238E27FC236}">
                    <a16:creationId xmlns:a16="http://schemas.microsoft.com/office/drawing/2014/main" id="{E9A37C4B-02F3-1401-C408-EA221FF2C7FD}"/>
                  </a:ext>
                </a:extLst>
              </p:cNvPr>
              <p:cNvPicPr/>
              <p:nvPr/>
            </p:nvPicPr>
            <p:blipFill>
              <a:blip r:embed="rId55"/>
              <a:stretch>
                <a:fillRect/>
              </a:stretch>
            </p:blipFill>
            <p:spPr>
              <a:xfrm>
                <a:off x="4519469" y="1875564"/>
                <a:ext cx="222063"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98" name="Ink 197">
                <a:extLst>
                  <a:ext uri="{FF2B5EF4-FFF2-40B4-BE49-F238E27FC236}">
                    <a16:creationId xmlns:a16="http://schemas.microsoft.com/office/drawing/2014/main" id="{F61DF9F8-8B64-170B-15D6-6B9CBE38BBB4}"/>
                  </a:ext>
                </a:extLst>
              </p14:cNvPr>
              <p14:cNvContentPartPr/>
              <p14:nvPr/>
            </p14:nvContentPartPr>
            <p14:xfrm>
              <a:off x="4590360" y="1909404"/>
              <a:ext cx="41760" cy="49680"/>
            </p14:xfrm>
          </p:contentPart>
        </mc:Choice>
        <mc:Fallback xmlns="">
          <p:pic>
            <p:nvPicPr>
              <p:cNvPr id="198" name="Ink 197">
                <a:extLst>
                  <a:ext uri="{FF2B5EF4-FFF2-40B4-BE49-F238E27FC236}">
                    <a16:creationId xmlns:a16="http://schemas.microsoft.com/office/drawing/2014/main" id="{F61DF9F8-8B64-170B-15D6-6B9CBE38BBB4}"/>
                  </a:ext>
                </a:extLst>
              </p:cNvPr>
              <p:cNvPicPr/>
              <p:nvPr/>
            </p:nvPicPr>
            <p:blipFill>
              <a:blip r:embed="rId57"/>
              <a:stretch>
                <a:fillRect/>
              </a:stretch>
            </p:blipFill>
            <p:spPr>
              <a:xfrm>
                <a:off x="4575012" y="1893811"/>
                <a:ext cx="72098" cy="80503"/>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11" name="Ink 210">
                <a:extLst>
                  <a:ext uri="{FF2B5EF4-FFF2-40B4-BE49-F238E27FC236}">
                    <a16:creationId xmlns:a16="http://schemas.microsoft.com/office/drawing/2014/main" id="{76440506-4E6B-6EB1-887F-D6E752C17345}"/>
                  </a:ext>
                </a:extLst>
              </p14:cNvPr>
              <p14:cNvContentPartPr/>
              <p14:nvPr/>
            </p14:nvContentPartPr>
            <p14:xfrm>
              <a:off x="690480" y="2462342"/>
              <a:ext cx="935280" cy="211680"/>
            </p14:xfrm>
          </p:contentPart>
        </mc:Choice>
        <mc:Fallback xmlns="">
          <p:pic>
            <p:nvPicPr>
              <p:cNvPr id="211" name="Ink 210">
                <a:extLst>
                  <a:ext uri="{FF2B5EF4-FFF2-40B4-BE49-F238E27FC236}">
                    <a16:creationId xmlns:a16="http://schemas.microsoft.com/office/drawing/2014/main" id="{76440506-4E6B-6EB1-887F-D6E752C17345}"/>
                  </a:ext>
                </a:extLst>
              </p:cNvPr>
              <p:cNvPicPr/>
              <p:nvPr/>
            </p:nvPicPr>
            <p:blipFill>
              <a:blip r:embed="rId59"/>
              <a:stretch>
                <a:fillRect/>
              </a:stretch>
            </p:blipFill>
            <p:spPr>
              <a:xfrm>
                <a:off x="675000" y="2446888"/>
                <a:ext cx="965880" cy="242228"/>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17" name="Ink 216">
                <a:extLst>
                  <a:ext uri="{FF2B5EF4-FFF2-40B4-BE49-F238E27FC236}">
                    <a16:creationId xmlns:a16="http://schemas.microsoft.com/office/drawing/2014/main" id="{4F401CDB-301F-3DAF-BDF8-3C1B3B03E78F}"/>
                  </a:ext>
                </a:extLst>
              </p14:cNvPr>
              <p14:cNvContentPartPr/>
              <p14:nvPr/>
            </p14:nvContentPartPr>
            <p14:xfrm>
              <a:off x="2098738" y="2512196"/>
              <a:ext cx="311040" cy="117000"/>
            </p14:xfrm>
          </p:contentPart>
        </mc:Choice>
        <mc:Fallback xmlns="">
          <p:pic>
            <p:nvPicPr>
              <p:cNvPr id="217" name="Ink 216">
                <a:extLst>
                  <a:ext uri="{FF2B5EF4-FFF2-40B4-BE49-F238E27FC236}">
                    <a16:creationId xmlns:a16="http://schemas.microsoft.com/office/drawing/2014/main" id="{4F401CDB-301F-3DAF-BDF8-3C1B3B03E78F}"/>
                  </a:ext>
                </a:extLst>
              </p:cNvPr>
              <p:cNvPicPr/>
              <p:nvPr/>
            </p:nvPicPr>
            <p:blipFill>
              <a:blip r:embed="rId61"/>
              <a:stretch>
                <a:fillRect/>
              </a:stretch>
            </p:blipFill>
            <p:spPr>
              <a:xfrm>
                <a:off x="2083258" y="2496716"/>
                <a:ext cx="3416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18" name="Ink 217">
                <a:extLst>
                  <a:ext uri="{FF2B5EF4-FFF2-40B4-BE49-F238E27FC236}">
                    <a16:creationId xmlns:a16="http://schemas.microsoft.com/office/drawing/2014/main" id="{A5B73159-A783-3C26-24FD-803385DFDE76}"/>
                  </a:ext>
                </a:extLst>
              </p14:cNvPr>
              <p14:cNvContentPartPr/>
              <p14:nvPr/>
            </p14:nvContentPartPr>
            <p14:xfrm>
              <a:off x="1750258" y="2488796"/>
              <a:ext cx="199080" cy="125280"/>
            </p14:xfrm>
          </p:contentPart>
        </mc:Choice>
        <mc:Fallback xmlns="">
          <p:pic>
            <p:nvPicPr>
              <p:cNvPr id="218" name="Ink 217">
                <a:extLst>
                  <a:ext uri="{FF2B5EF4-FFF2-40B4-BE49-F238E27FC236}">
                    <a16:creationId xmlns:a16="http://schemas.microsoft.com/office/drawing/2014/main" id="{A5B73159-A783-3C26-24FD-803385DFDE76}"/>
                  </a:ext>
                </a:extLst>
              </p:cNvPr>
              <p:cNvPicPr/>
              <p:nvPr/>
            </p:nvPicPr>
            <p:blipFill>
              <a:blip r:embed="rId63"/>
              <a:stretch>
                <a:fillRect/>
              </a:stretch>
            </p:blipFill>
            <p:spPr>
              <a:xfrm>
                <a:off x="1734778" y="2473316"/>
                <a:ext cx="2296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39" name="Ink 238">
                <a:extLst>
                  <a:ext uri="{FF2B5EF4-FFF2-40B4-BE49-F238E27FC236}">
                    <a16:creationId xmlns:a16="http://schemas.microsoft.com/office/drawing/2014/main" id="{D8295C2D-81C7-1B93-CDFF-312EE735B0BC}"/>
                  </a:ext>
                </a:extLst>
              </p14:cNvPr>
              <p14:cNvContentPartPr/>
              <p14:nvPr/>
            </p14:nvContentPartPr>
            <p14:xfrm>
              <a:off x="4474738" y="2429036"/>
              <a:ext cx="339840" cy="182880"/>
            </p14:xfrm>
          </p:contentPart>
        </mc:Choice>
        <mc:Fallback xmlns="">
          <p:pic>
            <p:nvPicPr>
              <p:cNvPr id="239" name="Ink 238">
                <a:extLst>
                  <a:ext uri="{FF2B5EF4-FFF2-40B4-BE49-F238E27FC236}">
                    <a16:creationId xmlns:a16="http://schemas.microsoft.com/office/drawing/2014/main" id="{D8295C2D-81C7-1B93-CDFF-312EE735B0BC}"/>
                  </a:ext>
                </a:extLst>
              </p:cNvPr>
              <p:cNvPicPr/>
              <p:nvPr/>
            </p:nvPicPr>
            <p:blipFill>
              <a:blip r:embed="rId65"/>
              <a:stretch>
                <a:fillRect/>
              </a:stretch>
            </p:blipFill>
            <p:spPr>
              <a:xfrm>
                <a:off x="4459258" y="2413556"/>
                <a:ext cx="3704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40" name="Ink 239">
                <a:extLst>
                  <a:ext uri="{FF2B5EF4-FFF2-40B4-BE49-F238E27FC236}">
                    <a16:creationId xmlns:a16="http://schemas.microsoft.com/office/drawing/2014/main" id="{72A480A1-E12E-5943-66F9-327480D7F625}"/>
                  </a:ext>
                </a:extLst>
              </p14:cNvPr>
              <p14:cNvContentPartPr/>
              <p14:nvPr/>
            </p14:nvContentPartPr>
            <p14:xfrm>
              <a:off x="2532898" y="2463596"/>
              <a:ext cx="1771560" cy="169920"/>
            </p14:xfrm>
          </p:contentPart>
        </mc:Choice>
        <mc:Fallback xmlns="">
          <p:pic>
            <p:nvPicPr>
              <p:cNvPr id="240" name="Ink 239">
                <a:extLst>
                  <a:ext uri="{FF2B5EF4-FFF2-40B4-BE49-F238E27FC236}">
                    <a16:creationId xmlns:a16="http://schemas.microsoft.com/office/drawing/2014/main" id="{72A480A1-E12E-5943-66F9-327480D7F625}"/>
                  </a:ext>
                </a:extLst>
              </p:cNvPr>
              <p:cNvPicPr/>
              <p:nvPr/>
            </p:nvPicPr>
            <p:blipFill>
              <a:blip r:embed="rId67"/>
              <a:stretch>
                <a:fillRect/>
              </a:stretch>
            </p:blipFill>
            <p:spPr>
              <a:xfrm>
                <a:off x="2517421" y="2448116"/>
                <a:ext cx="1802154"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43" name="Ink 242">
                <a:extLst>
                  <a:ext uri="{FF2B5EF4-FFF2-40B4-BE49-F238E27FC236}">
                    <a16:creationId xmlns:a16="http://schemas.microsoft.com/office/drawing/2014/main" id="{A75B98C4-08DE-74F0-3C56-3A156DF12462}"/>
                  </a:ext>
                </a:extLst>
              </p14:cNvPr>
              <p14:cNvContentPartPr/>
              <p14:nvPr/>
            </p14:nvContentPartPr>
            <p14:xfrm>
              <a:off x="5299607" y="2198102"/>
              <a:ext cx="258480" cy="157320"/>
            </p14:xfrm>
          </p:contentPart>
        </mc:Choice>
        <mc:Fallback xmlns="">
          <p:pic>
            <p:nvPicPr>
              <p:cNvPr id="243" name="Ink 242">
                <a:extLst>
                  <a:ext uri="{FF2B5EF4-FFF2-40B4-BE49-F238E27FC236}">
                    <a16:creationId xmlns:a16="http://schemas.microsoft.com/office/drawing/2014/main" id="{A75B98C4-08DE-74F0-3C56-3A156DF12462}"/>
                  </a:ext>
                </a:extLst>
              </p:cNvPr>
              <p:cNvPicPr/>
              <p:nvPr/>
            </p:nvPicPr>
            <p:blipFill>
              <a:blip r:embed="rId69"/>
              <a:stretch>
                <a:fillRect/>
              </a:stretch>
            </p:blipFill>
            <p:spPr>
              <a:xfrm>
                <a:off x="5284149" y="2182657"/>
                <a:ext cx="289037" cy="18785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45" name="Ink 244">
                <a:extLst>
                  <a:ext uri="{FF2B5EF4-FFF2-40B4-BE49-F238E27FC236}">
                    <a16:creationId xmlns:a16="http://schemas.microsoft.com/office/drawing/2014/main" id="{CC728043-C20F-8944-AD00-92C38F7CB1B7}"/>
                  </a:ext>
                </a:extLst>
              </p14:cNvPr>
              <p14:cNvContentPartPr/>
              <p14:nvPr/>
            </p14:nvContentPartPr>
            <p14:xfrm>
              <a:off x="5477087" y="2119622"/>
              <a:ext cx="104400" cy="48960"/>
            </p14:xfrm>
          </p:contentPart>
        </mc:Choice>
        <mc:Fallback xmlns="">
          <p:pic>
            <p:nvPicPr>
              <p:cNvPr id="245" name="Ink 244">
                <a:extLst>
                  <a:ext uri="{FF2B5EF4-FFF2-40B4-BE49-F238E27FC236}">
                    <a16:creationId xmlns:a16="http://schemas.microsoft.com/office/drawing/2014/main" id="{CC728043-C20F-8944-AD00-92C38F7CB1B7}"/>
                  </a:ext>
                </a:extLst>
              </p:cNvPr>
              <p:cNvPicPr/>
              <p:nvPr/>
            </p:nvPicPr>
            <p:blipFill>
              <a:blip r:embed="rId71"/>
              <a:stretch>
                <a:fillRect/>
              </a:stretch>
            </p:blipFill>
            <p:spPr>
              <a:xfrm>
                <a:off x="5461607" y="2104142"/>
                <a:ext cx="135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54" name="Ink 253">
                <a:extLst>
                  <a:ext uri="{FF2B5EF4-FFF2-40B4-BE49-F238E27FC236}">
                    <a16:creationId xmlns:a16="http://schemas.microsoft.com/office/drawing/2014/main" id="{7733B3C9-FE86-12E0-E69F-F58B00AECF0C}"/>
                  </a:ext>
                </a:extLst>
              </p14:cNvPr>
              <p14:cNvContentPartPr/>
              <p14:nvPr/>
            </p14:nvContentPartPr>
            <p14:xfrm>
              <a:off x="5262167" y="2299622"/>
              <a:ext cx="524520" cy="365400"/>
            </p14:xfrm>
          </p:contentPart>
        </mc:Choice>
        <mc:Fallback xmlns="">
          <p:pic>
            <p:nvPicPr>
              <p:cNvPr id="254" name="Ink 253">
                <a:extLst>
                  <a:ext uri="{FF2B5EF4-FFF2-40B4-BE49-F238E27FC236}">
                    <a16:creationId xmlns:a16="http://schemas.microsoft.com/office/drawing/2014/main" id="{7733B3C9-FE86-12E0-E69F-F58B00AECF0C}"/>
                  </a:ext>
                </a:extLst>
              </p:cNvPr>
              <p:cNvPicPr/>
              <p:nvPr/>
            </p:nvPicPr>
            <p:blipFill>
              <a:blip r:embed="rId73"/>
              <a:stretch>
                <a:fillRect/>
              </a:stretch>
            </p:blipFill>
            <p:spPr>
              <a:xfrm>
                <a:off x="5246676" y="2284127"/>
                <a:ext cx="555141" cy="39603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77" name="Ink 276">
                <a:extLst>
                  <a:ext uri="{FF2B5EF4-FFF2-40B4-BE49-F238E27FC236}">
                    <a16:creationId xmlns:a16="http://schemas.microsoft.com/office/drawing/2014/main" id="{1BB1AD1B-0F9E-AC8B-B99E-89BC3096A3FA}"/>
                  </a:ext>
                </a:extLst>
              </p14:cNvPr>
              <p14:cNvContentPartPr/>
              <p14:nvPr/>
            </p14:nvContentPartPr>
            <p14:xfrm>
              <a:off x="7550669" y="2389855"/>
              <a:ext cx="891360" cy="231120"/>
            </p14:xfrm>
          </p:contentPart>
        </mc:Choice>
        <mc:Fallback xmlns="">
          <p:pic>
            <p:nvPicPr>
              <p:cNvPr id="277" name="Ink 276">
                <a:extLst>
                  <a:ext uri="{FF2B5EF4-FFF2-40B4-BE49-F238E27FC236}">
                    <a16:creationId xmlns:a16="http://schemas.microsoft.com/office/drawing/2014/main" id="{1BB1AD1B-0F9E-AC8B-B99E-89BC3096A3FA}"/>
                  </a:ext>
                </a:extLst>
              </p:cNvPr>
              <p:cNvPicPr/>
              <p:nvPr/>
            </p:nvPicPr>
            <p:blipFill>
              <a:blip r:embed="rId75"/>
              <a:stretch>
                <a:fillRect/>
              </a:stretch>
            </p:blipFill>
            <p:spPr>
              <a:xfrm>
                <a:off x="7535195" y="2374375"/>
                <a:ext cx="921948"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78" name="Ink 277">
                <a:extLst>
                  <a:ext uri="{FF2B5EF4-FFF2-40B4-BE49-F238E27FC236}">
                    <a16:creationId xmlns:a16="http://schemas.microsoft.com/office/drawing/2014/main" id="{C843E40C-937B-A8C2-3C0E-8DBD748077BA}"/>
                  </a:ext>
                </a:extLst>
              </p14:cNvPr>
              <p14:cNvContentPartPr/>
              <p14:nvPr/>
            </p14:nvContentPartPr>
            <p14:xfrm>
              <a:off x="7097789" y="2403895"/>
              <a:ext cx="319320" cy="171000"/>
            </p14:xfrm>
          </p:contentPart>
        </mc:Choice>
        <mc:Fallback xmlns="">
          <p:pic>
            <p:nvPicPr>
              <p:cNvPr id="278" name="Ink 277">
                <a:extLst>
                  <a:ext uri="{FF2B5EF4-FFF2-40B4-BE49-F238E27FC236}">
                    <a16:creationId xmlns:a16="http://schemas.microsoft.com/office/drawing/2014/main" id="{C843E40C-937B-A8C2-3C0E-8DBD748077BA}"/>
                  </a:ext>
                </a:extLst>
              </p:cNvPr>
              <p:cNvPicPr/>
              <p:nvPr/>
            </p:nvPicPr>
            <p:blipFill>
              <a:blip r:embed="rId77"/>
              <a:stretch>
                <a:fillRect/>
              </a:stretch>
            </p:blipFill>
            <p:spPr>
              <a:xfrm>
                <a:off x="7082292" y="2388415"/>
                <a:ext cx="349955"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79" name="Ink 278">
                <a:extLst>
                  <a:ext uri="{FF2B5EF4-FFF2-40B4-BE49-F238E27FC236}">
                    <a16:creationId xmlns:a16="http://schemas.microsoft.com/office/drawing/2014/main" id="{21054CA8-1EC8-58BF-16B9-F23938C708C5}"/>
                  </a:ext>
                </a:extLst>
              </p14:cNvPr>
              <p14:cNvContentPartPr/>
              <p14:nvPr/>
            </p14:nvContentPartPr>
            <p14:xfrm>
              <a:off x="6848669" y="2435935"/>
              <a:ext cx="101880" cy="113400"/>
            </p14:xfrm>
          </p:contentPart>
        </mc:Choice>
        <mc:Fallback xmlns="">
          <p:pic>
            <p:nvPicPr>
              <p:cNvPr id="279" name="Ink 278">
                <a:extLst>
                  <a:ext uri="{FF2B5EF4-FFF2-40B4-BE49-F238E27FC236}">
                    <a16:creationId xmlns:a16="http://schemas.microsoft.com/office/drawing/2014/main" id="{21054CA8-1EC8-58BF-16B9-F23938C708C5}"/>
                  </a:ext>
                </a:extLst>
              </p:cNvPr>
              <p:cNvPicPr/>
              <p:nvPr/>
            </p:nvPicPr>
            <p:blipFill>
              <a:blip r:embed="rId79"/>
              <a:stretch>
                <a:fillRect/>
              </a:stretch>
            </p:blipFill>
            <p:spPr>
              <a:xfrm>
                <a:off x="6833189" y="2420504"/>
                <a:ext cx="132480" cy="143903"/>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80" name="Ink 279">
                <a:extLst>
                  <a:ext uri="{FF2B5EF4-FFF2-40B4-BE49-F238E27FC236}">
                    <a16:creationId xmlns:a16="http://schemas.microsoft.com/office/drawing/2014/main" id="{460A21C5-EB94-89EE-7271-E6B94D75F439}"/>
                  </a:ext>
                </a:extLst>
              </p14:cNvPr>
              <p14:cNvContentPartPr/>
              <p14:nvPr/>
            </p14:nvContentPartPr>
            <p14:xfrm>
              <a:off x="6225149" y="2279695"/>
              <a:ext cx="478080" cy="303840"/>
            </p14:xfrm>
          </p:contentPart>
        </mc:Choice>
        <mc:Fallback xmlns="">
          <p:pic>
            <p:nvPicPr>
              <p:cNvPr id="280" name="Ink 279">
                <a:extLst>
                  <a:ext uri="{FF2B5EF4-FFF2-40B4-BE49-F238E27FC236}">
                    <a16:creationId xmlns:a16="http://schemas.microsoft.com/office/drawing/2014/main" id="{460A21C5-EB94-89EE-7271-E6B94D75F439}"/>
                  </a:ext>
                </a:extLst>
              </p:cNvPr>
              <p:cNvPicPr/>
              <p:nvPr/>
            </p:nvPicPr>
            <p:blipFill>
              <a:blip r:embed="rId81"/>
              <a:stretch>
                <a:fillRect/>
              </a:stretch>
            </p:blipFill>
            <p:spPr>
              <a:xfrm>
                <a:off x="6209669" y="2264233"/>
                <a:ext cx="508680" cy="334404"/>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94" name="Ink 293">
                <a:extLst>
                  <a:ext uri="{FF2B5EF4-FFF2-40B4-BE49-F238E27FC236}">
                    <a16:creationId xmlns:a16="http://schemas.microsoft.com/office/drawing/2014/main" id="{503625D4-9702-AB7E-21B5-898925B06959}"/>
                  </a:ext>
                </a:extLst>
              </p14:cNvPr>
              <p14:cNvContentPartPr/>
              <p14:nvPr/>
            </p14:nvContentPartPr>
            <p14:xfrm>
              <a:off x="101520" y="2971764"/>
              <a:ext cx="801360" cy="575280"/>
            </p14:xfrm>
          </p:contentPart>
        </mc:Choice>
        <mc:Fallback xmlns="">
          <p:pic>
            <p:nvPicPr>
              <p:cNvPr id="294" name="Ink 293">
                <a:extLst>
                  <a:ext uri="{FF2B5EF4-FFF2-40B4-BE49-F238E27FC236}">
                    <a16:creationId xmlns:a16="http://schemas.microsoft.com/office/drawing/2014/main" id="{503625D4-9702-AB7E-21B5-898925B06959}"/>
                  </a:ext>
                </a:extLst>
              </p:cNvPr>
              <p:cNvPicPr/>
              <p:nvPr/>
            </p:nvPicPr>
            <p:blipFill>
              <a:blip r:embed="rId83"/>
              <a:stretch>
                <a:fillRect/>
              </a:stretch>
            </p:blipFill>
            <p:spPr>
              <a:xfrm>
                <a:off x="86047" y="2956284"/>
                <a:ext cx="831946" cy="605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95" name="Ink 294">
                <a:extLst>
                  <a:ext uri="{FF2B5EF4-FFF2-40B4-BE49-F238E27FC236}">
                    <a16:creationId xmlns:a16="http://schemas.microsoft.com/office/drawing/2014/main" id="{3DCA8570-9B73-C528-7B8F-86ED25B487E3}"/>
                  </a:ext>
                </a:extLst>
              </p14:cNvPr>
              <p14:cNvContentPartPr/>
              <p14:nvPr/>
            </p14:nvContentPartPr>
            <p14:xfrm>
              <a:off x="983520" y="3126204"/>
              <a:ext cx="120600" cy="11880"/>
            </p14:xfrm>
          </p:contentPart>
        </mc:Choice>
        <mc:Fallback xmlns="">
          <p:pic>
            <p:nvPicPr>
              <p:cNvPr id="295" name="Ink 294">
                <a:extLst>
                  <a:ext uri="{FF2B5EF4-FFF2-40B4-BE49-F238E27FC236}">
                    <a16:creationId xmlns:a16="http://schemas.microsoft.com/office/drawing/2014/main" id="{3DCA8570-9B73-C528-7B8F-86ED25B487E3}"/>
                  </a:ext>
                </a:extLst>
              </p:cNvPr>
              <p:cNvPicPr/>
              <p:nvPr/>
            </p:nvPicPr>
            <p:blipFill>
              <a:blip r:embed="rId85"/>
              <a:stretch>
                <a:fillRect/>
              </a:stretch>
            </p:blipFill>
            <p:spPr>
              <a:xfrm>
                <a:off x="968040" y="3110724"/>
                <a:ext cx="1512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96" name="Ink 295">
                <a:extLst>
                  <a:ext uri="{FF2B5EF4-FFF2-40B4-BE49-F238E27FC236}">
                    <a16:creationId xmlns:a16="http://schemas.microsoft.com/office/drawing/2014/main" id="{B0FCDECF-1876-DC94-4901-130F108DEFCC}"/>
                  </a:ext>
                </a:extLst>
              </p14:cNvPr>
              <p14:cNvContentPartPr/>
              <p14:nvPr/>
            </p14:nvContentPartPr>
            <p14:xfrm>
              <a:off x="978840" y="3167964"/>
              <a:ext cx="121320" cy="14040"/>
            </p14:xfrm>
          </p:contentPart>
        </mc:Choice>
        <mc:Fallback xmlns="">
          <p:pic>
            <p:nvPicPr>
              <p:cNvPr id="296" name="Ink 295">
                <a:extLst>
                  <a:ext uri="{FF2B5EF4-FFF2-40B4-BE49-F238E27FC236}">
                    <a16:creationId xmlns:a16="http://schemas.microsoft.com/office/drawing/2014/main" id="{B0FCDECF-1876-DC94-4901-130F108DEFCC}"/>
                  </a:ext>
                </a:extLst>
              </p:cNvPr>
              <p:cNvPicPr/>
              <p:nvPr/>
            </p:nvPicPr>
            <p:blipFill>
              <a:blip r:embed="rId87"/>
              <a:stretch>
                <a:fillRect/>
              </a:stretch>
            </p:blipFill>
            <p:spPr>
              <a:xfrm>
                <a:off x="963360" y="3152871"/>
                <a:ext cx="151920" cy="43875"/>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06" name="Ink 305">
                <a:extLst>
                  <a:ext uri="{FF2B5EF4-FFF2-40B4-BE49-F238E27FC236}">
                    <a16:creationId xmlns:a16="http://schemas.microsoft.com/office/drawing/2014/main" id="{D30F66D9-4D01-1863-F992-A1CB2781A5A7}"/>
                  </a:ext>
                </a:extLst>
              </p14:cNvPr>
              <p14:cNvContentPartPr/>
              <p14:nvPr/>
            </p14:nvContentPartPr>
            <p14:xfrm>
              <a:off x="1371600" y="2888604"/>
              <a:ext cx="743400" cy="358200"/>
            </p14:xfrm>
          </p:contentPart>
        </mc:Choice>
        <mc:Fallback xmlns="">
          <p:pic>
            <p:nvPicPr>
              <p:cNvPr id="306" name="Ink 305">
                <a:extLst>
                  <a:ext uri="{FF2B5EF4-FFF2-40B4-BE49-F238E27FC236}">
                    <a16:creationId xmlns:a16="http://schemas.microsoft.com/office/drawing/2014/main" id="{D30F66D9-4D01-1863-F992-A1CB2781A5A7}"/>
                  </a:ext>
                </a:extLst>
              </p:cNvPr>
              <p:cNvPicPr/>
              <p:nvPr/>
            </p:nvPicPr>
            <p:blipFill>
              <a:blip r:embed="rId89"/>
              <a:stretch>
                <a:fillRect/>
              </a:stretch>
            </p:blipFill>
            <p:spPr>
              <a:xfrm>
                <a:off x="1356127" y="2873108"/>
                <a:ext cx="773985" cy="388831"/>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317" name="Ink 316">
                <a:extLst>
                  <a:ext uri="{FF2B5EF4-FFF2-40B4-BE49-F238E27FC236}">
                    <a16:creationId xmlns:a16="http://schemas.microsoft.com/office/drawing/2014/main" id="{46018B94-73F7-80E3-B52B-FEAC4F6F3ACE}"/>
                  </a:ext>
                </a:extLst>
              </p14:cNvPr>
              <p14:cNvContentPartPr/>
              <p14:nvPr/>
            </p14:nvContentPartPr>
            <p14:xfrm>
              <a:off x="2237400" y="2885004"/>
              <a:ext cx="789480" cy="350280"/>
            </p14:xfrm>
          </p:contentPart>
        </mc:Choice>
        <mc:Fallback xmlns="">
          <p:pic>
            <p:nvPicPr>
              <p:cNvPr id="317" name="Ink 316">
                <a:extLst>
                  <a:ext uri="{FF2B5EF4-FFF2-40B4-BE49-F238E27FC236}">
                    <a16:creationId xmlns:a16="http://schemas.microsoft.com/office/drawing/2014/main" id="{46018B94-73F7-80E3-B52B-FEAC4F6F3ACE}"/>
                  </a:ext>
                </a:extLst>
              </p:cNvPr>
              <p:cNvPicPr/>
              <p:nvPr/>
            </p:nvPicPr>
            <p:blipFill>
              <a:blip r:embed="rId91"/>
              <a:stretch>
                <a:fillRect/>
              </a:stretch>
            </p:blipFill>
            <p:spPr>
              <a:xfrm>
                <a:off x="2221927" y="2869508"/>
                <a:ext cx="820066" cy="380911"/>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324" name="Ink 323">
                <a:extLst>
                  <a:ext uri="{FF2B5EF4-FFF2-40B4-BE49-F238E27FC236}">
                    <a16:creationId xmlns:a16="http://schemas.microsoft.com/office/drawing/2014/main" id="{6D978049-B909-4C2D-0823-88A39CA870C4}"/>
                  </a:ext>
                </a:extLst>
              </p14:cNvPr>
              <p14:cNvContentPartPr/>
              <p14:nvPr/>
            </p14:nvContentPartPr>
            <p14:xfrm>
              <a:off x="3128760" y="2888604"/>
              <a:ext cx="353520" cy="352440"/>
            </p14:xfrm>
          </p:contentPart>
        </mc:Choice>
        <mc:Fallback xmlns="">
          <p:pic>
            <p:nvPicPr>
              <p:cNvPr id="324" name="Ink 323">
                <a:extLst>
                  <a:ext uri="{FF2B5EF4-FFF2-40B4-BE49-F238E27FC236}">
                    <a16:creationId xmlns:a16="http://schemas.microsoft.com/office/drawing/2014/main" id="{6D978049-B909-4C2D-0823-88A39CA870C4}"/>
                  </a:ext>
                </a:extLst>
              </p:cNvPr>
              <p:cNvPicPr/>
              <p:nvPr/>
            </p:nvPicPr>
            <p:blipFill>
              <a:blip r:embed="rId93"/>
              <a:stretch>
                <a:fillRect/>
              </a:stretch>
            </p:blipFill>
            <p:spPr>
              <a:xfrm>
                <a:off x="3113296" y="2873124"/>
                <a:ext cx="384089"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25" name="Ink 324">
                <a:extLst>
                  <a:ext uri="{FF2B5EF4-FFF2-40B4-BE49-F238E27FC236}">
                    <a16:creationId xmlns:a16="http://schemas.microsoft.com/office/drawing/2014/main" id="{0987F0AC-8731-F7EE-F0A3-1BCFBD10061E}"/>
                  </a:ext>
                </a:extLst>
              </p14:cNvPr>
              <p14:cNvContentPartPr/>
              <p14:nvPr/>
            </p14:nvContentPartPr>
            <p14:xfrm>
              <a:off x="3599640" y="2985444"/>
              <a:ext cx="81000" cy="189360"/>
            </p14:xfrm>
          </p:contentPart>
        </mc:Choice>
        <mc:Fallback xmlns="">
          <p:pic>
            <p:nvPicPr>
              <p:cNvPr id="325" name="Ink 324">
                <a:extLst>
                  <a:ext uri="{FF2B5EF4-FFF2-40B4-BE49-F238E27FC236}">
                    <a16:creationId xmlns:a16="http://schemas.microsoft.com/office/drawing/2014/main" id="{0987F0AC-8731-F7EE-F0A3-1BCFBD10061E}"/>
                  </a:ext>
                </a:extLst>
              </p:cNvPr>
              <p:cNvPicPr/>
              <p:nvPr/>
            </p:nvPicPr>
            <p:blipFill>
              <a:blip r:embed="rId95"/>
              <a:stretch>
                <a:fillRect/>
              </a:stretch>
            </p:blipFill>
            <p:spPr>
              <a:xfrm>
                <a:off x="3584160" y="2969964"/>
                <a:ext cx="111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26" name="Ink 325">
                <a:extLst>
                  <a:ext uri="{FF2B5EF4-FFF2-40B4-BE49-F238E27FC236}">
                    <a16:creationId xmlns:a16="http://schemas.microsoft.com/office/drawing/2014/main" id="{C0652D00-CA0B-3245-4384-519EB756DDF4}"/>
                  </a:ext>
                </a:extLst>
              </p14:cNvPr>
              <p14:cNvContentPartPr/>
              <p14:nvPr/>
            </p14:nvContentPartPr>
            <p14:xfrm>
              <a:off x="3724560" y="3130884"/>
              <a:ext cx="74160" cy="74160"/>
            </p14:xfrm>
          </p:contentPart>
        </mc:Choice>
        <mc:Fallback xmlns="">
          <p:pic>
            <p:nvPicPr>
              <p:cNvPr id="326" name="Ink 325">
                <a:extLst>
                  <a:ext uri="{FF2B5EF4-FFF2-40B4-BE49-F238E27FC236}">
                    <a16:creationId xmlns:a16="http://schemas.microsoft.com/office/drawing/2014/main" id="{C0652D00-CA0B-3245-4384-519EB756DDF4}"/>
                  </a:ext>
                </a:extLst>
              </p:cNvPr>
              <p:cNvPicPr/>
              <p:nvPr/>
            </p:nvPicPr>
            <p:blipFill>
              <a:blip r:embed="rId97"/>
              <a:stretch>
                <a:fillRect/>
              </a:stretch>
            </p:blipFill>
            <p:spPr>
              <a:xfrm>
                <a:off x="3709080" y="3115404"/>
                <a:ext cx="104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27" name="Ink 326">
                <a:extLst>
                  <a:ext uri="{FF2B5EF4-FFF2-40B4-BE49-F238E27FC236}">
                    <a16:creationId xmlns:a16="http://schemas.microsoft.com/office/drawing/2014/main" id="{857B6F55-07F9-6425-5387-24D52DBA9263}"/>
                  </a:ext>
                </a:extLst>
              </p14:cNvPr>
              <p14:cNvContentPartPr/>
              <p14:nvPr/>
            </p14:nvContentPartPr>
            <p14:xfrm>
              <a:off x="3724560" y="2978604"/>
              <a:ext cx="37440" cy="69480"/>
            </p14:xfrm>
          </p:contentPart>
        </mc:Choice>
        <mc:Fallback xmlns="">
          <p:pic>
            <p:nvPicPr>
              <p:cNvPr id="327" name="Ink 326">
                <a:extLst>
                  <a:ext uri="{FF2B5EF4-FFF2-40B4-BE49-F238E27FC236}">
                    <a16:creationId xmlns:a16="http://schemas.microsoft.com/office/drawing/2014/main" id="{857B6F55-07F9-6425-5387-24D52DBA9263}"/>
                  </a:ext>
                </a:extLst>
              </p:cNvPr>
              <p:cNvPicPr/>
              <p:nvPr/>
            </p:nvPicPr>
            <p:blipFill>
              <a:blip r:embed="rId99"/>
              <a:stretch>
                <a:fillRect/>
              </a:stretch>
            </p:blipFill>
            <p:spPr>
              <a:xfrm>
                <a:off x="3709080" y="2963204"/>
                <a:ext cx="68040" cy="99922"/>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28" name="Ink 327">
                <a:extLst>
                  <a:ext uri="{FF2B5EF4-FFF2-40B4-BE49-F238E27FC236}">
                    <a16:creationId xmlns:a16="http://schemas.microsoft.com/office/drawing/2014/main" id="{42DF5BC1-E61C-1AA2-3325-19690A826F9C}"/>
                  </a:ext>
                </a:extLst>
              </p14:cNvPr>
              <p14:cNvContentPartPr/>
              <p14:nvPr/>
            </p14:nvContentPartPr>
            <p14:xfrm>
              <a:off x="3861000" y="2983284"/>
              <a:ext cx="62280" cy="208080"/>
            </p14:xfrm>
          </p:contentPart>
        </mc:Choice>
        <mc:Fallback xmlns="">
          <p:pic>
            <p:nvPicPr>
              <p:cNvPr id="328" name="Ink 327">
                <a:extLst>
                  <a:ext uri="{FF2B5EF4-FFF2-40B4-BE49-F238E27FC236}">
                    <a16:creationId xmlns:a16="http://schemas.microsoft.com/office/drawing/2014/main" id="{42DF5BC1-E61C-1AA2-3325-19690A826F9C}"/>
                  </a:ext>
                </a:extLst>
              </p:cNvPr>
              <p:cNvPicPr/>
              <p:nvPr/>
            </p:nvPicPr>
            <p:blipFill>
              <a:blip r:embed="rId101"/>
              <a:stretch>
                <a:fillRect/>
              </a:stretch>
            </p:blipFill>
            <p:spPr>
              <a:xfrm>
                <a:off x="3845609" y="2967804"/>
                <a:ext cx="92704"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29" name="Ink 328">
                <a:extLst>
                  <a:ext uri="{FF2B5EF4-FFF2-40B4-BE49-F238E27FC236}">
                    <a16:creationId xmlns:a16="http://schemas.microsoft.com/office/drawing/2014/main" id="{7AFC4549-F3AA-53B2-25E5-49F51999726D}"/>
                  </a:ext>
                </a:extLst>
              </p14:cNvPr>
              <p14:cNvContentPartPr/>
              <p14:nvPr/>
            </p14:nvContentPartPr>
            <p14:xfrm>
              <a:off x="3925440" y="3034044"/>
              <a:ext cx="88200" cy="95040"/>
            </p14:xfrm>
          </p:contentPart>
        </mc:Choice>
        <mc:Fallback xmlns="">
          <p:pic>
            <p:nvPicPr>
              <p:cNvPr id="329" name="Ink 328">
                <a:extLst>
                  <a:ext uri="{FF2B5EF4-FFF2-40B4-BE49-F238E27FC236}">
                    <a16:creationId xmlns:a16="http://schemas.microsoft.com/office/drawing/2014/main" id="{7AFC4549-F3AA-53B2-25E5-49F51999726D}"/>
                  </a:ext>
                </a:extLst>
              </p:cNvPr>
              <p:cNvPicPr/>
              <p:nvPr/>
            </p:nvPicPr>
            <p:blipFill>
              <a:blip r:embed="rId103"/>
              <a:stretch>
                <a:fillRect/>
              </a:stretch>
            </p:blipFill>
            <p:spPr>
              <a:xfrm>
                <a:off x="3909960" y="3018564"/>
                <a:ext cx="1188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30" name="Ink 329">
                <a:extLst>
                  <a:ext uri="{FF2B5EF4-FFF2-40B4-BE49-F238E27FC236}">
                    <a16:creationId xmlns:a16="http://schemas.microsoft.com/office/drawing/2014/main" id="{B1BAA3C7-CF1B-0BDB-206F-9255DA57A9F5}"/>
                  </a:ext>
                </a:extLst>
              </p14:cNvPr>
              <p14:cNvContentPartPr/>
              <p14:nvPr/>
            </p14:nvContentPartPr>
            <p14:xfrm>
              <a:off x="4043160" y="3137724"/>
              <a:ext cx="7200" cy="93240"/>
            </p14:xfrm>
          </p:contentPart>
        </mc:Choice>
        <mc:Fallback xmlns="">
          <p:pic>
            <p:nvPicPr>
              <p:cNvPr id="330" name="Ink 329">
                <a:extLst>
                  <a:ext uri="{FF2B5EF4-FFF2-40B4-BE49-F238E27FC236}">
                    <a16:creationId xmlns:a16="http://schemas.microsoft.com/office/drawing/2014/main" id="{B1BAA3C7-CF1B-0BDB-206F-9255DA57A9F5}"/>
                  </a:ext>
                </a:extLst>
              </p:cNvPr>
              <p:cNvPicPr/>
              <p:nvPr/>
            </p:nvPicPr>
            <p:blipFill>
              <a:blip r:embed="rId105"/>
              <a:stretch>
                <a:fillRect/>
              </a:stretch>
            </p:blipFill>
            <p:spPr>
              <a:xfrm>
                <a:off x="4027680" y="3122244"/>
                <a:ext cx="378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37" name="Ink 336">
                <a:extLst>
                  <a:ext uri="{FF2B5EF4-FFF2-40B4-BE49-F238E27FC236}">
                    <a16:creationId xmlns:a16="http://schemas.microsoft.com/office/drawing/2014/main" id="{DB564E64-3D99-B270-A6DE-B6ABD3BB4B33}"/>
                  </a:ext>
                </a:extLst>
              </p14:cNvPr>
              <p14:cNvContentPartPr/>
              <p14:nvPr/>
            </p14:nvContentPartPr>
            <p14:xfrm>
              <a:off x="4035960" y="2946564"/>
              <a:ext cx="288720" cy="233280"/>
            </p14:xfrm>
          </p:contentPart>
        </mc:Choice>
        <mc:Fallback xmlns="">
          <p:pic>
            <p:nvPicPr>
              <p:cNvPr id="337" name="Ink 336">
                <a:extLst>
                  <a:ext uri="{FF2B5EF4-FFF2-40B4-BE49-F238E27FC236}">
                    <a16:creationId xmlns:a16="http://schemas.microsoft.com/office/drawing/2014/main" id="{DB564E64-3D99-B270-A6DE-B6ABD3BB4B33}"/>
                  </a:ext>
                </a:extLst>
              </p:cNvPr>
              <p:cNvPicPr/>
              <p:nvPr/>
            </p:nvPicPr>
            <p:blipFill>
              <a:blip r:embed="rId107"/>
              <a:stretch>
                <a:fillRect/>
              </a:stretch>
            </p:blipFill>
            <p:spPr>
              <a:xfrm>
                <a:off x="4020480" y="2931084"/>
                <a:ext cx="31932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43" name="Ink 342">
                <a:extLst>
                  <a:ext uri="{FF2B5EF4-FFF2-40B4-BE49-F238E27FC236}">
                    <a16:creationId xmlns:a16="http://schemas.microsoft.com/office/drawing/2014/main" id="{9BEEB0FF-F034-A9E1-12E9-F903D420EFB3}"/>
                  </a:ext>
                </a:extLst>
              </p14:cNvPr>
              <p14:cNvContentPartPr/>
              <p14:nvPr/>
            </p14:nvContentPartPr>
            <p14:xfrm>
              <a:off x="4384800" y="2895444"/>
              <a:ext cx="365400" cy="314640"/>
            </p14:xfrm>
          </p:contentPart>
        </mc:Choice>
        <mc:Fallback xmlns="">
          <p:pic>
            <p:nvPicPr>
              <p:cNvPr id="343" name="Ink 342">
                <a:extLst>
                  <a:ext uri="{FF2B5EF4-FFF2-40B4-BE49-F238E27FC236}">
                    <a16:creationId xmlns:a16="http://schemas.microsoft.com/office/drawing/2014/main" id="{9BEEB0FF-F034-A9E1-12E9-F903D420EFB3}"/>
                  </a:ext>
                </a:extLst>
              </p:cNvPr>
              <p:cNvPicPr/>
              <p:nvPr/>
            </p:nvPicPr>
            <p:blipFill>
              <a:blip r:embed="rId109"/>
              <a:stretch>
                <a:fillRect/>
              </a:stretch>
            </p:blipFill>
            <p:spPr>
              <a:xfrm>
                <a:off x="4369320" y="2879964"/>
                <a:ext cx="39600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46" name="Ink 345">
                <a:extLst>
                  <a:ext uri="{FF2B5EF4-FFF2-40B4-BE49-F238E27FC236}">
                    <a16:creationId xmlns:a16="http://schemas.microsoft.com/office/drawing/2014/main" id="{695A687B-2F89-D96E-D073-2EF731413BCE}"/>
                  </a:ext>
                </a:extLst>
              </p14:cNvPr>
              <p14:cNvContentPartPr/>
              <p14:nvPr/>
            </p14:nvContentPartPr>
            <p14:xfrm>
              <a:off x="4822691" y="3084945"/>
              <a:ext cx="121320" cy="72000"/>
            </p14:xfrm>
          </p:contentPart>
        </mc:Choice>
        <mc:Fallback xmlns="">
          <p:pic>
            <p:nvPicPr>
              <p:cNvPr id="346" name="Ink 345">
                <a:extLst>
                  <a:ext uri="{FF2B5EF4-FFF2-40B4-BE49-F238E27FC236}">
                    <a16:creationId xmlns:a16="http://schemas.microsoft.com/office/drawing/2014/main" id="{695A687B-2F89-D96E-D073-2EF731413BCE}"/>
                  </a:ext>
                </a:extLst>
              </p:cNvPr>
              <p:cNvPicPr/>
              <p:nvPr/>
            </p:nvPicPr>
            <p:blipFill>
              <a:blip r:embed="rId111"/>
              <a:stretch>
                <a:fillRect/>
              </a:stretch>
            </p:blipFill>
            <p:spPr>
              <a:xfrm>
                <a:off x="4807211" y="3069465"/>
                <a:ext cx="1519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56" name="Ink 355">
                <a:extLst>
                  <a:ext uri="{FF2B5EF4-FFF2-40B4-BE49-F238E27FC236}">
                    <a16:creationId xmlns:a16="http://schemas.microsoft.com/office/drawing/2014/main" id="{0308A36C-5163-E38C-20C2-B508E0A8C560}"/>
                  </a:ext>
                </a:extLst>
              </p14:cNvPr>
              <p14:cNvContentPartPr/>
              <p14:nvPr/>
            </p14:nvContentPartPr>
            <p14:xfrm>
              <a:off x="5092691" y="2906385"/>
              <a:ext cx="819360" cy="333000"/>
            </p14:xfrm>
          </p:contentPart>
        </mc:Choice>
        <mc:Fallback xmlns="">
          <p:pic>
            <p:nvPicPr>
              <p:cNvPr id="356" name="Ink 355">
                <a:extLst>
                  <a:ext uri="{FF2B5EF4-FFF2-40B4-BE49-F238E27FC236}">
                    <a16:creationId xmlns:a16="http://schemas.microsoft.com/office/drawing/2014/main" id="{0308A36C-5163-E38C-20C2-B508E0A8C560}"/>
                  </a:ext>
                </a:extLst>
              </p:cNvPr>
              <p:cNvPicPr/>
              <p:nvPr/>
            </p:nvPicPr>
            <p:blipFill>
              <a:blip r:embed="rId113"/>
              <a:stretch>
                <a:fillRect/>
              </a:stretch>
            </p:blipFill>
            <p:spPr>
              <a:xfrm>
                <a:off x="5077218" y="2890905"/>
                <a:ext cx="849947"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361" name="Ink 360">
                <a:extLst>
                  <a:ext uri="{FF2B5EF4-FFF2-40B4-BE49-F238E27FC236}">
                    <a16:creationId xmlns:a16="http://schemas.microsoft.com/office/drawing/2014/main" id="{70A8D491-3A52-A676-9607-4A4A47269A12}"/>
                  </a:ext>
                </a:extLst>
              </p14:cNvPr>
              <p14:cNvContentPartPr/>
              <p14:nvPr/>
            </p14:nvContentPartPr>
            <p14:xfrm>
              <a:off x="5977571" y="2930865"/>
              <a:ext cx="313920" cy="283680"/>
            </p14:xfrm>
          </p:contentPart>
        </mc:Choice>
        <mc:Fallback xmlns="">
          <p:pic>
            <p:nvPicPr>
              <p:cNvPr id="361" name="Ink 360">
                <a:extLst>
                  <a:ext uri="{FF2B5EF4-FFF2-40B4-BE49-F238E27FC236}">
                    <a16:creationId xmlns:a16="http://schemas.microsoft.com/office/drawing/2014/main" id="{70A8D491-3A52-A676-9607-4A4A47269A12}"/>
                  </a:ext>
                </a:extLst>
              </p:cNvPr>
              <p:cNvPicPr/>
              <p:nvPr/>
            </p:nvPicPr>
            <p:blipFill>
              <a:blip r:embed="rId115"/>
              <a:stretch>
                <a:fillRect/>
              </a:stretch>
            </p:blipFill>
            <p:spPr>
              <a:xfrm>
                <a:off x="5962091" y="2915385"/>
                <a:ext cx="34452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367" name="Ink 366">
                <a:extLst>
                  <a:ext uri="{FF2B5EF4-FFF2-40B4-BE49-F238E27FC236}">
                    <a16:creationId xmlns:a16="http://schemas.microsoft.com/office/drawing/2014/main" id="{36942860-B6B2-AF79-9EA7-56C4A97A410A}"/>
                  </a:ext>
                </a:extLst>
              </p14:cNvPr>
              <p14:cNvContentPartPr/>
              <p14:nvPr/>
            </p14:nvContentPartPr>
            <p14:xfrm>
              <a:off x="6294327" y="3023640"/>
              <a:ext cx="210240" cy="179280"/>
            </p14:xfrm>
          </p:contentPart>
        </mc:Choice>
        <mc:Fallback xmlns="">
          <p:pic>
            <p:nvPicPr>
              <p:cNvPr id="367" name="Ink 366">
                <a:extLst>
                  <a:ext uri="{FF2B5EF4-FFF2-40B4-BE49-F238E27FC236}">
                    <a16:creationId xmlns:a16="http://schemas.microsoft.com/office/drawing/2014/main" id="{36942860-B6B2-AF79-9EA7-56C4A97A410A}"/>
                  </a:ext>
                </a:extLst>
              </p:cNvPr>
              <p:cNvPicPr/>
              <p:nvPr/>
            </p:nvPicPr>
            <p:blipFill>
              <a:blip r:embed="rId117"/>
              <a:stretch>
                <a:fillRect/>
              </a:stretch>
            </p:blipFill>
            <p:spPr>
              <a:xfrm>
                <a:off x="6278847" y="3008129"/>
                <a:ext cx="240840" cy="209942"/>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372" name="Ink 371">
                <a:extLst>
                  <a:ext uri="{FF2B5EF4-FFF2-40B4-BE49-F238E27FC236}">
                    <a16:creationId xmlns:a16="http://schemas.microsoft.com/office/drawing/2014/main" id="{C0DC232C-19F1-AA21-EDC8-78C910E5E829}"/>
                  </a:ext>
                </a:extLst>
              </p14:cNvPr>
              <p14:cNvContentPartPr/>
              <p14:nvPr/>
            </p14:nvContentPartPr>
            <p14:xfrm>
              <a:off x="6414567" y="2925720"/>
              <a:ext cx="228600" cy="228600"/>
            </p14:xfrm>
          </p:contentPart>
        </mc:Choice>
        <mc:Fallback xmlns="">
          <p:pic>
            <p:nvPicPr>
              <p:cNvPr id="372" name="Ink 371">
                <a:extLst>
                  <a:ext uri="{FF2B5EF4-FFF2-40B4-BE49-F238E27FC236}">
                    <a16:creationId xmlns:a16="http://schemas.microsoft.com/office/drawing/2014/main" id="{C0DC232C-19F1-AA21-EDC8-78C910E5E829}"/>
                  </a:ext>
                </a:extLst>
              </p:cNvPr>
              <p:cNvPicPr/>
              <p:nvPr/>
            </p:nvPicPr>
            <p:blipFill>
              <a:blip r:embed="rId119"/>
              <a:stretch>
                <a:fillRect/>
              </a:stretch>
            </p:blipFill>
            <p:spPr>
              <a:xfrm>
                <a:off x="6399111" y="2910264"/>
                <a:ext cx="259152" cy="259152"/>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377" name="Ink 376">
                <a:extLst>
                  <a:ext uri="{FF2B5EF4-FFF2-40B4-BE49-F238E27FC236}">
                    <a16:creationId xmlns:a16="http://schemas.microsoft.com/office/drawing/2014/main" id="{BAF0C1F2-CBAF-188D-AD0B-A24179B7711E}"/>
                  </a:ext>
                </a:extLst>
              </p14:cNvPr>
              <p14:cNvContentPartPr/>
              <p14:nvPr/>
            </p14:nvContentPartPr>
            <p14:xfrm>
              <a:off x="6705447" y="3004200"/>
              <a:ext cx="284400" cy="191520"/>
            </p14:xfrm>
          </p:contentPart>
        </mc:Choice>
        <mc:Fallback xmlns="">
          <p:pic>
            <p:nvPicPr>
              <p:cNvPr id="377" name="Ink 376">
                <a:extLst>
                  <a:ext uri="{FF2B5EF4-FFF2-40B4-BE49-F238E27FC236}">
                    <a16:creationId xmlns:a16="http://schemas.microsoft.com/office/drawing/2014/main" id="{BAF0C1F2-CBAF-188D-AD0B-A24179B7711E}"/>
                  </a:ext>
                </a:extLst>
              </p:cNvPr>
              <p:cNvPicPr/>
              <p:nvPr/>
            </p:nvPicPr>
            <p:blipFill>
              <a:blip r:embed="rId121"/>
              <a:stretch>
                <a:fillRect/>
              </a:stretch>
            </p:blipFill>
            <p:spPr>
              <a:xfrm>
                <a:off x="6689967" y="2988720"/>
                <a:ext cx="3150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81" name="Ink 380">
                <a:extLst>
                  <a:ext uri="{FF2B5EF4-FFF2-40B4-BE49-F238E27FC236}">
                    <a16:creationId xmlns:a16="http://schemas.microsoft.com/office/drawing/2014/main" id="{64226E93-3779-AC0C-DE6D-5A4F4BFAF380}"/>
                  </a:ext>
                </a:extLst>
              </p14:cNvPr>
              <p14:cNvContentPartPr/>
              <p14:nvPr/>
            </p14:nvContentPartPr>
            <p14:xfrm>
              <a:off x="6890487" y="2826000"/>
              <a:ext cx="196200" cy="142920"/>
            </p14:xfrm>
          </p:contentPart>
        </mc:Choice>
        <mc:Fallback xmlns="">
          <p:pic>
            <p:nvPicPr>
              <p:cNvPr id="381" name="Ink 380">
                <a:extLst>
                  <a:ext uri="{FF2B5EF4-FFF2-40B4-BE49-F238E27FC236}">
                    <a16:creationId xmlns:a16="http://schemas.microsoft.com/office/drawing/2014/main" id="{64226E93-3779-AC0C-DE6D-5A4F4BFAF380}"/>
                  </a:ext>
                </a:extLst>
              </p:cNvPr>
              <p:cNvPicPr/>
              <p:nvPr/>
            </p:nvPicPr>
            <p:blipFill>
              <a:blip r:embed="rId123"/>
              <a:stretch>
                <a:fillRect/>
              </a:stretch>
            </p:blipFill>
            <p:spPr>
              <a:xfrm>
                <a:off x="6875007" y="2810481"/>
                <a:ext cx="226800" cy="173597"/>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84" name="Ink 383">
                <a:extLst>
                  <a:ext uri="{FF2B5EF4-FFF2-40B4-BE49-F238E27FC236}">
                    <a16:creationId xmlns:a16="http://schemas.microsoft.com/office/drawing/2014/main" id="{66ECAE2F-AA26-85ED-4C74-77F9496E484A}"/>
                  </a:ext>
                </a:extLst>
              </p14:cNvPr>
              <p14:cNvContentPartPr/>
              <p14:nvPr/>
            </p14:nvContentPartPr>
            <p14:xfrm>
              <a:off x="7185582" y="2969280"/>
              <a:ext cx="92880" cy="173520"/>
            </p14:xfrm>
          </p:contentPart>
        </mc:Choice>
        <mc:Fallback xmlns="">
          <p:pic>
            <p:nvPicPr>
              <p:cNvPr id="384" name="Ink 383">
                <a:extLst>
                  <a:ext uri="{FF2B5EF4-FFF2-40B4-BE49-F238E27FC236}">
                    <a16:creationId xmlns:a16="http://schemas.microsoft.com/office/drawing/2014/main" id="{66ECAE2F-AA26-85ED-4C74-77F9496E484A}"/>
                  </a:ext>
                </a:extLst>
              </p:cNvPr>
              <p:cNvPicPr/>
              <p:nvPr/>
            </p:nvPicPr>
            <p:blipFill>
              <a:blip r:embed="rId125"/>
              <a:stretch>
                <a:fillRect/>
              </a:stretch>
            </p:blipFill>
            <p:spPr>
              <a:xfrm>
                <a:off x="7170042" y="2953800"/>
                <a:ext cx="123599"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387" name="Ink 386">
                <a:extLst>
                  <a:ext uri="{FF2B5EF4-FFF2-40B4-BE49-F238E27FC236}">
                    <a16:creationId xmlns:a16="http://schemas.microsoft.com/office/drawing/2014/main" id="{54729E79-89D8-1AF6-AA09-BED2586A1678}"/>
                  </a:ext>
                </a:extLst>
              </p14:cNvPr>
              <p14:cNvContentPartPr/>
              <p14:nvPr/>
            </p14:nvContentPartPr>
            <p14:xfrm>
              <a:off x="7322022" y="3098520"/>
              <a:ext cx="81360" cy="74160"/>
            </p14:xfrm>
          </p:contentPart>
        </mc:Choice>
        <mc:Fallback xmlns="">
          <p:pic>
            <p:nvPicPr>
              <p:cNvPr id="387" name="Ink 386">
                <a:extLst>
                  <a:ext uri="{FF2B5EF4-FFF2-40B4-BE49-F238E27FC236}">
                    <a16:creationId xmlns:a16="http://schemas.microsoft.com/office/drawing/2014/main" id="{54729E79-89D8-1AF6-AA09-BED2586A1678}"/>
                  </a:ext>
                </a:extLst>
              </p:cNvPr>
              <p:cNvPicPr/>
              <p:nvPr/>
            </p:nvPicPr>
            <p:blipFill>
              <a:blip r:embed="rId127"/>
              <a:stretch>
                <a:fillRect/>
              </a:stretch>
            </p:blipFill>
            <p:spPr>
              <a:xfrm>
                <a:off x="7306542" y="3083040"/>
                <a:ext cx="111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391" name="Ink 390">
                <a:extLst>
                  <a:ext uri="{FF2B5EF4-FFF2-40B4-BE49-F238E27FC236}">
                    <a16:creationId xmlns:a16="http://schemas.microsoft.com/office/drawing/2014/main" id="{218A2C2F-A871-5AF3-AFA2-86D690D19D6B}"/>
                  </a:ext>
                </a:extLst>
              </p14:cNvPr>
              <p14:cNvContentPartPr/>
              <p14:nvPr/>
            </p14:nvContentPartPr>
            <p14:xfrm>
              <a:off x="7335702" y="2911680"/>
              <a:ext cx="369720" cy="245880"/>
            </p14:xfrm>
          </p:contentPart>
        </mc:Choice>
        <mc:Fallback xmlns="">
          <p:pic>
            <p:nvPicPr>
              <p:cNvPr id="391" name="Ink 390">
                <a:extLst>
                  <a:ext uri="{FF2B5EF4-FFF2-40B4-BE49-F238E27FC236}">
                    <a16:creationId xmlns:a16="http://schemas.microsoft.com/office/drawing/2014/main" id="{218A2C2F-A871-5AF3-AFA2-86D690D19D6B}"/>
                  </a:ext>
                </a:extLst>
              </p:cNvPr>
              <p:cNvPicPr/>
              <p:nvPr/>
            </p:nvPicPr>
            <p:blipFill>
              <a:blip r:embed="rId129"/>
              <a:stretch>
                <a:fillRect/>
              </a:stretch>
            </p:blipFill>
            <p:spPr>
              <a:xfrm>
                <a:off x="7320207" y="2896200"/>
                <a:ext cx="40035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398" name="Ink 397">
                <a:extLst>
                  <a:ext uri="{FF2B5EF4-FFF2-40B4-BE49-F238E27FC236}">
                    <a16:creationId xmlns:a16="http://schemas.microsoft.com/office/drawing/2014/main" id="{EE1D18FE-9804-F033-ADEC-320F2EA0C795}"/>
                  </a:ext>
                </a:extLst>
              </p14:cNvPr>
              <p14:cNvContentPartPr/>
              <p14:nvPr/>
            </p14:nvContentPartPr>
            <p14:xfrm>
              <a:off x="7719102" y="2930040"/>
              <a:ext cx="282240" cy="255600"/>
            </p14:xfrm>
          </p:contentPart>
        </mc:Choice>
        <mc:Fallback xmlns="">
          <p:pic>
            <p:nvPicPr>
              <p:cNvPr id="398" name="Ink 397">
                <a:extLst>
                  <a:ext uri="{FF2B5EF4-FFF2-40B4-BE49-F238E27FC236}">
                    <a16:creationId xmlns:a16="http://schemas.microsoft.com/office/drawing/2014/main" id="{EE1D18FE-9804-F033-ADEC-320F2EA0C795}"/>
                  </a:ext>
                </a:extLst>
              </p:cNvPr>
              <p:cNvPicPr/>
              <p:nvPr/>
            </p:nvPicPr>
            <p:blipFill>
              <a:blip r:embed="rId131"/>
              <a:stretch>
                <a:fillRect/>
              </a:stretch>
            </p:blipFill>
            <p:spPr>
              <a:xfrm>
                <a:off x="7703602" y="2914560"/>
                <a:ext cx="312879"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399" name="Ink 398">
                <a:extLst>
                  <a:ext uri="{FF2B5EF4-FFF2-40B4-BE49-F238E27FC236}">
                    <a16:creationId xmlns:a16="http://schemas.microsoft.com/office/drawing/2014/main" id="{F5CE801A-5BFE-D8F4-A680-404B341620F1}"/>
                  </a:ext>
                </a:extLst>
              </p14:cNvPr>
              <p14:cNvContentPartPr/>
              <p14:nvPr/>
            </p14:nvContentPartPr>
            <p14:xfrm>
              <a:off x="6458251" y="2953200"/>
              <a:ext cx="57960" cy="83520"/>
            </p14:xfrm>
          </p:contentPart>
        </mc:Choice>
        <mc:Fallback xmlns="">
          <p:pic>
            <p:nvPicPr>
              <p:cNvPr id="399" name="Ink 398">
                <a:extLst>
                  <a:ext uri="{FF2B5EF4-FFF2-40B4-BE49-F238E27FC236}">
                    <a16:creationId xmlns:a16="http://schemas.microsoft.com/office/drawing/2014/main" id="{F5CE801A-5BFE-D8F4-A680-404B341620F1}"/>
                  </a:ext>
                </a:extLst>
              </p:cNvPr>
              <p:cNvPicPr/>
              <p:nvPr/>
            </p:nvPicPr>
            <p:blipFill>
              <a:blip r:embed="rId133"/>
              <a:stretch>
                <a:fillRect/>
              </a:stretch>
            </p:blipFill>
            <p:spPr>
              <a:xfrm>
                <a:off x="6442771" y="2937720"/>
                <a:ext cx="885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405" name="Ink 404">
                <a:extLst>
                  <a:ext uri="{FF2B5EF4-FFF2-40B4-BE49-F238E27FC236}">
                    <a16:creationId xmlns:a16="http://schemas.microsoft.com/office/drawing/2014/main" id="{6F5596D9-D75E-0A4A-ABBC-AAC21779F8AB}"/>
                  </a:ext>
                </a:extLst>
              </p14:cNvPr>
              <p14:cNvContentPartPr/>
              <p14:nvPr/>
            </p14:nvContentPartPr>
            <p14:xfrm>
              <a:off x="8144131" y="2819640"/>
              <a:ext cx="441000" cy="369000"/>
            </p14:xfrm>
          </p:contentPart>
        </mc:Choice>
        <mc:Fallback xmlns="">
          <p:pic>
            <p:nvPicPr>
              <p:cNvPr id="405" name="Ink 404">
                <a:extLst>
                  <a:ext uri="{FF2B5EF4-FFF2-40B4-BE49-F238E27FC236}">
                    <a16:creationId xmlns:a16="http://schemas.microsoft.com/office/drawing/2014/main" id="{6F5596D9-D75E-0A4A-ABBC-AAC21779F8AB}"/>
                  </a:ext>
                </a:extLst>
              </p:cNvPr>
              <p:cNvPicPr/>
              <p:nvPr/>
            </p:nvPicPr>
            <p:blipFill>
              <a:blip r:embed="rId135"/>
              <a:stretch>
                <a:fillRect/>
              </a:stretch>
            </p:blipFill>
            <p:spPr>
              <a:xfrm>
                <a:off x="8128664" y="2804175"/>
                <a:ext cx="471575" cy="39957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427" name="Ink 426">
                <a:extLst>
                  <a:ext uri="{FF2B5EF4-FFF2-40B4-BE49-F238E27FC236}">
                    <a16:creationId xmlns:a16="http://schemas.microsoft.com/office/drawing/2014/main" id="{85FD8E91-4EA9-BDBA-62A7-90007B4B80D0}"/>
                  </a:ext>
                </a:extLst>
              </p14:cNvPr>
              <p14:cNvContentPartPr/>
              <p14:nvPr/>
            </p14:nvContentPartPr>
            <p14:xfrm>
              <a:off x="1158840" y="3996748"/>
              <a:ext cx="2297520" cy="263520"/>
            </p14:xfrm>
          </p:contentPart>
        </mc:Choice>
        <mc:Fallback xmlns="">
          <p:pic>
            <p:nvPicPr>
              <p:cNvPr id="427" name="Ink 426">
                <a:extLst>
                  <a:ext uri="{FF2B5EF4-FFF2-40B4-BE49-F238E27FC236}">
                    <a16:creationId xmlns:a16="http://schemas.microsoft.com/office/drawing/2014/main" id="{85FD8E91-4EA9-BDBA-62A7-90007B4B80D0}"/>
                  </a:ext>
                </a:extLst>
              </p:cNvPr>
              <p:cNvPicPr/>
              <p:nvPr/>
            </p:nvPicPr>
            <p:blipFill>
              <a:blip r:embed="rId137"/>
              <a:stretch>
                <a:fillRect/>
              </a:stretch>
            </p:blipFill>
            <p:spPr>
              <a:xfrm>
                <a:off x="1143360" y="3981268"/>
                <a:ext cx="232812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28" name="Ink 427">
                <a:extLst>
                  <a:ext uri="{FF2B5EF4-FFF2-40B4-BE49-F238E27FC236}">
                    <a16:creationId xmlns:a16="http://schemas.microsoft.com/office/drawing/2014/main" id="{87AB3B2D-45C0-1E09-E81A-BE4A3729E639}"/>
                  </a:ext>
                </a:extLst>
              </p14:cNvPr>
              <p14:cNvContentPartPr/>
              <p14:nvPr/>
            </p14:nvContentPartPr>
            <p14:xfrm>
              <a:off x="566280" y="4088188"/>
              <a:ext cx="437760" cy="171000"/>
            </p14:xfrm>
          </p:contentPart>
        </mc:Choice>
        <mc:Fallback xmlns="">
          <p:pic>
            <p:nvPicPr>
              <p:cNvPr id="428" name="Ink 427">
                <a:extLst>
                  <a:ext uri="{FF2B5EF4-FFF2-40B4-BE49-F238E27FC236}">
                    <a16:creationId xmlns:a16="http://schemas.microsoft.com/office/drawing/2014/main" id="{87AB3B2D-45C0-1E09-E81A-BE4A3729E639}"/>
                  </a:ext>
                </a:extLst>
              </p:cNvPr>
              <p:cNvPicPr/>
              <p:nvPr/>
            </p:nvPicPr>
            <p:blipFill>
              <a:blip r:embed="rId139"/>
              <a:stretch>
                <a:fillRect/>
              </a:stretch>
            </p:blipFill>
            <p:spPr>
              <a:xfrm>
                <a:off x="550787" y="4072741"/>
                <a:ext cx="468385" cy="201536"/>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34" name="Ink 433">
                <a:extLst>
                  <a:ext uri="{FF2B5EF4-FFF2-40B4-BE49-F238E27FC236}">
                    <a16:creationId xmlns:a16="http://schemas.microsoft.com/office/drawing/2014/main" id="{17EA14AE-740D-0709-9A76-07E41114FB9A}"/>
                  </a:ext>
                </a:extLst>
              </p14:cNvPr>
              <p14:cNvContentPartPr/>
              <p14:nvPr/>
            </p14:nvContentPartPr>
            <p14:xfrm>
              <a:off x="3479040" y="4064788"/>
              <a:ext cx="618480" cy="193320"/>
            </p14:xfrm>
          </p:contentPart>
        </mc:Choice>
        <mc:Fallback xmlns="">
          <p:pic>
            <p:nvPicPr>
              <p:cNvPr id="434" name="Ink 433">
                <a:extLst>
                  <a:ext uri="{FF2B5EF4-FFF2-40B4-BE49-F238E27FC236}">
                    <a16:creationId xmlns:a16="http://schemas.microsoft.com/office/drawing/2014/main" id="{17EA14AE-740D-0709-9A76-07E41114FB9A}"/>
                  </a:ext>
                </a:extLst>
              </p:cNvPr>
              <p:cNvPicPr/>
              <p:nvPr/>
            </p:nvPicPr>
            <p:blipFill>
              <a:blip r:embed="rId141"/>
              <a:stretch>
                <a:fillRect/>
              </a:stretch>
            </p:blipFill>
            <p:spPr>
              <a:xfrm>
                <a:off x="3463569" y="4049308"/>
                <a:ext cx="649062"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49" name="Ink 448">
                <a:extLst>
                  <a:ext uri="{FF2B5EF4-FFF2-40B4-BE49-F238E27FC236}">
                    <a16:creationId xmlns:a16="http://schemas.microsoft.com/office/drawing/2014/main" id="{97F18B7B-C511-03C2-5D7E-2A798B7F2FF0}"/>
                  </a:ext>
                </a:extLst>
              </p14:cNvPr>
              <p14:cNvContentPartPr/>
              <p14:nvPr/>
            </p14:nvContentPartPr>
            <p14:xfrm>
              <a:off x="5701132" y="4055788"/>
              <a:ext cx="1112760" cy="196920"/>
            </p14:xfrm>
          </p:contentPart>
        </mc:Choice>
        <mc:Fallback xmlns="">
          <p:pic>
            <p:nvPicPr>
              <p:cNvPr id="449" name="Ink 448">
                <a:extLst>
                  <a:ext uri="{FF2B5EF4-FFF2-40B4-BE49-F238E27FC236}">
                    <a16:creationId xmlns:a16="http://schemas.microsoft.com/office/drawing/2014/main" id="{97F18B7B-C511-03C2-5D7E-2A798B7F2FF0}"/>
                  </a:ext>
                </a:extLst>
              </p:cNvPr>
              <p:cNvPicPr/>
              <p:nvPr/>
            </p:nvPicPr>
            <p:blipFill>
              <a:blip r:embed="rId143"/>
              <a:stretch>
                <a:fillRect/>
              </a:stretch>
            </p:blipFill>
            <p:spPr>
              <a:xfrm>
                <a:off x="5685652" y="4040308"/>
                <a:ext cx="11433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450" name="Ink 449">
                <a:extLst>
                  <a:ext uri="{FF2B5EF4-FFF2-40B4-BE49-F238E27FC236}">
                    <a16:creationId xmlns:a16="http://schemas.microsoft.com/office/drawing/2014/main" id="{093F0932-B879-20BB-48B8-F07A1AD0C96E}"/>
                  </a:ext>
                </a:extLst>
              </p14:cNvPr>
              <p14:cNvContentPartPr/>
              <p14:nvPr/>
            </p14:nvContentPartPr>
            <p14:xfrm>
              <a:off x="4224052" y="4042828"/>
              <a:ext cx="1288440" cy="237960"/>
            </p14:xfrm>
          </p:contentPart>
        </mc:Choice>
        <mc:Fallback xmlns="">
          <p:pic>
            <p:nvPicPr>
              <p:cNvPr id="450" name="Ink 449">
                <a:extLst>
                  <a:ext uri="{FF2B5EF4-FFF2-40B4-BE49-F238E27FC236}">
                    <a16:creationId xmlns:a16="http://schemas.microsoft.com/office/drawing/2014/main" id="{093F0932-B879-20BB-48B8-F07A1AD0C96E}"/>
                  </a:ext>
                </a:extLst>
              </p:cNvPr>
              <p:cNvPicPr/>
              <p:nvPr/>
            </p:nvPicPr>
            <p:blipFill>
              <a:blip r:embed="rId145"/>
              <a:stretch>
                <a:fillRect/>
              </a:stretch>
            </p:blipFill>
            <p:spPr>
              <a:xfrm>
                <a:off x="4208576" y="4027348"/>
                <a:ext cx="1319031"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459" name="Ink 458">
                <a:extLst>
                  <a:ext uri="{FF2B5EF4-FFF2-40B4-BE49-F238E27FC236}">
                    <a16:creationId xmlns:a16="http://schemas.microsoft.com/office/drawing/2014/main" id="{3E125687-0DFD-8A9D-7882-7C83819BFA0A}"/>
                  </a:ext>
                </a:extLst>
              </p14:cNvPr>
              <p14:cNvContentPartPr/>
              <p14:nvPr/>
            </p14:nvContentPartPr>
            <p14:xfrm>
              <a:off x="6999481" y="4061188"/>
              <a:ext cx="410040" cy="585000"/>
            </p14:xfrm>
          </p:contentPart>
        </mc:Choice>
        <mc:Fallback xmlns="">
          <p:pic>
            <p:nvPicPr>
              <p:cNvPr id="459" name="Ink 458">
                <a:extLst>
                  <a:ext uri="{FF2B5EF4-FFF2-40B4-BE49-F238E27FC236}">
                    <a16:creationId xmlns:a16="http://schemas.microsoft.com/office/drawing/2014/main" id="{3E125687-0DFD-8A9D-7882-7C83819BFA0A}"/>
                  </a:ext>
                </a:extLst>
              </p:cNvPr>
              <p:cNvPicPr/>
              <p:nvPr/>
            </p:nvPicPr>
            <p:blipFill>
              <a:blip r:embed="rId147"/>
              <a:stretch>
                <a:fillRect/>
              </a:stretch>
            </p:blipFill>
            <p:spPr>
              <a:xfrm>
                <a:off x="6983987" y="4045698"/>
                <a:ext cx="440667" cy="615619"/>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468" name="Ink 467">
                <a:extLst>
                  <a:ext uri="{FF2B5EF4-FFF2-40B4-BE49-F238E27FC236}">
                    <a16:creationId xmlns:a16="http://schemas.microsoft.com/office/drawing/2014/main" id="{577B3F39-C093-BCEF-1D0C-FA2D43A02499}"/>
                  </a:ext>
                </a:extLst>
              </p14:cNvPr>
              <p14:cNvContentPartPr/>
              <p14:nvPr/>
            </p14:nvContentPartPr>
            <p14:xfrm>
              <a:off x="7428961" y="4035268"/>
              <a:ext cx="742680" cy="502200"/>
            </p14:xfrm>
          </p:contentPart>
        </mc:Choice>
        <mc:Fallback xmlns="">
          <p:pic>
            <p:nvPicPr>
              <p:cNvPr id="468" name="Ink 467">
                <a:extLst>
                  <a:ext uri="{FF2B5EF4-FFF2-40B4-BE49-F238E27FC236}">
                    <a16:creationId xmlns:a16="http://schemas.microsoft.com/office/drawing/2014/main" id="{577B3F39-C093-BCEF-1D0C-FA2D43A02499}"/>
                  </a:ext>
                </a:extLst>
              </p:cNvPr>
              <p:cNvPicPr/>
              <p:nvPr/>
            </p:nvPicPr>
            <p:blipFill>
              <a:blip r:embed="rId149"/>
              <a:stretch>
                <a:fillRect/>
              </a:stretch>
            </p:blipFill>
            <p:spPr>
              <a:xfrm>
                <a:off x="7413488" y="4019788"/>
                <a:ext cx="773265" cy="5328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475" name="Ink 474">
                <a:extLst>
                  <a:ext uri="{FF2B5EF4-FFF2-40B4-BE49-F238E27FC236}">
                    <a16:creationId xmlns:a16="http://schemas.microsoft.com/office/drawing/2014/main" id="{E2031016-C328-F398-5C78-776CE3752D5A}"/>
                  </a:ext>
                </a:extLst>
              </p14:cNvPr>
              <p14:cNvContentPartPr/>
              <p14:nvPr/>
            </p14:nvContentPartPr>
            <p14:xfrm>
              <a:off x="8168761" y="4314628"/>
              <a:ext cx="170640" cy="137520"/>
            </p14:xfrm>
          </p:contentPart>
        </mc:Choice>
        <mc:Fallback xmlns="">
          <p:pic>
            <p:nvPicPr>
              <p:cNvPr id="475" name="Ink 474">
                <a:extLst>
                  <a:ext uri="{FF2B5EF4-FFF2-40B4-BE49-F238E27FC236}">
                    <a16:creationId xmlns:a16="http://schemas.microsoft.com/office/drawing/2014/main" id="{E2031016-C328-F398-5C78-776CE3752D5A}"/>
                  </a:ext>
                </a:extLst>
              </p:cNvPr>
              <p:cNvPicPr/>
              <p:nvPr/>
            </p:nvPicPr>
            <p:blipFill>
              <a:blip r:embed="rId151"/>
              <a:stretch>
                <a:fillRect/>
              </a:stretch>
            </p:blipFill>
            <p:spPr>
              <a:xfrm>
                <a:off x="8153314" y="4299148"/>
                <a:ext cx="201176"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476" name="Ink 475">
                <a:extLst>
                  <a:ext uri="{FF2B5EF4-FFF2-40B4-BE49-F238E27FC236}">
                    <a16:creationId xmlns:a16="http://schemas.microsoft.com/office/drawing/2014/main" id="{04FCBE1A-CE19-E5F1-B255-B979F2451CC0}"/>
                  </a:ext>
                </a:extLst>
              </p14:cNvPr>
              <p14:cNvContentPartPr/>
              <p14:nvPr/>
            </p14:nvContentPartPr>
            <p14:xfrm>
              <a:off x="8080921" y="4560148"/>
              <a:ext cx="121680" cy="86040"/>
            </p14:xfrm>
          </p:contentPart>
        </mc:Choice>
        <mc:Fallback xmlns="">
          <p:pic>
            <p:nvPicPr>
              <p:cNvPr id="476" name="Ink 475">
                <a:extLst>
                  <a:ext uri="{FF2B5EF4-FFF2-40B4-BE49-F238E27FC236}">
                    <a16:creationId xmlns:a16="http://schemas.microsoft.com/office/drawing/2014/main" id="{04FCBE1A-CE19-E5F1-B255-B979F2451CC0}"/>
                  </a:ext>
                </a:extLst>
              </p:cNvPr>
              <p:cNvPicPr/>
              <p:nvPr/>
            </p:nvPicPr>
            <p:blipFill>
              <a:blip r:embed="rId153"/>
              <a:stretch>
                <a:fillRect/>
              </a:stretch>
            </p:blipFill>
            <p:spPr>
              <a:xfrm>
                <a:off x="8065487" y="4544603"/>
                <a:ext cx="152190" cy="116769"/>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482" name="Ink 481">
                <a:extLst>
                  <a:ext uri="{FF2B5EF4-FFF2-40B4-BE49-F238E27FC236}">
                    <a16:creationId xmlns:a16="http://schemas.microsoft.com/office/drawing/2014/main" id="{93D6BB85-3DAE-A050-CB18-3C92433C5CAF}"/>
                  </a:ext>
                </a:extLst>
              </p14:cNvPr>
              <p14:cNvContentPartPr/>
              <p14:nvPr/>
            </p14:nvContentPartPr>
            <p14:xfrm>
              <a:off x="8342142" y="4094668"/>
              <a:ext cx="773280" cy="165600"/>
            </p14:xfrm>
          </p:contentPart>
        </mc:Choice>
        <mc:Fallback xmlns="">
          <p:pic>
            <p:nvPicPr>
              <p:cNvPr id="482" name="Ink 481">
                <a:extLst>
                  <a:ext uri="{FF2B5EF4-FFF2-40B4-BE49-F238E27FC236}">
                    <a16:creationId xmlns:a16="http://schemas.microsoft.com/office/drawing/2014/main" id="{93D6BB85-3DAE-A050-CB18-3C92433C5CAF}"/>
                  </a:ext>
                </a:extLst>
              </p:cNvPr>
              <p:cNvPicPr/>
              <p:nvPr/>
            </p:nvPicPr>
            <p:blipFill>
              <a:blip r:embed="rId155"/>
              <a:stretch>
                <a:fillRect/>
              </a:stretch>
            </p:blipFill>
            <p:spPr>
              <a:xfrm>
                <a:off x="8326669" y="4079222"/>
                <a:ext cx="803866" cy="196134"/>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485" name="Ink 484">
                <a:extLst>
                  <a:ext uri="{FF2B5EF4-FFF2-40B4-BE49-F238E27FC236}">
                    <a16:creationId xmlns:a16="http://schemas.microsoft.com/office/drawing/2014/main" id="{51382348-3009-F9CC-2BFE-95B105B451C2}"/>
                  </a:ext>
                </a:extLst>
              </p14:cNvPr>
              <p14:cNvContentPartPr/>
              <p14:nvPr/>
            </p14:nvContentPartPr>
            <p14:xfrm>
              <a:off x="1386274" y="3266856"/>
              <a:ext cx="1567080" cy="58320"/>
            </p14:xfrm>
          </p:contentPart>
        </mc:Choice>
        <mc:Fallback xmlns="">
          <p:pic>
            <p:nvPicPr>
              <p:cNvPr id="485" name="Ink 484">
                <a:extLst>
                  <a:ext uri="{FF2B5EF4-FFF2-40B4-BE49-F238E27FC236}">
                    <a16:creationId xmlns:a16="http://schemas.microsoft.com/office/drawing/2014/main" id="{51382348-3009-F9CC-2BFE-95B105B451C2}"/>
                  </a:ext>
                </a:extLst>
              </p:cNvPr>
              <p:cNvPicPr/>
              <p:nvPr/>
            </p:nvPicPr>
            <p:blipFill>
              <a:blip r:embed="rId157"/>
              <a:stretch>
                <a:fillRect/>
              </a:stretch>
            </p:blipFill>
            <p:spPr>
              <a:xfrm>
                <a:off x="1370794" y="3251376"/>
                <a:ext cx="15976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489" name="Ink 488">
                <a:extLst>
                  <a:ext uri="{FF2B5EF4-FFF2-40B4-BE49-F238E27FC236}">
                    <a16:creationId xmlns:a16="http://schemas.microsoft.com/office/drawing/2014/main" id="{7DED9163-B562-ADF8-1F6A-AD73F3A8FC7A}"/>
                  </a:ext>
                </a:extLst>
              </p14:cNvPr>
              <p14:cNvContentPartPr/>
              <p14:nvPr/>
            </p14:nvContentPartPr>
            <p14:xfrm>
              <a:off x="2422354" y="3373056"/>
              <a:ext cx="120960" cy="475560"/>
            </p14:xfrm>
          </p:contentPart>
        </mc:Choice>
        <mc:Fallback xmlns="">
          <p:pic>
            <p:nvPicPr>
              <p:cNvPr id="489" name="Ink 488">
                <a:extLst>
                  <a:ext uri="{FF2B5EF4-FFF2-40B4-BE49-F238E27FC236}">
                    <a16:creationId xmlns:a16="http://schemas.microsoft.com/office/drawing/2014/main" id="{7DED9163-B562-ADF8-1F6A-AD73F3A8FC7A}"/>
                  </a:ext>
                </a:extLst>
              </p:cNvPr>
              <p:cNvPicPr/>
              <p:nvPr/>
            </p:nvPicPr>
            <p:blipFill>
              <a:blip r:embed="rId159"/>
              <a:stretch>
                <a:fillRect/>
              </a:stretch>
            </p:blipFill>
            <p:spPr>
              <a:xfrm>
                <a:off x="2406828" y="3357576"/>
                <a:ext cx="151651"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496" name="Ink 495">
                <a:extLst>
                  <a:ext uri="{FF2B5EF4-FFF2-40B4-BE49-F238E27FC236}">
                    <a16:creationId xmlns:a16="http://schemas.microsoft.com/office/drawing/2014/main" id="{C37A6F39-54D2-C909-8AF6-417701A54E7C}"/>
                  </a:ext>
                </a:extLst>
              </p14:cNvPr>
              <p14:cNvContentPartPr/>
              <p14:nvPr/>
            </p14:nvContentPartPr>
            <p14:xfrm>
              <a:off x="1400216" y="3354931"/>
              <a:ext cx="1566720" cy="51120"/>
            </p14:xfrm>
          </p:contentPart>
        </mc:Choice>
        <mc:Fallback xmlns="">
          <p:pic>
            <p:nvPicPr>
              <p:cNvPr id="496" name="Ink 495">
                <a:extLst>
                  <a:ext uri="{FF2B5EF4-FFF2-40B4-BE49-F238E27FC236}">
                    <a16:creationId xmlns:a16="http://schemas.microsoft.com/office/drawing/2014/main" id="{C37A6F39-54D2-C909-8AF6-417701A54E7C}"/>
                  </a:ext>
                </a:extLst>
              </p:cNvPr>
              <p:cNvPicPr/>
              <p:nvPr/>
            </p:nvPicPr>
            <p:blipFill>
              <a:blip r:embed="rId161"/>
              <a:stretch>
                <a:fillRect/>
              </a:stretch>
            </p:blipFill>
            <p:spPr>
              <a:xfrm>
                <a:off x="1384736" y="3339451"/>
                <a:ext cx="1597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499" name="Ink 498">
                <a:extLst>
                  <a:ext uri="{FF2B5EF4-FFF2-40B4-BE49-F238E27FC236}">
                    <a16:creationId xmlns:a16="http://schemas.microsoft.com/office/drawing/2014/main" id="{EF407F1C-A4CF-19F1-6D79-2A1EDEECA814}"/>
                  </a:ext>
                </a:extLst>
              </p14:cNvPr>
              <p14:cNvContentPartPr/>
              <p14:nvPr/>
            </p14:nvContentPartPr>
            <p14:xfrm>
              <a:off x="5044623" y="3245327"/>
              <a:ext cx="1569600" cy="115560"/>
            </p14:xfrm>
          </p:contentPart>
        </mc:Choice>
        <mc:Fallback xmlns="">
          <p:pic>
            <p:nvPicPr>
              <p:cNvPr id="499" name="Ink 498">
                <a:extLst>
                  <a:ext uri="{FF2B5EF4-FFF2-40B4-BE49-F238E27FC236}">
                    <a16:creationId xmlns:a16="http://schemas.microsoft.com/office/drawing/2014/main" id="{EF407F1C-A4CF-19F1-6D79-2A1EDEECA814}"/>
                  </a:ext>
                </a:extLst>
              </p:cNvPr>
              <p:cNvPicPr/>
              <p:nvPr/>
            </p:nvPicPr>
            <p:blipFill>
              <a:blip r:embed="rId163"/>
              <a:stretch>
                <a:fillRect/>
              </a:stretch>
            </p:blipFill>
            <p:spPr>
              <a:xfrm>
                <a:off x="5024098" y="3229847"/>
                <a:ext cx="1610289"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502" name="Ink 501">
                <a:extLst>
                  <a:ext uri="{FF2B5EF4-FFF2-40B4-BE49-F238E27FC236}">
                    <a16:creationId xmlns:a16="http://schemas.microsoft.com/office/drawing/2014/main" id="{92E1F219-9481-475F-FCBF-4D154DD1C8B8}"/>
                  </a:ext>
                </a:extLst>
              </p14:cNvPr>
              <p14:cNvContentPartPr/>
              <p14:nvPr/>
            </p14:nvContentPartPr>
            <p14:xfrm>
              <a:off x="5813223" y="3318767"/>
              <a:ext cx="104760" cy="384840"/>
            </p14:xfrm>
          </p:contentPart>
        </mc:Choice>
        <mc:Fallback xmlns="">
          <p:pic>
            <p:nvPicPr>
              <p:cNvPr id="502" name="Ink 501">
                <a:extLst>
                  <a:ext uri="{FF2B5EF4-FFF2-40B4-BE49-F238E27FC236}">
                    <a16:creationId xmlns:a16="http://schemas.microsoft.com/office/drawing/2014/main" id="{92E1F219-9481-475F-FCBF-4D154DD1C8B8}"/>
                  </a:ext>
                </a:extLst>
              </p:cNvPr>
              <p:cNvPicPr/>
              <p:nvPr/>
            </p:nvPicPr>
            <p:blipFill>
              <a:blip r:embed="rId165"/>
              <a:stretch>
                <a:fillRect/>
              </a:stretch>
            </p:blipFill>
            <p:spPr>
              <a:xfrm>
                <a:off x="5797796" y="3303287"/>
                <a:ext cx="135255" cy="415440"/>
              </a:xfrm>
              <a:prstGeom prst="rect">
                <a:avLst/>
              </a:prstGeom>
            </p:spPr>
          </p:pic>
        </mc:Fallback>
      </mc:AlternateContent>
    </p:spTree>
    <p:extLst>
      <p:ext uri="{BB962C8B-B14F-4D97-AF65-F5344CB8AC3E}">
        <p14:creationId xmlns:p14="http://schemas.microsoft.com/office/powerpoint/2010/main" val="317705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8B32996-8A56-CD70-DE9A-55DDE60A9223}"/>
                  </a:ext>
                </a:extLst>
              </p:cNvPr>
              <p:cNvSpPr>
                <a:spLocks noGrp="1"/>
              </p:cNvSpPr>
              <p:nvPr>
                <p:ph idx="26"/>
              </p:nvPr>
            </p:nvSpPr>
            <p:spPr>
              <a:xfrm>
                <a:off x="423600" y="905399"/>
                <a:ext cx="8318119" cy="3272464"/>
              </a:xfrm>
            </p:spPr>
            <p:txBody>
              <a:bodyPr/>
              <a:lstStyle/>
              <a:p>
                <a:r>
                  <a:rPr lang="en-US" dirty="0"/>
                  <a:t>A lot of the computations are carried on from updating weights for layer 3.</a:t>
                </a:r>
              </a:p>
              <a:p>
                <a:endParaRPr lang="en-US" dirty="0"/>
              </a:p>
              <a:p>
                <a:r>
                  <a:rPr lang="en-US" dirty="0"/>
                  <a:t>The process is done equation by equation in parallel. For us, we can also condense the update equation in matrix form:</a:t>
                </a:r>
              </a:p>
              <a:p>
                <a:pPr marL="0" indent="0">
                  <a:buNone/>
                </a:pPr>
                <a:endParaRPr lang="en-US" dirty="0"/>
              </a:p>
              <a:p>
                <a:pPr marL="0" indent="0">
                  <a:buNone/>
                </a:pPr>
                <a14:m>
                  <m:oMathPara xmlns:m="http://schemas.openxmlformats.org/officeDocument/2006/math">
                    <m:oMath>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𝑁𝑒𝑤</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r>
                        <a:rPr lang="en-US" sz="1600" b="0" i="1" smtClean="0">
                          <a:latin typeface="Cambria Math" panose="02040503050406030204" pitchFamily="18" charset="0"/>
                        </a:rPr>
                        <m:t>=</m:t>
                      </m:r>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𝑂𝑙𝑑</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r>
                        <a:rPr lang="en-US" sz="1600" b="0" i="1" smtClean="0">
                          <a:latin typeface="Cambria Math" panose="02040503050406030204" pitchFamily="18" charset="0"/>
                        </a:rPr>
                        <m:t>−2</m:t>
                      </m:r>
                      <m:r>
                        <a:rPr lang="en-US" sz="1600" b="0" i="1" smtClean="0">
                          <a:latin typeface="Cambria Math" panose="02040503050406030204" pitchFamily="18" charset="0"/>
                        </a:rPr>
                        <m:t>𝛼</m:t>
                      </m:r>
                      <m:d>
                        <m:dPr>
                          <m:begChr m:val="["/>
                          <m:endChr m:val="]"/>
                          <m:ctrlPr>
                            <a:rPr lang="en-US" sz="1600" b="0" i="1" smtClean="0">
                              <a:latin typeface="Cambria Math" panose="02040503050406030204" pitchFamily="18" charset="0"/>
                            </a:rPr>
                          </m:ctrlPr>
                        </m:dPr>
                        <m:e>
                          <m:m>
                            <m:mPr>
                              <m:mcs>
                                <m:mc>
                                  <m:mcPr>
                                    <m:count m:val="3"/>
                                    <m:mcJc m:val="center"/>
                                  </m:mcPr>
                                </m:mc>
                              </m:mcs>
                              <m:ctrlPr>
                                <a:rPr lang="en-US" sz="1600" b="0" i="1" smtClean="0">
                                  <a:latin typeface="Cambria Math" panose="02040503050406030204" pitchFamily="18" charset="0"/>
                                </a:rPr>
                              </m:ctrlPr>
                            </m:mPr>
                            <m:mr>
                              <m:e>
                                <m:sSubSup>
                                  <m:sSubSupPr>
                                    <m:ctrlPr>
                                      <a:rPr lang="en-US" sz="1600" b="0" i="1" smtClean="0">
                                        <a:latin typeface="Cambria Math" panose="02040503050406030204" pitchFamily="18" charset="0"/>
                                      </a:rPr>
                                    </m:ctrlPr>
                                  </m:sSubSupPr>
                                  <m:e>
                                    <m:r>
                                      <m:rPr>
                                        <m:brk m:alnAt="7"/>
                                      </m:rPr>
                                      <a:rPr lang="en-US" sz="1600" b="0" i="1" smtClean="0">
                                        <a:latin typeface="Cambria Math" panose="02040503050406030204" pitchFamily="18" charset="0"/>
                                      </a:rPr>
                                      <m:t>ℎ</m:t>
                                    </m:r>
                                  </m:e>
                                  <m:sub>
                                    <m:r>
                                      <m:rPr>
                                        <m:brk m:alnAt="7"/>
                                      </m:rPr>
                                      <a:rPr lang="en-US" sz="1600" b="0" i="1" smtClean="0">
                                        <a:latin typeface="Cambria Math" panose="02040503050406030204" pitchFamily="18" charset="0"/>
                                      </a:rPr>
                                      <m:t>2</m:t>
                                    </m:r>
                                  </m:sub>
                                  <m:sup>
                                    <m:r>
                                      <a:rPr lang="en-US" sz="1600" b="0" i="1" smtClean="0">
                                        <a:latin typeface="Cambria Math" panose="02040503050406030204" pitchFamily="18" charset="0"/>
                                      </a:rPr>
                                      <m:t>′</m:t>
                                    </m:r>
                                  </m:sup>
                                </m:sSubSup>
                                <m:d>
                                  <m:dPr>
                                    <m:ctrlPr>
                                      <a:rPr lang="en-US" sz="1600" b="0" i="1" smtClean="0">
                                        <a:latin typeface="Cambria Math" panose="02040503050406030204" pitchFamily="18" charset="0"/>
                                      </a:rPr>
                                    </m:ctrlPr>
                                  </m:dPr>
                                  <m:e>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𝑧</m:t>
                                        </m:r>
                                      </m:e>
                                      <m:sub>
                                        <m:r>
                                          <a:rPr lang="en-US" sz="1600" b="0" i="1" smtClean="0">
                                            <a:latin typeface="Cambria Math" panose="02040503050406030204" pitchFamily="18" charset="0"/>
                                          </a:rPr>
                                          <m:t>1</m:t>
                                        </m:r>
                                      </m:sub>
                                      <m:sup>
                                        <m:d>
                                          <m:dPr>
                                            <m:ctrlPr>
                                              <a:rPr lang="en-US" sz="1600" b="0" i="1" smtClean="0">
                                                <a:latin typeface="Cambria Math" panose="02040503050406030204" pitchFamily="18" charset="0"/>
                                              </a:rPr>
                                            </m:ctrlPr>
                                          </m:dPr>
                                          <m:e>
                                            <m:r>
                                              <a:rPr lang="en-US" sz="1600" b="0" i="1" smtClean="0">
                                                <a:latin typeface="Cambria Math" panose="02040503050406030204" pitchFamily="18" charset="0"/>
                                              </a:rPr>
                                              <m:t>2</m:t>
                                            </m:r>
                                          </m:e>
                                        </m:d>
                                      </m:sup>
                                    </m:sSubSup>
                                  </m:e>
                                </m:d>
                              </m:e>
                              <m:e>
                                <m:r>
                                  <a:rPr lang="en-US" sz="1600" b="0" i="1" smtClean="0">
                                    <a:latin typeface="Cambria Math" panose="02040503050406030204" pitchFamily="18" charset="0"/>
                                  </a:rPr>
                                  <m:t>0</m:t>
                                </m:r>
                              </m:e>
                              <m:e>
                                <m:r>
                                  <a:rPr lang="en-US" sz="1600" b="0" i="1" smtClean="0">
                                    <a:latin typeface="Cambria Math" panose="02040503050406030204" pitchFamily="18" charset="0"/>
                                  </a:rPr>
                                  <m:t>0</m:t>
                                </m:r>
                              </m:e>
                            </m:mr>
                            <m:mr>
                              <m:e>
                                <m:r>
                                  <a:rPr lang="en-US" sz="1600" b="0" i="1" smtClean="0">
                                    <a:latin typeface="Cambria Math" panose="02040503050406030204" pitchFamily="18" charset="0"/>
                                  </a:rPr>
                                  <m:t>0</m:t>
                                </m:r>
                              </m:e>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ℎ</m:t>
                                    </m:r>
                                  </m:e>
                                  <m:sub>
                                    <m:r>
                                      <m:rPr>
                                        <m:brk m:alnAt="7"/>
                                      </m:rPr>
                                      <a:rPr lang="en-US" sz="1600" i="1">
                                        <a:latin typeface="Cambria Math" panose="02040503050406030204" pitchFamily="18" charset="0"/>
                                      </a:rPr>
                                      <m:t>2</m:t>
                                    </m:r>
                                  </m:sub>
                                  <m:sup>
                                    <m:r>
                                      <a:rPr lang="en-US" sz="1600" i="1">
                                        <a:latin typeface="Cambria Math" panose="02040503050406030204" pitchFamily="18" charset="0"/>
                                      </a:rPr>
                                      <m:t>′</m:t>
                                    </m:r>
                                  </m:sup>
                                </m:sSubSup>
                                <m:d>
                                  <m:dPr>
                                    <m:ctrlPr>
                                      <a:rPr lang="en-US" sz="1600" i="1">
                                        <a:latin typeface="Cambria Math" panose="02040503050406030204" pitchFamily="18" charset="0"/>
                                      </a:rPr>
                                    </m:ctrlPr>
                                  </m:dPr>
                                  <m:e>
                                    <m:sSubSup>
                                      <m:sSubSupPr>
                                        <m:ctrlPr>
                                          <a:rPr lang="en-US" sz="1600" i="1">
                                            <a:latin typeface="Cambria Math" panose="02040503050406030204" pitchFamily="18" charset="0"/>
                                          </a:rPr>
                                        </m:ctrlPr>
                                      </m:sSubSupPr>
                                      <m:e>
                                        <m:r>
                                          <a:rPr lang="en-US" sz="1600" i="1">
                                            <a:latin typeface="Cambria Math" panose="02040503050406030204" pitchFamily="18" charset="0"/>
                                          </a:rPr>
                                          <m:t>𝑧</m:t>
                                        </m:r>
                                      </m:e>
                                      <m:sub>
                                        <m:r>
                                          <a:rPr lang="en-US" sz="1600" b="0" i="1" smtClean="0">
                                            <a:latin typeface="Cambria Math" panose="02040503050406030204" pitchFamily="18" charset="0"/>
                                          </a:rPr>
                                          <m:t>2</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e>
                                </m:d>
                              </m:e>
                              <m:e>
                                <m:r>
                                  <a:rPr lang="en-US" sz="1600" b="0" i="1" smtClean="0">
                                    <a:latin typeface="Cambria Math" panose="02040503050406030204" pitchFamily="18" charset="0"/>
                                  </a:rPr>
                                  <m:t>0</m:t>
                                </m:r>
                              </m:e>
                            </m:mr>
                            <m:mr>
                              <m:e>
                                <m:r>
                                  <a:rPr lang="en-US" sz="1600" b="0" i="1" smtClean="0">
                                    <a:latin typeface="Cambria Math" panose="02040503050406030204" pitchFamily="18" charset="0"/>
                                  </a:rPr>
                                  <m:t>0</m:t>
                                </m:r>
                              </m:e>
                              <m:e>
                                <m:r>
                                  <a:rPr lang="en-US" sz="1600" b="0" i="1" smtClean="0">
                                    <a:latin typeface="Cambria Math" panose="02040503050406030204" pitchFamily="18" charset="0"/>
                                  </a:rPr>
                                  <m:t>0</m:t>
                                </m:r>
                              </m:e>
                              <m:e>
                                <m:sSubSup>
                                  <m:sSubSupPr>
                                    <m:ctrlPr>
                                      <a:rPr lang="en-US" sz="1600" i="1">
                                        <a:latin typeface="Cambria Math" panose="02040503050406030204" pitchFamily="18" charset="0"/>
                                      </a:rPr>
                                    </m:ctrlPr>
                                  </m:sSubSupPr>
                                  <m:e>
                                    <m:r>
                                      <m:rPr>
                                        <m:brk m:alnAt="7"/>
                                      </m:rPr>
                                      <a:rPr lang="en-US" sz="1600" i="1">
                                        <a:latin typeface="Cambria Math" panose="02040503050406030204" pitchFamily="18" charset="0"/>
                                      </a:rPr>
                                      <m:t>ℎ</m:t>
                                    </m:r>
                                  </m:e>
                                  <m:sub>
                                    <m:r>
                                      <m:rPr>
                                        <m:brk m:alnAt="7"/>
                                      </m:rPr>
                                      <a:rPr lang="en-US" sz="1600" i="1">
                                        <a:latin typeface="Cambria Math" panose="02040503050406030204" pitchFamily="18" charset="0"/>
                                      </a:rPr>
                                      <m:t>2</m:t>
                                    </m:r>
                                  </m:sub>
                                  <m:sup>
                                    <m:r>
                                      <a:rPr lang="en-US" sz="1600" i="1">
                                        <a:latin typeface="Cambria Math" panose="02040503050406030204" pitchFamily="18" charset="0"/>
                                      </a:rPr>
                                      <m:t>′</m:t>
                                    </m:r>
                                  </m:sup>
                                </m:sSubSup>
                                <m:d>
                                  <m:dPr>
                                    <m:ctrlPr>
                                      <a:rPr lang="en-US" sz="1600" i="1">
                                        <a:latin typeface="Cambria Math" panose="02040503050406030204" pitchFamily="18" charset="0"/>
                                      </a:rPr>
                                    </m:ctrlPr>
                                  </m:dPr>
                                  <m:e>
                                    <m:sSubSup>
                                      <m:sSubSupPr>
                                        <m:ctrlPr>
                                          <a:rPr lang="en-US" sz="1600" i="1">
                                            <a:latin typeface="Cambria Math" panose="02040503050406030204" pitchFamily="18" charset="0"/>
                                          </a:rPr>
                                        </m:ctrlPr>
                                      </m:sSubSupPr>
                                      <m:e>
                                        <m:r>
                                          <a:rPr lang="en-US" sz="1600" i="1">
                                            <a:latin typeface="Cambria Math" panose="02040503050406030204" pitchFamily="18" charset="0"/>
                                          </a:rPr>
                                          <m:t>𝑧</m:t>
                                        </m:r>
                                      </m:e>
                                      <m:sub>
                                        <m:r>
                                          <a:rPr lang="en-US" sz="1600" b="0" i="1" smtClean="0">
                                            <a:latin typeface="Cambria Math" panose="02040503050406030204" pitchFamily="18" charset="0"/>
                                          </a:rPr>
                                          <m:t>3</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e>
                                </m:d>
                              </m:e>
                            </m:mr>
                          </m:m>
                        </m:e>
                      </m:d>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𝑊</m:t>
                          </m:r>
                        </m:e>
                        <m:sub>
                          <m:r>
                            <a:rPr lang="en-US" sz="1600" b="0" i="1" smtClean="0">
                              <a:latin typeface="Cambria Math" panose="02040503050406030204" pitchFamily="18" charset="0"/>
                            </a:rPr>
                            <m:t>𝑜𝑙𝑑</m:t>
                          </m:r>
                        </m:sub>
                        <m:sup>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3</m:t>
                                  </m:r>
                                </m:e>
                              </m:d>
                            </m:e>
                            <m:sup>
                              <m:r>
                                <a:rPr lang="en-US" sz="1600" b="0" i="1" smtClean="0">
                                  <a:latin typeface="Cambria Math" panose="02040503050406030204" pitchFamily="18" charset="0"/>
                                </a:rPr>
                                <m:t>𝑇</m:t>
                              </m:r>
                            </m:sup>
                          </m:sSup>
                        </m:sup>
                      </m:sSubSup>
                      <m:d>
                        <m:dPr>
                          <m:begChr m:val="["/>
                          <m:endChr m:val="]"/>
                          <m:ctrlPr>
                            <a:rPr lang="en-US" sz="1600" i="1">
                              <a:solidFill>
                                <a:schemeClr val="tx1"/>
                              </a:solidFill>
                              <a:latin typeface="Cambria Math" panose="02040503050406030204" pitchFamily="18" charset="0"/>
                            </a:rPr>
                          </m:ctrlPr>
                        </m:dPr>
                        <m:e>
                          <m:m>
                            <m:mPr>
                              <m:mcs>
                                <m:mc>
                                  <m:mcPr>
                                    <m:count m:val="1"/>
                                    <m:mcJc m:val="center"/>
                                  </m:mcPr>
                                </m:mc>
                              </m:mcs>
                              <m:ctrlPr>
                                <a:rPr lang="en-US" sz="1600" i="1">
                                  <a:solidFill>
                                    <a:schemeClr val="tx1"/>
                                  </a:solidFill>
                                  <a:latin typeface="Cambria Math" panose="02040503050406030204" pitchFamily="18" charset="0"/>
                                </a:rPr>
                              </m:ctrlPr>
                            </m:mPr>
                            <m:mr>
                              <m:e>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acc>
                                          <m:accPr>
                                            <m:chr m:val="̂"/>
                                            <m:ctrlPr>
                                              <a:rPr lang="en-US" sz="1600" i="1">
                                                <a:solidFill>
                                                  <a:schemeClr val="tx1"/>
                                                </a:solidFill>
                                                <a:latin typeface="Cambria Math" panose="02040503050406030204" pitchFamily="18" charset="0"/>
                                              </a:rPr>
                                            </m:ctrlPr>
                                          </m:accPr>
                                          <m:e>
                                            <m:r>
                                              <m:rPr>
                                                <m:brk m:alnAt="7"/>
                                              </m:rPr>
                                              <a:rPr lang="en-US" sz="1600" i="1">
                                                <a:solidFill>
                                                  <a:schemeClr val="tx1"/>
                                                </a:solidFill>
                                                <a:latin typeface="Cambria Math" panose="02040503050406030204" pitchFamily="18" charset="0"/>
                                              </a:rPr>
                                              <m:t>𝑦</m:t>
                                            </m:r>
                                          </m:e>
                                        </m:acc>
                                      </m:e>
                                      <m:sub>
                                        <m:r>
                                          <m:rPr>
                                            <m:brk m:alnAt="7"/>
                                          </m:rPr>
                                          <a:rPr lang="en-US" sz="1600" i="1">
                                            <a:solidFill>
                                              <a:schemeClr val="tx1"/>
                                            </a:solidFill>
                                            <a:latin typeface="Cambria Math" panose="02040503050406030204" pitchFamily="18" charset="0"/>
                                          </a:rPr>
                                          <m:t>1</m:t>
                                        </m:r>
                                      </m:sub>
                                    </m:sSub>
                                    <m:r>
                                      <m:rPr>
                                        <m:brk m:alnAt="7"/>
                                      </m:rP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m:rPr>
                                            <m:brk m:alnAt="7"/>
                                          </m:rPr>
                                          <a:rPr lang="en-US" sz="1600" i="1">
                                            <a:solidFill>
                                              <a:schemeClr val="tx1"/>
                                            </a:solidFill>
                                            <a:latin typeface="Cambria Math" panose="02040503050406030204" pitchFamily="18" charset="0"/>
                                          </a:rPr>
                                          <m:t>𝑦</m:t>
                                        </m:r>
                                      </m:e>
                                      <m:sub>
                                        <m:r>
                                          <m:rPr>
                                            <m:brk m:alnAt="7"/>
                                          </m:rPr>
                                          <a:rPr lang="en-US" sz="1600" i="1">
                                            <a:solidFill>
                                              <a:schemeClr val="tx1"/>
                                            </a:solidFill>
                                            <a:latin typeface="Cambria Math" panose="02040503050406030204" pitchFamily="18" charset="0"/>
                                          </a:rPr>
                                          <m:t>1</m:t>
                                        </m:r>
                                      </m:sub>
                                    </m:sSub>
                                  </m:e>
                                </m:d>
                                <m:sSubSup>
                                  <m:sSubSupPr>
                                    <m:ctrlPr>
                                      <a:rPr lang="en-US" sz="1600" i="1">
                                        <a:solidFill>
                                          <a:schemeClr val="tx1"/>
                                        </a:solidFill>
                                        <a:latin typeface="Cambria Math" panose="02040503050406030204" pitchFamily="18" charset="0"/>
                                      </a:rPr>
                                    </m:ctrlPr>
                                  </m:sSubSupPr>
                                  <m:e>
                                    <m:r>
                                      <m:rPr>
                                        <m:brk m:alnAt="7"/>
                                      </m:rPr>
                                      <a:rPr lang="en-US" sz="1600" i="1">
                                        <a:solidFill>
                                          <a:schemeClr val="tx1"/>
                                        </a:solidFill>
                                        <a:latin typeface="Cambria Math" panose="02040503050406030204" pitchFamily="18" charset="0"/>
                                      </a:rPr>
                                      <m:t>ℎ</m:t>
                                    </m:r>
                                  </m:e>
                                  <m:sub>
                                    <m:r>
                                      <m:rPr>
                                        <m:brk m:alnAt="7"/>
                                      </m:rPr>
                                      <a:rPr lang="en-US" sz="1600" i="1">
                                        <a:solidFill>
                                          <a:schemeClr val="tx1"/>
                                        </a:solidFill>
                                        <a:latin typeface="Cambria Math" panose="02040503050406030204" pitchFamily="18" charset="0"/>
                                      </a:rPr>
                                      <m:t>3</m:t>
                                    </m:r>
                                  </m:sub>
                                  <m:sup>
                                    <m:r>
                                      <a:rPr lang="en-US" sz="1600" i="1">
                                        <a:solidFill>
                                          <a:schemeClr val="tx1"/>
                                        </a:solidFill>
                                        <a:latin typeface="Cambria Math" panose="02040503050406030204" pitchFamily="18" charset="0"/>
                                      </a:rPr>
                                      <m:t>′</m:t>
                                    </m:r>
                                  </m:sup>
                                </m:sSubSup>
                                <m:d>
                                  <m:dPr>
                                    <m:ctrlPr>
                                      <a:rPr lang="en-US" sz="1600" i="1">
                                        <a:solidFill>
                                          <a:schemeClr val="tx1"/>
                                        </a:solidFill>
                                        <a:latin typeface="Cambria Math" panose="02040503050406030204" pitchFamily="18" charset="0"/>
                                      </a:rPr>
                                    </m:ctrlPr>
                                  </m:dPr>
                                  <m:e>
                                    <m:sSubSup>
                                      <m:sSubSupPr>
                                        <m:ctrlPr>
                                          <a:rPr lang="en-US" sz="1600" i="1">
                                            <a:solidFill>
                                              <a:schemeClr val="tx1"/>
                                            </a:solidFill>
                                            <a:latin typeface="Cambria Math" panose="02040503050406030204" pitchFamily="18" charset="0"/>
                                          </a:rPr>
                                        </m:ctrlPr>
                                      </m:sSubSupPr>
                                      <m:e>
                                        <m:r>
                                          <a:rPr lang="en-US" sz="1600" i="1">
                                            <a:solidFill>
                                              <a:schemeClr val="tx1"/>
                                            </a:solidFill>
                                            <a:latin typeface="Cambria Math" panose="02040503050406030204" pitchFamily="18" charset="0"/>
                                          </a:rPr>
                                          <m:t>𝑧</m:t>
                                        </m:r>
                                      </m:e>
                                      <m:sub>
                                        <m:r>
                                          <a:rPr lang="en-US" sz="1600" i="1">
                                            <a:solidFill>
                                              <a:schemeClr val="tx1"/>
                                            </a:solidFill>
                                            <a:latin typeface="Cambria Math" panose="02040503050406030204" pitchFamily="18" charset="0"/>
                                          </a:rPr>
                                          <m:t>1</m:t>
                                        </m:r>
                                      </m:sub>
                                      <m:sup>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3</m:t>
                                            </m:r>
                                          </m:e>
                                        </m:d>
                                      </m:sup>
                                    </m:sSubSup>
                                  </m:e>
                                </m:d>
                              </m:e>
                            </m:mr>
                            <m:mr>
                              <m:e>
                                <m:d>
                                  <m:dPr>
                                    <m:ctrlPr>
                                      <a:rPr lang="en-US" sz="1600" i="1">
                                        <a:solidFill>
                                          <a:schemeClr val="tx1"/>
                                        </a:solidFill>
                                        <a:latin typeface="Cambria Math" panose="02040503050406030204" pitchFamily="18" charset="0"/>
                                      </a:rPr>
                                    </m:ctrlPr>
                                  </m:dPr>
                                  <m:e>
                                    <m:sSub>
                                      <m:sSubPr>
                                        <m:ctrlPr>
                                          <a:rPr lang="en-US" sz="1600" i="1">
                                            <a:solidFill>
                                              <a:schemeClr val="tx1"/>
                                            </a:solidFill>
                                            <a:latin typeface="Cambria Math" panose="02040503050406030204" pitchFamily="18" charset="0"/>
                                          </a:rPr>
                                        </m:ctrlPr>
                                      </m:sSubPr>
                                      <m:e>
                                        <m:acc>
                                          <m:accPr>
                                            <m:chr m:val="̂"/>
                                            <m:ctrlPr>
                                              <a:rPr lang="en-US" sz="1600" i="1">
                                                <a:solidFill>
                                                  <a:schemeClr val="tx1"/>
                                                </a:solidFill>
                                                <a:latin typeface="Cambria Math" panose="02040503050406030204" pitchFamily="18" charset="0"/>
                                              </a:rPr>
                                            </m:ctrlPr>
                                          </m:accPr>
                                          <m:e>
                                            <m:r>
                                              <m:rPr>
                                                <m:brk m:alnAt="7"/>
                                              </m:rPr>
                                              <a:rPr lang="en-US" sz="1600" i="1">
                                                <a:solidFill>
                                                  <a:schemeClr val="tx1"/>
                                                </a:solidFill>
                                                <a:latin typeface="Cambria Math" panose="02040503050406030204" pitchFamily="18" charset="0"/>
                                              </a:rPr>
                                              <m:t>𝑦</m:t>
                                            </m:r>
                                          </m:e>
                                        </m:acc>
                                      </m:e>
                                      <m:sub>
                                        <m:r>
                                          <a:rPr lang="en-US" sz="1600" i="1">
                                            <a:solidFill>
                                              <a:schemeClr val="tx1"/>
                                            </a:solidFill>
                                            <a:latin typeface="Cambria Math" panose="02040503050406030204" pitchFamily="18" charset="0"/>
                                          </a:rPr>
                                          <m:t>2</m:t>
                                        </m:r>
                                      </m:sub>
                                    </m:sSub>
                                    <m:r>
                                      <m:rPr>
                                        <m:brk m:alnAt="7"/>
                                      </m:rP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m:rPr>
                                            <m:brk m:alnAt="7"/>
                                          </m:rPr>
                                          <a:rPr lang="en-US" sz="1600" i="1">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e>
                                </m:d>
                                <m:sSubSup>
                                  <m:sSubSupPr>
                                    <m:ctrlPr>
                                      <a:rPr lang="en-US" sz="1600" i="1">
                                        <a:solidFill>
                                          <a:schemeClr val="tx1"/>
                                        </a:solidFill>
                                        <a:latin typeface="Cambria Math" panose="02040503050406030204" pitchFamily="18" charset="0"/>
                                      </a:rPr>
                                    </m:ctrlPr>
                                  </m:sSubSupPr>
                                  <m:e>
                                    <m:r>
                                      <m:rPr>
                                        <m:brk m:alnAt="7"/>
                                      </m:rPr>
                                      <a:rPr lang="en-US" sz="1600" i="1">
                                        <a:solidFill>
                                          <a:schemeClr val="tx1"/>
                                        </a:solidFill>
                                        <a:latin typeface="Cambria Math" panose="02040503050406030204" pitchFamily="18" charset="0"/>
                                      </a:rPr>
                                      <m:t>ℎ</m:t>
                                    </m:r>
                                  </m:e>
                                  <m:sub>
                                    <m:r>
                                      <m:rPr>
                                        <m:brk m:alnAt="7"/>
                                      </m:rPr>
                                      <a:rPr lang="en-US" sz="1600" i="1">
                                        <a:solidFill>
                                          <a:schemeClr val="tx1"/>
                                        </a:solidFill>
                                        <a:latin typeface="Cambria Math" panose="02040503050406030204" pitchFamily="18" charset="0"/>
                                      </a:rPr>
                                      <m:t>3</m:t>
                                    </m:r>
                                  </m:sub>
                                  <m:sup>
                                    <m:r>
                                      <a:rPr lang="en-US" sz="1600" i="1">
                                        <a:solidFill>
                                          <a:schemeClr val="tx1"/>
                                        </a:solidFill>
                                        <a:latin typeface="Cambria Math" panose="02040503050406030204" pitchFamily="18" charset="0"/>
                                      </a:rPr>
                                      <m:t>′</m:t>
                                    </m:r>
                                  </m:sup>
                                </m:sSubSup>
                                <m:d>
                                  <m:dPr>
                                    <m:ctrlPr>
                                      <a:rPr lang="en-US" sz="1600" i="1">
                                        <a:solidFill>
                                          <a:schemeClr val="tx1"/>
                                        </a:solidFill>
                                        <a:latin typeface="Cambria Math" panose="02040503050406030204" pitchFamily="18" charset="0"/>
                                      </a:rPr>
                                    </m:ctrlPr>
                                  </m:dPr>
                                  <m:e>
                                    <m:sSubSup>
                                      <m:sSubSupPr>
                                        <m:ctrlPr>
                                          <a:rPr lang="en-US" sz="1600" i="1">
                                            <a:solidFill>
                                              <a:schemeClr val="tx1"/>
                                            </a:solidFill>
                                            <a:latin typeface="Cambria Math" panose="02040503050406030204" pitchFamily="18" charset="0"/>
                                          </a:rPr>
                                        </m:ctrlPr>
                                      </m:sSubSupPr>
                                      <m:e>
                                        <m:r>
                                          <a:rPr lang="en-US" sz="1600" i="1">
                                            <a:solidFill>
                                              <a:schemeClr val="tx1"/>
                                            </a:solidFill>
                                            <a:latin typeface="Cambria Math" panose="02040503050406030204" pitchFamily="18" charset="0"/>
                                          </a:rPr>
                                          <m:t>𝑧</m:t>
                                        </m:r>
                                      </m:e>
                                      <m:sub>
                                        <m:r>
                                          <a:rPr lang="en-US" sz="1600" i="1">
                                            <a:solidFill>
                                              <a:schemeClr val="tx1"/>
                                            </a:solidFill>
                                            <a:latin typeface="Cambria Math" panose="02040503050406030204" pitchFamily="18" charset="0"/>
                                          </a:rPr>
                                          <m:t>2</m:t>
                                        </m:r>
                                      </m:sub>
                                      <m:sup>
                                        <m:d>
                                          <m:dPr>
                                            <m:ctrlPr>
                                              <a:rPr lang="en-US" sz="1600" i="1">
                                                <a:solidFill>
                                                  <a:schemeClr val="tx1"/>
                                                </a:solidFill>
                                                <a:latin typeface="Cambria Math" panose="02040503050406030204" pitchFamily="18" charset="0"/>
                                              </a:rPr>
                                            </m:ctrlPr>
                                          </m:dPr>
                                          <m:e>
                                            <m:r>
                                              <a:rPr lang="en-US" sz="1600" i="1">
                                                <a:solidFill>
                                                  <a:schemeClr val="tx1"/>
                                                </a:solidFill>
                                                <a:latin typeface="Cambria Math" panose="02040503050406030204" pitchFamily="18" charset="0"/>
                                              </a:rPr>
                                              <m:t>3</m:t>
                                            </m:r>
                                          </m:e>
                                        </m:d>
                                      </m:sup>
                                    </m:sSubSup>
                                  </m:e>
                                </m:d>
                              </m:e>
                            </m:mr>
                          </m:m>
                        </m:e>
                      </m:d>
                      <m:sSup>
                        <m:sSupPr>
                          <m:ctrlPr>
                            <a:rPr lang="en-US" sz="1600" b="0" i="1" smtClean="0">
                              <a:solidFill>
                                <a:schemeClr val="tx1"/>
                              </a:solidFill>
                              <a:latin typeface="Cambria Math" panose="02040503050406030204" pitchFamily="18" charset="0"/>
                            </a:rPr>
                          </m:ctrlPr>
                        </m:sSupPr>
                        <m:e>
                          <m:acc>
                            <m:accPr>
                              <m:chr m:val="⃗"/>
                              <m:ctrlPr>
                                <a:rPr lang="en-US" sz="1600" b="0" i="1" smtClean="0">
                                  <a:solidFill>
                                    <a:schemeClr val="tx1"/>
                                  </a:solidFill>
                                  <a:latin typeface="Cambria Math" panose="02040503050406030204" pitchFamily="18" charset="0"/>
                                </a:rPr>
                              </m:ctrlPr>
                            </m:accPr>
                            <m:e>
                              <m:r>
                                <a:rPr lang="en-US" sz="1600" b="0" i="1" smtClean="0">
                                  <a:solidFill>
                                    <a:schemeClr val="tx1"/>
                                  </a:solidFill>
                                  <a:latin typeface="Cambria Math" panose="02040503050406030204" pitchFamily="18" charset="0"/>
                                </a:rPr>
                                <m:t>𝑞</m:t>
                              </m:r>
                            </m:e>
                          </m:acc>
                        </m:e>
                        <m:sup>
                          <m:sSup>
                            <m:sSupPr>
                              <m:ctrlPr>
                                <a:rPr lang="en-US" sz="1600" b="0" i="1" smtClean="0">
                                  <a:solidFill>
                                    <a:schemeClr val="tx1"/>
                                  </a:solidFill>
                                  <a:latin typeface="Cambria Math" panose="02040503050406030204" pitchFamily="18" charset="0"/>
                                </a:rPr>
                              </m:ctrlPr>
                            </m:sSupPr>
                            <m:e>
                              <m:d>
                                <m:dPr>
                                  <m:ctrlPr>
                                    <a:rPr lang="en-US" sz="1600" b="0" i="1" smtClean="0">
                                      <a:solidFill>
                                        <a:schemeClr val="tx1"/>
                                      </a:solidFill>
                                      <a:latin typeface="Cambria Math" panose="02040503050406030204" pitchFamily="18" charset="0"/>
                                    </a:rPr>
                                  </m:ctrlPr>
                                </m:dPr>
                                <m:e>
                                  <m:r>
                                    <a:rPr lang="en-US" sz="1600" b="0" i="1" smtClean="0">
                                      <a:solidFill>
                                        <a:schemeClr val="tx1"/>
                                      </a:solidFill>
                                      <a:latin typeface="Cambria Math" panose="02040503050406030204" pitchFamily="18" charset="0"/>
                                    </a:rPr>
                                    <m:t>1</m:t>
                                  </m:r>
                                </m:e>
                              </m:d>
                            </m:e>
                            <m:sup>
                              <m:r>
                                <a:rPr lang="en-US" sz="1600" b="0" i="1" smtClean="0">
                                  <a:solidFill>
                                    <a:schemeClr val="tx1"/>
                                  </a:solidFill>
                                  <a:latin typeface="Cambria Math" panose="02040503050406030204" pitchFamily="18" charset="0"/>
                                </a:rPr>
                                <m:t>𝑇</m:t>
                              </m:r>
                            </m:sup>
                          </m:sSup>
                        </m:sup>
                      </m:sSup>
                    </m:oMath>
                  </m:oMathPara>
                </a14:m>
                <a:endParaRPr lang="en-US" dirty="0"/>
              </a:p>
            </p:txBody>
          </p:sp>
        </mc:Choice>
        <mc:Fallback xmlns="">
          <p:sp>
            <p:nvSpPr>
              <p:cNvPr id="2" name="Content Placeholder 1">
                <a:extLst>
                  <a:ext uri="{FF2B5EF4-FFF2-40B4-BE49-F238E27FC236}">
                    <a16:creationId xmlns:a16="http://schemas.microsoft.com/office/drawing/2014/main" id="{08B32996-8A56-CD70-DE9A-55DDE60A9223}"/>
                  </a:ext>
                </a:extLst>
              </p:cNvPr>
              <p:cNvSpPr>
                <a:spLocks noGrp="1" noRot="1" noChangeAspect="1" noMove="1" noResize="1" noEditPoints="1" noAdjustHandles="1" noChangeArrowheads="1" noChangeShapeType="1" noTextEdit="1"/>
              </p:cNvSpPr>
              <p:nvPr>
                <p:ph idx="26"/>
              </p:nvPr>
            </p:nvSpPr>
            <p:spPr>
              <a:xfrm>
                <a:off x="423600" y="905399"/>
                <a:ext cx="8318119" cy="3272464"/>
              </a:xfrm>
              <a:blipFill>
                <a:blip r:embed="rId2"/>
                <a:stretch>
                  <a:fillRect l="-610" t="-1163" r="-15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AD94DB7-F3CC-DBC8-7EE9-3EE8F43FE9A8}"/>
              </a:ext>
            </a:extLst>
          </p:cNvPr>
          <p:cNvSpPr>
            <a:spLocks noGrp="1"/>
          </p:cNvSpPr>
          <p:nvPr>
            <p:ph type="title"/>
          </p:nvPr>
        </p:nvSpPr>
        <p:spPr/>
        <p:txBody>
          <a:bodyPr/>
          <a:lstStyle/>
          <a:p>
            <a:r>
              <a:rPr lang="en-US"/>
              <a:t>Updating all weights in Layer 2 </a:t>
            </a:r>
          </a:p>
        </p:txBody>
      </p:sp>
      <p:sp>
        <p:nvSpPr>
          <p:cNvPr id="4" name="TextBox 3">
            <a:extLst>
              <a:ext uri="{FF2B5EF4-FFF2-40B4-BE49-F238E27FC236}">
                <a16:creationId xmlns:a16="http://schemas.microsoft.com/office/drawing/2014/main" id="{E0E388B8-045A-21BB-290A-0FC266C8ADD2}"/>
              </a:ext>
            </a:extLst>
          </p:cNvPr>
          <p:cNvSpPr txBox="1"/>
          <p:nvPr/>
        </p:nvSpPr>
        <p:spPr bwMode="auto">
          <a:xfrm>
            <a:off x="94593" y="4823054"/>
            <a:ext cx="3993931" cy="232422"/>
          </a:xfrm>
          <a:prstGeom prst="rect">
            <a:avLst/>
          </a:prstGeom>
          <a:solidFill>
            <a:schemeClr val="bg1"/>
          </a:solidFill>
          <a:ln>
            <a:noFill/>
          </a:ln>
          <a:extLst>
            <a:ext uri="{FAA26D3D-D897-4be2-8F04-BA451C77F1D7}">
              <ma14:placeholderFlag xmlns:ma14="http://schemas.microsoft.com/office/mac/drawingml/2011/main" xmlns="" val="1"/>
            </a:ext>
          </a:extLst>
        </p:spPr>
        <p:txBody>
          <a:bodyPr vert="horz" wrap="none" lIns="91440" tIns="45720" rIns="91440" bIns="45720" numCol="1" rtlCol="0" anchor="t" anchorCtr="0" compatLnSpc="1">
            <a:prstTxWarp prst="textNoShape">
              <a:avLst/>
            </a:prstTxWarp>
            <a:normAutofit fontScale="25000" lnSpcReduction="20000"/>
          </a:bodyPr>
          <a:lstStyle/>
          <a:p>
            <a:r>
              <a:rPr lang="en-US" sz="5600"/>
              <a:t>*Updates for weights of layer 1 are left for you to try.</a:t>
            </a:r>
          </a:p>
          <a:p>
            <a:endParaRPr lang="en-US" sz="2800">
              <a:solidFill>
                <a:srgbClr val="29551A"/>
              </a:solidFill>
            </a:endParaRPr>
          </a:p>
        </p:txBody>
      </p:sp>
    </p:spTree>
    <p:extLst>
      <p:ext uri="{BB962C8B-B14F-4D97-AF65-F5344CB8AC3E}">
        <p14:creationId xmlns:p14="http://schemas.microsoft.com/office/powerpoint/2010/main" val="1586520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21D1DD7-CE1F-EDA4-8AAB-2FD40B47F2EB}"/>
                  </a:ext>
                </a:extLst>
              </p:cNvPr>
              <p:cNvSpPr>
                <a:spLocks noGrp="1"/>
              </p:cNvSpPr>
              <p:nvPr>
                <p:ph idx="26"/>
              </p:nvPr>
            </p:nvSpPr>
            <p:spPr/>
            <p:txBody>
              <a:bodyPr/>
              <a:lstStyle/>
              <a:p>
                <a14:m>
                  <m:oMath xmlns:m="http://schemas.openxmlformats.org/officeDocument/2006/math">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2</m:t>
                                </m:r>
                              </m:e>
                            </m:d>
                          </m:sup>
                        </m:sSubSup>
                      </m:e>
                      <m:sub>
                        <m:r>
                          <a:rPr lang="en-US" b="0" i="1" smtClean="0">
                            <a:latin typeface="Cambria Math" panose="02040503050406030204" pitchFamily="18" charset="0"/>
                          </a:rPr>
                          <m:t>𝑁𝑒𝑤</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11</m:t>
                            </m:r>
                          </m:sub>
                          <m:sup>
                            <m:d>
                              <m:dPr>
                                <m:ctrlPr>
                                  <a:rPr lang="en-US" i="1">
                                    <a:latin typeface="Cambria Math" panose="02040503050406030204" pitchFamily="18" charset="0"/>
                                  </a:rPr>
                                </m:ctrlPr>
                              </m:dPr>
                              <m:e>
                                <m:r>
                                  <a:rPr lang="en-US" i="1">
                                    <a:latin typeface="Cambria Math" panose="02040503050406030204" pitchFamily="18" charset="0"/>
                                  </a:rPr>
                                  <m:t>2</m:t>
                                </m:r>
                              </m:e>
                            </m:d>
                          </m:sup>
                        </m:sSubSup>
                      </m:e>
                      <m:sub>
                        <m:r>
                          <a:rPr lang="en-US" b="0" i="1" smtClean="0">
                            <a:latin typeface="Cambria Math" panose="02040503050406030204" pitchFamily="18" charset="0"/>
                          </a:rPr>
                          <m:t>𝑜𝑙𝑑</m:t>
                        </m:r>
                      </m:sub>
                    </m:sSub>
                    <m:r>
                      <a:rPr lang="en-US" b="0" i="1" smtClean="0">
                        <a:latin typeface="Cambria Math" panose="02040503050406030204" pitchFamily="18" charset="0"/>
                      </a:rPr>
                      <m:t>−</m:t>
                    </m:r>
                    <m:r>
                      <a:rPr lang="en-US" b="0" i="1" smtClean="0">
                        <a:latin typeface="Cambria Math" panose="02040503050406030204" pitchFamily="18" charset="0"/>
                      </a:rPr>
                      <m:t>𝛼</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𝐿</m:t>
                        </m:r>
                      </m:num>
                      <m:den>
                        <m:r>
                          <a:rPr lang="en-US" b="0" i="1" smtClean="0">
                            <a:solidFill>
                              <a:srgbClr val="FF0000"/>
                            </a:solidFill>
                            <a:latin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𝑤</m:t>
                            </m:r>
                          </m:e>
                          <m:sub>
                            <m:r>
                              <a:rPr lang="en-US" i="1">
                                <a:solidFill>
                                  <a:srgbClr val="FF0000"/>
                                </a:solidFill>
                                <a:latin typeface="Cambria Math" panose="02040503050406030204" pitchFamily="18" charset="0"/>
                              </a:rPr>
                              <m:t>11</m:t>
                            </m:r>
                          </m:sub>
                          <m:sup>
                            <m:r>
                              <a:rPr lang="en-US" i="1">
                                <a:solidFill>
                                  <a:srgbClr val="FF0000"/>
                                </a:solidFill>
                                <a:latin typeface="Cambria Math" panose="02040503050406030204" pitchFamily="18" charset="0"/>
                              </a:rPr>
                              <m:t>(2)</m:t>
                            </m:r>
                          </m:sup>
                        </m:sSubSup>
                      </m:den>
                    </m:f>
                  </m:oMath>
                </a14:m>
                <a:endParaRPr lang="en-US"/>
              </a:p>
              <a:p>
                <a:pPr marL="0" indent="0">
                  <a:buNone/>
                </a:pPr>
                <a:r>
                  <a:rPr lang="en-US"/>
                  <a:t>Where:</a:t>
                </a:r>
              </a:p>
              <a:p>
                <a14:m>
                  <m:oMath xmlns:m="http://schemas.openxmlformats.org/officeDocument/2006/math">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m:t>
                        </m:r>
                        <m:r>
                          <a:rPr lang="en-US" sz="1600" b="0" i="1" smtClean="0">
                            <a:latin typeface="Cambria Math" panose="02040503050406030204" pitchFamily="18" charset="0"/>
                          </a:rPr>
                          <m:t>𝐿</m:t>
                        </m:r>
                      </m:num>
                      <m:den>
                        <m:r>
                          <a:rPr lang="en-US" sz="1600" b="0" i="1" smtClean="0">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𝑤</m:t>
                            </m:r>
                          </m:e>
                          <m:sub>
                            <m:r>
                              <a:rPr lang="en-US" sz="1600" i="1">
                                <a:latin typeface="Cambria Math" panose="02040503050406030204" pitchFamily="18" charset="0"/>
                              </a:rPr>
                              <m:t>11</m:t>
                            </m:r>
                          </m:sub>
                          <m:sup>
                            <m:d>
                              <m:dPr>
                                <m:ctrlPr>
                                  <a:rPr lang="en-US" sz="1600" i="1">
                                    <a:latin typeface="Cambria Math" panose="02040503050406030204" pitchFamily="18" charset="0"/>
                                  </a:rPr>
                                </m:ctrlPr>
                              </m:dPr>
                              <m:e>
                                <m:r>
                                  <a:rPr lang="en-US" sz="1600" i="1">
                                    <a:latin typeface="Cambria Math" panose="02040503050406030204" pitchFamily="18" charset="0"/>
                                  </a:rPr>
                                  <m:t>2</m:t>
                                </m:r>
                              </m:e>
                            </m:d>
                          </m:sup>
                        </m:sSubSup>
                      </m:den>
                    </m:f>
                    <m:r>
                      <a:rPr lang="en-US" sz="1600" b="0" i="1" smtClean="0">
                        <a:latin typeface="Cambria Math" panose="02040503050406030204" pitchFamily="18" charset="0"/>
                      </a:rPr>
                      <m:t>=</m:t>
                    </m:r>
                    <m:r>
                      <a:rPr lang="en-US" sz="1600" b="0" i="1" smtClean="0">
                        <a:solidFill>
                          <a:srgbClr val="FF0000"/>
                        </a:solidFill>
                        <a:latin typeface="Cambria Math" panose="02040503050406030204" pitchFamily="18" charset="0"/>
                      </a:rPr>
                      <m:t>2</m:t>
                    </m:r>
                    <m:d>
                      <m:dPr>
                        <m:ctrlPr>
                          <a:rPr lang="en-US" sz="1600" b="0" i="1" smtClean="0">
                            <a:solidFill>
                              <a:srgbClr val="FF0000"/>
                            </a:solidFill>
                            <a:latin typeface="Cambria Math" panose="02040503050406030204" pitchFamily="18" charset="0"/>
                          </a:rPr>
                        </m:ctrlPr>
                      </m:dPr>
                      <m:e>
                        <m:sSub>
                          <m:sSubPr>
                            <m:ctrlPr>
                              <a:rPr lang="en-US" sz="1600" b="0" i="1" smtClean="0">
                                <a:solidFill>
                                  <a:srgbClr val="FF0000"/>
                                </a:solidFill>
                                <a:latin typeface="Cambria Math" panose="02040503050406030204" pitchFamily="18" charset="0"/>
                              </a:rPr>
                            </m:ctrlPr>
                          </m:sSubPr>
                          <m:e>
                            <m:acc>
                              <m:accPr>
                                <m:chr m:val="̂"/>
                                <m:ctrlPr>
                                  <a:rPr lang="en-US" sz="1600" b="0" i="1" smtClean="0">
                                    <a:solidFill>
                                      <a:srgbClr val="FF0000"/>
                                    </a:solidFill>
                                    <a:latin typeface="Cambria Math" panose="02040503050406030204" pitchFamily="18" charset="0"/>
                                  </a:rPr>
                                </m:ctrlPr>
                              </m:accPr>
                              <m:e>
                                <m:r>
                                  <a:rPr lang="en-US" sz="1600" b="0" i="1" smtClean="0">
                                    <a:solidFill>
                                      <a:srgbClr val="FF0000"/>
                                    </a:solidFill>
                                    <a:latin typeface="Cambria Math" panose="02040503050406030204" pitchFamily="18" charset="0"/>
                                  </a:rPr>
                                  <m:t>𝑦</m:t>
                                </m:r>
                              </m:e>
                            </m:acc>
                          </m:e>
                          <m:sub>
                            <m:r>
                              <a:rPr lang="en-US" sz="1600" b="0" i="1" smtClean="0">
                                <a:solidFill>
                                  <a:srgbClr val="FF0000"/>
                                </a:solidFill>
                                <a:latin typeface="Cambria Math" panose="02040503050406030204" pitchFamily="18" charset="0"/>
                              </a:rPr>
                              <m:t>1</m:t>
                            </m:r>
                          </m:sub>
                        </m:sSub>
                        <m:r>
                          <a:rPr lang="en-US" sz="1600" b="0" i="1" smtClean="0">
                            <a:solidFill>
                              <a:srgbClr val="FF0000"/>
                            </a:solidFill>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𝑦</m:t>
                            </m:r>
                          </m:e>
                          <m:sub>
                            <m:r>
                              <a:rPr lang="en-US" sz="1600" b="0" i="1" smtClean="0">
                                <a:solidFill>
                                  <a:srgbClr val="FF0000"/>
                                </a:solidFill>
                                <a:latin typeface="Cambria Math" panose="02040503050406030204" pitchFamily="18" charset="0"/>
                              </a:rPr>
                              <m:t>1</m:t>
                            </m:r>
                          </m:sub>
                        </m:sSub>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3</m:t>
                        </m:r>
                      </m:sub>
                      <m:sup>
                        <m:r>
                          <a:rPr lang="en-US" sz="1600" b="0" i="1" smtClean="0">
                            <a:solidFill>
                              <a:srgbClr val="FF0000"/>
                            </a:solidFill>
                            <a:latin typeface="Cambria Math" panose="02040503050406030204" pitchFamily="18" charset="0"/>
                          </a:rPr>
                          <m:t>′</m:t>
                        </m:r>
                      </m:sup>
                    </m:sSubSup>
                    <m:d>
                      <m:dPr>
                        <m:ctrlPr>
                          <a:rPr lang="en-US" sz="1600" b="0" i="1" smtClean="0">
                            <a:solidFill>
                              <a:srgbClr val="FF0000"/>
                            </a:solidFill>
                            <a:latin typeface="Cambria Math" panose="02040503050406030204" pitchFamily="18" charset="0"/>
                          </a:rPr>
                        </m:ctrlPr>
                      </m:dPr>
                      <m:e>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1</m:t>
                            </m:r>
                          </m:sub>
                          <m:sup>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3</m:t>
                                </m:r>
                              </m:e>
                            </m:d>
                          </m:sup>
                        </m:sSubSup>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11</m:t>
                        </m:r>
                      </m:sub>
                      <m:sup>
                        <m:d>
                          <m:dPr>
                            <m:ctrlPr>
                              <a:rPr lang="en-US" sz="1600" b="0" i="1" smtClean="0">
                                <a:solidFill>
                                  <a:srgbClr val="FF0000"/>
                                </a:solidFill>
                                <a:latin typeface="Cambria Math" panose="02040503050406030204" pitchFamily="18" charset="0"/>
                              </a:rPr>
                            </m:ctrlPr>
                          </m:dPr>
                          <m:e>
                            <m:r>
                              <a:rPr lang="en-US" sz="1600" b="0" i="1" smtClean="0">
                                <a:solidFill>
                                  <a:srgbClr val="FF0000"/>
                                </a:solidFill>
                                <a:latin typeface="Cambria Math" panose="02040503050406030204" pitchFamily="18" charset="0"/>
                              </a:rPr>
                              <m:t>3</m:t>
                            </m:r>
                          </m:e>
                        </m:d>
                      </m:sup>
                    </m:sSubSup>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ℎ</m:t>
                        </m:r>
                      </m:e>
                      <m:sub>
                        <m:r>
                          <a:rPr lang="en-US" sz="1600" b="0" i="1" smtClean="0">
                            <a:solidFill>
                              <a:srgbClr val="FF0000"/>
                            </a:solidFill>
                            <a:latin typeface="Cambria Math" panose="02040503050406030204" pitchFamily="18" charset="0"/>
                          </a:rPr>
                          <m:t>2</m:t>
                        </m:r>
                      </m:sub>
                      <m:sup>
                        <m:r>
                          <a:rPr lang="en-US" sz="1600" b="0" i="1" smtClean="0">
                            <a:solidFill>
                              <a:srgbClr val="FF0000"/>
                            </a:solidFill>
                            <a:latin typeface="Cambria Math" panose="02040503050406030204" pitchFamily="18" charset="0"/>
                          </a:rPr>
                          <m:t>′</m:t>
                        </m:r>
                      </m:sup>
                    </m:sSubSup>
                    <m:d>
                      <m:dPr>
                        <m:ctrlPr>
                          <a:rPr lang="en-US" sz="1600" b="0" i="1" smtClean="0">
                            <a:solidFill>
                              <a:srgbClr val="FF0000"/>
                            </a:solidFill>
                            <a:latin typeface="Cambria Math" panose="02040503050406030204" pitchFamily="18" charset="0"/>
                          </a:rPr>
                        </m:ctrlPr>
                      </m:dPr>
                      <m:e>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1</m:t>
                            </m:r>
                          </m:sub>
                          <m:sup>
                            <m:r>
                              <a:rPr lang="en-US" sz="1600" b="0" i="1" smtClean="0">
                                <a:solidFill>
                                  <a:srgbClr val="FF0000"/>
                                </a:solidFill>
                                <a:latin typeface="Cambria Math" panose="02040503050406030204" pitchFamily="18" charset="0"/>
                              </a:rPr>
                              <m:t>(2)</m:t>
                            </m:r>
                          </m:sup>
                        </m:sSubSup>
                      </m:e>
                    </m:d>
                    <m:sSubSup>
                      <m:sSubSupPr>
                        <m:ctrlPr>
                          <a:rPr lang="en-US" sz="1600" b="0" i="1" smtClean="0">
                            <a:solidFill>
                              <a:srgbClr val="FF0000"/>
                            </a:solidFill>
                            <a:latin typeface="Cambria Math" panose="02040503050406030204" pitchFamily="18" charset="0"/>
                          </a:rPr>
                        </m:ctrlPr>
                      </m:sSubSupPr>
                      <m:e>
                        <m:r>
                          <a:rPr lang="en-US" sz="1600" b="0" i="1" smtClean="0">
                            <a:solidFill>
                              <a:srgbClr val="FF0000"/>
                            </a:solidFill>
                            <a:latin typeface="Cambria Math" panose="02040503050406030204" pitchFamily="18" charset="0"/>
                          </a:rPr>
                          <m:t>𝑞</m:t>
                        </m:r>
                      </m:e>
                      <m:sub>
                        <m:r>
                          <a:rPr lang="en-US" sz="1600" b="0" i="1" smtClean="0">
                            <a:solidFill>
                              <a:srgbClr val="FF0000"/>
                            </a:solidFill>
                            <a:latin typeface="Cambria Math" panose="02040503050406030204" pitchFamily="18" charset="0"/>
                          </a:rPr>
                          <m:t>1</m:t>
                        </m:r>
                      </m:sub>
                      <m:sup>
                        <m:r>
                          <a:rPr lang="en-US" sz="1600" b="0" i="1" smtClean="0">
                            <a:solidFill>
                              <a:srgbClr val="FF0000"/>
                            </a:solidFill>
                            <a:latin typeface="Cambria Math" panose="02040503050406030204" pitchFamily="18" charset="0"/>
                          </a:rPr>
                          <m:t>(2)</m:t>
                        </m:r>
                      </m:sup>
                    </m:sSubSup>
                    <m:r>
                      <a:rPr lang="en-US" sz="1600" b="0" i="1" smtClean="0">
                        <a:solidFill>
                          <a:srgbClr val="FF0000"/>
                        </a:solidFill>
                        <a:latin typeface="Cambria Math" panose="02040503050406030204" pitchFamily="18" charset="0"/>
                      </a:rPr>
                      <m:t>+</m:t>
                    </m:r>
                    <m:r>
                      <a:rPr lang="en-US" sz="1600" i="1">
                        <a:solidFill>
                          <a:srgbClr val="FF0000"/>
                        </a:solidFill>
                        <a:latin typeface="Cambria Math" panose="02040503050406030204" pitchFamily="18" charset="0"/>
                      </a:rPr>
                      <m:t>2</m:t>
                    </m:r>
                    <m:d>
                      <m:dPr>
                        <m:ctrlPr>
                          <a:rPr lang="en-US" sz="1600" i="1">
                            <a:solidFill>
                              <a:srgbClr val="FF0000"/>
                            </a:solidFill>
                            <a:latin typeface="Cambria Math" panose="02040503050406030204" pitchFamily="18" charset="0"/>
                          </a:rPr>
                        </m:ctrlPr>
                      </m:dPr>
                      <m:e>
                        <m:sSub>
                          <m:sSubPr>
                            <m:ctrlPr>
                              <a:rPr lang="en-US" sz="1600" i="1">
                                <a:solidFill>
                                  <a:srgbClr val="FF0000"/>
                                </a:solidFill>
                                <a:latin typeface="Cambria Math" panose="02040503050406030204" pitchFamily="18" charset="0"/>
                              </a:rPr>
                            </m:ctrlPr>
                          </m:sSubPr>
                          <m:e>
                            <m:acc>
                              <m:accPr>
                                <m:chr m:val="̂"/>
                                <m:ctrlPr>
                                  <a:rPr lang="en-US" sz="1600"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𝑦</m:t>
                                </m:r>
                              </m:e>
                            </m:acc>
                          </m:e>
                          <m:sub>
                            <m:r>
                              <a:rPr lang="en-US" sz="1600" b="0" i="1" smtClean="0">
                                <a:solidFill>
                                  <a:srgbClr val="FF0000"/>
                                </a:solidFill>
                                <a:latin typeface="Cambria Math" panose="02040503050406030204" pitchFamily="18" charset="0"/>
                              </a:rPr>
                              <m:t>2</m:t>
                            </m:r>
                          </m:sub>
                        </m:sSub>
                        <m:r>
                          <a:rPr lang="en-US" sz="1600" i="1">
                            <a:solidFill>
                              <a:srgbClr val="FF0000"/>
                            </a:solidFill>
                            <a:latin typeface="Cambria Math" panose="02040503050406030204" pitchFamily="18" charset="0"/>
                          </a:rPr>
                          <m:t>−</m:t>
                        </m:r>
                        <m:sSub>
                          <m:sSubPr>
                            <m:ctrlPr>
                              <a:rPr lang="en-US" sz="1600" i="1">
                                <a:solidFill>
                                  <a:srgbClr val="FF0000"/>
                                </a:solidFill>
                                <a:latin typeface="Cambria Math" panose="02040503050406030204" pitchFamily="18" charset="0"/>
                              </a:rPr>
                            </m:ctrlPr>
                          </m:sSubPr>
                          <m:e>
                            <m:r>
                              <a:rPr lang="en-US" sz="1600" i="1">
                                <a:solidFill>
                                  <a:srgbClr val="FF0000"/>
                                </a:solidFill>
                                <a:latin typeface="Cambria Math" panose="02040503050406030204" pitchFamily="18" charset="0"/>
                              </a:rPr>
                              <m:t>𝑦</m:t>
                            </m:r>
                          </m:e>
                          <m:sub>
                            <m:r>
                              <a:rPr lang="en-US" sz="1600" b="0" i="1" smtClean="0">
                                <a:solidFill>
                                  <a:srgbClr val="FF0000"/>
                                </a:solidFill>
                                <a:latin typeface="Cambria Math" panose="02040503050406030204" pitchFamily="18" charset="0"/>
                              </a:rPr>
                              <m:t>2</m:t>
                            </m:r>
                          </m:sub>
                        </m:sSub>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3</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b="0" i="1" smtClean="0">
                                <a:solidFill>
                                  <a:srgbClr val="FF0000"/>
                                </a:solidFill>
                                <a:latin typeface="Cambria Math" panose="02040503050406030204" pitchFamily="18" charset="0"/>
                              </a:rPr>
                              <m:t>2</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r>
                          <a:rPr lang="en-US" sz="1600" i="1">
                            <a:solidFill>
                              <a:srgbClr val="FF0000"/>
                            </a:solidFill>
                            <a:latin typeface="Cambria Math" panose="02040503050406030204" pitchFamily="18" charset="0"/>
                          </a:rPr>
                          <m:t>1</m:t>
                        </m:r>
                      </m:sub>
                      <m:sup>
                        <m:d>
                          <m:dPr>
                            <m:ctrlPr>
                              <a:rPr lang="en-US" sz="1600" i="1">
                                <a:solidFill>
                                  <a:srgbClr val="FF0000"/>
                                </a:solidFill>
                                <a:latin typeface="Cambria Math" panose="02040503050406030204" pitchFamily="18" charset="0"/>
                              </a:rPr>
                            </m:ctrlPr>
                          </m:dPr>
                          <m:e>
                            <m:r>
                              <a:rPr lang="en-US" sz="1600" i="1">
                                <a:solidFill>
                                  <a:srgbClr val="FF0000"/>
                                </a:solidFill>
                                <a:latin typeface="Cambria Math" panose="02040503050406030204" pitchFamily="18" charset="0"/>
                              </a:rPr>
                              <m:t>3</m:t>
                            </m:r>
                          </m:e>
                        </m:d>
                      </m:sup>
                    </m:sSubSup>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ℎ</m:t>
                        </m:r>
                      </m:e>
                      <m:sub>
                        <m:r>
                          <a:rPr lang="en-US" sz="1600" i="1">
                            <a:solidFill>
                              <a:srgbClr val="FF0000"/>
                            </a:solidFill>
                            <a:latin typeface="Cambria Math" panose="02040503050406030204" pitchFamily="18" charset="0"/>
                          </a:rPr>
                          <m:t>2</m:t>
                        </m:r>
                      </m:sub>
                      <m:sup>
                        <m:r>
                          <a:rPr lang="en-US" sz="1600" i="1">
                            <a:solidFill>
                              <a:srgbClr val="FF0000"/>
                            </a:solidFill>
                            <a:latin typeface="Cambria Math" panose="02040503050406030204" pitchFamily="18" charset="0"/>
                          </a:rPr>
                          <m:t>′</m:t>
                        </m:r>
                      </m:sup>
                    </m:sSubSup>
                    <m:d>
                      <m:dPr>
                        <m:ctrlPr>
                          <a:rPr lang="en-US" sz="1600" i="1">
                            <a:solidFill>
                              <a:srgbClr val="FF0000"/>
                            </a:solidFill>
                            <a:latin typeface="Cambria Math" panose="02040503050406030204" pitchFamily="18" charset="0"/>
                          </a:rPr>
                        </m:ctrlPr>
                      </m:dPr>
                      <m:e>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𝑧</m:t>
                            </m:r>
                          </m:e>
                          <m:sub>
                            <m:r>
                              <a:rPr lang="en-US" sz="1600" i="1">
                                <a:solidFill>
                                  <a:srgbClr val="FF0000"/>
                                </a:solidFill>
                                <a:latin typeface="Cambria Math" panose="02040503050406030204" pitchFamily="18" charset="0"/>
                              </a:rPr>
                              <m:t>1</m:t>
                            </m:r>
                          </m:sub>
                          <m:sup>
                            <m:r>
                              <a:rPr lang="en-US" sz="1600" i="1">
                                <a:solidFill>
                                  <a:srgbClr val="FF0000"/>
                                </a:solidFill>
                                <a:latin typeface="Cambria Math" panose="02040503050406030204" pitchFamily="18" charset="0"/>
                              </a:rPr>
                              <m:t>(2)</m:t>
                            </m:r>
                          </m:sup>
                        </m:sSubSup>
                      </m:e>
                    </m:d>
                    <m:sSubSup>
                      <m:sSubSupPr>
                        <m:ctrlPr>
                          <a:rPr lang="en-US" sz="1600" i="1">
                            <a:solidFill>
                              <a:srgbClr val="FF0000"/>
                            </a:solidFill>
                            <a:latin typeface="Cambria Math" panose="02040503050406030204" pitchFamily="18" charset="0"/>
                          </a:rPr>
                        </m:ctrlPr>
                      </m:sSubSupPr>
                      <m:e>
                        <m:r>
                          <a:rPr lang="en-US" sz="1600" i="1">
                            <a:solidFill>
                              <a:srgbClr val="FF0000"/>
                            </a:solidFill>
                            <a:latin typeface="Cambria Math" panose="02040503050406030204" pitchFamily="18" charset="0"/>
                          </a:rPr>
                          <m:t>𝑞</m:t>
                        </m:r>
                      </m:e>
                      <m:sub>
                        <m:r>
                          <a:rPr lang="en-US" sz="1600" i="1">
                            <a:solidFill>
                              <a:srgbClr val="FF0000"/>
                            </a:solidFill>
                            <a:latin typeface="Cambria Math" panose="02040503050406030204" pitchFamily="18" charset="0"/>
                          </a:rPr>
                          <m:t>1</m:t>
                        </m:r>
                      </m:sub>
                      <m:sup>
                        <m:r>
                          <a:rPr lang="en-US" sz="1600" i="1">
                            <a:solidFill>
                              <a:srgbClr val="FF0000"/>
                            </a:solidFill>
                            <a:latin typeface="Cambria Math" panose="02040503050406030204" pitchFamily="18" charset="0"/>
                          </a:rPr>
                          <m:t>(2)</m:t>
                        </m:r>
                      </m:sup>
                    </m:sSubSup>
                  </m:oMath>
                </a14:m>
                <a:endParaRPr lang="en-US" sz="1600"/>
              </a:p>
              <a:p>
                <a:pPr marL="0" indent="0">
                  <a:buNone/>
                </a:pPr>
                <a:endParaRPr lang="en-US" sz="1600"/>
              </a:p>
              <a:p>
                <a:pPr marL="0" indent="0">
                  <a:buNone/>
                </a:pPr>
                <a:r>
                  <a:rPr lang="en-US" sz="1600"/>
                  <a:t>As is before, this is one equation to change the weight of one weight for layer 2. Similar equations need to be derived for all other weights and biases.</a:t>
                </a:r>
              </a:p>
            </p:txBody>
          </p:sp>
        </mc:Choice>
        <mc:Fallback xmlns="">
          <p:sp>
            <p:nvSpPr>
              <p:cNvPr id="2" name="Content Placeholder 1">
                <a:extLst>
                  <a:ext uri="{FF2B5EF4-FFF2-40B4-BE49-F238E27FC236}">
                    <a16:creationId xmlns:a16="http://schemas.microsoft.com/office/drawing/2014/main" id="{621D1DD7-CE1F-EDA4-8AAB-2FD40B47F2EB}"/>
                  </a:ext>
                </a:extLst>
              </p:cNvPr>
              <p:cNvSpPr>
                <a:spLocks noGrp="1" noRot="1" noChangeAspect="1" noMove="1" noResize="1" noEditPoints="1" noAdjustHandles="1" noChangeArrowheads="1" noChangeShapeType="1" noTextEdit="1"/>
              </p:cNvSpPr>
              <p:nvPr>
                <p:ph idx="26"/>
              </p:nvPr>
            </p:nvSpPr>
            <p:spPr>
              <a:blipFill>
                <a:blip r:embed="rId2"/>
                <a:stretch>
                  <a:fillRect l="-76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EA13CD5-7CA6-CAAB-2BE2-655DF92AA49B}"/>
              </a:ext>
            </a:extLst>
          </p:cNvPr>
          <p:cNvSpPr>
            <a:spLocks noGrp="1"/>
          </p:cNvSpPr>
          <p:nvPr>
            <p:ph type="title"/>
          </p:nvPr>
        </p:nvSpPr>
        <p:spPr/>
        <p:txBody>
          <a:bodyPr>
            <a:normAutofit/>
          </a:bodyPr>
          <a:lstStyle/>
          <a:p>
            <a:r>
              <a:rPr lang="en-US" dirty="0"/>
              <a:t>Problems with Gradient Descent </a:t>
            </a:r>
          </a:p>
        </p:txBody>
      </p:sp>
      <p:sp>
        <p:nvSpPr>
          <p:cNvPr id="4" name="Rectangle 3">
            <a:extLst>
              <a:ext uri="{FF2B5EF4-FFF2-40B4-BE49-F238E27FC236}">
                <a16:creationId xmlns:a16="http://schemas.microsoft.com/office/drawing/2014/main" id="{9BCC94A3-5CFC-5463-6858-F4DC47E09DE9}"/>
              </a:ext>
            </a:extLst>
          </p:cNvPr>
          <p:cNvSpPr/>
          <p:nvPr/>
        </p:nvSpPr>
        <p:spPr>
          <a:xfrm>
            <a:off x="2425148" y="1913993"/>
            <a:ext cx="789451" cy="4543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48C679C-A5E5-7C84-E937-8969FE42CB42}"/>
              </a:ext>
            </a:extLst>
          </p:cNvPr>
          <p:cNvSpPr/>
          <p:nvPr/>
        </p:nvSpPr>
        <p:spPr>
          <a:xfrm>
            <a:off x="3605538" y="1913993"/>
            <a:ext cx="789451" cy="4543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8A2E3E-694F-57A0-1A15-CA167AEF46A8}"/>
              </a:ext>
            </a:extLst>
          </p:cNvPr>
          <p:cNvSpPr/>
          <p:nvPr/>
        </p:nvSpPr>
        <p:spPr>
          <a:xfrm>
            <a:off x="311598" y="3483392"/>
            <a:ext cx="8430121" cy="94723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solidFill>
              </a:rPr>
              <a:t>Notice that, as we go further back in the network, the change in weight is proportional to multiples of derivatives of the neuronal activation function. The further you are from the output layer, the more multiples you get.</a:t>
            </a:r>
          </a:p>
        </p:txBody>
      </p:sp>
    </p:spTree>
    <p:extLst>
      <p:ext uri="{BB962C8B-B14F-4D97-AF65-F5344CB8AC3E}">
        <p14:creationId xmlns:p14="http://schemas.microsoft.com/office/powerpoint/2010/main" val="38726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E2C8999-86CC-98F7-504C-197E3550B926}"/>
                  </a:ext>
                </a:extLst>
              </p:cNvPr>
              <p:cNvSpPr>
                <a:spLocks noGrp="1"/>
              </p:cNvSpPr>
              <p:nvPr>
                <p:ph idx="26"/>
              </p:nvPr>
            </p:nvSpPr>
            <p:spPr>
              <a:xfrm>
                <a:off x="423600" y="905398"/>
                <a:ext cx="5732981" cy="2076341"/>
              </a:xfrm>
            </p:spPr>
            <p:txBody>
              <a:bodyPr/>
              <a:lstStyle/>
              <a:p>
                <a:r>
                  <a:rPr lang="en-US"/>
                  <a:t>As you propagate the error back to change weights at the start of the network, you multiply by more derivatives of activation functions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a:t>.</a:t>
                </a:r>
              </a:p>
              <a:p>
                <a:endParaRPr lang="en-US"/>
              </a:p>
              <a:p>
                <a:r>
                  <a:rPr lang="en-US"/>
                  <a:t>Two issues may occur:</a:t>
                </a:r>
              </a:p>
            </p:txBody>
          </p:sp>
        </mc:Choice>
        <mc:Fallback xmlns="">
          <p:sp>
            <p:nvSpPr>
              <p:cNvPr id="2" name="Content Placeholder 1">
                <a:extLst>
                  <a:ext uri="{FF2B5EF4-FFF2-40B4-BE49-F238E27FC236}">
                    <a16:creationId xmlns:a16="http://schemas.microsoft.com/office/drawing/2014/main" id="{BE2C8999-86CC-98F7-504C-197E3550B926}"/>
                  </a:ext>
                </a:extLst>
              </p:cNvPr>
              <p:cNvSpPr>
                <a:spLocks noGrp="1" noRot="1" noChangeAspect="1" noMove="1" noResize="1" noEditPoints="1" noAdjustHandles="1" noChangeArrowheads="1" noChangeShapeType="1" noTextEdit="1"/>
              </p:cNvSpPr>
              <p:nvPr>
                <p:ph idx="26"/>
              </p:nvPr>
            </p:nvSpPr>
            <p:spPr>
              <a:xfrm>
                <a:off x="423600" y="905398"/>
                <a:ext cx="5732981" cy="2076341"/>
              </a:xfrm>
              <a:blipFill>
                <a:blip r:embed="rId2"/>
                <a:stretch>
                  <a:fillRect l="-885" t="-1829" b="-365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BFAEEF5-C9C4-6EB9-A756-C4EF8555175C}"/>
              </a:ext>
            </a:extLst>
          </p:cNvPr>
          <p:cNvSpPr>
            <a:spLocks noGrp="1"/>
          </p:cNvSpPr>
          <p:nvPr>
            <p:ph type="title"/>
          </p:nvPr>
        </p:nvSpPr>
        <p:spPr/>
        <p:txBody>
          <a:bodyPr/>
          <a:lstStyle/>
          <a:p>
            <a:r>
              <a:rPr lang="en-US"/>
              <a:t>The Vanishing Gradient Problem</a:t>
            </a:r>
          </a:p>
        </p:txBody>
      </p:sp>
      <p:pic>
        <p:nvPicPr>
          <p:cNvPr id="5" name="Picture 4" descr="Vanishing Gradient Problem in Deep Learning: Understanding, Intuition, and  Solutions | by Amanatullah | Medium">
            <a:extLst>
              <a:ext uri="{FF2B5EF4-FFF2-40B4-BE49-F238E27FC236}">
                <a16:creationId xmlns:a16="http://schemas.microsoft.com/office/drawing/2014/main" id="{FA01D80C-73EF-FEDC-D8CE-F95BB92CAD86}"/>
              </a:ext>
            </a:extLst>
          </p:cNvPr>
          <p:cNvPicPr>
            <a:picLocks noChangeAspect="1"/>
          </p:cNvPicPr>
          <p:nvPr/>
        </p:nvPicPr>
        <p:blipFill>
          <a:blip r:embed="rId3"/>
          <a:stretch>
            <a:fillRect/>
          </a:stretch>
        </p:blipFill>
        <p:spPr>
          <a:xfrm>
            <a:off x="6156581" y="756720"/>
            <a:ext cx="2862470" cy="1815030"/>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95C9404-FAE5-053E-4D44-5BFAEB01C616}"/>
                  </a:ext>
                </a:extLst>
              </p:cNvPr>
              <p:cNvSpPr/>
              <p:nvPr/>
            </p:nvSpPr>
            <p:spPr>
              <a:xfrm>
                <a:off x="423600" y="3188058"/>
                <a:ext cx="8430121" cy="9472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itchFamily="2" charset="2"/>
                  <a:buChar char="v"/>
                </a:pPr>
                <a:r>
                  <a:rPr lang="en-US" dirty="0">
                    <a:solidFill>
                      <a:schemeClr val="tx1"/>
                    </a:solidFill>
                  </a:rPr>
                  <a:t>If most </a:t>
                </a:r>
                <a14:m>
                  <m:oMath xmlns:m="http://schemas.openxmlformats.org/officeDocument/2006/math">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ℎ</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𝑧</m:t>
                        </m:r>
                      </m:e>
                    </m:d>
                    <m:r>
                      <a:rPr lang="en-US" b="0" i="1" smtClean="0">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&lt;1</m:t>
                    </m:r>
                  </m:oMath>
                </a14:m>
                <a:r>
                  <a:rPr lang="en-US" dirty="0">
                    <a:solidFill>
                      <a:schemeClr val="tx1"/>
                    </a:solidFill>
                  </a:rPr>
                  <a:t>: You get a vanishing gradient (update rate is too small)</a:t>
                </a:r>
              </a:p>
              <a:p>
                <a:pPr marL="285750" indent="-285750" algn="ctr">
                  <a:buFont typeface="Wingdings" pitchFamily="2" charset="2"/>
                  <a:buChar char="v"/>
                </a:pPr>
                <a:r>
                  <a:rPr lang="en-US" dirty="0">
                    <a:solidFill>
                      <a:schemeClr val="tx1"/>
                    </a:solidFill>
                  </a:rPr>
                  <a:t>If most </a:t>
                </a:r>
                <a14:m>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ℎ</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𝑧</m:t>
                        </m:r>
                      </m:e>
                    </m:d>
                    <m:r>
                      <a:rPr lang="en-US" i="1">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&gt;</m:t>
                    </m:r>
                    <m:r>
                      <a:rPr lang="en-US">
                        <a:solidFill>
                          <a:schemeClr val="tx1"/>
                        </a:solidFill>
                        <a:latin typeface="Cambria Math" panose="02040503050406030204" pitchFamily="18" charset="0"/>
                      </a:rPr>
                      <m:t>1</m:t>
                    </m:r>
                  </m:oMath>
                </a14:m>
                <a:r>
                  <a:rPr lang="en-US" dirty="0">
                    <a:solidFill>
                      <a:schemeClr val="tx1"/>
                    </a:solidFill>
                  </a:rPr>
                  <a:t>: You get an exploding gradient (update rate is too large). Large initial weights can also lead to exploding gradient.</a:t>
                </a:r>
              </a:p>
              <a:p>
                <a:pPr algn="ctr"/>
                <a:r>
                  <a:rPr lang="en-US" dirty="0">
                    <a:solidFill>
                      <a:schemeClr val="tx1"/>
                    </a:solidFill>
                  </a:rPr>
                  <a:t> </a:t>
                </a:r>
              </a:p>
            </p:txBody>
          </p:sp>
        </mc:Choice>
        <mc:Fallback xmlns="">
          <p:sp>
            <p:nvSpPr>
              <p:cNvPr id="6" name="Rectangle 5">
                <a:extLst>
                  <a:ext uri="{FF2B5EF4-FFF2-40B4-BE49-F238E27FC236}">
                    <a16:creationId xmlns:a16="http://schemas.microsoft.com/office/drawing/2014/main" id="{295C9404-FAE5-053E-4D44-5BFAEB01C616}"/>
                  </a:ext>
                </a:extLst>
              </p:cNvPr>
              <p:cNvSpPr>
                <a:spLocks noRot="1" noChangeAspect="1" noMove="1" noResize="1" noEditPoints="1" noAdjustHandles="1" noChangeArrowheads="1" noChangeShapeType="1" noTextEdit="1"/>
              </p:cNvSpPr>
              <p:nvPr/>
            </p:nvSpPr>
            <p:spPr>
              <a:xfrm>
                <a:off x="423600" y="3188058"/>
                <a:ext cx="8430121" cy="947233"/>
              </a:xfrm>
              <a:prstGeom prst="rect">
                <a:avLst/>
              </a:prstGeom>
              <a:blipFill>
                <a:blip r:embed="rId4"/>
                <a:stretch>
                  <a:fillRect t="-16000"/>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4116355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FC8E443-16EC-0E70-77A4-0988D1925E26}"/>
                  </a:ext>
                </a:extLst>
              </p:cNvPr>
              <p:cNvSpPr>
                <a:spLocks noGrp="1"/>
              </p:cNvSpPr>
              <p:nvPr>
                <p:ph idx="26"/>
              </p:nvPr>
            </p:nvSpPr>
            <p:spPr>
              <a:xfrm>
                <a:off x="231228" y="905398"/>
                <a:ext cx="5658417" cy="3650177"/>
              </a:xfrm>
            </p:spPr>
            <p:txBody>
              <a:bodyPr/>
              <a:lstStyle/>
              <a:p>
                <a:r>
                  <a:rPr lang="en-US" dirty="0"/>
                  <a:t>If the activation function is a step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ℎ</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=0</m:t>
                    </m:r>
                  </m:oMath>
                </a14:m>
                <a:r>
                  <a:rPr lang="en-US" dirty="0"/>
                  <a:t>. We can’t use gradient descent </a:t>
                </a:r>
                <a:r>
                  <a:rPr lang="en-US" dirty="0">
                    <a:sym typeface="Wingdings" pitchFamily="2" charset="2"/>
                  </a:rPr>
                  <a:t></a:t>
                </a:r>
              </a:p>
              <a:p>
                <a:endParaRPr lang="en-US" dirty="0">
                  <a:sym typeface="Wingdings" pitchFamily="2" charset="2"/>
                </a:endParaRPr>
              </a:p>
              <a:p>
                <a:r>
                  <a:rPr lang="en-US" dirty="0">
                    <a:sym typeface="Wingdings" pitchFamily="2" charset="2"/>
                  </a:rPr>
                  <a:t>If the activation function is sigmoidal, </a:t>
                </a:r>
                <a14:m>
                  <m:oMath xmlns:m="http://schemas.openxmlformats.org/officeDocument/2006/math">
                    <m:r>
                      <a:rPr lang="en-US" dirty="0">
                        <a:latin typeface="Cambria Math" panose="02040503050406030204" pitchFamily="18" charset="0"/>
                        <a:sym typeface="Wingdings" pitchFamily="2" charset="2"/>
                      </a:rPr>
                      <m:t>|</m:t>
                    </m:r>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𝑧</m:t>
                        </m:r>
                      </m:e>
                    </m:d>
                    <m:r>
                      <a:rPr lang="en-US" b="0" i="1" smtClean="0">
                        <a:latin typeface="Cambria Math" panose="02040503050406030204" pitchFamily="18" charset="0"/>
                      </a:rPr>
                      <m:t>|&lt;1</m:t>
                    </m:r>
                  </m:oMath>
                </a14:m>
                <a:r>
                  <a:rPr lang="en-US" dirty="0"/>
                  <a:t> and we get diminishing gradient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can’t use sigmoidal activations for very deep neural networks.</a:t>
                </a:r>
              </a:p>
              <a:p>
                <a:endParaRPr lang="en-US" dirty="0"/>
              </a:p>
              <a:p>
                <a:r>
                  <a:rPr lang="en-US" dirty="0"/>
                  <a:t>If the activation function is </a:t>
                </a:r>
                <a:r>
                  <a:rPr lang="en-US" dirty="0" err="1"/>
                  <a:t>ReLU</a:t>
                </a:r>
                <a:r>
                  <a:rPr lang="en-US" dirty="0"/>
                  <a:t>, its derivative is either 0 or 1 (discontinuous at z = 0). </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dirty="0"/>
                  <a:t>Potentially no vanishing or explosion!</a:t>
                </a:r>
              </a:p>
            </p:txBody>
          </p:sp>
        </mc:Choice>
        <mc:Fallback xmlns="">
          <p:sp>
            <p:nvSpPr>
              <p:cNvPr id="2" name="Content Placeholder 1">
                <a:extLst>
                  <a:ext uri="{FF2B5EF4-FFF2-40B4-BE49-F238E27FC236}">
                    <a16:creationId xmlns:a16="http://schemas.microsoft.com/office/drawing/2014/main" id="{8FC8E443-16EC-0E70-77A4-0988D1925E26}"/>
                  </a:ext>
                </a:extLst>
              </p:cNvPr>
              <p:cNvSpPr>
                <a:spLocks noGrp="1" noRot="1" noChangeAspect="1" noMove="1" noResize="1" noEditPoints="1" noAdjustHandles="1" noChangeArrowheads="1" noChangeShapeType="1" noTextEdit="1"/>
              </p:cNvSpPr>
              <p:nvPr>
                <p:ph idx="26"/>
              </p:nvPr>
            </p:nvSpPr>
            <p:spPr>
              <a:xfrm>
                <a:off x="231228" y="905398"/>
                <a:ext cx="5658417" cy="3650177"/>
              </a:xfrm>
              <a:blipFill>
                <a:blip r:embed="rId2"/>
                <a:stretch>
                  <a:fillRect l="-897" t="-1042" b="-451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0DE4F2C-3DD9-E600-55FE-23019D1849CE}"/>
              </a:ext>
            </a:extLst>
          </p:cNvPr>
          <p:cNvSpPr>
            <a:spLocks noGrp="1"/>
          </p:cNvSpPr>
          <p:nvPr>
            <p:ph type="title"/>
          </p:nvPr>
        </p:nvSpPr>
        <p:spPr/>
        <p:txBody>
          <a:bodyPr/>
          <a:lstStyle/>
          <a:p>
            <a:r>
              <a:rPr lang="en-US"/>
              <a:t>The Vanishing Gradient Problem</a:t>
            </a:r>
          </a:p>
        </p:txBody>
      </p:sp>
      <p:pic>
        <p:nvPicPr>
          <p:cNvPr id="4" name="Picture 3" descr="Understanding the Vanishing Gradient Problem and the Role of Activation  Functions | by İlyurek Kılıç | Medium">
            <a:extLst>
              <a:ext uri="{FF2B5EF4-FFF2-40B4-BE49-F238E27FC236}">
                <a16:creationId xmlns:a16="http://schemas.microsoft.com/office/drawing/2014/main" id="{D7CE6460-6891-564F-F13A-6D95F97350FE}"/>
              </a:ext>
            </a:extLst>
          </p:cNvPr>
          <p:cNvPicPr>
            <a:picLocks noChangeAspect="1"/>
          </p:cNvPicPr>
          <p:nvPr/>
        </p:nvPicPr>
        <p:blipFill>
          <a:blip r:embed="rId3"/>
          <a:stretch>
            <a:fillRect/>
          </a:stretch>
        </p:blipFill>
        <p:spPr>
          <a:xfrm>
            <a:off x="6112071" y="1714834"/>
            <a:ext cx="2348462" cy="1488406"/>
          </a:xfrm>
          <a:prstGeom prst="rect">
            <a:avLst/>
          </a:prstGeom>
        </p:spPr>
      </p:pic>
      <p:pic>
        <p:nvPicPr>
          <p:cNvPr id="5" name="Picture 4" descr="relu derivative | kawahara.ca">
            <a:extLst>
              <a:ext uri="{FF2B5EF4-FFF2-40B4-BE49-F238E27FC236}">
                <a16:creationId xmlns:a16="http://schemas.microsoft.com/office/drawing/2014/main" id="{9C01BCA2-9296-880C-E63F-97A380A4BCB2}"/>
              </a:ext>
            </a:extLst>
          </p:cNvPr>
          <p:cNvPicPr>
            <a:picLocks noChangeAspect="1"/>
          </p:cNvPicPr>
          <p:nvPr/>
        </p:nvPicPr>
        <p:blipFill>
          <a:blip r:embed="rId4"/>
          <a:stretch>
            <a:fillRect/>
          </a:stretch>
        </p:blipFill>
        <p:spPr>
          <a:xfrm>
            <a:off x="6406480" y="3217793"/>
            <a:ext cx="1740877" cy="1393549"/>
          </a:xfrm>
          <a:prstGeom prst="rect">
            <a:avLst/>
          </a:prstGeom>
        </p:spPr>
      </p:pic>
    </p:spTree>
    <p:extLst>
      <p:ext uri="{BB962C8B-B14F-4D97-AF65-F5344CB8AC3E}">
        <p14:creationId xmlns:p14="http://schemas.microsoft.com/office/powerpoint/2010/main" val="4117630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E0AB3A-F019-217B-8483-697E6E737704}"/>
              </a:ext>
            </a:extLst>
          </p:cNvPr>
          <p:cNvSpPr>
            <a:spLocks noGrp="1"/>
          </p:cNvSpPr>
          <p:nvPr>
            <p:ph idx="26"/>
          </p:nvPr>
        </p:nvSpPr>
        <p:spPr>
          <a:xfrm>
            <a:off x="423601" y="591284"/>
            <a:ext cx="6363406" cy="3964291"/>
          </a:xfrm>
        </p:spPr>
        <p:txBody>
          <a:bodyPr/>
          <a:lstStyle/>
          <a:p>
            <a:r>
              <a:rPr lang="en-US" dirty="0"/>
              <a:t>If the inputs to a neuron with </a:t>
            </a:r>
            <a:r>
              <a:rPr lang="en-US" dirty="0" err="1"/>
              <a:t>ReLU</a:t>
            </a:r>
            <a:r>
              <a:rPr lang="en-US" dirty="0"/>
              <a:t> activation are negative, the </a:t>
            </a:r>
            <a:r>
              <a:rPr lang="en-US" dirty="0" err="1"/>
              <a:t>ReLU</a:t>
            </a:r>
            <a:r>
              <a:rPr lang="en-US" dirty="0"/>
              <a:t> neuron turns off and its gradient never updates …</a:t>
            </a:r>
          </a:p>
          <a:p>
            <a:endParaRPr lang="en-US" dirty="0"/>
          </a:p>
          <a:p>
            <a:r>
              <a:rPr lang="en-US" dirty="0"/>
              <a:t>Solutions: </a:t>
            </a:r>
          </a:p>
          <a:p>
            <a:pPr>
              <a:buFontTx/>
              <a:buChar char="-"/>
            </a:pPr>
            <a:r>
              <a:rPr lang="en-US" dirty="0"/>
              <a:t>Initialize all neurons such that their output starts positive (start with some positive biases).</a:t>
            </a:r>
          </a:p>
          <a:p>
            <a:pPr>
              <a:buFontTx/>
              <a:buChar char="-"/>
            </a:pPr>
            <a:r>
              <a:rPr lang="en-US" dirty="0"/>
              <a:t>Choose weights to be relatively small initially (random selection from a normal distribution with small mean and small standard deviation)</a:t>
            </a:r>
          </a:p>
          <a:p>
            <a:pPr>
              <a:buFontTx/>
              <a:buChar char="-"/>
            </a:pPr>
            <a:r>
              <a:rPr lang="en-US" dirty="0"/>
              <a:t>Try different </a:t>
            </a:r>
            <a:r>
              <a:rPr lang="en-US" dirty="0" err="1"/>
              <a:t>ReLU</a:t>
            </a:r>
            <a:r>
              <a:rPr lang="en-US" dirty="0"/>
              <a:t> functions like Leaky </a:t>
            </a:r>
            <a:r>
              <a:rPr lang="en-US" dirty="0" err="1"/>
              <a:t>ReLU</a:t>
            </a:r>
            <a:r>
              <a:rPr lang="en-US" dirty="0"/>
              <a:t> or ELU (Exponential Linear Unit)</a:t>
            </a:r>
          </a:p>
        </p:txBody>
      </p:sp>
      <p:sp>
        <p:nvSpPr>
          <p:cNvPr id="3" name="Title 2">
            <a:extLst>
              <a:ext uri="{FF2B5EF4-FFF2-40B4-BE49-F238E27FC236}">
                <a16:creationId xmlns:a16="http://schemas.microsoft.com/office/drawing/2014/main" id="{3AC90495-F120-FB42-DCB1-81CA679AC944}"/>
              </a:ext>
            </a:extLst>
          </p:cNvPr>
          <p:cNvSpPr>
            <a:spLocks noGrp="1"/>
          </p:cNvSpPr>
          <p:nvPr>
            <p:ph type="title"/>
          </p:nvPr>
        </p:nvSpPr>
        <p:spPr/>
        <p:txBody>
          <a:bodyPr/>
          <a:lstStyle/>
          <a:p>
            <a:r>
              <a:rPr lang="en-US"/>
              <a:t>The Dying </a:t>
            </a:r>
            <a:r>
              <a:rPr lang="en-US" err="1"/>
              <a:t>ReLU</a:t>
            </a:r>
            <a:r>
              <a:rPr lang="en-US"/>
              <a:t> Problem</a:t>
            </a:r>
          </a:p>
        </p:txBody>
      </p:sp>
      <p:pic>
        <p:nvPicPr>
          <p:cNvPr id="4" name="Picture 3" descr="relu derivative | kawahara.ca">
            <a:extLst>
              <a:ext uri="{FF2B5EF4-FFF2-40B4-BE49-F238E27FC236}">
                <a16:creationId xmlns:a16="http://schemas.microsoft.com/office/drawing/2014/main" id="{46432F7B-4C68-CD55-7EDB-5DCC4E3F8CAA}"/>
              </a:ext>
            </a:extLst>
          </p:cNvPr>
          <p:cNvPicPr>
            <a:picLocks noChangeAspect="1"/>
          </p:cNvPicPr>
          <p:nvPr/>
        </p:nvPicPr>
        <p:blipFill>
          <a:blip r:embed="rId2"/>
          <a:stretch>
            <a:fillRect/>
          </a:stretch>
        </p:blipFill>
        <p:spPr>
          <a:xfrm>
            <a:off x="7031225" y="912468"/>
            <a:ext cx="1740877" cy="1393549"/>
          </a:xfrm>
          <a:prstGeom prst="rect">
            <a:avLst/>
          </a:prstGeom>
        </p:spPr>
      </p:pic>
      <p:pic>
        <p:nvPicPr>
          <p:cNvPr id="5" name="Picture 4" descr="What is the &quot;dead ReLU&quot; problem and, why is it an issue in Neural Network  training? - AIML.com">
            <a:extLst>
              <a:ext uri="{FF2B5EF4-FFF2-40B4-BE49-F238E27FC236}">
                <a16:creationId xmlns:a16="http://schemas.microsoft.com/office/drawing/2014/main" id="{24612DE2-7731-EB4B-EDF0-B3F65E5D8C5E}"/>
              </a:ext>
            </a:extLst>
          </p:cNvPr>
          <p:cNvPicPr>
            <a:picLocks noChangeAspect="1"/>
          </p:cNvPicPr>
          <p:nvPr/>
        </p:nvPicPr>
        <p:blipFill>
          <a:blip r:embed="rId3"/>
          <a:stretch>
            <a:fillRect/>
          </a:stretch>
        </p:blipFill>
        <p:spPr>
          <a:xfrm>
            <a:off x="6894059" y="2571750"/>
            <a:ext cx="2015208" cy="1562573"/>
          </a:xfrm>
          <a:prstGeom prst="rect">
            <a:avLst/>
          </a:prstGeom>
        </p:spPr>
      </p:pic>
    </p:spTree>
    <p:extLst>
      <p:ext uri="{BB962C8B-B14F-4D97-AF65-F5344CB8AC3E}">
        <p14:creationId xmlns:p14="http://schemas.microsoft.com/office/powerpoint/2010/main" val="11201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BAF586-84B5-247A-61D9-B53B82E4CAB3}"/>
              </a:ext>
            </a:extLst>
          </p:cNvPr>
          <p:cNvSpPr>
            <a:spLocks noGrp="1"/>
          </p:cNvSpPr>
          <p:nvPr>
            <p:ph idx="26"/>
          </p:nvPr>
        </p:nvSpPr>
        <p:spPr/>
        <p:txBody>
          <a:bodyPr/>
          <a:lstStyle/>
          <a:p>
            <a:r>
              <a:rPr lang="en-US" dirty="0"/>
              <a:t>Neural Networks perform predictions by moving information from inputs through hidden layers (sequentially) into the output layer. Feedforward.</a:t>
            </a:r>
          </a:p>
          <a:p>
            <a:r>
              <a:rPr lang="en-US" dirty="0"/>
              <a:t>Neural Networks learn using gradient descent by propagating error backward from output layer into the input layer.</a:t>
            </a:r>
          </a:p>
          <a:p>
            <a:r>
              <a:rPr lang="en-US" dirty="0"/>
              <a:t>Learning process depends on network architecture and activation functions.</a:t>
            </a:r>
          </a:p>
          <a:p>
            <a:r>
              <a:rPr lang="en-US" dirty="0"/>
              <a:t>Some activations functions may have issues:</a:t>
            </a:r>
          </a:p>
          <a:p>
            <a:pPr lvl="1">
              <a:buFontTx/>
              <a:buChar char="-"/>
            </a:pPr>
            <a:r>
              <a:rPr lang="en-US" dirty="0"/>
              <a:t>Sigmoidal activation: Vanishing gradient.</a:t>
            </a:r>
          </a:p>
          <a:p>
            <a:pPr lvl="1">
              <a:buFontTx/>
              <a:buChar char="-"/>
            </a:pPr>
            <a:r>
              <a:rPr lang="en-US" dirty="0" err="1"/>
              <a:t>ReLU</a:t>
            </a:r>
            <a:r>
              <a:rPr lang="en-US" dirty="0"/>
              <a:t>: Dead </a:t>
            </a:r>
            <a:r>
              <a:rPr lang="en-US" dirty="0" err="1"/>
              <a:t>ReLU</a:t>
            </a:r>
            <a:r>
              <a:rPr lang="en-US" dirty="0"/>
              <a:t> neurons</a:t>
            </a:r>
          </a:p>
        </p:txBody>
      </p:sp>
      <p:sp>
        <p:nvSpPr>
          <p:cNvPr id="3" name="Title 2">
            <a:extLst>
              <a:ext uri="{FF2B5EF4-FFF2-40B4-BE49-F238E27FC236}">
                <a16:creationId xmlns:a16="http://schemas.microsoft.com/office/drawing/2014/main" id="{39B1014B-EA22-22C3-B901-20B1BD2DFECA}"/>
              </a:ext>
            </a:extLst>
          </p:cNvPr>
          <p:cNvSpPr>
            <a:spLocks noGrp="1"/>
          </p:cNvSpPr>
          <p:nvPr>
            <p:ph type="title"/>
          </p:nvPr>
        </p:nvSpPr>
        <p:spPr/>
        <p:txBody>
          <a:bodyPr/>
          <a:lstStyle/>
          <a:p>
            <a:r>
              <a:rPr lang="en-US" dirty="0"/>
              <a:t>Conclusions</a:t>
            </a:r>
          </a:p>
        </p:txBody>
      </p:sp>
    </p:spTree>
    <p:extLst>
      <p:ext uri="{BB962C8B-B14F-4D97-AF65-F5344CB8AC3E}">
        <p14:creationId xmlns:p14="http://schemas.microsoft.com/office/powerpoint/2010/main" val="4269959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E27A2C-2561-1778-9B2E-3E5735A5D09B}"/>
              </a:ext>
            </a:extLst>
          </p:cNvPr>
          <p:cNvSpPr>
            <a:spLocks noGrp="1"/>
          </p:cNvSpPr>
          <p:nvPr>
            <p:ph idx="26"/>
          </p:nvPr>
        </p:nvSpPr>
        <p:spPr/>
        <p:txBody>
          <a:bodyPr/>
          <a:lstStyle/>
          <a:p>
            <a:r>
              <a:rPr lang="en-US" dirty="0"/>
              <a:t>Materials from this handout used Machine Learning, A First Course for Engineers and Scientists by Lindholm et. al (March 4</a:t>
            </a:r>
            <a:r>
              <a:rPr lang="en-US" baseline="30000" dirty="0"/>
              <a:t>th</a:t>
            </a:r>
            <a:r>
              <a:rPr lang="en-US" dirty="0"/>
              <a:t>, 2026 version), section 6.2 as a reference. Access to this document is free at the publishers’ GitHub page. </a:t>
            </a:r>
          </a:p>
          <a:p>
            <a:r>
              <a:rPr lang="en-US" dirty="0"/>
              <a:t>The following was also used for materials: </a:t>
            </a:r>
            <a:r>
              <a:rPr lang="en-US" i="1" dirty="0"/>
              <a:t>Artificial Intelligence: A Modern Approach</a:t>
            </a:r>
            <a:r>
              <a:rPr lang="en-US" dirty="0"/>
              <a:t>, Russel and Norvig, 4</a:t>
            </a:r>
            <a:r>
              <a:rPr lang="en-US" baseline="30000" dirty="0"/>
              <a:t>th</a:t>
            </a:r>
            <a:r>
              <a:rPr lang="en-US" dirty="0"/>
              <a:t> edition, section 21.1.</a:t>
            </a:r>
          </a:p>
          <a:p>
            <a:r>
              <a:rPr lang="en-US" i="1" dirty="0"/>
              <a:t>Data-Driven Science and Engineering: Machine Learning, Dynamical Systems and Control</a:t>
            </a:r>
            <a:r>
              <a:rPr lang="en-US" dirty="0"/>
              <a:t>, Brunton &amp; Kutz, second edition. Section 6.3-6.4.</a:t>
            </a:r>
          </a:p>
        </p:txBody>
      </p:sp>
      <p:sp>
        <p:nvSpPr>
          <p:cNvPr id="3" name="Title 2">
            <a:extLst>
              <a:ext uri="{FF2B5EF4-FFF2-40B4-BE49-F238E27FC236}">
                <a16:creationId xmlns:a16="http://schemas.microsoft.com/office/drawing/2014/main" id="{4DA13E2E-A912-09EE-0B68-D5DDBBF5B218}"/>
              </a:ext>
            </a:extLst>
          </p:cNvPr>
          <p:cNvSpPr>
            <a:spLocks noGrp="1"/>
          </p:cNvSpPr>
          <p:nvPr>
            <p:ph type="title"/>
          </p:nvPr>
        </p:nvSpPr>
        <p:spPr/>
        <p:txBody>
          <a:bodyPr/>
          <a:lstStyle/>
          <a:p>
            <a:r>
              <a:rPr lang="en-US"/>
              <a:t>References</a:t>
            </a:r>
          </a:p>
        </p:txBody>
      </p:sp>
    </p:spTree>
    <p:extLst>
      <p:ext uri="{BB962C8B-B14F-4D97-AF65-F5344CB8AC3E}">
        <p14:creationId xmlns:p14="http://schemas.microsoft.com/office/powerpoint/2010/main" val="227656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6C07-D41A-AEFA-B42E-48C3DBC675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53156F-1A2F-8505-D207-92180BBBDDAB}"/>
              </a:ext>
            </a:extLst>
          </p:cNvPr>
          <p:cNvSpPr>
            <a:spLocks noGrp="1"/>
          </p:cNvSpPr>
          <p:nvPr>
            <p:ph type="title"/>
          </p:nvPr>
        </p:nvSpPr>
        <p:spPr/>
        <p:txBody>
          <a:bodyPr/>
          <a:lstStyle/>
          <a:p>
            <a:r>
              <a:rPr lang="en-US"/>
              <a:t>Extra notes</a:t>
            </a:r>
          </a:p>
        </p:txBody>
      </p:sp>
      <p:grpSp>
        <p:nvGrpSpPr>
          <p:cNvPr id="4" name="Group 3">
            <a:extLst>
              <a:ext uri="{FF2B5EF4-FFF2-40B4-BE49-F238E27FC236}">
                <a16:creationId xmlns:a16="http://schemas.microsoft.com/office/drawing/2014/main" id="{6B7336C1-5220-AC4A-445F-99497361E25F}"/>
              </a:ext>
            </a:extLst>
          </p:cNvPr>
          <p:cNvGrpSpPr/>
          <p:nvPr/>
        </p:nvGrpSpPr>
        <p:grpSpPr>
          <a:xfrm>
            <a:off x="403189" y="1041621"/>
            <a:ext cx="8070574" cy="3199075"/>
            <a:chOff x="403189" y="1041621"/>
            <a:chExt cx="8070574" cy="3199075"/>
          </a:xfrm>
        </p:grpSpPr>
        <p:cxnSp>
          <p:nvCxnSpPr>
            <p:cNvPr id="5" name="Straight Connector 4">
              <a:extLst>
                <a:ext uri="{FF2B5EF4-FFF2-40B4-BE49-F238E27FC236}">
                  <a16:creationId xmlns:a16="http://schemas.microsoft.com/office/drawing/2014/main" id="{870EE114-1063-253B-FB2C-BFA39DC3EF20}"/>
                </a:ext>
              </a:extLst>
            </p:cNvPr>
            <p:cNvCxnSpPr/>
            <p:nvPr/>
          </p:nvCxnSpPr>
          <p:spPr>
            <a:xfrm>
              <a:off x="403189" y="10416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EFBB1F5-906F-0250-0D16-77C4DC5D9A16}"/>
                </a:ext>
              </a:extLst>
            </p:cNvPr>
            <p:cNvCxnSpPr/>
            <p:nvPr/>
          </p:nvCxnSpPr>
          <p:spPr>
            <a:xfrm>
              <a:off x="403189" y="2108421"/>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CF31AFC-1484-5785-3E87-671DAC523D16}"/>
                </a:ext>
              </a:extLst>
            </p:cNvPr>
            <p:cNvCxnSpPr/>
            <p:nvPr/>
          </p:nvCxnSpPr>
          <p:spPr>
            <a:xfrm>
              <a:off x="403189" y="2634532"/>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086074F-80CB-D98B-5737-52C190287FFE}"/>
                </a:ext>
              </a:extLst>
            </p:cNvPr>
            <p:cNvCxnSpPr/>
            <p:nvPr/>
          </p:nvCxnSpPr>
          <p:spPr>
            <a:xfrm>
              <a:off x="403189" y="31738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965DB92-0732-96C5-B36D-D7853A6F6C83}"/>
                </a:ext>
              </a:extLst>
            </p:cNvPr>
            <p:cNvCxnSpPr/>
            <p:nvPr/>
          </p:nvCxnSpPr>
          <p:spPr>
            <a:xfrm>
              <a:off x="403189" y="3700007"/>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003FED1-AAB1-F690-CB81-9E9A6B7731BE}"/>
                </a:ext>
              </a:extLst>
            </p:cNvPr>
            <p:cNvCxnSpPr/>
            <p:nvPr/>
          </p:nvCxnSpPr>
          <p:spPr>
            <a:xfrm>
              <a:off x="403189" y="4240696"/>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BD5393A-A68F-5765-F267-E302B784B23C}"/>
                </a:ext>
              </a:extLst>
            </p:cNvPr>
            <p:cNvCxnSpPr/>
            <p:nvPr/>
          </p:nvCxnSpPr>
          <p:spPr>
            <a:xfrm>
              <a:off x="403189" y="1608814"/>
              <a:ext cx="8070574"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35437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CP_PPT_STANDARD_V1" val="bFGnCw1I"/>
  <p:tag name="ARTICULATE_PROJECT_OPEN" val="0"/>
  <p:tag name="ARTICULATE_SLIDE_COUNT" val="6"/>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P_ppt_standard_v1">
  <a:themeElements>
    <a:clrScheme name="Cal Poly Theme 1">
      <a:dk1>
        <a:srgbClr val="000000"/>
      </a:dk1>
      <a:lt1>
        <a:sysClr val="window" lastClr="FFFFFF"/>
      </a:lt1>
      <a:dk2>
        <a:srgbClr val="143B1E"/>
      </a:dk2>
      <a:lt2>
        <a:srgbClr val="EEECE1"/>
      </a:lt2>
      <a:accent1>
        <a:srgbClr val="857756"/>
      </a:accent1>
      <a:accent2>
        <a:srgbClr val="7E7462"/>
      </a:accent2>
      <a:accent3>
        <a:srgbClr val="3B3523"/>
      </a:accent3>
      <a:accent4>
        <a:srgbClr val="4F512F"/>
      </a:accent4>
      <a:accent5>
        <a:srgbClr val="273015"/>
      </a:accent5>
      <a:accent6>
        <a:srgbClr val="C6C0B7"/>
      </a:accent6>
      <a:hlink>
        <a:srgbClr val="857756"/>
      </a:hlink>
      <a:folHlink>
        <a:srgbClr val="7E7462"/>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a:spPr>
      <a:bodyPr vert="horz" wrap="square" lIns="91440" tIns="45720" rIns="91440" bIns="45720" numCol="1" anchor="t" anchorCtr="0" compatLnSpc="1">
        <a:prstTxWarp prst="textNoShape">
          <a:avLst/>
        </a:prstTxWarp>
        <a:normAutofit/>
      </a:bodyPr>
      <a:lstStyle>
        <a:defPPr>
          <a:defRPr sz="2800" dirty="0" smtClean="0">
            <a:solidFill>
              <a:srgbClr val="29551A"/>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1188</Words>
  <Application>Microsoft Macintosh PowerPoint</Application>
  <PresentationFormat>On-screen Show (16:9)</PresentationFormat>
  <Paragraphs>137</Paragraphs>
  <Slides>25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 Math</vt:lpstr>
      <vt:lpstr>Palatino Linotype</vt:lpstr>
      <vt:lpstr>Wingdings</vt:lpstr>
      <vt:lpstr>CP_ppt_standard_v1</vt:lpstr>
      <vt:lpstr>Introduction to Neural Networks (2): Feedforward and Backpropagation</vt:lpstr>
      <vt:lpstr>Overview</vt:lpstr>
      <vt:lpstr>Information Processing in NN</vt:lpstr>
      <vt:lpstr>Learning from Mistakes</vt:lpstr>
      <vt:lpstr>Error Propagation</vt:lpstr>
      <vt:lpstr>Error Propagation</vt:lpstr>
      <vt:lpstr>Gradient Descent</vt:lpstr>
      <vt:lpstr>Gradient Descent</vt:lpstr>
      <vt:lpstr>Extra notes</vt:lpstr>
      <vt:lpstr>Extra notes</vt:lpstr>
      <vt:lpstr>Updating one weight</vt:lpstr>
      <vt:lpstr>Updating other weights in the output layer</vt:lpstr>
      <vt:lpstr>Matrix Form Equation (Updating weights in last layer)</vt:lpstr>
      <vt:lpstr>Matrix Form Equation (Updating biases in last layer)</vt:lpstr>
      <vt:lpstr>Propagating the Error Further Back</vt:lpstr>
      <vt:lpstr>Propagating the Error Further Back</vt:lpstr>
      <vt:lpstr>Propagating the Error Further Back</vt:lpstr>
      <vt:lpstr>Updating all weights in Layer 2 </vt:lpstr>
      <vt:lpstr>Problems with Gradient Descent </vt:lpstr>
      <vt:lpstr>The Vanishing Gradient Problem</vt:lpstr>
      <vt:lpstr>The Vanishing Gradient Problem</vt:lpstr>
      <vt:lpstr>The Dying ReLU Problem</vt:lpstr>
      <vt:lpstr>Conclusions</vt:lpstr>
      <vt:lpstr>References</vt:lpstr>
      <vt:lpstr>Extra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and Machine Learning?</dc:title>
  <cp:lastModifiedBy>Mohammad Hasan</cp:lastModifiedBy>
  <cp:revision>3</cp:revision>
  <dcterms:modified xsi:type="dcterms:W3CDTF">2026-10-02T00:32:12Z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118AC62C-6063-445C-83E0-64D5A29EA3D4</vt:lpwstr>
  </property>
  <property fmtid="{D5CDD505-2E9C-101B-9397-08002B2CF9AE}" pid="3" name="ArticulatePath">
    <vt:lpwstr>Unconscious Bias in the Engineering Faculty Search Process_v3</vt:lpwstr>
  </property>
</Properties>
</file>