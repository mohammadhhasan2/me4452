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13"/>
  </p:notesMasterIdLst>
  <p:sldIdLst>
    <p:sldId id="315" r:id="rId2"/>
    <p:sldId id="363" r:id="rId3"/>
    <p:sldId id="364" r:id="rId4"/>
    <p:sldId id="343" r:id="rId5"/>
    <p:sldId id="353" r:id="rId6"/>
    <p:sldId id="367" r:id="rId7"/>
    <p:sldId id="368" r:id="rId8"/>
    <p:sldId id="355" r:id="rId9"/>
    <p:sldId id="365" r:id="rId10"/>
    <p:sldId id="362" r:id="rId11"/>
    <p:sldId id="360" r:id="rId12"/>
  </p:sldIdLst>
  <p:sldSz cx="9144000" cy="5143500" type="screen16x9"/>
  <p:notesSz cx="9236075" cy="7010400"/>
  <p:custDataLst>
    <p:tags r:id="rId1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B00"/>
    <a:srgbClr val="C6C0B7"/>
    <a:srgbClr val="3B3523"/>
    <a:srgbClr val="F0EED7"/>
    <a:srgbClr val="857756"/>
    <a:srgbClr val="7E7462"/>
    <a:srgbClr val="273015"/>
    <a:srgbClr val="4F512F"/>
    <a:srgbClr val="295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FA9861-5C1C-744B-A122-0EFE0F910F27}" v="2" dt="2026-09-15T21:15:20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5"/>
    <p:restoredTop sz="94213"/>
  </p:normalViewPr>
  <p:slideViewPr>
    <p:cSldViewPr snapToGrid="0">
      <p:cViewPr>
        <p:scale>
          <a:sx n="130" d="100"/>
          <a:sy n="130" d="100"/>
        </p:scale>
        <p:origin x="1488" y="3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944" y="18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9/11/26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9/11/26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 dirty="0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9/11/26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9/11/26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9/11/26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9/11/26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9/11/26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9/11/26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9/11/26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9/11/26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9/11/26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9/11/26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9/11/26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9/11/26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9/11/26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9/11/26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9/11/26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Relationship Id="rId9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 dirty="0"/>
              <a:t>09/16/26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dirty="0"/>
              <a:t>Regularization and Cross Validation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0307B9D-05D5-3E7D-4DD2-66B6566E0EAF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We saw before that models may underfit or overfit data based on their complexity.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	Total error = Bias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 + Variance + Irreducible Error</a:t>
                </a:r>
              </a:p>
              <a:p>
                <a:r>
                  <a:rPr lang="en-US" dirty="0"/>
                  <a:t>We want to select the best models possible while avoiding the risk of overfitting. But how?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0307B9D-05D5-3E7D-4DD2-66B6566E0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659" t="-836" r="-440" b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1BC1283-0CD5-389A-F512-3BF2EB50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4" name="Picture 3" descr="Bias-Variance Tradeoff – ML with Ramin">
            <a:extLst>
              <a:ext uri="{FF2B5EF4-FFF2-40B4-BE49-F238E27FC236}">
                <a16:creationId xmlns:a16="http://schemas.microsoft.com/office/drawing/2014/main" id="{0ECE6E2F-D983-BCF3-62F4-39CF3A41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245" y="1348482"/>
            <a:ext cx="4341453" cy="16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9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6047E0-4B66-A3BE-40DF-F93439DB85B4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Suppose that data is provided to you but you are completely unable to know what its model looks like ...</a:t>
            </a:r>
          </a:p>
          <a:p>
            <a:endParaRPr lang="en-US" dirty="0"/>
          </a:p>
          <a:p>
            <a:r>
              <a:rPr lang="en-US" dirty="0"/>
              <a:t>We might want to start with some universal approximators (polynomials, sinusoidal functions for periodic behaviors,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want our model to retain as much complexity as needed while minimizing overfitting!</a:t>
            </a:r>
          </a:p>
          <a:p>
            <a:endParaRPr lang="en-US" dirty="0"/>
          </a:p>
          <a:p>
            <a:r>
              <a:rPr lang="en-US" dirty="0"/>
              <a:t>We also want to detect overfitting and compare models.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C442A2-DACF-FB76-BBDC-451AFFEC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Unknown Model</a:t>
            </a:r>
          </a:p>
        </p:txBody>
      </p:sp>
    </p:spTree>
    <p:extLst>
      <p:ext uri="{BB962C8B-B14F-4D97-AF65-F5344CB8AC3E}">
        <p14:creationId xmlns:p14="http://schemas.microsoft.com/office/powerpoint/2010/main" val="324145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Regularization Methods (LASSO, Ridge, Elastic Net)</a:t>
            </a:r>
          </a:p>
          <a:p>
            <a:endParaRPr lang="en-US" dirty="0"/>
          </a:p>
          <a:p>
            <a:r>
              <a:rPr lang="en-US" dirty="0"/>
              <a:t>Validation Methods (k-fold cross validation)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4DB57D-810D-943C-6128-885A35AD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Regularization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53DADCE-1BA1-52DA-77CF-04B0A5F8D55A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A1E2EB2-8ABE-BA69-7F7C-E4F79814B4B1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0D39F67-79B3-BF75-CFEE-A07999C3D56D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825A0FF-5320-9C47-2A7E-33FEFB987C1A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00D3898-9088-9F4D-B1CC-133CA9062955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A4EA9F1-6C86-AF90-49EF-C47F34E7A0F4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01AFC7-1650-7D26-09E9-37A83B14572D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70BE3C-B763-9781-0B13-30E057481C17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451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4DB57D-810D-943C-6128-885A35AD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Regularization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1A0F45C-BE3E-0545-226A-DA00541BB37E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5A8CCB5-708C-E636-1BEE-98A5EC0E2C35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A124509-65A4-0641-E7DE-DA48D7212D05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FE88533-DD72-144A-F510-9FF64711258D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EF5A36B-795B-E62E-A389-79AEF795F3AE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0A29EA-399A-459A-3D04-0FA438BB155D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AF57841-769B-BBDE-6D34-B378D8D61888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A5D5990-5EA8-247E-6C6F-226B78A075F0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115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58E3FE-9255-926F-A790-A45B60E03DB6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We want to be able to judge models against each other without seeing the testing data.</a:t>
            </a:r>
          </a:p>
          <a:p>
            <a:endParaRPr lang="en-US" dirty="0"/>
          </a:p>
          <a:p>
            <a:r>
              <a:rPr lang="en-US" dirty="0"/>
              <a:t>It’s convenient to get an estimate of the generalization ability of models before using testing data.</a:t>
            </a:r>
          </a:p>
          <a:p>
            <a:endParaRPr lang="en-US" dirty="0"/>
          </a:p>
          <a:p>
            <a:r>
              <a:rPr lang="en-US" dirty="0"/>
              <a:t>Testing data may be completely invisible to us in practice (not yet acquired, data from Kaggle competitions).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9C421-6E01-F26C-9F52-31083246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and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102230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35F0-DF40-09B2-ADF9-1BB3421D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Hold-out Validation 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804E6E-7B3B-CC6C-EABB-DF1DC629B5C6}"/>
              </a:ext>
            </a:extLst>
          </p:cNvPr>
          <p:cNvGrpSpPr/>
          <p:nvPr/>
        </p:nvGrpSpPr>
        <p:grpSpPr>
          <a:xfrm>
            <a:off x="462118" y="1989667"/>
            <a:ext cx="1178410" cy="429076"/>
            <a:chOff x="1524000" y="1989667"/>
            <a:chExt cx="1178410" cy="4290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279C42-2FB7-A7DB-124F-20A9A0D958F3}"/>
                </a:ext>
              </a:extLst>
            </p:cNvPr>
            <p:cNvSpPr/>
            <p:nvPr/>
          </p:nvSpPr>
          <p:spPr>
            <a:xfrm flipH="1" flipV="1">
              <a:off x="1524000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1B1DD47-A3D1-E0D1-F097-0F842E144F9B}"/>
                </a:ext>
              </a:extLst>
            </p:cNvPr>
            <p:cNvSpPr/>
            <p:nvPr/>
          </p:nvSpPr>
          <p:spPr>
            <a:xfrm flipH="1" flipV="1">
              <a:off x="1661969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52DB20E-C945-657E-B999-D92207B73823}"/>
                </a:ext>
              </a:extLst>
            </p:cNvPr>
            <p:cNvSpPr/>
            <p:nvPr/>
          </p:nvSpPr>
          <p:spPr>
            <a:xfrm flipH="1" flipV="1">
              <a:off x="1799938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3E76A09-CFA3-BA1D-2F57-7DD4886AB32D}"/>
                </a:ext>
              </a:extLst>
            </p:cNvPr>
            <p:cNvSpPr/>
            <p:nvPr/>
          </p:nvSpPr>
          <p:spPr>
            <a:xfrm flipH="1" flipV="1">
              <a:off x="1937907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3E0D8A-6A50-3064-85AF-0A8553106CF9}"/>
                </a:ext>
              </a:extLst>
            </p:cNvPr>
            <p:cNvSpPr/>
            <p:nvPr/>
          </p:nvSpPr>
          <p:spPr>
            <a:xfrm flipH="1" flipV="1">
              <a:off x="1524000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20AAAC-9140-87A7-D65D-22E81CB66561}"/>
                </a:ext>
              </a:extLst>
            </p:cNvPr>
            <p:cNvSpPr/>
            <p:nvPr/>
          </p:nvSpPr>
          <p:spPr>
            <a:xfrm flipH="1" flipV="1">
              <a:off x="1661969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B9BC6C-B41F-1D6F-B4B5-C02A782A86AE}"/>
                </a:ext>
              </a:extLst>
            </p:cNvPr>
            <p:cNvSpPr/>
            <p:nvPr/>
          </p:nvSpPr>
          <p:spPr>
            <a:xfrm flipH="1" flipV="1">
              <a:off x="1799938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A0B713-5E29-6F8E-1EB1-DFDE818F4B3D}"/>
                </a:ext>
              </a:extLst>
            </p:cNvPr>
            <p:cNvSpPr/>
            <p:nvPr/>
          </p:nvSpPr>
          <p:spPr>
            <a:xfrm flipH="1" flipV="1">
              <a:off x="1937907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E27A488-CC1C-7274-3E67-5CF71BC4B4F3}"/>
                </a:ext>
              </a:extLst>
            </p:cNvPr>
            <p:cNvSpPr/>
            <p:nvPr/>
          </p:nvSpPr>
          <p:spPr>
            <a:xfrm flipH="1" flipV="1">
              <a:off x="1524000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2FC553C-9BC5-D8E0-7237-DFBA65A78F67}"/>
                </a:ext>
              </a:extLst>
            </p:cNvPr>
            <p:cNvSpPr/>
            <p:nvPr/>
          </p:nvSpPr>
          <p:spPr>
            <a:xfrm flipH="1" flipV="1">
              <a:off x="1661969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C4EDC66-AAA8-36CD-4A2D-EEDCAC142FA8}"/>
                </a:ext>
              </a:extLst>
            </p:cNvPr>
            <p:cNvSpPr/>
            <p:nvPr/>
          </p:nvSpPr>
          <p:spPr>
            <a:xfrm flipH="1" flipV="1">
              <a:off x="1799938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F3BEED8-2408-CBAB-5DEB-19E40BBA8BFE}"/>
                </a:ext>
              </a:extLst>
            </p:cNvPr>
            <p:cNvSpPr/>
            <p:nvPr/>
          </p:nvSpPr>
          <p:spPr>
            <a:xfrm flipH="1" flipV="1">
              <a:off x="1937907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4928FD8-A9D8-44AD-2841-4F2D438130CE}"/>
                </a:ext>
              </a:extLst>
            </p:cNvPr>
            <p:cNvSpPr/>
            <p:nvPr/>
          </p:nvSpPr>
          <p:spPr>
            <a:xfrm flipH="1" flipV="1">
              <a:off x="2426472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E84A68B-AADE-7324-A572-D4B23D5FCDDF}"/>
                </a:ext>
              </a:extLst>
            </p:cNvPr>
            <p:cNvSpPr/>
            <p:nvPr/>
          </p:nvSpPr>
          <p:spPr>
            <a:xfrm flipH="1" flipV="1">
              <a:off x="2564441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3A112DF-858C-DA57-DAAA-A9E7C8A2FF24}"/>
                </a:ext>
              </a:extLst>
            </p:cNvPr>
            <p:cNvSpPr/>
            <p:nvPr/>
          </p:nvSpPr>
          <p:spPr>
            <a:xfrm flipH="1" flipV="1">
              <a:off x="2426472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36DDD6F-2F13-8EC9-D8A0-0F8CA3FB61C9}"/>
                </a:ext>
              </a:extLst>
            </p:cNvPr>
            <p:cNvSpPr/>
            <p:nvPr/>
          </p:nvSpPr>
          <p:spPr>
            <a:xfrm flipH="1" flipV="1">
              <a:off x="2564441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480DCA-2200-2BF7-6789-7A3EA7889417}"/>
                </a:ext>
              </a:extLst>
            </p:cNvPr>
            <p:cNvSpPr/>
            <p:nvPr/>
          </p:nvSpPr>
          <p:spPr>
            <a:xfrm flipH="1" flipV="1">
              <a:off x="2426472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2580A52-D0EE-3F22-21C5-E2076F18BC35}"/>
                </a:ext>
              </a:extLst>
            </p:cNvPr>
            <p:cNvSpPr/>
            <p:nvPr/>
          </p:nvSpPr>
          <p:spPr>
            <a:xfrm flipH="1" flipV="1">
              <a:off x="2564441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FE898B-EDB5-03C2-777C-50E6B16E0C8F}"/>
                </a:ext>
              </a:extLst>
            </p:cNvPr>
            <p:cNvSpPr/>
            <p:nvPr/>
          </p:nvSpPr>
          <p:spPr>
            <a:xfrm flipH="1" flipV="1">
              <a:off x="1524000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9B1346C-01EC-AF65-E535-5F5B12B787B8}"/>
                </a:ext>
              </a:extLst>
            </p:cNvPr>
            <p:cNvSpPr/>
            <p:nvPr/>
          </p:nvSpPr>
          <p:spPr>
            <a:xfrm flipH="1" flipV="1">
              <a:off x="1661969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2F7475B-B0B7-5DD2-DB71-532BDF964CFF}"/>
                </a:ext>
              </a:extLst>
            </p:cNvPr>
            <p:cNvSpPr/>
            <p:nvPr/>
          </p:nvSpPr>
          <p:spPr>
            <a:xfrm flipH="1" flipV="1">
              <a:off x="1799938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B942C8-1E45-F59B-8C2A-FD1436CD4468}"/>
                </a:ext>
              </a:extLst>
            </p:cNvPr>
            <p:cNvSpPr/>
            <p:nvPr/>
          </p:nvSpPr>
          <p:spPr>
            <a:xfrm flipH="1" flipV="1">
              <a:off x="1937907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F623D9E-1A8C-4AC4-2C3A-67DC5377C177}"/>
                </a:ext>
              </a:extLst>
            </p:cNvPr>
            <p:cNvSpPr/>
            <p:nvPr/>
          </p:nvSpPr>
          <p:spPr>
            <a:xfrm flipH="1" flipV="1">
              <a:off x="2426472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5BD503E-B19F-DAD0-8041-82D836225422}"/>
                </a:ext>
              </a:extLst>
            </p:cNvPr>
            <p:cNvSpPr/>
            <p:nvPr/>
          </p:nvSpPr>
          <p:spPr>
            <a:xfrm flipH="1" flipV="1">
              <a:off x="2564441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07A1C1-54EB-C6D4-2652-0D7E849EF162}"/>
              </a:ext>
            </a:extLst>
          </p:cNvPr>
          <p:cNvGrpSpPr/>
          <p:nvPr/>
        </p:nvGrpSpPr>
        <p:grpSpPr>
          <a:xfrm>
            <a:off x="462118" y="2410846"/>
            <a:ext cx="1178410" cy="107269"/>
            <a:chOff x="1524000" y="2410846"/>
            <a:chExt cx="1178410" cy="10726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F2F5B6E-A3F1-AE7F-0967-81E6CC2591C0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09586F9-20DA-ADC6-8568-DD3BEBE9A6E1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FC1A09E-7D9D-2228-02F6-DACE5A890127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A333F3F-A1D2-18C6-C9F1-BE748DD08AC0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2B8C73-36E1-C4E9-6C0C-B57561515161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CE2C85-6356-F36D-489E-4CD8898A1FC0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0D98E0A-5BB8-5297-74D6-7ECF281A2B88}"/>
              </a:ext>
            </a:extLst>
          </p:cNvPr>
          <p:cNvGrpSpPr/>
          <p:nvPr/>
        </p:nvGrpSpPr>
        <p:grpSpPr>
          <a:xfrm>
            <a:off x="462118" y="2518115"/>
            <a:ext cx="1178410" cy="1273736"/>
            <a:chOff x="1524000" y="2518115"/>
            <a:chExt cx="1178410" cy="1273736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602D257-BEA5-49AA-1E6B-ABC6CF296A83}"/>
                </a:ext>
              </a:extLst>
            </p:cNvPr>
            <p:cNvSpPr/>
            <p:nvPr/>
          </p:nvSpPr>
          <p:spPr>
            <a:xfrm flipH="1" flipV="1">
              <a:off x="1524000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996D4FC-BC9C-E8BC-D3B0-DACADBB624C5}"/>
                </a:ext>
              </a:extLst>
            </p:cNvPr>
            <p:cNvSpPr/>
            <p:nvPr/>
          </p:nvSpPr>
          <p:spPr>
            <a:xfrm flipH="1" flipV="1">
              <a:off x="1661969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9B1CA7D-7254-4DA7-E997-499797622056}"/>
                </a:ext>
              </a:extLst>
            </p:cNvPr>
            <p:cNvSpPr/>
            <p:nvPr/>
          </p:nvSpPr>
          <p:spPr>
            <a:xfrm flipH="1" flipV="1">
              <a:off x="1799938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DE4865C-5F22-507A-17A8-0B837712BE39}"/>
                </a:ext>
              </a:extLst>
            </p:cNvPr>
            <p:cNvSpPr/>
            <p:nvPr/>
          </p:nvSpPr>
          <p:spPr>
            <a:xfrm flipH="1" flipV="1">
              <a:off x="1937907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E2B8744-2C3F-47A8-50A3-443CC36C31D2}"/>
                </a:ext>
              </a:extLst>
            </p:cNvPr>
            <p:cNvSpPr/>
            <p:nvPr/>
          </p:nvSpPr>
          <p:spPr>
            <a:xfrm flipH="1" flipV="1">
              <a:off x="1524000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B1D4D4A-73FB-3504-080E-2CE6C6371534}"/>
                </a:ext>
              </a:extLst>
            </p:cNvPr>
            <p:cNvSpPr/>
            <p:nvPr/>
          </p:nvSpPr>
          <p:spPr>
            <a:xfrm flipH="1" flipV="1">
              <a:off x="1661969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3F42D94-0D2C-1D14-7E66-9AD66BA5FE56}"/>
                </a:ext>
              </a:extLst>
            </p:cNvPr>
            <p:cNvSpPr/>
            <p:nvPr/>
          </p:nvSpPr>
          <p:spPr>
            <a:xfrm flipH="1" flipV="1">
              <a:off x="1799938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AF83BE6-68E7-4E30-70E0-C0C8CE3B6E46}"/>
                </a:ext>
              </a:extLst>
            </p:cNvPr>
            <p:cNvSpPr/>
            <p:nvPr/>
          </p:nvSpPr>
          <p:spPr>
            <a:xfrm flipH="1" flipV="1">
              <a:off x="1937907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0C7EF6-CDC2-5DE0-8D0B-4CDF4BE8EA2E}"/>
                </a:ext>
              </a:extLst>
            </p:cNvPr>
            <p:cNvSpPr/>
            <p:nvPr/>
          </p:nvSpPr>
          <p:spPr>
            <a:xfrm flipH="1" flipV="1">
              <a:off x="1524000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028EFCE-CE03-9083-22B8-D66B2172FAA7}"/>
                </a:ext>
              </a:extLst>
            </p:cNvPr>
            <p:cNvSpPr/>
            <p:nvPr/>
          </p:nvSpPr>
          <p:spPr>
            <a:xfrm flipH="1" flipV="1">
              <a:off x="1661969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3B34208-2F1C-B46D-6C0C-2181F7792091}"/>
                </a:ext>
              </a:extLst>
            </p:cNvPr>
            <p:cNvSpPr/>
            <p:nvPr/>
          </p:nvSpPr>
          <p:spPr>
            <a:xfrm flipH="1" flipV="1">
              <a:off x="1799938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1C619F1-113B-1A6B-D45A-7B1C5A6882D9}"/>
                </a:ext>
              </a:extLst>
            </p:cNvPr>
            <p:cNvSpPr/>
            <p:nvPr/>
          </p:nvSpPr>
          <p:spPr>
            <a:xfrm flipH="1" flipV="1">
              <a:off x="1937907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6CF83EB-7304-A65B-6075-705D93899690}"/>
                </a:ext>
              </a:extLst>
            </p:cNvPr>
            <p:cNvSpPr/>
            <p:nvPr/>
          </p:nvSpPr>
          <p:spPr>
            <a:xfrm flipH="1" flipV="1">
              <a:off x="1524000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D605321-7C2F-40AB-BE0D-C73CAEB9B54B}"/>
                </a:ext>
              </a:extLst>
            </p:cNvPr>
            <p:cNvSpPr/>
            <p:nvPr/>
          </p:nvSpPr>
          <p:spPr>
            <a:xfrm flipH="1" flipV="1">
              <a:off x="1661969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EECDFA-C42E-CAA7-FF8F-1FE73A6A54A2}"/>
                </a:ext>
              </a:extLst>
            </p:cNvPr>
            <p:cNvSpPr/>
            <p:nvPr/>
          </p:nvSpPr>
          <p:spPr>
            <a:xfrm flipH="1" flipV="1">
              <a:off x="1799938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307FD59-BFBF-C0F2-115B-05442BAA9076}"/>
                </a:ext>
              </a:extLst>
            </p:cNvPr>
            <p:cNvSpPr/>
            <p:nvPr/>
          </p:nvSpPr>
          <p:spPr>
            <a:xfrm flipH="1" flipV="1">
              <a:off x="1937907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93ACC18-BA80-80B6-76D7-C4112E45BD64}"/>
                </a:ext>
              </a:extLst>
            </p:cNvPr>
            <p:cNvSpPr/>
            <p:nvPr/>
          </p:nvSpPr>
          <p:spPr>
            <a:xfrm flipH="1" flipV="1">
              <a:off x="1524000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86C6843-C405-E992-014B-D3F37E4D1032}"/>
                </a:ext>
              </a:extLst>
            </p:cNvPr>
            <p:cNvSpPr/>
            <p:nvPr/>
          </p:nvSpPr>
          <p:spPr>
            <a:xfrm flipH="1" flipV="1">
              <a:off x="1661969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BF7577E-4DD6-1502-6E39-7729359F2056}"/>
                </a:ext>
              </a:extLst>
            </p:cNvPr>
            <p:cNvSpPr/>
            <p:nvPr/>
          </p:nvSpPr>
          <p:spPr>
            <a:xfrm flipH="1" flipV="1">
              <a:off x="1799938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0545F3F0-2DC5-74D4-6760-6469A132C0F0}"/>
                </a:ext>
              </a:extLst>
            </p:cNvPr>
            <p:cNvSpPr/>
            <p:nvPr/>
          </p:nvSpPr>
          <p:spPr>
            <a:xfrm flipH="1" flipV="1">
              <a:off x="1937907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3A2DA60F-3157-DF02-FA9C-16F868069D82}"/>
                </a:ext>
              </a:extLst>
            </p:cNvPr>
            <p:cNvSpPr/>
            <p:nvPr/>
          </p:nvSpPr>
          <p:spPr>
            <a:xfrm flipH="1" flipV="1">
              <a:off x="1524000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5BBE5703-2900-6C97-F147-DB3537DCD9F3}"/>
                </a:ext>
              </a:extLst>
            </p:cNvPr>
            <p:cNvSpPr/>
            <p:nvPr/>
          </p:nvSpPr>
          <p:spPr>
            <a:xfrm flipH="1" flipV="1">
              <a:off x="1661969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6FF7814C-2175-33F3-1A16-2AC107C89552}"/>
                </a:ext>
              </a:extLst>
            </p:cNvPr>
            <p:cNvSpPr/>
            <p:nvPr/>
          </p:nvSpPr>
          <p:spPr>
            <a:xfrm flipH="1" flipV="1">
              <a:off x="1799938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F467A60E-D2D5-359B-1F80-61AE21EE34C7}"/>
                </a:ext>
              </a:extLst>
            </p:cNvPr>
            <p:cNvSpPr/>
            <p:nvPr/>
          </p:nvSpPr>
          <p:spPr>
            <a:xfrm flipH="1" flipV="1">
              <a:off x="1937907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87B58F50-A12B-9660-9F32-041480A46A4B}"/>
                </a:ext>
              </a:extLst>
            </p:cNvPr>
            <p:cNvSpPr/>
            <p:nvPr/>
          </p:nvSpPr>
          <p:spPr>
            <a:xfrm flipH="1" flipV="1">
              <a:off x="1524000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686A2609-8946-9E06-8654-274130611451}"/>
                </a:ext>
              </a:extLst>
            </p:cNvPr>
            <p:cNvSpPr/>
            <p:nvPr/>
          </p:nvSpPr>
          <p:spPr>
            <a:xfrm flipH="1" flipV="1">
              <a:off x="1661969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FE8314DF-9DB4-DA2A-63B6-8D9BA8925313}"/>
                </a:ext>
              </a:extLst>
            </p:cNvPr>
            <p:cNvSpPr/>
            <p:nvPr/>
          </p:nvSpPr>
          <p:spPr>
            <a:xfrm flipH="1" flipV="1">
              <a:off x="1799938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919A0C1C-450C-ADD2-ADBA-B3542B1FE3FF}"/>
                </a:ext>
              </a:extLst>
            </p:cNvPr>
            <p:cNvSpPr/>
            <p:nvPr/>
          </p:nvSpPr>
          <p:spPr>
            <a:xfrm flipH="1" flipV="1">
              <a:off x="1937907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4B306139-DAB8-A390-5D48-D39406E8E166}"/>
                </a:ext>
              </a:extLst>
            </p:cNvPr>
            <p:cNvSpPr/>
            <p:nvPr/>
          </p:nvSpPr>
          <p:spPr>
            <a:xfrm flipH="1" flipV="1">
              <a:off x="1524000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50B50E2A-AD3B-1092-F741-BF18F5654470}"/>
                </a:ext>
              </a:extLst>
            </p:cNvPr>
            <p:cNvSpPr/>
            <p:nvPr/>
          </p:nvSpPr>
          <p:spPr>
            <a:xfrm flipH="1" flipV="1">
              <a:off x="1661969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DA92037A-D37B-6981-0DB4-EC7482F267D8}"/>
                </a:ext>
              </a:extLst>
            </p:cNvPr>
            <p:cNvSpPr/>
            <p:nvPr/>
          </p:nvSpPr>
          <p:spPr>
            <a:xfrm flipH="1" flipV="1">
              <a:off x="1799938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0F914BD3-6231-E042-D771-7FB49FE8883F}"/>
                </a:ext>
              </a:extLst>
            </p:cNvPr>
            <p:cNvSpPr/>
            <p:nvPr/>
          </p:nvSpPr>
          <p:spPr>
            <a:xfrm flipH="1" flipV="1">
              <a:off x="1937907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DA612B27-C475-7E72-18C4-2D56974120F9}"/>
                </a:ext>
              </a:extLst>
            </p:cNvPr>
            <p:cNvSpPr/>
            <p:nvPr/>
          </p:nvSpPr>
          <p:spPr>
            <a:xfrm flipH="1" flipV="1">
              <a:off x="1524000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69E4863F-758B-3F70-2F52-379F59701023}"/>
                </a:ext>
              </a:extLst>
            </p:cNvPr>
            <p:cNvSpPr/>
            <p:nvPr/>
          </p:nvSpPr>
          <p:spPr>
            <a:xfrm flipH="1" flipV="1">
              <a:off x="1661969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82D73247-0099-1E4A-5FCF-3246A0971AB7}"/>
                </a:ext>
              </a:extLst>
            </p:cNvPr>
            <p:cNvSpPr/>
            <p:nvPr/>
          </p:nvSpPr>
          <p:spPr>
            <a:xfrm flipH="1" flipV="1">
              <a:off x="1799938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D2AAD109-3010-6456-3CD6-1AF9357A96BD}"/>
                </a:ext>
              </a:extLst>
            </p:cNvPr>
            <p:cNvSpPr/>
            <p:nvPr/>
          </p:nvSpPr>
          <p:spPr>
            <a:xfrm flipH="1" flipV="1">
              <a:off x="1937907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15C6FC01-0DA2-FD65-61D3-3FD8E481D0BA}"/>
                </a:ext>
              </a:extLst>
            </p:cNvPr>
            <p:cNvSpPr/>
            <p:nvPr/>
          </p:nvSpPr>
          <p:spPr>
            <a:xfrm flipH="1" flipV="1">
              <a:off x="1524000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E222A0E7-C4A4-6D01-9573-8197F74A0CF2}"/>
                </a:ext>
              </a:extLst>
            </p:cNvPr>
            <p:cNvSpPr/>
            <p:nvPr/>
          </p:nvSpPr>
          <p:spPr>
            <a:xfrm flipH="1" flipV="1">
              <a:off x="1661969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C5810C4A-E480-4611-F831-CDC6D1977BF3}"/>
                </a:ext>
              </a:extLst>
            </p:cNvPr>
            <p:cNvSpPr/>
            <p:nvPr/>
          </p:nvSpPr>
          <p:spPr>
            <a:xfrm flipH="1" flipV="1">
              <a:off x="1799938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FD68A40C-5DA4-A306-C503-AC0DDAAC9800}"/>
                </a:ext>
              </a:extLst>
            </p:cNvPr>
            <p:cNvSpPr/>
            <p:nvPr/>
          </p:nvSpPr>
          <p:spPr>
            <a:xfrm flipH="1" flipV="1">
              <a:off x="1937907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9FCFD2D7-FC1A-814F-F131-92465371D329}"/>
                </a:ext>
              </a:extLst>
            </p:cNvPr>
            <p:cNvSpPr/>
            <p:nvPr/>
          </p:nvSpPr>
          <p:spPr>
            <a:xfrm flipH="1" flipV="1">
              <a:off x="1524000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6B6A4510-9422-C7F4-EF02-506EE86FDDA6}"/>
                </a:ext>
              </a:extLst>
            </p:cNvPr>
            <p:cNvSpPr/>
            <p:nvPr/>
          </p:nvSpPr>
          <p:spPr>
            <a:xfrm flipH="1" flipV="1">
              <a:off x="1661969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3DA9B5E7-B08A-6565-F730-54C4520A726F}"/>
                </a:ext>
              </a:extLst>
            </p:cNvPr>
            <p:cNvSpPr/>
            <p:nvPr/>
          </p:nvSpPr>
          <p:spPr>
            <a:xfrm flipH="1" flipV="1">
              <a:off x="1799938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7E9B9A3C-0E59-78E0-010C-32F820405107}"/>
                </a:ext>
              </a:extLst>
            </p:cNvPr>
            <p:cNvSpPr/>
            <p:nvPr/>
          </p:nvSpPr>
          <p:spPr>
            <a:xfrm flipH="1" flipV="1">
              <a:off x="1937907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2CB015BF-A621-AD1C-DD2D-C9A0FFC3C1F2}"/>
                </a:ext>
              </a:extLst>
            </p:cNvPr>
            <p:cNvSpPr/>
            <p:nvPr/>
          </p:nvSpPr>
          <p:spPr>
            <a:xfrm flipH="1" flipV="1">
              <a:off x="1524000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0E40C0A1-A99B-4CDC-BF81-4E93B8FCC3CA}"/>
                </a:ext>
              </a:extLst>
            </p:cNvPr>
            <p:cNvSpPr/>
            <p:nvPr/>
          </p:nvSpPr>
          <p:spPr>
            <a:xfrm flipH="1" flipV="1">
              <a:off x="1661969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D157BB6C-BC98-0240-1742-9E1CA62A2E46}"/>
                </a:ext>
              </a:extLst>
            </p:cNvPr>
            <p:cNvSpPr/>
            <p:nvPr/>
          </p:nvSpPr>
          <p:spPr>
            <a:xfrm flipH="1" flipV="1">
              <a:off x="1799938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63BC7CCD-D68B-294D-BDA8-A6836D12A260}"/>
                </a:ext>
              </a:extLst>
            </p:cNvPr>
            <p:cNvSpPr/>
            <p:nvPr/>
          </p:nvSpPr>
          <p:spPr>
            <a:xfrm flipH="1" flipV="1">
              <a:off x="1937907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4F63D9E3-7CBB-7624-F443-CDF6A6D9A62D}"/>
                </a:ext>
              </a:extLst>
            </p:cNvPr>
            <p:cNvSpPr/>
            <p:nvPr/>
          </p:nvSpPr>
          <p:spPr>
            <a:xfrm flipH="1" flipV="1">
              <a:off x="2426472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D579CB8C-FC7C-1CE0-89DC-B10943F70478}"/>
                </a:ext>
              </a:extLst>
            </p:cNvPr>
            <p:cNvSpPr/>
            <p:nvPr/>
          </p:nvSpPr>
          <p:spPr>
            <a:xfrm flipH="1" flipV="1">
              <a:off x="2564441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188DC236-1772-9BC3-F43C-D7A065198747}"/>
                </a:ext>
              </a:extLst>
            </p:cNvPr>
            <p:cNvSpPr/>
            <p:nvPr/>
          </p:nvSpPr>
          <p:spPr>
            <a:xfrm flipH="1" flipV="1">
              <a:off x="2426472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7239AF08-E0A1-6D2A-E69C-730D79A348C2}"/>
                </a:ext>
              </a:extLst>
            </p:cNvPr>
            <p:cNvSpPr/>
            <p:nvPr/>
          </p:nvSpPr>
          <p:spPr>
            <a:xfrm flipH="1" flipV="1">
              <a:off x="2564441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4085EA1A-56C0-C89E-EF65-C70369E68170}"/>
                </a:ext>
              </a:extLst>
            </p:cNvPr>
            <p:cNvSpPr/>
            <p:nvPr/>
          </p:nvSpPr>
          <p:spPr>
            <a:xfrm flipH="1" flipV="1">
              <a:off x="2426472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14AD0844-DF64-80EA-E0E0-A6C2F0F04497}"/>
                </a:ext>
              </a:extLst>
            </p:cNvPr>
            <p:cNvSpPr/>
            <p:nvPr/>
          </p:nvSpPr>
          <p:spPr>
            <a:xfrm flipH="1" flipV="1">
              <a:off x="2564441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05A71AB0-1BBF-592B-2738-DF92BA4C234D}"/>
                </a:ext>
              </a:extLst>
            </p:cNvPr>
            <p:cNvSpPr/>
            <p:nvPr/>
          </p:nvSpPr>
          <p:spPr>
            <a:xfrm flipH="1" flipV="1">
              <a:off x="2426472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8F56E8E4-4598-5965-2A67-5E7AEAE8E2D7}"/>
                </a:ext>
              </a:extLst>
            </p:cNvPr>
            <p:cNvSpPr/>
            <p:nvPr/>
          </p:nvSpPr>
          <p:spPr>
            <a:xfrm flipH="1" flipV="1">
              <a:off x="2564441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270CD0D3-F9B4-B07C-E806-43AD5945BEFB}"/>
                </a:ext>
              </a:extLst>
            </p:cNvPr>
            <p:cNvSpPr/>
            <p:nvPr/>
          </p:nvSpPr>
          <p:spPr>
            <a:xfrm flipH="1" flipV="1">
              <a:off x="2426472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3C7E6752-97B5-3EAE-A1F4-B4C49EECA403}"/>
                </a:ext>
              </a:extLst>
            </p:cNvPr>
            <p:cNvSpPr/>
            <p:nvPr/>
          </p:nvSpPr>
          <p:spPr>
            <a:xfrm flipH="1" flipV="1">
              <a:off x="2564441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F48C8F5E-A93B-9DF3-0BDD-20A04E35C962}"/>
                </a:ext>
              </a:extLst>
            </p:cNvPr>
            <p:cNvSpPr/>
            <p:nvPr/>
          </p:nvSpPr>
          <p:spPr>
            <a:xfrm flipH="1" flipV="1">
              <a:off x="2426472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1B7F183D-EF9C-DCEA-CE2D-AA7EF490A48B}"/>
                </a:ext>
              </a:extLst>
            </p:cNvPr>
            <p:cNvSpPr/>
            <p:nvPr/>
          </p:nvSpPr>
          <p:spPr>
            <a:xfrm flipH="1" flipV="1">
              <a:off x="2564441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5871B498-CEAE-6F93-DAB8-5A1C21870FF6}"/>
                </a:ext>
              </a:extLst>
            </p:cNvPr>
            <p:cNvSpPr/>
            <p:nvPr/>
          </p:nvSpPr>
          <p:spPr>
            <a:xfrm flipH="1" flipV="1">
              <a:off x="2426472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19B135AB-43EA-7DB2-1888-EE964437A645}"/>
                </a:ext>
              </a:extLst>
            </p:cNvPr>
            <p:cNvSpPr/>
            <p:nvPr/>
          </p:nvSpPr>
          <p:spPr>
            <a:xfrm flipH="1" flipV="1">
              <a:off x="2564441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273E9780-A8DA-00D7-6709-F3BD5560A0F7}"/>
                </a:ext>
              </a:extLst>
            </p:cNvPr>
            <p:cNvSpPr/>
            <p:nvPr/>
          </p:nvSpPr>
          <p:spPr>
            <a:xfrm flipH="1" flipV="1">
              <a:off x="2426472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057CDA70-87FF-753A-0F23-8289F8700E0C}"/>
                </a:ext>
              </a:extLst>
            </p:cNvPr>
            <p:cNvSpPr/>
            <p:nvPr/>
          </p:nvSpPr>
          <p:spPr>
            <a:xfrm flipH="1" flipV="1">
              <a:off x="2564441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15ABACA7-12A4-CBA5-DCE3-4C615E27D414}"/>
                </a:ext>
              </a:extLst>
            </p:cNvPr>
            <p:cNvSpPr/>
            <p:nvPr/>
          </p:nvSpPr>
          <p:spPr>
            <a:xfrm flipH="1" flipV="1">
              <a:off x="2426472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2817EDC6-DCDD-9830-1EB0-F5F9FEF4E4BA}"/>
                </a:ext>
              </a:extLst>
            </p:cNvPr>
            <p:cNvSpPr/>
            <p:nvPr/>
          </p:nvSpPr>
          <p:spPr>
            <a:xfrm flipH="1" flipV="1">
              <a:off x="2564441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59F3255C-0B49-46DA-ABA0-3E048782EC6A}"/>
                </a:ext>
              </a:extLst>
            </p:cNvPr>
            <p:cNvSpPr/>
            <p:nvPr/>
          </p:nvSpPr>
          <p:spPr>
            <a:xfrm flipH="1" flipV="1">
              <a:off x="2426472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6AF3C5E1-74E2-18DF-0450-3316D6267BDE}"/>
                </a:ext>
              </a:extLst>
            </p:cNvPr>
            <p:cNvSpPr/>
            <p:nvPr/>
          </p:nvSpPr>
          <p:spPr>
            <a:xfrm flipH="1" flipV="1">
              <a:off x="2564441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ECDC8903-121B-4CF4-6A32-A93530ABDDE6}"/>
                </a:ext>
              </a:extLst>
            </p:cNvPr>
            <p:cNvSpPr/>
            <p:nvPr/>
          </p:nvSpPr>
          <p:spPr>
            <a:xfrm flipH="1" flipV="1">
              <a:off x="2426472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C523A96-8F98-2973-512F-B8E97840AF56}"/>
                </a:ext>
              </a:extLst>
            </p:cNvPr>
            <p:cNvSpPr/>
            <p:nvPr/>
          </p:nvSpPr>
          <p:spPr>
            <a:xfrm flipH="1" flipV="1">
              <a:off x="2564441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8A88B33F-4CD6-1AED-6BD8-3359D54CB979}"/>
                </a:ext>
              </a:extLst>
            </p:cNvPr>
            <p:cNvSpPr/>
            <p:nvPr/>
          </p:nvSpPr>
          <p:spPr>
            <a:xfrm flipH="1" flipV="1">
              <a:off x="2426472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6F2C8BA2-CA9F-15BC-5A0C-92427D114249}"/>
                </a:ext>
              </a:extLst>
            </p:cNvPr>
            <p:cNvSpPr/>
            <p:nvPr/>
          </p:nvSpPr>
          <p:spPr>
            <a:xfrm flipH="1" flipV="1">
              <a:off x="2564441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ADF1F2BB-4BC5-6EA3-AE91-8581C7769514}"/>
              </a:ext>
            </a:extLst>
          </p:cNvPr>
          <p:cNvGrpSpPr/>
          <p:nvPr/>
        </p:nvGrpSpPr>
        <p:grpSpPr>
          <a:xfrm>
            <a:off x="462118" y="3791851"/>
            <a:ext cx="1178410" cy="321807"/>
            <a:chOff x="1524000" y="3791851"/>
            <a:chExt cx="1178410" cy="321807"/>
          </a:xfrm>
        </p:grpSpPr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B1FEA4F3-C013-8711-E98B-3F03AD3C14AD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AD8E319E-3CA4-C229-608E-6953C2B88E06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97856B2B-474C-A8DC-AC5C-4749006A6C45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A66C82FE-CF06-2A07-A3F1-C701BE9459F1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FBC6B0E1-B234-9863-DB9B-0D720DC2B37C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98CF89DF-A51B-7B7C-6DC6-EB639234CD16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938213EF-14AE-02E9-33F0-9AD74DAA7FC8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D2CD5012-CD20-8851-121C-E3535AB3E362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A3CD2526-7389-3579-33B7-7E48B0E30951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4DF588DA-BD47-EF84-1BF2-52AFF4F72B40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839615B1-939F-E5C7-4E2B-5AE469AC0629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24D4C115-8338-9C3A-FAAF-9B551EB63483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353C5B66-5E90-5C63-3FF8-B2E122BAAE47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5A4DAF4F-240E-E258-988C-F81AD5F1A543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C7D7D39C-55F7-EE3B-3872-2935DB1B67CB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94B831CE-775D-70AC-9D9D-8EA503C24643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EBAF5889-30B6-A655-2364-8C7F949366CB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963CC4D5-8D8A-3CC5-16D4-0E8908745357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01" name="TextBox 400">
            <a:extLst>
              <a:ext uri="{FF2B5EF4-FFF2-40B4-BE49-F238E27FC236}">
                <a16:creationId xmlns:a16="http://schemas.microsoft.com/office/drawing/2014/main" id="{72411B4A-6483-8032-C6D5-1B4001BC4EED}"/>
              </a:ext>
            </a:extLst>
          </p:cNvPr>
          <p:cNvSpPr txBox="1"/>
          <p:nvPr/>
        </p:nvSpPr>
        <p:spPr bwMode="auto">
          <a:xfrm>
            <a:off x="271137" y="4191276"/>
            <a:ext cx="795867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X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A47305E7-BCF1-B11F-BE50-5B27C0FC3985}"/>
              </a:ext>
            </a:extLst>
          </p:cNvPr>
          <p:cNvSpPr txBox="1"/>
          <p:nvPr/>
        </p:nvSpPr>
        <p:spPr bwMode="auto">
          <a:xfrm>
            <a:off x="1168605" y="4204744"/>
            <a:ext cx="792114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Y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E30BF1D-B70C-0D2B-E1A2-63ABCD2281E4}"/>
              </a:ext>
            </a:extLst>
          </p:cNvPr>
          <p:cNvGrpSpPr/>
          <p:nvPr/>
        </p:nvGrpSpPr>
        <p:grpSpPr>
          <a:xfrm>
            <a:off x="462118" y="2410846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5CC2E435-1718-9AEC-9A4B-1AA4B553B946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69725567-61F7-7BCE-07CA-B6CB077AFABD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0A19CC6B-990D-5AE0-DC24-64BA05D86E27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35FBBF39-B0A7-CAED-081E-48C3C5137D1B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DEB85259-6ACA-9E68-09D6-6DB4C22F4BAA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1927EB8B-1868-BA1C-1AB4-2DDB29E32DD6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C3F6760E-8534-F1F9-0D1A-716DB3F8DD4F}"/>
              </a:ext>
            </a:extLst>
          </p:cNvPr>
          <p:cNvGrpSpPr/>
          <p:nvPr/>
        </p:nvGrpSpPr>
        <p:grpSpPr>
          <a:xfrm>
            <a:off x="462118" y="3798271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CF4D8CF0-9AB3-C8CC-6804-2A2532A0FD67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9A957D4E-5379-2098-BB24-49400137E424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70378F62-9A78-3000-6ECC-0BE4E666FB35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9F05B91A-9D6F-CBD2-7388-7E98119F9139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86D33821-A798-8D40-1C2C-09194F6978F0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C25BB592-B107-ADD3-54D3-45D2FDB68327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959B66DA-B8C2-A363-7FF3-B0A1573C1408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07F5BBDA-FA59-8AC3-0E23-C4F398E2F377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662D7A4C-4AF4-8AC7-67AC-4BD478500217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6F685D45-6ABE-1BB7-C240-449F9A08C82E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A8016D4D-E85D-9F2A-4079-0BE79D1E2357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21238531-C4CD-EE16-BEB8-E0415A635BC0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3E928458-A905-252E-F1B5-274AE7DE49BF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C3E2A31B-FEFD-3756-63B3-D505484C2335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B868438D-C257-AF90-8293-7BCDAE59F57E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9435B61F-D3F5-95AA-4EB6-77E82569CB4E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2B393CB8-165D-E2FF-27AB-69A477CE0D91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37A55C5B-A4AF-E6C4-EC49-D2FC1F52F680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29" name="Group 428">
            <a:extLst>
              <a:ext uri="{FF2B5EF4-FFF2-40B4-BE49-F238E27FC236}">
                <a16:creationId xmlns:a16="http://schemas.microsoft.com/office/drawing/2014/main" id="{4F891DE2-44DC-0F56-E61B-CBFB1E27DE6D}"/>
              </a:ext>
            </a:extLst>
          </p:cNvPr>
          <p:cNvGrpSpPr/>
          <p:nvPr/>
        </p:nvGrpSpPr>
        <p:grpSpPr>
          <a:xfrm>
            <a:off x="3309773" y="1557867"/>
            <a:ext cx="1178410" cy="429076"/>
            <a:chOff x="4371655" y="1557867"/>
            <a:chExt cx="1178410" cy="429076"/>
          </a:xfrm>
        </p:grpSpPr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F7511FDD-E818-EDC2-CE75-03FB4051F2A7}"/>
                </a:ext>
              </a:extLst>
            </p:cNvPr>
            <p:cNvSpPr/>
            <p:nvPr/>
          </p:nvSpPr>
          <p:spPr>
            <a:xfrm flipH="1" flipV="1">
              <a:off x="4371655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B3B8368A-3434-CD38-A4D7-71D37FC854A8}"/>
                </a:ext>
              </a:extLst>
            </p:cNvPr>
            <p:cNvSpPr/>
            <p:nvPr/>
          </p:nvSpPr>
          <p:spPr>
            <a:xfrm flipH="1" flipV="1">
              <a:off x="4509624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502B5124-0098-BCB4-DE24-F3DC7232E902}"/>
                </a:ext>
              </a:extLst>
            </p:cNvPr>
            <p:cNvSpPr/>
            <p:nvPr/>
          </p:nvSpPr>
          <p:spPr>
            <a:xfrm flipH="1" flipV="1">
              <a:off x="4647593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0412E561-F897-C89B-5B7B-4497686EAA68}"/>
                </a:ext>
              </a:extLst>
            </p:cNvPr>
            <p:cNvSpPr/>
            <p:nvPr/>
          </p:nvSpPr>
          <p:spPr>
            <a:xfrm flipH="1" flipV="1">
              <a:off x="4785562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C65ACE5E-DD98-89DB-CB37-2202964300D7}"/>
                </a:ext>
              </a:extLst>
            </p:cNvPr>
            <p:cNvSpPr/>
            <p:nvPr/>
          </p:nvSpPr>
          <p:spPr>
            <a:xfrm flipH="1" flipV="1">
              <a:off x="4371655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5E2F15B3-A430-A61A-B3EC-877098B8890A}"/>
                </a:ext>
              </a:extLst>
            </p:cNvPr>
            <p:cNvSpPr/>
            <p:nvPr/>
          </p:nvSpPr>
          <p:spPr>
            <a:xfrm flipH="1" flipV="1">
              <a:off x="4509624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D6EC0128-B72A-FDB5-CBFF-9A26340CB895}"/>
                </a:ext>
              </a:extLst>
            </p:cNvPr>
            <p:cNvSpPr/>
            <p:nvPr/>
          </p:nvSpPr>
          <p:spPr>
            <a:xfrm flipH="1" flipV="1">
              <a:off x="4647593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C658D6F8-B368-8F08-92C6-E45D0D071E85}"/>
                </a:ext>
              </a:extLst>
            </p:cNvPr>
            <p:cNvSpPr/>
            <p:nvPr/>
          </p:nvSpPr>
          <p:spPr>
            <a:xfrm flipH="1" flipV="1">
              <a:off x="4785562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812619C8-F76B-7A43-15B2-8AA046BDBC0C}"/>
                </a:ext>
              </a:extLst>
            </p:cNvPr>
            <p:cNvSpPr/>
            <p:nvPr/>
          </p:nvSpPr>
          <p:spPr>
            <a:xfrm flipH="1" flipV="1">
              <a:off x="4371655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B4FD75E0-4A45-22B8-F87D-C884915CF17B}"/>
                </a:ext>
              </a:extLst>
            </p:cNvPr>
            <p:cNvSpPr/>
            <p:nvPr/>
          </p:nvSpPr>
          <p:spPr>
            <a:xfrm flipH="1" flipV="1">
              <a:off x="4509624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CFB359DD-5523-4E94-F52B-7119A146C568}"/>
                </a:ext>
              </a:extLst>
            </p:cNvPr>
            <p:cNvSpPr/>
            <p:nvPr/>
          </p:nvSpPr>
          <p:spPr>
            <a:xfrm flipH="1" flipV="1">
              <a:off x="4647593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2724D041-5705-0C6E-59B4-03A10C2F249D}"/>
                </a:ext>
              </a:extLst>
            </p:cNvPr>
            <p:cNvSpPr/>
            <p:nvPr/>
          </p:nvSpPr>
          <p:spPr>
            <a:xfrm flipH="1" flipV="1">
              <a:off x="4785562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06BB6DDF-571B-71F8-1EA9-68222662978C}"/>
                </a:ext>
              </a:extLst>
            </p:cNvPr>
            <p:cNvSpPr/>
            <p:nvPr/>
          </p:nvSpPr>
          <p:spPr>
            <a:xfrm flipH="1" flipV="1">
              <a:off x="5274127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B1A080AF-C2F9-B8EB-2BD5-761BD0321F6A}"/>
                </a:ext>
              </a:extLst>
            </p:cNvPr>
            <p:cNvSpPr/>
            <p:nvPr/>
          </p:nvSpPr>
          <p:spPr>
            <a:xfrm flipH="1" flipV="1">
              <a:off x="5412096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51C14F4E-31A5-386F-A351-56B654C254C0}"/>
                </a:ext>
              </a:extLst>
            </p:cNvPr>
            <p:cNvSpPr/>
            <p:nvPr/>
          </p:nvSpPr>
          <p:spPr>
            <a:xfrm flipH="1" flipV="1">
              <a:off x="5274127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B7B31A5E-ACA3-C4C9-26EB-65FA744992E3}"/>
                </a:ext>
              </a:extLst>
            </p:cNvPr>
            <p:cNvSpPr/>
            <p:nvPr/>
          </p:nvSpPr>
          <p:spPr>
            <a:xfrm flipH="1" flipV="1">
              <a:off x="5412096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CD8BA547-F89A-51C3-AC95-C4079022FC15}"/>
                </a:ext>
              </a:extLst>
            </p:cNvPr>
            <p:cNvSpPr/>
            <p:nvPr/>
          </p:nvSpPr>
          <p:spPr>
            <a:xfrm flipH="1" flipV="1">
              <a:off x="5274127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9AA746EC-EE52-46D9-A01C-2DA970AAAA35}"/>
                </a:ext>
              </a:extLst>
            </p:cNvPr>
            <p:cNvSpPr/>
            <p:nvPr/>
          </p:nvSpPr>
          <p:spPr>
            <a:xfrm flipH="1" flipV="1">
              <a:off x="5412096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905B8165-C1B0-C6A7-F43A-D1CCAF66730E}"/>
                </a:ext>
              </a:extLst>
            </p:cNvPr>
            <p:cNvSpPr/>
            <p:nvPr/>
          </p:nvSpPr>
          <p:spPr>
            <a:xfrm flipH="1" flipV="1">
              <a:off x="4371655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446E5E0C-657A-891B-C9F8-A5919B8B835E}"/>
                </a:ext>
              </a:extLst>
            </p:cNvPr>
            <p:cNvSpPr/>
            <p:nvPr/>
          </p:nvSpPr>
          <p:spPr>
            <a:xfrm flipH="1" flipV="1">
              <a:off x="4509624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49FB643A-5374-5236-3719-BEED271EF455}"/>
                </a:ext>
              </a:extLst>
            </p:cNvPr>
            <p:cNvSpPr/>
            <p:nvPr/>
          </p:nvSpPr>
          <p:spPr>
            <a:xfrm flipH="1" flipV="1">
              <a:off x="4647593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D0CD25F1-CB1A-7C0D-E6A8-91B68E93658D}"/>
                </a:ext>
              </a:extLst>
            </p:cNvPr>
            <p:cNvSpPr/>
            <p:nvPr/>
          </p:nvSpPr>
          <p:spPr>
            <a:xfrm flipH="1" flipV="1">
              <a:off x="4785562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D5E1246E-D6BD-0DAC-AFEC-2B9B43C86A54}"/>
                </a:ext>
              </a:extLst>
            </p:cNvPr>
            <p:cNvSpPr/>
            <p:nvPr/>
          </p:nvSpPr>
          <p:spPr>
            <a:xfrm flipH="1" flipV="1">
              <a:off x="5274127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7760F52B-28CB-65AA-EBF5-46B844C1C8DE}"/>
                </a:ext>
              </a:extLst>
            </p:cNvPr>
            <p:cNvSpPr/>
            <p:nvPr/>
          </p:nvSpPr>
          <p:spPr>
            <a:xfrm flipH="1" flipV="1">
              <a:off x="5412096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3F4F3585-9590-B74C-A403-6E5459FA8D24}"/>
              </a:ext>
            </a:extLst>
          </p:cNvPr>
          <p:cNvGrpSpPr/>
          <p:nvPr/>
        </p:nvGrpSpPr>
        <p:grpSpPr>
          <a:xfrm>
            <a:off x="3309773" y="1984715"/>
            <a:ext cx="1178410" cy="423481"/>
            <a:chOff x="4371655" y="1984715"/>
            <a:chExt cx="1178410" cy="423481"/>
          </a:xfrm>
        </p:grpSpPr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BBD07656-4259-8788-66C9-2DE0C541D5FE}"/>
                </a:ext>
              </a:extLst>
            </p:cNvPr>
            <p:cNvSpPr/>
            <p:nvPr/>
          </p:nvSpPr>
          <p:spPr>
            <a:xfrm flipH="1" flipV="1">
              <a:off x="4371655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A2A22254-29C3-09CE-9116-CF66B70D5044}"/>
                </a:ext>
              </a:extLst>
            </p:cNvPr>
            <p:cNvSpPr/>
            <p:nvPr/>
          </p:nvSpPr>
          <p:spPr>
            <a:xfrm flipH="1" flipV="1">
              <a:off x="4509624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2D2D104C-657D-3C78-EC96-085E92655AEF}"/>
                </a:ext>
              </a:extLst>
            </p:cNvPr>
            <p:cNvSpPr/>
            <p:nvPr/>
          </p:nvSpPr>
          <p:spPr>
            <a:xfrm flipH="1" flipV="1">
              <a:off x="4647593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DC862B99-6FFE-9D05-C199-811D28A7E40F}"/>
                </a:ext>
              </a:extLst>
            </p:cNvPr>
            <p:cNvSpPr/>
            <p:nvPr/>
          </p:nvSpPr>
          <p:spPr>
            <a:xfrm flipH="1" flipV="1">
              <a:off x="4785562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752BEDF9-8B62-1170-3D2D-02073C24339B}"/>
                </a:ext>
              </a:extLst>
            </p:cNvPr>
            <p:cNvSpPr/>
            <p:nvPr/>
          </p:nvSpPr>
          <p:spPr>
            <a:xfrm flipH="1" flipV="1">
              <a:off x="4371655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A0E12079-B76A-0193-CA2B-24822C68634F}"/>
                </a:ext>
              </a:extLst>
            </p:cNvPr>
            <p:cNvSpPr/>
            <p:nvPr/>
          </p:nvSpPr>
          <p:spPr>
            <a:xfrm flipH="1" flipV="1">
              <a:off x="4509624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5590583B-57C8-05BE-729C-1F3751029FAF}"/>
                </a:ext>
              </a:extLst>
            </p:cNvPr>
            <p:cNvSpPr/>
            <p:nvPr/>
          </p:nvSpPr>
          <p:spPr>
            <a:xfrm flipH="1" flipV="1">
              <a:off x="4647593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E7EB5B51-D836-56CE-330D-5D0AF9FC086B}"/>
                </a:ext>
              </a:extLst>
            </p:cNvPr>
            <p:cNvSpPr/>
            <p:nvPr/>
          </p:nvSpPr>
          <p:spPr>
            <a:xfrm flipH="1" flipV="1">
              <a:off x="4785562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19892706-DF8D-1B57-3F08-039C9DD6B776}"/>
                </a:ext>
              </a:extLst>
            </p:cNvPr>
            <p:cNvSpPr/>
            <p:nvPr/>
          </p:nvSpPr>
          <p:spPr>
            <a:xfrm flipH="1" flipV="1">
              <a:off x="4371655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EE172E6D-D1B3-776B-6B39-6B8F021D69A5}"/>
                </a:ext>
              </a:extLst>
            </p:cNvPr>
            <p:cNvSpPr/>
            <p:nvPr/>
          </p:nvSpPr>
          <p:spPr>
            <a:xfrm flipH="1" flipV="1">
              <a:off x="4509624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B4295B26-FB89-49FC-6599-B3256D95C3B3}"/>
                </a:ext>
              </a:extLst>
            </p:cNvPr>
            <p:cNvSpPr/>
            <p:nvPr/>
          </p:nvSpPr>
          <p:spPr>
            <a:xfrm flipH="1" flipV="1">
              <a:off x="4647593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AE00EBD7-F344-BF00-032F-640B9473D726}"/>
                </a:ext>
              </a:extLst>
            </p:cNvPr>
            <p:cNvSpPr/>
            <p:nvPr/>
          </p:nvSpPr>
          <p:spPr>
            <a:xfrm flipH="1" flipV="1">
              <a:off x="4785562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1A24ADE6-ACF4-C00C-2544-18204F6360A4}"/>
                </a:ext>
              </a:extLst>
            </p:cNvPr>
            <p:cNvSpPr/>
            <p:nvPr/>
          </p:nvSpPr>
          <p:spPr>
            <a:xfrm flipH="1" flipV="1">
              <a:off x="4371655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CA414CF7-A5BA-0029-4327-E69D07B35BB5}"/>
                </a:ext>
              </a:extLst>
            </p:cNvPr>
            <p:cNvSpPr/>
            <p:nvPr/>
          </p:nvSpPr>
          <p:spPr>
            <a:xfrm flipH="1" flipV="1">
              <a:off x="4509624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00389901-6BF7-7D3D-D211-8C115B1515D1}"/>
                </a:ext>
              </a:extLst>
            </p:cNvPr>
            <p:cNvSpPr/>
            <p:nvPr/>
          </p:nvSpPr>
          <p:spPr>
            <a:xfrm flipH="1" flipV="1">
              <a:off x="4647593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9FD5BFFC-4EB0-528E-9913-721892F9915B}"/>
                </a:ext>
              </a:extLst>
            </p:cNvPr>
            <p:cNvSpPr/>
            <p:nvPr/>
          </p:nvSpPr>
          <p:spPr>
            <a:xfrm flipH="1" flipV="1">
              <a:off x="4785562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EDE879D-C44F-4D35-4F1B-C1084AFCE98E}"/>
                </a:ext>
              </a:extLst>
            </p:cNvPr>
            <p:cNvSpPr/>
            <p:nvPr/>
          </p:nvSpPr>
          <p:spPr>
            <a:xfrm flipH="1" flipV="1">
              <a:off x="5274127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C1E90904-1F76-B467-2F4D-1993903212AC}"/>
                </a:ext>
              </a:extLst>
            </p:cNvPr>
            <p:cNvSpPr/>
            <p:nvPr/>
          </p:nvSpPr>
          <p:spPr>
            <a:xfrm flipH="1" flipV="1">
              <a:off x="5412096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356627BC-063F-403E-CB5F-6667B4B15DE6}"/>
                </a:ext>
              </a:extLst>
            </p:cNvPr>
            <p:cNvSpPr/>
            <p:nvPr/>
          </p:nvSpPr>
          <p:spPr>
            <a:xfrm flipH="1" flipV="1">
              <a:off x="5274127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00BB6E4D-399C-4912-279E-D18321709470}"/>
                </a:ext>
              </a:extLst>
            </p:cNvPr>
            <p:cNvSpPr/>
            <p:nvPr/>
          </p:nvSpPr>
          <p:spPr>
            <a:xfrm flipH="1" flipV="1">
              <a:off x="5412096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D27EF8E5-FEDE-FF64-BDC7-D6ABC2C0B299}"/>
                </a:ext>
              </a:extLst>
            </p:cNvPr>
            <p:cNvSpPr/>
            <p:nvPr/>
          </p:nvSpPr>
          <p:spPr>
            <a:xfrm flipH="1" flipV="1">
              <a:off x="5274127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C68EC637-DC95-D9A6-278F-8565B8E5EF9B}"/>
                </a:ext>
              </a:extLst>
            </p:cNvPr>
            <p:cNvSpPr/>
            <p:nvPr/>
          </p:nvSpPr>
          <p:spPr>
            <a:xfrm flipH="1" flipV="1">
              <a:off x="5412096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2A6B96DE-27DB-2A1C-3D57-1D0B87E940F6}"/>
                </a:ext>
              </a:extLst>
            </p:cNvPr>
            <p:cNvSpPr/>
            <p:nvPr/>
          </p:nvSpPr>
          <p:spPr>
            <a:xfrm flipH="1" flipV="1">
              <a:off x="5274127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8F34AF3C-4F4F-140F-3211-BD392A37A051}"/>
                </a:ext>
              </a:extLst>
            </p:cNvPr>
            <p:cNvSpPr/>
            <p:nvPr/>
          </p:nvSpPr>
          <p:spPr>
            <a:xfrm flipH="1" flipV="1">
              <a:off x="5412096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B167E1B0-433D-66CA-B568-C338164871CD}"/>
              </a:ext>
            </a:extLst>
          </p:cNvPr>
          <p:cNvGrpSpPr/>
          <p:nvPr/>
        </p:nvGrpSpPr>
        <p:grpSpPr>
          <a:xfrm>
            <a:off x="3309773" y="2408196"/>
            <a:ext cx="1178410" cy="421179"/>
            <a:chOff x="4371655" y="2408196"/>
            <a:chExt cx="1178410" cy="421179"/>
          </a:xfrm>
        </p:grpSpPr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42FD0BF9-5AC9-E08A-F9C4-AF5098169EA9}"/>
                </a:ext>
              </a:extLst>
            </p:cNvPr>
            <p:cNvSpPr/>
            <p:nvPr/>
          </p:nvSpPr>
          <p:spPr>
            <a:xfrm flipH="1" flipV="1">
              <a:off x="4371655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84BF3231-70F3-5847-DEEE-2415C0EB8EF9}"/>
                </a:ext>
              </a:extLst>
            </p:cNvPr>
            <p:cNvSpPr/>
            <p:nvPr/>
          </p:nvSpPr>
          <p:spPr>
            <a:xfrm flipH="1" flipV="1">
              <a:off x="4509624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2C104363-1E95-05ED-ACC2-0AC86F5FB3AF}"/>
                </a:ext>
              </a:extLst>
            </p:cNvPr>
            <p:cNvSpPr/>
            <p:nvPr/>
          </p:nvSpPr>
          <p:spPr>
            <a:xfrm flipH="1" flipV="1">
              <a:off x="4647593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69BEBE0F-560F-D4B4-B00C-179027D18D44}"/>
                </a:ext>
              </a:extLst>
            </p:cNvPr>
            <p:cNvSpPr/>
            <p:nvPr/>
          </p:nvSpPr>
          <p:spPr>
            <a:xfrm flipH="1" flipV="1">
              <a:off x="4785562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FE86D872-B622-EE80-CC2E-5EDB1E3EF1C1}"/>
                </a:ext>
              </a:extLst>
            </p:cNvPr>
            <p:cNvSpPr/>
            <p:nvPr/>
          </p:nvSpPr>
          <p:spPr>
            <a:xfrm flipH="1" flipV="1">
              <a:off x="4371655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FFBAC549-B323-838E-40B3-133CC3D54A72}"/>
                </a:ext>
              </a:extLst>
            </p:cNvPr>
            <p:cNvSpPr/>
            <p:nvPr/>
          </p:nvSpPr>
          <p:spPr>
            <a:xfrm flipH="1" flipV="1">
              <a:off x="4509624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552FF894-7822-D92F-9CCA-CBC98B6BF9DB}"/>
                </a:ext>
              </a:extLst>
            </p:cNvPr>
            <p:cNvSpPr/>
            <p:nvPr/>
          </p:nvSpPr>
          <p:spPr>
            <a:xfrm flipH="1" flipV="1">
              <a:off x="4647593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B915EB83-1DF2-83E0-28BD-66536FF9D726}"/>
                </a:ext>
              </a:extLst>
            </p:cNvPr>
            <p:cNvSpPr/>
            <p:nvPr/>
          </p:nvSpPr>
          <p:spPr>
            <a:xfrm flipH="1" flipV="1">
              <a:off x="4785562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78CF86DE-D6ED-6812-8294-0192729CCEA1}"/>
                </a:ext>
              </a:extLst>
            </p:cNvPr>
            <p:cNvSpPr/>
            <p:nvPr/>
          </p:nvSpPr>
          <p:spPr>
            <a:xfrm flipH="1" flipV="1">
              <a:off x="4371655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2CEC12DA-B7A0-BB1E-7557-F181C4C0319D}"/>
                </a:ext>
              </a:extLst>
            </p:cNvPr>
            <p:cNvSpPr/>
            <p:nvPr/>
          </p:nvSpPr>
          <p:spPr>
            <a:xfrm flipH="1" flipV="1">
              <a:off x="4509624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B574CD2D-3F4E-B355-E7C5-CCB22ED1B9DA}"/>
                </a:ext>
              </a:extLst>
            </p:cNvPr>
            <p:cNvSpPr/>
            <p:nvPr/>
          </p:nvSpPr>
          <p:spPr>
            <a:xfrm flipH="1" flipV="1">
              <a:off x="4647593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17AD0B6C-0401-90EE-E217-01937A9BC15B}"/>
                </a:ext>
              </a:extLst>
            </p:cNvPr>
            <p:cNvSpPr/>
            <p:nvPr/>
          </p:nvSpPr>
          <p:spPr>
            <a:xfrm flipH="1" flipV="1">
              <a:off x="4785562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78747D30-EECA-B6B6-D977-C6AF289B4554}"/>
                </a:ext>
              </a:extLst>
            </p:cNvPr>
            <p:cNvSpPr/>
            <p:nvPr/>
          </p:nvSpPr>
          <p:spPr>
            <a:xfrm flipH="1" flipV="1">
              <a:off x="4371655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23A3D83C-4252-6614-CA51-EB2DE1D55022}"/>
                </a:ext>
              </a:extLst>
            </p:cNvPr>
            <p:cNvSpPr/>
            <p:nvPr/>
          </p:nvSpPr>
          <p:spPr>
            <a:xfrm flipH="1" flipV="1">
              <a:off x="4509624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74E08835-D341-FA6C-11B6-0BECA1EFC331}"/>
                </a:ext>
              </a:extLst>
            </p:cNvPr>
            <p:cNvSpPr/>
            <p:nvPr/>
          </p:nvSpPr>
          <p:spPr>
            <a:xfrm flipH="1" flipV="1">
              <a:off x="4647593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2D9EF65D-3978-5005-D174-86A5739457F6}"/>
                </a:ext>
              </a:extLst>
            </p:cNvPr>
            <p:cNvSpPr/>
            <p:nvPr/>
          </p:nvSpPr>
          <p:spPr>
            <a:xfrm flipH="1" flipV="1">
              <a:off x="4785562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CE9A5457-D031-FAB6-8DA5-C57ED0DCC4F2}"/>
                </a:ext>
              </a:extLst>
            </p:cNvPr>
            <p:cNvSpPr/>
            <p:nvPr/>
          </p:nvSpPr>
          <p:spPr>
            <a:xfrm flipH="1" flipV="1">
              <a:off x="5274127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9AD34729-3490-5C96-DAC3-F1E0571FCAB9}"/>
                </a:ext>
              </a:extLst>
            </p:cNvPr>
            <p:cNvSpPr/>
            <p:nvPr/>
          </p:nvSpPr>
          <p:spPr>
            <a:xfrm flipH="1" flipV="1">
              <a:off x="5412096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250BCAE7-2132-C17F-B651-84E888325CA2}"/>
                </a:ext>
              </a:extLst>
            </p:cNvPr>
            <p:cNvSpPr/>
            <p:nvPr/>
          </p:nvSpPr>
          <p:spPr>
            <a:xfrm flipH="1" flipV="1">
              <a:off x="5274127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C7353E67-00EC-35AF-E597-9F4C78B17EF0}"/>
                </a:ext>
              </a:extLst>
            </p:cNvPr>
            <p:cNvSpPr/>
            <p:nvPr/>
          </p:nvSpPr>
          <p:spPr>
            <a:xfrm flipH="1" flipV="1">
              <a:off x="5412096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8C093471-3995-10CC-4560-6F8A21106126}"/>
                </a:ext>
              </a:extLst>
            </p:cNvPr>
            <p:cNvSpPr/>
            <p:nvPr/>
          </p:nvSpPr>
          <p:spPr>
            <a:xfrm flipH="1" flipV="1">
              <a:off x="5274127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DDA0F0C6-629A-5D63-33F7-D4F262E9657F}"/>
                </a:ext>
              </a:extLst>
            </p:cNvPr>
            <p:cNvSpPr/>
            <p:nvPr/>
          </p:nvSpPr>
          <p:spPr>
            <a:xfrm flipH="1" flipV="1">
              <a:off x="5412096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D04276F0-66C0-40D4-21FD-72B656957394}"/>
                </a:ext>
              </a:extLst>
            </p:cNvPr>
            <p:cNvSpPr/>
            <p:nvPr/>
          </p:nvSpPr>
          <p:spPr>
            <a:xfrm flipH="1" flipV="1">
              <a:off x="5274127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15B737EA-6F8D-055F-D244-62BD71138FB0}"/>
                </a:ext>
              </a:extLst>
            </p:cNvPr>
            <p:cNvSpPr/>
            <p:nvPr/>
          </p:nvSpPr>
          <p:spPr>
            <a:xfrm flipH="1" flipV="1">
              <a:off x="5412096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A5934D86-5B4D-B709-0A28-B0634506BDB3}"/>
              </a:ext>
            </a:extLst>
          </p:cNvPr>
          <p:cNvGrpSpPr/>
          <p:nvPr/>
        </p:nvGrpSpPr>
        <p:grpSpPr>
          <a:xfrm>
            <a:off x="3309773" y="2829375"/>
            <a:ext cx="1178410" cy="429076"/>
            <a:chOff x="4371655" y="2829375"/>
            <a:chExt cx="1178410" cy="429076"/>
          </a:xfrm>
        </p:grpSpPr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0432583C-30E8-944D-BDAB-B471198C83FD}"/>
                </a:ext>
              </a:extLst>
            </p:cNvPr>
            <p:cNvSpPr/>
            <p:nvPr/>
          </p:nvSpPr>
          <p:spPr>
            <a:xfrm flipH="1" flipV="1">
              <a:off x="4371655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2C43D298-A9D8-D5BD-3E2E-571124FF86DA}"/>
                </a:ext>
              </a:extLst>
            </p:cNvPr>
            <p:cNvSpPr/>
            <p:nvPr/>
          </p:nvSpPr>
          <p:spPr>
            <a:xfrm flipH="1" flipV="1">
              <a:off x="4509624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9294618A-CE8B-0272-8209-45411393B706}"/>
                </a:ext>
              </a:extLst>
            </p:cNvPr>
            <p:cNvSpPr/>
            <p:nvPr/>
          </p:nvSpPr>
          <p:spPr>
            <a:xfrm flipH="1" flipV="1">
              <a:off x="4647593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5EBDA324-8A6B-5627-83AC-21F3120C3C5B}"/>
                </a:ext>
              </a:extLst>
            </p:cNvPr>
            <p:cNvSpPr/>
            <p:nvPr/>
          </p:nvSpPr>
          <p:spPr>
            <a:xfrm flipH="1" flipV="1">
              <a:off x="4785562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A24AA052-1B01-27D6-71F0-4640F1532CF6}"/>
                </a:ext>
              </a:extLst>
            </p:cNvPr>
            <p:cNvSpPr/>
            <p:nvPr/>
          </p:nvSpPr>
          <p:spPr>
            <a:xfrm flipH="1" flipV="1">
              <a:off x="4371655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E04CE9D2-3BCD-B019-92E0-F6B5EE4E152D}"/>
                </a:ext>
              </a:extLst>
            </p:cNvPr>
            <p:cNvSpPr/>
            <p:nvPr/>
          </p:nvSpPr>
          <p:spPr>
            <a:xfrm flipH="1" flipV="1">
              <a:off x="4509624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CDDB1EC6-797E-8E70-E5E9-6468D7F87128}"/>
                </a:ext>
              </a:extLst>
            </p:cNvPr>
            <p:cNvSpPr/>
            <p:nvPr/>
          </p:nvSpPr>
          <p:spPr>
            <a:xfrm flipH="1" flipV="1">
              <a:off x="4647593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1964C7C5-38AC-8B27-5D86-AC2EF520BC27}"/>
                </a:ext>
              </a:extLst>
            </p:cNvPr>
            <p:cNvSpPr/>
            <p:nvPr/>
          </p:nvSpPr>
          <p:spPr>
            <a:xfrm flipH="1" flipV="1">
              <a:off x="4785562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E4332895-31F9-BBDB-FB3D-054FC4E67A38}"/>
                </a:ext>
              </a:extLst>
            </p:cNvPr>
            <p:cNvSpPr/>
            <p:nvPr/>
          </p:nvSpPr>
          <p:spPr>
            <a:xfrm flipH="1" flipV="1">
              <a:off x="4371655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9AA94C21-B075-B9A2-BF0C-AE7411B54038}"/>
                </a:ext>
              </a:extLst>
            </p:cNvPr>
            <p:cNvSpPr/>
            <p:nvPr/>
          </p:nvSpPr>
          <p:spPr>
            <a:xfrm flipH="1" flipV="1">
              <a:off x="4509624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8B1DB1D9-98EC-4640-94C2-C2FF848298B5}"/>
                </a:ext>
              </a:extLst>
            </p:cNvPr>
            <p:cNvSpPr/>
            <p:nvPr/>
          </p:nvSpPr>
          <p:spPr>
            <a:xfrm flipH="1" flipV="1">
              <a:off x="4647593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012DD260-EA2E-BEDE-9BBC-A80C3D0D55EF}"/>
                </a:ext>
              </a:extLst>
            </p:cNvPr>
            <p:cNvSpPr/>
            <p:nvPr/>
          </p:nvSpPr>
          <p:spPr>
            <a:xfrm flipH="1" flipV="1">
              <a:off x="4785562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EF9C8E45-F6DC-422A-72B4-AD7A38146A89}"/>
                </a:ext>
              </a:extLst>
            </p:cNvPr>
            <p:cNvSpPr/>
            <p:nvPr/>
          </p:nvSpPr>
          <p:spPr>
            <a:xfrm flipH="1" flipV="1">
              <a:off x="4371655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EDDEBEB5-BD64-671C-C940-4AF71371BE8F}"/>
                </a:ext>
              </a:extLst>
            </p:cNvPr>
            <p:cNvSpPr/>
            <p:nvPr/>
          </p:nvSpPr>
          <p:spPr>
            <a:xfrm flipH="1" flipV="1">
              <a:off x="4509624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A81E321E-6401-31B2-3FA8-46AB08B6907C}"/>
                </a:ext>
              </a:extLst>
            </p:cNvPr>
            <p:cNvSpPr/>
            <p:nvPr/>
          </p:nvSpPr>
          <p:spPr>
            <a:xfrm flipH="1" flipV="1">
              <a:off x="4647593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51FDA988-733C-87D1-792C-34415F48704A}"/>
                </a:ext>
              </a:extLst>
            </p:cNvPr>
            <p:cNvSpPr/>
            <p:nvPr/>
          </p:nvSpPr>
          <p:spPr>
            <a:xfrm flipH="1" flipV="1">
              <a:off x="4785562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3EF15A26-FAD9-B8F6-C6D9-B0D5FA6864BE}"/>
                </a:ext>
              </a:extLst>
            </p:cNvPr>
            <p:cNvSpPr/>
            <p:nvPr/>
          </p:nvSpPr>
          <p:spPr>
            <a:xfrm flipH="1" flipV="1">
              <a:off x="5274127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CB5B1A78-2DCA-42D7-2C86-A1BCA22DDDBD}"/>
                </a:ext>
              </a:extLst>
            </p:cNvPr>
            <p:cNvSpPr/>
            <p:nvPr/>
          </p:nvSpPr>
          <p:spPr>
            <a:xfrm flipH="1" flipV="1">
              <a:off x="5412096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2C80A361-A4BA-B872-DCD8-0FA8B1DC82B3}"/>
                </a:ext>
              </a:extLst>
            </p:cNvPr>
            <p:cNvSpPr/>
            <p:nvPr/>
          </p:nvSpPr>
          <p:spPr>
            <a:xfrm flipH="1" flipV="1">
              <a:off x="5274127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E4600A67-808B-EBAA-2217-67EEF89BEFF4}"/>
                </a:ext>
              </a:extLst>
            </p:cNvPr>
            <p:cNvSpPr/>
            <p:nvPr/>
          </p:nvSpPr>
          <p:spPr>
            <a:xfrm flipH="1" flipV="1">
              <a:off x="5412096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AD95BEE8-E49B-F178-564E-E0D9502C91DA}"/>
                </a:ext>
              </a:extLst>
            </p:cNvPr>
            <p:cNvSpPr/>
            <p:nvPr/>
          </p:nvSpPr>
          <p:spPr>
            <a:xfrm flipH="1" flipV="1">
              <a:off x="5274127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3D090983-0071-BE72-C490-547B72FB8481}"/>
                </a:ext>
              </a:extLst>
            </p:cNvPr>
            <p:cNvSpPr/>
            <p:nvPr/>
          </p:nvSpPr>
          <p:spPr>
            <a:xfrm flipH="1" flipV="1">
              <a:off x="5412096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6B9F8CE8-2D3E-D74A-51C0-2C2BE0DE7902}"/>
                </a:ext>
              </a:extLst>
            </p:cNvPr>
            <p:cNvSpPr/>
            <p:nvPr/>
          </p:nvSpPr>
          <p:spPr>
            <a:xfrm flipH="1" flipV="1">
              <a:off x="5274127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D78B3D58-C6A6-C31C-85A9-3535C913C247}"/>
                </a:ext>
              </a:extLst>
            </p:cNvPr>
            <p:cNvSpPr/>
            <p:nvPr/>
          </p:nvSpPr>
          <p:spPr>
            <a:xfrm flipH="1" flipV="1">
              <a:off x="5412096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FB0D8F85-4649-0F06-E9AE-27B10DEBE05B}"/>
              </a:ext>
            </a:extLst>
          </p:cNvPr>
          <p:cNvGrpSpPr/>
          <p:nvPr/>
        </p:nvGrpSpPr>
        <p:grpSpPr>
          <a:xfrm>
            <a:off x="3312684" y="4084007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8A6B9C03-1C75-D0DF-1999-E5D044BA002C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8543B700-4F7E-B376-F6EC-90A2892DE056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2A7D9699-D807-2C5F-FAD5-F74B068AEA59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73B37C6F-0824-F1A3-63A1-5142B4CD1549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FAAEDE5F-9845-1E20-FA2A-DFBBDEF0AAF9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914B6641-EF15-9104-C8A6-6470CB9862C0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36" name="Group 535">
            <a:extLst>
              <a:ext uri="{FF2B5EF4-FFF2-40B4-BE49-F238E27FC236}">
                <a16:creationId xmlns:a16="http://schemas.microsoft.com/office/drawing/2014/main" id="{073A97D0-6E8A-19C1-B324-4E9423AB7034}"/>
              </a:ext>
            </a:extLst>
          </p:cNvPr>
          <p:cNvGrpSpPr/>
          <p:nvPr/>
        </p:nvGrpSpPr>
        <p:grpSpPr>
          <a:xfrm>
            <a:off x="3312684" y="4178998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A8C35DC3-ECF2-8B54-737F-D3DCFBB5D486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41BF4ADF-9E76-2789-D272-E80897B8E6AB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406E9FC1-FB0B-E001-58DC-410F1399773C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EA522C64-F476-4BD1-AF03-2A48C54DFEE8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0C83DD93-24D4-F0E5-5A1C-8C3694CF75DD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3E583104-5CC9-6938-447F-6B6E04C58ED3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30F8DCA5-67E0-915C-CAB6-AA2D15BE4648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97434C8B-90AE-55BF-729F-B082E144F53B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DB81D65D-BEBF-D05B-610B-1736ED1A3C26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C4388921-9EB3-1180-3298-08CB42F145E6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BCFED51F-96B5-4B09-7172-CF922E59A0AF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BF0A73C8-4F73-9DC9-6318-35A392EE1CEB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5D2DF9FD-D0DE-46B9-5DBF-3F7414BDC8C0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7B1B095E-5152-D186-566F-D18FA5AF5FCA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FF07130C-B640-8C23-623B-CDC9F86268B7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A96AFC53-BEC5-963A-6447-2DB64BC18638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0C426401-4778-81B1-BC2C-BEF2712023DA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7C659191-313C-5DD5-DEE2-F615FE03DE58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55" name="TextBox 554">
            <a:extLst>
              <a:ext uri="{FF2B5EF4-FFF2-40B4-BE49-F238E27FC236}">
                <a16:creationId xmlns:a16="http://schemas.microsoft.com/office/drawing/2014/main" id="{A5238BDD-A2B8-0AD2-32B4-C5CFAAEA6E1D}"/>
              </a:ext>
            </a:extLst>
          </p:cNvPr>
          <p:cNvSpPr txBox="1"/>
          <p:nvPr/>
        </p:nvSpPr>
        <p:spPr bwMode="auto">
          <a:xfrm>
            <a:off x="3309773" y="1197814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Training Data</a:t>
            </a: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D10CC51D-26C0-A31D-DF30-0B7DDDF093CC}"/>
              </a:ext>
            </a:extLst>
          </p:cNvPr>
          <p:cNvSpPr txBox="1"/>
          <p:nvPr/>
        </p:nvSpPr>
        <p:spPr bwMode="auto">
          <a:xfrm>
            <a:off x="3429848" y="4468517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Testing Data</a:t>
            </a:r>
          </a:p>
        </p:txBody>
      </p:sp>
      <p:cxnSp>
        <p:nvCxnSpPr>
          <p:cNvPr id="557" name="Elbow Connector 556">
            <a:extLst>
              <a:ext uri="{FF2B5EF4-FFF2-40B4-BE49-F238E27FC236}">
                <a16:creationId xmlns:a16="http://schemas.microsoft.com/office/drawing/2014/main" id="{9A7CDB32-AE08-2D33-E82B-33B89BE5E01C}"/>
              </a:ext>
            </a:extLst>
          </p:cNvPr>
          <p:cNvCxnSpPr>
            <a:cxnSpLocks/>
            <a:endCxn id="467" idx="3"/>
          </p:cNvCxnSpPr>
          <p:nvPr/>
        </p:nvCxnSpPr>
        <p:spPr>
          <a:xfrm flipV="1">
            <a:off x="1944801" y="2354561"/>
            <a:ext cx="1364972" cy="845839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Elbow Connector 557">
            <a:extLst>
              <a:ext uri="{FF2B5EF4-FFF2-40B4-BE49-F238E27FC236}">
                <a16:creationId xmlns:a16="http://schemas.microsoft.com/office/drawing/2014/main" id="{29B3DBC9-22DE-DA38-D272-25986AF21C63}"/>
              </a:ext>
            </a:extLst>
          </p:cNvPr>
          <p:cNvCxnSpPr>
            <a:cxnSpLocks/>
          </p:cNvCxnSpPr>
          <p:nvPr/>
        </p:nvCxnSpPr>
        <p:spPr>
          <a:xfrm>
            <a:off x="1944801" y="3200400"/>
            <a:ext cx="1364972" cy="1109133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1" name="Group 780">
            <a:extLst>
              <a:ext uri="{FF2B5EF4-FFF2-40B4-BE49-F238E27FC236}">
                <a16:creationId xmlns:a16="http://schemas.microsoft.com/office/drawing/2014/main" id="{275DB89D-696F-75C3-5601-7069D179A346}"/>
              </a:ext>
            </a:extLst>
          </p:cNvPr>
          <p:cNvGrpSpPr/>
          <p:nvPr/>
        </p:nvGrpSpPr>
        <p:grpSpPr>
          <a:xfrm>
            <a:off x="3309773" y="1561535"/>
            <a:ext cx="1178410" cy="1715697"/>
            <a:chOff x="3309773" y="1561535"/>
            <a:chExt cx="1178410" cy="1715697"/>
          </a:xfrm>
        </p:grpSpPr>
        <p:grpSp>
          <p:nvGrpSpPr>
            <p:cNvPr id="561" name="Group 560">
              <a:extLst>
                <a:ext uri="{FF2B5EF4-FFF2-40B4-BE49-F238E27FC236}">
                  <a16:creationId xmlns:a16="http://schemas.microsoft.com/office/drawing/2014/main" id="{3E6FB24B-B260-8946-23F7-C9367C81A791}"/>
                </a:ext>
              </a:extLst>
            </p:cNvPr>
            <p:cNvGrpSpPr/>
            <p:nvPr/>
          </p:nvGrpSpPr>
          <p:grpSpPr>
            <a:xfrm>
              <a:off x="3309773" y="1989156"/>
              <a:ext cx="1178410" cy="423481"/>
              <a:chOff x="4371655" y="1984715"/>
              <a:chExt cx="1178410" cy="423481"/>
            </a:xfrm>
            <a:solidFill>
              <a:srgbClr val="FF0000"/>
            </a:solidFill>
          </p:grpSpPr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395AFE67-D1CC-7788-CE77-F077A240AD3C}"/>
                  </a:ext>
                </a:extLst>
              </p:cNvPr>
              <p:cNvSpPr/>
              <p:nvPr/>
            </p:nvSpPr>
            <p:spPr>
              <a:xfrm flipH="1" flipV="1">
                <a:off x="4371655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0DE61CD8-B3C2-7F2C-A82D-2A8A0F36DD26}"/>
                  </a:ext>
                </a:extLst>
              </p:cNvPr>
              <p:cNvSpPr/>
              <p:nvPr/>
            </p:nvSpPr>
            <p:spPr>
              <a:xfrm flipH="1" flipV="1">
                <a:off x="4509624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18793691-D9F8-06B4-C070-7779420F4BE7}"/>
                  </a:ext>
                </a:extLst>
              </p:cNvPr>
              <p:cNvSpPr/>
              <p:nvPr/>
            </p:nvSpPr>
            <p:spPr>
              <a:xfrm flipH="1" flipV="1">
                <a:off x="4647593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D74992FD-F5D0-1FCC-5D92-452887941721}"/>
                  </a:ext>
                </a:extLst>
              </p:cNvPr>
              <p:cNvSpPr/>
              <p:nvPr/>
            </p:nvSpPr>
            <p:spPr>
              <a:xfrm flipH="1" flipV="1">
                <a:off x="4785562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6" name="Rectangle 615">
                <a:extLst>
                  <a:ext uri="{FF2B5EF4-FFF2-40B4-BE49-F238E27FC236}">
                    <a16:creationId xmlns:a16="http://schemas.microsoft.com/office/drawing/2014/main" id="{36E023B1-3361-4701-9721-3B64355045BB}"/>
                  </a:ext>
                </a:extLst>
              </p:cNvPr>
              <p:cNvSpPr/>
              <p:nvPr/>
            </p:nvSpPr>
            <p:spPr>
              <a:xfrm flipH="1" flipV="1">
                <a:off x="4371655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7" name="Rectangle 616">
                <a:extLst>
                  <a:ext uri="{FF2B5EF4-FFF2-40B4-BE49-F238E27FC236}">
                    <a16:creationId xmlns:a16="http://schemas.microsoft.com/office/drawing/2014/main" id="{CC8EFE7F-024D-46B4-8039-A880B69ECAB5}"/>
                  </a:ext>
                </a:extLst>
              </p:cNvPr>
              <p:cNvSpPr/>
              <p:nvPr/>
            </p:nvSpPr>
            <p:spPr>
              <a:xfrm flipH="1" flipV="1">
                <a:off x="4509624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8" name="Rectangle 617">
                <a:extLst>
                  <a:ext uri="{FF2B5EF4-FFF2-40B4-BE49-F238E27FC236}">
                    <a16:creationId xmlns:a16="http://schemas.microsoft.com/office/drawing/2014/main" id="{A8E77A52-16C5-7085-BF39-EE3B788C5FDA}"/>
                  </a:ext>
                </a:extLst>
              </p:cNvPr>
              <p:cNvSpPr/>
              <p:nvPr/>
            </p:nvSpPr>
            <p:spPr>
              <a:xfrm flipH="1" flipV="1">
                <a:off x="4647593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9" name="Rectangle 618">
                <a:extLst>
                  <a:ext uri="{FF2B5EF4-FFF2-40B4-BE49-F238E27FC236}">
                    <a16:creationId xmlns:a16="http://schemas.microsoft.com/office/drawing/2014/main" id="{159CF5C0-F2F7-C5E0-7034-C9F18B3082CB}"/>
                  </a:ext>
                </a:extLst>
              </p:cNvPr>
              <p:cNvSpPr/>
              <p:nvPr/>
            </p:nvSpPr>
            <p:spPr>
              <a:xfrm flipH="1" flipV="1">
                <a:off x="4785562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0" name="Rectangle 619">
                <a:extLst>
                  <a:ext uri="{FF2B5EF4-FFF2-40B4-BE49-F238E27FC236}">
                    <a16:creationId xmlns:a16="http://schemas.microsoft.com/office/drawing/2014/main" id="{F9BD8B90-BE68-A281-1781-4063F1B28D04}"/>
                  </a:ext>
                </a:extLst>
              </p:cNvPr>
              <p:cNvSpPr/>
              <p:nvPr/>
            </p:nvSpPr>
            <p:spPr>
              <a:xfrm flipH="1" flipV="1">
                <a:off x="4371655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1" name="Rectangle 620">
                <a:extLst>
                  <a:ext uri="{FF2B5EF4-FFF2-40B4-BE49-F238E27FC236}">
                    <a16:creationId xmlns:a16="http://schemas.microsoft.com/office/drawing/2014/main" id="{80C7CFCB-7647-0C70-C5E5-E42DE1A70975}"/>
                  </a:ext>
                </a:extLst>
              </p:cNvPr>
              <p:cNvSpPr/>
              <p:nvPr/>
            </p:nvSpPr>
            <p:spPr>
              <a:xfrm flipH="1" flipV="1">
                <a:off x="4509624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077D5FEE-238B-25E4-187F-E9F4E4CEBCA5}"/>
                  </a:ext>
                </a:extLst>
              </p:cNvPr>
              <p:cNvSpPr/>
              <p:nvPr/>
            </p:nvSpPr>
            <p:spPr>
              <a:xfrm flipH="1" flipV="1">
                <a:off x="4647593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23EE4FBD-3F3B-9F89-6F1E-EE616E3F2960}"/>
                  </a:ext>
                </a:extLst>
              </p:cNvPr>
              <p:cNvSpPr/>
              <p:nvPr/>
            </p:nvSpPr>
            <p:spPr>
              <a:xfrm flipH="1" flipV="1">
                <a:off x="4785562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96BAEDD6-DC42-80F1-9587-FAD6F75384FE}"/>
                  </a:ext>
                </a:extLst>
              </p:cNvPr>
              <p:cNvSpPr/>
              <p:nvPr/>
            </p:nvSpPr>
            <p:spPr>
              <a:xfrm flipH="1" flipV="1">
                <a:off x="4371655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0535B9FF-FBBC-6C1D-069E-CC241B49E7EB}"/>
                  </a:ext>
                </a:extLst>
              </p:cNvPr>
              <p:cNvSpPr/>
              <p:nvPr/>
            </p:nvSpPr>
            <p:spPr>
              <a:xfrm flipH="1" flipV="1">
                <a:off x="4509624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2BB7D98D-4988-742F-E0BA-47A0F859FB7F}"/>
                  </a:ext>
                </a:extLst>
              </p:cNvPr>
              <p:cNvSpPr/>
              <p:nvPr/>
            </p:nvSpPr>
            <p:spPr>
              <a:xfrm flipH="1" flipV="1">
                <a:off x="4647593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6D611865-82E6-4295-8CAC-D3E27EAB6256}"/>
                  </a:ext>
                </a:extLst>
              </p:cNvPr>
              <p:cNvSpPr/>
              <p:nvPr/>
            </p:nvSpPr>
            <p:spPr>
              <a:xfrm flipH="1" flipV="1">
                <a:off x="4785562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C7DD1642-9A84-3F62-A713-B126265D9B03}"/>
                  </a:ext>
                </a:extLst>
              </p:cNvPr>
              <p:cNvSpPr/>
              <p:nvPr/>
            </p:nvSpPr>
            <p:spPr>
              <a:xfrm flipH="1" flipV="1">
                <a:off x="5274127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5DD84F77-B6CD-FA3F-02E8-7E074BCE18F9}"/>
                  </a:ext>
                </a:extLst>
              </p:cNvPr>
              <p:cNvSpPr/>
              <p:nvPr/>
            </p:nvSpPr>
            <p:spPr>
              <a:xfrm flipH="1" flipV="1">
                <a:off x="5412096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0C8E4AC4-D014-72D1-6C14-BDA2FC941119}"/>
                  </a:ext>
                </a:extLst>
              </p:cNvPr>
              <p:cNvSpPr/>
              <p:nvPr/>
            </p:nvSpPr>
            <p:spPr>
              <a:xfrm flipH="1" flipV="1">
                <a:off x="5274127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25110C6D-7175-D4CB-B2DF-3AD306E55700}"/>
                  </a:ext>
                </a:extLst>
              </p:cNvPr>
              <p:cNvSpPr/>
              <p:nvPr/>
            </p:nvSpPr>
            <p:spPr>
              <a:xfrm flipH="1" flipV="1">
                <a:off x="5412096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2" name="Rectangle 631">
                <a:extLst>
                  <a:ext uri="{FF2B5EF4-FFF2-40B4-BE49-F238E27FC236}">
                    <a16:creationId xmlns:a16="http://schemas.microsoft.com/office/drawing/2014/main" id="{BDDB1E21-2DBE-FBA3-D7F7-79F029171FDF}"/>
                  </a:ext>
                </a:extLst>
              </p:cNvPr>
              <p:cNvSpPr/>
              <p:nvPr/>
            </p:nvSpPr>
            <p:spPr>
              <a:xfrm flipH="1" flipV="1">
                <a:off x="5274127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E5F231FE-66FD-8EF1-A55D-1B5C9D624B53}"/>
                  </a:ext>
                </a:extLst>
              </p:cNvPr>
              <p:cNvSpPr/>
              <p:nvPr/>
            </p:nvSpPr>
            <p:spPr>
              <a:xfrm flipH="1" flipV="1">
                <a:off x="5412096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E1472AFA-0AAF-B2D1-D206-6B0F46D98A74}"/>
                  </a:ext>
                </a:extLst>
              </p:cNvPr>
              <p:cNvSpPr/>
              <p:nvPr/>
            </p:nvSpPr>
            <p:spPr>
              <a:xfrm flipH="1" flipV="1">
                <a:off x="5274127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2D0663D2-3052-405D-6C15-29980AA4E1E6}"/>
                  </a:ext>
                </a:extLst>
              </p:cNvPr>
              <p:cNvSpPr/>
              <p:nvPr/>
            </p:nvSpPr>
            <p:spPr>
              <a:xfrm flipH="1" flipV="1">
                <a:off x="5412096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678" name="Group 677">
              <a:extLst>
                <a:ext uri="{FF2B5EF4-FFF2-40B4-BE49-F238E27FC236}">
                  <a16:creationId xmlns:a16="http://schemas.microsoft.com/office/drawing/2014/main" id="{38C842EF-C90E-2BCB-DDC7-FADBB0E935B9}"/>
                </a:ext>
              </a:extLst>
            </p:cNvPr>
            <p:cNvGrpSpPr/>
            <p:nvPr/>
          </p:nvGrpSpPr>
          <p:grpSpPr>
            <a:xfrm>
              <a:off x="3309773" y="1561535"/>
              <a:ext cx="1178410" cy="1715697"/>
              <a:chOff x="3309773" y="1561535"/>
              <a:chExt cx="1178410" cy="1715697"/>
            </a:xfrm>
            <a:solidFill>
              <a:srgbClr val="00B0F0"/>
            </a:solidFill>
          </p:grpSpPr>
          <p:grpSp>
            <p:nvGrpSpPr>
              <p:cNvPr id="560" name="Group 559">
                <a:extLst>
                  <a:ext uri="{FF2B5EF4-FFF2-40B4-BE49-F238E27FC236}">
                    <a16:creationId xmlns:a16="http://schemas.microsoft.com/office/drawing/2014/main" id="{79F7F9FA-4FB6-7296-52D4-4399B80D3920}"/>
                  </a:ext>
                </a:extLst>
              </p:cNvPr>
              <p:cNvGrpSpPr/>
              <p:nvPr/>
            </p:nvGrpSpPr>
            <p:grpSpPr>
              <a:xfrm>
                <a:off x="3309773" y="1561535"/>
                <a:ext cx="1178410" cy="429076"/>
                <a:chOff x="4371655" y="1557867"/>
                <a:chExt cx="1178410" cy="429076"/>
              </a:xfrm>
              <a:grpFill/>
            </p:grpSpPr>
            <p:sp>
              <p:nvSpPr>
                <p:cNvPr id="636" name="Rectangle 635">
                  <a:extLst>
                    <a:ext uri="{FF2B5EF4-FFF2-40B4-BE49-F238E27FC236}">
                      <a16:creationId xmlns:a16="http://schemas.microsoft.com/office/drawing/2014/main" id="{F4D47417-3FB8-60F8-55CF-68C975C2B96E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37" name="Rectangle 636">
                  <a:extLst>
                    <a:ext uri="{FF2B5EF4-FFF2-40B4-BE49-F238E27FC236}">
                      <a16:creationId xmlns:a16="http://schemas.microsoft.com/office/drawing/2014/main" id="{E3D4867F-E4FA-164F-0557-16A1B02A407A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38" name="Rectangle 637">
                  <a:extLst>
                    <a:ext uri="{FF2B5EF4-FFF2-40B4-BE49-F238E27FC236}">
                      <a16:creationId xmlns:a16="http://schemas.microsoft.com/office/drawing/2014/main" id="{E5EDC423-796D-B443-EC3E-EC4415159006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39" name="Rectangle 638">
                  <a:extLst>
                    <a:ext uri="{FF2B5EF4-FFF2-40B4-BE49-F238E27FC236}">
                      <a16:creationId xmlns:a16="http://schemas.microsoft.com/office/drawing/2014/main" id="{D0C15B28-37B3-D77F-CD4D-6FDED44035ED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0" name="Rectangle 639">
                  <a:extLst>
                    <a:ext uri="{FF2B5EF4-FFF2-40B4-BE49-F238E27FC236}">
                      <a16:creationId xmlns:a16="http://schemas.microsoft.com/office/drawing/2014/main" id="{BA4E83E1-194E-07A5-60DE-EFB6F11E3D98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1" name="Rectangle 640">
                  <a:extLst>
                    <a:ext uri="{FF2B5EF4-FFF2-40B4-BE49-F238E27FC236}">
                      <a16:creationId xmlns:a16="http://schemas.microsoft.com/office/drawing/2014/main" id="{B93A19F3-A8ED-3BA6-4BA5-32B5172FD331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2" name="Rectangle 641">
                  <a:extLst>
                    <a:ext uri="{FF2B5EF4-FFF2-40B4-BE49-F238E27FC236}">
                      <a16:creationId xmlns:a16="http://schemas.microsoft.com/office/drawing/2014/main" id="{1A26DED3-9428-6045-6A0E-D86504C8087D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3" name="Rectangle 642">
                  <a:extLst>
                    <a:ext uri="{FF2B5EF4-FFF2-40B4-BE49-F238E27FC236}">
                      <a16:creationId xmlns:a16="http://schemas.microsoft.com/office/drawing/2014/main" id="{DBA20A48-1AB3-2939-70D0-B9ACB50D9588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4" name="Rectangle 643">
                  <a:extLst>
                    <a:ext uri="{FF2B5EF4-FFF2-40B4-BE49-F238E27FC236}">
                      <a16:creationId xmlns:a16="http://schemas.microsoft.com/office/drawing/2014/main" id="{4C9CF9A7-1292-F701-55A4-934396188B3F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5" name="Rectangle 644">
                  <a:extLst>
                    <a:ext uri="{FF2B5EF4-FFF2-40B4-BE49-F238E27FC236}">
                      <a16:creationId xmlns:a16="http://schemas.microsoft.com/office/drawing/2014/main" id="{354F0460-02CE-8BE2-0468-BC5AF1DD0DFA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6" name="Rectangle 645">
                  <a:extLst>
                    <a:ext uri="{FF2B5EF4-FFF2-40B4-BE49-F238E27FC236}">
                      <a16:creationId xmlns:a16="http://schemas.microsoft.com/office/drawing/2014/main" id="{0354DF25-F70E-365E-D684-4F04B3636759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7" name="Rectangle 646">
                  <a:extLst>
                    <a:ext uri="{FF2B5EF4-FFF2-40B4-BE49-F238E27FC236}">
                      <a16:creationId xmlns:a16="http://schemas.microsoft.com/office/drawing/2014/main" id="{2AE51A09-EA1D-F6BD-B96C-D991D37B65BD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8" name="Rectangle 647">
                  <a:extLst>
                    <a:ext uri="{FF2B5EF4-FFF2-40B4-BE49-F238E27FC236}">
                      <a16:creationId xmlns:a16="http://schemas.microsoft.com/office/drawing/2014/main" id="{686E5E51-7E6F-88EF-2545-A16C3D02B767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9" name="Rectangle 648">
                  <a:extLst>
                    <a:ext uri="{FF2B5EF4-FFF2-40B4-BE49-F238E27FC236}">
                      <a16:creationId xmlns:a16="http://schemas.microsoft.com/office/drawing/2014/main" id="{79E4079C-FED1-2D06-5A1D-085B33263D7F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0" name="Rectangle 649">
                  <a:extLst>
                    <a:ext uri="{FF2B5EF4-FFF2-40B4-BE49-F238E27FC236}">
                      <a16:creationId xmlns:a16="http://schemas.microsoft.com/office/drawing/2014/main" id="{66E5AF73-A0BE-C894-AC0B-85CDE1E4023A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1" name="Rectangle 650">
                  <a:extLst>
                    <a:ext uri="{FF2B5EF4-FFF2-40B4-BE49-F238E27FC236}">
                      <a16:creationId xmlns:a16="http://schemas.microsoft.com/office/drawing/2014/main" id="{F87970F3-9C23-78C9-43E9-18024DFE9E8E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2" name="Rectangle 651">
                  <a:extLst>
                    <a:ext uri="{FF2B5EF4-FFF2-40B4-BE49-F238E27FC236}">
                      <a16:creationId xmlns:a16="http://schemas.microsoft.com/office/drawing/2014/main" id="{E451CADB-290C-9B01-6B3B-D699DEB55EC2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3" name="Rectangle 652">
                  <a:extLst>
                    <a:ext uri="{FF2B5EF4-FFF2-40B4-BE49-F238E27FC236}">
                      <a16:creationId xmlns:a16="http://schemas.microsoft.com/office/drawing/2014/main" id="{1C87CC68-9DD1-9B12-3E55-22691588E2A0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4" name="Rectangle 653">
                  <a:extLst>
                    <a:ext uri="{FF2B5EF4-FFF2-40B4-BE49-F238E27FC236}">
                      <a16:creationId xmlns:a16="http://schemas.microsoft.com/office/drawing/2014/main" id="{D279A354-D0B0-C32F-1322-0FB0DC35FC87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5" name="Rectangle 654">
                  <a:extLst>
                    <a:ext uri="{FF2B5EF4-FFF2-40B4-BE49-F238E27FC236}">
                      <a16:creationId xmlns:a16="http://schemas.microsoft.com/office/drawing/2014/main" id="{4577E98C-0DB0-BCF3-60E5-82A4CDA8A41B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6" name="Rectangle 655">
                  <a:extLst>
                    <a:ext uri="{FF2B5EF4-FFF2-40B4-BE49-F238E27FC236}">
                      <a16:creationId xmlns:a16="http://schemas.microsoft.com/office/drawing/2014/main" id="{BE67733F-287C-8668-E49A-51FFD83560BF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7" name="Rectangle 656">
                  <a:extLst>
                    <a:ext uri="{FF2B5EF4-FFF2-40B4-BE49-F238E27FC236}">
                      <a16:creationId xmlns:a16="http://schemas.microsoft.com/office/drawing/2014/main" id="{F5F4B0D6-DA04-865D-8193-E61CFCE66436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8" name="Rectangle 657">
                  <a:extLst>
                    <a:ext uri="{FF2B5EF4-FFF2-40B4-BE49-F238E27FC236}">
                      <a16:creationId xmlns:a16="http://schemas.microsoft.com/office/drawing/2014/main" id="{E539025F-9265-C39E-1846-D11A170B75EB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9" name="Rectangle 658">
                  <a:extLst>
                    <a:ext uri="{FF2B5EF4-FFF2-40B4-BE49-F238E27FC236}">
                      <a16:creationId xmlns:a16="http://schemas.microsoft.com/office/drawing/2014/main" id="{D331137A-BE2E-A588-C2A0-5CF7C22E19F9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562" name="Group 561">
                <a:extLst>
                  <a:ext uri="{FF2B5EF4-FFF2-40B4-BE49-F238E27FC236}">
                    <a16:creationId xmlns:a16="http://schemas.microsoft.com/office/drawing/2014/main" id="{3201218F-4514-A964-0E67-14362B693491}"/>
                  </a:ext>
                </a:extLst>
              </p:cNvPr>
              <p:cNvGrpSpPr/>
              <p:nvPr/>
            </p:nvGrpSpPr>
            <p:grpSpPr>
              <a:xfrm>
                <a:off x="3309773" y="2853751"/>
                <a:ext cx="1178410" cy="423481"/>
                <a:chOff x="4371655" y="1984715"/>
                <a:chExt cx="1178410" cy="423481"/>
              </a:xfrm>
              <a:grpFill/>
            </p:grpSpPr>
            <p:sp>
              <p:nvSpPr>
                <p:cNvPr id="588" name="Rectangle 587">
                  <a:extLst>
                    <a:ext uri="{FF2B5EF4-FFF2-40B4-BE49-F238E27FC236}">
                      <a16:creationId xmlns:a16="http://schemas.microsoft.com/office/drawing/2014/main" id="{8A894864-4223-D73F-464D-E743AFA4EBEC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9" name="Rectangle 588">
                  <a:extLst>
                    <a:ext uri="{FF2B5EF4-FFF2-40B4-BE49-F238E27FC236}">
                      <a16:creationId xmlns:a16="http://schemas.microsoft.com/office/drawing/2014/main" id="{B56B1F5F-8350-50E4-1F60-CE7B33614302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0" name="Rectangle 589">
                  <a:extLst>
                    <a:ext uri="{FF2B5EF4-FFF2-40B4-BE49-F238E27FC236}">
                      <a16:creationId xmlns:a16="http://schemas.microsoft.com/office/drawing/2014/main" id="{EE2D8045-D3B0-29C4-C778-0CEF6849A595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1" name="Rectangle 590">
                  <a:extLst>
                    <a:ext uri="{FF2B5EF4-FFF2-40B4-BE49-F238E27FC236}">
                      <a16:creationId xmlns:a16="http://schemas.microsoft.com/office/drawing/2014/main" id="{91609977-6D29-C3A1-43EE-487BEC6A7F9C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2" name="Rectangle 591">
                  <a:extLst>
                    <a:ext uri="{FF2B5EF4-FFF2-40B4-BE49-F238E27FC236}">
                      <a16:creationId xmlns:a16="http://schemas.microsoft.com/office/drawing/2014/main" id="{3B83BE1C-558D-23A6-33D7-42AA97CD7696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3" name="Rectangle 592">
                  <a:extLst>
                    <a:ext uri="{FF2B5EF4-FFF2-40B4-BE49-F238E27FC236}">
                      <a16:creationId xmlns:a16="http://schemas.microsoft.com/office/drawing/2014/main" id="{15752FEB-5F52-C3CC-432D-6D7A6923E45A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4" name="Rectangle 593">
                  <a:extLst>
                    <a:ext uri="{FF2B5EF4-FFF2-40B4-BE49-F238E27FC236}">
                      <a16:creationId xmlns:a16="http://schemas.microsoft.com/office/drawing/2014/main" id="{E1891C3E-1719-D4B1-7882-13040F2557F5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5" name="Rectangle 594">
                  <a:extLst>
                    <a:ext uri="{FF2B5EF4-FFF2-40B4-BE49-F238E27FC236}">
                      <a16:creationId xmlns:a16="http://schemas.microsoft.com/office/drawing/2014/main" id="{E5713E9C-7A13-0EC3-F4DF-017CCD5EBE21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6" name="Rectangle 595">
                  <a:extLst>
                    <a:ext uri="{FF2B5EF4-FFF2-40B4-BE49-F238E27FC236}">
                      <a16:creationId xmlns:a16="http://schemas.microsoft.com/office/drawing/2014/main" id="{A489004A-F1FF-C936-5F59-401806D108F7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7" name="Rectangle 596">
                  <a:extLst>
                    <a:ext uri="{FF2B5EF4-FFF2-40B4-BE49-F238E27FC236}">
                      <a16:creationId xmlns:a16="http://schemas.microsoft.com/office/drawing/2014/main" id="{AFAE5014-FBE4-E63B-7DB7-25E2DE3EBF58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8" name="Rectangle 597">
                  <a:extLst>
                    <a:ext uri="{FF2B5EF4-FFF2-40B4-BE49-F238E27FC236}">
                      <a16:creationId xmlns:a16="http://schemas.microsoft.com/office/drawing/2014/main" id="{0ED91DF5-6FB5-648F-B51F-AD7918D0B85B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9" name="Rectangle 598">
                  <a:extLst>
                    <a:ext uri="{FF2B5EF4-FFF2-40B4-BE49-F238E27FC236}">
                      <a16:creationId xmlns:a16="http://schemas.microsoft.com/office/drawing/2014/main" id="{98DC325A-0182-AB78-849E-9BC8B067E95C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0" name="Rectangle 599">
                  <a:extLst>
                    <a:ext uri="{FF2B5EF4-FFF2-40B4-BE49-F238E27FC236}">
                      <a16:creationId xmlns:a16="http://schemas.microsoft.com/office/drawing/2014/main" id="{BDB92AC0-5FBC-8DC3-3601-92D47DE4D9EC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1" name="Rectangle 600">
                  <a:extLst>
                    <a:ext uri="{FF2B5EF4-FFF2-40B4-BE49-F238E27FC236}">
                      <a16:creationId xmlns:a16="http://schemas.microsoft.com/office/drawing/2014/main" id="{C6D6BDA4-EA1B-E50D-DB85-7FF4D16D6CD1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2" name="Rectangle 601">
                  <a:extLst>
                    <a:ext uri="{FF2B5EF4-FFF2-40B4-BE49-F238E27FC236}">
                      <a16:creationId xmlns:a16="http://schemas.microsoft.com/office/drawing/2014/main" id="{8EC068C0-C545-6C76-6C8B-A1D0C856D61D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3" name="Rectangle 602">
                  <a:extLst>
                    <a:ext uri="{FF2B5EF4-FFF2-40B4-BE49-F238E27FC236}">
                      <a16:creationId xmlns:a16="http://schemas.microsoft.com/office/drawing/2014/main" id="{20223C40-F34A-6988-2B21-1AE71FF5CE3A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4" name="Rectangle 603">
                  <a:extLst>
                    <a:ext uri="{FF2B5EF4-FFF2-40B4-BE49-F238E27FC236}">
                      <a16:creationId xmlns:a16="http://schemas.microsoft.com/office/drawing/2014/main" id="{D31DD348-BFDC-A2FA-F7ED-22F38BBB184F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5" name="Rectangle 604">
                  <a:extLst>
                    <a:ext uri="{FF2B5EF4-FFF2-40B4-BE49-F238E27FC236}">
                      <a16:creationId xmlns:a16="http://schemas.microsoft.com/office/drawing/2014/main" id="{3C4C2F6D-EDE8-C0FF-6857-B618F91A614A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6" name="Rectangle 605">
                  <a:extLst>
                    <a:ext uri="{FF2B5EF4-FFF2-40B4-BE49-F238E27FC236}">
                      <a16:creationId xmlns:a16="http://schemas.microsoft.com/office/drawing/2014/main" id="{C6015E71-E805-968A-F92B-D0A60F6C068B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7" name="Rectangle 606">
                  <a:extLst>
                    <a:ext uri="{FF2B5EF4-FFF2-40B4-BE49-F238E27FC236}">
                      <a16:creationId xmlns:a16="http://schemas.microsoft.com/office/drawing/2014/main" id="{D7666D90-B77E-748F-ABF7-6DD937196EC5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8" name="Rectangle 607">
                  <a:extLst>
                    <a:ext uri="{FF2B5EF4-FFF2-40B4-BE49-F238E27FC236}">
                      <a16:creationId xmlns:a16="http://schemas.microsoft.com/office/drawing/2014/main" id="{C4249E04-E27E-1521-4CDB-3C194769DDFD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9" name="Rectangle 608">
                  <a:extLst>
                    <a:ext uri="{FF2B5EF4-FFF2-40B4-BE49-F238E27FC236}">
                      <a16:creationId xmlns:a16="http://schemas.microsoft.com/office/drawing/2014/main" id="{3B8CD70C-7900-56B7-2ACF-E06565941F4A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10" name="Rectangle 609">
                  <a:extLst>
                    <a:ext uri="{FF2B5EF4-FFF2-40B4-BE49-F238E27FC236}">
                      <a16:creationId xmlns:a16="http://schemas.microsoft.com/office/drawing/2014/main" id="{9613E196-0995-2BD3-22E8-40C8142EF0B7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11" name="Rectangle 610">
                  <a:extLst>
                    <a:ext uri="{FF2B5EF4-FFF2-40B4-BE49-F238E27FC236}">
                      <a16:creationId xmlns:a16="http://schemas.microsoft.com/office/drawing/2014/main" id="{AB4B1FFD-2415-741B-E404-5FF6B2491C2A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563" name="Group 562">
                <a:extLst>
                  <a:ext uri="{FF2B5EF4-FFF2-40B4-BE49-F238E27FC236}">
                    <a16:creationId xmlns:a16="http://schemas.microsoft.com/office/drawing/2014/main" id="{51E72EC0-563D-B788-080C-7B3BC32FE3ED}"/>
                  </a:ext>
                </a:extLst>
              </p:cNvPr>
              <p:cNvGrpSpPr/>
              <p:nvPr/>
            </p:nvGrpSpPr>
            <p:grpSpPr>
              <a:xfrm>
                <a:off x="3309773" y="2426216"/>
                <a:ext cx="1178410" cy="423481"/>
                <a:chOff x="4371655" y="1984715"/>
                <a:chExt cx="1178410" cy="423481"/>
              </a:xfrm>
              <a:grpFill/>
            </p:grpSpPr>
            <p:sp>
              <p:nvSpPr>
                <p:cNvPr id="564" name="Rectangle 563">
                  <a:extLst>
                    <a:ext uri="{FF2B5EF4-FFF2-40B4-BE49-F238E27FC236}">
                      <a16:creationId xmlns:a16="http://schemas.microsoft.com/office/drawing/2014/main" id="{1AC1CA91-9EDB-DA2B-98AA-F5DB3579D1B2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5" name="Rectangle 564">
                  <a:extLst>
                    <a:ext uri="{FF2B5EF4-FFF2-40B4-BE49-F238E27FC236}">
                      <a16:creationId xmlns:a16="http://schemas.microsoft.com/office/drawing/2014/main" id="{11BC3B3F-AF92-E42D-2845-5D7279E9383D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6" name="Rectangle 565">
                  <a:extLst>
                    <a:ext uri="{FF2B5EF4-FFF2-40B4-BE49-F238E27FC236}">
                      <a16:creationId xmlns:a16="http://schemas.microsoft.com/office/drawing/2014/main" id="{23532344-0E7B-26B8-E402-8FF1D6019726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7" name="Rectangle 566">
                  <a:extLst>
                    <a:ext uri="{FF2B5EF4-FFF2-40B4-BE49-F238E27FC236}">
                      <a16:creationId xmlns:a16="http://schemas.microsoft.com/office/drawing/2014/main" id="{B75FD886-CA78-8AA1-9C42-7E10507F1A14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8" name="Rectangle 567">
                  <a:extLst>
                    <a:ext uri="{FF2B5EF4-FFF2-40B4-BE49-F238E27FC236}">
                      <a16:creationId xmlns:a16="http://schemas.microsoft.com/office/drawing/2014/main" id="{7C1048D2-3C10-36E9-2201-951853B41FA3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9" name="Rectangle 568">
                  <a:extLst>
                    <a:ext uri="{FF2B5EF4-FFF2-40B4-BE49-F238E27FC236}">
                      <a16:creationId xmlns:a16="http://schemas.microsoft.com/office/drawing/2014/main" id="{2A935F5F-0104-89A2-85AA-E723E2F9908D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0" name="Rectangle 569">
                  <a:extLst>
                    <a:ext uri="{FF2B5EF4-FFF2-40B4-BE49-F238E27FC236}">
                      <a16:creationId xmlns:a16="http://schemas.microsoft.com/office/drawing/2014/main" id="{5F4AAE30-D54E-F26F-6FF2-055244EF3076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1" name="Rectangle 570">
                  <a:extLst>
                    <a:ext uri="{FF2B5EF4-FFF2-40B4-BE49-F238E27FC236}">
                      <a16:creationId xmlns:a16="http://schemas.microsoft.com/office/drawing/2014/main" id="{DA703BAF-A135-735D-6F0C-1808CECF8148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2" name="Rectangle 571">
                  <a:extLst>
                    <a:ext uri="{FF2B5EF4-FFF2-40B4-BE49-F238E27FC236}">
                      <a16:creationId xmlns:a16="http://schemas.microsoft.com/office/drawing/2014/main" id="{CC439B85-5D46-2B5F-6AD7-336A6888DB9E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3" name="Rectangle 572">
                  <a:extLst>
                    <a:ext uri="{FF2B5EF4-FFF2-40B4-BE49-F238E27FC236}">
                      <a16:creationId xmlns:a16="http://schemas.microsoft.com/office/drawing/2014/main" id="{44A39F0B-3A4C-C2E4-E416-1ED6AFD92383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4" name="Rectangle 573">
                  <a:extLst>
                    <a:ext uri="{FF2B5EF4-FFF2-40B4-BE49-F238E27FC236}">
                      <a16:creationId xmlns:a16="http://schemas.microsoft.com/office/drawing/2014/main" id="{DCFBC1E8-283E-77C1-3E70-58B42661F49B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5" name="Rectangle 574">
                  <a:extLst>
                    <a:ext uri="{FF2B5EF4-FFF2-40B4-BE49-F238E27FC236}">
                      <a16:creationId xmlns:a16="http://schemas.microsoft.com/office/drawing/2014/main" id="{39BA7CFC-FFB7-1710-2C4A-205EAD5B1B4C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6" name="Rectangle 575">
                  <a:extLst>
                    <a:ext uri="{FF2B5EF4-FFF2-40B4-BE49-F238E27FC236}">
                      <a16:creationId xmlns:a16="http://schemas.microsoft.com/office/drawing/2014/main" id="{A0EF4930-18D8-4312-6786-01185BE49B35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7" name="Rectangle 576">
                  <a:extLst>
                    <a:ext uri="{FF2B5EF4-FFF2-40B4-BE49-F238E27FC236}">
                      <a16:creationId xmlns:a16="http://schemas.microsoft.com/office/drawing/2014/main" id="{D4FDEFA1-F2DD-6422-F84C-6D76D5F891BE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8" name="Rectangle 577">
                  <a:extLst>
                    <a:ext uri="{FF2B5EF4-FFF2-40B4-BE49-F238E27FC236}">
                      <a16:creationId xmlns:a16="http://schemas.microsoft.com/office/drawing/2014/main" id="{61013FCA-0FA1-6A9B-B026-33E9744BFC75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9" name="Rectangle 578">
                  <a:extLst>
                    <a:ext uri="{FF2B5EF4-FFF2-40B4-BE49-F238E27FC236}">
                      <a16:creationId xmlns:a16="http://schemas.microsoft.com/office/drawing/2014/main" id="{09E71DD6-BA14-8592-45F5-6BA8E0BF7E1E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0" name="Rectangle 579">
                  <a:extLst>
                    <a:ext uri="{FF2B5EF4-FFF2-40B4-BE49-F238E27FC236}">
                      <a16:creationId xmlns:a16="http://schemas.microsoft.com/office/drawing/2014/main" id="{E4276411-6517-7E90-408A-5F8219E1BFC5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1" name="Rectangle 580">
                  <a:extLst>
                    <a:ext uri="{FF2B5EF4-FFF2-40B4-BE49-F238E27FC236}">
                      <a16:creationId xmlns:a16="http://schemas.microsoft.com/office/drawing/2014/main" id="{AF408E81-6F83-1737-3F73-A774A7FC3BB5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2" name="Rectangle 581">
                  <a:extLst>
                    <a:ext uri="{FF2B5EF4-FFF2-40B4-BE49-F238E27FC236}">
                      <a16:creationId xmlns:a16="http://schemas.microsoft.com/office/drawing/2014/main" id="{43B42F16-1208-EE7A-7B61-7D6B921CDD9B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3" name="Rectangle 582">
                  <a:extLst>
                    <a:ext uri="{FF2B5EF4-FFF2-40B4-BE49-F238E27FC236}">
                      <a16:creationId xmlns:a16="http://schemas.microsoft.com/office/drawing/2014/main" id="{0C8FFEBA-F04A-C03C-F53C-4DEFD03F0076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4" name="Rectangle 583">
                  <a:extLst>
                    <a:ext uri="{FF2B5EF4-FFF2-40B4-BE49-F238E27FC236}">
                      <a16:creationId xmlns:a16="http://schemas.microsoft.com/office/drawing/2014/main" id="{091C3CC4-925C-3709-8788-8ABF5426FB15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5" name="Rectangle 584">
                  <a:extLst>
                    <a:ext uri="{FF2B5EF4-FFF2-40B4-BE49-F238E27FC236}">
                      <a16:creationId xmlns:a16="http://schemas.microsoft.com/office/drawing/2014/main" id="{81281342-4A8E-0BB5-97A5-4364278746F3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6" name="Rectangle 585">
                  <a:extLst>
                    <a:ext uri="{FF2B5EF4-FFF2-40B4-BE49-F238E27FC236}">
                      <a16:creationId xmlns:a16="http://schemas.microsoft.com/office/drawing/2014/main" id="{1A12F358-3F70-22F0-13C8-54D145666259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7" name="Rectangle 586">
                  <a:extLst>
                    <a:ext uri="{FF2B5EF4-FFF2-40B4-BE49-F238E27FC236}">
                      <a16:creationId xmlns:a16="http://schemas.microsoft.com/office/drawing/2014/main" id="{963F6CA1-5816-B014-352D-D14132DD9BDD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</p:grpSp>
      <p:cxnSp>
        <p:nvCxnSpPr>
          <p:cNvPr id="782" name="Elbow Connector 781">
            <a:extLst>
              <a:ext uri="{FF2B5EF4-FFF2-40B4-BE49-F238E27FC236}">
                <a16:creationId xmlns:a16="http://schemas.microsoft.com/office/drawing/2014/main" id="{9CD91A2E-08B7-4FF8-0F86-38ECE2DF642F}"/>
              </a:ext>
            </a:extLst>
          </p:cNvPr>
          <p:cNvCxnSpPr>
            <a:cxnSpLocks/>
            <a:stCxn id="581" idx="1"/>
            <a:endCxn id="691" idx="3"/>
          </p:cNvCxnSpPr>
          <p:nvPr/>
        </p:nvCxnSpPr>
        <p:spPr>
          <a:xfrm flipV="1">
            <a:off x="4488183" y="1771717"/>
            <a:ext cx="684801" cy="708133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Elbow Connector 784">
            <a:extLst>
              <a:ext uri="{FF2B5EF4-FFF2-40B4-BE49-F238E27FC236}">
                <a16:creationId xmlns:a16="http://schemas.microsoft.com/office/drawing/2014/main" id="{2198B98B-EE88-A53D-2086-0A2521707372}"/>
              </a:ext>
            </a:extLst>
          </p:cNvPr>
          <p:cNvCxnSpPr>
            <a:cxnSpLocks/>
            <a:stCxn id="581" idx="1"/>
            <a:endCxn id="765" idx="3"/>
          </p:cNvCxnSpPr>
          <p:nvPr/>
        </p:nvCxnSpPr>
        <p:spPr>
          <a:xfrm>
            <a:off x="4488183" y="2479850"/>
            <a:ext cx="674970" cy="299771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0" name="Group 789">
            <a:extLst>
              <a:ext uri="{FF2B5EF4-FFF2-40B4-BE49-F238E27FC236}">
                <a16:creationId xmlns:a16="http://schemas.microsoft.com/office/drawing/2014/main" id="{4BCA3E96-07FB-7783-98EC-8D79691B9874}"/>
              </a:ext>
            </a:extLst>
          </p:cNvPr>
          <p:cNvGrpSpPr/>
          <p:nvPr/>
        </p:nvGrpSpPr>
        <p:grpSpPr>
          <a:xfrm>
            <a:off x="5172984" y="757665"/>
            <a:ext cx="2181545" cy="1596896"/>
            <a:chOff x="5172984" y="757665"/>
            <a:chExt cx="2181545" cy="1596896"/>
          </a:xfrm>
        </p:grpSpPr>
        <p:grpSp>
          <p:nvGrpSpPr>
            <p:cNvPr id="755" name="Group 754">
              <a:extLst>
                <a:ext uri="{FF2B5EF4-FFF2-40B4-BE49-F238E27FC236}">
                  <a16:creationId xmlns:a16="http://schemas.microsoft.com/office/drawing/2014/main" id="{558BF3C4-8395-E9A2-9351-9616CC06B1CD}"/>
                </a:ext>
              </a:extLst>
            </p:cNvPr>
            <p:cNvGrpSpPr/>
            <p:nvPr/>
          </p:nvGrpSpPr>
          <p:grpSpPr>
            <a:xfrm>
              <a:off x="5172984" y="1081314"/>
              <a:ext cx="1178410" cy="1273247"/>
              <a:chOff x="5713760" y="1480443"/>
              <a:chExt cx="1178410" cy="1273247"/>
            </a:xfrm>
          </p:grpSpPr>
          <p:grpSp>
            <p:nvGrpSpPr>
              <p:cNvPr id="680" name="Group 679">
                <a:extLst>
                  <a:ext uri="{FF2B5EF4-FFF2-40B4-BE49-F238E27FC236}">
                    <a16:creationId xmlns:a16="http://schemas.microsoft.com/office/drawing/2014/main" id="{C7475EC0-D2C2-D066-8DDC-505F42C7E323}"/>
                  </a:ext>
                </a:extLst>
              </p:cNvPr>
              <p:cNvGrpSpPr/>
              <p:nvPr/>
            </p:nvGrpSpPr>
            <p:grpSpPr>
              <a:xfrm>
                <a:off x="5713760" y="1480443"/>
                <a:ext cx="1178410" cy="429076"/>
                <a:chOff x="4371655" y="1557867"/>
                <a:chExt cx="1178410" cy="429076"/>
              </a:xfrm>
              <a:solidFill>
                <a:srgbClr val="00B0F0"/>
              </a:solidFill>
            </p:grpSpPr>
            <p:sp>
              <p:nvSpPr>
                <p:cNvPr id="731" name="Rectangle 730">
                  <a:extLst>
                    <a:ext uri="{FF2B5EF4-FFF2-40B4-BE49-F238E27FC236}">
                      <a16:creationId xmlns:a16="http://schemas.microsoft.com/office/drawing/2014/main" id="{2E092C1F-4914-4AE9-BB2C-0A0A6AF9C6B5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2" name="Rectangle 731">
                  <a:extLst>
                    <a:ext uri="{FF2B5EF4-FFF2-40B4-BE49-F238E27FC236}">
                      <a16:creationId xmlns:a16="http://schemas.microsoft.com/office/drawing/2014/main" id="{7027ABA7-3663-8CA1-ACC4-E470C4D0BEC1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3" name="Rectangle 732">
                  <a:extLst>
                    <a:ext uri="{FF2B5EF4-FFF2-40B4-BE49-F238E27FC236}">
                      <a16:creationId xmlns:a16="http://schemas.microsoft.com/office/drawing/2014/main" id="{DEB8DB71-EDDE-AF89-F564-5BA2026F1B18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4" name="Rectangle 733">
                  <a:extLst>
                    <a:ext uri="{FF2B5EF4-FFF2-40B4-BE49-F238E27FC236}">
                      <a16:creationId xmlns:a16="http://schemas.microsoft.com/office/drawing/2014/main" id="{C92D2ED0-EB63-8407-9C7F-4092CB3DBCCE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5" name="Rectangle 734">
                  <a:extLst>
                    <a:ext uri="{FF2B5EF4-FFF2-40B4-BE49-F238E27FC236}">
                      <a16:creationId xmlns:a16="http://schemas.microsoft.com/office/drawing/2014/main" id="{E7C6031A-941D-DF87-C544-47ABA1B9D882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6" name="Rectangle 735">
                  <a:extLst>
                    <a:ext uri="{FF2B5EF4-FFF2-40B4-BE49-F238E27FC236}">
                      <a16:creationId xmlns:a16="http://schemas.microsoft.com/office/drawing/2014/main" id="{9CD880C6-F32B-3B88-9DCD-AB5CA70DF7DB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7" name="Rectangle 736">
                  <a:extLst>
                    <a:ext uri="{FF2B5EF4-FFF2-40B4-BE49-F238E27FC236}">
                      <a16:creationId xmlns:a16="http://schemas.microsoft.com/office/drawing/2014/main" id="{B23415E3-0B40-8333-CA4A-2F6DA7C39D94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8" name="Rectangle 737">
                  <a:extLst>
                    <a:ext uri="{FF2B5EF4-FFF2-40B4-BE49-F238E27FC236}">
                      <a16:creationId xmlns:a16="http://schemas.microsoft.com/office/drawing/2014/main" id="{43A93346-30CA-40FE-F5C0-78AD3F3CF898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9" name="Rectangle 738">
                  <a:extLst>
                    <a:ext uri="{FF2B5EF4-FFF2-40B4-BE49-F238E27FC236}">
                      <a16:creationId xmlns:a16="http://schemas.microsoft.com/office/drawing/2014/main" id="{E49A7F0A-AA65-755F-4F30-1905B93A2A44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0" name="Rectangle 739">
                  <a:extLst>
                    <a:ext uri="{FF2B5EF4-FFF2-40B4-BE49-F238E27FC236}">
                      <a16:creationId xmlns:a16="http://schemas.microsoft.com/office/drawing/2014/main" id="{6C09C817-E68C-4ACE-C2DC-6D1902D7A906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1" name="Rectangle 740">
                  <a:extLst>
                    <a:ext uri="{FF2B5EF4-FFF2-40B4-BE49-F238E27FC236}">
                      <a16:creationId xmlns:a16="http://schemas.microsoft.com/office/drawing/2014/main" id="{D0BB55F6-3295-1B5E-1007-9B03D8F133B9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2" name="Rectangle 741">
                  <a:extLst>
                    <a:ext uri="{FF2B5EF4-FFF2-40B4-BE49-F238E27FC236}">
                      <a16:creationId xmlns:a16="http://schemas.microsoft.com/office/drawing/2014/main" id="{F9F87FD2-4398-2143-F39B-97A09379F4D0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3" name="Rectangle 742">
                  <a:extLst>
                    <a:ext uri="{FF2B5EF4-FFF2-40B4-BE49-F238E27FC236}">
                      <a16:creationId xmlns:a16="http://schemas.microsoft.com/office/drawing/2014/main" id="{C628312E-5940-3E95-D6D4-643B7B3066A2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4" name="Rectangle 743">
                  <a:extLst>
                    <a:ext uri="{FF2B5EF4-FFF2-40B4-BE49-F238E27FC236}">
                      <a16:creationId xmlns:a16="http://schemas.microsoft.com/office/drawing/2014/main" id="{AE18E95C-1687-7097-14D6-3DE39931AAB8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5" name="Rectangle 744">
                  <a:extLst>
                    <a:ext uri="{FF2B5EF4-FFF2-40B4-BE49-F238E27FC236}">
                      <a16:creationId xmlns:a16="http://schemas.microsoft.com/office/drawing/2014/main" id="{05A469B0-186E-9D87-0044-0967D1695FE6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6" name="Rectangle 745">
                  <a:extLst>
                    <a:ext uri="{FF2B5EF4-FFF2-40B4-BE49-F238E27FC236}">
                      <a16:creationId xmlns:a16="http://schemas.microsoft.com/office/drawing/2014/main" id="{98AFDD34-C217-4233-6124-5DCBA003B071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7" name="Rectangle 746">
                  <a:extLst>
                    <a:ext uri="{FF2B5EF4-FFF2-40B4-BE49-F238E27FC236}">
                      <a16:creationId xmlns:a16="http://schemas.microsoft.com/office/drawing/2014/main" id="{71F388A8-CEF7-43DA-E68D-1C16FC34C2FD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8" name="Rectangle 747">
                  <a:extLst>
                    <a:ext uri="{FF2B5EF4-FFF2-40B4-BE49-F238E27FC236}">
                      <a16:creationId xmlns:a16="http://schemas.microsoft.com/office/drawing/2014/main" id="{755F0C3E-4145-61E3-C3C0-2F38A5F2DA6F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9" name="Rectangle 748">
                  <a:extLst>
                    <a:ext uri="{FF2B5EF4-FFF2-40B4-BE49-F238E27FC236}">
                      <a16:creationId xmlns:a16="http://schemas.microsoft.com/office/drawing/2014/main" id="{7A169CC3-C0C5-39F1-C9EE-FB469E4702EF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50" name="Rectangle 749">
                  <a:extLst>
                    <a:ext uri="{FF2B5EF4-FFF2-40B4-BE49-F238E27FC236}">
                      <a16:creationId xmlns:a16="http://schemas.microsoft.com/office/drawing/2014/main" id="{E4C804E2-D759-CC7A-FFB4-DA7919604851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51" name="Rectangle 750">
                  <a:extLst>
                    <a:ext uri="{FF2B5EF4-FFF2-40B4-BE49-F238E27FC236}">
                      <a16:creationId xmlns:a16="http://schemas.microsoft.com/office/drawing/2014/main" id="{8F37B0E3-D862-F039-3391-9E4E3745B07F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52" name="Rectangle 751">
                  <a:extLst>
                    <a:ext uri="{FF2B5EF4-FFF2-40B4-BE49-F238E27FC236}">
                      <a16:creationId xmlns:a16="http://schemas.microsoft.com/office/drawing/2014/main" id="{A221112F-69B5-D630-FA85-4D9A1D5A01B9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53" name="Rectangle 752">
                  <a:extLst>
                    <a:ext uri="{FF2B5EF4-FFF2-40B4-BE49-F238E27FC236}">
                      <a16:creationId xmlns:a16="http://schemas.microsoft.com/office/drawing/2014/main" id="{F0306E45-9F41-0EAB-F9E6-C93F2E0FDE15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D8934737-9FB6-70D3-D043-B1DC3D8DB304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681" name="Group 680">
                <a:extLst>
                  <a:ext uri="{FF2B5EF4-FFF2-40B4-BE49-F238E27FC236}">
                    <a16:creationId xmlns:a16="http://schemas.microsoft.com/office/drawing/2014/main" id="{B7D90885-A0A1-5CA2-AE20-BD2F34A9BD4B}"/>
                  </a:ext>
                </a:extLst>
              </p:cNvPr>
              <p:cNvGrpSpPr/>
              <p:nvPr/>
            </p:nvGrpSpPr>
            <p:grpSpPr>
              <a:xfrm>
                <a:off x="5713760" y="2330209"/>
                <a:ext cx="1178410" cy="423481"/>
                <a:chOff x="4371655" y="1984715"/>
                <a:chExt cx="1178410" cy="423481"/>
              </a:xfrm>
              <a:solidFill>
                <a:srgbClr val="00B0F0"/>
              </a:solidFill>
            </p:grpSpPr>
            <p:sp>
              <p:nvSpPr>
                <p:cNvPr id="707" name="Rectangle 706">
                  <a:extLst>
                    <a:ext uri="{FF2B5EF4-FFF2-40B4-BE49-F238E27FC236}">
                      <a16:creationId xmlns:a16="http://schemas.microsoft.com/office/drawing/2014/main" id="{1B18C8AC-C5F9-165E-6608-7CDB7598AF29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8" name="Rectangle 707">
                  <a:extLst>
                    <a:ext uri="{FF2B5EF4-FFF2-40B4-BE49-F238E27FC236}">
                      <a16:creationId xmlns:a16="http://schemas.microsoft.com/office/drawing/2014/main" id="{D3A9C8D1-607F-1C9D-5B36-A2FD622FDED3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9" name="Rectangle 708">
                  <a:extLst>
                    <a:ext uri="{FF2B5EF4-FFF2-40B4-BE49-F238E27FC236}">
                      <a16:creationId xmlns:a16="http://schemas.microsoft.com/office/drawing/2014/main" id="{9B04327C-3596-8E60-CB17-D5A2EF0E4645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0" name="Rectangle 709">
                  <a:extLst>
                    <a:ext uri="{FF2B5EF4-FFF2-40B4-BE49-F238E27FC236}">
                      <a16:creationId xmlns:a16="http://schemas.microsoft.com/office/drawing/2014/main" id="{4C18AA7C-DF53-96E6-7660-56B191FB87CE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1" name="Rectangle 710">
                  <a:extLst>
                    <a:ext uri="{FF2B5EF4-FFF2-40B4-BE49-F238E27FC236}">
                      <a16:creationId xmlns:a16="http://schemas.microsoft.com/office/drawing/2014/main" id="{8591F285-53CA-B351-5D11-DD9845E861F8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98385DED-BD2C-3F74-4BF3-BEDD05F8FECE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3" name="Rectangle 712">
                  <a:extLst>
                    <a:ext uri="{FF2B5EF4-FFF2-40B4-BE49-F238E27FC236}">
                      <a16:creationId xmlns:a16="http://schemas.microsoft.com/office/drawing/2014/main" id="{2C633245-2350-B9B6-6A50-DA24C6CAE30C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4" name="Rectangle 713">
                  <a:extLst>
                    <a:ext uri="{FF2B5EF4-FFF2-40B4-BE49-F238E27FC236}">
                      <a16:creationId xmlns:a16="http://schemas.microsoft.com/office/drawing/2014/main" id="{04087BB2-9C4E-D1EB-777D-BE000EB2B16E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5" name="Rectangle 714">
                  <a:extLst>
                    <a:ext uri="{FF2B5EF4-FFF2-40B4-BE49-F238E27FC236}">
                      <a16:creationId xmlns:a16="http://schemas.microsoft.com/office/drawing/2014/main" id="{DB6C46B3-04AF-1643-45F1-52A8205C8B87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6" name="Rectangle 715">
                  <a:extLst>
                    <a:ext uri="{FF2B5EF4-FFF2-40B4-BE49-F238E27FC236}">
                      <a16:creationId xmlns:a16="http://schemas.microsoft.com/office/drawing/2014/main" id="{C00B3727-E8F4-CB58-1F6D-DB0E1370E38A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7" name="Rectangle 716">
                  <a:extLst>
                    <a:ext uri="{FF2B5EF4-FFF2-40B4-BE49-F238E27FC236}">
                      <a16:creationId xmlns:a16="http://schemas.microsoft.com/office/drawing/2014/main" id="{F3EA5906-6843-EF32-FD43-F5813BB7D76D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8" name="Rectangle 717">
                  <a:extLst>
                    <a:ext uri="{FF2B5EF4-FFF2-40B4-BE49-F238E27FC236}">
                      <a16:creationId xmlns:a16="http://schemas.microsoft.com/office/drawing/2014/main" id="{172BE907-A2E8-3201-57CE-C916A5B70075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9" name="Rectangle 718">
                  <a:extLst>
                    <a:ext uri="{FF2B5EF4-FFF2-40B4-BE49-F238E27FC236}">
                      <a16:creationId xmlns:a16="http://schemas.microsoft.com/office/drawing/2014/main" id="{8E7FE04C-0595-A022-705A-412CE92079FA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0" name="Rectangle 719">
                  <a:extLst>
                    <a:ext uri="{FF2B5EF4-FFF2-40B4-BE49-F238E27FC236}">
                      <a16:creationId xmlns:a16="http://schemas.microsoft.com/office/drawing/2014/main" id="{1C09AD90-79FC-E6E4-62C8-2D3B8FB304BF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1" name="Rectangle 720">
                  <a:extLst>
                    <a:ext uri="{FF2B5EF4-FFF2-40B4-BE49-F238E27FC236}">
                      <a16:creationId xmlns:a16="http://schemas.microsoft.com/office/drawing/2014/main" id="{8EA65224-3E49-D4BF-6F46-6123B6F79689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2" name="Rectangle 721">
                  <a:extLst>
                    <a:ext uri="{FF2B5EF4-FFF2-40B4-BE49-F238E27FC236}">
                      <a16:creationId xmlns:a16="http://schemas.microsoft.com/office/drawing/2014/main" id="{F4613D9A-0115-D121-2230-DF32DD6E03AF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3" name="Rectangle 722">
                  <a:extLst>
                    <a:ext uri="{FF2B5EF4-FFF2-40B4-BE49-F238E27FC236}">
                      <a16:creationId xmlns:a16="http://schemas.microsoft.com/office/drawing/2014/main" id="{F240B384-8CBA-C1BE-A82E-B626F301CA44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4" name="Rectangle 723">
                  <a:extLst>
                    <a:ext uri="{FF2B5EF4-FFF2-40B4-BE49-F238E27FC236}">
                      <a16:creationId xmlns:a16="http://schemas.microsoft.com/office/drawing/2014/main" id="{EECD0C60-413D-0FA8-EE13-04BA89389012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5" name="Rectangle 724">
                  <a:extLst>
                    <a:ext uri="{FF2B5EF4-FFF2-40B4-BE49-F238E27FC236}">
                      <a16:creationId xmlns:a16="http://schemas.microsoft.com/office/drawing/2014/main" id="{16E054E7-37E9-D5F4-BCA7-A165B512C14F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6" name="Rectangle 725">
                  <a:extLst>
                    <a:ext uri="{FF2B5EF4-FFF2-40B4-BE49-F238E27FC236}">
                      <a16:creationId xmlns:a16="http://schemas.microsoft.com/office/drawing/2014/main" id="{020F0481-5320-E45B-BBC3-092CC6CED4B7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7" name="Rectangle 726">
                  <a:extLst>
                    <a:ext uri="{FF2B5EF4-FFF2-40B4-BE49-F238E27FC236}">
                      <a16:creationId xmlns:a16="http://schemas.microsoft.com/office/drawing/2014/main" id="{D992CD27-5744-963F-3E8B-840B1576DE15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8" name="Rectangle 727">
                  <a:extLst>
                    <a:ext uri="{FF2B5EF4-FFF2-40B4-BE49-F238E27FC236}">
                      <a16:creationId xmlns:a16="http://schemas.microsoft.com/office/drawing/2014/main" id="{0DFEBDF9-9064-76E2-E309-12B2ADEB857C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9" name="Rectangle 728">
                  <a:extLst>
                    <a:ext uri="{FF2B5EF4-FFF2-40B4-BE49-F238E27FC236}">
                      <a16:creationId xmlns:a16="http://schemas.microsoft.com/office/drawing/2014/main" id="{355DD43F-8D01-9568-E456-8BA651CCFBE2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0" name="Rectangle 729">
                  <a:extLst>
                    <a:ext uri="{FF2B5EF4-FFF2-40B4-BE49-F238E27FC236}">
                      <a16:creationId xmlns:a16="http://schemas.microsoft.com/office/drawing/2014/main" id="{55534CD9-CFE9-7714-1E1F-C200212D5AA3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682" name="Group 681">
                <a:extLst>
                  <a:ext uri="{FF2B5EF4-FFF2-40B4-BE49-F238E27FC236}">
                    <a16:creationId xmlns:a16="http://schemas.microsoft.com/office/drawing/2014/main" id="{951D0095-02C0-7733-9CB7-9DDF7C25E28D}"/>
                  </a:ext>
                </a:extLst>
              </p:cNvPr>
              <p:cNvGrpSpPr/>
              <p:nvPr/>
            </p:nvGrpSpPr>
            <p:grpSpPr>
              <a:xfrm>
                <a:off x="5713760" y="1902674"/>
                <a:ext cx="1178410" cy="423481"/>
                <a:chOff x="4371655" y="1984715"/>
                <a:chExt cx="1178410" cy="423481"/>
              </a:xfrm>
              <a:solidFill>
                <a:srgbClr val="00B0F0"/>
              </a:solidFill>
            </p:grpSpPr>
            <p:sp>
              <p:nvSpPr>
                <p:cNvPr id="683" name="Rectangle 682">
                  <a:extLst>
                    <a:ext uri="{FF2B5EF4-FFF2-40B4-BE49-F238E27FC236}">
                      <a16:creationId xmlns:a16="http://schemas.microsoft.com/office/drawing/2014/main" id="{7742F23C-F7E5-3947-210C-75E72D0E6FE9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4" name="Rectangle 683">
                  <a:extLst>
                    <a:ext uri="{FF2B5EF4-FFF2-40B4-BE49-F238E27FC236}">
                      <a16:creationId xmlns:a16="http://schemas.microsoft.com/office/drawing/2014/main" id="{49F6D565-AB5C-99A5-B054-D053E23F9ABA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5" name="Rectangle 684">
                  <a:extLst>
                    <a:ext uri="{FF2B5EF4-FFF2-40B4-BE49-F238E27FC236}">
                      <a16:creationId xmlns:a16="http://schemas.microsoft.com/office/drawing/2014/main" id="{9F0542FD-50CB-0BBD-2272-392F550665FB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6" name="Rectangle 685">
                  <a:extLst>
                    <a:ext uri="{FF2B5EF4-FFF2-40B4-BE49-F238E27FC236}">
                      <a16:creationId xmlns:a16="http://schemas.microsoft.com/office/drawing/2014/main" id="{286276A7-D230-8AF6-BCAC-DBE2DFB06A4E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7" name="Rectangle 686">
                  <a:extLst>
                    <a:ext uri="{FF2B5EF4-FFF2-40B4-BE49-F238E27FC236}">
                      <a16:creationId xmlns:a16="http://schemas.microsoft.com/office/drawing/2014/main" id="{0AEFF702-13E3-11C2-3CF6-EDF441594B6A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8" name="Rectangle 687">
                  <a:extLst>
                    <a:ext uri="{FF2B5EF4-FFF2-40B4-BE49-F238E27FC236}">
                      <a16:creationId xmlns:a16="http://schemas.microsoft.com/office/drawing/2014/main" id="{E03997E7-ED41-5558-E3DD-6DD9DF5ADDCD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9" name="Rectangle 688">
                  <a:extLst>
                    <a:ext uri="{FF2B5EF4-FFF2-40B4-BE49-F238E27FC236}">
                      <a16:creationId xmlns:a16="http://schemas.microsoft.com/office/drawing/2014/main" id="{8AB25CEB-8148-5E45-BA43-166E111AA2CB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0" name="Rectangle 689">
                  <a:extLst>
                    <a:ext uri="{FF2B5EF4-FFF2-40B4-BE49-F238E27FC236}">
                      <a16:creationId xmlns:a16="http://schemas.microsoft.com/office/drawing/2014/main" id="{5204F0F3-3273-C4EF-E257-BE91E3918A47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1" name="Rectangle 690">
                  <a:extLst>
                    <a:ext uri="{FF2B5EF4-FFF2-40B4-BE49-F238E27FC236}">
                      <a16:creationId xmlns:a16="http://schemas.microsoft.com/office/drawing/2014/main" id="{5F2BC5F0-8553-35C5-05BB-89D42899BDCB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2" name="Rectangle 691">
                  <a:extLst>
                    <a:ext uri="{FF2B5EF4-FFF2-40B4-BE49-F238E27FC236}">
                      <a16:creationId xmlns:a16="http://schemas.microsoft.com/office/drawing/2014/main" id="{2DABCDB0-CEDA-80CC-E7EA-15FADA616BA0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3" name="Rectangle 692">
                  <a:extLst>
                    <a:ext uri="{FF2B5EF4-FFF2-40B4-BE49-F238E27FC236}">
                      <a16:creationId xmlns:a16="http://schemas.microsoft.com/office/drawing/2014/main" id="{EF177213-7C90-9425-75F9-2E90133FAB78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4" name="Rectangle 693">
                  <a:extLst>
                    <a:ext uri="{FF2B5EF4-FFF2-40B4-BE49-F238E27FC236}">
                      <a16:creationId xmlns:a16="http://schemas.microsoft.com/office/drawing/2014/main" id="{4B8D11C5-A9D0-3A6F-41F7-1C05EFCE72C4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5" name="Rectangle 694">
                  <a:extLst>
                    <a:ext uri="{FF2B5EF4-FFF2-40B4-BE49-F238E27FC236}">
                      <a16:creationId xmlns:a16="http://schemas.microsoft.com/office/drawing/2014/main" id="{1E7DE282-0824-A931-927E-BE58AE6CFF3B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6" name="Rectangle 695">
                  <a:extLst>
                    <a:ext uri="{FF2B5EF4-FFF2-40B4-BE49-F238E27FC236}">
                      <a16:creationId xmlns:a16="http://schemas.microsoft.com/office/drawing/2014/main" id="{B1DA1C50-CA35-CD8B-8194-5F58A738406E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7" name="Rectangle 696">
                  <a:extLst>
                    <a:ext uri="{FF2B5EF4-FFF2-40B4-BE49-F238E27FC236}">
                      <a16:creationId xmlns:a16="http://schemas.microsoft.com/office/drawing/2014/main" id="{DB3060A3-ADC4-A037-8E58-983536B76084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8" name="Rectangle 697">
                  <a:extLst>
                    <a:ext uri="{FF2B5EF4-FFF2-40B4-BE49-F238E27FC236}">
                      <a16:creationId xmlns:a16="http://schemas.microsoft.com/office/drawing/2014/main" id="{06A86139-0EC2-00B9-A038-32D1C66DED9A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9" name="Rectangle 698">
                  <a:extLst>
                    <a:ext uri="{FF2B5EF4-FFF2-40B4-BE49-F238E27FC236}">
                      <a16:creationId xmlns:a16="http://schemas.microsoft.com/office/drawing/2014/main" id="{460C5BC3-25F8-59DC-048A-307478F34A37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0" name="Rectangle 699">
                  <a:extLst>
                    <a:ext uri="{FF2B5EF4-FFF2-40B4-BE49-F238E27FC236}">
                      <a16:creationId xmlns:a16="http://schemas.microsoft.com/office/drawing/2014/main" id="{AF8E2138-58DD-9CEE-CB17-FE2267DE561D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1" name="Rectangle 700">
                  <a:extLst>
                    <a:ext uri="{FF2B5EF4-FFF2-40B4-BE49-F238E27FC236}">
                      <a16:creationId xmlns:a16="http://schemas.microsoft.com/office/drawing/2014/main" id="{D600A10D-0478-CEA9-DA14-4CD89A7185E9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2" name="Rectangle 701">
                  <a:extLst>
                    <a:ext uri="{FF2B5EF4-FFF2-40B4-BE49-F238E27FC236}">
                      <a16:creationId xmlns:a16="http://schemas.microsoft.com/office/drawing/2014/main" id="{3F8E4F3B-CFDD-64DD-4F92-7DEE8746FDA1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3" name="Rectangle 702">
                  <a:extLst>
                    <a:ext uri="{FF2B5EF4-FFF2-40B4-BE49-F238E27FC236}">
                      <a16:creationId xmlns:a16="http://schemas.microsoft.com/office/drawing/2014/main" id="{38A5C8DA-36ED-1493-E70E-253F05F14AF9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4" name="Rectangle 703">
                  <a:extLst>
                    <a:ext uri="{FF2B5EF4-FFF2-40B4-BE49-F238E27FC236}">
                      <a16:creationId xmlns:a16="http://schemas.microsoft.com/office/drawing/2014/main" id="{73E94D43-EAB4-7CA4-D510-27188A239547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5" name="Rectangle 704">
                  <a:extLst>
                    <a:ext uri="{FF2B5EF4-FFF2-40B4-BE49-F238E27FC236}">
                      <a16:creationId xmlns:a16="http://schemas.microsoft.com/office/drawing/2014/main" id="{71DEAF68-B312-12CD-D8BF-2823FCE14D60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6" name="Rectangle 705">
                  <a:extLst>
                    <a:ext uri="{FF2B5EF4-FFF2-40B4-BE49-F238E27FC236}">
                      <a16:creationId xmlns:a16="http://schemas.microsoft.com/office/drawing/2014/main" id="{6A305AFE-6B2A-0188-CC59-AAFE693BBED5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39FC645A-8A8D-602A-5D35-FCA2E9BC8754}"/>
                </a:ext>
              </a:extLst>
            </p:cNvPr>
            <p:cNvSpPr/>
            <p:nvPr/>
          </p:nvSpPr>
          <p:spPr>
            <a:xfrm>
              <a:off x="6263148" y="757665"/>
              <a:ext cx="1091381" cy="59254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Training set</a:t>
              </a:r>
            </a:p>
          </p:txBody>
        </p:sp>
      </p:grpSp>
      <p:grpSp>
        <p:nvGrpSpPr>
          <p:cNvPr id="791" name="Group 790">
            <a:extLst>
              <a:ext uri="{FF2B5EF4-FFF2-40B4-BE49-F238E27FC236}">
                <a16:creationId xmlns:a16="http://schemas.microsoft.com/office/drawing/2014/main" id="{07AC3C7A-021A-E079-00C0-8E334F1D1C60}"/>
              </a:ext>
            </a:extLst>
          </p:cNvPr>
          <p:cNvGrpSpPr/>
          <p:nvPr/>
        </p:nvGrpSpPr>
        <p:grpSpPr>
          <a:xfrm>
            <a:off x="5019368" y="2511449"/>
            <a:ext cx="2487560" cy="1575308"/>
            <a:chOff x="5019368" y="2511449"/>
            <a:chExt cx="2487560" cy="1575308"/>
          </a:xfrm>
        </p:grpSpPr>
        <p:grpSp>
          <p:nvGrpSpPr>
            <p:cNvPr id="756" name="Group 755">
              <a:extLst>
                <a:ext uri="{FF2B5EF4-FFF2-40B4-BE49-F238E27FC236}">
                  <a16:creationId xmlns:a16="http://schemas.microsoft.com/office/drawing/2014/main" id="{A1B43D60-1699-7A7B-445D-417DCB25C104}"/>
                </a:ext>
              </a:extLst>
            </p:cNvPr>
            <p:cNvGrpSpPr/>
            <p:nvPr/>
          </p:nvGrpSpPr>
          <p:grpSpPr>
            <a:xfrm>
              <a:off x="5163153" y="2511449"/>
              <a:ext cx="1178410" cy="423481"/>
              <a:chOff x="4371655" y="1984715"/>
              <a:chExt cx="1178410" cy="423481"/>
            </a:xfrm>
            <a:solidFill>
              <a:srgbClr val="FF0000"/>
            </a:solidFill>
          </p:grpSpPr>
          <p:sp>
            <p:nvSpPr>
              <p:cNvPr id="757" name="Rectangle 756">
                <a:extLst>
                  <a:ext uri="{FF2B5EF4-FFF2-40B4-BE49-F238E27FC236}">
                    <a16:creationId xmlns:a16="http://schemas.microsoft.com/office/drawing/2014/main" id="{CF607BEE-165A-99D7-1FA2-09DF07E556F5}"/>
                  </a:ext>
                </a:extLst>
              </p:cNvPr>
              <p:cNvSpPr/>
              <p:nvPr/>
            </p:nvSpPr>
            <p:spPr>
              <a:xfrm flipH="1" flipV="1">
                <a:off x="4371655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58" name="Rectangle 757">
                <a:extLst>
                  <a:ext uri="{FF2B5EF4-FFF2-40B4-BE49-F238E27FC236}">
                    <a16:creationId xmlns:a16="http://schemas.microsoft.com/office/drawing/2014/main" id="{7724EC4C-53FA-A64D-98A9-4795F7233096}"/>
                  </a:ext>
                </a:extLst>
              </p:cNvPr>
              <p:cNvSpPr/>
              <p:nvPr/>
            </p:nvSpPr>
            <p:spPr>
              <a:xfrm flipH="1" flipV="1">
                <a:off x="4509624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59" name="Rectangle 758">
                <a:extLst>
                  <a:ext uri="{FF2B5EF4-FFF2-40B4-BE49-F238E27FC236}">
                    <a16:creationId xmlns:a16="http://schemas.microsoft.com/office/drawing/2014/main" id="{BB11EC6A-4E5E-27CA-3E04-69A83EF07B5F}"/>
                  </a:ext>
                </a:extLst>
              </p:cNvPr>
              <p:cNvSpPr/>
              <p:nvPr/>
            </p:nvSpPr>
            <p:spPr>
              <a:xfrm flipH="1" flipV="1">
                <a:off x="4647593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0" name="Rectangle 759">
                <a:extLst>
                  <a:ext uri="{FF2B5EF4-FFF2-40B4-BE49-F238E27FC236}">
                    <a16:creationId xmlns:a16="http://schemas.microsoft.com/office/drawing/2014/main" id="{446962F9-3767-94A2-0E90-A5BE84C37912}"/>
                  </a:ext>
                </a:extLst>
              </p:cNvPr>
              <p:cNvSpPr/>
              <p:nvPr/>
            </p:nvSpPr>
            <p:spPr>
              <a:xfrm flipH="1" flipV="1">
                <a:off x="4785562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1" name="Rectangle 760">
                <a:extLst>
                  <a:ext uri="{FF2B5EF4-FFF2-40B4-BE49-F238E27FC236}">
                    <a16:creationId xmlns:a16="http://schemas.microsoft.com/office/drawing/2014/main" id="{4F379DAA-B232-6AE9-FB82-38C72E5590B1}"/>
                  </a:ext>
                </a:extLst>
              </p:cNvPr>
              <p:cNvSpPr/>
              <p:nvPr/>
            </p:nvSpPr>
            <p:spPr>
              <a:xfrm flipH="1" flipV="1">
                <a:off x="4371655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2" name="Rectangle 761">
                <a:extLst>
                  <a:ext uri="{FF2B5EF4-FFF2-40B4-BE49-F238E27FC236}">
                    <a16:creationId xmlns:a16="http://schemas.microsoft.com/office/drawing/2014/main" id="{CE83EB02-A77B-F790-93B2-3C137D222921}"/>
                  </a:ext>
                </a:extLst>
              </p:cNvPr>
              <p:cNvSpPr/>
              <p:nvPr/>
            </p:nvSpPr>
            <p:spPr>
              <a:xfrm flipH="1" flipV="1">
                <a:off x="4509624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3" name="Rectangle 762">
                <a:extLst>
                  <a:ext uri="{FF2B5EF4-FFF2-40B4-BE49-F238E27FC236}">
                    <a16:creationId xmlns:a16="http://schemas.microsoft.com/office/drawing/2014/main" id="{D427DFF8-70ED-6227-79A9-531B6481D5C1}"/>
                  </a:ext>
                </a:extLst>
              </p:cNvPr>
              <p:cNvSpPr/>
              <p:nvPr/>
            </p:nvSpPr>
            <p:spPr>
              <a:xfrm flipH="1" flipV="1">
                <a:off x="4647593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4" name="Rectangle 763">
                <a:extLst>
                  <a:ext uri="{FF2B5EF4-FFF2-40B4-BE49-F238E27FC236}">
                    <a16:creationId xmlns:a16="http://schemas.microsoft.com/office/drawing/2014/main" id="{A5E9AC50-C9E9-AA72-F3B3-7D6C2C385C72}"/>
                  </a:ext>
                </a:extLst>
              </p:cNvPr>
              <p:cNvSpPr/>
              <p:nvPr/>
            </p:nvSpPr>
            <p:spPr>
              <a:xfrm flipH="1" flipV="1">
                <a:off x="4785562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5" name="Rectangle 764">
                <a:extLst>
                  <a:ext uri="{FF2B5EF4-FFF2-40B4-BE49-F238E27FC236}">
                    <a16:creationId xmlns:a16="http://schemas.microsoft.com/office/drawing/2014/main" id="{728B759D-7787-7BCB-1AFC-D9103350743F}"/>
                  </a:ext>
                </a:extLst>
              </p:cNvPr>
              <p:cNvSpPr/>
              <p:nvPr/>
            </p:nvSpPr>
            <p:spPr>
              <a:xfrm flipH="1" flipV="1">
                <a:off x="4371655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6" name="Rectangle 765">
                <a:extLst>
                  <a:ext uri="{FF2B5EF4-FFF2-40B4-BE49-F238E27FC236}">
                    <a16:creationId xmlns:a16="http://schemas.microsoft.com/office/drawing/2014/main" id="{EC54FDC7-8B72-0FDC-3F22-8ECAE18F56F6}"/>
                  </a:ext>
                </a:extLst>
              </p:cNvPr>
              <p:cNvSpPr/>
              <p:nvPr/>
            </p:nvSpPr>
            <p:spPr>
              <a:xfrm flipH="1" flipV="1">
                <a:off x="4509624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7" name="Rectangle 766">
                <a:extLst>
                  <a:ext uri="{FF2B5EF4-FFF2-40B4-BE49-F238E27FC236}">
                    <a16:creationId xmlns:a16="http://schemas.microsoft.com/office/drawing/2014/main" id="{6E24F737-A5C3-4D36-FA46-08D0592E052C}"/>
                  </a:ext>
                </a:extLst>
              </p:cNvPr>
              <p:cNvSpPr/>
              <p:nvPr/>
            </p:nvSpPr>
            <p:spPr>
              <a:xfrm flipH="1" flipV="1">
                <a:off x="4647593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5EDFFB45-CE44-762A-3042-0E10114C458F}"/>
                  </a:ext>
                </a:extLst>
              </p:cNvPr>
              <p:cNvSpPr/>
              <p:nvPr/>
            </p:nvSpPr>
            <p:spPr>
              <a:xfrm flipH="1" flipV="1">
                <a:off x="4785562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9" name="Rectangle 768">
                <a:extLst>
                  <a:ext uri="{FF2B5EF4-FFF2-40B4-BE49-F238E27FC236}">
                    <a16:creationId xmlns:a16="http://schemas.microsoft.com/office/drawing/2014/main" id="{5BC0DD40-7A8D-0D3F-794B-7BDD83044711}"/>
                  </a:ext>
                </a:extLst>
              </p:cNvPr>
              <p:cNvSpPr/>
              <p:nvPr/>
            </p:nvSpPr>
            <p:spPr>
              <a:xfrm flipH="1" flipV="1">
                <a:off x="4371655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0" name="Rectangle 769">
                <a:extLst>
                  <a:ext uri="{FF2B5EF4-FFF2-40B4-BE49-F238E27FC236}">
                    <a16:creationId xmlns:a16="http://schemas.microsoft.com/office/drawing/2014/main" id="{CC3FB244-F003-7D76-DC9C-241BB6B41299}"/>
                  </a:ext>
                </a:extLst>
              </p:cNvPr>
              <p:cNvSpPr/>
              <p:nvPr/>
            </p:nvSpPr>
            <p:spPr>
              <a:xfrm flipH="1" flipV="1">
                <a:off x="4509624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1" name="Rectangle 770">
                <a:extLst>
                  <a:ext uri="{FF2B5EF4-FFF2-40B4-BE49-F238E27FC236}">
                    <a16:creationId xmlns:a16="http://schemas.microsoft.com/office/drawing/2014/main" id="{2A801BA8-7C91-E3E3-1293-EB4BA57B58E4}"/>
                  </a:ext>
                </a:extLst>
              </p:cNvPr>
              <p:cNvSpPr/>
              <p:nvPr/>
            </p:nvSpPr>
            <p:spPr>
              <a:xfrm flipH="1" flipV="1">
                <a:off x="4647593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2" name="Rectangle 771">
                <a:extLst>
                  <a:ext uri="{FF2B5EF4-FFF2-40B4-BE49-F238E27FC236}">
                    <a16:creationId xmlns:a16="http://schemas.microsoft.com/office/drawing/2014/main" id="{7620A76C-D872-8571-7557-138C3D1CB0A1}"/>
                  </a:ext>
                </a:extLst>
              </p:cNvPr>
              <p:cNvSpPr/>
              <p:nvPr/>
            </p:nvSpPr>
            <p:spPr>
              <a:xfrm flipH="1" flipV="1">
                <a:off x="4785562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3" name="Rectangle 772">
                <a:extLst>
                  <a:ext uri="{FF2B5EF4-FFF2-40B4-BE49-F238E27FC236}">
                    <a16:creationId xmlns:a16="http://schemas.microsoft.com/office/drawing/2014/main" id="{0A314FA6-7B00-1FFA-C1BC-D223274BE562}"/>
                  </a:ext>
                </a:extLst>
              </p:cNvPr>
              <p:cNvSpPr/>
              <p:nvPr/>
            </p:nvSpPr>
            <p:spPr>
              <a:xfrm flipH="1" flipV="1">
                <a:off x="5274127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4" name="Rectangle 773">
                <a:extLst>
                  <a:ext uri="{FF2B5EF4-FFF2-40B4-BE49-F238E27FC236}">
                    <a16:creationId xmlns:a16="http://schemas.microsoft.com/office/drawing/2014/main" id="{16796350-8AA7-F88A-171F-46FFFAC7D95C}"/>
                  </a:ext>
                </a:extLst>
              </p:cNvPr>
              <p:cNvSpPr/>
              <p:nvPr/>
            </p:nvSpPr>
            <p:spPr>
              <a:xfrm flipH="1" flipV="1">
                <a:off x="5412096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5" name="Rectangle 774">
                <a:extLst>
                  <a:ext uri="{FF2B5EF4-FFF2-40B4-BE49-F238E27FC236}">
                    <a16:creationId xmlns:a16="http://schemas.microsoft.com/office/drawing/2014/main" id="{892DE90A-4A72-603C-5494-39779C36BD07}"/>
                  </a:ext>
                </a:extLst>
              </p:cNvPr>
              <p:cNvSpPr/>
              <p:nvPr/>
            </p:nvSpPr>
            <p:spPr>
              <a:xfrm flipH="1" flipV="1">
                <a:off x="5274127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6" name="Rectangle 775">
                <a:extLst>
                  <a:ext uri="{FF2B5EF4-FFF2-40B4-BE49-F238E27FC236}">
                    <a16:creationId xmlns:a16="http://schemas.microsoft.com/office/drawing/2014/main" id="{BB1D7523-7DFA-EE49-16F3-341F3FB9002F}"/>
                  </a:ext>
                </a:extLst>
              </p:cNvPr>
              <p:cNvSpPr/>
              <p:nvPr/>
            </p:nvSpPr>
            <p:spPr>
              <a:xfrm flipH="1" flipV="1">
                <a:off x="5412096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7" name="Rectangle 776">
                <a:extLst>
                  <a:ext uri="{FF2B5EF4-FFF2-40B4-BE49-F238E27FC236}">
                    <a16:creationId xmlns:a16="http://schemas.microsoft.com/office/drawing/2014/main" id="{C49786E5-B626-5081-8089-F0DBAF50F1E2}"/>
                  </a:ext>
                </a:extLst>
              </p:cNvPr>
              <p:cNvSpPr/>
              <p:nvPr/>
            </p:nvSpPr>
            <p:spPr>
              <a:xfrm flipH="1" flipV="1">
                <a:off x="5274127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8" name="Rectangle 777">
                <a:extLst>
                  <a:ext uri="{FF2B5EF4-FFF2-40B4-BE49-F238E27FC236}">
                    <a16:creationId xmlns:a16="http://schemas.microsoft.com/office/drawing/2014/main" id="{A49FAB9E-F1AC-78B0-8933-7F4CD43D5774}"/>
                  </a:ext>
                </a:extLst>
              </p:cNvPr>
              <p:cNvSpPr/>
              <p:nvPr/>
            </p:nvSpPr>
            <p:spPr>
              <a:xfrm flipH="1" flipV="1">
                <a:off x="5412096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9" name="Rectangle 778">
                <a:extLst>
                  <a:ext uri="{FF2B5EF4-FFF2-40B4-BE49-F238E27FC236}">
                    <a16:creationId xmlns:a16="http://schemas.microsoft.com/office/drawing/2014/main" id="{510A408B-4054-3DE8-5E13-BDF2AEC7316E}"/>
                  </a:ext>
                </a:extLst>
              </p:cNvPr>
              <p:cNvSpPr/>
              <p:nvPr/>
            </p:nvSpPr>
            <p:spPr>
              <a:xfrm flipH="1" flipV="1">
                <a:off x="5274127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80" name="Rectangle 779">
                <a:extLst>
                  <a:ext uri="{FF2B5EF4-FFF2-40B4-BE49-F238E27FC236}">
                    <a16:creationId xmlns:a16="http://schemas.microsoft.com/office/drawing/2014/main" id="{749D66A6-8B2A-E967-B8D2-786FADE2E627}"/>
                  </a:ext>
                </a:extLst>
              </p:cNvPr>
              <p:cNvSpPr/>
              <p:nvPr/>
            </p:nvSpPr>
            <p:spPr>
              <a:xfrm flipH="1" flipV="1">
                <a:off x="5412096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9FE3BE8A-BC09-69CE-22D5-374B91D28449}"/>
                </a:ext>
              </a:extLst>
            </p:cNvPr>
            <p:cNvSpPr/>
            <p:nvPr/>
          </p:nvSpPr>
          <p:spPr>
            <a:xfrm>
              <a:off x="5019368" y="3048147"/>
              <a:ext cx="2487560" cy="10386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Validation set</a:t>
              </a:r>
            </a:p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(test your model here. Not used for model comparison)</a:t>
              </a:r>
            </a:p>
          </p:txBody>
        </p:sp>
      </p:grpSp>
      <p:grpSp>
        <p:nvGrpSpPr>
          <p:cNvPr id="794" name="Group 793">
            <a:extLst>
              <a:ext uri="{FF2B5EF4-FFF2-40B4-BE49-F238E27FC236}">
                <a16:creationId xmlns:a16="http://schemas.microsoft.com/office/drawing/2014/main" id="{37DB9CB3-F498-5205-FC35-11D0A9F73881}"/>
              </a:ext>
            </a:extLst>
          </p:cNvPr>
          <p:cNvGrpSpPr/>
          <p:nvPr/>
        </p:nvGrpSpPr>
        <p:grpSpPr>
          <a:xfrm>
            <a:off x="7561006" y="924232"/>
            <a:ext cx="1582994" cy="2438400"/>
            <a:chOff x="7561006" y="924232"/>
            <a:chExt cx="1582994" cy="2438400"/>
          </a:xfrm>
        </p:grpSpPr>
        <p:sp>
          <p:nvSpPr>
            <p:cNvPr id="792" name="Right Brace 791">
              <a:extLst>
                <a:ext uri="{FF2B5EF4-FFF2-40B4-BE49-F238E27FC236}">
                  <a16:creationId xmlns:a16="http://schemas.microsoft.com/office/drawing/2014/main" id="{29FCD83C-116B-3168-4A54-D63A7E08A05D}"/>
                </a:ext>
              </a:extLst>
            </p:cNvPr>
            <p:cNvSpPr/>
            <p:nvPr/>
          </p:nvSpPr>
          <p:spPr>
            <a:xfrm>
              <a:off x="7561006" y="924232"/>
              <a:ext cx="294968" cy="2438400"/>
            </a:xfrm>
            <a:prstGeom prst="rightBrac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35C9BB60-A2EB-0103-0FCE-0533CD9C9A30}"/>
                </a:ext>
              </a:extLst>
            </p:cNvPr>
            <p:cNvSpPr/>
            <p:nvPr/>
          </p:nvSpPr>
          <p:spPr>
            <a:xfrm>
              <a:off x="7708490" y="1871975"/>
              <a:ext cx="1435510" cy="10386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We best model is found, all training data is used to train your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8617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" grpId="0"/>
      <p:bldP spid="5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9208CAF-12CB-7B22-9D1E-588211AE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00" y="-4624"/>
            <a:ext cx="7792510" cy="592549"/>
          </a:xfrm>
        </p:spPr>
        <p:txBody>
          <a:bodyPr/>
          <a:lstStyle/>
          <a:p>
            <a:r>
              <a:rPr lang="en-US"/>
              <a:t>K-Fold Cross Validation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1491F3-9319-D3C3-5BAB-359A79843C35}"/>
              </a:ext>
            </a:extLst>
          </p:cNvPr>
          <p:cNvGrpSpPr/>
          <p:nvPr/>
        </p:nvGrpSpPr>
        <p:grpSpPr>
          <a:xfrm>
            <a:off x="462118" y="1989667"/>
            <a:ext cx="1178410" cy="429076"/>
            <a:chOff x="1524000" y="1989667"/>
            <a:chExt cx="1178410" cy="4290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98E4ED3-3ED4-1872-AF57-148DCB657FD6}"/>
                </a:ext>
              </a:extLst>
            </p:cNvPr>
            <p:cNvSpPr/>
            <p:nvPr/>
          </p:nvSpPr>
          <p:spPr>
            <a:xfrm flipH="1" flipV="1">
              <a:off x="1524000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C46AAF-B53E-3DAA-3090-33223A65502C}"/>
                </a:ext>
              </a:extLst>
            </p:cNvPr>
            <p:cNvSpPr/>
            <p:nvPr/>
          </p:nvSpPr>
          <p:spPr>
            <a:xfrm flipH="1" flipV="1">
              <a:off x="1661969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CBBF84-6E90-A216-AC29-05F94465D081}"/>
                </a:ext>
              </a:extLst>
            </p:cNvPr>
            <p:cNvSpPr/>
            <p:nvPr/>
          </p:nvSpPr>
          <p:spPr>
            <a:xfrm flipH="1" flipV="1">
              <a:off x="1799938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BF8AB7-2DB7-B0CE-5B13-077D3DF37F1A}"/>
                </a:ext>
              </a:extLst>
            </p:cNvPr>
            <p:cNvSpPr/>
            <p:nvPr/>
          </p:nvSpPr>
          <p:spPr>
            <a:xfrm flipH="1" flipV="1">
              <a:off x="1937907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88B0C4D-D969-DAF3-9D65-12D3008F2ED0}"/>
                </a:ext>
              </a:extLst>
            </p:cNvPr>
            <p:cNvSpPr/>
            <p:nvPr/>
          </p:nvSpPr>
          <p:spPr>
            <a:xfrm flipH="1" flipV="1">
              <a:off x="1524000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25F801-374E-DBFA-49BD-FB10DC0983B9}"/>
                </a:ext>
              </a:extLst>
            </p:cNvPr>
            <p:cNvSpPr/>
            <p:nvPr/>
          </p:nvSpPr>
          <p:spPr>
            <a:xfrm flipH="1" flipV="1">
              <a:off x="1661969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97B1FC-AC68-4533-93A1-BEEC555E2BFD}"/>
                </a:ext>
              </a:extLst>
            </p:cNvPr>
            <p:cNvSpPr/>
            <p:nvPr/>
          </p:nvSpPr>
          <p:spPr>
            <a:xfrm flipH="1" flipV="1">
              <a:off x="1799938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836F76-BAFE-0A56-4433-CBABEDDDB16E}"/>
                </a:ext>
              </a:extLst>
            </p:cNvPr>
            <p:cNvSpPr/>
            <p:nvPr/>
          </p:nvSpPr>
          <p:spPr>
            <a:xfrm flipH="1" flipV="1">
              <a:off x="1937907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C090266-D776-0FF9-5AA3-5063B8A00294}"/>
                </a:ext>
              </a:extLst>
            </p:cNvPr>
            <p:cNvSpPr/>
            <p:nvPr/>
          </p:nvSpPr>
          <p:spPr>
            <a:xfrm flipH="1" flipV="1">
              <a:off x="1524000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57134E-F7ED-2CE1-93C4-8089599FC883}"/>
                </a:ext>
              </a:extLst>
            </p:cNvPr>
            <p:cNvSpPr/>
            <p:nvPr/>
          </p:nvSpPr>
          <p:spPr>
            <a:xfrm flipH="1" flipV="1">
              <a:off x="1661969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1FC898-8459-663A-C8D3-E9D901EB06B6}"/>
                </a:ext>
              </a:extLst>
            </p:cNvPr>
            <p:cNvSpPr/>
            <p:nvPr/>
          </p:nvSpPr>
          <p:spPr>
            <a:xfrm flipH="1" flipV="1">
              <a:off x="1799938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A7D7886-7E95-7ACB-33E2-5BA4D0E4A76A}"/>
                </a:ext>
              </a:extLst>
            </p:cNvPr>
            <p:cNvSpPr/>
            <p:nvPr/>
          </p:nvSpPr>
          <p:spPr>
            <a:xfrm flipH="1" flipV="1">
              <a:off x="1937907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1A528BB-4A84-2BA6-7B6B-0B5876E5F25A}"/>
                </a:ext>
              </a:extLst>
            </p:cNvPr>
            <p:cNvSpPr/>
            <p:nvPr/>
          </p:nvSpPr>
          <p:spPr>
            <a:xfrm flipH="1" flipV="1">
              <a:off x="2426472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21E4DE-B12D-59E0-4F93-B594D16179B1}"/>
                </a:ext>
              </a:extLst>
            </p:cNvPr>
            <p:cNvSpPr/>
            <p:nvPr/>
          </p:nvSpPr>
          <p:spPr>
            <a:xfrm flipH="1" flipV="1">
              <a:off x="2564441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4BE170-812E-2C97-2267-98B349016604}"/>
                </a:ext>
              </a:extLst>
            </p:cNvPr>
            <p:cNvSpPr/>
            <p:nvPr/>
          </p:nvSpPr>
          <p:spPr>
            <a:xfrm flipH="1" flipV="1">
              <a:off x="2426472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CE74C59-0435-D68E-E5FF-341CDF98DF5B}"/>
                </a:ext>
              </a:extLst>
            </p:cNvPr>
            <p:cNvSpPr/>
            <p:nvPr/>
          </p:nvSpPr>
          <p:spPr>
            <a:xfrm flipH="1" flipV="1">
              <a:off x="2564441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CC9DBAC-47ED-3363-4DF1-9BAD1F0302E2}"/>
                </a:ext>
              </a:extLst>
            </p:cNvPr>
            <p:cNvSpPr/>
            <p:nvPr/>
          </p:nvSpPr>
          <p:spPr>
            <a:xfrm flipH="1" flipV="1">
              <a:off x="2426472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781645-4CDB-EE1E-F70A-3AC92B47F4EF}"/>
                </a:ext>
              </a:extLst>
            </p:cNvPr>
            <p:cNvSpPr/>
            <p:nvPr/>
          </p:nvSpPr>
          <p:spPr>
            <a:xfrm flipH="1" flipV="1">
              <a:off x="2564441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7143C6-4E43-915F-A120-BD4FDA2252E2}"/>
                </a:ext>
              </a:extLst>
            </p:cNvPr>
            <p:cNvSpPr/>
            <p:nvPr/>
          </p:nvSpPr>
          <p:spPr>
            <a:xfrm flipH="1" flipV="1">
              <a:off x="1524000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D4FFE30-BC37-8C0A-E96F-D8B31F9B9C1D}"/>
                </a:ext>
              </a:extLst>
            </p:cNvPr>
            <p:cNvSpPr/>
            <p:nvPr/>
          </p:nvSpPr>
          <p:spPr>
            <a:xfrm flipH="1" flipV="1">
              <a:off x="1661969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5C2282F-845F-8539-00DB-43CB8C0428F2}"/>
                </a:ext>
              </a:extLst>
            </p:cNvPr>
            <p:cNvSpPr/>
            <p:nvPr/>
          </p:nvSpPr>
          <p:spPr>
            <a:xfrm flipH="1" flipV="1">
              <a:off x="1799938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848F600-8BAA-4A65-7EB0-4A7C82B855AE}"/>
                </a:ext>
              </a:extLst>
            </p:cNvPr>
            <p:cNvSpPr/>
            <p:nvPr/>
          </p:nvSpPr>
          <p:spPr>
            <a:xfrm flipH="1" flipV="1">
              <a:off x="1937907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CA2845-7AD3-532F-2685-7C3FDED20650}"/>
                </a:ext>
              </a:extLst>
            </p:cNvPr>
            <p:cNvSpPr/>
            <p:nvPr/>
          </p:nvSpPr>
          <p:spPr>
            <a:xfrm flipH="1" flipV="1">
              <a:off x="2426472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9A75513-50C0-8589-A1E0-0B49FE6A5B26}"/>
                </a:ext>
              </a:extLst>
            </p:cNvPr>
            <p:cNvSpPr/>
            <p:nvPr/>
          </p:nvSpPr>
          <p:spPr>
            <a:xfrm flipH="1" flipV="1">
              <a:off x="2564441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A940902-4324-4AAF-4E28-1B65BB8A83C1}"/>
              </a:ext>
            </a:extLst>
          </p:cNvPr>
          <p:cNvGrpSpPr/>
          <p:nvPr/>
        </p:nvGrpSpPr>
        <p:grpSpPr>
          <a:xfrm>
            <a:off x="462118" y="2410846"/>
            <a:ext cx="1178410" cy="107269"/>
            <a:chOff x="1524000" y="2410846"/>
            <a:chExt cx="1178410" cy="10726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F944C57-D881-F8AC-0FB5-AF54BB32CF7A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194796A-2A7B-0C37-3692-0E91CA513585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B409BAF-576F-A1EA-61F9-A84990886D43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F525BAF-4410-E45F-9221-E49129474078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D124926-E622-5ECA-EA17-84A563BCCF92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1F39BDF-C9FC-2525-9645-DD54C4B4A07F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418DCF-9BED-CDFE-EF0B-5EE9F993729A}"/>
              </a:ext>
            </a:extLst>
          </p:cNvPr>
          <p:cNvGrpSpPr/>
          <p:nvPr/>
        </p:nvGrpSpPr>
        <p:grpSpPr>
          <a:xfrm>
            <a:off x="462118" y="2518115"/>
            <a:ext cx="1178410" cy="1273736"/>
            <a:chOff x="1524000" y="2518115"/>
            <a:chExt cx="1178410" cy="127373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037EFDB-4046-066C-3BA7-3502E3A4AAD4}"/>
                </a:ext>
              </a:extLst>
            </p:cNvPr>
            <p:cNvSpPr/>
            <p:nvPr/>
          </p:nvSpPr>
          <p:spPr>
            <a:xfrm flipH="1" flipV="1">
              <a:off x="1524000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D3F69D4-D903-EBCD-8364-E49B7AD82BB6}"/>
                </a:ext>
              </a:extLst>
            </p:cNvPr>
            <p:cNvSpPr/>
            <p:nvPr/>
          </p:nvSpPr>
          <p:spPr>
            <a:xfrm flipH="1" flipV="1">
              <a:off x="1661969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0B34983-43D2-5787-32C9-D254849565AC}"/>
                </a:ext>
              </a:extLst>
            </p:cNvPr>
            <p:cNvSpPr/>
            <p:nvPr/>
          </p:nvSpPr>
          <p:spPr>
            <a:xfrm flipH="1" flipV="1">
              <a:off x="1799938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3B5D6DF-E509-0B7B-F2A9-521425784D1A}"/>
                </a:ext>
              </a:extLst>
            </p:cNvPr>
            <p:cNvSpPr/>
            <p:nvPr/>
          </p:nvSpPr>
          <p:spPr>
            <a:xfrm flipH="1" flipV="1">
              <a:off x="1937907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F05C4D7-49A3-43B7-41DB-7F57F505414C}"/>
                </a:ext>
              </a:extLst>
            </p:cNvPr>
            <p:cNvSpPr/>
            <p:nvPr/>
          </p:nvSpPr>
          <p:spPr>
            <a:xfrm flipH="1" flipV="1">
              <a:off x="1524000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F1FC068-FD3C-424B-5A32-1A0CF84D6CD0}"/>
                </a:ext>
              </a:extLst>
            </p:cNvPr>
            <p:cNvSpPr/>
            <p:nvPr/>
          </p:nvSpPr>
          <p:spPr>
            <a:xfrm flipH="1" flipV="1">
              <a:off x="1661969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9FF510F-4963-E9D9-8B4B-0C7524B93887}"/>
                </a:ext>
              </a:extLst>
            </p:cNvPr>
            <p:cNvSpPr/>
            <p:nvPr/>
          </p:nvSpPr>
          <p:spPr>
            <a:xfrm flipH="1" flipV="1">
              <a:off x="1799938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42CD29-497C-908B-16D5-482E3D6A2361}"/>
                </a:ext>
              </a:extLst>
            </p:cNvPr>
            <p:cNvSpPr/>
            <p:nvPr/>
          </p:nvSpPr>
          <p:spPr>
            <a:xfrm flipH="1" flipV="1">
              <a:off x="1937907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4D020A4-06A1-B229-0006-3FE59BF602B7}"/>
                </a:ext>
              </a:extLst>
            </p:cNvPr>
            <p:cNvSpPr/>
            <p:nvPr/>
          </p:nvSpPr>
          <p:spPr>
            <a:xfrm flipH="1" flipV="1">
              <a:off x="1524000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56517B2-FD8F-1D0C-6D10-1EE2C85AD022}"/>
                </a:ext>
              </a:extLst>
            </p:cNvPr>
            <p:cNvSpPr/>
            <p:nvPr/>
          </p:nvSpPr>
          <p:spPr>
            <a:xfrm flipH="1" flipV="1">
              <a:off x="1661969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E752165-314D-B612-48CC-AF4A94285C98}"/>
                </a:ext>
              </a:extLst>
            </p:cNvPr>
            <p:cNvSpPr/>
            <p:nvPr/>
          </p:nvSpPr>
          <p:spPr>
            <a:xfrm flipH="1" flipV="1">
              <a:off x="1799938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CA583BA-D14C-ACE0-03D1-6FEDE559CA16}"/>
                </a:ext>
              </a:extLst>
            </p:cNvPr>
            <p:cNvSpPr/>
            <p:nvPr/>
          </p:nvSpPr>
          <p:spPr>
            <a:xfrm flipH="1" flipV="1">
              <a:off x="1937907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2DF4BEB-DB7A-D5DC-807F-0C1E7FF4AB3E}"/>
                </a:ext>
              </a:extLst>
            </p:cNvPr>
            <p:cNvSpPr/>
            <p:nvPr/>
          </p:nvSpPr>
          <p:spPr>
            <a:xfrm flipH="1" flipV="1">
              <a:off x="1524000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BAAD0D3-BA2A-9B57-EB78-2826716A7E8E}"/>
                </a:ext>
              </a:extLst>
            </p:cNvPr>
            <p:cNvSpPr/>
            <p:nvPr/>
          </p:nvSpPr>
          <p:spPr>
            <a:xfrm flipH="1" flipV="1">
              <a:off x="1661969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7D0A3B9-E65E-F8CE-B4F0-553028A09359}"/>
                </a:ext>
              </a:extLst>
            </p:cNvPr>
            <p:cNvSpPr/>
            <p:nvPr/>
          </p:nvSpPr>
          <p:spPr>
            <a:xfrm flipH="1" flipV="1">
              <a:off x="1799938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CA2A4F8-69AB-1981-3F7F-812C3E883512}"/>
                </a:ext>
              </a:extLst>
            </p:cNvPr>
            <p:cNvSpPr/>
            <p:nvPr/>
          </p:nvSpPr>
          <p:spPr>
            <a:xfrm flipH="1" flipV="1">
              <a:off x="1937907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14ED35D-B5BE-E026-23A7-FCA74ACABA46}"/>
                </a:ext>
              </a:extLst>
            </p:cNvPr>
            <p:cNvSpPr/>
            <p:nvPr/>
          </p:nvSpPr>
          <p:spPr>
            <a:xfrm flipH="1" flipV="1">
              <a:off x="1524000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70A6FA1-1E66-E43C-89D4-895F04B9395F}"/>
                </a:ext>
              </a:extLst>
            </p:cNvPr>
            <p:cNvSpPr/>
            <p:nvPr/>
          </p:nvSpPr>
          <p:spPr>
            <a:xfrm flipH="1" flipV="1">
              <a:off x="1661969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9C57F86-AF44-B390-E631-745818352D54}"/>
                </a:ext>
              </a:extLst>
            </p:cNvPr>
            <p:cNvSpPr/>
            <p:nvPr/>
          </p:nvSpPr>
          <p:spPr>
            <a:xfrm flipH="1" flipV="1">
              <a:off x="1799938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2017181-0F57-0786-4AE5-C0349ECE2FA2}"/>
                </a:ext>
              </a:extLst>
            </p:cNvPr>
            <p:cNvSpPr/>
            <p:nvPr/>
          </p:nvSpPr>
          <p:spPr>
            <a:xfrm flipH="1" flipV="1">
              <a:off x="1937907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B5F60D3-B740-303E-6B3D-BFFFD5B788F2}"/>
                </a:ext>
              </a:extLst>
            </p:cNvPr>
            <p:cNvSpPr/>
            <p:nvPr/>
          </p:nvSpPr>
          <p:spPr>
            <a:xfrm flipH="1" flipV="1">
              <a:off x="1524000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2FF2C6F-F92B-5B64-5861-C6420E11AFD6}"/>
                </a:ext>
              </a:extLst>
            </p:cNvPr>
            <p:cNvSpPr/>
            <p:nvPr/>
          </p:nvSpPr>
          <p:spPr>
            <a:xfrm flipH="1" flipV="1">
              <a:off x="1661969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23238F2-D1C6-3A4A-F4ED-1A4AB29D7FE7}"/>
                </a:ext>
              </a:extLst>
            </p:cNvPr>
            <p:cNvSpPr/>
            <p:nvPr/>
          </p:nvSpPr>
          <p:spPr>
            <a:xfrm flipH="1" flipV="1">
              <a:off x="1799938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552D580-0C61-3AA4-34E9-586AF0EBB9CB}"/>
                </a:ext>
              </a:extLst>
            </p:cNvPr>
            <p:cNvSpPr/>
            <p:nvPr/>
          </p:nvSpPr>
          <p:spPr>
            <a:xfrm flipH="1" flipV="1">
              <a:off x="1937907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CF54A06-30A4-E4C0-2D48-4BD6B0626354}"/>
                </a:ext>
              </a:extLst>
            </p:cNvPr>
            <p:cNvSpPr/>
            <p:nvPr/>
          </p:nvSpPr>
          <p:spPr>
            <a:xfrm flipH="1" flipV="1">
              <a:off x="1524000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24FD828-DD63-84AE-96A7-616EFF8556EC}"/>
                </a:ext>
              </a:extLst>
            </p:cNvPr>
            <p:cNvSpPr/>
            <p:nvPr/>
          </p:nvSpPr>
          <p:spPr>
            <a:xfrm flipH="1" flipV="1">
              <a:off x="1661969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8651082-CDDB-BF2F-55DA-D5BE2C678B22}"/>
                </a:ext>
              </a:extLst>
            </p:cNvPr>
            <p:cNvSpPr/>
            <p:nvPr/>
          </p:nvSpPr>
          <p:spPr>
            <a:xfrm flipH="1" flipV="1">
              <a:off x="1799938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7B13748-484C-1A1E-40DA-E85194CAF640}"/>
                </a:ext>
              </a:extLst>
            </p:cNvPr>
            <p:cNvSpPr/>
            <p:nvPr/>
          </p:nvSpPr>
          <p:spPr>
            <a:xfrm flipH="1" flipV="1">
              <a:off x="1937907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C78D6C3-62BA-FA57-96BE-988F0CF8D538}"/>
                </a:ext>
              </a:extLst>
            </p:cNvPr>
            <p:cNvSpPr/>
            <p:nvPr/>
          </p:nvSpPr>
          <p:spPr>
            <a:xfrm flipH="1" flipV="1">
              <a:off x="1524000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3BC600D-82BB-24F2-3ED8-741CFA416915}"/>
                </a:ext>
              </a:extLst>
            </p:cNvPr>
            <p:cNvSpPr/>
            <p:nvPr/>
          </p:nvSpPr>
          <p:spPr>
            <a:xfrm flipH="1" flipV="1">
              <a:off x="1661969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5261A0E-47D6-4179-5714-286150AC74A7}"/>
                </a:ext>
              </a:extLst>
            </p:cNvPr>
            <p:cNvSpPr/>
            <p:nvPr/>
          </p:nvSpPr>
          <p:spPr>
            <a:xfrm flipH="1" flipV="1">
              <a:off x="1799938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DAD708F-E4AD-8C03-9D87-3165EEE18EB7}"/>
                </a:ext>
              </a:extLst>
            </p:cNvPr>
            <p:cNvSpPr/>
            <p:nvPr/>
          </p:nvSpPr>
          <p:spPr>
            <a:xfrm flipH="1" flipV="1">
              <a:off x="1937907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4C559E0-E9FB-67E5-5DB3-8AE656E1697D}"/>
                </a:ext>
              </a:extLst>
            </p:cNvPr>
            <p:cNvSpPr/>
            <p:nvPr/>
          </p:nvSpPr>
          <p:spPr>
            <a:xfrm flipH="1" flipV="1">
              <a:off x="1524000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A8FD2A5-B835-D327-7B94-E2526C9A5C51}"/>
                </a:ext>
              </a:extLst>
            </p:cNvPr>
            <p:cNvSpPr/>
            <p:nvPr/>
          </p:nvSpPr>
          <p:spPr>
            <a:xfrm flipH="1" flipV="1">
              <a:off x="1661969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F28167D-9D4B-B9F7-439D-940D809857BF}"/>
                </a:ext>
              </a:extLst>
            </p:cNvPr>
            <p:cNvSpPr/>
            <p:nvPr/>
          </p:nvSpPr>
          <p:spPr>
            <a:xfrm flipH="1" flipV="1">
              <a:off x="1799938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352359D-0658-4B93-5B13-F8001382DDC4}"/>
                </a:ext>
              </a:extLst>
            </p:cNvPr>
            <p:cNvSpPr/>
            <p:nvPr/>
          </p:nvSpPr>
          <p:spPr>
            <a:xfrm flipH="1" flipV="1">
              <a:off x="1937907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F035FF8-1E8B-8CE1-7BE9-011E932A736F}"/>
                </a:ext>
              </a:extLst>
            </p:cNvPr>
            <p:cNvSpPr/>
            <p:nvPr/>
          </p:nvSpPr>
          <p:spPr>
            <a:xfrm flipH="1" flipV="1">
              <a:off x="1524000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878A0E4-0BB9-D424-0189-39E99487EB2F}"/>
                </a:ext>
              </a:extLst>
            </p:cNvPr>
            <p:cNvSpPr/>
            <p:nvPr/>
          </p:nvSpPr>
          <p:spPr>
            <a:xfrm flipH="1" flipV="1">
              <a:off x="1661969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FBD86DF-DFC3-C9C7-FE82-14C0963D248E}"/>
                </a:ext>
              </a:extLst>
            </p:cNvPr>
            <p:cNvSpPr/>
            <p:nvPr/>
          </p:nvSpPr>
          <p:spPr>
            <a:xfrm flipH="1" flipV="1">
              <a:off x="1799938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F367E41-7867-F3C4-C56B-2D4ED7422064}"/>
                </a:ext>
              </a:extLst>
            </p:cNvPr>
            <p:cNvSpPr/>
            <p:nvPr/>
          </p:nvSpPr>
          <p:spPr>
            <a:xfrm flipH="1" flipV="1">
              <a:off x="1937907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C9CF761-3AF2-1046-42E1-B37CBB666107}"/>
                </a:ext>
              </a:extLst>
            </p:cNvPr>
            <p:cNvSpPr/>
            <p:nvPr/>
          </p:nvSpPr>
          <p:spPr>
            <a:xfrm flipH="1" flipV="1">
              <a:off x="1524000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99176A8-3C84-719E-5BCC-7610F16175BC}"/>
                </a:ext>
              </a:extLst>
            </p:cNvPr>
            <p:cNvSpPr/>
            <p:nvPr/>
          </p:nvSpPr>
          <p:spPr>
            <a:xfrm flipH="1" flipV="1">
              <a:off x="1661969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F05E6DA-94FA-166A-BEB0-8CA31FD2EBAE}"/>
                </a:ext>
              </a:extLst>
            </p:cNvPr>
            <p:cNvSpPr/>
            <p:nvPr/>
          </p:nvSpPr>
          <p:spPr>
            <a:xfrm flipH="1" flipV="1">
              <a:off x="1799938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4FCBCB7-9339-567A-01B5-CF7F8FC125F7}"/>
                </a:ext>
              </a:extLst>
            </p:cNvPr>
            <p:cNvSpPr/>
            <p:nvPr/>
          </p:nvSpPr>
          <p:spPr>
            <a:xfrm flipH="1" flipV="1">
              <a:off x="1937907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39EDB66-044C-F7A0-8365-CF8F8F063A5F}"/>
                </a:ext>
              </a:extLst>
            </p:cNvPr>
            <p:cNvSpPr/>
            <p:nvPr/>
          </p:nvSpPr>
          <p:spPr>
            <a:xfrm flipH="1" flipV="1">
              <a:off x="1524000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CAD1176-516F-A26B-10CA-A66D207EC6DB}"/>
                </a:ext>
              </a:extLst>
            </p:cNvPr>
            <p:cNvSpPr/>
            <p:nvPr/>
          </p:nvSpPr>
          <p:spPr>
            <a:xfrm flipH="1" flipV="1">
              <a:off x="1661969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853282C-6EB4-3B52-959C-7A2AC0F8ECD1}"/>
                </a:ext>
              </a:extLst>
            </p:cNvPr>
            <p:cNvSpPr/>
            <p:nvPr/>
          </p:nvSpPr>
          <p:spPr>
            <a:xfrm flipH="1" flipV="1">
              <a:off x="1799938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D28C8F6-A904-6715-A322-8F819D276794}"/>
                </a:ext>
              </a:extLst>
            </p:cNvPr>
            <p:cNvSpPr/>
            <p:nvPr/>
          </p:nvSpPr>
          <p:spPr>
            <a:xfrm flipH="1" flipV="1">
              <a:off x="1937907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EA5302F-A2C7-C2D3-723F-14D7936B9E00}"/>
                </a:ext>
              </a:extLst>
            </p:cNvPr>
            <p:cNvSpPr/>
            <p:nvPr/>
          </p:nvSpPr>
          <p:spPr>
            <a:xfrm flipH="1" flipV="1">
              <a:off x="2426472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C99A9D5-FD95-EE84-242E-8E114F1725F6}"/>
                </a:ext>
              </a:extLst>
            </p:cNvPr>
            <p:cNvSpPr/>
            <p:nvPr/>
          </p:nvSpPr>
          <p:spPr>
            <a:xfrm flipH="1" flipV="1">
              <a:off x="2564441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655C335-92D1-3B15-07CD-FB5C63C43541}"/>
                </a:ext>
              </a:extLst>
            </p:cNvPr>
            <p:cNvSpPr/>
            <p:nvPr/>
          </p:nvSpPr>
          <p:spPr>
            <a:xfrm flipH="1" flipV="1">
              <a:off x="2426472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4F2937B-CCDB-64EF-A6F2-1895197C76C8}"/>
                </a:ext>
              </a:extLst>
            </p:cNvPr>
            <p:cNvSpPr/>
            <p:nvPr/>
          </p:nvSpPr>
          <p:spPr>
            <a:xfrm flipH="1" flipV="1">
              <a:off x="2564441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AD7EB2F-2212-AA3A-7F72-ADD044E83273}"/>
                </a:ext>
              </a:extLst>
            </p:cNvPr>
            <p:cNvSpPr/>
            <p:nvPr/>
          </p:nvSpPr>
          <p:spPr>
            <a:xfrm flipH="1" flipV="1">
              <a:off x="2426472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4531975A-861E-2EE0-439B-10FD6B7A07FE}"/>
                </a:ext>
              </a:extLst>
            </p:cNvPr>
            <p:cNvSpPr/>
            <p:nvPr/>
          </p:nvSpPr>
          <p:spPr>
            <a:xfrm flipH="1" flipV="1">
              <a:off x="2564441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807A8FE-C7E9-A053-C574-6A840F690E36}"/>
                </a:ext>
              </a:extLst>
            </p:cNvPr>
            <p:cNvSpPr/>
            <p:nvPr/>
          </p:nvSpPr>
          <p:spPr>
            <a:xfrm flipH="1" flipV="1">
              <a:off x="2426472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CE6047D-9F26-0929-B9F3-9C11352C8484}"/>
                </a:ext>
              </a:extLst>
            </p:cNvPr>
            <p:cNvSpPr/>
            <p:nvPr/>
          </p:nvSpPr>
          <p:spPr>
            <a:xfrm flipH="1" flipV="1">
              <a:off x="2564441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B81A243-7B22-60EC-6E33-1802EBABC4E2}"/>
                </a:ext>
              </a:extLst>
            </p:cNvPr>
            <p:cNvSpPr/>
            <p:nvPr/>
          </p:nvSpPr>
          <p:spPr>
            <a:xfrm flipH="1" flipV="1">
              <a:off x="2426472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261AEF3-5180-F3C9-D953-5C6B539537F2}"/>
                </a:ext>
              </a:extLst>
            </p:cNvPr>
            <p:cNvSpPr/>
            <p:nvPr/>
          </p:nvSpPr>
          <p:spPr>
            <a:xfrm flipH="1" flipV="1">
              <a:off x="2564441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89E9C65-7281-F9FC-CAAC-CEE1E67AFA09}"/>
                </a:ext>
              </a:extLst>
            </p:cNvPr>
            <p:cNvSpPr/>
            <p:nvPr/>
          </p:nvSpPr>
          <p:spPr>
            <a:xfrm flipH="1" flipV="1">
              <a:off x="2426472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927C40A-B0F1-79A8-70C5-B2E14FBA184B}"/>
                </a:ext>
              </a:extLst>
            </p:cNvPr>
            <p:cNvSpPr/>
            <p:nvPr/>
          </p:nvSpPr>
          <p:spPr>
            <a:xfrm flipH="1" flipV="1">
              <a:off x="2564441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8BA22446-C31B-E686-2481-3202EA17C2BC}"/>
                </a:ext>
              </a:extLst>
            </p:cNvPr>
            <p:cNvSpPr/>
            <p:nvPr/>
          </p:nvSpPr>
          <p:spPr>
            <a:xfrm flipH="1" flipV="1">
              <a:off x="2426472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43CE98B-7598-7332-DFE2-92100B77C527}"/>
                </a:ext>
              </a:extLst>
            </p:cNvPr>
            <p:cNvSpPr/>
            <p:nvPr/>
          </p:nvSpPr>
          <p:spPr>
            <a:xfrm flipH="1" flipV="1">
              <a:off x="2564441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1B04B5F-D158-7561-4F5A-BD0905A3FC09}"/>
                </a:ext>
              </a:extLst>
            </p:cNvPr>
            <p:cNvSpPr/>
            <p:nvPr/>
          </p:nvSpPr>
          <p:spPr>
            <a:xfrm flipH="1" flipV="1">
              <a:off x="2426472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747334F-6C6D-4D77-9215-AEF65AF6E98B}"/>
                </a:ext>
              </a:extLst>
            </p:cNvPr>
            <p:cNvSpPr/>
            <p:nvPr/>
          </p:nvSpPr>
          <p:spPr>
            <a:xfrm flipH="1" flipV="1">
              <a:off x="2564441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F6378C7-4BFF-61E3-B568-456232C1FADE}"/>
                </a:ext>
              </a:extLst>
            </p:cNvPr>
            <p:cNvSpPr/>
            <p:nvPr/>
          </p:nvSpPr>
          <p:spPr>
            <a:xfrm flipH="1" flipV="1">
              <a:off x="2426472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66C3A8D-61D4-6023-E9B3-F493B35F6D96}"/>
                </a:ext>
              </a:extLst>
            </p:cNvPr>
            <p:cNvSpPr/>
            <p:nvPr/>
          </p:nvSpPr>
          <p:spPr>
            <a:xfrm flipH="1" flipV="1">
              <a:off x="2564441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B49AACE-4077-26B3-F0D5-4AE94CA0DC78}"/>
                </a:ext>
              </a:extLst>
            </p:cNvPr>
            <p:cNvSpPr/>
            <p:nvPr/>
          </p:nvSpPr>
          <p:spPr>
            <a:xfrm flipH="1" flipV="1">
              <a:off x="2426472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DD9630D-FB3D-3D15-8237-7E600142263A}"/>
                </a:ext>
              </a:extLst>
            </p:cNvPr>
            <p:cNvSpPr/>
            <p:nvPr/>
          </p:nvSpPr>
          <p:spPr>
            <a:xfrm flipH="1" flipV="1">
              <a:off x="2564441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12024F6-60AC-2CA6-2D0A-516E13943607}"/>
                </a:ext>
              </a:extLst>
            </p:cNvPr>
            <p:cNvSpPr/>
            <p:nvPr/>
          </p:nvSpPr>
          <p:spPr>
            <a:xfrm flipH="1" flipV="1">
              <a:off x="2426472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075FA5E-8D9C-BE1D-55D4-BAE7F43D1255}"/>
                </a:ext>
              </a:extLst>
            </p:cNvPr>
            <p:cNvSpPr/>
            <p:nvPr/>
          </p:nvSpPr>
          <p:spPr>
            <a:xfrm flipH="1" flipV="1">
              <a:off x="2564441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2021F89-8E05-C166-FEE2-97620F515EBC}"/>
                </a:ext>
              </a:extLst>
            </p:cNvPr>
            <p:cNvSpPr/>
            <p:nvPr/>
          </p:nvSpPr>
          <p:spPr>
            <a:xfrm flipH="1" flipV="1">
              <a:off x="2426472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6DD4C9E-4848-88C8-C2E6-EC13F50DAF97}"/>
                </a:ext>
              </a:extLst>
            </p:cNvPr>
            <p:cNvSpPr/>
            <p:nvPr/>
          </p:nvSpPr>
          <p:spPr>
            <a:xfrm flipH="1" flipV="1">
              <a:off x="2564441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4106749-461A-F8ED-E7DA-64872D6AEC99}"/>
              </a:ext>
            </a:extLst>
          </p:cNvPr>
          <p:cNvGrpSpPr/>
          <p:nvPr/>
        </p:nvGrpSpPr>
        <p:grpSpPr>
          <a:xfrm>
            <a:off x="462118" y="3791851"/>
            <a:ext cx="1178410" cy="321807"/>
            <a:chOff x="1524000" y="3791851"/>
            <a:chExt cx="1178410" cy="321807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DA26FD5-A439-616B-E504-1B6C74872A88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5DCC55C-5B15-1A4A-6816-9D1BC809857F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0F114F2-94CC-445B-8125-DEF7D5F5EE5A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D5B4B10-34BE-24F8-99B9-23C4BE268E5D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036EECF-76EC-2539-5107-BAB8D44FEF09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6BA77E8-23DA-3D49-3827-B35C1652E183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7A0A843-847B-1D8F-7DBB-F817739D162C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6E265C4-F0EE-696B-728C-7E8B7AB06788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EE43A1B-2554-7AE3-8F81-A3E5259477AE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386E83BB-D707-75D2-B7A6-D6E734AB21A6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6AD6B74-D496-5135-56DB-73716C19BC6A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3777C7D-C5F3-2746-E5F1-EC38DA9E699B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E97F2220-6DB6-9F34-3C9D-4A714E2458DB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84CE120-6118-091C-B32A-BC8775839745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7242A2B-5D87-C5AB-E4AD-269B6F7CDC93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877A539-8B97-48E1-E225-FAF4F791342E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8B99E5C-C9C7-C50E-7F5B-F60A4291BAED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FB11D4C-E904-A1C9-372E-4D469A725DF1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9859389D-CCE8-A5BE-4DAE-229BAD3AFD30}"/>
              </a:ext>
            </a:extLst>
          </p:cNvPr>
          <p:cNvSpPr txBox="1"/>
          <p:nvPr/>
        </p:nvSpPr>
        <p:spPr bwMode="auto">
          <a:xfrm>
            <a:off x="271137" y="4191276"/>
            <a:ext cx="795867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X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D404720-3D8C-FA1B-1630-4D5B6D3D0692}"/>
              </a:ext>
            </a:extLst>
          </p:cNvPr>
          <p:cNvSpPr txBox="1"/>
          <p:nvPr/>
        </p:nvSpPr>
        <p:spPr bwMode="auto">
          <a:xfrm>
            <a:off x="1168605" y="4204744"/>
            <a:ext cx="792114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Y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305CE2A-366E-21C0-9920-7406C63FE844}"/>
              </a:ext>
            </a:extLst>
          </p:cNvPr>
          <p:cNvGrpSpPr/>
          <p:nvPr/>
        </p:nvGrpSpPr>
        <p:grpSpPr>
          <a:xfrm>
            <a:off x="462118" y="2410846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E963545-36BC-AC5D-7FC6-D943023146FD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00CF700-F285-B8C7-432B-4B73FECEB83C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C95314E-1323-23F3-98E0-3F6D8F42A770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9255D91-4853-1ABB-E554-5474E2072228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859B398-3FBB-77C4-F3BC-B75DE915CCBA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E427DDE-8F4D-9C88-64B8-3D616985079D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7418B47-36E2-C274-5C6E-5844B904AA14}"/>
              </a:ext>
            </a:extLst>
          </p:cNvPr>
          <p:cNvGrpSpPr/>
          <p:nvPr/>
        </p:nvGrpSpPr>
        <p:grpSpPr>
          <a:xfrm>
            <a:off x="462118" y="3798271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0D2A8EB-3638-EF75-F60F-B5918E2B156D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8792BC6-DEBB-318D-4F9D-E57DFA99E032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6341F5F-8E87-C933-7970-D44E7B992E23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B8FE8FF-BF4F-7ED6-66DE-65C2CE9696D8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8B8A76B-2773-EA17-3BB6-CA8FCD104C3E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B57C015-48FB-3522-0866-5457385D8889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A39F296-13B1-6434-925D-4F4F168C190F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2301481-2AE4-8429-D183-454BA82C51A4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BECF2D3-6FE5-7329-8548-B2CFCCCFD3A7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A9085279-35B5-FB6B-5A02-DCADC64F1197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0A8FFDD-9842-13EE-211F-190457C476BD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9F57EDB-3B35-4F0E-A5F8-03BD8F871ECB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D2BE1EE-CC90-6405-7E89-82B924DCD9FD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714C650C-A715-368F-6683-4DD7470D8162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C95F851B-A312-56A6-34E2-0369A65D9D63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7011FFD-3973-14EB-281D-200C367BECCA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2C8F4A0-C99E-4D59-C5F6-AB53E29C6FFC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C06F21B-C217-5C2A-FB25-B74B2E065DD2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0546BEFD-21FF-4255-3821-36D8BE048BD8}"/>
              </a:ext>
            </a:extLst>
          </p:cNvPr>
          <p:cNvGrpSpPr/>
          <p:nvPr/>
        </p:nvGrpSpPr>
        <p:grpSpPr>
          <a:xfrm>
            <a:off x="3309773" y="1557867"/>
            <a:ext cx="1178410" cy="429076"/>
            <a:chOff x="4371655" y="1557867"/>
            <a:chExt cx="1178410" cy="429076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F91A6D08-4254-4307-8CEF-923F3C74D3B2}"/>
                </a:ext>
              </a:extLst>
            </p:cNvPr>
            <p:cNvSpPr/>
            <p:nvPr/>
          </p:nvSpPr>
          <p:spPr>
            <a:xfrm flipH="1" flipV="1">
              <a:off x="4371655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18188320-F8A8-D2A2-57C1-F887FDAE99E6}"/>
                </a:ext>
              </a:extLst>
            </p:cNvPr>
            <p:cNvSpPr/>
            <p:nvPr/>
          </p:nvSpPr>
          <p:spPr>
            <a:xfrm flipH="1" flipV="1">
              <a:off x="4509624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CD4956F0-0FA1-47B5-246F-ADA31A629018}"/>
                </a:ext>
              </a:extLst>
            </p:cNvPr>
            <p:cNvSpPr/>
            <p:nvPr/>
          </p:nvSpPr>
          <p:spPr>
            <a:xfrm flipH="1" flipV="1">
              <a:off x="4647593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427DB1B3-127E-8C07-1420-A65ADACECBDF}"/>
                </a:ext>
              </a:extLst>
            </p:cNvPr>
            <p:cNvSpPr/>
            <p:nvPr/>
          </p:nvSpPr>
          <p:spPr>
            <a:xfrm flipH="1" flipV="1">
              <a:off x="4785562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FE9C9C2B-FA8C-E53F-E96E-CF5121C1D53F}"/>
                </a:ext>
              </a:extLst>
            </p:cNvPr>
            <p:cNvSpPr/>
            <p:nvPr/>
          </p:nvSpPr>
          <p:spPr>
            <a:xfrm flipH="1" flipV="1">
              <a:off x="4371655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BC8C6895-1EA0-4833-4DBA-8AF53C8C206D}"/>
                </a:ext>
              </a:extLst>
            </p:cNvPr>
            <p:cNvSpPr/>
            <p:nvPr/>
          </p:nvSpPr>
          <p:spPr>
            <a:xfrm flipH="1" flipV="1">
              <a:off x="4509624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B99F1266-649A-F234-39E0-8100549F6DDE}"/>
                </a:ext>
              </a:extLst>
            </p:cNvPr>
            <p:cNvSpPr/>
            <p:nvPr/>
          </p:nvSpPr>
          <p:spPr>
            <a:xfrm flipH="1" flipV="1">
              <a:off x="4647593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E553398-B422-6A81-3819-D9DC50765E90}"/>
                </a:ext>
              </a:extLst>
            </p:cNvPr>
            <p:cNvSpPr/>
            <p:nvPr/>
          </p:nvSpPr>
          <p:spPr>
            <a:xfrm flipH="1" flipV="1">
              <a:off x="4785562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4B007ADD-9F0D-CDD5-B6F2-52E290AF1B8E}"/>
                </a:ext>
              </a:extLst>
            </p:cNvPr>
            <p:cNvSpPr/>
            <p:nvPr/>
          </p:nvSpPr>
          <p:spPr>
            <a:xfrm flipH="1" flipV="1">
              <a:off x="4371655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678DC272-68F1-CA7E-2788-0E2894E407A2}"/>
                </a:ext>
              </a:extLst>
            </p:cNvPr>
            <p:cNvSpPr/>
            <p:nvPr/>
          </p:nvSpPr>
          <p:spPr>
            <a:xfrm flipH="1" flipV="1">
              <a:off x="4509624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AF46458B-D4DD-6095-3D8C-98E977083F8F}"/>
                </a:ext>
              </a:extLst>
            </p:cNvPr>
            <p:cNvSpPr/>
            <p:nvPr/>
          </p:nvSpPr>
          <p:spPr>
            <a:xfrm flipH="1" flipV="1">
              <a:off x="4647593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2224B698-8C46-D122-9D1F-C81C4F76BAD5}"/>
                </a:ext>
              </a:extLst>
            </p:cNvPr>
            <p:cNvSpPr/>
            <p:nvPr/>
          </p:nvSpPr>
          <p:spPr>
            <a:xfrm flipH="1" flipV="1">
              <a:off x="4785562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BDAE1406-2002-ABFF-6A46-C8F1C219171B}"/>
                </a:ext>
              </a:extLst>
            </p:cNvPr>
            <p:cNvSpPr/>
            <p:nvPr/>
          </p:nvSpPr>
          <p:spPr>
            <a:xfrm flipH="1" flipV="1">
              <a:off x="5274127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3A265B14-A098-5A1A-0150-9E4EE5C5BED0}"/>
                </a:ext>
              </a:extLst>
            </p:cNvPr>
            <p:cNvSpPr/>
            <p:nvPr/>
          </p:nvSpPr>
          <p:spPr>
            <a:xfrm flipH="1" flipV="1">
              <a:off x="5412096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00708DBB-3ABE-C21F-62E5-B70FF112EA9B}"/>
                </a:ext>
              </a:extLst>
            </p:cNvPr>
            <p:cNvSpPr/>
            <p:nvPr/>
          </p:nvSpPr>
          <p:spPr>
            <a:xfrm flipH="1" flipV="1">
              <a:off x="5274127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F884F2C1-AEB5-2C59-14E7-A8E8A28BE64F}"/>
                </a:ext>
              </a:extLst>
            </p:cNvPr>
            <p:cNvSpPr/>
            <p:nvPr/>
          </p:nvSpPr>
          <p:spPr>
            <a:xfrm flipH="1" flipV="1">
              <a:off x="5412096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C736D72E-9967-188A-955D-69CB63236713}"/>
                </a:ext>
              </a:extLst>
            </p:cNvPr>
            <p:cNvSpPr/>
            <p:nvPr/>
          </p:nvSpPr>
          <p:spPr>
            <a:xfrm flipH="1" flipV="1">
              <a:off x="5274127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35833685-6CD5-8B89-548C-B186988ADA05}"/>
                </a:ext>
              </a:extLst>
            </p:cNvPr>
            <p:cNvSpPr/>
            <p:nvPr/>
          </p:nvSpPr>
          <p:spPr>
            <a:xfrm flipH="1" flipV="1">
              <a:off x="5412096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E2AA19DE-1991-52A0-889E-5996D1240FAE}"/>
                </a:ext>
              </a:extLst>
            </p:cNvPr>
            <p:cNvSpPr/>
            <p:nvPr/>
          </p:nvSpPr>
          <p:spPr>
            <a:xfrm flipH="1" flipV="1">
              <a:off x="4371655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A7AE521B-5DAF-1C22-CF9D-4F70519BB8FA}"/>
                </a:ext>
              </a:extLst>
            </p:cNvPr>
            <p:cNvSpPr/>
            <p:nvPr/>
          </p:nvSpPr>
          <p:spPr>
            <a:xfrm flipH="1" flipV="1">
              <a:off x="4509624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4792F36A-718B-6783-E00A-1D57308B4C18}"/>
                </a:ext>
              </a:extLst>
            </p:cNvPr>
            <p:cNvSpPr/>
            <p:nvPr/>
          </p:nvSpPr>
          <p:spPr>
            <a:xfrm flipH="1" flipV="1">
              <a:off x="4647593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48F80EEC-65C5-12CA-01D0-A0E513CF28FD}"/>
                </a:ext>
              </a:extLst>
            </p:cNvPr>
            <p:cNvSpPr/>
            <p:nvPr/>
          </p:nvSpPr>
          <p:spPr>
            <a:xfrm flipH="1" flipV="1">
              <a:off x="4785562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4B0F0103-C8EF-81B2-41D7-0A978893D7CB}"/>
                </a:ext>
              </a:extLst>
            </p:cNvPr>
            <p:cNvSpPr/>
            <p:nvPr/>
          </p:nvSpPr>
          <p:spPr>
            <a:xfrm flipH="1" flipV="1">
              <a:off x="5274127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F2BB801D-4BBE-A6B1-8A27-C25E71AF4941}"/>
                </a:ext>
              </a:extLst>
            </p:cNvPr>
            <p:cNvSpPr/>
            <p:nvPr/>
          </p:nvSpPr>
          <p:spPr>
            <a:xfrm flipH="1" flipV="1">
              <a:off x="5412096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ECBC0C46-E3F0-8756-2430-BC4DF22F28DA}"/>
              </a:ext>
            </a:extLst>
          </p:cNvPr>
          <p:cNvGrpSpPr/>
          <p:nvPr/>
        </p:nvGrpSpPr>
        <p:grpSpPr>
          <a:xfrm>
            <a:off x="3309773" y="1984715"/>
            <a:ext cx="1178410" cy="423481"/>
            <a:chOff x="4371655" y="1984715"/>
            <a:chExt cx="1178410" cy="423481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DF4773D-92DE-25FA-123F-7BC62107333B}"/>
                </a:ext>
              </a:extLst>
            </p:cNvPr>
            <p:cNvSpPr/>
            <p:nvPr/>
          </p:nvSpPr>
          <p:spPr>
            <a:xfrm flipH="1" flipV="1">
              <a:off x="4371655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AE91DDA9-35AA-93B6-956E-B5DD3118CDBF}"/>
                </a:ext>
              </a:extLst>
            </p:cNvPr>
            <p:cNvSpPr/>
            <p:nvPr/>
          </p:nvSpPr>
          <p:spPr>
            <a:xfrm flipH="1" flipV="1">
              <a:off x="4509624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76722AFA-5D1D-65C7-E465-9AE11B4295BC}"/>
                </a:ext>
              </a:extLst>
            </p:cNvPr>
            <p:cNvSpPr/>
            <p:nvPr/>
          </p:nvSpPr>
          <p:spPr>
            <a:xfrm flipH="1" flipV="1">
              <a:off x="4647593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A5D67F1-1665-1655-0DAC-9899922EC5AD}"/>
                </a:ext>
              </a:extLst>
            </p:cNvPr>
            <p:cNvSpPr/>
            <p:nvPr/>
          </p:nvSpPr>
          <p:spPr>
            <a:xfrm flipH="1" flipV="1">
              <a:off x="4785562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3526757-9353-0B9D-1A15-9FB59EF9397A}"/>
                </a:ext>
              </a:extLst>
            </p:cNvPr>
            <p:cNvSpPr/>
            <p:nvPr/>
          </p:nvSpPr>
          <p:spPr>
            <a:xfrm flipH="1" flipV="1">
              <a:off x="4371655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DBFD5D20-2F05-8823-0843-F4E0FD83F393}"/>
                </a:ext>
              </a:extLst>
            </p:cNvPr>
            <p:cNvSpPr/>
            <p:nvPr/>
          </p:nvSpPr>
          <p:spPr>
            <a:xfrm flipH="1" flipV="1">
              <a:off x="4509624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F17B6D5-0B72-DBBD-2F3F-8A28A0BF7A1A}"/>
                </a:ext>
              </a:extLst>
            </p:cNvPr>
            <p:cNvSpPr/>
            <p:nvPr/>
          </p:nvSpPr>
          <p:spPr>
            <a:xfrm flipH="1" flipV="1">
              <a:off x="4647593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A52CC2E-8F73-DF64-EABA-D9F8A91157F8}"/>
                </a:ext>
              </a:extLst>
            </p:cNvPr>
            <p:cNvSpPr/>
            <p:nvPr/>
          </p:nvSpPr>
          <p:spPr>
            <a:xfrm flipH="1" flipV="1">
              <a:off x="4785562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7E2D2837-2577-C256-47D6-4D2E7CFC1BA0}"/>
                </a:ext>
              </a:extLst>
            </p:cNvPr>
            <p:cNvSpPr/>
            <p:nvPr/>
          </p:nvSpPr>
          <p:spPr>
            <a:xfrm flipH="1" flipV="1">
              <a:off x="4371655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D3B50204-1623-89CE-946C-4E086A5D5EB0}"/>
                </a:ext>
              </a:extLst>
            </p:cNvPr>
            <p:cNvSpPr/>
            <p:nvPr/>
          </p:nvSpPr>
          <p:spPr>
            <a:xfrm flipH="1" flipV="1">
              <a:off x="4509624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53563D0-8524-1F64-949F-CE198F13B5C6}"/>
                </a:ext>
              </a:extLst>
            </p:cNvPr>
            <p:cNvSpPr/>
            <p:nvPr/>
          </p:nvSpPr>
          <p:spPr>
            <a:xfrm flipH="1" flipV="1">
              <a:off x="4647593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44B6A27-9645-F4DA-6103-F9402E708218}"/>
                </a:ext>
              </a:extLst>
            </p:cNvPr>
            <p:cNvSpPr/>
            <p:nvPr/>
          </p:nvSpPr>
          <p:spPr>
            <a:xfrm flipH="1" flipV="1">
              <a:off x="4785562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A5E953EE-0B96-8F4D-642E-3D6A43DB5E3A}"/>
                </a:ext>
              </a:extLst>
            </p:cNvPr>
            <p:cNvSpPr/>
            <p:nvPr/>
          </p:nvSpPr>
          <p:spPr>
            <a:xfrm flipH="1" flipV="1">
              <a:off x="4371655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7210A577-851D-7DE7-B5DD-DC47746A9B1E}"/>
                </a:ext>
              </a:extLst>
            </p:cNvPr>
            <p:cNvSpPr/>
            <p:nvPr/>
          </p:nvSpPr>
          <p:spPr>
            <a:xfrm flipH="1" flipV="1">
              <a:off x="4509624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4FBFC29-FA29-0B47-C46D-DB9238476CFC}"/>
                </a:ext>
              </a:extLst>
            </p:cNvPr>
            <p:cNvSpPr/>
            <p:nvPr/>
          </p:nvSpPr>
          <p:spPr>
            <a:xfrm flipH="1" flipV="1">
              <a:off x="4647593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A53414B8-7932-D344-FD45-FD98412AA479}"/>
                </a:ext>
              </a:extLst>
            </p:cNvPr>
            <p:cNvSpPr/>
            <p:nvPr/>
          </p:nvSpPr>
          <p:spPr>
            <a:xfrm flipH="1" flipV="1">
              <a:off x="4785562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1B2F2FD8-57E9-6CBB-8D75-8285B88B24B3}"/>
                </a:ext>
              </a:extLst>
            </p:cNvPr>
            <p:cNvSpPr/>
            <p:nvPr/>
          </p:nvSpPr>
          <p:spPr>
            <a:xfrm flipH="1" flipV="1">
              <a:off x="5274127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2497216-5F88-D460-8D46-FC970231356C}"/>
                </a:ext>
              </a:extLst>
            </p:cNvPr>
            <p:cNvSpPr/>
            <p:nvPr/>
          </p:nvSpPr>
          <p:spPr>
            <a:xfrm flipH="1" flipV="1">
              <a:off x="5412096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C97972EA-FB40-E4CD-292E-8B66BD062A64}"/>
                </a:ext>
              </a:extLst>
            </p:cNvPr>
            <p:cNvSpPr/>
            <p:nvPr/>
          </p:nvSpPr>
          <p:spPr>
            <a:xfrm flipH="1" flipV="1">
              <a:off x="5274127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362617E6-02BB-4329-4B1C-AE563A082E50}"/>
                </a:ext>
              </a:extLst>
            </p:cNvPr>
            <p:cNvSpPr/>
            <p:nvPr/>
          </p:nvSpPr>
          <p:spPr>
            <a:xfrm flipH="1" flipV="1">
              <a:off x="5412096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9CE200C-C52B-6BDC-4F86-F23E4FAB4287}"/>
                </a:ext>
              </a:extLst>
            </p:cNvPr>
            <p:cNvSpPr/>
            <p:nvPr/>
          </p:nvSpPr>
          <p:spPr>
            <a:xfrm flipH="1" flipV="1">
              <a:off x="5274127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8577F31D-558D-14FC-6065-179F1D35C469}"/>
                </a:ext>
              </a:extLst>
            </p:cNvPr>
            <p:cNvSpPr/>
            <p:nvPr/>
          </p:nvSpPr>
          <p:spPr>
            <a:xfrm flipH="1" flipV="1">
              <a:off x="5412096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CB1BFE01-F21B-E211-A7D4-4C9A2B262A90}"/>
                </a:ext>
              </a:extLst>
            </p:cNvPr>
            <p:cNvSpPr/>
            <p:nvPr/>
          </p:nvSpPr>
          <p:spPr>
            <a:xfrm flipH="1" flipV="1">
              <a:off x="5274127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9B5A584F-402A-B6AD-D65A-EBD76C90C114}"/>
                </a:ext>
              </a:extLst>
            </p:cNvPr>
            <p:cNvSpPr/>
            <p:nvPr/>
          </p:nvSpPr>
          <p:spPr>
            <a:xfrm flipH="1" flipV="1">
              <a:off x="5412096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88F16AC7-332A-CFCD-5C5E-F2879DF70790}"/>
              </a:ext>
            </a:extLst>
          </p:cNvPr>
          <p:cNvGrpSpPr/>
          <p:nvPr/>
        </p:nvGrpSpPr>
        <p:grpSpPr>
          <a:xfrm>
            <a:off x="3309773" y="2408196"/>
            <a:ext cx="1178410" cy="421179"/>
            <a:chOff x="4371655" y="2408196"/>
            <a:chExt cx="1178410" cy="421179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C046594B-D678-4E97-65C5-820EE54B0975}"/>
                </a:ext>
              </a:extLst>
            </p:cNvPr>
            <p:cNvSpPr/>
            <p:nvPr/>
          </p:nvSpPr>
          <p:spPr>
            <a:xfrm flipH="1" flipV="1">
              <a:off x="4371655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863BA9CD-7256-E3C9-273E-EEDE46856858}"/>
                </a:ext>
              </a:extLst>
            </p:cNvPr>
            <p:cNvSpPr/>
            <p:nvPr/>
          </p:nvSpPr>
          <p:spPr>
            <a:xfrm flipH="1" flipV="1">
              <a:off x="4509624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6D9D960A-9FBB-F123-D0AA-BDA833EEBFA4}"/>
                </a:ext>
              </a:extLst>
            </p:cNvPr>
            <p:cNvSpPr/>
            <p:nvPr/>
          </p:nvSpPr>
          <p:spPr>
            <a:xfrm flipH="1" flipV="1">
              <a:off x="4647593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69376E3F-9F34-8BFF-3404-F3C4F7E38916}"/>
                </a:ext>
              </a:extLst>
            </p:cNvPr>
            <p:cNvSpPr/>
            <p:nvPr/>
          </p:nvSpPr>
          <p:spPr>
            <a:xfrm flipH="1" flipV="1">
              <a:off x="4785562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1EB49542-3D08-5BE8-89BE-E96887427DD7}"/>
                </a:ext>
              </a:extLst>
            </p:cNvPr>
            <p:cNvSpPr/>
            <p:nvPr/>
          </p:nvSpPr>
          <p:spPr>
            <a:xfrm flipH="1" flipV="1">
              <a:off x="4371655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A5F5745-FECC-B691-DB4D-8C8209775AB9}"/>
                </a:ext>
              </a:extLst>
            </p:cNvPr>
            <p:cNvSpPr/>
            <p:nvPr/>
          </p:nvSpPr>
          <p:spPr>
            <a:xfrm flipH="1" flipV="1">
              <a:off x="4509624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1A88D554-445D-6559-C2AC-E62672E55BE9}"/>
                </a:ext>
              </a:extLst>
            </p:cNvPr>
            <p:cNvSpPr/>
            <p:nvPr/>
          </p:nvSpPr>
          <p:spPr>
            <a:xfrm flipH="1" flipV="1">
              <a:off x="4647593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32EBF93-F977-6EAD-83E1-78F0F82B3120}"/>
                </a:ext>
              </a:extLst>
            </p:cNvPr>
            <p:cNvSpPr/>
            <p:nvPr/>
          </p:nvSpPr>
          <p:spPr>
            <a:xfrm flipH="1" flipV="1">
              <a:off x="4785562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05EE3EC-0C7E-217C-6156-B308F17CAAFD}"/>
                </a:ext>
              </a:extLst>
            </p:cNvPr>
            <p:cNvSpPr/>
            <p:nvPr/>
          </p:nvSpPr>
          <p:spPr>
            <a:xfrm flipH="1" flipV="1">
              <a:off x="4371655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657E0916-A9F2-1A50-383B-D245DCB3EE51}"/>
                </a:ext>
              </a:extLst>
            </p:cNvPr>
            <p:cNvSpPr/>
            <p:nvPr/>
          </p:nvSpPr>
          <p:spPr>
            <a:xfrm flipH="1" flipV="1">
              <a:off x="4509624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F7210152-3764-416E-C96E-625594DFFA87}"/>
                </a:ext>
              </a:extLst>
            </p:cNvPr>
            <p:cNvSpPr/>
            <p:nvPr/>
          </p:nvSpPr>
          <p:spPr>
            <a:xfrm flipH="1" flipV="1">
              <a:off x="4647593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79DDEA4-0885-48AE-FB84-2392A4C3FDB8}"/>
                </a:ext>
              </a:extLst>
            </p:cNvPr>
            <p:cNvSpPr/>
            <p:nvPr/>
          </p:nvSpPr>
          <p:spPr>
            <a:xfrm flipH="1" flipV="1">
              <a:off x="4785562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1D4A2B8E-2D40-374B-4879-AA3B420066B3}"/>
                </a:ext>
              </a:extLst>
            </p:cNvPr>
            <p:cNvSpPr/>
            <p:nvPr/>
          </p:nvSpPr>
          <p:spPr>
            <a:xfrm flipH="1" flipV="1">
              <a:off x="4371655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2FA6209-EBD6-C5FD-CF1D-3D637B8164B0}"/>
                </a:ext>
              </a:extLst>
            </p:cNvPr>
            <p:cNvSpPr/>
            <p:nvPr/>
          </p:nvSpPr>
          <p:spPr>
            <a:xfrm flipH="1" flipV="1">
              <a:off x="4509624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3759B8B-0089-3CD2-129E-5215F5518077}"/>
                </a:ext>
              </a:extLst>
            </p:cNvPr>
            <p:cNvSpPr/>
            <p:nvPr/>
          </p:nvSpPr>
          <p:spPr>
            <a:xfrm flipH="1" flipV="1">
              <a:off x="4647593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25185657-9030-E06C-E7B5-466F9BACCE1E}"/>
                </a:ext>
              </a:extLst>
            </p:cNvPr>
            <p:cNvSpPr/>
            <p:nvPr/>
          </p:nvSpPr>
          <p:spPr>
            <a:xfrm flipH="1" flipV="1">
              <a:off x="4785562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7D498BB-2030-8AD8-51CD-BB32A5B822C2}"/>
                </a:ext>
              </a:extLst>
            </p:cNvPr>
            <p:cNvSpPr/>
            <p:nvPr/>
          </p:nvSpPr>
          <p:spPr>
            <a:xfrm flipH="1" flipV="1">
              <a:off x="5274127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B8133BD2-E921-4F0D-CEEE-C9E616F64E13}"/>
                </a:ext>
              </a:extLst>
            </p:cNvPr>
            <p:cNvSpPr/>
            <p:nvPr/>
          </p:nvSpPr>
          <p:spPr>
            <a:xfrm flipH="1" flipV="1">
              <a:off x="5412096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6227AEB-7028-699C-5BDC-7C155109DD1B}"/>
                </a:ext>
              </a:extLst>
            </p:cNvPr>
            <p:cNvSpPr/>
            <p:nvPr/>
          </p:nvSpPr>
          <p:spPr>
            <a:xfrm flipH="1" flipV="1">
              <a:off x="5274127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675DB5C9-8D2A-89FD-B9FA-8B28F0E5B6D0}"/>
                </a:ext>
              </a:extLst>
            </p:cNvPr>
            <p:cNvSpPr/>
            <p:nvPr/>
          </p:nvSpPr>
          <p:spPr>
            <a:xfrm flipH="1" flipV="1">
              <a:off x="5412096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B9A565B2-3DB3-F192-6CDA-C508AFE6748E}"/>
                </a:ext>
              </a:extLst>
            </p:cNvPr>
            <p:cNvSpPr/>
            <p:nvPr/>
          </p:nvSpPr>
          <p:spPr>
            <a:xfrm flipH="1" flipV="1">
              <a:off x="5274127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ACE71206-F057-0E54-D398-A65E2D0A2BF7}"/>
                </a:ext>
              </a:extLst>
            </p:cNvPr>
            <p:cNvSpPr/>
            <p:nvPr/>
          </p:nvSpPr>
          <p:spPr>
            <a:xfrm flipH="1" flipV="1">
              <a:off x="5412096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53AAE796-4365-3A9D-5089-D5D6C336051F}"/>
                </a:ext>
              </a:extLst>
            </p:cNvPr>
            <p:cNvSpPr/>
            <p:nvPr/>
          </p:nvSpPr>
          <p:spPr>
            <a:xfrm flipH="1" flipV="1">
              <a:off x="5274127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E16D31BE-26A0-4397-5644-1DE15B69F99E}"/>
                </a:ext>
              </a:extLst>
            </p:cNvPr>
            <p:cNvSpPr/>
            <p:nvPr/>
          </p:nvSpPr>
          <p:spPr>
            <a:xfrm flipH="1" flipV="1">
              <a:off x="5412096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752CD94C-FAE7-79C5-F3A6-AC45FB6CB992}"/>
              </a:ext>
            </a:extLst>
          </p:cNvPr>
          <p:cNvGrpSpPr/>
          <p:nvPr/>
        </p:nvGrpSpPr>
        <p:grpSpPr>
          <a:xfrm>
            <a:off x="3309773" y="2829375"/>
            <a:ext cx="1178410" cy="429076"/>
            <a:chOff x="4371655" y="2829375"/>
            <a:chExt cx="1178410" cy="429076"/>
          </a:xfrm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53A5A160-556D-07F7-1F4E-41D470DDE3B5}"/>
                </a:ext>
              </a:extLst>
            </p:cNvPr>
            <p:cNvSpPr/>
            <p:nvPr/>
          </p:nvSpPr>
          <p:spPr>
            <a:xfrm flipH="1" flipV="1">
              <a:off x="4371655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1E2D7272-60E7-2EA4-F489-85DF0E953937}"/>
                </a:ext>
              </a:extLst>
            </p:cNvPr>
            <p:cNvSpPr/>
            <p:nvPr/>
          </p:nvSpPr>
          <p:spPr>
            <a:xfrm flipH="1" flipV="1">
              <a:off x="4509624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7B6115EF-DF1C-4B96-8437-55C13DF57E89}"/>
                </a:ext>
              </a:extLst>
            </p:cNvPr>
            <p:cNvSpPr/>
            <p:nvPr/>
          </p:nvSpPr>
          <p:spPr>
            <a:xfrm flipH="1" flipV="1">
              <a:off x="4647593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F1472B6-22BE-3F3B-8723-5921F0C253AF}"/>
                </a:ext>
              </a:extLst>
            </p:cNvPr>
            <p:cNvSpPr/>
            <p:nvPr/>
          </p:nvSpPr>
          <p:spPr>
            <a:xfrm flipH="1" flipV="1">
              <a:off x="4785562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2F3D9D5-961A-A898-224D-C167DEDCE974}"/>
                </a:ext>
              </a:extLst>
            </p:cNvPr>
            <p:cNvSpPr/>
            <p:nvPr/>
          </p:nvSpPr>
          <p:spPr>
            <a:xfrm flipH="1" flipV="1">
              <a:off x="4371655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CC69D601-C276-C098-4D00-67EABFE09DFE}"/>
                </a:ext>
              </a:extLst>
            </p:cNvPr>
            <p:cNvSpPr/>
            <p:nvPr/>
          </p:nvSpPr>
          <p:spPr>
            <a:xfrm flipH="1" flipV="1">
              <a:off x="4509624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00BECB46-E98B-6C10-5BB9-FE3F94D5A8B6}"/>
                </a:ext>
              </a:extLst>
            </p:cNvPr>
            <p:cNvSpPr/>
            <p:nvPr/>
          </p:nvSpPr>
          <p:spPr>
            <a:xfrm flipH="1" flipV="1">
              <a:off x="4647593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4F0A3C3-FD87-B518-6F83-0BAAAF835373}"/>
                </a:ext>
              </a:extLst>
            </p:cNvPr>
            <p:cNvSpPr/>
            <p:nvPr/>
          </p:nvSpPr>
          <p:spPr>
            <a:xfrm flipH="1" flipV="1">
              <a:off x="4785562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FC97B14B-61C1-F24F-EF44-C0D1F4696AAD}"/>
                </a:ext>
              </a:extLst>
            </p:cNvPr>
            <p:cNvSpPr/>
            <p:nvPr/>
          </p:nvSpPr>
          <p:spPr>
            <a:xfrm flipH="1" flipV="1">
              <a:off x="4371655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4F51C94-F51C-6252-A05B-8480AFC46631}"/>
                </a:ext>
              </a:extLst>
            </p:cNvPr>
            <p:cNvSpPr/>
            <p:nvPr/>
          </p:nvSpPr>
          <p:spPr>
            <a:xfrm flipH="1" flipV="1">
              <a:off x="4509624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63C3C5B-9F11-3FCF-FCDE-5CB4EDE86A96}"/>
                </a:ext>
              </a:extLst>
            </p:cNvPr>
            <p:cNvSpPr/>
            <p:nvPr/>
          </p:nvSpPr>
          <p:spPr>
            <a:xfrm flipH="1" flipV="1">
              <a:off x="4647593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49307F7-73B5-C9D8-54C6-FF1EA6118E50}"/>
                </a:ext>
              </a:extLst>
            </p:cNvPr>
            <p:cNvSpPr/>
            <p:nvPr/>
          </p:nvSpPr>
          <p:spPr>
            <a:xfrm flipH="1" flipV="1">
              <a:off x="4785562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0455743-722D-4453-E00C-49256DA6C525}"/>
                </a:ext>
              </a:extLst>
            </p:cNvPr>
            <p:cNvSpPr/>
            <p:nvPr/>
          </p:nvSpPr>
          <p:spPr>
            <a:xfrm flipH="1" flipV="1">
              <a:off x="4371655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F5D45B0-6CA1-B219-A22B-C93509D2273B}"/>
                </a:ext>
              </a:extLst>
            </p:cNvPr>
            <p:cNvSpPr/>
            <p:nvPr/>
          </p:nvSpPr>
          <p:spPr>
            <a:xfrm flipH="1" flipV="1">
              <a:off x="4509624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398D11AE-5F94-84F2-4E9E-651DFC03EF7F}"/>
                </a:ext>
              </a:extLst>
            </p:cNvPr>
            <p:cNvSpPr/>
            <p:nvPr/>
          </p:nvSpPr>
          <p:spPr>
            <a:xfrm flipH="1" flipV="1">
              <a:off x="4647593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2217A094-05FA-7346-B9DB-90F81B2F0A31}"/>
                </a:ext>
              </a:extLst>
            </p:cNvPr>
            <p:cNvSpPr/>
            <p:nvPr/>
          </p:nvSpPr>
          <p:spPr>
            <a:xfrm flipH="1" flipV="1">
              <a:off x="4785562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3674510B-CED3-6B83-D4B4-279F1E872D14}"/>
                </a:ext>
              </a:extLst>
            </p:cNvPr>
            <p:cNvSpPr/>
            <p:nvPr/>
          </p:nvSpPr>
          <p:spPr>
            <a:xfrm flipH="1" flipV="1">
              <a:off x="5274127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9F73A14C-A9BD-4986-DD91-4DFC63E8AA0E}"/>
                </a:ext>
              </a:extLst>
            </p:cNvPr>
            <p:cNvSpPr/>
            <p:nvPr/>
          </p:nvSpPr>
          <p:spPr>
            <a:xfrm flipH="1" flipV="1">
              <a:off x="5412096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AFCD6C5E-62E3-DCA2-29DE-0B3BBFCA4AA9}"/>
                </a:ext>
              </a:extLst>
            </p:cNvPr>
            <p:cNvSpPr/>
            <p:nvPr/>
          </p:nvSpPr>
          <p:spPr>
            <a:xfrm flipH="1" flipV="1">
              <a:off x="5274127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7584CCBA-E5ED-0001-ED26-3603635D120E}"/>
                </a:ext>
              </a:extLst>
            </p:cNvPr>
            <p:cNvSpPr/>
            <p:nvPr/>
          </p:nvSpPr>
          <p:spPr>
            <a:xfrm flipH="1" flipV="1">
              <a:off x="5412096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C39F36A1-16B9-A029-3839-4E0F69935994}"/>
                </a:ext>
              </a:extLst>
            </p:cNvPr>
            <p:cNvSpPr/>
            <p:nvPr/>
          </p:nvSpPr>
          <p:spPr>
            <a:xfrm flipH="1" flipV="1">
              <a:off x="5274127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6FF4A779-13DE-1BAD-C337-0E54F8D75AD2}"/>
                </a:ext>
              </a:extLst>
            </p:cNvPr>
            <p:cNvSpPr/>
            <p:nvPr/>
          </p:nvSpPr>
          <p:spPr>
            <a:xfrm flipH="1" flipV="1">
              <a:off x="5412096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9C2DECBA-7D2A-A289-F501-0AA667CF147A}"/>
                </a:ext>
              </a:extLst>
            </p:cNvPr>
            <p:cNvSpPr/>
            <p:nvPr/>
          </p:nvSpPr>
          <p:spPr>
            <a:xfrm flipH="1" flipV="1">
              <a:off x="5274127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1555EB1F-2B09-579B-DEB6-A711EFA1B162}"/>
                </a:ext>
              </a:extLst>
            </p:cNvPr>
            <p:cNvSpPr/>
            <p:nvPr/>
          </p:nvSpPr>
          <p:spPr>
            <a:xfrm flipH="1" flipV="1">
              <a:off x="5412096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F2982F35-F274-42D1-EFC3-2D18CD858930}"/>
              </a:ext>
            </a:extLst>
          </p:cNvPr>
          <p:cNvGrpSpPr/>
          <p:nvPr/>
        </p:nvGrpSpPr>
        <p:grpSpPr>
          <a:xfrm>
            <a:off x="3312684" y="4084007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8006A37D-8B56-C342-84BE-E286482E50FC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93E0F2EB-AA73-7F71-518B-3C60D15B605C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F3806DD9-C998-30E7-CB7A-F28A494A99B3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5BC2E904-A928-08A4-F2A6-6BA0C3964D6C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46453A60-4DB1-D4CC-0ACD-E4EE638A5D1A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CD21E1A9-21EE-0FFF-27B3-C6195BD8488E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96C2829B-3861-E78C-17FA-2E6C0430BEA4}"/>
              </a:ext>
            </a:extLst>
          </p:cNvPr>
          <p:cNvGrpSpPr/>
          <p:nvPr/>
        </p:nvGrpSpPr>
        <p:grpSpPr>
          <a:xfrm>
            <a:off x="3312684" y="4178998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8D1BB609-8CDD-2503-99A8-B3F621AB40D6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1E729B63-5982-AE13-DE72-F22775B8935F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E0ABD4B0-EE39-A634-228F-977DBD1898B7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7D073001-6A3E-D91D-A569-469883F8E0AD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1F3A3FC3-A63A-2250-BAA7-A21E37638C3F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521D05C1-7841-3B58-83D8-8822D8FCEFFB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126F2EE5-F6F6-4AD0-D121-6B1B93BC0223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D2967D3F-EEE3-5A96-F1AA-927108374C84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5AA2DD51-D8C8-3E2F-391A-C7E7DD04BA9D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296B8A52-8D56-F3C0-AA3F-E2A7BBB3AFCE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D17E850-21AB-80CE-580C-B54364C035A2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3DA5E503-4D7C-59DB-6169-E8F3EAB97F2B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EEDB0A83-0387-BA74-D95C-83D95788A0B9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5C50DB81-8330-1252-CD05-7FEF1D97CB09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F92F3DC8-486C-CC29-31D4-98EE35CE92E8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1AEE3F91-4096-20F7-0B79-800DD346DD5A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E07761DF-FE98-E6B4-85AD-69AAD0E3D20B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A26683D5-F18B-B9C0-14FB-BD1BE62276CE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83" name="TextBox 282">
            <a:extLst>
              <a:ext uri="{FF2B5EF4-FFF2-40B4-BE49-F238E27FC236}">
                <a16:creationId xmlns:a16="http://schemas.microsoft.com/office/drawing/2014/main" id="{534D34A5-C0CB-D891-01BC-95239B9F2E7E}"/>
              </a:ext>
            </a:extLst>
          </p:cNvPr>
          <p:cNvSpPr txBox="1"/>
          <p:nvPr/>
        </p:nvSpPr>
        <p:spPr bwMode="auto">
          <a:xfrm>
            <a:off x="3309773" y="1197814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Training Data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7B15E43E-29E4-E7E3-D8E9-96E7EAC03788}"/>
              </a:ext>
            </a:extLst>
          </p:cNvPr>
          <p:cNvSpPr txBox="1"/>
          <p:nvPr/>
        </p:nvSpPr>
        <p:spPr bwMode="auto">
          <a:xfrm>
            <a:off x="3429848" y="4468517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Testing Data</a:t>
            </a:r>
          </a:p>
        </p:txBody>
      </p:sp>
      <p:cxnSp>
        <p:nvCxnSpPr>
          <p:cNvPr id="285" name="Elbow Connector 284">
            <a:extLst>
              <a:ext uri="{FF2B5EF4-FFF2-40B4-BE49-F238E27FC236}">
                <a16:creationId xmlns:a16="http://schemas.microsoft.com/office/drawing/2014/main" id="{99111439-64D3-4867-766E-B9C45C590E31}"/>
              </a:ext>
            </a:extLst>
          </p:cNvPr>
          <p:cNvCxnSpPr>
            <a:cxnSpLocks/>
            <a:endCxn id="173" idx="3"/>
          </p:cNvCxnSpPr>
          <p:nvPr/>
        </p:nvCxnSpPr>
        <p:spPr>
          <a:xfrm flipV="1">
            <a:off x="1944801" y="2354561"/>
            <a:ext cx="1364972" cy="845839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Elbow Connector 285">
            <a:extLst>
              <a:ext uri="{FF2B5EF4-FFF2-40B4-BE49-F238E27FC236}">
                <a16:creationId xmlns:a16="http://schemas.microsoft.com/office/drawing/2014/main" id="{48F997B2-5C42-D0F0-1DD6-ED3B5B520056}"/>
              </a:ext>
            </a:extLst>
          </p:cNvPr>
          <p:cNvCxnSpPr>
            <a:cxnSpLocks/>
          </p:cNvCxnSpPr>
          <p:nvPr/>
        </p:nvCxnSpPr>
        <p:spPr>
          <a:xfrm>
            <a:off x="1944801" y="3200400"/>
            <a:ext cx="1364972" cy="1109133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CE195AF0-FEEA-7C27-85E4-599F97379FC4}"/>
              </a:ext>
            </a:extLst>
          </p:cNvPr>
          <p:cNvGrpSpPr/>
          <p:nvPr/>
        </p:nvGrpSpPr>
        <p:grpSpPr>
          <a:xfrm>
            <a:off x="3309773" y="1561535"/>
            <a:ext cx="1178410" cy="1715697"/>
            <a:chOff x="3309773" y="1561535"/>
            <a:chExt cx="1178410" cy="1715697"/>
          </a:xfrm>
        </p:grpSpPr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719EB5C1-FEC4-A35F-7963-DF6A4D0826DA}"/>
                </a:ext>
              </a:extLst>
            </p:cNvPr>
            <p:cNvGrpSpPr/>
            <p:nvPr/>
          </p:nvGrpSpPr>
          <p:grpSpPr>
            <a:xfrm>
              <a:off x="3309773" y="1561535"/>
              <a:ext cx="1178410" cy="429076"/>
              <a:chOff x="4371655" y="1557867"/>
              <a:chExt cx="1178410" cy="429076"/>
            </a:xfrm>
            <a:solidFill>
              <a:srgbClr val="00B0F0"/>
            </a:solidFill>
          </p:grpSpPr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68A3FC26-CDC7-20A6-953E-CF1EA56331E7}"/>
                  </a:ext>
                </a:extLst>
              </p:cNvPr>
              <p:cNvSpPr/>
              <p:nvPr/>
            </p:nvSpPr>
            <p:spPr>
              <a:xfrm flipH="1" flipV="1">
                <a:off x="4371655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29AB2690-57D2-560B-45D5-88124E5D17C8}"/>
                  </a:ext>
                </a:extLst>
              </p:cNvPr>
              <p:cNvSpPr/>
              <p:nvPr/>
            </p:nvSpPr>
            <p:spPr>
              <a:xfrm flipH="1" flipV="1">
                <a:off x="4509624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73720756-9B9D-524F-FC28-88F17898A276}"/>
                  </a:ext>
                </a:extLst>
              </p:cNvPr>
              <p:cNvSpPr/>
              <p:nvPr/>
            </p:nvSpPr>
            <p:spPr>
              <a:xfrm flipH="1" flipV="1">
                <a:off x="4647593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8DA4B2CB-40ED-DEBF-75FE-A336B63AB47E}"/>
                  </a:ext>
                </a:extLst>
              </p:cNvPr>
              <p:cNvSpPr/>
              <p:nvPr/>
            </p:nvSpPr>
            <p:spPr>
              <a:xfrm flipH="1" flipV="1">
                <a:off x="4785562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D16BC294-C1F0-FEAA-6459-6F10DA0D8DBA}"/>
                  </a:ext>
                </a:extLst>
              </p:cNvPr>
              <p:cNvSpPr/>
              <p:nvPr/>
            </p:nvSpPr>
            <p:spPr>
              <a:xfrm flipH="1" flipV="1">
                <a:off x="4371655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24A26222-BA20-C220-0AC2-93407393ABEB}"/>
                  </a:ext>
                </a:extLst>
              </p:cNvPr>
              <p:cNvSpPr/>
              <p:nvPr/>
            </p:nvSpPr>
            <p:spPr>
              <a:xfrm flipH="1" flipV="1">
                <a:off x="4509624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2025022A-C69E-D46D-37A3-EBD6A74B1889}"/>
                  </a:ext>
                </a:extLst>
              </p:cNvPr>
              <p:cNvSpPr/>
              <p:nvPr/>
            </p:nvSpPr>
            <p:spPr>
              <a:xfrm flipH="1" flipV="1">
                <a:off x="4647593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9AA05FBD-E5FE-0B04-A361-A465BA2E99FF}"/>
                  </a:ext>
                </a:extLst>
              </p:cNvPr>
              <p:cNvSpPr/>
              <p:nvPr/>
            </p:nvSpPr>
            <p:spPr>
              <a:xfrm flipH="1" flipV="1">
                <a:off x="4785562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7A938CA6-CC72-9186-BC5F-9B6F180B4E3D}"/>
                  </a:ext>
                </a:extLst>
              </p:cNvPr>
              <p:cNvSpPr/>
              <p:nvPr/>
            </p:nvSpPr>
            <p:spPr>
              <a:xfrm flipH="1" flipV="1">
                <a:off x="4371655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78B7C380-EEF6-0BF5-65D8-9105F35BD045}"/>
                  </a:ext>
                </a:extLst>
              </p:cNvPr>
              <p:cNvSpPr/>
              <p:nvPr/>
            </p:nvSpPr>
            <p:spPr>
              <a:xfrm flipH="1" flipV="1">
                <a:off x="4509624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626FD42D-8713-C60A-AC82-439D14BA8ACD}"/>
                  </a:ext>
                </a:extLst>
              </p:cNvPr>
              <p:cNvSpPr/>
              <p:nvPr/>
            </p:nvSpPr>
            <p:spPr>
              <a:xfrm flipH="1" flipV="1">
                <a:off x="4647593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3A95B1D9-C834-E01F-BA96-57EF75ACC426}"/>
                  </a:ext>
                </a:extLst>
              </p:cNvPr>
              <p:cNvSpPr/>
              <p:nvPr/>
            </p:nvSpPr>
            <p:spPr>
              <a:xfrm flipH="1" flipV="1">
                <a:off x="4785562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95037509-945E-D8A8-5463-0AA2591F0A91}"/>
                  </a:ext>
                </a:extLst>
              </p:cNvPr>
              <p:cNvSpPr/>
              <p:nvPr/>
            </p:nvSpPr>
            <p:spPr>
              <a:xfrm flipH="1" flipV="1">
                <a:off x="5274127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F1D78DE2-2A8B-14AC-9518-0E81DF82A7B2}"/>
                  </a:ext>
                </a:extLst>
              </p:cNvPr>
              <p:cNvSpPr/>
              <p:nvPr/>
            </p:nvSpPr>
            <p:spPr>
              <a:xfrm flipH="1" flipV="1">
                <a:off x="5412096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807C0970-1242-7290-E6E7-2339DCDEF104}"/>
                  </a:ext>
                </a:extLst>
              </p:cNvPr>
              <p:cNvSpPr/>
              <p:nvPr/>
            </p:nvSpPr>
            <p:spPr>
              <a:xfrm flipH="1" flipV="1">
                <a:off x="5274127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22F1C744-9455-1EAD-A25F-D36A55FFC21A}"/>
                  </a:ext>
                </a:extLst>
              </p:cNvPr>
              <p:cNvSpPr/>
              <p:nvPr/>
            </p:nvSpPr>
            <p:spPr>
              <a:xfrm flipH="1" flipV="1">
                <a:off x="5412096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D7AC7D29-016E-2812-7ED5-117DDBE38827}"/>
                  </a:ext>
                </a:extLst>
              </p:cNvPr>
              <p:cNvSpPr/>
              <p:nvPr/>
            </p:nvSpPr>
            <p:spPr>
              <a:xfrm flipH="1" flipV="1">
                <a:off x="5274127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6775AFB0-8B83-D498-8DDD-00FED3D5B3D5}"/>
                  </a:ext>
                </a:extLst>
              </p:cNvPr>
              <p:cNvSpPr/>
              <p:nvPr/>
            </p:nvSpPr>
            <p:spPr>
              <a:xfrm flipH="1" flipV="1">
                <a:off x="5412096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2BEE553D-FE5C-941E-1822-A9D6A6510FDC}"/>
                  </a:ext>
                </a:extLst>
              </p:cNvPr>
              <p:cNvSpPr/>
              <p:nvPr/>
            </p:nvSpPr>
            <p:spPr>
              <a:xfrm flipH="1" flipV="1">
                <a:off x="4371655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2F928688-B5B3-0888-5127-598ED3276CD1}"/>
                  </a:ext>
                </a:extLst>
              </p:cNvPr>
              <p:cNvSpPr/>
              <p:nvPr/>
            </p:nvSpPr>
            <p:spPr>
              <a:xfrm flipH="1" flipV="1">
                <a:off x="4509624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98F7E903-4341-9A8D-590A-1BD5CA00020D}"/>
                  </a:ext>
                </a:extLst>
              </p:cNvPr>
              <p:cNvSpPr/>
              <p:nvPr/>
            </p:nvSpPr>
            <p:spPr>
              <a:xfrm flipH="1" flipV="1">
                <a:off x="4647593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BA0F26EB-EDD1-C97A-FDC0-FF94EB97BBE9}"/>
                  </a:ext>
                </a:extLst>
              </p:cNvPr>
              <p:cNvSpPr/>
              <p:nvPr/>
            </p:nvSpPr>
            <p:spPr>
              <a:xfrm flipH="1" flipV="1">
                <a:off x="4785562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CC642CDC-52D2-5CEA-780E-07E6B88A2F8D}"/>
                  </a:ext>
                </a:extLst>
              </p:cNvPr>
              <p:cNvSpPr/>
              <p:nvPr/>
            </p:nvSpPr>
            <p:spPr>
              <a:xfrm flipH="1" flipV="1">
                <a:off x="5274127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148BD03B-4793-C6AC-DC55-2BD94FC21800}"/>
                  </a:ext>
                </a:extLst>
              </p:cNvPr>
              <p:cNvSpPr/>
              <p:nvPr/>
            </p:nvSpPr>
            <p:spPr>
              <a:xfrm flipH="1" flipV="1">
                <a:off x="5412096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21F5C53D-0E0C-D2BE-1C31-1B7D440714EB}"/>
                </a:ext>
              </a:extLst>
            </p:cNvPr>
            <p:cNvGrpSpPr/>
            <p:nvPr/>
          </p:nvGrpSpPr>
          <p:grpSpPr>
            <a:xfrm>
              <a:off x="3309773" y="1989156"/>
              <a:ext cx="1178410" cy="423481"/>
              <a:chOff x="4371655" y="1984715"/>
              <a:chExt cx="1178410" cy="423481"/>
            </a:xfrm>
            <a:solidFill>
              <a:srgbClr val="7030A0"/>
            </a:solidFill>
          </p:grpSpPr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6C5A0C35-4554-447A-5A05-F5D9B417A36B}"/>
                  </a:ext>
                </a:extLst>
              </p:cNvPr>
              <p:cNvSpPr/>
              <p:nvPr/>
            </p:nvSpPr>
            <p:spPr>
              <a:xfrm flipH="1" flipV="1">
                <a:off x="4371655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E0F40C2E-F408-9968-DF36-F2B68670A699}"/>
                  </a:ext>
                </a:extLst>
              </p:cNvPr>
              <p:cNvSpPr/>
              <p:nvPr/>
            </p:nvSpPr>
            <p:spPr>
              <a:xfrm flipH="1" flipV="1">
                <a:off x="4509624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62098DB6-31AD-666A-E125-FDBEA68DCD3B}"/>
                  </a:ext>
                </a:extLst>
              </p:cNvPr>
              <p:cNvSpPr/>
              <p:nvPr/>
            </p:nvSpPr>
            <p:spPr>
              <a:xfrm flipH="1" flipV="1">
                <a:off x="4647593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EA1A34D7-8BE5-175F-D62A-1473716D84E4}"/>
                  </a:ext>
                </a:extLst>
              </p:cNvPr>
              <p:cNvSpPr/>
              <p:nvPr/>
            </p:nvSpPr>
            <p:spPr>
              <a:xfrm flipH="1" flipV="1">
                <a:off x="4785562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8E72F430-9B6B-5B08-7490-6162C295B9CD}"/>
                  </a:ext>
                </a:extLst>
              </p:cNvPr>
              <p:cNvSpPr/>
              <p:nvPr/>
            </p:nvSpPr>
            <p:spPr>
              <a:xfrm flipH="1" flipV="1">
                <a:off x="4371655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C7701D35-E828-A72B-060D-25D5CEC38D40}"/>
                  </a:ext>
                </a:extLst>
              </p:cNvPr>
              <p:cNvSpPr/>
              <p:nvPr/>
            </p:nvSpPr>
            <p:spPr>
              <a:xfrm flipH="1" flipV="1">
                <a:off x="4509624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AE374EA6-7F8B-E49F-7664-EDA5ECCFE498}"/>
                  </a:ext>
                </a:extLst>
              </p:cNvPr>
              <p:cNvSpPr/>
              <p:nvPr/>
            </p:nvSpPr>
            <p:spPr>
              <a:xfrm flipH="1" flipV="1">
                <a:off x="4647593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825C9302-FB17-3150-4EF8-9F316D478B36}"/>
                  </a:ext>
                </a:extLst>
              </p:cNvPr>
              <p:cNvSpPr/>
              <p:nvPr/>
            </p:nvSpPr>
            <p:spPr>
              <a:xfrm flipH="1" flipV="1">
                <a:off x="4785562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6F51762C-5C6E-7A32-45E2-5FF8187E09CF}"/>
                  </a:ext>
                </a:extLst>
              </p:cNvPr>
              <p:cNvSpPr/>
              <p:nvPr/>
            </p:nvSpPr>
            <p:spPr>
              <a:xfrm flipH="1" flipV="1">
                <a:off x="4371655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2801E63A-C312-EC48-1894-3440A8ADDF08}"/>
                  </a:ext>
                </a:extLst>
              </p:cNvPr>
              <p:cNvSpPr/>
              <p:nvPr/>
            </p:nvSpPr>
            <p:spPr>
              <a:xfrm flipH="1" flipV="1">
                <a:off x="4509624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B5C7DD94-6E8B-C3D4-5AB9-4592E8DED0F9}"/>
                  </a:ext>
                </a:extLst>
              </p:cNvPr>
              <p:cNvSpPr/>
              <p:nvPr/>
            </p:nvSpPr>
            <p:spPr>
              <a:xfrm flipH="1" flipV="1">
                <a:off x="4647593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FD572D35-8DAC-D263-F7C4-9305820D1BE9}"/>
                  </a:ext>
                </a:extLst>
              </p:cNvPr>
              <p:cNvSpPr/>
              <p:nvPr/>
            </p:nvSpPr>
            <p:spPr>
              <a:xfrm flipH="1" flipV="1">
                <a:off x="4785562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628486B-7058-B611-DB49-F2BCEE17812D}"/>
                  </a:ext>
                </a:extLst>
              </p:cNvPr>
              <p:cNvSpPr/>
              <p:nvPr/>
            </p:nvSpPr>
            <p:spPr>
              <a:xfrm flipH="1" flipV="1">
                <a:off x="4371655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D5E36D8C-5D26-E754-8533-7B1F44587220}"/>
                  </a:ext>
                </a:extLst>
              </p:cNvPr>
              <p:cNvSpPr/>
              <p:nvPr/>
            </p:nvSpPr>
            <p:spPr>
              <a:xfrm flipH="1" flipV="1">
                <a:off x="4509624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97C3CB77-1766-C22D-A176-D9E13737B9AA}"/>
                  </a:ext>
                </a:extLst>
              </p:cNvPr>
              <p:cNvSpPr/>
              <p:nvPr/>
            </p:nvSpPr>
            <p:spPr>
              <a:xfrm flipH="1" flipV="1">
                <a:off x="4647593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2B4855D0-C35F-1CB7-AB5F-C7218FF312C4}"/>
                  </a:ext>
                </a:extLst>
              </p:cNvPr>
              <p:cNvSpPr/>
              <p:nvPr/>
            </p:nvSpPr>
            <p:spPr>
              <a:xfrm flipH="1" flipV="1">
                <a:off x="4785562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7174748A-48D6-7A89-FD91-B2C8BB7A0993}"/>
                  </a:ext>
                </a:extLst>
              </p:cNvPr>
              <p:cNvSpPr/>
              <p:nvPr/>
            </p:nvSpPr>
            <p:spPr>
              <a:xfrm flipH="1" flipV="1">
                <a:off x="5274127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9C95905B-B6F7-D301-4668-828EFBED0464}"/>
                  </a:ext>
                </a:extLst>
              </p:cNvPr>
              <p:cNvSpPr/>
              <p:nvPr/>
            </p:nvSpPr>
            <p:spPr>
              <a:xfrm flipH="1" flipV="1">
                <a:off x="5412096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0E0C8A79-54A6-F3CD-29DA-60D95538BF7F}"/>
                  </a:ext>
                </a:extLst>
              </p:cNvPr>
              <p:cNvSpPr/>
              <p:nvPr/>
            </p:nvSpPr>
            <p:spPr>
              <a:xfrm flipH="1" flipV="1">
                <a:off x="5274127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E290E74D-7810-3654-6B6B-14B8E945E131}"/>
                  </a:ext>
                </a:extLst>
              </p:cNvPr>
              <p:cNvSpPr/>
              <p:nvPr/>
            </p:nvSpPr>
            <p:spPr>
              <a:xfrm flipH="1" flipV="1">
                <a:off x="5412096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82C69296-5909-3CE1-9E70-EC502EF02C43}"/>
                  </a:ext>
                </a:extLst>
              </p:cNvPr>
              <p:cNvSpPr/>
              <p:nvPr/>
            </p:nvSpPr>
            <p:spPr>
              <a:xfrm flipH="1" flipV="1">
                <a:off x="5274127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9E40BD11-F1A0-D68B-02B1-00AA77F25F9D}"/>
                  </a:ext>
                </a:extLst>
              </p:cNvPr>
              <p:cNvSpPr/>
              <p:nvPr/>
            </p:nvSpPr>
            <p:spPr>
              <a:xfrm flipH="1" flipV="1">
                <a:off x="5412096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109BCF53-ECD3-9DDE-B164-6291E357CAA6}"/>
                  </a:ext>
                </a:extLst>
              </p:cNvPr>
              <p:cNvSpPr/>
              <p:nvPr/>
            </p:nvSpPr>
            <p:spPr>
              <a:xfrm flipH="1" flipV="1">
                <a:off x="5274127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C8F789FC-5166-33C9-A479-86BEF4510495}"/>
                  </a:ext>
                </a:extLst>
              </p:cNvPr>
              <p:cNvSpPr/>
              <p:nvPr/>
            </p:nvSpPr>
            <p:spPr>
              <a:xfrm flipH="1" flipV="1">
                <a:off x="5412096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FCC627C4-BBFD-32BC-CCCC-D3CB08EB2F81}"/>
                </a:ext>
              </a:extLst>
            </p:cNvPr>
            <p:cNvGrpSpPr/>
            <p:nvPr/>
          </p:nvGrpSpPr>
          <p:grpSpPr>
            <a:xfrm>
              <a:off x="3309773" y="2853751"/>
              <a:ext cx="1178410" cy="423481"/>
              <a:chOff x="4371655" y="1984715"/>
              <a:chExt cx="1178410" cy="423481"/>
            </a:xfrm>
            <a:solidFill>
              <a:schemeClr val="bg1">
                <a:lumMod val="95000"/>
              </a:schemeClr>
            </a:solidFill>
          </p:grpSpPr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6AFD400B-A7BD-8E7D-F486-86ACAC10B7F4}"/>
                  </a:ext>
                </a:extLst>
              </p:cNvPr>
              <p:cNvSpPr/>
              <p:nvPr/>
            </p:nvSpPr>
            <p:spPr>
              <a:xfrm flipH="1" flipV="1">
                <a:off x="4371655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0BD3B9C2-6FC8-9C08-9F2D-BBB7F7743703}"/>
                  </a:ext>
                </a:extLst>
              </p:cNvPr>
              <p:cNvSpPr/>
              <p:nvPr/>
            </p:nvSpPr>
            <p:spPr>
              <a:xfrm flipH="1" flipV="1">
                <a:off x="4509624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2616D14D-99C0-E573-DF96-775554BD946C}"/>
                  </a:ext>
                </a:extLst>
              </p:cNvPr>
              <p:cNvSpPr/>
              <p:nvPr/>
            </p:nvSpPr>
            <p:spPr>
              <a:xfrm flipH="1" flipV="1">
                <a:off x="4647593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9AEFF3D3-B1C8-DECA-581A-54DF4D1BDC23}"/>
                  </a:ext>
                </a:extLst>
              </p:cNvPr>
              <p:cNvSpPr/>
              <p:nvPr/>
            </p:nvSpPr>
            <p:spPr>
              <a:xfrm flipH="1" flipV="1">
                <a:off x="4785562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9E66BFBC-A894-0288-4AAB-7677496C3B44}"/>
                  </a:ext>
                </a:extLst>
              </p:cNvPr>
              <p:cNvSpPr/>
              <p:nvPr/>
            </p:nvSpPr>
            <p:spPr>
              <a:xfrm flipH="1" flipV="1">
                <a:off x="4371655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744A5F72-07B9-12F9-DC04-644158C1A7B3}"/>
                  </a:ext>
                </a:extLst>
              </p:cNvPr>
              <p:cNvSpPr/>
              <p:nvPr/>
            </p:nvSpPr>
            <p:spPr>
              <a:xfrm flipH="1" flipV="1">
                <a:off x="4509624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FF1711E1-51A2-9DC7-956F-F1006A9D2506}"/>
                  </a:ext>
                </a:extLst>
              </p:cNvPr>
              <p:cNvSpPr/>
              <p:nvPr/>
            </p:nvSpPr>
            <p:spPr>
              <a:xfrm flipH="1" flipV="1">
                <a:off x="4647593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09BC262E-E7D1-58AA-52E3-0FB9151D3FF1}"/>
                  </a:ext>
                </a:extLst>
              </p:cNvPr>
              <p:cNvSpPr/>
              <p:nvPr/>
            </p:nvSpPr>
            <p:spPr>
              <a:xfrm flipH="1" flipV="1">
                <a:off x="4785562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169139ED-F654-28FC-3E3D-B0F3B9A551E6}"/>
                  </a:ext>
                </a:extLst>
              </p:cNvPr>
              <p:cNvSpPr/>
              <p:nvPr/>
            </p:nvSpPr>
            <p:spPr>
              <a:xfrm flipH="1" flipV="1">
                <a:off x="4371655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B2E231CF-8F9F-E073-FD34-977B3ABE50A9}"/>
                  </a:ext>
                </a:extLst>
              </p:cNvPr>
              <p:cNvSpPr/>
              <p:nvPr/>
            </p:nvSpPr>
            <p:spPr>
              <a:xfrm flipH="1" flipV="1">
                <a:off x="4509624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3AD2BC46-B608-0FC9-3D2A-7F0283CC594C}"/>
                  </a:ext>
                </a:extLst>
              </p:cNvPr>
              <p:cNvSpPr/>
              <p:nvPr/>
            </p:nvSpPr>
            <p:spPr>
              <a:xfrm flipH="1" flipV="1">
                <a:off x="4647593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447EFCBC-B52B-A1EB-5348-3E839A7138FE}"/>
                  </a:ext>
                </a:extLst>
              </p:cNvPr>
              <p:cNvSpPr/>
              <p:nvPr/>
            </p:nvSpPr>
            <p:spPr>
              <a:xfrm flipH="1" flipV="1">
                <a:off x="4785562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6237AD34-1405-B140-A383-104F2AE93A43}"/>
                  </a:ext>
                </a:extLst>
              </p:cNvPr>
              <p:cNvSpPr/>
              <p:nvPr/>
            </p:nvSpPr>
            <p:spPr>
              <a:xfrm flipH="1" flipV="1">
                <a:off x="4371655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E44AC8B0-C459-4ADB-5D3F-FBA55B38BBBC}"/>
                  </a:ext>
                </a:extLst>
              </p:cNvPr>
              <p:cNvSpPr/>
              <p:nvPr/>
            </p:nvSpPr>
            <p:spPr>
              <a:xfrm flipH="1" flipV="1">
                <a:off x="4509624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889D1F0F-957E-7E8E-42AB-9C4FEB5700E9}"/>
                  </a:ext>
                </a:extLst>
              </p:cNvPr>
              <p:cNvSpPr/>
              <p:nvPr/>
            </p:nvSpPr>
            <p:spPr>
              <a:xfrm flipH="1" flipV="1">
                <a:off x="4647593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91EA6798-E03E-10D0-E4AB-0FC3F607A68B}"/>
                  </a:ext>
                </a:extLst>
              </p:cNvPr>
              <p:cNvSpPr/>
              <p:nvPr/>
            </p:nvSpPr>
            <p:spPr>
              <a:xfrm flipH="1" flipV="1">
                <a:off x="4785562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46D879A5-50D9-39FE-BA4E-72D1A6D554B0}"/>
                  </a:ext>
                </a:extLst>
              </p:cNvPr>
              <p:cNvSpPr/>
              <p:nvPr/>
            </p:nvSpPr>
            <p:spPr>
              <a:xfrm flipH="1" flipV="1">
                <a:off x="5274127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0289E10B-DFAE-ED48-5113-22C7A35C5B92}"/>
                  </a:ext>
                </a:extLst>
              </p:cNvPr>
              <p:cNvSpPr/>
              <p:nvPr/>
            </p:nvSpPr>
            <p:spPr>
              <a:xfrm flipH="1" flipV="1">
                <a:off x="5412096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78E72C58-DCE5-5CA7-9701-DB77FF751BEC}"/>
                  </a:ext>
                </a:extLst>
              </p:cNvPr>
              <p:cNvSpPr/>
              <p:nvPr/>
            </p:nvSpPr>
            <p:spPr>
              <a:xfrm flipH="1" flipV="1">
                <a:off x="5274127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FF4CDCCD-C450-FFA0-E4BF-6B5E52A20065}"/>
                  </a:ext>
                </a:extLst>
              </p:cNvPr>
              <p:cNvSpPr/>
              <p:nvPr/>
            </p:nvSpPr>
            <p:spPr>
              <a:xfrm flipH="1" flipV="1">
                <a:off x="5412096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8C6AA30C-AD1A-B4BA-BE3D-77DD85E83ED3}"/>
                  </a:ext>
                </a:extLst>
              </p:cNvPr>
              <p:cNvSpPr/>
              <p:nvPr/>
            </p:nvSpPr>
            <p:spPr>
              <a:xfrm flipH="1" flipV="1">
                <a:off x="5274127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B2393AF4-9C33-263E-0A9D-E65D1E0C6887}"/>
                  </a:ext>
                </a:extLst>
              </p:cNvPr>
              <p:cNvSpPr/>
              <p:nvPr/>
            </p:nvSpPr>
            <p:spPr>
              <a:xfrm flipH="1" flipV="1">
                <a:off x="5412096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22411694-D5C1-628B-FFBA-E3B76226DB4A}"/>
                  </a:ext>
                </a:extLst>
              </p:cNvPr>
              <p:cNvSpPr/>
              <p:nvPr/>
            </p:nvSpPr>
            <p:spPr>
              <a:xfrm flipH="1" flipV="1">
                <a:off x="5274127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BFF7F9DE-2FD6-82C1-4813-F6575FD5BAB0}"/>
                  </a:ext>
                </a:extLst>
              </p:cNvPr>
              <p:cNvSpPr/>
              <p:nvPr/>
            </p:nvSpPr>
            <p:spPr>
              <a:xfrm flipH="1" flipV="1">
                <a:off x="5412096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2E5A97C2-4195-CD3C-C0CB-D121367DA071}"/>
                </a:ext>
              </a:extLst>
            </p:cNvPr>
            <p:cNvGrpSpPr/>
            <p:nvPr/>
          </p:nvGrpSpPr>
          <p:grpSpPr>
            <a:xfrm>
              <a:off x="3309773" y="2426216"/>
              <a:ext cx="1178410" cy="423481"/>
              <a:chOff x="4371655" y="1984715"/>
              <a:chExt cx="1178410" cy="423481"/>
            </a:xfrm>
            <a:solidFill>
              <a:srgbClr val="FFFF00"/>
            </a:solidFill>
          </p:grpSpPr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0E53489E-C129-9CE6-FB18-2460EBDE5F12}"/>
                  </a:ext>
                </a:extLst>
              </p:cNvPr>
              <p:cNvSpPr/>
              <p:nvPr/>
            </p:nvSpPr>
            <p:spPr>
              <a:xfrm flipH="1" flipV="1">
                <a:off x="4371655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A1B58F82-8AF0-A633-F495-9A2152AA70E4}"/>
                  </a:ext>
                </a:extLst>
              </p:cNvPr>
              <p:cNvSpPr/>
              <p:nvPr/>
            </p:nvSpPr>
            <p:spPr>
              <a:xfrm flipH="1" flipV="1">
                <a:off x="4509624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CB43089D-5C2B-AC4A-BB94-3AA17DF4954E}"/>
                  </a:ext>
                </a:extLst>
              </p:cNvPr>
              <p:cNvSpPr/>
              <p:nvPr/>
            </p:nvSpPr>
            <p:spPr>
              <a:xfrm flipH="1" flipV="1">
                <a:off x="4647593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64BD4577-D1EC-C0F3-7F98-A641C3835165}"/>
                  </a:ext>
                </a:extLst>
              </p:cNvPr>
              <p:cNvSpPr/>
              <p:nvPr/>
            </p:nvSpPr>
            <p:spPr>
              <a:xfrm flipH="1" flipV="1">
                <a:off x="4785562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631376C2-27D3-BABF-799B-876B1535A216}"/>
                  </a:ext>
                </a:extLst>
              </p:cNvPr>
              <p:cNvSpPr/>
              <p:nvPr/>
            </p:nvSpPr>
            <p:spPr>
              <a:xfrm flipH="1" flipV="1">
                <a:off x="4371655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2B46A621-9543-30D0-1C50-FFF6B867B27E}"/>
                  </a:ext>
                </a:extLst>
              </p:cNvPr>
              <p:cNvSpPr/>
              <p:nvPr/>
            </p:nvSpPr>
            <p:spPr>
              <a:xfrm flipH="1" flipV="1">
                <a:off x="4509624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BA555E5E-4BD8-2809-A806-A4910AABC1EF}"/>
                  </a:ext>
                </a:extLst>
              </p:cNvPr>
              <p:cNvSpPr/>
              <p:nvPr/>
            </p:nvSpPr>
            <p:spPr>
              <a:xfrm flipH="1" flipV="1">
                <a:off x="4647593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7339BE7D-7C40-DFF0-EF5D-FF3CAAF313DE}"/>
                  </a:ext>
                </a:extLst>
              </p:cNvPr>
              <p:cNvSpPr/>
              <p:nvPr/>
            </p:nvSpPr>
            <p:spPr>
              <a:xfrm flipH="1" flipV="1">
                <a:off x="4785562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B95897EE-7CAB-86D9-84DA-DB883515B2A6}"/>
                  </a:ext>
                </a:extLst>
              </p:cNvPr>
              <p:cNvSpPr/>
              <p:nvPr/>
            </p:nvSpPr>
            <p:spPr>
              <a:xfrm flipH="1" flipV="1">
                <a:off x="4371655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B78755CD-120F-AD97-D828-9FD4439745D5}"/>
                  </a:ext>
                </a:extLst>
              </p:cNvPr>
              <p:cNvSpPr/>
              <p:nvPr/>
            </p:nvSpPr>
            <p:spPr>
              <a:xfrm flipH="1" flipV="1">
                <a:off x="4509624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36D06CE3-4F06-26F3-9CF1-4D573D8F478E}"/>
                  </a:ext>
                </a:extLst>
              </p:cNvPr>
              <p:cNvSpPr/>
              <p:nvPr/>
            </p:nvSpPr>
            <p:spPr>
              <a:xfrm flipH="1" flipV="1">
                <a:off x="4647593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BD110633-A498-44DC-2ABA-FA522CCED678}"/>
                  </a:ext>
                </a:extLst>
              </p:cNvPr>
              <p:cNvSpPr/>
              <p:nvPr/>
            </p:nvSpPr>
            <p:spPr>
              <a:xfrm flipH="1" flipV="1">
                <a:off x="4785562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C631EAE8-8483-B311-CBEE-C8A9922E840C}"/>
                  </a:ext>
                </a:extLst>
              </p:cNvPr>
              <p:cNvSpPr/>
              <p:nvPr/>
            </p:nvSpPr>
            <p:spPr>
              <a:xfrm flipH="1" flipV="1">
                <a:off x="4371655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797004A5-F558-E87D-C2F4-70B03F7EEC54}"/>
                  </a:ext>
                </a:extLst>
              </p:cNvPr>
              <p:cNvSpPr/>
              <p:nvPr/>
            </p:nvSpPr>
            <p:spPr>
              <a:xfrm flipH="1" flipV="1">
                <a:off x="4509624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1ECAF660-CAAB-8315-1414-24E90BE7C43E}"/>
                  </a:ext>
                </a:extLst>
              </p:cNvPr>
              <p:cNvSpPr/>
              <p:nvPr/>
            </p:nvSpPr>
            <p:spPr>
              <a:xfrm flipH="1" flipV="1">
                <a:off x="4647593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6011F1F2-956E-390B-E8BE-E410DD848D27}"/>
                  </a:ext>
                </a:extLst>
              </p:cNvPr>
              <p:cNvSpPr/>
              <p:nvPr/>
            </p:nvSpPr>
            <p:spPr>
              <a:xfrm flipH="1" flipV="1">
                <a:off x="4785562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862B9C5E-F9DE-E7BD-0FCD-0B76EFE1E2A8}"/>
                  </a:ext>
                </a:extLst>
              </p:cNvPr>
              <p:cNvSpPr/>
              <p:nvPr/>
            </p:nvSpPr>
            <p:spPr>
              <a:xfrm flipH="1" flipV="1">
                <a:off x="5274127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58A15D52-CAA8-3E37-DE1C-630AA6AAEB70}"/>
                  </a:ext>
                </a:extLst>
              </p:cNvPr>
              <p:cNvSpPr/>
              <p:nvPr/>
            </p:nvSpPr>
            <p:spPr>
              <a:xfrm flipH="1" flipV="1">
                <a:off x="5412096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274CEFC5-6685-3852-FCFF-98EE57CA8791}"/>
                  </a:ext>
                </a:extLst>
              </p:cNvPr>
              <p:cNvSpPr/>
              <p:nvPr/>
            </p:nvSpPr>
            <p:spPr>
              <a:xfrm flipH="1" flipV="1">
                <a:off x="5274127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0B6D1E2E-B6C0-4259-CA44-0E3BBB2B575D}"/>
                  </a:ext>
                </a:extLst>
              </p:cNvPr>
              <p:cNvSpPr/>
              <p:nvPr/>
            </p:nvSpPr>
            <p:spPr>
              <a:xfrm flipH="1" flipV="1">
                <a:off x="5412096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90B8E3BC-C7E5-5EA9-5732-BAAFDD15AFC4}"/>
                  </a:ext>
                </a:extLst>
              </p:cNvPr>
              <p:cNvSpPr/>
              <p:nvPr/>
            </p:nvSpPr>
            <p:spPr>
              <a:xfrm flipH="1" flipV="1">
                <a:off x="5274127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F9E681D8-239D-BCDE-BCF5-EBC150F7E722}"/>
                  </a:ext>
                </a:extLst>
              </p:cNvPr>
              <p:cNvSpPr/>
              <p:nvPr/>
            </p:nvSpPr>
            <p:spPr>
              <a:xfrm flipH="1" flipV="1">
                <a:off x="5412096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F31C7089-4DA5-814C-7CEA-4C53F53F8D1D}"/>
                  </a:ext>
                </a:extLst>
              </p:cNvPr>
              <p:cNvSpPr/>
              <p:nvPr/>
            </p:nvSpPr>
            <p:spPr>
              <a:xfrm flipH="1" flipV="1">
                <a:off x="5274127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FEED776E-26B6-BADC-E0F8-BA12EB421B55}"/>
                  </a:ext>
                </a:extLst>
              </p:cNvPr>
              <p:cNvSpPr/>
              <p:nvPr/>
            </p:nvSpPr>
            <p:spPr>
              <a:xfrm flipH="1" flipV="1">
                <a:off x="5412096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</p:grpSp>
      <p:sp>
        <p:nvSpPr>
          <p:cNvPr id="393" name="TextBox 392">
            <a:extLst>
              <a:ext uri="{FF2B5EF4-FFF2-40B4-BE49-F238E27FC236}">
                <a16:creationId xmlns:a16="http://schemas.microsoft.com/office/drawing/2014/main" id="{4762BC7E-2C37-5E18-3777-CC6310A7D9C3}"/>
              </a:ext>
            </a:extLst>
          </p:cNvPr>
          <p:cNvSpPr txBox="1"/>
          <p:nvPr/>
        </p:nvSpPr>
        <p:spPr bwMode="auto">
          <a:xfrm>
            <a:off x="3212406" y="3330432"/>
            <a:ext cx="297712" cy="248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Break into equal “folds”</a:t>
            </a:r>
          </a:p>
        </p:txBody>
      </p:sp>
      <p:grpSp>
        <p:nvGrpSpPr>
          <p:cNvPr id="780" name="Group 779">
            <a:extLst>
              <a:ext uri="{FF2B5EF4-FFF2-40B4-BE49-F238E27FC236}">
                <a16:creationId xmlns:a16="http://schemas.microsoft.com/office/drawing/2014/main" id="{84262925-723E-936F-F0E9-B8D2BC69393D}"/>
              </a:ext>
            </a:extLst>
          </p:cNvPr>
          <p:cNvGrpSpPr/>
          <p:nvPr/>
        </p:nvGrpSpPr>
        <p:grpSpPr>
          <a:xfrm>
            <a:off x="6160430" y="641028"/>
            <a:ext cx="548640" cy="894651"/>
            <a:chOff x="6371708" y="991898"/>
            <a:chExt cx="548640" cy="894651"/>
          </a:xfrm>
        </p:grpSpPr>
        <p:pic>
          <p:nvPicPr>
            <p:cNvPr id="469" name="Picture 468">
              <a:extLst>
                <a:ext uri="{FF2B5EF4-FFF2-40B4-BE49-F238E27FC236}">
                  <a16:creationId xmlns:a16="http://schemas.microsoft.com/office/drawing/2014/main" id="{EF2FDB98-586C-5B57-DDDE-AD385AD2C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71708" y="991898"/>
              <a:ext cx="548640" cy="594841"/>
            </a:xfrm>
            <a:prstGeom prst="rect">
              <a:avLst/>
            </a:prstGeom>
          </p:spPr>
        </p:pic>
        <p:pic>
          <p:nvPicPr>
            <p:cNvPr id="520" name="Picture 519">
              <a:extLst>
                <a:ext uri="{FF2B5EF4-FFF2-40B4-BE49-F238E27FC236}">
                  <a16:creationId xmlns:a16="http://schemas.microsoft.com/office/drawing/2014/main" id="{FD53125E-4DB9-548F-42C1-6DE77DEE5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1708" y="1672868"/>
              <a:ext cx="548640" cy="213681"/>
            </a:xfrm>
            <a:prstGeom prst="rect">
              <a:avLst/>
            </a:prstGeom>
          </p:spPr>
        </p:pic>
      </p:grpSp>
      <p:grpSp>
        <p:nvGrpSpPr>
          <p:cNvPr id="778" name="Group 777">
            <a:extLst>
              <a:ext uri="{FF2B5EF4-FFF2-40B4-BE49-F238E27FC236}">
                <a16:creationId xmlns:a16="http://schemas.microsoft.com/office/drawing/2014/main" id="{57EC908C-B551-D02D-3C8D-1C49ADED57EF}"/>
              </a:ext>
            </a:extLst>
          </p:cNvPr>
          <p:cNvGrpSpPr/>
          <p:nvPr/>
        </p:nvGrpSpPr>
        <p:grpSpPr>
          <a:xfrm>
            <a:off x="6159693" y="1694963"/>
            <a:ext cx="548640" cy="900979"/>
            <a:chOff x="7724849" y="985570"/>
            <a:chExt cx="548640" cy="900979"/>
          </a:xfrm>
        </p:grpSpPr>
        <p:pic>
          <p:nvPicPr>
            <p:cNvPr id="596" name="Picture 595">
              <a:extLst>
                <a:ext uri="{FF2B5EF4-FFF2-40B4-BE49-F238E27FC236}">
                  <a16:creationId xmlns:a16="http://schemas.microsoft.com/office/drawing/2014/main" id="{10411266-9560-249E-B486-41853D2B4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4849" y="985570"/>
              <a:ext cx="548640" cy="601169"/>
            </a:xfrm>
            <a:prstGeom prst="rect">
              <a:avLst/>
            </a:prstGeom>
          </p:spPr>
        </p:pic>
        <p:pic>
          <p:nvPicPr>
            <p:cNvPr id="622" name="Picture 621">
              <a:extLst>
                <a:ext uri="{FF2B5EF4-FFF2-40B4-BE49-F238E27FC236}">
                  <a16:creationId xmlns:a16="http://schemas.microsoft.com/office/drawing/2014/main" id="{EDB412A9-38A8-6F51-61C9-56A8D44C0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24849" y="1684418"/>
              <a:ext cx="548640" cy="202131"/>
            </a:xfrm>
            <a:prstGeom prst="rect">
              <a:avLst/>
            </a:prstGeom>
          </p:spPr>
        </p:pic>
      </p:grpSp>
      <p:grpSp>
        <p:nvGrpSpPr>
          <p:cNvPr id="779" name="Group 778">
            <a:extLst>
              <a:ext uri="{FF2B5EF4-FFF2-40B4-BE49-F238E27FC236}">
                <a16:creationId xmlns:a16="http://schemas.microsoft.com/office/drawing/2014/main" id="{5814D6D2-5ADF-980C-788D-81889EBE3AC7}"/>
              </a:ext>
            </a:extLst>
          </p:cNvPr>
          <p:cNvGrpSpPr/>
          <p:nvPr/>
        </p:nvGrpSpPr>
        <p:grpSpPr>
          <a:xfrm>
            <a:off x="6160431" y="2724632"/>
            <a:ext cx="548640" cy="885552"/>
            <a:chOff x="8469867" y="991898"/>
            <a:chExt cx="548640" cy="885552"/>
          </a:xfrm>
        </p:grpSpPr>
        <p:pic>
          <p:nvPicPr>
            <p:cNvPr id="623" name="Picture 622">
              <a:extLst>
                <a:ext uri="{FF2B5EF4-FFF2-40B4-BE49-F238E27FC236}">
                  <a16:creationId xmlns:a16="http://schemas.microsoft.com/office/drawing/2014/main" id="{4DE30B18-1638-8D2F-01A2-845135C4E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69867" y="991898"/>
              <a:ext cx="548640" cy="594841"/>
            </a:xfrm>
            <a:prstGeom prst="rect">
              <a:avLst/>
            </a:prstGeom>
          </p:spPr>
        </p:pic>
        <p:pic>
          <p:nvPicPr>
            <p:cNvPr id="624" name="Picture 623">
              <a:extLst>
                <a:ext uri="{FF2B5EF4-FFF2-40B4-BE49-F238E27FC236}">
                  <a16:creationId xmlns:a16="http://schemas.microsoft.com/office/drawing/2014/main" id="{22CF0CB0-1381-B3D3-4868-722F89EB4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69867" y="1675319"/>
              <a:ext cx="548640" cy="202131"/>
            </a:xfrm>
            <a:prstGeom prst="rect">
              <a:avLst/>
            </a:prstGeom>
          </p:spPr>
        </p:pic>
      </p:grpSp>
      <p:grpSp>
        <p:nvGrpSpPr>
          <p:cNvPr id="777" name="Group 776">
            <a:extLst>
              <a:ext uri="{FF2B5EF4-FFF2-40B4-BE49-F238E27FC236}">
                <a16:creationId xmlns:a16="http://schemas.microsoft.com/office/drawing/2014/main" id="{7C628448-2BA6-0531-9E50-A0321D7C901A}"/>
              </a:ext>
            </a:extLst>
          </p:cNvPr>
          <p:cNvGrpSpPr/>
          <p:nvPr/>
        </p:nvGrpSpPr>
        <p:grpSpPr>
          <a:xfrm>
            <a:off x="6157930" y="3716528"/>
            <a:ext cx="548640" cy="894651"/>
            <a:chOff x="8529350" y="991898"/>
            <a:chExt cx="548640" cy="894651"/>
          </a:xfrm>
        </p:grpSpPr>
        <p:pic>
          <p:nvPicPr>
            <p:cNvPr id="750" name="Picture 749">
              <a:extLst>
                <a:ext uri="{FF2B5EF4-FFF2-40B4-BE49-F238E27FC236}">
                  <a16:creationId xmlns:a16="http://schemas.microsoft.com/office/drawing/2014/main" id="{035590C0-7E18-234D-FAAD-52D1F4E9B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29350" y="991898"/>
              <a:ext cx="548640" cy="594841"/>
            </a:xfrm>
            <a:prstGeom prst="rect">
              <a:avLst/>
            </a:prstGeom>
          </p:spPr>
        </p:pic>
        <p:pic>
          <p:nvPicPr>
            <p:cNvPr id="776" name="Picture 775">
              <a:extLst>
                <a:ext uri="{FF2B5EF4-FFF2-40B4-BE49-F238E27FC236}">
                  <a16:creationId xmlns:a16="http://schemas.microsoft.com/office/drawing/2014/main" id="{B3D22D00-2DE6-8933-6513-FC3EC01CB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29350" y="1684418"/>
              <a:ext cx="548640" cy="202131"/>
            </a:xfrm>
            <a:prstGeom prst="rect">
              <a:avLst/>
            </a:prstGeom>
          </p:spPr>
        </p:pic>
      </p:grpSp>
      <p:cxnSp>
        <p:nvCxnSpPr>
          <p:cNvPr id="781" name="Elbow Connector 780">
            <a:extLst>
              <a:ext uri="{FF2B5EF4-FFF2-40B4-BE49-F238E27FC236}">
                <a16:creationId xmlns:a16="http://schemas.microsoft.com/office/drawing/2014/main" id="{EB1423CE-0CE5-0A39-87CC-0F1F52AFC2AA}"/>
              </a:ext>
            </a:extLst>
          </p:cNvPr>
          <p:cNvCxnSpPr>
            <a:cxnSpLocks/>
            <a:stCxn id="386" idx="1"/>
            <a:endCxn id="469" idx="1"/>
          </p:cNvCxnSpPr>
          <p:nvPr/>
        </p:nvCxnSpPr>
        <p:spPr>
          <a:xfrm flipV="1">
            <a:off x="4488183" y="938449"/>
            <a:ext cx="1672247" cy="1541401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Elbow Connector 783">
            <a:extLst>
              <a:ext uri="{FF2B5EF4-FFF2-40B4-BE49-F238E27FC236}">
                <a16:creationId xmlns:a16="http://schemas.microsoft.com/office/drawing/2014/main" id="{5EF6AEB5-2E43-7728-661E-B2587B93BC57}"/>
              </a:ext>
            </a:extLst>
          </p:cNvPr>
          <p:cNvCxnSpPr>
            <a:cxnSpLocks/>
            <a:stCxn id="386" idx="1"/>
            <a:endCxn id="596" idx="1"/>
          </p:cNvCxnSpPr>
          <p:nvPr/>
        </p:nvCxnSpPr>
        <p:spPr>
          <a:xfrm flipV="1">
            <a:off x="4488183" y="1995548"/>
            <a:ext cx="1671510" cy="484302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Elbow Connector 786">
            <a:extLst>
              <a:ext uri="{FF2B5EF4-FFF2-40B4-BE49-F238E27FC236}">
                <a16:creationId xmlns:a16="http://schemas.microsoft.com/office/drawing/2014/main" id="{5F4BEC9E-AD62-F26F-0439-C13A4249AF48}"/>
              </a:ext>
            </a:extLst>
          </p:cNvPr>
          <p:cNvCxnSpPr>
            <a:cxnSpLocks/>
            <a:stCxn id="386" idx="1"/>
            <a:endCxn id="623" idx="1"/>
          </p:cNvCxnSpPr>
          <p:nvPr/>
        </p:nvCxnSpPr>
        <p:spPr>
          <a:xfrm>
            <a:off x="4488183" y="2479850"/>
            <a:ext cx="1672248" cy="542203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Elbow Connector 790">
            <a:extLst>
              <a:ext uri="{FF2B5EF4-FFF2-40B4-BE49-F238E27FC236}">
                <a16:creationId xmlns:a16="http://schemas.microsoft.com/office/drawing/2014/main" id="{D06E1ACC-DB8C-12B6-531F-3566C940632B}"/>
              </a:ext>
            </a:extLst>
          </p:cNvPr>
          <p:cNvCxnSpPr>
            <a:cxnSpLocks/>
            <a:stCxn id="386" idx="1"/>
            <a:endCxn id="750" idx="1"/>
          </p:cNvCxnSpPr>
          <p:nvPr/>
        </p:nvCxnSpPr>
        <p:spPr>
          <a:xfrm>
            <a:off x="4488183" y="2479850"/>
            <a:ext cx="1669747" cy="1534099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5" name="Rectangle 794">
            <a:extLst>
              <a:ext uri="{FF2B5EF4-FFF2-40B4-BE49-F238E27FC236}">
                <a16:creationId xmlns:a16="http://schemas.microsoft.com/office/drawing/2014/main" id="{8DFE3D3D-A0BA-E974-F739-BA1CD982C93F}"/>
              </a:ext>
            </a:extLst>
          </p:cNvPr>
          <p:cNvSpPr/>
          <p:nvPr/>
        </p:nvSpPr>
        <p:spPr>
          <a:xfrm>
            <a:off x="6931742" y="1709149"/>
            <a:ext cx="1946787" cy="2014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Each fold is used as a validation set (pseudo-test set) once.</a:t>
            </a:r>
          </a:p>
          <a:p>
            <a:pPr algn="ctr"/>
            <a:r>
              <a:rPr lang="en-US">
                <a:solidFill>
                  <a:sysClr val="windowText" lastClr="000000"/>
                </a:solidFill>
              </a:rPr>
              <a:t>Model is trained on the other folds.</a:t>
            </a:r>
          </a:p>
        </p:txBody>
      </p:sp>
    </p:spTree>
    <p:extLst>
      <p:ext uri="{BB962C8B-B14F-4D97-AF65-F5344CB8AC3E}">
        <p14:creationId xmlns:p14="http://schemas.microsoft.com/office/powerpoint/2010/main" val="2388308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/>
      <p:bldP spid="284" grpId="0"/>
      <p:bldP spid="393" grpId="0"/>
      <p:bldP spid="79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Data-Driven Science and Engineering: Machine Learning, Dynamical Systems and Control, Brunton &amp; Kutz, second edition. Section 4.6</a:t>
            </a:r>
          </a:p>
          <a:p>
            <a:r>
              <a:rPr lang="en-US" dirty="0"/>
              <a:t>Materials from this slides (slide 6 – 10) used Machine Learning, A First Course for Engineers and Scientists by Lindholm et. al (March 4</a:t>
            </a:r>
            <a:r>
              <a:rPr lang="en-US" baseline="30000" dirty="0"/>
              <a:t>th</a:t>
            </a:r>
            <a:r>
              <a:rPr lang="en-US" dirty="0"/>
              <a:t>, 2026 version), section 4.4 as a reference. Access to this document is free at the publishers’ GitHub page.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30AE-2636-E259-EEFC-59063E97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6C4AE-F6B7-2E9C-05FD-B54200E3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C1CB94-D17A-A46B-7EE0-AB3C51C43D3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F3C5DA-1D0D-7B94-707B-03A28FD4400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AC838C-637B-7880-60CA-9B838F3B82D2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760FE1-93F1-4FC6-611C-4322370F2C6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63499E-C2D0-E484-67C1-2EA7FA971AD4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20841E-0069-7B25-06EA-B2305D7AFD4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3D137F2-D56E-B650-05DB-E13BCC0C86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4E9FF6-C851-7B5E-EBA4-1B25D7CD74CD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81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SLIDE_THUMBNAIL_REFRESH" val="1"/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13135</TotalTime>
  <Words>377</Words>
  <Application>Microsoft Macintosh PowerPoint</Application>
  <PresentationFormat>On-screen Show (16:9)</PresentationFormat>
  <Paragraphs>57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Palatino Linotype</vt:lpstr>
      <vt:lpstr>CP_ppt_standard_v1</vt:lpstr>
      <vt:lpstr>Regularization and Cross Validation</vt:lpstr>
      <vt:lpstr>Motivation</vt:lpstr>
      <vt:lpstr>Unknown Model</vt:lpstr>
      <vt:lpstr>Overview</vt:lpstr>
      <vt:lpstr>Regularization</vt:lpstr>
      <vt:lpstr>Regularization</vt:lpstr>
      <vt:lpstr>Validation and Model Selection</vt:lpstr>
      <vt:lpstr>Hold-out Validation Set</vt:lpstr>
      <vt:lpstr>K-Fold Cross Validation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223</cp:revision>
  <dcterms:modified xsi:type="dcterms:W3CDTF">2026-09-15T21:15:48Z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