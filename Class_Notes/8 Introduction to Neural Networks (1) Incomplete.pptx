
<file path=[Content_Types].xml><?xml version="1.0" encoding="utf-8"?>
<Types xmlns="http://schemas.openxmlformats.org/package/2006/content-types">
  <Default Extension="com" ContentType="image/jpeg"/>
  <Default Extension="emf" ContentType="image/x-emf"/>
  <Default Extension="jpeg" ContentType="image/jpeg"/>
  <Default Extension="jpg" ContentType="image/jpeg"/>
  <Default Extension="org&amp;utm_campaign=parser&amp;utm_content=thumbnail" ContentType="image/pn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theme/theme2.xml" ContentType="application/vnd.openxmlformats-officedocument.theme+xml"/>
  <Override PartName="/ppt/tags/tag1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notesMasterIdLst>
    <p:notesMasterId r:id="rId20"/>
  </p:notesMasterIdLst>
  <p:sldIdLst>
    <p:sldId id="315" r:id="rId2"/>
    <p:sldId id="343" r:id="rId3"/>
    <p:sldId id="365" r:id="rId4"/>
    <p:sldId id="364" r:id="rId5"/>
    <p:sldId id="366" r:id="rId6"/>
    <p:sldId id="367" r:id="rId7"/>
    <p:sldId id="368" r:id="rId8"/>
    <p:sldId id="369" r:id="rId9"/>
    <p:sldId id="370" r:id="rId10"/>
    <p:sldId id="371" r:id="rId11"/>
    <p:sldId id="372" r:id="rId12"/>
    <p:sldId id="373" r:id="rId13"/>
    <p:sldId id="374" r:id="rId14"/>
    <p:sldId id="376" r:id="rId15"/>
    <p:sldId id="377" r:id="rId16"/>
    <p:sldId id="378" r:id="rId17"/>
    <p:sldId id="362" r:id="rId18"/>
    <p:sldId id="360" r:id="rId19"/>
  </p:sldIdLst>
  <p:sldSz cx="9144000" cy="5143500" type="screen16x9"/>
  <p:notesSz cx="9236075" cy="7010400"/>
  <p:custDataLst>
    <p:tags r:id="rId21"/>
  </p:custDataLst>
  <p:defaultTextStyle>
    <a:defPPr>
      <a:defRPr lang="en-US"/>
    </a:defPPr>
    <a:lvl1pPr algn="l" defTabSz="457200"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284"/>
    <a:srgbClr val="8B92DE"/>
    <a:srgbClr val="EAAB00"/>
    <a:srgbClr val="C6C0B7"/>
    <a:srgbClr val="3B3523"/>
    <a:srgbClr val="F0EED7"/>
    <a:srgbClr val="857756"/>
    <a:srgbClr val="7E7462"/>
    <a:srgbClr val="273015"/>
    <a:srgbClr val="4F51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716"/>
    <p:restoredTop sz="94247"/>
  </p:normalViewPr>
  <p:slideViewPr>
    <p:cSldViewPr snapToGrid="0">
      <p:cViewPr varScale="1">
        <p:scale>
          <a:sx n="160" d="100"/>
          <a:sy n="160" d="100"/>
        </p:scale>
        <p:origin x="1288" y="168"/>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4944" y="18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875-4CA1-AFBF-A3E9F95F45CE}"/>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875-4CA1-AFBF-A3E9F95F45CE}"/>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875-4CA1-AFBF-A3E9F95F45CE}"/>
            </c:ext>
          </c:extLst>
        </c:ser>
        <c:dLbls>
          <c:showLegendKey val="0"/>
          <c:showVal val="0"/>
          <c:showCatName val="0"/>
          <c:showSerName val="0"/>
          <c:showPercent val="0"/>
          <c:showBubbleSize val="0"/>
        </c:dLbls>
        <c:gapWidth val="150"/>
        <c:axId val="174220736"/>
        <c:axId val="146502112"/>
      </c:barChart>
      <c:catAx>
        <c:axId val="174220736"/>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146502112"/>
        <c:crosses val="autoZero"/>
        <c:auto val="1"/>
        <c:lblAlgn val="ctr"/>
        <c:lblOffset val="100"/>
        <c:noMultiLvlLbl val="0"/>
      </c:catAx>
      <c:valAx>
        <c:axId val="146502112"/>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174220736"/>
        <c:crosses val="autoZero"/>
        <c:crossBetween val="between"/>
      </c:valAx>
      <c:spPr>
        <a:solidFill>
          <a:srgbClr val="F2F2F2"/>
        </a:solidFill>
        <a:ln w="25387">
          <a:noFill/>
        </a:ln>
      </c:spPr>
    </c:plotArea>
    <c:legend>
      <c:legendPos val="r"/>
      <c:layout>
        <c:manualLayout>
          <c:xMode val="edge"/>
          <c:yMode val="edge"/>
          <c:x val="0.67469879518072284"/>
          <c:y val="0.32344213649851633"/>
          <c:w val="0.28915662650602408"/>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A06-4755-B39D-439C5442E7D7}"/>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A06-4755-B39D-439C5442E7D7}"/>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A06-4755-B39D-439C5442E7D7}"/>
            </c:ext>
          </c:extLst>
        </c:ser>
        <c:dLbls>
          <c:showLegendKey val="0"/>
          <c:showVal val="0"/>
          <c:showCatName val="0"/>
          <c:showSerName val="0"/>
          <c:showPercent val="0"/>
          <c:showBubbleSize val="0"/>
        </c:dLbls>
        <c:gapWidth val="150"/>
        <c:axId val="251362160"/>
        <c:axId val="251362552"/>
      </c:barChart>
      <c:catAx>
        <c:axId val="251362160"/>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2552"/>
        <c:crosses val="autoZero"/>
        <c:auto val="1"/>
        <c:lblAlgn val="ctr"/>
        <c:lblOffset val="100"/>
        <c:noMultiLvlLbl val="0"/>
      </c:catAx>
      <c:valAx>
        <c:axId val="251362552"/>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2160"/>
        <c:crosses val="autoZero"/>
        <c:crossBetween val="between"/>
      </c:valAx>
      <c:spPr>
        <a:solidFill>
          <a:srgbClr val="F2F2F2"/>
        </a:solidFill>
        <a:ln w="25385">
          <a:noFill/>
        </a:ln>
      </c:spPr>
    </c:plotArea>
    <c:legend>
      <c:legendPos val="r"/>
      <c:layout>
        <c:manualLayout>
          <c:xMode val="edge"/>
          <c:yMode val="edge"/>
          <c:x val="0.67469879518072284"/>
          <c:y val="0.32344213649851633"/>
          <c:w val="0.28915662650602408"/>
          <c:h val="0.37982195845697331"/>
        </c:manualLayout>
      </c:layout>
      <c:overlay val="0"/>
      <c:spPr>
        <a:noFill/>
        <a:ln w="25385">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EEC-4472-834A-CD78B91F17C4}"/>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EEC-4472-834A-CD78B91F17C4}"/>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EEC-4472-834A-CD78B91F17C4}"/>
            </c:ext>
          </c:extLst>
        </c:ser>
        <c:dLbls>
          <c:showLegendKey val="0"/>
          <c:showVal val="0"/>
          <c:showCatName val="0"/>
          <c:showSerName val="0"/>
          <c:showPercent val="0"/>
          <c:showBubbleSize val="0"/>
        </c:dLbls>
        <c:gapWidth val="150"/>
        <c:axId val="251363336"/>
        <c:axId val="251363728"/>
      </c:barChart>
      <c:catAx>
        <c:axId val="251363336"/>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3728"/>
        <c:crosses val="autoZero"/>
        <c:auto val="1"/>
        <c:lblAlgn val="ctr"/>
        <c:lblOffset val="100"/>
        <c:noMultiLvlLbl val="0"/>
      </c:catAx>
      <c:valAx>
        <c:axId val="251363728"/>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3336"/>
        <c:crosses val="autoZero"/>
        <c:crossBetween val="between"/>
      </c:valAx>
      <c:spPr>
        <a:solidFill>
          <a:srgbClr val="F2F2F2"/>
        </a:solidFill>
        <a:ln w="25387">
          <a:noFill/>
        </a:ln>
      </c:spPr>
    </c:plotArea>
    <c:legend>
      <c:legendPos val="r"/>
      <c:layout>
        <c:manualLayout>
          <c:xMode val="edge"/>
          <c:yMode val="edge"/>
          <c:x val="0.84421534936998854"/>
          <c:y val="0.34421364985163205"/>
          <c:w val="0.13745704467353953"/>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C27A-48D0-BD55-17F64B850A76}"/>
            </c:ext>
          </c:extLst>
        </c:ser>
        <c:ser>
          <c:idx val="1"/>
          <c:order val="1"/>
          <c:tx>
            <c:strRef>
              <c:f>Sheet1!$C$1</c:f>
              <c:strCache>
                <c:ptCount val="1"/>
                <c:pt idx="0">
                  <c:v>Series 2</c:v>
                </c:pt>
              </c:strCache>
            </c:strRef>
          </c:tx>
          <c:spPr>
            <a:ln w="38080">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C27A-48D0-BD55-17F64B850A76}"/>
            </c:ext>
          </c:extLst>
        </c:ser>
        <c:ser>
          <c:idx val="2"/>
          <c:order val="2"/>
          <c:tx>
            <c:strRef>
              <c:f>Sheet1!$D$1</c:f>
              <c:strCache>
                <c:ptCount val="1"/>
                <c:pt idx="0">
                  <c:v>Series 3</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C27A-48D0-BD55-17F64B850A76}"/>
            </c:ext>
          </c:extLst>
        </c:ser>
        <c:dLbls>
          <c:showLegendKey val="0"/>
          <c:showVal val="0"/>
          <c:showCatName val="0"/>
          <c:showSerName val="0"/>
          <c:showPercent val="0"/>
          <c:showBubbleSize val="0"/>
        </c:dLbls>
        <c:smooth val="0"/>
        <c:axId val="251364512"/>
        <c:axId val="251364904"/>
      </c:lineChart>
      <c:catAx>
        <c:axId val="251364512"/>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4904"/>
        <c:crosses val="autoZero"/>
        <c:auto val="1"/>
        <c:lblAlgn val="ctr"/>
        <c:lblOffset val="100"/>
        <c:noMultiLvlLbl val="0"/>
      </c:catAx>
      <c:valAx>
        <c:axId val="251364904"/>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4512"/>
        <c:crosses val="autoZero"/>
        <c:crossBetween val="between"/>
      </c:valAx>
      <c:spPr>
        <a:solidFill>
          <a:srgbClr val="F2F2F2"/>
        </a:solidFill>
        <a:ln w="25387">
          <a:noFill/>
        </a:ln>
      </c:spPr>
    </c:plotArea>
    <c:legend>
      <c:legendPos val="r"/>
      <c:layout>
        <c:manualLayout>
          <c:xMode val="edge"/>
          <c:yMode val="edge"/>
          <c:x val="0.66987951807228918"/>
          <c:y val="0.32344213649851633"/>
          <c:w val="0.29638554216867469"/>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77">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136-4F72-A118-34CB4C66CEAF}"/>
            </c:ext>
          </c:extLst>
        </c:ser>
        <c:ser>
          <c:idx val="1"/>
          <c:order val="1"/>
          <c:tx>
            <c:strRef>
              <c:f>Sheet1!$C$1</c:f>
              <c:strCache>
                <c:ptCount val="1"/>
                <c:pt idx="0">
                  <c:v>Series 2</c:v>
                </c:pt>
              </c:strCache>
            </c:strRef>
          </c:tx>
          <c:spPr>
            <a:ln w="38077">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136-4F72-A118-34CB4C66CEAF}"/>
            </c:ext>
          </c:extLst>
        </c:ser>
        <c:ser>
          <c:idx val="2"/>
          <c:order val="2"/>
          <c:tx>
            <c:strRef>
              <c:f>Sheet1!$D$1</c:f>
              <c:strCache>
                <c:ptCount val="1"/>
                <c:pt idx="0">
                  <c:v>Series 3</c:v>
                </c:pt>
              </c:strCache>
            </c:strRef>
          </c:tx>
          <c:spPr>
            <a:ln w="38077">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136-4F72-A118-34CB4C66CEAF}"/>
            </c:ext>
          </c:extLst>
        </c:ser>
        <c:dLbls>
          <c:showLegendKey val="0"/>
          <c:showVal val="0"/>
          <c:showCatName val="0"/>
          <c:showSerName val="0"/>
          <c:showPercent val="0"/>
          <c:showBubbleSize val="0"/>
        </c:dLbls>
        <c:smooth val="0"/>
        <c:axId val="251365688"/>
        <c:axId val="251989008"/>
      </c:lineChart>
      <c:catAx>
        <c:axId val="251365688"/>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89008"/>
        <c:crosses val="autoZero"/>
        <c:auto val="1"/>
        <c:lblAlgn val="ctr"/>
        <c:lblOffset val="100"/>
        <c:noMultiLvlLbl val="0"/>
      </c:catAx>
      <c:valAx>
        <c:axId val="251989008"/>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5688"/>
        <c:crosses val="autoZero"/>
        <c:crossBetween val="between"/>
      </c:valAx>
      <c:spPr>
        <a:solidFill>
          <a:srgbClr val="F2F2F2"/>
        </a:solidFill>
        <a:ln w="25385">
          <a:noFill/>
        </a:ln>
      </c:spPr>
    </c:plotArea>
    <c:legend>
      <c:legendPos val="r"/>
      <c:layout>
        <c:manualLayout>
          <c:xMode val="edge"/>
          <c:yMode val="edge"/>
          <c:x val="0.66987951807228918"/>
          <c:y val="0.32344213649851633"/>
          <c:w val="0.29638554216867469"/>
          <c:h val="0.37982195845697331"/>
        </c:manualLayout>
      </c:layout>
      <c:overlay val="0"/>
      <c:spPr>
        <a:noFill/>
        <a:ln w="25385">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580-4918-B3E2-DDF92CD730AD}"/>
            </c:ext>
          </c:extLst>
        </c:ser>
        <c:ser>
          <c:idx val="1"/>
          <c:order val="1"/>
          <c:tx>
            <c:strRef>
              <c:f>Sheet1!$C$1</c:f>
              <c:strCache>
                <c:ptCount val="1"/>
                <c:pt idx="0">
                  <c:v>Series 2</c:v>
                </c:pt>
              </c:strCache>
            </c:strRef>
          </c:tx>
          <c:spPr>
            <a:ln w="38080">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580-4918-B3E2-DDF92CD730AD}"/>
            </c:ext>
          </c:extLst>
        </c:ser>
        <c:ser>
          <c:idx val="2"/>
          <c:order val="2"/>
          <c:tx>
            <c:strRef>
              <c:f>Sheet1!$D$1</c:f>
              <c:strCache>
                <c:ptCount val="1"/>
                <c:pt idx="0">
                  <c:v>Series 3</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580-4918-B3E2-DDF92CD730AD}"/>
            </c:ext>
          </c:extLst>
        </c:ser>
        <c:dLbls>
          <c:showLegendKey val="0"/>
          <c:showVal val="0"/>
          <c:showCatName val="0"/>
          <c:showSerName val="0"/>
          <c:showPercent val="0"/>
          <c:showBubbleSize val="0"/>
        </c:dLbls>
        <c:smooth val="0"/>
        <c:axId val="251989792"/>
        <c:axId val="251990184"/>
      </c:lineChart>
      <c:catAx>
        <c:axId val="251989792"/>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90184"/>
        <c:crosses val="autoZero"/>
        <c:auto val="1"/>
        <c:lblAlgn val="ctr"/>
        <c:lblOffset val="100"/>
        <c:noMultiLvlLbl val="0"/>
      </c:catAx>
      <c:valAx>
        <c:axId val="251990184"/>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89792"/>
        <c:crosses val="autoZero"/>
        <c:crossBetween val="between"/>
      </c:valAx>
      <c:spPr>
        <a:solidFill>
          <a:srgbClr val="F2F2F2"/>
        </a:solidFill>
        <a:ln w="25387">
          <a:noFill/>
        </a:ln>
      </c:spPr>
    </c:plotArea>
    <c:legend>
      <c:legendPos val="r"/>
      <c:layout>
        <c:manualLayout>
          <c:xMode val="edge"/>
          <c:yMode val="edge"/>
          <c:x val="0.84077892325315007"/>
          <c:y val="0.34421364985163205"/>
          <c:w val="0.14089347079037801"/>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2088" cy="350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32400" y="0"/>
            <a:ext cx="4002088" cy="350838"/>
          </a:xfrm>
          <a:prstGeom prst="rect">
            <a:avLst/>
          </a:prstGeom>
        </p:spPr>
        <p:txBody>
          <a:bodyPr vert="horz" lIns="91440" tIns="45720" rIns="91440" bIns="45720" rtlCol="0"/>
          <a:lstStyle>
            <a:lvl1pPr algn="r">
              <a:defRPr sz="1200"/>
            </a:lvl1pPr>
          </a:lstStyle>
          <a:p>
            <a:fld id="{8C22FB6A-490F-4111-A206-DEEE4C4B3FDD}" type="datetimeFigureOut">
              <a:rPr lang="en-US" smtClean="0"/>
              <a:t>9/25/26</a:t>
            </a:fld>
            <a:endParaRPr lang="en-US"/>
          </a:p>
        </p:txBody>
      </p:sp>
      <p:sp>
        <p:nvSpPr>
          <p:cNvPr id="4" name="Slide Image Placeholder 3"/>
          <p:cNvSpPr>
            <a:spLocks noGrp="1" noRot="1" noChangeAspect="1"/>
          </p:cNvSpPr>
          <p:nvPr>
            <p:ph type="sldImg" idx="2"/>
          </p:nvPr>
        </p:nvSpPr>
        <p:spPr>
          <a:xfrm>
            <a:off x="2516188" y="876300"/>
            <a:ext cx="4203700" cy="23653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23925" y="3373438"/>
            <a:ext cx="7388225" cy="2760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9563"/>
            <a:ext cx="4002088" cy="3508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32400" y="6659563"/>
            <a:ext cx="4002088" cy="350837"/>
          </a:xfrm>
          <a:prstGeom prst="rect">
            <a:avLst/>
          </a:prstGeom>
        </p:spPr>
        <p:txBody>
          <a:bodyPr vert="horz" lIns="91440" tIns="45720" rIns="91440" bIns="45720" rtlCol="0" anchor="b"/>
          <a:lstStyle>
            <a:lvl1pPr algn="r">
              <a:defRPr sz="1200"/>
            </a:lvl1pPr>
          </a:lstStyle>
          <a:p>
            <a:fld id="{4728B74E-131A-480B-93D4-B718A5EEA7A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Welcome and Introductions</a:t>
            </a:r>
          </a:p>
          <a:p>
            <a:endParaRPr lang="en-US" dirty="0"/>
          </a:p>
        </p:txBody>
      </p:sp>
      <p:sp>
        <p:nvSpPr>
          <p:cNvPr id="4" name="Slide Number Placeholder 3"/>
          <p:cNvSpPr>
            <a:spLocks noGrp="1"/>
          </p:cNvSpPr>
          <p:nvPr>
            <p:ph type="sldNum" sz="quarter" idx="10"/>
          </p:nvPr>
        </p:nvSpPr>
        <p:spPr/>
        <p:txBody>
          <a:bodyPr/>
          <a:lstStyle/>
          <a:p>
            <a:fld id="{4728B74E-131A-480B-93D4-B718A5EEA7A9}" type="slidenum">
              <a:rPr lang="en-US" smtClean="0"/>
              <a:t>1</a:t>
            </a:fld>
            <a:endParaRPr lang="en-US"/>
          </a:p>
        </p:txBody>
      </p:sp>
    </p:spTree>
    <p:extLst>
      <p:ext uri="{BB962C8B-B14F-4D97-AF65-F5344CB8AC3E}">
        <p14:creationId xmlns:p14="http://schemas.microsoft.com/office/powerpoint/2010/main" val="307105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28B74E-131A-480B-93D4-B718A5EEA7A9}" type="slidenum">
              <a:rPr lang="en-US" smtClean="0"/>
              <a:t>2</a:t>
            </a:fld>
            <a:endParaRPr lang="en-US"/>
          </a:p>
        </p:txBody>
      </p:sp>
    </p:spTree>
    <p:extLst>
      <p:ext uri="{BB962C8B-B14F-4D97-AF65-F5344CB8AC3E}">
        <p14:creationId xmlns:p14="http://schemas.microsoft.com/office/powerpoint/2010/main" val="23002047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P logo (green on white)">
    <p:spTree>
      <p:nvGrpSpPr>
        <p:cNvPr id="1" name=""/>
        <p:cNvGrpSpPr/>
        <p:nvPr/>
      </p:nvGrpSpPr>
      <p:grpSpPr>
        <a:xfrm>
          <a:off x="0" y="0"/>
          <a:ext cx="0" cy="0"/>
          <a:chOff x="0" y="0"/>
          <a:chExt cx="0" cy="0"/>
        </a:xfrm>
      </p:grpSpPr>
      <p:pic>
        <p:nvPicPr>
          <p:cNvPr id="2" name="Picture 3">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C183D7F6-B498-43B3-948B-1728B52AA6E4}">
                <adec:decorative xmlns:adec="http://schemas.microsoft.com/office/drawing/2017/decorative" val="1"/>
              </a:ext>
            </a:extLst>
          </p:cNvPr>
          <p:cNvSpPr/>
          <p:nvPr userDrawn="1"/>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TextBox 3"/>
          <p:cNvSpPr txBox="1">
            <a:spLocks noChangeArrowheads="1"/>
          </p:cNvSpPr>
          <p:nvPr userDrawn="1"/>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spTree>
    <p:custDataLst>
      <p:tags r:id="rId1"/>
    </p:custDataLst>
    <p:extLst>
      <p:ext uri="{BB962C8B-B14F-4D97-AF65-F5344CB8AC3E}">
        <p14:creationId xmlns:p14="http://schemas.microsoft.com/office/powerpoint/2010/main" val="1320602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P logo (white on green)">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5">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9619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P logo (white on black)">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5">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2685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ustang Way (on white)">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6">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3763"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1005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stang Way (on green)">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7">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400"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49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ustang Way (on black)">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7">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400"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3867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mall first (on white)">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97175"/>
            <a:ext cx="7699375"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629176" y="2796888"/>
            <a:ext cx="7792510" cy="1277277"/>
          </a:xfrm>
        </p:spPr>
        <p:txBody>
          <a:bodyPr anchor="t">
            <a:normAutofit/>
          </a:bodyPr>
          <a:lstStyle>
            <a:lvl1pPr algn="l">
              <a:defRPr sz="4000" b="1" i="0" cap="none">
                <a:solidFill>
                  <a:schemeClr val="tx1"/>
                </a:solidFill>
                <a:latin typeface="+mj-lt"/>
              </a:defRPr>
            </a:lvl1pPr>
          </a:lstStyle>
          <a:p>
            <a:r>
              <a:rPr lang="en-US"/>
              <a:t>Click to edit Master title style</a:t>
            </a:r>
          </a:p>
        </p:txBody>
      </p:sp>
      <p:sp>
        <p:nvSpPr>
          <p:cNvPr id="8" name="Text Placeholder 2"/>
          <p:cNvSpPr>
            <a:spLocks noGrp="1"/>
          </p:cNvSpPr>
          <p:nvPr>
            <p:ph type="body" idx="1"/>
          </p:nvPr>
        </p:nvSpPr>
        <p:spPr>
          <a:xfrm>
            <a:off x="629176" y="1586575"/>
            <a:ext cx="7792510" cy="1125140"/>
          </a:xfrm>
        </p:spPr>
        <p:txBody>
          <a:bodyPr anchor="b">
            <a:normAutofit/>
          </a:bodyPr>
          <a:lstStyle>
            <a:lvl1pPr marL="0" indent="0">
              <a:buNone/>
              <a:defRPr sz="2400" b="0" i="1" baseline="0">
                <a:solidFill>
                  <a:schemeClr val="tx1">
                    <a:tint val="75000"/>
                  </a:schemeClr>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4D28C2B7-260A-4959-9A53-DAB58A9ED79E}" type="datetime1">
              <a:rPr lang="en-US" smtClean="0"/>
              <a:t>9/25/26</a:t>
            </a:fld>
            <a:endParaRPr lang="en-US"/>
          </a:p>
        </p:txBody>
      </p:sp>
      <p:sp>
        <p:nvSpPr>
          <p:cNvPr id="9"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D92EBE0-0249-4044-84F4-57F8D69799D7}" type="slidenum">
              <a:rPr lang="en-US"/>
              <a:pPr/>
              <a:t>‹#›</a:t>
            </a:fld>
            <a:endParaRPr lang="en-US"/>
          </a:p>
        </p:txBody>
      </p:sp>
    </p:spTree>
    <p:custDataLst>
      <p:tags r:id="rId1"/>
    </p:custDataLst>
    <p:extLst>
      <p:ext uri="{BB962C8B-B14F-4D97-AF65-F5344CB8AC3E}">
        <p14:creationId xmlns:p14="http://schemas.microsoft.com/office/powerpoint/2010/main" val="3128315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mall first (on gree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97175"/>
            <a:ext cx="7699375" cy="0"/>
          </a:xfrm>
          <a:prstGeom prst="line">
            <a:avLst/>
          </a:prstGeom>
          <a:ln w="2857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629176" y="2796888"/>
            <a:ext cx="7792510" cy="1277277"/>
          </a:xfrm>
        </p:spPr>
        <p:txBody>
          <a:bodyPr anchor="t">
            <a:normAutofit/>
          </a:bodyPr>
          <a:lstStyle>
            <a:lvl1pPr algn="l">
              <a:defRPr sz="4000" b="1" i="0" cap="none">
                <a:solidFill>
                  <a:srgbClr val="FFFFFF"/>
                </a:solidFill>
                <a:latin typeface="+mj-lt"/>
              </a:defRPr>
            </a:lvl1pPr>
          </a:lstStyle>
          <a:p>
            <a:r>
              <a:rPr lang="en-US"/>
              <a:t>Click to edit Master title style</a:t>
            </a:r>
          </a:p>
        </p:txBody>
      </p:sp>
      <p:sp>
        <p:nvSpPr>
          <p:cNvPr id="8" name="Text Placeholder 2"/>
          <p:cNvSpPr>
            <a:spLocks noGrp="1"/>
          </p:cNvSpPr>
          <p:nvPr>
            <p:ph type="body" idx="1"/>
          </p:nvPr>
        </p:nvSpPr>
        <p:spPr>
          <a:xfrm>
            <a:off x="629176" y="1586575"/>
            <a:ext cx="7792510" cy="1125140"/>
          </a:xfrm>
        </p:spPr>
        <p:txBody>
          <a:bodyPr anchor="b">
            <a:normAutofit/>
          </a:bodyPr>
          <a:lstStyle>
            <a:lvl1pPr marL="0" indent="0">
              <a:buNone/>
              <a:defRPr sz="2400" b="0" i="1" baseline="0">
                <a:solidFill>
                  <a:srgbClr val="FFFFFF"/>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8044B52-DC41-452D-81DE-C4050E96D070}" type="datetime1">
              <a:rPr lang="en-US" smtClean="0"/>
              <a:t>9/25/26</a:t>
            </a:fld>
            <a:endParaRPr lang="en-US"/>
          </a:p>
        </p:txBody>
      </p:sp>
      <p:sp>
        <p:nvSpPr>
          <p:cNvPr id="9"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7EB4627-764E-4956-AAA8-9BF00A666F4A}" type="slidenum">
              <a:rPr lang="en-US"/>
              <a:pPr/>
              <a:t>‹#›</a:t>
            </a:fld>
            <a:endParaRPr lang="en-US"/>
          </a:p>
        </p:txBody>
      </p:sp>
    </p:spTree>
    <p:custDataLst>
      <p:tags r:id="rId1"/>
    </p:custDataLst>
    <p:extLst>
      <p:ext uri="{BB962C8B-B14F-4D97-AF65-F5344CB8AC3E}">
        <p14:creationId xmlns:p14="http://schemas.microsoft.com/office/powerpoint/2010/main" val="28209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large first (on white)">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89238"/>
            <a:ext cx="7699375"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2" name="Text Placeholder 2"/>
          <p:cNvSpPr>
            <a:spLocks noGrp="1"/>
          </p:cNvSpPr>
          <p:nvPr>
            <p:ph type="body" idx="13"/>
          </p:nvPr>
        </p:nvSpPr>
        <p:spPr>
          <a:xfrm>
            <a:off x="722316" y="2848823"/>
            <a:ext cx="7792510" cy="954209"/>
          </a:xfrm>
        </p:spPr>
        <p:txBody>
          <a:bodyPr>
            <a:normAutofit/>
          </a:bodyPr>
          <a:lstStyle>
            <a:lvl1pPr marL="0" indent="0" algn="r">
              <a:buNone/>
              <a:defRPr sz="2400" b="0" i="1" baseline="0">
                <a:solidFill>
                  <a:schemeClr val="tx1">
                    <a:tint val="75000"/>
                  </a:schemeClr>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21" name="Title 1"/>
          <p:cNvSpPr>
            <a:spLocks noGrp="1"/>
          </p:cNvSpPr>
          <p:nvPr>
            <p:ph type="title"/>
          </p:nvPr>
        </p:nvSpPr>
        <p:spPr>
          <a:xfrm>
            <a:off x="629176" y="1989546"/>
            <a:ext cx="7792510" cy="1277277"/>
          </a:xfrm>
        </p:spPr>
        <p:txBody>
          <a:bodyPr anchor="t">
            <a:normAutofit/>
          </a:bodyPr>
          <a:lstStyle>
            <a:lvl1pPr algn="l">
              <a:defRPr sz="4000" b="1" i="0" cap="none">
                <a:solidFill>
                  <a:schemeClr val="tx1"/>
                </a:solidFill>
                <a:latin typeface="+mj-lt"/>
              </a:defRPr>
            </a:lvl1pPr>
          </a:lstStyle>
          <a:p>
            <a:r>
              <a:rPr lang="en-US"/>
              <a:t>Click to edit Master title style</a:t>
            </a:r>
          </a:p>
        </p:txBody>
      </p:sp>
      <p:sp>
        <p:nvSpPr>
          <p:cNvPr id="6" name="Date Placeholder 3"/>
          <p:cNvSpPr>
            <a:spLocks noGrp="1"/>
          </p:cNvSpPr>
          <p:nvPr>
            <p:ph type="dt" sz="half" idx="1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2D73FC4-C9B9-4C51-AA51-ADA91826A3DD}" type="datetime1">
              <a:rPr lang="en-US" smtClean="0"/>
              <a:t>9/25/26</a:t>
            </a:fld>
            <a:endParaRPr lang="en-US"/>
          </a:p>
        </p:txBody>
      </p:sp>
      <p:sp>
        <p:nvSpPr>
          <p:cNvPr id="7" name="Slide Number Placeholder 5"/>
          <p:cNvSpPr>
            <a:spLocks noGrp="1"/>
          </p:cNvSpPr>
          <p:nvPr>
            <p:ph type="sldNum" sz="quarter" idx="1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674670A-36EC-42D0-9FB9-ADC0562D6DC7}" type="slidenum">
              <a:rPr lang="en-US"/>
              <a:pPr/>
              <a:t>‹#›</a:t>
            </a:fld>
            <a:endParaRPr lang="en-US"/>
          </a:p>
        </p:txBody>
      </p:sp>
    </p:spTree>
    <p:custDataLst>
      <p:tags r:id="rId1"/>
    </p:custDataLst>
    <p:extLst>
      <p:ext uri="{BB962C8B-B14F-4D97-AF65-F5344CB8AC3E}">
        <p14:creationId xmlns:p14="http://schemas.microsoft.com/office/powerpoint/2010/main" val="369441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large first (on gree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89238"/>
            <a:ext cx="7699375" cy="0"/>
          </a:xfrm>
          <a:prstGeom prst="line">
            <a:avLst/>
          </a:prstGeom>
          <a:ln w="2857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2" name="Text Placeholder 2"/>
          <p:cNvSpPr>
            <a:spLocks noGrp="1"/>
          </p:cNvSpPr>
          <p:nvPr>
            <p:ph type="body" idx="13"/>
          </p:nvPr>
        </p:nvSpPr>
        <p:spPr>
          <a:xfrm>
            <a:off x="722316" y="2848823"/>
            <a:ext cx="7792510" cy="954209"/>
          </a:xfrm>
        </p:spPr>
        <p:txBody>
          <a:bodyPr>
            <a:normAutofit/>
          </a:bodyPr>
          <a:lstStyle>
            <a:lvl1pPr marL="0" indent="0" algn="r">
              <a:buNone/>
              <a:defRPr sz="2400" b="0" i="1" baseline="0">
                <a:solidFill>
                  <a:srgbClr val="FFFFFF"/>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20" name="Title 1"/>
          <p:cNvSpPr>
            <a:spLocks noGrp="1"/>
          </p:cNvSpPr>
          <p:nvPr>
            <p:ph type="title"/>
          </p:nvPr>
        </p:nvSpPr>
        <p:spPr>
          <a:xfrm>
            <a:off x="629176" y="1989546"/>
            <a:ext cx="7792510" cy="1277277"/>
          </a:xfrm>
        </p:spPr>
        <p:txBody>
          <a:bodyPr anchor="t">
            <a:normAutofit/>
          </a:bodyPr>
          <a:lstStyle>
            <a:lvl1pPr algn="l">
              <a:defRPr sz="4000" b="1" i="0" cap="none">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6" name="Date Placeholder 3"/>
          <p:cNvSpPr>
            <a:spLocks noGrp="1"/>
          </p:cNvSpPr>
          <p:nvPr>
            <p:ph type="dt" sz="half" idx="1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0BD1211A-9CE7-4E8F-9AB3-FC229049A63C}" type="datetime1">
              <a:rPr lang="en-US" smtClean="0"/>
              <a:t>9/25/26</a:t>
            </a:fld>
            <a:endParaRPr lang="en-US"/>
          </a:p>
        </p:txBody>
      </p:sp>
      <p:sp>
        <p:nvSpPr>
          <p:cNvPr id="7" name="Slide Number Placeholder 5"/>
          <p:cNvSpPr>
            <a:spLocks noGrp="1"/>
          </p:cNvSpPr>
          <p:nvPr>
            <p:ph type="sldNum" sz="quarter" idx="1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ECA8F18-7321-4B36-A83D-9376A560E5CB}" type="slidenum">
              <a:rPr lang="en-US"/>
              <a:pPr/>
              <a:t>‹#›</a:t>
            </a:fld>
            <a:endParaRPr lang="en-US"/>
          </a:p>
        </p:txBody>
      </p:sp>
    </p:spTree>
    <p:custDataLst>
      <p:tags r:id="rId1"/>
    </p:custDataLst>
    <p:extLst>
      <p:ext uri="{BB962C8B-B14F-4D97-AF65-F5344CB8AC3E}">
        <p14:creationId xmlns:p14="http://schemas.microsoft.com/office/powerpoint/2010/main" val="3260286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ext, one colum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8318119" cy="3650177"/>
          </a:xfrm>
        </p:spPr>
        <p:txBody>
          <a:bodyPr/>
          <a:lstStyle>
            <a:lvl1pPr>
              <a:defRPr sz="2000">
                <a:solidFill>
                  <a:srgbClr val="595959"/>
                </a:solidFill>
                <a:latin typeface="Arial" panose="020B0604020202020204" pitchFamily="34" charset="0"/>
                <a:cs typeface="Arial" panose="020B0604020202020204" pitchFamily="34" charset="0"/>
              </a:defRPr>
            </a:lvl1pPr>
            <a:lvl2pPr>
              <a:defRPr sz="2000">
                <a:solidFill>
                  <a:srgbClr val="595959"/>
                </a:solidFill>
                <a:latin typeface="Arial" panose="020B0604020202020204" pitchFamily="34" charset="0"/>
                <a:cs typeface="Arial" panose="020B0604020202020204" pitchFamily="34" charset="0"/>
              </a:defRPr>
            </a:lvl2pPr>
            <a:lvl3pPr>
              <a:defRPr sz="2000">
                <a:solidFill>
                  <a:srgbClr val="595959"/>
                </a:solidFill>
                <a:latin typeface="Arial" panose="020B0604020202020204" pitchFamily="34" charset="0"/>
                <a:cs typeface="Arial" panose="020B0604020202020204" pitchFamily="34" charset="0"/>
              </a:defRPr>
            </a:lvl3pPr>
            <a:lvl4pPr>
              <a:defRPr sz="2000">
                <a:solidFill>
                  <a:srgbClr val="595959"/>
                </a:solidFill>
                <a:latin typeface="Arial" panose="020B0604020202020204" pitchFamily="34" charset="0"/>
                <a:cs typeface="Arial" panose="020B0604020202020204" pitchFamily="34" charset="0"/>
              </a:defRPr>
            </a:lvl4pPr>
            <a:lvl5pPr>
              <a:defRPr sz="2000">
                <a:solidFill>
                  <a:srgbClr val="595959"/>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Arial" panose="020B0604020202020204" pitchFamily="34" charset="0"/>
                <a:cs typeface="Arial" panose="020B0604020202020204" pitchFamily="34" charset="0"/>
              </a:defRPr>
            </a:lvl1pPr>
          </a:lstStyle>
          <a:p>
            <a:r>
              <a:rPr lang="en-US"/>
              <a:t>Click to edit Master title style</a:t>
            </a:r>
          </a:p>
        </p:txBody>
      </p:sp>
      <p:pic>
        <p:nvPicPr>
          <p:cNvPr id="2" name="Picture 1">
            <a:extLs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3578"/>
          <a:stretch/>
        </p:blipFill>
        <p:spPr>
          <a:xfrm>
            <a:off x="8291512" y="4771619"/>
            <a:ext cx="852488" cy="342123"/>
          </a:xfrm>
          <a:prstGeom prst="rect">
            <a:avLst/>
          </a:prstGeom>
        </p:spPr>
      </p:pic>
      <p:sp>
        <p:nvSpPr>
          <p:cNvPr id="8" name="TextBox 7"/>
          <p:cNvSpPr txBox="1"/>
          <p:nvPr userDrawn="1"/>
        </p:nvSpPr>
        <p:spPr>
          <a:xfrm>
            <a:off x="4014441" y="4788791"/>
            <a:ext cx="4181258" cy="307777"/>
          </a:xfrm>
          <a:prstGeom prst="rect">
            <a:avLst/>
          </a:prstGeom>
          <a:noFill/>
        </p:spPr>
        <p:txBody>
          <a:bodyPr wrap="square" rtlCol="0">
            <a:spAutoFit/>
          </a:bodyPr>
          <a:lstStyle/>
          <a:p>
            <a:pPr algn="r"/>
            <a:r>
              <a:rPr lang="en-US" sz="1400" b="0" i="1" dirty="0">
                <a:solidFill>
                  <a:schemeClr val="bg1">
                    <a:lumMod val="95000"/>
                  </a:schemeClr>
                </a:solidFill>
              </a:rPr>
              <a:t>ME 4452 Machine Learning in Mechanical Engineering</a:t>
            </a:r>
          </a:p>
        </p:txBody>
      </p:sp>
      <p:cxnSp>
        <p:nvCxnSpPr>
          <p:cNvPr id="10" name="Straight Connector 9">
            <a:extLst>
              <a:ext uri="{C183D7F6-B498-43B3-948B-1728B52AA6E4}">
                <adec:decorative xmlns:adec="http://schemas.microsoft.com/office/drawing/2017/decorative" val="1"/>
              </a:ext>
            </a:extLst>
          </p:cNvPr>
          <p:cNvCxnSpPr/>
          <p:nvPr userDrawn="1"/>
        </p:nvCxnSpPr>
        <p:spPr>
          <a:xfrm>
            <a:off x="8261032" y="4794992"/>
            <a:ext cx="0" cy="295169"/>
          </a:xfrm>
          <a:prstGeom prst="line">
            <a:avLst/>
          </a:prstGeom>
          <a:ln w="9525">
            <a:solidFill>
              <a:schemeClr val="bg1">
                <a:lumMod val="95000"/>
              </a:schemeClr>
            </a:solidFill>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87554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 text, one column">
    <p:bg>
      <p:bgPr>
        <a:solidFill>
          <a:schemeClr val="tx2"/>
        </a:solidFill>
        <a:effectLst/>
      </p:bgPr>
    </p:bg>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8318119" cy="3650177"/>
          </a:xfrm>
        </p:spPr>
        <p:txBody>
          <a:bodyPr/>
          <a:lstStyle>
            <a:lvl1pPr>
              <a:defRPr sz="2000">
                <a:solidFill>
                  <a:schemeClr val="bg1"/>
                </a:solidFill>
                <a:latin typeface="Arial" panose="020B0604020202020204" pitchFamily="34" charset="0"/>
                <a:cs typeface="Arial" panose="020B0604020202020204" pitchFamily="34" charset="0"/>
              </a:defRPr>
            </a:lvl1pPr>
            <a:lvl2pPr>
              <a:defRPr sz="2000">
                <a:solidFill>
                  <a:schemeClr val="bg1"/>
                </a:solidFill>
                <a:latin typeface="Arial" panose="020B0604020202020204" pitchFamily="34" charset="0"/>
                <a:cs typeface="Arial" panose="020B0604020202020204" pitchFamily="34" charset="0"/>
              </a:defRPr>
            </a:lvl2pPr>
            <a:lvl3pPr>
              <a:defRPr sz="2000">
                <a:solidFill>
                  <a:schemeClr val="bg1"/>
                </a:solidFill>
                <a:latin typeface="Arial" panose="020B0604020202020204" pitchFamily="34" charset="0"/>
                <a:cs typeface="Arial" panose="020B0604020202020204" pitchFamily="34" charset="0"/>
              </a:defRPr>
            </a:lvl3pPr>
            <a:lvl4pPr>
              <a:defRPr sz="2000">
                <a:solidFill>
                  <a:schemeClr val="bg1"/>
                </a:solidFill>
                <a:latin typeface="Arial" panose="020B0604020202020204" pitchFamily="34" charset="0"/>
                <a:cs typeface="Arial" panose="020B0604020202020204" pitchFamily="34" charset="0"/>
              </a:defRPr>
            </a:lvl4pPr>
            <a:lvl5pPr>
              <a:defRPr sz="2000">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pic>
        <p:nvPicPr>
          <p:cNvPr id="2" name="Picture 1">
            <a:extLs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3578"/>
          <a:stretch/>
        </p:blipFill>
        <p:spPr>
          <a:xfrm>
            <a:off x="8291512" y="4771619"/>
            <a:ext cx="852488" cy="342123"/>
          </a:xfrm>
          <a:prstGeom prst="rect">
            <a:avLst/>
          </a:prstGeom>
        </p:spPr>
      </p:pic>
      <p:cxnSp>
        <p:nvCxnSpPr>
          <p:cNvPr id="7" name="Straight Connector 6">
            <a:extLst>
              <a:ext uri="{C183D7F6-B498-43B3-948B-1728B52AA6E4}">
                <adec:decorative xmlns:adec="http://schemas.microsoft.com/office/drawing/2017/decorative" val="1"/>
              </a:ext>
            </a:extLst>
          </p:cNvPr>
          <p:cNvCxnSpPr/>
          <p:nvPr userDrawn="1"/>
        </p:nvCxnSpPr>
        <p:spPr>
          <a:xfrm>
            <a:off x="8261032" y="4794992"/>
            <a:ext cx="0" cy="295169"/>
          </a:xfrm>
          <a:prstGeom prst="line">
            <a:avLst/>
          </a:prstGeom>
          <a:ln w="9525">
            <a:solidFill>
              <a:schemeClr val="bg1">
                <a:lumMod val="95000"/>
              </a:schemeClr>
            </a:solidFill>
          </a:ln>
        </p:spPr>
        <p:style>
          <a:lnRef idx="1">
            <a:schemeClr val="dk1"/>
          </a:lnRef>
          <a:fillRef idx="0">
            <a:schemeClr val="dk1"/>
          </a:fillRef>
          <a:effectRef idx="0">
            <a:schemeClr val="dk1"/>
          </a:effectRef>
          <a:fontRef idx="minor">
            <a:schemeClr val="tx1"/>
          </a:fontRef>
        </p:style>
      </p:cxnSp>
      <p:sp>
        <p:nvSpPr>
          <p:cNvPr id="8" name="TextBox 7"/>
          <p:cNvSpPr txBox="1"/>
          <p:nvPr userDrawn="1"/>
        </p:nvSpPr>
        <p:spPr>
          <a:xfrm>
            <a:off x="5000131" y="4788791"/>
            <a:ext cx="3195568" cy="307777"/>
          </a:xfrm>
          <a:prstGeom prst="rect">
            <a:avLst/>
          </a:prstGeom>
          <a:noFill/>
        </p:spPr>
        <p:txBody>
          <a:bodyPr wrap="square" rtlCol="0">
            <a:spAutoFit/>
          </a:bodyPr>
          <a:lstStyle/>
          <a:p>
            <a:pPr algn="r"/>
            <a:r>
              <a:rPr lang="en-US" sz="1400" b="0" i="1">
                <a:solidFill>
                  <a:schemeClr val="bg1">
                    <a:lumMod val="95000"/>
                  </a:schemeClr>
                </a:solidFill>
              </a:rPr>
              <a:t>Department Name Here</a:t>
            </a:r>
          </a:p>
        </p:txBody>
      </p:sp>
    </p:spTree>
    <p:custDataLst>
      <p:tags r:id="rId1"/>
    </p:custDataLst>
    <p:extLst>
      <p:ext uri="{BB962C8B-B14F-4D97-AF65-F5344CB8AC3E}">
        <p14:creationId xmlns:p14="http://schemas.microsoft.com/office/powerpoint/2010/main" val="175757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text, two columns">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1372973"/>
            <a:ext cx="3944283" cy="3182602"/>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27"/>
          </p:nvPr>
        </p:nvSpPr>
        <p:spPr>
          <a:xfrm>
            <a:off x="4783707" y="1372973"/>
            <a:ext cx="3944283" cy="3182602"/>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3" name="Text Placeholder 2"/>
          <p:cNvSpPr>
            <a:spLocks noGrp="1"/>
          </p:cNvSpPr>
          <p:nvPr>
            <p:ph type="body" idx="1"/>
          </p:nvPr>
        </p:nvSpPr>
        <p:spPr>
          <a:xfrm>
            <a:off x="4783970" y="850858"/>
            <a:ext cx="3944020" cy="384603"/>
          </a:xfrm>
        </p:spPr>
        <p:txBody>
          <a:bodyPr anchor="b">
            <a:normAutofit/>
          </a:bodyPr>
          <a:lstStyle>
            <a:lvl1pPr marL="0" indent="0">
              <a:buNone/>
              <a:defRPr sz="2100" b="1" i="1" baseline="0">
                <a:solidFill>
                  <a:srgbClr val="29551A"/>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6" name="Text Placeholder 2"/>
          <p:cNvSpPr>
            <a:spLocks noGrp="1"/>
          </p:cNvSpPr>
          <p:nvPr>
            <p:ph type="body" idx="30"/>
          </p:nvPr>
        </p:nvSpPr>
        <p:spPr>
          <a:xfrm>
            <a:off x="423863" y="850858"/>
            <a:ext cx="3944020" cy="384603"/>
          </a:xfrm>
        </p:spPr>
        <p:txBody>
          <a:bodyPr anchor="b">
            <a:normAutofit/>
          </a:bodyPr>
          <a:lstStyle>
            <a:lvl1pPr marL="0" indent="0">
              <a:buNone/>
              <a:defRPr sz="2100" b="1" i="1" baseline="0">
                <a:solidFill>
                  <a:srgbClr val="29551A"/>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3"/>
          <p:cNvSpPr>
            <a:spLocks noGrp="1"/>
          </p:cNvSpPr>
          <p:nvPr>
            <p:ph type="dt" sz="half" idx="3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771C787-8B4C-4AFC-AB2B-E8B32E4F9E13}" type="datetime1">
              <a:rPr lang="en-US" smtClean="0"/>
              <a:t>9/25/26</a:t>
            </a:fld>
            <a:endParaRPr lang="en-US"/>
          </a:p>
        </p:txBody>
      </p:sp>
      <p:sp>
        <p:nvSpPr>
          <p:cNvPr id="10" name="Slide Number Placeholder 5"/>
          <p:cNvSpPr>
            <a:spLocks noGrp="1"/>
          </p:cNvSpPr>
          <p:nvPr>
            <p:ph type="sldNum" sz="quarter" idx="3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F65B8BC-C975-44DF-9EAB-CC5566988564}" type="slidenum">
              <a:rPr lang="en-US"/>
              <a:pPr/>
              <a:t>‹#›</a:t>
            </a:fld>
            <a:endParaRPr lang="en-US"/>
          </a:p>
        </p:txBody>
      </p:sp>
    </p:spTree>
    <p:custDataLst>
      <p:tags r:id="rId1"/>
    </p:custDataLst>
    <p:extLst>
      <p:ext uri="{BB962C8B-B14F-4D97-AF65-F5344CB8AC3E}">
        <p14:creationId xmlns:p14="http://schemas.microsoft.com/office/powerpoint/2010/main" val="2655774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photo (1)">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1"/>
          </p:nvPr>
        </p:nvSpPr>
        <p:spPr>
          <a:xfrm>
            <a:off x="0" y="591285"/>
            <a:ext cx="9144000" cy="4108974"/>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5"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7C35B14C-DC21-45FD-96B5-A57C3FAFCC49}" type="datetime1">
              <a:rPr lang="en-US" smtClean="0"/>
              <a:t>9/25/26</a:t>
            </a:fld>
            <a:endParaRPr lang="en-US"/>
          </a:p>
        </p:txBody>
      </p:sp>
      <p:sp>
        <p:nvSpPr>
          <p:cNvPr id="6"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30BC5C7-E9D8-4217-A430-5196F1B45A1B}" type="slidenum">
              <a:rPr lang="en-US"/>
              <a:pPr/>
              <a:t>‹#›</a:t>
            </a:fld>
            <a:endParaRPr lang="en-US"/>
          </a:p>
        </p:txBody>
      </p:sp>
    </p:spTree>
    <p:custDataLst>
      <p:tags r:id="rId1"/>
    </p:custDataLst>
    <p:extLst>
      <p:ext uri="{BB962C8B-B14F-4D97-AF65-F5344CB8AC3E}">
        <p14:creationId xmlns:p14="http://schemas.microsoft.com/office/powerpoint/2010/main" val="4205122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screen photo (1)">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1"/>
          </p:nvPr>
        </p:nvSpPr>
        <p:spPr>
          <a:xfrm>
            <a:off x="0" y="0"/>
            <a:ext cx="9144000"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E73F47F-18AB-43F9-8F50-A370BCA2D027}" type="datetime1">
              <a:rPr lang="en-US" smtClean="0"/>
              <a:t>9/25/26</a:t>
            </a:fld>
            <a:endParaRPr lang="en-US"/>
          </a:p>
        </p:txBody>
      </p:sp>
      <p:sp>
        <p:nvSpPr>
          <p:cNvPr id="5"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ABDAD4C-F747-4892-9E02-B351A9363283}" type="slidenum">
              <a:rPr lang="en-US"/>
              <a:pPr/>
              <a:t>‹#›</a:t>
            </a:fld>
            <a:endParaRPr lang="en-US"/>
          </a:p>
        </p:txBody>
      </p:sp>
    </p:spTree>
    <p:extLst>
      <p:ext uri="{BB962C8B-B14F-4D97-AF65-F5344CB8AC3E}">
        <p14:creationId xmlns:p14="http://schemas.microsoft.com/office/powerpoint/2010/main" val="4105858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photo (2)">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
          <p:cNvSpPr>
            <a:spLocks noGrp="1"/>
          </p:cNvSpPr>
          <p:nvPr>
            <p:ph type="pic" idx="39"/>
          </p:nvPr>
        </p:nvSpPr>
        <p:spPr>
          <a:xfrm>
            <a:off x="1"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0"/>
          </p:nvPr>
        </p:nvSpPr>
        <p:spPr>
          <a:xfrm>
            <a:off x="4590289"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F6F468F2-F510-45C5-B43F-D0119B9D67AB}" type="datetime1">
              <a:rPr lang="en-US" smtClean="0"/>
              <a:t>9/25/26</a:t>
            </a:fld>
            <a:endParaRPr lang="en-US"/>
          </a:p>
        </p:txBody>
      </p:sp>
      <p:sp>
        <p:nvSpPr>
          <p:cNvPr id="7" name="Slide Number Placeholder 5"/>
          <p:cNvSpPr>
            <a:spLocks noGrp="1"/>
          </p:cNvSpPr>
          <p:nvPr>
            <p:ph type="sldNum" sz="quarter" idx="4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2DF5F8B-1960-4890-8C1E-FCDF926B53CB}" type="slidenum">
              <a:rPr lang="en-US"/>
              <a:pPr/>
              <a:t>‹#›</a:t>
            </a:fld>
            <a:endParaRPr lang="en-US"/>
          </a:p>
        </p:txBody>
      </p:sp>
    </p:spTree>
    <p:extLst>
      <p:ext uri="{BB962C8B-B14F-4D97-AF65-F5344CB8AC3E}">
        <p14:creationId xmlns:p14="http://schemas.microsoft.com/office/powerpoint/2010/main" val="93206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screen photos (2)">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
          <p:cNvSpPr>
            <a:spLocks noGrp="1"/>
          </p:cNvSpPr>
          <p:nvPr>
            <p:ph type="pic" idx="39"/>
          </p:nvPr>
        </p:nvSpPr>
        <p:spPr>
          <a:xfrm>
            <a:off x="1"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0"/>
          </p:nvPr>
        </p:nvSpPr>
        <p:spPr>
          <a:xfrm>
            <a:off x="4590289"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5" name="Date Placeholder 3"/>
          <p:cNvSpPr>
            <a:spLocks noGrp="1"/>
          </p:cNvSpPr>
          <p:nvPr>
            <p:ph type="dt" sz="half" idx="4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F2B1312-F3D9-46A4-A38C-8A8E391D2291}" type="datetime1">
              <a:rPr lang="en-US" smtClean="0"/>
              <a:t>9/25/26</a:t>
            </a:fld>
            <a:endParaRPr lang="en-US"/>
          </a:p>
        </p:txBody>
      </p:sp>
      <p:sp>
        <p:nvSpPr>
          <p:cNvPr id="6" name="Slide Number Placeholder 5"/>
          <p:cNvSpPr>
            <a:spLocks noGrp="1"/>
          </p:cNvSpPr>
          <p:nvPr>
            <p:ph type="sldNum" sz="quarter" idx="4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03CD76E-11F5-4F71-855B-93A5E04DA0F7}" type="slidenum">
              <a:rPr lang="en-US"/>
              <a:pPr/>
              <a:t>‹#›</a:t>
            </a:fld>
            <a:endParaRPr lang="en-US"/>
          </a:p>
        </p:txBody>
      </p:sp>
    </p:spTree>
    <p:extLst>
      <p:ext uri="{BB962C8B-B14F-4D97-AF65-F5344CB8AC3E}">
        <p14:creationId xmlns:p14="http://schemas.microsoft.com/office/powerpoint/2010/main" val="3704114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photo (3)">
    <p:spTree>
      <p:nvGrpSpPr>
        <p:cNvPr id="1" name=""/>
        <p:cNvGrpSpPr/>
        <p:nvPr/>
      </p:nvGrpSpPr>
      <p:grpSpPr>
        <a:xfrm>
          <a:off x="0" y="0"/>
          <a:ext cx="0" cy="0"/>
          <a:chOff x="0" y="0"/>
          <a:chExt cx="0" cy="0"/>
        </a:xfrm>
      </p:grpSpPr>
      <p:sp>
        <p:nvSpPr>
          <p:cNvPr id="6" name="Rectangle 5">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591283"/>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2"/>
          </p:nvPr>
        </p:nvSpPr>
        <p:spPr>
          <a:xfrm>
            <a:off x="4590289" y="2661147"/>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4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704BD63-F5AC-48AD-8254-910A4091EB66}" type="datetime1">
              <a:rPr lang="en-US" smtClean="0"/>
              <a:t>9/25/26</a:t>
            </a:fld>
            <a:endParaRPr lang="en-US"/>
          </a:p>
        </p:txBody>
      </p:sp>
      <p:sp>
        <p:nvSpPr>
          <p:cNvPr id="8" name="Slide Number Placeholder 5"/>
          <p:cNvSpPr>
            <a:spLocks noGrp="1"/>
          </p:cNvSpPr>
          <p:nvPr>
            <p:ph type="sldNum" sz="quarter" idx="4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912C530F-F3F6-443B-A1B9-1325A18A852B}" type="slidenum">
              <a:rPr lang="en-US"/>
              <a:pPr/>
              <a:t>‹#›</a:t>
            </a:fld>
            <a:endParaRPr lang="en-US"/>
          </a:p>
        </p:txBody>
      </p:sp>
    </p:spTree>
    <p:extLst>
      <p:ext uri="{BB962C8B-B14F-4D97-AF65-F5344CB8AC3E}">
        <p14:creationId xmlns:p14="http://schemas.microsoft.com/office/powerpoint/2010/main" val="344004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screen photos (3)">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0"/>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2"/>
          </p:nvPr>
        </p:nvSpPr>
        <p:spPr>
          <a:xfrm>
            <a:off x="4590289"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6" name="Date Placeholder 3"/>
          <p:cNvSpPr>
            <a:spLocks noGrp="1"/>
          </p:cNvSpPr>
          <p:nvPr>
            <p:ph type="dt" sz="half" idx="4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59122519-350A-4416-BA27-CADC4D4FF918}" type="datetime1">
              <a:rPr lang="en-US" smtClean="0"/>
              <a:t>9/25/26</a:t>
            </a:fld>
            <a:endParaRPr lang="en-US"/>
          </a:p>
        </p:txBody>
      </p:sp>
      <p:sp>
        <p:nvSpPr>
          <p:cNvPr id="7" name="Slide Number Placeholder 5"/>
          <p:cNvSpPr>
            <a:spLocks noGrp="1"/>
          </p:cNvSpPr>
          <p:nvPr>
            <p:ph type="sldNum" sz="quarter" idx="4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F2F584E-2F61-4D96-A427-222AAD1B5336}" type="slidenum">
              <a:rPr lang="en-US"/>
              <a:pPr/>
              <a:t>‹#›</a:t>
            </a:fld>
            <a:endParaRPr lang="en-US"/>
          </a:p>
        </p:txBody>
      </p:sp>
    </p:spTree>
    <p:extLst>
      <p:ext uri="{BB962C8B-B14F-4D97-AF65-F5344CB8AC3E}">
        <p14:creationId xmlns:p14="http://schemas.microsoft.com/office/powerpoint/2010/main" val="859501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photo (6)">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591284"/>
            <a:ext cx="4553712" cy="2039111"/>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2"/>
          </p:nvPr>
        </p:nvSpPr>
        <p:spPr>
          <a:xfrm>
            <a:off x="4590289" y="2661147"/>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0"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Picture Placeholder 2"/>
          <p:cNvSpPr>
            <a:spLocks noGrp="1"/>
          </p:cNvSpPr>
          <p:nvPr>
            <p:ph type="pic" idx="46"/>
          </p:nvPr>
        </p:nvSpPr>
        <p:spPr>
          <a:xfrm>
            <a:off x="2295144"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3" name="Date Placeholder 3"/>
          <p:cNvSpPr>
            <a:spLocks noGrp="1"/>
          </p:cNvSpPr>
          <p:nvPr>
            <p:ph type="dt" sz="half" idx="4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C31BB4D-A3FD-4DC6-A152-9228FEFA00F4}" type="datetime1">
              <a:rPr lang="en-US" smtClean="0"/>
              <a:t>9/25/26</a:t>
            </a:fld>
            <a:endParaRPr lang="en-US"/>
          </a:p>
        </p:txBody>
      </p:sp>
      <p:sp>
        <p:nvSpPr>
          <p:cNvPr id="17" name="Slide Number Placeholder 5"/>
          <p:cNvSpPr>
            <a:spLocks noGrp="1"/>
          </p:cNvSpPr>
          <p:nvPr>
            <p:ph type="sldNum" sz="quarter" idx="4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A9B3B996-7AF6-4BC9-9324-7E488133B3A9}" type="slidenum">
              <a:rPr lang="en-US"/>
              <a:pPr/>
              <a:t>‹#›</a:t>
            </a:fld>
            <a:endParaRPr lang="en-US"/>
          </a:p>
        </p:txBody>
      </p:sp>
    </p:spTree>
    <p:extLst>
      <p:ext uri="{BB962C8B-B14F-4D97-AF65-F5344CB8AC3E}">
        <p14:creationId xmlns:p14="http://schemas.microsoft.com/office/powerpoint/2010/main" val="2315878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screen photos (6)">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0"/>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0"/>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3"/>
          </p:nvPr>
        </p:nvSpPr>
        <p:spPr>
          <a:xfrm>
            <a:off x="6885433" y="0"/>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Picture Placeholder 2"/>
          <p:cNvSpPr>
            <a:spLocks noGrp="1"/>
          </p:cNvSpPr>
          <p:nvPr>
            <p:ph type="pic" idx="46"/>
          </p:nvPr>
        </p:nvSpPr>
        <p:spPr>
          <a:xfrm>
            <a:off x="4590289"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47"/>
          </p:nvPr>
        </p:nvSpPr>
        <p:spPr>
          <a:xfrm>
            <a:off x="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8"/>
          </p:nvPr>
        </p:nvSpPr>
        <p:spPr>
          <a:xfrm>
            <a:off x="2295144"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Date Placeholder 3"/>
          <p:cNvSpPr>
            <a:spLocks noGrp="1"/>
          </p:cNvSpPr>
          <p:nvPr>
            <p:ph type="dt" sz="half" idx="49"/>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3E351CA-C82C-4663-93DF-2CA6F191E599}" type="datetime1">
              <a:rPr lang="en-US" smtClean="0"/>
              <a:t>9/25/26</a:t>
            </a:fld>
            <a:endParaRPr lang="en-US"/>
          </a:p>
        </p:txBody>
      </p:sp>
      <p:sp>
        <p:nvSpPr>
          <p:cNvPr id="13" name="Slide Number Placeholder 5"/>
          <p:cNvSpPr>
            <a:spLocks noGrp="1"/>
          </p:cNvSpPr>
          <p:nvPr>
            <p:ph type="sldNum" sz="quarter" idx="50"/>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C3968613-2F53-4FB9-9064-B0746BA197E8}" type="slidenum">
              <a:rPr lang="en-US"/>
              <a:pPr/>
              <a:t>‹#›</a:t>
            </a:fld>
            <a:endParaRPr lang="en-US"/>
          </a:p>
        </p:txBody>
      </p:sp>
    </p:spTree>
    <p:extLst>
      <p:ext uri="{BB962C8B-B14F-4D97-AF65-F5344CB8AC3E}">
        <p14:creationId xmlns:p14="http://schemas.microsoft.com/office/powerpoint/2010/main" val="3104202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photo (8)">
    <p:spTree>
      <p:nvGrpSpPr>
        <p:cNvPr id="1" name=""/>
        <p:cNvGrpSpPr/>
        <p:nvPr/>
      </p:nvGrpSpPr>
      <p:grpSpPr>
        <a:xfrm>
          <a:off x="0" y="0"/>
          <a:ext cx="0" cy="0"/>
          <a:chOff x="0" y="0"/>
          <a:chExt cx="0" cy="0"/>
        </a:xfrm>
      </p:grpSpPr>
      <p:sp>
        <p:nvSpPr>
          <p:cNvPr id="13" name="Rectangle 12">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Picture Placeholder 2"/>
          <p:cNvSpPr>
            <a:spLocks noGrp="1"/>
          </p:cNvSpPr>
          <p:nvPr>
            <p:ph type="pic" idx="41"/>
          </p:nvPr>
        </p:nvSpPr>
        <p:spPr>
          <a:xfrm>
            <a:off x="4590289"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0"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Picture Placeholder 2"/>
          <p:cNvSpPr>
            <a:spLocks noGrp="1"/>
          </p:cNvSpPr>
          <p:nvPr>
            <p:ph type="pic" idx="46"/>
          </p:nvPr>
        </p:nvSpPr>
        <p:spPr>
          <a:xfrm>
            <a:off x="2295144"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7"/>
          </p:nvPr>
        </p:nvSpPr>
        <p:spPr>
          <a:xfrm>
            <a:off x="0"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8"/>
          </p:nvPr>
        </p:nvSpPr>
        <p:spPr>
          <a:xfrm>
            <a:off x="2295144"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8" name="Picture Placeholder 2"/>
          <p:cNvSpPr>
            <a:spLocks noGrp="1"/>
          </p:cNvSpPr>
          <p:nvPr>
            <p:ph type="pic" idx="49"/>
          </p:nvPr>
        </p:nvSpPr>
        <p:spPr>
          <a:xfrm>
            <a:off x="4590288"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Picture Placeholder 2"/>
          <p:cNvSpPr>
            <a:spLocks noGrp="1"/>
          </p:cNvSpPr>
          <p:nvPr>
            <p:ph type="pic" idx="50"/>
          </p:nvPr>
        </p:nvSpPr>
        <p:spPr>
          <a:xfrm>
            <a:off x="6885432"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9" name="Date Placeholder 3"/>
          <p:cNvSpPr>
            <a:spLocks noGrp="1"/>
          </p:cNvSpPr>
          <p:nvPr>
            <p:ph type="dt" sz="half" idx="5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39B5916C-A037-4F53-A414-564B4EEC9E1B}" type="datetime1">
              <a:rPr lang="en-US" smtClean="0"/>
              <a:t>9/25/26</a:t>
            </a:fld>
            <a:endParaRPr lang="en-US"/>
          </a:p>
        </p:txBody>
      </p:sp>
      <p:sp>
        <p:nvSpPr>
          <p:cNvPr id="20" name="Slide Number Placeholder 5"/>
          <p:cNvSpPr>
            <a:spLocks noGrp="1"/>
          </p:cNvSpPr>
          <p:nvPr>
            <p:ph type="sldNum" sz="quarter" idx="5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995253CE-9904-4998-823A-D3AFE445E1E2}" type="slidenum">
              <a:rPr lang="en-US"/>
              <a:pPr/>
              <a:t>‹#›</a:t>
            </a:fld>
            <a:endParaRPr lang="en-US"/>
          </a:p>
        </p:txBody>
      </p:sp>
    </p:spTree>
    <p:extLst>
      <p:ext uri="{BB962C8B-B14F-4D97-AF65-F5344CB8AC3E}">
        <p14:creationId xmlns:p14="http://schemas.microsoft.com/office/powerpoint/2010/main" val="122498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ull screen photos (8)">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Picture Placeholder 2"/>
          <p:cNvSpPr>
            <a:spLocks noGrp="1"/>
          </p:cNvSpPr>
          <p:nvPr>
            <p:ph type="pic" idx="41"/>
          </p:nvPr>
        </p:nvSpPr>
        <p:spPr>
          <a:xfrm>
            <a:off x="4590289"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7"/>
          </p:nvPr>
        </p:nvSpPr>
        <p:spPr>
          <a:xfrm>
            <a:off x="0"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8"/>
          </p:nvPr>
        </p:nvSpPr>
        <p:spPr>
          <a:xfrm>
            <a:off x="2295144"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9"/>
          </p:nvPr>
        </p:nvSpPr>
        <p:spPr>
          <a:xfrm>
            <a:off x="4590289"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50"/>
          </p:nvPr>
        </p:nvSpPr>
        <p:spPr>
          <a:xfrm>
            <a:off x="6885433"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51"/>
          </p:nvPr>
        </p:nvSpPr>
        <p:spPr>
          <a:xfrm>
            <a:off x="0"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5" name="Picture Placeholder 2"/>
          <p:cNvSpPr>
            <a:spLocks noGrp="1"/>
          </p:cNvSpPr>
          <p:nvPr>
            <p:ph type="pic" idx="52"/>
          </p:nvPr>
        </p:nvSpPr>
        <p:spPr>
          <a:xfrm>
            <a:off x="2295144"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3" name="Date Placeholder 3"/>
          <p:cNvSpPr>
            <a:spLocks noGrp="1"/>
          </p:cNvSpPr>
          <p:nvPr>
            <p:ph type="dt" sz="half" idx="5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E7C0071-1FD0-47FF-A4AA-2148D9E25892}" type="datetime1">
              <a:rPr lang="en-US" smtClean="0"/>
              <a:t>9/25/26</a:t>
            </a:fld>
            <a:endParaRPr lang="en-US"/>
          </a:p>
        </p:txBody>
      </p:sp>
      <p:sp>
        <p:nvSpPr>
          <p:cNvPr id="14" name="Slide Number Placeholder 5"/>
          <p:cNvSpPr>
            <a:spLocks noGrp="1"/>
          </p:cNvSpPr>
          <p:nvPr>
            <p:ph type="sldNum" sz="quarter" idx="5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07A2222B-2BEB-48DC-B544-2F3217AEB914}" type="slidenum">
              <a:rPr lang="en-US"/>
              <a:pPr/>
              <a:t>‹#›</a:t>
            </a:fld>
            <a:endParaRPr lang="en-US"/>
          </a:p>
        </p:txBody>
      </p:sp>
    </p:spTree>
    <p:extLst>
      <p:ext uri="{BB962C8B-B14F-4D97-AF65-F5344CB8AC3E}">
        <p14:creationId xmlns:p14="http://schemas.microsoft.com/office/powerpoint/2010/main" val="315322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text left, photo right (1)">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Picture Placeholder 2"/>
          <p:cNvSpPr>
            <a:spLocks noGrp="1"/>
          </p:cNvSpPr>
          <p:nvPr>
            <p:ph type="pic" idx="43"/>
          </p:nvPr>
        </p:nvSpPr>
        <p:spPr>
          <a:xfrm>
            <a:off x="4590288" y="1749"/>
            <a:ext cx="4553712" cy="469851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0C53833-DFE9-45F3-9A06-63816F630DBF}" type="datetime1">
              <a:rPr lang="en-US" smtClean="0"/>
              <a:t>9/25/26</a:t>
            </a:fld>
            <a:endParaRPr lang="en-US"/>
          </a:p>
        </p:txBody>
      </p:sp>
      <p:sp>
        <p:nvSpPr>
          <p:cNvPr id="7" name="Slide Number Placeholder 5"/>
          <p:cNvSpPr>
            <a:spLocks noGrp="1"/>
          </p:cNvSpPr>
          <p:nvPr>
            <p:ph type="sldNum" sz="quarter" idx="4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0547C88-426F-4B95-8EF2-ABB470937AB7}" type="slidenum">
              <a:rPr lang="en-US"/>
              <a:pPr/>
              <a:t>‹#›</a:t>
            </a:fld>
            <a:endParaRPr lang="en-US"/>
          </a:p>
        </p:txBody>
      </p:sp>
    </p:spTree>
    <p:extLst>
      <p:ext uri="{BB962C8B-B14F-4D97-AF65-F5344CB8AC3E}">
        <p14:creationId xmlns:p14="http://schemas.microsoft.com/office/powerpoint/2010/main" val="3183903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text right, photo left (1)">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Picture Placeholder 2"/>
          <p:cNvSpPr>
            <a:spLocks noGrp="1"/>
          </p:cNvSpPr>
          <p:nvPr>
            <p:ph type="pic" idx="43"/>
          </p:nvPr>
        </p:nvSpPr>
        <p:spPr>
          <a:xfrm>
            <a:off x="0" y="1749"/>
            <a:ext cx="4553712" cy="469851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C0F3201-D3AC-4B80-BAA2-70789CD27765}" type="datetime1">
              <a:rPr lang="en-US" smtClean="0"/>
              <a:t>9/25/26</a:t>
            </a:fld>
            <a:endParaRPr lang="en-US"/>
          </a:p>
        </p:txBody>
      </p:sp>
      <p:sp>
        <p:nvSpPr>
          <p:cNvPr id="7" name="Slide Number Placeholder 5"/>
          <p:cNvSpPr>
            <a:spLocks noGrp="1"/>
          </p:cNvSpPr>
          <p:nvPr>
            <p:ph type="sldNum" sz="quarter" idx="4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8063367-8FD0-4EFA-9B8F-D392316BCEF1}" type="slidenum">
              <a:rPr lang="en-US"/>
              <a:pPr/>
              <a:t>‹#›</a:t>
            </a:fld>
            <a:endParaRPr lang="en-US"/>
          </a:p>
        </p:txBody>
      </p:sp>
    </p:spTree>
    <p:extLst>
      <p:ext uri="{BB962C8B-B14F-4D97-AF65-F5344CB8AC3E}">
        <p14:creationId xmlns:p14="http://schemas.microsoft.com/office/powerpoint/2010/main" val="1685628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text left, photos right (3)">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2"/>
          <p:cNvSpPr>
            <a:spLocks noGrp="1"/>
          </p:cNvSpPr>
          <p:nvPr>
            <p:ph type="pic" idx="43"/>
          </p:nvPr>
        </p:nvSpPr>
        <p:spPr>
          <a:xfrm>
            <a:off x="4590288"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44"/>
          </p:nvPr>
        </p:nvSpPr>
        <p:spPr>
          <a:xfrm>
            <a:off x="4590288"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5"/>
          </p:nvPr>
        </p:nvSpPr>
        <p:spPr>
          <a:xfrm>
            <a:off x="688608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8"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8" name="Date Placeholder 3"/>
          <p:cNvSpPr>
            <a:spLocks noGrp="1"/>
          </p:cNvSpPr>
          <p:nvPr>
            <p:ph type="dt" sz="half" idx="46"/>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5BD1A5F-979B-4B06-9411-BCF73A709CFC}" type="datetime1">
              <a:rPr lang="en-US" smtClean="0"/>
              <a:t>9/25/26</a:t>
            </a:fld>
            <a:endParaRPr lang="en-US"/>
          </a:p>
        </p:txBody>
      </p:sp>
      <p:sp>
        <p:nvSpPr>
          <p:cNvPr id="9" name="Slide Number Placeholder 5"/>
          <p:cNvSpPr>
            <a:spLocks noGrp="1"/>
          </p:cNvSpPr>
          <p:nvPr>
            <p:ph type="sldNum" sz="quarter" idx="47"/>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1F8ED6C-9AC5-4882-95C1-FC3FECECD545}" type="slidenum">
              <a:rPr lang="en-US"/>
              <a:pPr/>
              <a:t>‹#›</a:t>
            </a:fld>
            <a:endParaRPr lang="en-US"/>
          </a:p>
        </p:txBody>
      </p:sp>
    </p:spTree>
    <p:extLst>
      <p:ext uri="{BB962C8B-B14F-4D97-AF65-F5344CB8AC3E}">
        <p14:creationId xmlns:p14="http://schemas.microsoft.com/office/powerpoint/2010/main" val="253128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text right, photos left (3)">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2"/>
          <p:cNvSpPr>
            <a:spLocks noGrp="1"/>
          </p:cNvSpPr>
          <p:nvPr>
            <p:ph type="pic" idx="43"/>
          </p:nvPr>
        </p:nvSpPr>
        <p:spPr>
          <a:xfrm>
            <a:off x="0"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9" name="Picture Placeholder 2"/>
          <p:cNvSpPr>
            <a:spLocks noGrp="1"/>
          </p:cNvSpPr>
          <p:nvPr>
            <p:ph type="pic" idx="44"/>
          </p:nvPr>
        </p:nvSpPr>
        <p:spPr>
          <a:xfrm>
            <a:off x="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5"/>
          </p:nvPr>
        </p:nvSpPr>
        <p:spPr>
          <a:xfrm>
            <a:off x="2295792"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3"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11" name="Date Placeholder 3"/>
          <p:cNvSpPr>
            <a:spLocks noGrp="1"/>
          </p:cNvSpPr>
          <p:nvPr>
            <p:ph type="dt" sz="half" idx="46"/>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311C50E9-50BF-46F6-B8B5-6B981E2391CC}" type="datetime1">
              <a:rPr lang="en-US" smtClean="0"/>
              <a:t>9/25/26</a:t>
            </a:fld>
            <a:endParaRPr lang="en-US"/>
          </a:p>
        </p:txBody>
      </p:sp>
      <p:sp>
        <p:nvSpPr>
          <p:cNvPr id="12" name="Slide Number Placeholder 5"/>
          <p:cNvSpPr>
            <a:spLocks noGrp="1"/>
          </p:cNvSpPr>
          <p:nvPr>
            <p:ph type="sldNum" sz="quarter" idx="47"/>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469214E2-411F-4CCB-9AB1-176E7EF56AD8}" type="slidenum">
              <a:rPr lang="en-US"/>
              <a:pPr/>
              <a:t>‹#›</a:t>
            </a:fld>
            <a:endParaRPr lang="en-US"/>
          </a:p>
        </p:txBody>
      </p:sp>
    </p:spTree>
    <p:extLst>
      <p:ext uri="{BB962C8B-B14F-4D97-AF65-F5344CB8AC3E}">
        <p14:creationId xmlns:p14="http://schemas.microsoft.com/office/powerpoint/2010/main" val="3603853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text left, photos right (4)">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Picture Placeholder 2"/>
          <p:cNvSpPr>
            <a:spLocks noGrp="1"/>
          </p:cNvSpPr>
          <p:nvPr>
            <p:ph type="pic" idx="44"/>
          </p:nvPr>
        </p:nvSpPr>
        <p:spPr>
          <a:xfrm>
            <a:off x="4590288"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5"/>
          </p:nvPr>
        </p:nvSpPr>
        <p:spPr>
          <a:xfrm>
            <a:off x="688608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6"/>
          </p:nvPr>
        </p:nvSpPr>
        <p:spPr>
          <a:xfrm>
            <a:off x="4590288"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7"/>
          </p:nvPr>
        </p:nvSpPr>
        <p:spPr>
          <a:xfrm>
            <a:off x="688608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0"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9" name="Date Placeholder 3"/>
          <p:cNvSpPr>
            <a:spLocks noGrp="1"/>
          </p:cNvSpPr>
          <p:nvPr>
            <p:ph type="dt" sz="half" idx="48"/>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AF0F807-10E6-412A-9E8A-7578CC54180E}" type="datetime1">
              <a:rPr lang="en-US" smtClean="0"/>
              <a:t>9/25/26</a:t>
            </a:fld>
            <a:endParaRPr lang="en-US"/>
          </a:p>
        </p:txBody>
      </p:sp>
      <p:sp>
        <p:nvSpPr>
          <p:cNvPr id="10" name="Slide Number Placeholder 5"/>
          <p:cNvSpPr>
            <a:spLocks noGrp="1"/>
          </p:cNvSpPr>
          <p:nvPr>
            <p:ph type="sldNum" sz="quarter" idx="49"/>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5B71A1D6-CBC1-4D43-99C1-B8E922BEC27A}" type="slidenum">
              <a:rPr lang="en-US"/>
              <a:pPr/>
              <a:t>‹#›</a:t>
            </a:fld>
            <a:endParaRPr lang="en-US"/>
          </a:p>
        </p:txBody>
      </p:sp>
    </p:spTree>
    <p:extLst>
      <p:ext uri="{BB962C8B-B14F-4D97-AF65-F5344CB8AC3E}">
        <p14:creationId xmlns:p14="http://schemas.microsoft.com/office/powerpoint/2010/main" val="93169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 text right, photos left (4)">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2"/>
          <p:cNvSpPr>
            <a:spLocks noGrp="1"/>
          </p:cNvSpPr>
          <p:nvPr>
            <p:ph type="pic" idx="44"/>
          </p:nvPr>
        </p:nvSpPr>
        <p:spPr>
          <a:xfrm>
            <a:off x="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2295792"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6"/>
          </p:nvPr>
        </p:nvSpPr>
        <p:spPr>
          <a:xfrm>
            <a:off x="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7"/>
          </p:nvPr>
        </p:nvSpPr>
        <p:spPr>
          <a:xfrm>
            <a:off x="2295792"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0"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9" name="Date Placeholder 3"/>
          <p:cNvSpPr>
            <a:spLocks noGrp="1"/>
          </p:cNvSpPr>
          <p:nvPr>
            <p:ph type="dt" sz="half" idx="48"/>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9159CAF-A62E-4CC4-B611-E3F701ED0C7E}" type="datetime1">
              <a:rPr lang="en-US" smtClean="0"/>
              <a:t>9/25/26</a:t>
            </a:fld>
            <a:endParaRPr lang="en-US"/>
          </a:p>
        </p:txBody>
      </p:sp>
      <p:sp>
        <p:nvSpPr>
          <p:cNvPr id="10" name="Slide Number Placeholder 5"/>
          <p:cNvSpPr>
            <a:spLocks noGrp="1"/>
          </p:cNvSpPr>
          <p:nvPr>
            <p:ph type="sldNum" sz="quarter" idx="49"/>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39A1D63-2D20-4501-9B59-5B207FF26C7B}" type="slidenum">
              <a:rPr lang="en-US"/>
              <a:pPr/>
              <a:t>‹#›</a:t>
            </a:fld>
            <a:endParaRPr lang="en-US"/>
          </a:p>
        </p:txBody>
      </p:sp>
    </p:spTree>
    <p:extLst>
      <p:ext uri="{BB962C8B-B14F-4D97-AF65-F5344CB8AC3E}">
        <p14:creationId xmlns:p14="http://schemas.microsoft.com/office/powerpoint/2010/main" val="3628035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left, bar graph right">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2" name="Chart 4"/>
          <p:cNvGraphicFramePr>
            <a:graphicFrameLocks/>
          </p:cNvGraphicFramePr>
          <p:nvPr/>
        </p:nvGraphicFramePr>
        <p:xfrm>
          <a:off x="4797425" y="904875"/>
          <a:ext cx="3944938" cy="3651250"/>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0407DD2-95E4-42A3-B6BB-CD714D017AD7}" type="datetime1">
              <a:rPr lang="en-US" smtClean="0"/>
              <a:t>9/25/26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CD770F84-B03B-4446-8121-43BDF0660468}" type="slidenum">
              <a:rPr lang="en-US"/>
              <a:pPr/>
              <a:t>‹#›</a:t>
            </a:fld>
            <a:endParaRPr lang="en-US"/>
          </a:p>
        </p:txBody>
      </p:sp>
    </p:spTree>
    <p:extLst>
      <p:ext uri="{BB962C8B-B14F-4D97-AF65-F5344CB8AC3E}">
        <p14:creationId xmlns:p14="http://schemas.microsoft.com/office/powerpoint/2010/main" val="1247547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right, bar graph left">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3943350"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783707"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872F6A1-975A-49A4-9945-50AF390241BA}" type="datetime1">
              <a:rPr lang="en-US" smtClean="0"/>
              <a:t>9/25/26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35E862A-697B-4840-A5B5-5FEEF4E48EDF}" type="slidenum">
              <a:rPr lang="en-US"/>
              <a:pPr/>
              <a:t>‹#›</a:t>
            </a:fld>
            <a:endParaRPr lang="en-US"/>
          </a:p>
        </p:txBody>
      </p:sp>
    </p:spTree>
    <p:extLst>
      <p:ext uri="{BB962C8B-B14F-4D97-AF65-F5344CB8AC3E}">
        <p14:creationId xmlns:p14="http://schemas.microsoft.com/office/powerpoint/2010/main" val="1897994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bar graph">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8304212"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EAE188A-4D63-400D-ABBD-D2D012BDCD15}" type="datetime1">
              <a:rPr lang="en-US" smtClean="0"/>
              <a:t>9/25/26</a:t>
            </a:fld>
            <a:endParaRPr lang="en-US"/>
          </a:p>
        </p:txBody>
      </p:sp>
      <p:sp>
        <p:nvSpPr>
          <p:cNvPr id="7"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2A97726B-1234-427D-89E0-501CF7381A9A}" type="slidenum">
              <a:rPr lang="en-US"/>
              <a:pPr/>
              <a:t>‹#›</a:t>
            </a:fld>
            <a:endParaRPr lang="en-US"/>
          </a:p>
        </p:txBody>
      </p:sp>
    </p:spTree>
    <p:extLst>
      <p:ext uri="{BB962C8B-B14F-4D97-AF65-F5344CB8AC3E}">
        <p14:creationId xmlns:p14="http://schemas.microsoft.com/office/powerpoint/2010/main" val="96333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left, line graph right">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graphicFrame>
        <p:nvGraphicFramePr>
          <p:cNvPr id="2" name="Chart 5"/>
          <p:cNvGraphicFramePr>
            <a:graphicFrameLocks/>
          </p:cNvGraphicFramePr>
          <p:nvPr/>
        </p:nvGraphicFramePr>
        <p:xfrm>
          <a:off x="4797425" y="904875"/>
          <a:ext cx="3944938"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14"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4405EEA-9A0A-4B19-94E3-702F602CEF4E}" type="datetime1">
              <a:rPr lang="en-US" smtClean="0"/>
              <a:t>9/25/26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E1BC488-4F9B-486E-BEAF-B2B891EC7A21}" type="slidenum">
              <a:rPr lang="en-US"/>
              <a:pPr/>
              <a:t>‹#›</a:t>
            </a:fld>
            <a:endParaRPr lang="en-US"/>
          </a:p>
        </p:txBody>
      </p:sp>
    </p:spTree>
    <p:extLst>
      <p:ext uri="{BB962C8B-B14F-4D97-AF65-F5344CB8AC3E}">
        <p14:creationId xmlns:p14="http://schemas.microsoft.com/office/powerpoint/2010/main" val="174042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right, line graph left">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3943350"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783707"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AF6D083A-4B13-46FE-893B-68D7CDF39AD3}" type="datetime1">
              <a:rPr lang="en-US" smtClean="0"/>
              <a:t>9/25/26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B0A966F-C68B-4C02-98F2-62145451C283}" type="slidenum">
              <a:rPr lang="en-US"/>
              <a:pPr/>
              <a:t>‹#›</a:t>
            </a:fld>
            <a:endParaRPr lang="en-US"/>
          </a:p>
        </p:txBody>
      </p:sp>
    </p:spTree>
    <p:extLst>
      <p:ext uri="{BB962C8B-B14F-4D97-AF65-F5344CB8AC3E}">
        <p14:creationId xmlns:p14="http://schemas.microsoft.com/office/powerpoint/2010/main" val="75466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 line graph">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8304212"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0"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1C89CDC-80D8-4542-9161-88E0E6FE50AF}" type="datetime1">
              <a:rPr lang="en-US" smtClean="0"/>
              <a:t>9/25/26</a:t>
            </a:fld>
            <a:endParaRPr lang="en-US"/>
          </a:p>
        </p:txBody>
      </p:sp>
      <p:sp>
        <p:nvSpPr>
          <p:cNvPr id="7"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5CA62FE-4E2D-42B2-9D14-7EC377471995}" type="slidenum">
              <a:rPr lang="en-US"/>
              <a:pPr/>
              <a:t>‹#›</a:t>
            </a:fld>
            <a:endParaRPr lang="en-US"/>
          </a:p>
        </p:txBody>
      </p:sp>
    </p:spTree>
    <p:extLst>
      <p:ext uri="{BB962C8B-B14F-4D97-AF65-F5344CB8AC3E}">
        <p14:creationId xmlns:p14="http://schemas.microsoft.com/office/powerpoint/2010/main" val="250687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allout text left, photo right (1) (on white)">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Picture Placeholder 20"/>
          <p:cNvSpPr>
            <a:spLocks noGrp="1"/>
          </p:cNvSpPr>
          <p:nvPr>
            <p:ph type="pic" sz="quarter" idx="15"/>
          </p:nvPr>
        </p:nvSpPr>
        <p:spPr>
          <a:xfrm>
            <a:off x="4636012"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Tree>
    <p:extLst>
      <p:ext uri="{BB962C8B-B14F-4D97-AF65-F5344CB8AC3E}">
        <p14:creationId xmlns:p14="http://schemas.microsoft.com/office/powerpoint/2010/main" val="159832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allout text right, photo left (1) (on white)">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4626129"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Picture Placeholder 20"/>
          <p:cNvSpPr>
            <a:spLocks noGrp="1"/>
          </p:cNvSpPr>
          <p:nvPr>
            <p:ph type="pic" sz="quarter" idx="15"/>
          </p:nvPr>
        </p:nvSpPr>
        <p:spPr>
          <a:xfrm>
            <a:off x="3"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Tree>
    <p:extLst>
      <p:ext uri="{BB962C8B-B14F-4D97-AF65-F5344CB8AC3E}">
        <p14:creationId xmlns:p14="http://schemas.microsoft.com/office/powerpoint/2010/main" val="69350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allout text left, photos right (2) (on white)">
    <p:spTree>
      <p:nvGrpSpPr>
        <p:cNvPr id="1" name=""/>
        <p:cNvGrpSpPr/>
        <p:nvPr/>
      </p:nvGrpSpPr>
      <p:grpSpPr>
        <a:xfrm>
          <a:off x="0" y="0"/>
          <a:ext cx="0" cy="0"/>
          <a:chOff x="0" y="0"/>
          <a:chExt cx="0" cy="0"/>
        </a:xfrm>
      </p:grpSpPr>
      <p:sp>
        <p:nvSpPr>
          <p:cNvPr id="8" name="Picture Placeholder 20"/>
          <p:cNvSpPr>
            <a:spLocks noGrp="1"/>
          </p:cNvSpPr>
          <p:nvPr>
            <p:ph type="pic" sz="quarter" idx="15"/>
          </p:nvPr>
        </p:nvSpPr>
        <p:spPr>
          <a:xfrm>
            <a:off x="4636012"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4636012" y="1728664"/>
            <a:ext cx="4507991" cy="3414836"/>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23"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578497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allout text right, photos left (2) (on white)">
    <p:spTree>
      <p:nvGrpSpPr>
        <p:cNvPr id="1" name=""/>
        <p:cNvGrpSpPr/>
        <p:nvPr/>
      </p:nvGrpSpPr>
      <p:grpSpPr>
        <a:xfrm>
          <a:off x="0" y="0"/>
          <a:ext cx="0" cy="0"/>
          <a:chOff x="0" y="0"/>
          <a:chExt cx="0" cy="0"/>
        </a:xfrm>
      </p:grpSpPr>
      <p:sp>
        <p:nvSpPr>
          <p:cNvPr id="8" name="Picture Placeholder 20"/>
          <p:cNvSpPr>
            <a:spLocks noGrp="1"/>
          </p:cNvSpPr>
          <p:nvPr>
            <p:ph type="pic" sz="quarter" idx="15"/>
          </p:nvPr>
        </p:nvSpPr>
        <p:spPr>
          <a:xfrm>
            <a:off x="3"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3" y="1728664"/>
            <a:ext cx="4507991" cy="3414836"/>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5" name="Text Placeholder 8"/>
          <p:cNvSpPr>
            <a:spLocks noGrp="1"/>
          </p:cNvSpPr>
          <p:nvPr>
            <p:ph type="body" idx="24"/>
          </p:nvPr>
        </p:nvSpPr>
        <p:spPr>
          <a:xfrm>
            <a:off x="4626129"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90478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allout text left, photo right (1) (on black)">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userDrawn="1"/>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C183D7F6-B498-43B3-948B-1728B52AA6E4}">
                <adec:decorative xmlns:adec="http://schemas.microsoft.com/office/drawing/2017/decorative" val="1"/>
              </a:ext>
            </a:extLst>
          </p:cNvPr>
          <p:cNvSpPr/>
          <p:nvPr/>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4636012"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1"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46256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allout text right, photo left (1) (on black)">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userDrawn="1"/>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C183D7F6-B498-43B3-948B-1728B52AA6E4}">
                <adec:decorative xmlns:adec="http://schemas.microsoft.com/office/drawing/2017/decorative" val="1"/>
              </a:ext>
            </a:extLst>
          </p:cNvPr>
          <p:cNvSpPr/>
          <p:nvPr/>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3"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1" name="Text Placeholder 8"/>
          <p:cNvSpPr>
            <a:spLocks noGrp="1"/>
          </p:cNvSpPr>
          <p:nvPr>
            <p:ph type="body" idx="10"/>
          </p:nvPr>
        </p:nvSpPr>
        <p:spPr>
          <a:xfrm>
            <a:off x="4642565"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21863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allout text left, photos right (2) (on black)">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userDrawn="1"/>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C183D7F6-B498-43B3-948B-1728B52AA6E4}">
                <adec:decorative xmlns:adec="http://schemas.microsoft.com/office/drawing/2017/decorative" val="1"/>
              </a:ext>
            </a:extLst>
          </p:cNvPr>
          <p:cNvSpPr/>
          <p:nvPr/>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4636012"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4636012" y="1732788"/>
            <a:ext cx="4507991" cy="3410712"/>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6"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545813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allout text right, photos left (2) (on black)">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userDrawn="1"/>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C183D7F6-B498-43B3-948B-1728B52AA6E4}">
                <adec:decorative xmlns:adec="http://schemas.microsoft.com/office/drawing/2017/decorative" val="1"/>
              </a:ext>
            </a:extLst>
          </p:cNvPr>
          <p:cNvSpPr/>
          <p:nvPr/>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3180"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3180" y="1732788"/>
            <a:ext cx="4507991" cy="3410712"/>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7" name="Text Placeholder 8"/>
          <p:cNvSpPr>
            <a:spLocks noGrp="1"/>
          </p:cNvSpPr>
          <p:nvPr>
            <p:ph type="body" idx="24"/>
          </p:nvPr>
        </p:nvSpPr>
        <p:spPr>
          <a:xfrm>
            <a:off x="4642565"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81981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allout text (black on white)">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userDrawn="1"/>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CF076B5-DE80-4212-89E0-8468B8E49686}" type="datetime1">
              <a:rPr lang="en-US" smtClean="0"/>
              <a:t>9/25/26</a:t>
            </a:fld>
            <a:endParaRPr lang="en-US"/>
          </a:p>
        </p:txBody>
      </p:sp>
      <p:sp>
        <p:nvSpPr>
          <p:cNvPr id="5"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DF768FB-1179-4F15-B986-28BC8D5DD812}" type="slidenum">
              <a:rPr lang="en-US"/>
              <a:pPr/>
              <a:t>‹#›</a:t>
            </a:fld>
            <a:endParaRPr lang="en-US"/>
          </a:p>
        </p:txBody>
      </p:sp>
    </p:spTree>
    <p:extLst>
      <p:ext uri="{BB962C8B-B14F-4D97-AF65-F5344CB8AC3E}">
        <p14:creationId xmlns:p14="http://schemas.microsoft.com/office/powerpoint/2010/main" val="2507537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allout text (white on green)">
    <p:bg>
      <p:bgPr>
        <a:solidFill>
          <a:srgbClr val="143B1E"/>
        </a:solidFill>
        <a:effectLst/>
      </p:bgPr>
    </p:bg>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924E081-C21B-4512-A36B-8A680E10DB92}" type="datetime1">
              <a:rPr lang="en-US" smtClean="0"/>
              <a:t>9/25/26</a:t>
            </a:fld>
            <a:endParaRPr lang="en-US"/>
          </a:p>
        </p:txBody>
      </p:sp>
      <p:sp>
        <p:nvSpPr>
          <p:cNvPr id="4"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A88F2E9-B851-4DFA-93C4-86BB45129EEB}" type="slidenum">
              <a:rPr lang="en-US"/>
              <a:pPr/>
              <a:t>‹#›</a:t>
            </a:fld>
            <a:endParaRPr lang="en-US"/>
          </a:p>
        </p:txBody>
      </p:sp>
    </p:spTree>
    <p:extLst>
      <p:ext uri="{BB962C8B-B14F-4D97-AF65-F5344CB8AC3E}">
        <p14:creationId xmlns:p14="http://schemas.microsoft.com/office/powerpoint/2010/main" val="2059989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allout text (white on black)">
    <p:bg>
      <p:bgPr>
        <a:solidFill>
          <a:srgbClr val="191919"/>
        </a:solidFill>
        <a:effectLst/>
      </p:bgPr>
    </p:bg>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D7CA327-0034-42B2-B548-D933C5E8C997}" type="datetime1">
              <a:rPr lang="en-US" smtClean="0"/>
              <a:t>9/25/26</a:t>
            </a:fld>
            <a:endParaRPr lang="en-US"/>
          </a:p>
        </p:txBody>
      </p:sp>
      <p:sp>
        <p:nvSpPr>
          <p:cNvPr id="4"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47D816C-1382-4552-849F-5EAB9818A052}" type="slidenum">
              <a:rPr lang="en-US"/>
              <a:pPr/>
              <a:t>‹#›</a:t>
            </a:fld>
            <a:endParaRPr lang="en-US"/>
          </a:p>
        </p:txBody>
      </p:sp>
    </p:spTree>
    <p:extLst>
      <p:ext uri="{BB962C8B-B14F-4D97-AF65-F5344CB8AC3E}">
        <p14:creationId xmlns:p14="http://schemas.microsoft.com/office/powerpoint/2010/main" val="325531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46188"/>
            <a:ext cx="8229600" cy="334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48"/>
    </p:custDataLst>
  </p:cSld>
  <p:clrMap bg1="lt1" tx1="dk1" bg2="lt2" tx2="dk2" accent1="accent1" accent2="accent2" accent3="accent3" accent4="accent4" accent5="accent5" accent6="accent6" hlink="hlink" folHlink="folHlink"/>
  <p:sldLayoutIdLst>
    <p:sldLayoutId id="2147484745" r:id="rId1"/>
    <p:sldLayoutId id="2147484746" r:id="rId2"/>
    <p:sldLayoutId id="2147484747" r:id="rId3"/>
    <p:sldLayoutId id="2147484748" r:id="rId4"/>
    <p:sldLayoutId id="2147484749" r:id="rId5"/>
    <p:sldLayoutId id="2147484750" r:id="rId6"/>
    <p:sldLayoutId id="2147484751" r:id="rId7"/>
    <p:sldLayoutId id="2147484752" r:id="rId8"/>
    <p:sldLayoutId id="2147484753" r:id="rId9"/>
    <p:sldLayoutId id="2147484754" r:id="rId10"/>
    <p:sldLayoutId id="2147484755" r:id="rId11"/>
    <p:sldLayoutId id="2147484786" r:id="rId12"/>
    <p:sldLayoutId id="2147484756" r:id="rId13"/>
    <p:sldLayoutId id="2147484757" r:id="rId14"/>
    <p:sldLayoutId id="2147484758" r:id="rId15"/>
    <p:sldLayoutId id="2147484759" r:id="rId16"/>
    <p:sldLayoutId id="2147484760" r:id="rId17"/>
    <p:sldLayoutId id="2147484761" r:id="rId18"/>
    <p:sldLayoutId id="2147484762" r:id="rId19"/>
    <p:sldLayoutId id="2147484763" r:id="rId20"/>
    <p:sldLayoutId id="2147484764" r:id="rId21"/>
    <p:sldLayoutId id="2147484765" r:id="rId22"/>
    <p:sldLayoutId id="2147484766" r:id="rId23"/>
    <p:sldLayoutId id="2147484767" r:id="rId24"/>
    <p:sldLayoutId id="2147484768" r:id="rId25"/>
    <p:sldLayoutId id="2147484769" r:id="rId26"/>
    <p:sldLayoutId id="2147484770" r:id="rId27"/>
    <p:sldLayoutId id="2147484771" r:id="rId28"/>
    <p:sldLayoutId id="2147484772" r:id="rId29"/>
    <p:sldLayoutId id="2147484773" r:id="rId30"/>
    <p:sldLayoutId id="2147484774" r:id="rId31"/>
    <p:sldLayoutId id="2147484775" r:id="rId32"/>
    <p:sldLayoutId id="2147484776" r:id="rId33"/>
    <p:sldLayoutId id="2147484777" r:id="rId34"/>
    <p:sldLayoutId id="2147484778" r:id="rId35"/>
    <p:sldLayoutId id="2147484741" r:id="rId36"/>
    <p:sldLayoutId id="2147484742" r:id="rId37"/>
    <p:sldLayoutId id="2147484743" r:id="rId38"/>
    <p:sldLayoutId id="2147484744" r:id="rId39"/>
    <p:sldLayoutId id="2147484779" r:id="rId40"/>
    <p:sldLayoutId id="2147484780" r:id="rId41"/>
    <p:sldLayoutId id="2147484781" r:id="rId42"/>
    <p:sldLayoutId id="2147484782" r:id="rId43"/>
    <p:sldLayoutId id="2147484783" r:id="rId44"/>
    <p:sldLayoutId id="2147484784" r:id="rId45"/>
    <p:sldLayoutId id="2147484785" r:id="rId4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ctr" defTabSz="457200" rtl="0" eaLnBrk="1" fontAlgn="base" hangingPunct="1">
        <a:spcBef>
          <a:spcPct val="0"/>
        </a:spcBef>
        <a:spcAft>
          <a:spcPct val="0"/>
        </a:spcAft>
        <a:defRPr sz="2400" b="1" kern="1200">
          <a:solidFill>
            <a:srgbClr val="29551A"/>
          </a:solidFill>
          <a:latin typeface="+mj-lt"/>
          <a:ea typeface="MS PGothic" pitchFamily="34" charset="-128"/>
          <a:cs typeface="ＭＳ Ｐゴシック" charset="0"/>
        </a:defRPr>
      </a:lvl1pPr>
      <a:lvl2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2pPr>
      <a:lvl3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3pPr>
      <a:lvl4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4pPr>
      <a:lvl5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5pPr>
      <a:lvl6pPr marL="4572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ＭＳ Ｐゴシック" charset="0"/>
        </a:defRPr>
      </a:lvl1pPr>
      <a:lvl2pPr marL="742950" indent="-28575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2pPr>
      <a:lvl3pPr marL="11430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3pPr>
      <a:lvl4pPr marL="16002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4pPr>
      <a:lvl5pPr marL="20574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8.org&amp;utm_campaign=parser&amp;utm_content=thumbnail"/><Relationship Id="rId2" Type="http://schemas.openxmlformats.org/officeDocument/2006/relationships/image" Target="../media/image7.jpg"/><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com"/><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3.png"/><Relationship Id="rId7" Type="http://schemas.openxmlformats.org/officeDocument/2006/relationships/image" Target="../media/image14.png"/><Relationship Id="rId2" Type="http://schemas.openxmlformats.org/officeDocument/2006/relationships/image" Target="../media/image112.png"/><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4.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20.png"/><Relationship Id="rId7" Type="http://schemas.openxmlformats.org/officeDocument/2006/relationships/image" Target="../media/image19.png"/><Relationship Id="rId2" Type="http://schemas.openxmlformats.org/officeDocument/2006/relationships/image" Target="../media/image112.png"/><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21.png"/></Relationships>
</file>

<file path=ppt/slides/_rels/slide1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37.png"/><Relationship Id="rId3" Type="http://schemas.openxmlformats.org/officeDocument/2006/relationships/image" Target="../media/image128.png"/><Relationship Id="rId7" Type="http://schemas.openxmlformats.org/officeDocument/2006/relationships/image" Target="../media/image24.png"/><Relationship Id="rId12" Type="http://schemas.openxmlformats.org/officeDocument/2006/relationships/image" Target="../media/image136.png"/><Relationship Id="rId17" Type="http://schemas.openxmlformats.org/officeDocument/2006/relationships/image" Target="../media/image26.png"/><Relationship Id="rId2" Type="http://schemas.openxmlformats.org/officeDocument/2006/relationships/image" Target="../media/image127.png"/><Relationship Id="rId16" Type="http://schemas.openxmlformats.org/officeDocument/2006/relationships/image" Target="../media/image25.png"/><Relationship Id="rId1" Type="http://schemas.openxmlformats.org/officeDocument/2006/relationships/slideLayout" Target="../slideLayouts/slideLayout11.xml"/><Relationship Id="rId6" Type="http://schemas.openxmlformats.org/officeDocument/2006/relationships/image" Target="../media/image23.png"/><Relationship Id="rId11" Type="http://schemas.openxmlformats.org/officeDocument/2006/relationships/image" Target="../media/image135.png"/><Relationship Id="rId5" Type="http://schemas.openxmlformats.org/officeDocument/2006/relationships/image" Target="../media/image22.png"/><Relationship Id="rId15" Type="http://schemas.openxmlformats.org/officeDocument/2006/relationships/image" Target="../media/image139.png"/><Relationship Id="rId10" Type="http://schemas.openxmlformats.org/officeDocument/2006/relationships/image" Target="../media/image134.png"/><Relationship Id="rId4" Type="http://schemas.openxmlformats.org/officeDocument/2006/relationships/image" Target="../media/image12.png"/><Relationship Id="rId9" Type="http://schemas.openxmlformats.org/officeDocument/2006/relationships/image" Target="../media/image133.png"/><Relationship Id="rId14" Type="http://schemas.openxmlformats.org/officeDocument/2006/relationships/image" Target="../media/image13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What is AI and Machine Learning?">
    <p:spTree>
      <p:nvGrpSpPr>
        <p:cNvPr id="1" name=""/>
        <p:cNvGrpSpPr/>
        <p:nvPr/>
      </p:nvGrpSpPr>
      <p:grpSpPr>
        <a:xfrm>
          <a:off x="0" y="0"/>
          <a:ext cx="0" cy="0"/>
          <a:chOff x="0" y="0"/>
          <a:chExt cx="0" cy="0"/>
        </a:xfrm>
      </p:grpSpPr>
      <p:sp>
        <p:nvSpPr>
          <p:cNvPr id="2" name="Text Placeholder 1"/>
          <p:cNvSpPr>
            <a:spLocks noGrp="1"/>
          </p:cNvSpPr>
          <p:nvPr>
            <p:ph type="body" idx="13"/>
          </p:nvPr>
        </p:nvSpPr>
        <p:spPr/>
        <p:txBody>
          <a:bodyPr>
            <a:normAutofit/>
          </a:bodyPr>
          <a:lstStyle/>
          <a:p>
            <a:r>
              <a:rPr lang="en-US" sz="1600" dirty="0"/>
              <a:t>Instructor: Mohammad Hasan</a:t>
            </a:r>
          </a:p>
          <a:p>
            <a:r>
              <a:rPr lang="en-US" sz="1600" dirty="0"/>
              <a:t>Office: 13-240</a:t>
            </a:r>
          </a:p>
          <a:p>
            <a:r>
              <a:rPr lang="en-US" sz="1600" dirty="0"/>
              <a:t>09/18/26</a:t>
            </a:r>
          </a:p>
        </p:txBody>
      </p:sp>
      <p:sp>
        <p:nvSpPr>
          <p:cNvPr id="3" name="Title 2"/>
          <p:cNvSpPr>
            <a:spLocks noGrp="1"/>
          </p:cNvSpPr>
          <p:nvPr>
            <p:ph type="title"/>
          </p:nvPr>
        </p:nvSpPr>
        <p:spPr>
          <a:xfrm>
            <a:off x="629176" y="1600724"/>
            <a:ext cx="7792510" cy="1277277"/>
          </a:xfrm>
        </p:spPr>
        <p:txBody>
          <a:bodyPr>
            <a:normAutofit/>
          </a:bodyPr>
          <a:lstStyle/>
          <a:p>
            <a:r>
              <a:rPr lang="en-US" sz="2800" dirty="0"/>
              <a:t>Introduction to Neural Networks (1)</a:t>
            </a:r>
          </a:p>
        </p:txBody>
      </p:sp>
    </p:spTree>
    <p:custDataLst>
      <p:tags r:id="rId1"/>
    </p:custDataLst>
    <p:extLst>
      <p:ext uri="{BB962C8B-B14F-4D97-AF65-F5344CB8AC3E}">
        <p14:creationId xmlns:p14="http://schemas.microsoft.com/office/powerpoint/2010/main" val="409625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Overview">
    <p:spTree>
      <p:nvGrpSpPr>
        <p:cNvPr id="1" name=""/>
        <p:cNvGrpSpPr/>
        <p:nvPr/>
      </p:nvGrpSpPr>
      <p:grpSpPr>
        <a:xfrm>
          <a:off x="0" y="0"/>
          <a:ext cx="0" cy="0"/>
          <a:chOff x="0" y="0"/>
          <a:chExt cx="0" cy="0"/>
        </a:xfrm>
      </p:grpSpPr>
      <p:sp>
        <p:nvSpPr>
          <p:cNvPr id="2" name="Content Placeholder 1"/>
          <p:cNvSpPr>
            <a:spLocks noGrp="1"/>
          </p:cNvSpPr>
          <p:nvPr>
            <p:ph idx="26"/>
          </p:nvPr>
        </p:nvSpPr>
        <p:spPr/>
        <p:txBody>
          <a:bodyPr/>
          <a:lstStyle/>
          <a:p>
            <a:r>
              <a:rPr lang="en-US" dirty="0"/>
              <a:t>Universal Approximators</a:t>
            </a:r>
          </a:p>
          <a:p>
            <a:endParaRPr lang="en-US" dirty="0"/>
          </a:p>
          <a:p>
            <a:r>
              <a:rPr lang="en-US" dirty="0"/>
              <a:t>Biological Neurons</a:t>
            </a:r>
          </a:p>
          <a:p>
            <a:endParaRPr lang="en-US" dirty="0"/>
          </a:p>
          <a:p>
            <a:r>
              <a:rPr lang="en-US" dirty="0"/>
              <a:t>Artificial Neurons</a:t>
            </a:r>
          </a:p>
          <a:p>
            <a:endParaRPr lang="en-US" dirty="0"/>
          </a:p>
          <a:p>
            <a:r>
              <a:rPr lang="en-US" dirty="0"/>
              <a:t>Neural Networks</a:t>
            </a:r>
          </a:p>
          <a:p>
            <a:endParaRPr lang="en-US" dirty="0"/>
          </a:p>
        </p:txBody>
      </p:sp>
      <p:sp>
        <p:nvSpPr>
          <p:cNvPr id="3" name="Title 2"/>
          <p:cNvSpPr>
            <a:spLocks noGrp="1"/>
          </p:cNvSpPr>
          <p:nvPr>
            <p:ph type="title"/>
          </p:nvPr>
        </p:nvSpPr>
        <p:spPr/>
        <p:txBody>
          <a:bodyPr/>
          <a:lstStyle/>
          <a:p>
            <a:r>
              <a:rPr lang="en-US" dirty="0"/>
              <a:t>Overview</a:t>
            </a:r>
          </a:p>
        </p:txBody>
      </p:sp>
      <p:sp>
        <p:nvSpPr>
          <p:cNvPr id="5" name="TextBox 4">
            <a:extLst>
              <a:ext uri="{FF2B5EF4-FFF2-40B4-BE49-F238E27FC236}">
                <a16:creationId xmlns:a16="http://schemas.microsoft.com/office/drawing/2014/main" id="{8ED21F68-F379-2CEB-B79D-D7DFCF008B3F}"/>
              </a:ext>
              <a:ext uri="{C183D7F6-B498-43B3-948B-1728B52AA6E4}">
                <adec:decorative xmlns:adec="http://schemas.microsoft.com/office/drawing/2017/decorative" val="1"/>
              </a:ext>
            </a:extLst>
          </p:cNvPr>
          <p:cNvSpPr txBox="1"/>
          <p:nvPr/>
        </p:nvSpPr>
        <p:spPr bwMode="auto">
          <a:xfrm>
            <a:off x="6117021" y="49661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none" lIns="91440" tIns="45720" rIns="91440" bIns="45720" numCol="1" rtlCol="0" anchor="t" anchorCtr="0" compatLnSpc="1">
            <a:prstTxWarp prst="textNoShape">
              <a:avLst/>
            </a:prstTxWarp>
            <a:normAutofit fontScale="25000" lnSpcReduction="20000"/>
          </a:bodyPr>
          <a:lstStyle/>
          <a:p>
            <a:endParaRPr lang="en-US" sz="2800">
              <a:solidFill>
                <a:srgbClr val="29551A"/>
              </a:solidFill>
            </a:endParaRPr>
          </a:p>
        </p:txBody>
      </p:sp>
      <p:sp>
        <p:nvSpPr>
          <p:cNvPr id="6" name="TextBox 5">
            <a:extLst>
              <a:ext uri="{FF2B5EF4-FFF2-40B4-BE49-F238E27FC236}">
                <a16:creationId xmlns:a16="http://schemas.microsoft.com/office/drawing/2014/main" id="{0338198D-9296-08EF-03DC-11B15B97FFB7}"/>
              </a:ext>
              <a:ext uri="{C183D7F6-B498-43B3-948B-1728B52AA6E4}">
                <adec:decorative xmlns:adec="http://schemas.microsoft.com/office/drawing/2017/decorative" val="1"/>
              </a:ext>
            </a:extLst>
          </p:cNvPr>
          <p:cNvSpPr txBox="1"/>
          <p:nvPr/>
        </p:nvSpPr>
        <p:spPr bwMode="auto">
          <a:xfrm>
            <a:off x="5691352" y="4918841"/>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none" lIns="91440" tIns="45720" rIns="91440" bIns="45720" numCol="1" rtlCol="0" anchor="t" anchorCtr="0" compatLnSpc="1">
            <a:prstTxWarp prst="textNoShape">
              <a:avLst/>
            </a:prstTxWarp>
            <a:normAutofit fontScale="25000" lnSpcReduction="20000"/>
          </a:bodyPr>
          <a:lstStyle/>
          <a:p>
            <a:endParaRPr lang="en-US" sz="2800">
              <a:solidFill>
                <a:srgbClr val="29551A"/>
              </a:solidFill>
            </a:endParaRPr>
          </a:p>
        </p:txBody>
      </p:sp>
    </p:spTree>
    <p:extLst>
      <p:ext uri="{BB962C8B-B14F-4D97-AF65-F5344CB8AC3E}">
        <p14:creationId xmlns:p14="http://schemas.microsoft.com/office/powerpoint/2010/main" val="311088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D63FC08-569F-5666-8E52-C78CDE71A1FF}"/>
                  </a:ext>
                </a:extLst>
              </p:cNvPr>
              <p:cNvSpPr>
                <a:spLocks noGrp="1"/>
              </p:cNvSpPr>
              <p:nvPr>
                <p:ph idx="26"/>
              </p:nvPr>
            </p:nvSpPr>
            <p:spPr>
              <a:xfrm>
                <a:off x="423600" y="698665"/>
                <a:ext cx="8318119" cy="3968751"/>
              </a:xfrm>
            </p:spPr>
            <p:txBody>
              <a:bodyPr/>
              <a:lstStyle/>
              <a:p>
                <a:r>
                  <a:rPr lang="en-US" dirty="0"/>
                  <a:t>The goal of machine learning is to create good models for regression and classification:</a:t>
                </a:r>
              </a:p>
              <a:p>
                <a:pPr marL="0" indent="0">
                  <a:buNone/>
                </a:pPr>
                <a14:m>
                  <m:oMathPara xmlns:m="http://schemas.openxmlformats.org/officeDocument/2006/math">
                    <m:oMath>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𝑦</m:t>
                          </m:r>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ℎ</m:t>
                          </m:r>
                        </m:e>
                        <m:sub>
                          <m:r>
                            <a:rPr lang="en-US" b="0" i="1" dirty="0" smtClean="0">
                              <a:latin typeface="Cambria Math" panose="02040503050406030204" pitchFamily="18" charset="0"/>
                            </a:rPr>
                            <m:t>𝜃</m:t>
                          </m:r>
                        </m:sub>
                      </m:sSub>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𝑥</m:t>
                          </m:r>
                        </m:e>
                      </m:acc>
                      <m:r>
                        <a:rPr lang="en-US" b="0" i="1" dirty="0" smtClean="0">
                          <a:latin typeface="Cambria Math" panose="02040503050406030204" pitchFamily="18" charset="0"/>
                        </a:rPr>
                        <m:t>)</m:t>
                      </m:r>
                    </m:oMath>
                  </m:oMathPara>
                </a14:m>
                <a:endParaRPr lang="en-US" dirty="0"/>
              </a:p>
              <a:p>
                <a:pPr marL="0" indent="0">
                  <a:buNone/>
                </a:pPr>
                <a:endParaRPr lang="en-US" dirty="0"/>
              </a:p>
              <a:p>
                <a:r>
                  <a:rPr lang="en-US" dirty="0"/>
                  <a:t>An obvious way to do this is using universal approximators:</a:t>
                </a:r>
              </a:p>
              <a:p>
                <a:pPr marL="0" indent="0">
                  <a:buNone/>
                </a:pPr>
                <a:endParaRPr lang="en-US" dirty="0"/>
              </a:p>
              <a:p>
                <a:pPr lvl="1">
                  <a:buFontTx/>
                  <a:buChar char="-"/>
                </a:pPr>
                <a:r>
                  <a:rPr lang="en-US" dirty="0"/>
                  <a:t>Polynomials (Taylor Series)</a:t>
                </a:r>
              </a:p>
              <a:p>
                <a:pPr lvl="1">
                  <a:buFontTx/>
                  <a:buChar char="-"/>
                </a:pPr>
                <a:r>
                  <a:rPr lang="en-US" dirty="0"/>
                  <a:t>Sinusoidal functions (Fourier Series)</a:t>
                </a:r>
              </a:p>
              <a:p>
                <a:pPr lvl="1">
                  <a:buFontTx/>
                  <a:buChar char="-"/>
                </a:pPr>
                <a:r>
                  <a:rPr lang="en-US" dirty="0"/>
                  <a:t>Eigenfunctions (Like vibration </a:t>
                </a:r>
                <a:r>
                  <a:rPr lang="en-US" dirty="0" err="1"/>
                  <a:t>modeshapes</a:t>
                </a:r>
                <a:r>
                  <a:rPr lang="en-US" dirty="0"/>
                  <a:t> – domain specific)</a:t>
                </a:r>
              </a:p>
              <a:p>
                <a:pPr lvl="1">
                  <a:buFontTx/>
                  <a:buChar char="-"/>
                </a:pPr>
                <a:endParaRPr lang="en-US" dirty="0"/>
              </a:p>
              <a:p>
                <a:pPr>
                  <a:buFont typeface="Wingdings" pitchFamily="2" charset="2"/>
                  <a:buChar char="v"/>
                </a:pPr>
                <a:r>
                  <a:rPr lang="en-US" dirty="0"/>
                  <a:t>Polynomials are good but they suffer from high variance.</a:t>
                </a:r>
              </a:p>
            </p:txBody>
          </p:sp>
        </mc:Choice>
        <mc:Fallback xmlns="">
          <p:sp>
            <p:nvSpPr>
              <p:cNvPr id="2" name="Content Placeholder 1">
                <a:extLst>
                  <a:ext uri="{FF2B5EF4-FFF2-40B4-BE49-F238E27FC236}">
                    <a16:creationId xmlns:a16="http://schemas.microsoft.com/office/drawing/2014/main" id="{0D63FC08-569F-5666-8E52-C78CDE71A1FF}"/>
                  </a:ext>
                </a:extLst>
              </p:cNvPr>
              <p:cNvSpPr>
                <a:spLocks noGrp="1" noRot="1" noChangeAspect="1" noMove="1" noResize="1" noEditPoints="1" noAdjustHandles="1" noChangeArrowheads="1" noChangeShapeType="1" noTextEdit="1"/>
              </p:cNvSpPr>
              <p:nvPr>
                <p:ph idx="26"/>
              </p:nvPr>
            </p:nvSpPr>
            <p:spPr>
              <a:xfrm>
                <a:off x="423600" y="698665"/>
                <a:ext cx="8318119" cy="3968751"/>
              </a:xfrm>
              <a:blipFill>
                <a:blip r:embed="rId2"/>
                <a:stretch>
                  <a:fillRect l="-659" t="-768" r="-806" b="-199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F5E13A0-F572-7C70-0D95-5DBB40CEE365}"/>
              </a:ext>
            </a:extLst>
          </p:cNvPr>
          <p:cNvSpPr>
            <a:spLocks noGrp="1"/>
          </p:cNvSpPr>
          <p:nvPr>
            <p:ph type="title"/>
          </p:nvPr>
        </p:nvSpPr>
        <p:spPr/>
        <p:txBody>
          <a:bodyPr/>
          <a:lstStyle/>
          <a:p>
            <a:r>
              <a:rPr lang="en-US" dirty="0"/>
              <a:t>Universal Approximators</a:t>
            </a:r>
          </a:p>
        </p:txBody>
      </p:sp>
    </p:spTree>
    <p:extLst>
      <p:ext uri="{BB962C8B-B14F-4D97-AF65-F5344CB8AC3E}">
        <p14:creationId xmlns:p14="http://schemas.microsoft.com/office/powerpoint/2010/main" val="2475805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6047E0-4B66-A3BE-40DF-F93439DB85B4}"/>
              </a:ext>
            </a:extLst>
          </p:cNvPr>
          <p:cNvSpPr>
            <a:spLocks noGrp="1"/>
          </p:cNvSpPr>
          <p:nvPr>
            <p:ph idx="26"/>
          </p:nvPr>
        </p:nvSpPr>
        <p:spPr>
          <a:xfrm>
            <a:off x="423600" y="905398"/>
            <a:ext cx="5143665" cy="3650177"/>
          </a:xfrm>
        </p:spPr>
        <p:txBody>
          <a:bodyPr/>
          <a:lstStyle/>
          <a:p>
            <a:r>
              <a:rPr lang="en-US" dirty="0"/>
              <a:t>Best solutions are often </a:t>
            </a:r>
            <a:r>
              <a:rPr lang="en-US" strike="sngStrike" dirty="0"/>
              <a:t>plagiarized from</a:t>
            </a:r>
            <a:r>
              <a:rPr lang="en-US" dirty="0"/>
              <a:t> inspired by nature.</a:t>
            </a:r>
          </a:p>
          <a:p>
            <a:endParaRPr lang="en-US" dirty="0"/>
          </a:p>
          <a:p>
            <a:r>
              <a:rPr lang="en-US" dirty="0"/>
              <a:t>Brain structures are very well-adapted to learning and generalizing.</a:t>
            </a:r>
          </a:p>
          <a:p>
            <a:endParaRPr lang="en-US" dirty="0"/>
          </a:p>
          <a:p>
            <a:r>
              <a:rPr lang="en-US" dirty="0"/>
              <a:t>Mimicking the human brain has been an implicit goal for AI and ML researchers since the field of computing has started.</a:t>
            </a:r>
          </a:p>
          <a:p>
            <a:endParaRPr lang="en-US" dirty="0"/>
          </a:p>
          <a:p>
            <a:endParaRPr lang="en-US" dirty="0"/>
          </a:p>
        </p:txBody>
      </p:sp>
      <p:sp>
        <p:nvSpPr>
          <p:cNvPr id="3" name="Title 2">
            <a:extLst>
              <a:ext uri="{FF2B5EF4-FFF2-40B4-BE49-F238E27FC236}">
                <a16:creationId xmlns:a16="http://schemas.microsoft.com/office/drawing/2014/main" id="{6FC442A2-DACF-FB76-BBDC-451AFFEC882F}"/>
              </a:ext>
            </a:extLst>
          </p:cNvPr>
          <p:cNvSpPr>
            <a:spLocks noGrp="1"/>
          </p:cNvSpPr>
          <p:nvPr>
            <p:ph type="title"/>
          </p:nvPr>
        </p:nvSpPr>
        <p:spPr/>
        <p:txBody>
          <a:bodyPr>
            <a:normAutofit fontScale="90000"/>
          </a:bodyPr>
          <a:lstStyle/>
          <a:p>
            <a:r>
              <a:rPr lang="en-US" dirty="0"/>
              <a:t>Neural Networks as Universal Approximators</a:t>
            </a:r>
          </a:p>
        </p:txBody>
      </p:sp>
      <p:grpSp>
        <p:nvGrpSpPr>
          <p:cNvPr id="13" name="Group 12">
            <a:extLst>
              <a:ext uri="{FF2B5EF4-FFF2-40B4-BE49-F238E27FC236}">
                <a16:creationId xmlns:a16="http://schemas.microsoft.com/office/drawing/2014/main" id="{6C273017-B861-4CAA-9E9D-B028BA57E3E2}"/>
              </a:ext>
            </a:extLst>
          </p:cNvPr>
          <p:cNvGrpSpPr/>
          <p:nvPr/>
        </p:nvGrpSpPr>
        <p:grpSpPr>
          <a:xfrm>
            <a:off x="5685666" y="2454358"/>
            <a:ext cx="3271920" cy="2207703"/>
            <a:chOff x="5685666" y="2454358"/>
            <a:chExt cx="3271920" cy="2207703"/>
          </a:xfrm>
        </p:grpSpPr>
        <p:pic>
          <p:nvPicPr>
            <p:cNvPr id="9" name="Picture 8" descr="How did Obama give himself a Presidential Medal of Freedom ...">
              <a:extLst>
                <a:ext uri="{FF2B5EF4-FFF2-40B4-BE49-F238E27FC236}">
                  <a16:creationId xmlns:a16="http://schemas.microsoft.com/office/drawing/2014/main" id="{5C64A3E2-6794-AC08-EA3E-23EBC06704EF}"/>
                </a:ext>
              </a:extLst>
            </p:cNvPr>
            <p:cNvPicPr>
              <a:picLocks noChangeAspect="1"/>
            </p:cNvPicPr>
            <p:nvPr/>
          </p:nvPicPr>
          <p:blipFill>
            <a:blip r:embed="rId2"/>
            <a:stretch>
              <a:fillRect/>
            </a:stretch>
          </p:blipFill>
          <p:spPr>
            <a:xfrm>
              <a:off x="5685666" y="2454358"/>
              <a:ext cx="3271920" cy="2014276"/>
            </a:xfrm>
            <a:prstGeom prst="rect">
              <a:avLst/>
            </a:prstGeom>
          </p:spPr>
        </p:pic>
        <p:sp>
          <p:nvSpPr>
            <p:cNvPr id="10" name="Rectangle 9">
              <a:extLst>
                <a:ext uri="{FF2B5EF4-FFF2-40B4-BE49-F238E27FC236}">
                  <a16:creationId xmlns:a16="http://schemas.microsoft.com/office/drawing/2014/main" id="{23367EC4-2B2E-F7BA-0830-C5B6E4452A35}"/>
                </a:ext>
              </a:extLst>
            </p:cNvPr>
            <p:cNvSpPr/>
            <p:nvPr/>
          </p:nvSpPr>
          <p:spPr>
            <a:xfrm>
              <a:off x="5804452" y="3021496"/>
              <a:ext cx="1606163" cy="373711"/>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Human brain</a:t>
              </a:r>
            </a:p>
          </p:txBody>
        </p:sp>
        <p:sp>
          <p:nvSpPr>
            <p:cNvPr id="11" name="Rectangle 10">
              <a:extLst>
                <a:ext uri="{FF2B5EF4-FFF2-40B4-BE49-F238E27FC236}">
                  <a16:creationId xmlns:a16="http://schemas.microsoft.com/office/drawing/2014/main" id="{72301056-4878-25D4-9E59-E8D021B32D61}"/>
                </a:ext>
              </a:extLst>
            </p:cNvPr>
            <p:cNvSpPr/>
            <p:nvPr/>
          </p:nvSpPr>
          <p:spPr>
            <a:xfrm>
              <a:off x="7114237" y="2647785"/>
              <a:ext cx="1606163" cy="373711"/>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Human brain</a:t>
              </a:r>
            </a:p>
          </p:txBody>
        </p:sp>
        <p:sp>
          <p:nvSpPr>
            <p:cNvPr id="12" name="Rectangle 11">
              <a:extLst>
                <a:ext uri="{FF2B5EF4-FFF2-40B4-BE49-F238E27FC236}">
                  <a16:creationId xmlns:a16="http://schemas.microsoft.com/office/drawing/2014/main" id="{B51507B8-1CE7-D5FA-35AE-3CE9B061DCE9}"/>
                </a:ext>
              </a:extLst>
            </p:cNvPr>
            <p:cNvSpPr/>
            <p:nvPr/>
          </p:nvSpPr>
          <p:spPr>
            <a:xfrm>
              <a:off x="5804451" y="4138393"/>
              <a:ext cx="1606163" cy="523668"/>
            </a:xfrm>
            <a:prstGeom prst="rect">
              <a:avLst/>
            </a:prstGeom>
            <a:solidFill>
              <a:srgbClr val="FFFF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ysClr val="windowText" lastClr="000000"/>
                  </a:solidFill>
                </a:rPr>
                <a:t>Most power architecture for learning</a:t>
              </a:r>
            </a:p>
          </p:txBody>
        </p:sp>
      </p:grpSp>
    </p:spTree>
    <p:extLst>
      <p:ext uri="{BB962C8B-B14F-4D97-AF65-F5344CB8AC3E}">
        <p14:creationId xmlns:p14="http://schemas.microsoft.com/office/powerpoint/2010/main" val="324145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985A19-9DDF-339E-71A4-32776AB4B995}"/>
              </a:ext>
            </a:extLst>
          </p:cNvPr>
          <p:cNvSpPr>
            <a:spLocks noGrp="1"/>
          </p:cNvSpPr>
          <p:nvPr>
            <p:ph idx="26"/>
          </p:nvPr>
        </p:nvSpPr>
        <p:spPr>
          <a:xfrm>
            <a:off x="423601" y="824478"/>
            <a:ext cx="6171518" cy="3650177"/>
          </a:xfrm>
        </p:spPr>
        <p:txBody>
          <a:bodyPr/>
          <a:lstStyle/>
          <a:p>
            <a:r>
              <a:rPr lang="en-US" dirty="0"/>
              <a:t>The human brain is made different specialized regions.</a:t>
            </a:r>
          </a:p>
          <a:p>
            <a:endParaRPr lang="en-US" dirty="0"/>
          </a:p>
          <a:p>
            <a:r>
              <a:rPr lang="en-US" dirty="0"/>
              <a:t>Each region is constructed from a type of cells called </a:t>
            </a:r>
            <a:r>
              <a:rPr lang="en-US" i="1" dirty="0"/>
              <a:t>neuron</a:t>
            </a:r>
            <a:r>
              <a:rPr lang="en-US" dirty="0"/>
              <a:t>.</a:t>
            </a:r>
          </a:p>
          <a:p>
            <a:endParaRPr lang="en-US" dirty="0"/>
          </a:p>
          <a:p>
            <a:r>
              <a:rPr lang="en-US" dirty="0"/>
              <a:t>Neurons “fire” when excited, sending a signal through the axon to connected neurons.</a:t>
            </a:r>
          </a:p>
          <a:p>
            <a:endParaRPr lang="en-US" dirty="0"/>
          </a:p>
          <a:p>
            <a:r>
              <a:rPr lang="en-US" dirty="0"/>
              <a:t>Neurons connect to each other through synaptic terminals.</a:t>
            </a:r>
          </a:p>
        </p:txBody>
      </p:sp>
      <p:sp>
        <p:nvSpPr>
          <p:cNvPr id="3" name="Title 2">
            <a:extLst>
              <a:ext uri="{FF2B5EF4-FFF2-40B4-BE49-F238E27FC236}">
                <a16:creationId xmlns:a16="http://schemas.microsoft.com/office/drawing/2014/main" id="{D8B93007-F1E5-6206-4256-5B97BF3B4BD5}"/>
              </a:ext>
            </a:extLst>
          </p:cNvPr>
          <p:cNvSpPr>
            <a:spLocks noGrp="1"/>
          </p:cNvSpPr>
          <p:nvPr>
            <p:ph type="title"/>
          </p:nvPr>
        </p:nvSpPr>
        <p:spPr/>
        <p:txBody>
          <a:bodyPr/>
          <a:lstStyle/>
          <a:p>
            <a:r>
              <a:rPr lang="en-US" dirty="0"/>
              <a:t>Biological Neurons</a:t>
            </a:r>
          </a:p>
        </p:txBody>
      </p:sp>
      <p:pic>
        <p:nvPicPr>
          <p:cNvPr id="4" name="Picture 3" descr="Brain Anatomy and How the Brain Works | Johns Hopkins Medicine">
            <a:extLst>
              <a:ext uri="{FF2B5EF4-FFF2-40B4-BE49-F238E27FC236}">
                <a16:creationId xmlns:a16="http://schemas.microsoft.com/office/drawing/2014/main" id="{4421B912-A685-C413-66AB-A696EA130F9F}"/>
              </a:ext>
            </a:extLst>
          </p:cNvPr>
          <p:cNvPicPr>
            <a:picLocks noChangeAspect="1"/>
          </p:cNvPicPr>
          <p:nvPr/>
        </p:nvPicPr>
        <p:blipFill>
          <a:blip r:embed="rId2"/>
          <a:stretch>
            <a:fillRect/>
          </a:stretch>
        </p:blipFill>
        <p:spPr>
          <a:xfrm>
            <a:off x="6948352" y="721645"/>
            <a:ext cx="1896294" cy="1422221"/>
          </a:xfrm>
          <a:prstGeom prst="rect">
            <a:avLst/>
          </a:prstGeom>
        </p:spPr>
      </p:pic>
      <p:pic>
        <p:nvPicPr>
          <p:cNvPr id="5" name="Picture 4">
            <a:extLst>
              <a:ext uri="{FF2B5EF4-FFF2-40B4-BE49-F238E27FC236}">
                <a16:creationId xmlns:a16="http://schemas.microsoft.com/office/drawing/2014/main" id="{8F9602D4-3AF9-7E53-AD06-CD8BAB44409C}"/>
              </a:ext>
            </a:extLst>
          </p:cNvPr>
          <p:cNvPicPr>
            <a:picLocks noChangeAspect="1"/>
          </p:cNvPicPr>
          <p:nvPr/>
        </p:nvPicPr>
        <p:blipFill>
          <a:blip r:embed="rId3"/>
          <a:stretch>
            <a:fillRect/>
          </a:stretch>
        </p:blipFill>
        <p:spPr>
          <a:xfrm>
            <a:off x="6948352" y="2143866"/>
            <a:ext cx="1896875" cy="1224347"/>
          </a:xfrm>
          <a:prstGeom prst="rect">
            <a:avLst/>
          </a:prstGeom>
        </p:spPr>
      </p:pic>
      <p:pic>
        <p:nvPicPr>
          <p:cNvPr id="7" name="Picture 6" descr="BIOLOGICAL NEURAL NETWORKS">
            <a:extLst>
              <a:ext uri="{FF2B5EF4-FFF2-40B4-BE49-F238E27FC236}">
                <a16:creationId xmlns:a16="http://schemas.microsoft.com/office/drawing/2014/main" id="{FF5F9336-78B9-DC59-2966-AF420323EF4F}"/>
              </a:ext>
            </a:extLst>
          </p:cNvPr>
          <p:cNvPicPr>
            <a:picLocks noChangeAspect="1"/>
          </p:cNvPicPr>
          <p:nvPr/>
        </p:nvPicPr>
        <p:blipFill>
          <a:blip r:embed="rId4"/>
          <a:stretch>
            <a:fillRect/>
          </a:stretch>
        </p:blipFill>
        <p:spPr>
          <a:xfrm>
            <a:off x="6948352" y="3368213"/>
            <a:ext cx="2183270" cy="1304845"/>
          </a:xfrm>
          <a:prstGeom prst="rect">
            <a:avLst/>
          </a:prstGeom>
        </p:spPr>
      </p:pic>
    </p:spTree>
    <p:extLst>
      <p:ext uri="{BB962C8B-B14F-4D97-AF65-F5344CB8AC3E}">
        <p14:creationId xmlns:p14="http://schemas.microsoft.com/office/powerpoint/2010/main" val="26178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50928E-9E74-7223-4658-D153588B126B}"/>
              </a:ext>
            </a:extLst>
          </p:cNvPr>
          <p:cNvSpPr>
            <a:spLocks noGrp="1"/>
          </p:cNvSpPr>
          <p:nvPr>
            <p:ph idx="26"/>
          </p:nvPr>
        </p:nvSpPr>
        <p:spPr>
          <a:xfrm>
            <a:off x="423601" y="905398"/>
            <a:ext cx="5588782" cy="3650177"/>
          </a:xfrm>
        </p:spPr>
        <p:txBody>
          <a:bodyPr/>
          <a:lstStyle/>
          <a:p>
            <a:r>
              <a:rPr lang="en-US" dirty="0"/>
              <a:t>Voltage signal reaches a neuron.</a:t>
            </a:r>
          </a:p>
          <a:p>
            <a:endParaRPr lang="en-US" dirty="0"/>
          </a:p>
          <a:p>
            <a:r>
              <a:rPr lang="en-US" dirty="0"/>
              <a:t>Depending on the voltage value, it may </a:t>
            </a:r>
            <a:r>
              <a:rPr lang="en-US" i="1" dirty="0"/>
              <a:t>activate</a:t>
            </a:r>
            <a:r>
              <a:rPr lang="en-US" dirty="0"/>
              <a:t> the neuron or fail to activate the neuron.</a:t>
            </a:r>
          </a:p>
          <a:p>
            <a:endParaRPr lang="en-US" dirty="0"/>
          </a:p>
          <a:p>
            <a:r>
              <a:rPr lang="en-US" dirty="0"/>
              <a:t>The neuron fires, generating action potential.</a:t>
            </a:r>
          </a:p>
          <a:p>
            <a:endParaRPr lang="en-US" dirty="0"/>
          </a:p>
          <a:p>
            <a:r>
              <a:rPr lang="en-US" dirty="0"/>
              <a:t>The neuronal response is a function of time. The response differs based on the neuron type.</a:t>
            </a:r>
          </a:p>
        </p:txBody>
      </p:sp>
      <p:sp>
        <p:nvSpPr>
          <p:cNvPr id="3" name="Title 2">
            <a:extLst>
              <a:ext uri="{FF2B5EF4-FFF2-40B4-BE49-F238E27FC236}">
                <a16:creationId xmlns:a16="http://schemas.microsoft.com/office/drawing/2014/main" id="{2D7398F8-5D94-9BC8-4F64-03EE32F1E1AB}"/>
              </a:ext>
            </a:extLst>
          </p:cNvPr>
          <p:cNvSpPr>
            <a:spLocks noGrp="1"/>
          </p:cNvSpPr>
          <p:nvPr>
            <p:ph type="title"/>
          </p:nvPr>
        </p:nvSpPr>
        <p:spPr/>
        <p:txBody>
          <a:bodyPr/>
          <a:lstStyle/>
          <a:p>
            <a:r>
              <a:rPr lang="en-US" dirty="0"/>
              <a:t>Neuronal Activation</a:t>
            </a:r>
          </a:p>
        </p:txBody>
      </p:sp>
      <p:pic>
        <p:nvPicPr>
          <p:cNvPr id="4" name="Picture 3" descr="Activation Functions — The Science of Machine Learning &amp; AI">
            <a:extLst>
              <a:ext uri="{FF2B5EF4-FFF2-40B4-BE49-F238E27FC236}">
                <a16:creationId xmlns:a16="http://schemas.microsoft.com/office/drawing/2014/main" id="{81B5ABFB-0D34-011B-D9A9-6D2E6F5BC997}"/>
              </a:ext>
            </a:extLst>
          </p:cNvPr>
          <p:cNvPicPr>
            <a:picLocks noChangeAspect="1"/>
          </p:cNvPicPr>
          <p:nvPr/>
        </p:nvPicPr>
        <p:blipFill>
          <a:blip r:embed="rId2"/>
          <a:stretch>
            <a:fillRect/>
          </a:stretch>
        </p:blipFill>
        <p:spPr>
          <a:xfrm>
            <a:off x="6134607" y="1959275"/>
            <a:ext cx="2793258" cy="2770173"/>
          </a:xfrm>
          <a:prstGeom prst="rect">
            <a:avLst/>
          </a:prstGeom>
        </p:spPr>
      </p:pic>
      <p:pic>
        <p:nvPicPr>
          <p:cNvPr id="5" name="Picture 4" descr="Where Did The Image Of The 'Neuron Activation' Monkey Come From? The Origin  Of The 'Monkey Sees Action' Meme Explained">
            <a:extLst>
              <a:ext uri="{FF2B5EF4-FFF2-40B4-BE49-F238E27FC236}">
                <a16:creationId xmlns:a16="http://schemas.microsoft.com/office/drawing/2014/main" id="{4FA56CDA-388E-9F00-FE39-686AF255213D}"/>
              </a:ext>
            </a:extLst>
          </p:cNvPr>
          <p:cNvPicPr>
            <a:picLocks noChangeAspect="1"/>
          </p:cNvPicPr>
          <p:nvPr/>
        </p:nvPicPr>
        <p:blipFill>
          <a:blip r:embed="rId3"/>
          <a:stretch>
            <a:fillRect/>
          </a:stretch>
        </p:blipFill>
        <p:spPr>
          <a:xfrm>
            <a:off x="6514546" y="703391"/>
            <a:ext cx="2033380" cy="1143776"/>
          </a:xfrm>
          <a:prstGeom prst="rect">
            <a:avLst/>
          </a:prstGeom>
        </p:spPr>
      </p:pic>
    </p:spTree>
    <p:extLst>
      <p:ext uri="{BB962C8B-B14F-4D97-AF65-F5344CB8AC3E}">
        <p14:creationId xmlns:p14="http://schemas.microsoft.com/office/powerpoint/2010/main" val="242309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F5975FD-6377-39AD-D72E-9F63B90B6F79}"/>
              </a:ext>
            </a:extLst>
          </p:cNvPr>
          <p:cNvGrpSpPr/>
          <p:nvPr/>
        </p:nvGrpSpPr>
        <p:grpSpPr>
          <a:xfrm>
            <a:off x="403189" y="1608814"/>
            <a:ext cx="8070574" cy="2631882"/>
            <a:chOff x="403189" y="1608814"/>
            <a:chExt cx="8070574" cy="2631882"/>
          </a:xfrm>
        </p:grpSpPr>
        <p:cxnSp>
          <p:nvCxnSpPr>
            <p:cNvPr id="6" name="Straight Connector 5">
              <a:extLst>
                <a:ext uri="{FF2B5EF4-FFF2-40B4-BE49-F238E27FC236}">
                  <a16:creationId xmlns:a16="http://schemas.microsoft.com/office/drawing/2014/main" id="{8B66C5EF-52D7-5FB9-5FFE-5FE5A2A76D11}"/>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F2AB3AD-9945-A201-26D9-22FE27E77461}"/>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BD9F8159-4335-3720-11CD-EE5D08D33E5A}"/>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E97ACC4-5DBE-0836-38AC-BB6C039EDFE3}"/>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240A9A-EDC9-A416-F310-848ADA8E1CE6}"/>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1EA651F-4FC7-B67D-16B0-D5B4667DEE45}"/>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
        <p:nvSpPr>
          <p:cNvPr id="2" name="Content Placeholder 1">
            <a:extLst>
              <a:ext uri="{FF2B5EF4-FFF2-40B4-BE49-F238E27FC236}">
                <a16:creationId xmlns:a16="http://schemas.microsoft.com/office/drawing/2014/main" id="{89127701-610A-3BA0-E3AE-709D8DA6EB05}"/>
              </a:ext>
            </a:extLst>
          </p:cNvPr>
          <p:cNvSpPr>
            <a:spLocks noGrp="1"/>
          </p:cNvSpPr>
          <p:nvPr>
            <p:ph idx="26"/>
          </p:nvPr>
        </p:nvSpPr>
        <p:spPr>
          <a:xfrm>
            <a:off x="403189" y="746661"/>
            <a:ext cx="8318119" cy="3650177"/>
          </a:xfrm>
        </p:spPr>
        <p:txBody>
          <a:bodyPr/>
          <a:lstStyle/>
          <a:p>
            <a:r>
              <a:rPr lang="en-US" dirty="0"/>
              <a:t>An arbitrary neuron (called a perceptron) is modeled the following way:</a:t>
            </a:r>
          </a:p>
        </p:txBody>
      </p:sp>
      <p:sp>
        <p:nvSpPr>
          <p:cNvPr id="3" name="Title 2">
            <a:extLst>
              <a:ext uri="{FF2B5EF4-FFF2-40B4-BE49-F238E27FC236}">
                <a16:creationId xmlns:a16="http://schemas.microsoft.com/office/drawing/2014/main" id="{68E07736-D147-70AF-52C4-2FBFC1FDC643}"/>
              </a:ext>
            </a:extLst>
          </p:cNvPr>
          <p:cNvSpPr>
            <a:spLocks noGrp="1"/>
          </p:cNvSpPr>
          <p:nvPr>
            <p:ph type="title"/>
          </p:nvPr>
        </p:nvSpPr>
        <p:spPr/>
        <p:txBody>
          <a:bodyPr/>
          <a:lstStyle/>
          <a:p>
            <a:r>
              <a:rPr lang="en-US" dirty="0"/>
              <a:t>Artificial Neurons</a:t>
            </a:r>
          </a:p>
        </p:txBody>
      </p:sp>
    </p:spTree>
    <p:extLst>
      <p:ext uri="{BB962C8B-B14F-4D97-AF65-F5344CB8AC3E}">
        <p14:creationId xmlns:p14="http://schemas.microsoft.com/office/powerpoint/2010/main" val="2487139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243635-9B7A-2FA6-733C-B7F0335A1D2E}"/>
              </a:ext>
            </a:extLst>
          </p:cNvPr>
          <p:cNvSpPr>
            <a:spLocks noGrp="1"/>
          </p:cNvSpPr>
          <p:nvPr>
            <p:ph idx="26"/>
          </p:nvPr>
        </p:nvSpPr>
        <p:spPr>
          <a:xfrm>
            <a:off x="423600" y="905398"/>
            <a:ext cx="8318119" cy="1066525"/>
          </a:xfrm>
        </p:spPr>
        <p:txBody>
          <a:bodyPr/>
          <a:lstStyle/>
          <a:p>
            <a:r>
              <a:rPr lang="en-US" dirty="0"/>
              <a:t>If the activation function is removed, the dynamics of a single neuron turns into a multivariate linear regression model.</a:t>
            </a:r>
          </a:p>
          <a:p>
            <a:r>
              <a:rPr lang="en-US" dirty="0"/>
              <a:t>There are two commonly used neuronal activation functions:</a:t>
            </a:r>
          </a:p>
        </p:txBody>
      </p:sp>
      <p:sp>
        <p:nvSpPr>
          <p:cNvPr id="3" name="Title 2">
            <a:extLst>
              <a:ext uri="{FF2B5EF4-FFF2-40B4-BE49-F238E27FC236}">
                <a16:creationId xmlns:a16="http://schemas.microsoft.com/office/drawing/2014/main" id="{C1321A57-B693-65E9-9E8F-B6293887B273}"/>
              </a:ext>
            </a:extLst>
          </p:cNvPr>
          <p:cNvSpPr>
            <a:spLocks noGrp="1"/>
          </p:cNvSpPr>
          <p:nvPr>
            <p:ph type="title"/>
          </p:nvPr>
        </p:nvSpPr>
        <p:spPr/>
        <p:txBody>
          <a:bodyPr/>
          <a:lstStyle/>
          <a:p>
            <a:r>
              <a:rPr lang="en-US" dirty="0"/>
              <a:t>Activation Functions</a:t>
            </a:r>
          </a:p>
        </p:txBody>
      </p:sp>
      <p:grpSp>
        <p:nvGrpSpPr>
          <p:cNvPr id="4" name="Group 3">
            <a:extLst>
              <a:ext uri="{FF2B5EF4-FFF2-40B4-BE49-F238E27FC236}">
                <a16:creationId xmlns:a16="http://schemas.microsoft.com/office/drawing/2014/main" id="{C11E886E-4C6A-290E-1DB2-89831295AF64}"/>
              </a:ext>
            </a:extLst>
          </p:cNvPr>
          <p:cNvGrpSpPr/>
          <p:nvPr/>
        </p:nvGrpSpPr>
        <p:grpSpPr>
          <a:xfrm>
            <a:off x="403189" y="2634532"/>
            <a:ext cx="8070574" cy="1606164"/>
            <a:chOff x="403189" y="2634532"/>
            <a:chExt cx="8070574" cy="1606164"/>
          </a:xfrm>
        </p:grpSpPr>
        <p:cxnSp>
          <p:nvCxnSpPr>
            <p:cNvPr id="7" name="Straight Connector 6">
              <a:extLst>
                <a:ext uri="{FF2B5EF4-FFF2-40B4-BE49-F238E27FC236}">
                  <a16:creationId xmlns:a16="http://schemas.microsoft.com/office/drawing/2014/main" id="{29A5EAE7-F32F-60EE-F871-0D25F41B84D9}"/>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767405A-A15C-0C5D-DFE7-5278812A9729}"/>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BDA46A6-2617-4065-46DD-3B09AA53E4B1}"/>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BD00907-48D2-35A3-3149-F62D385CF176}"/>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15246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DF0281-B575-1722-8A5E-1947BD2258FA}"/>
              </a:ext>
            </a:extLst>
          </p:cNvPr>
          <p:cNvSpPr>
            <a:spLocks noGrp="1"/>
          </p:cNvSpPr>
          <p:nvPr>
            <p:ph idx="26"/>
          </p:nvPr>
        </p:nvSpPr>
        <p:spPr>
          <a:xfrm>
            <a:off x="419625" y="738414"/>
            <a:ext cx="4943530" cy="3650177"/>
          </a:xfrm>
        </p:spPr>
        <p:txBody>
          <a:bodyPr/>
          <a:lstStyle/>
          <a:p>
            <a:r>
              <a:rPr lang="en-US" dirty="0"/>
              <a:t>Inputs feed to each neuron. Connection weights are implied with each line connection.</a:t>
            </a:r>
          </a:p>
          <a:p>
            <a:endParaRPr lang="en-US" dirty="0"/>
          </a:p>
          <a:p>
            <a:r>
              <a:rPr lang="en-US" dirty="0"/>
              <a:t>For brevity, biases are not shown (every neuron may have a bias).</a:t>
            </a:r>
          </a:p>
          <a:p>
            <a:endParaRPr lang="en-US" dirty="0"/>
          </a:p>
          <a:p>
            <a:r>
              <a:rPr lang="en-US" dirty="0"/>
              <a:t>Each neuron produces an output.</a:t>
            </a:r>
          </a:p>
          <a:p>
            <a:endParaRPr lang="en-US" dirty="0"/>
          </a:p>
          <a:p>
            <a:r>
              <a:rPr lang="en-US" dirty="0"/>
              <a:t>The outputs can be used for regression or classification (</a:t>
            </a:r>
            <a:r>
              <a:rPr lang="en-US" dirty="0" err="1"/>
              <a:t>softmax</a:t>
            </a:r>
            <a:r>
              <a:rPr lang="en-US" dirty="0"/>
              <a:t> needed).</a:t>
            </a:r>
          </a:p>
        </p:txBody>
      </p:sp>
      <p:sp>
        <p:nvSpPr>
          <p:cNvPr id="3" name="Title 2">
            <a:extLst>
              <a:ext uri="{FF2B5EF4-FFF2-40B4-BE49-F238E27FC236}">
                <a16:creationId xmlns:a16="http://schemas.microsoft.com/office/drawing/2014/main" id="{B21FF226-32EE-C590-21A4-F95343CC881B}"/>
              </a:ext>
            </a:extLst>
          </p:cNvPr>
          <p:cNvSpPr>
            <a:spLocks noGrp="1"/>
          </p:cNvSpPr>
          <p:nvPr>
            <p:ph type="title"/>
          </p:nvPr>
        </p:nvSpPr>
        <p:spPr/>
        <p:txBody>
          <a:bodyPr/>
          <a:lstStyle/>
          <a:p>
            <a:r>
              <a:rPr lang="en-US" dirty="0"/>
              <a:t>Single-Layer Perceptron Example</a:t>
            </a:r>
          </a:p>
        </p:txBody>
      </p:sp>
      <p:sp>
        <p:nvSpPr>
          <p:cNvPr id="4" name="Oval 3">
            <a:extLst>
              <a:ext uri="{FF2B5EF4-FFF2-40B4-BE49-F238E27FC236}">
                <a16:creationId xmlns:a16="http://schemas.microsoft.com/office/drawing/2014/main" id="{8709F955-5633-CB6B-D9FF-DB5466573886}"/>
              </a:ext>
            </a:extLst>
          </p:cNvPr>
          <p:cNvSpPr/>
          <p:nvPr/>
        </p:nvSpPr>
        <p:spPr>
          <a:xfrm>
            <a:off x="6893781" y="1381942"/>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2D1BB16-D954-DE0C-D8E5-B62DE28FE087}"/>
              </a:ext>
            </a:extLst>
          </p:cNvPr>
          <p:cNvSpPr/>
          <p:nvPr/>
        </p:nvSpPr>
        <p:spPr>
          <a:xfrm>
            <a:off x="6893781" y="2403187"/>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E8DFBB9-DDDF-FB01-A706-5ED42F8F8251}"/>
              </a:ext>
            </a:extLst>
          </p:cNvPr>
          <p:cNvSpPr/>
          <p:nvPr/>
        </p:nvSpPr>
        <p:spPr>
          <a:xfrm>
            <a:off x="6893781" y="3427604"/>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6D3731B-84EB-32C4-6761-40620F8921CA}"/>
              </a:ext>
            </a:extLst>
          </p:cNvPr>
          <p:cNvCxnSpPr>
            <a:cxnSpLocks/>
            <a:endCxn id="4" idx="2"/>
          </p:cNvCxnSpPr>
          <p:nvPr/>
        </p:nvCxnSpPr>
        <p:spPr>
          <a:xfrm>
            <a:off x="5899868" y="1612530"/>
            <a:ext cx="993913"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1E5C29F-CA6B-072A-975C-06AADF55AD87}"/>
              </a:ext>
            </a:extLst>
          </p:cNvPr>
          <p:cNvCxnSpPr>
            <a:cxnSpLocks/>
            <a:endCxn id="5" idx="2"/>
          </p:cNvCxnSpPr>
          <p:nvPr/>
        </p:nvCxnSpPr>
        <p:spPr>
          <a:xfrm>
            <a:off x="5899868" y="1612530"/>
            <a:ext cx="993913" cy="10212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FF40023-5272-CDA0-7997-AF48BBA45DD2}"/>
              </a:ext>
            </a:extLst>
          </p:cNvPr>
          <p:cNvCxnSpPr>
            <a:cxnSpLocks/>
            <a:endCxn id="6" idx="2"/>
          </p:cNvCxnSpPr>
          <p:nvPr/>
        </p:nvCxnSpPr>
        <p:spPr>
          <a:xfrm>
            <a:off x="5899868" y="1612530"/>
            <a:ext cx="993913" cy="204566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8710FAA-B0C2-F41A-5BFB-64F1FBAFF4EB}"/>
              </a:ext>
            </a:extLst>
          </p:cNvPr>
          <p:cNvCxnSpPr>
            <a:cxnSpLocks/>
            <a:endCxn id="4" idx="2"/>
          </p:cNvCxnSpPr>
          <p:nvPr/>
        </p:nvCxnSpPr>
        <p:spPr>
          <a:xfrm flipV="1">
            <a:off x="5971430" y="1612530"/>
            <a:ext cx="922351" cy="70130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56284D4D-5373-14E5-5A57-56F7F1DE1841}"/>
              </a:ext>
            </a:extLst>
          </p:cNvPr>
          <p:cNvCxnSpPr>
            <a:cxnSpLocks/>
            <a:endCxn id="5" idx="2"/>
          </p:cNvCxnSpPr>
          <p:nvPr/>
        </p:nvCxnSpPr>
        <p:spPr>
          <a:xfrm>
            <a:off x="5971430" y="2313830"/>
            <a:ext cx="922351" cy="3199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CEFA79D-07DD-E272-9CCA-EAF4043A1146}"/>
              </a:ext>
            </a:extLst>
          </p:cNvPr>
          <p:cNvCxnSpPr>
            <a:cxnSpLocks/>
            <a:endCxn id="6" idx="2"/>
          </p:cNvCxnSpPr>
          <p:nvPr/>
        </p:nvCxnSpPr>
        <p:spPr>
          <a:xfrm>
            <a:off x="5971430" y="2313830"/>
            <a:ext cx="922351" cy="134436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AA67575-5F23-FDFE-4B4E-0978F9B21D0F}"/>
              </a:ext>
            </a:extLst>
          </p:cNvPr>
          <p:cNvCxnSpPr>
            <a:cxnSpLocks/>
            <a:endCxn id="5" idx="2"/>
          </p:cNvCxnSpPr>
          <p:nvPr/>
        </p:nvCxnSpPr>
        <p:spPr>
          <a:xfrm flipV="1">
            <a:off x="5971430" y="2633775"/>
            <a:ext cx="922351" cy="23058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FFF3170-3BB2-7EA2-40D9-AAE84155A83E}"/>
              </a:ext>
            </a:extLst>
          </p:cNvPr>
          <p:cNvCxnSpPr>
            <a:cxnSpLocks/>
            <a:endCxn id="4" idx="2"/>
          </p:cNvCxnSpPr>
          <p:nvPr/>
        </p:nvCxnSpPr>
        <p:spPr>
          <a:xfrm flipV="1">
            <a:off x="5971430" y="1612530"/>
            <a:ext cx="922351" cy="125183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87AF3FDF-D92A-024A-DE51-A605BF9E33B5}"/>
              </a:ext>
            </a:extLst>
          </p:cNvPr>
          <p:cNvCxnSpPr>
            <a:cxnSpLocks/>
            <a:endCxn id="6" idx="2"/>
          </p:cNvCxnSpPr>
          <p:nvPr/>
        </p:nvCxnSpPr>
        <p:spPr>
          <a:xfrm>
            <a:off x="5971430" y="2864362"/>
            <a:ext cx="922351" cy="79383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FA3AFBE6-CDFA-608D-81C0-9570184E8A69}"/>
              </a:ext>
            </a:extLst>
          </p:cNvPr>
          <p:cNvCxnSpPr>
            <a:cxnSpLocks/>
            <a:endCxn id="4" idx="2"/>
          </p:cNvCxnSpPr>
          <p:nvPr/>
        </p:nvCxnSpPr>
        <p:spPr>
          <a:xfrm flipV="1">
            <a:off x="5971430" y="1612530"/>
            <a:ext cx="922351" cy="190194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9399618-E796-D067-E6C8-EFDB5AC42C25}"/>
              </a:ext>
            </a:extLst>
          </p:cNvPr>
          <p:cNvCxnSpPr>
            <a:cxnSpLocks/>
            <a:endCxn id="5" idx="2"/>
          </p:cNvCxnSpPr>
          <p:nvPr/>
        </p:nvCxnSpPr>
        <p:spPr>
          <a:xfrm flipV="1">
            <a:off x="5971430" y="2633775"/>
            <a:ext cx="922351" cy="89719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DA69DB03-04E2-BCFC-7974-65CD581EF69C}"/>
              </a:ext>
            </a:extLst>
          </p:cNvPr>
          <p:cNvCxnSpPr>
            <a:cxnSpLocks/>
            <a:endCxn id="6" idx="2"/>
          </p:cNvCxnSpPr>
          <p:nvPr/>
        </p:nvCxnSpPr>
        <p:spPr>
          <a:xfrm>
            <a:off x="5971430" y="3514477"/>
            <a:ext cx="922351" cy="14371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B03DBBD8-243A-1412-2FD5-4C10D867E25D}"/>
              </a:ext>
            </a:extLst>
          </p:cNvPr>
          <p:cNvCxnSpPr>
            <a:cxnSpLocks/>
            <a:stCxn id="4" idx="6"/>
          </p:cNvCxnSpPr>
          <p:nvPr/>
        </p:nvCxnSpPr>
        <p:spPr>
          <a:xfrm>
            <a:off x="7350981" y="1612530"/>
            <a:ext cx="608275"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FD597B63-3005-5669-5A74-B2EA53198C70}"/>
              </a:ext>
            </a:extLst>
          </p:cNvPr>
          <p:cNvCxnSpPr>
            <a:cxnSpLocks/>
            <a:stCxn id="5" idx="6"/>
          </p:cNvCxnSpPr>
          <p:nvPr/>
        </p:nvCxnSpPr>
        <p:spPr>
          <a:xfrm>
            <a:off x="7350981" y="2633775"/>
            <a:ext cx="663934"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7EEC89CB-CEA9-2E02-9E6F-CB21CE2DBC3C}"/>
              </a:ext>
            </a:extLst>
          </p:cNvPr>
          <p:cNvCxnSpPr>
            <a:cxnSpLocks/>
            <a:stCxn id="6" idx="6"/>
          </p:cNvCxnSpPr>
          <p:nvPr/>
        </p:nvCxnSpPr>
        <p:spPr>
          <a:xfrm>
            <a:off x="7350981" y="3658192"/>
            <a:ext cx="608275"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90001334-98F7-201C-B08D-75FB45857583}"/>
                  </a:ext>
                </a:extLst>
              </p:cNvPr>
              <p:cNvSpPr/>
              <p:nvPr/>
            </p:nvSpPr>
            <p:spPr>
              <a:xfrm>
                <a:off x="8034793" y="1381942"/>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xmlns="">
          <p:sp>
            <p:nvSpPr>
              <p:cNvPr id="54" name="Rectangle 53">
                <a:extLst>
                  <a:ext uri="{FF2B5EF4-FFF2-40B4-BE49-F238E27FC236}">
                    <a16:creationId xmlns:a16="http://schemas.microsoft.com/office/drawing/2014/main" id="{90001334-98F7-201C-B08D-75FB45857583}"/>
                  </a:ext>
                </a:extLst>
              </p:cNvPr>
              <p:cNvSpPr>
                <a:spLocks noRot="1" noChangeAspect="1" noMove="1" noResize="1" noEditPoints="1" noAdjustHandles="1" noChangeArrowheads="1" noChangeShapeType="1" noTextEdit="1"/>
              </p:cNvSpPr>
              <p:nvPr/>
            </p:nvSpPr>
            <p:spPr>
              <a:xfrm>
                <a:off x="8034793" y="1381942"/>
                <a:ext cx="381663" cy="373711"/>
              </a:xfrm>
              <a:prstGeom prst="rect">
                <a:avLst/>
              </a:prstGeom>
              <a:blipFill>
                <a:blip r:embed="rId2"/>
                <a:stretch>
                  <a:fillRect l="-9524" b="-655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19B99CF8-4C6D-E227-4C1E-C12D1A8D0680}"/>
                  </a:ext>
                </a:extLst>
              </p:cNvPr>
              <p:cNvSpPr/>
              <p:nvPr/>
            </p:nvSpPr>
            <p:spPr>
              <a:xfrm>
                <a:off x="8034793" y="2384894"/>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xmlns="">
          <p:sp>
            <p:nvSpPr>
              <p:cNvPr id="55" name="Rectangle 54">
                <a:extLst>
                  <a:ext uri="{FF2B5EF4-FFF2-40B4-BE49-F238E27FC236}">
                    <a16:creationId xmlns:a16="http://schemas.microsoft.com/office/drawing/2014/main" id="{19B99CF8-4C6D-E227-4C1E-C12D1A8D0680}"/>
                  </a:ext>
                </a:extLst>
              </p:cNvPr>
              <p:cNvSpPr>
                <a:spLocks noRot="1" noChangeAspect="1" noMove="1" noResize="1" noEditPoints="1" noAdjustHandles="1" noChangeArrowheads="1" noChangeShapeType="1" noTextEdit="1"/>
              </p:cNvSpPr>
              <p:nvPr/>
            </p:nvSpPr>
            <p:spPr>
              <a:xfrm>
                <a:off x="8034793" y="2384894"/>
                <a:ext cx="381663" cy="373711"/>
              </a:xfrm>
              <a:prstGeom prst="rect">
                <a:avLst/>
              </a:prstGeom>
              <a:blipFill>
                <a:blip r:embed="rId3"/>
                <a:stretch>
                  <a:fillRect l="-9524" b="-483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0370B8A7-D8CF-7801-C430-98F4FB829727}"/>
                  </a:ext>
                </a:extLst>
              </p:cNvPr>
              <p:cNvSpPr/>
              <p:nvPr/>
            </p:nvSpPr>
            <p:spPr>
              <a:xfrm>
                <a:off x="8004867" y="3434278"/>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3</m:t>
                          </m:r>
                        </m:sub>
                      </m:sSub>
                    </m:oMath>
                  </m:oMathPara>
                </a14:m>
                <a:endParaRPr lang="en-US" dirty="0">
                  <a:solidFill>
                    <a:sysClr val="windowText" lastClr="000000"/>
                  </a:solidFill>
                </a:endParaRPr>
              </a:p>
            </p:txBody>
          </p:sp>
        </mc:Choice>
        <mc:Fallback xmlns="">
          <p:sp>
            <p:nvSpPr>
              <p:cNvPr id="56" name="Rectangle 55">
                <a:extLst>
                  <a:ext uri="{FF2B5EF4-FFF2-40B4-BE49-F238E27FC236}">
                    <a16:creationId xmlns:a16="http://schemas.microsoft.com/office/drawing/2014/main" id="{0370B8A7-D8CF-7801-C430-98F4FB829727}"/>
                  </a:ext>
                </a:extLst>
              </p:cNvPr>
              <p:cNvSpPr>
                <a:spLocks noRot="1" noChangeAspect="1" noMove="1" noResize="1" noEditPoints="1" noAdjustHandles="1" noChangeArrowheads="1" noChangeShapeType="1" noTextEdit="1"/>
              </p:cNvSpPr>
              <p:nvPr/>
            </p:nvSpPr>
            <p:spPr>
              <a:xfrm>
                <a:off x="8004867" y="3434278"/>
                <a:ext cx="381663" cy="373711"/>
              </a:xfrm>
              <a:prstGeom prst="rect">
                <a:avLst/>
              </a:prstGeom>
              <a:blipFill>
                <a:blip r:embed="rId4"/>
                <a:stretch>
                  <a:fillRect l="-9524" b="-6452"/>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7" name="Rectangle 56">
                <a:extLst>
                  <a:ext uri="{FF2B5EF4-FFF2-40B4-BE49-F238E27FC236}">
                    <a16:creationId xmlns:a16="http://schemas.microsoft.com/office/drawing/2014/main" id="{7782218A-4EF5-7F51-7530-6C67CB549AB3}"/>
                  </a:ext>
                </a:extLst>
              </p:cNvPr>
              <p:cNvSpPr/>
              <p:nvPr/>
            </p:nvSpPr>
            <p:spPr>
              <a:xfrm>
                <a:off x="5589767" y="1376877"/>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p:sp>
            <p:nvSpPr>
              <p:cNvPr id="57" name="Rectangle 56">
                <a:extLst>
                  <a:ext uri="{FF2B5EF4-FFF2-40B4-BE49-F238E27FC236}">
                    <a16:creationId xmlns:a16="http://schemas.microsoft.com/office/drawing/2014/main" id="{7782218A-4EF5-7F51-7530-6C67CB549AB3}"/>
                  </a:ext>
                </a:extLst>
              </p:cNvPr>
              <p:cNvSpPr>
                <a:spLocks noRot="1" noChangeAspect="1" noMove="1" noResize="1" noEditPoints="1" noAdjustHandles="1" noChangeArrowheads="1" noChangeShapeType="1" noTextEdit="1"/>
              </p:cNvSpPr>
              <p:nvPr/>
            </p:nvSpPr>
            <p:spPr>
              <a:xfrm>
                <a:off x="5589767" y="1376877"/>
                <a:ext cx="381663" cy="373711"/>
              </a:xfrm>
              <a:prstGeom prst="rect">
                <a:avLst/>
              </a:prstGeom>
              <a:blipFill>
                <a:blip r:embed="rId5"/>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8" name="Rectangle 57">
                <a:extLst>
                  <a:ext uri="{FF2B5EF4-FFF2-40B4-BE49-F238E27FC236}">
                    <a16:creationId xmlns:a16="http://schemas.microsoft.com/office/drawing/2014/main" id="{2D5A96B9-6F66-8574-E447-841BDCC97B3B}"/>
                  </a:ext>
                </a:extLst>
              </p:cNvPr>
              <p:cNvSpPr/>
              <p:nvPr/>
            </p:nvSpPr>
            <p:spPr>
              <a:xfrm>
                <a:off x="5589766" y="2067208"/>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p:sp>
            <p:nvSpPr>
              <p:cNvPr id="58" name="Rectangle 57">
                <a:extLst>
                  <a:ext uri="{FF2B5EF4-FFF2-40B4-BE49-F238E27FC236}">
                    <a16:creationId xmlns:a16="http://schemas.microsoft.com/office/drawing/2014/main" id="{2D5A96B9-6F66-8574-E447-841BDCC97B3B}"/>
                  </a:ext>
                </a:extLst>
              </p:cNvPr>
              <p:cNvSpPr>
                <a:spLocks noRot="1" noChangeAspect="1" noMove="1" noResize="1" noEditPoints="1" noAdjustHandles="1" noChangeArrowheads="1" noChangeShapeType="1" noTextEdit="1"/>
              </p:cNvSpPr>
              <p:nvPr/>
            </p:nvSpPr>
            <p:spPr>
              <a:xfrm>
                <a:off x="5589766" y="2067208"/>
                <a:ext cx="381663" cy="373711"/>
              </a:xfrm>
              <a:prstGeom prst="rect">
                <a:avLst/>
              </a:prstGeom>
              <a:blipFill>
                <a:blip r:embed="rId6"/>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9" name="Rectangle 58">
                <a:extLst>
                  <a:ext uri="{FF2B5EF4-FFF2-40B4-BE49-F238E27FC236}">
                    <a16:creationId xmlns:a16="http://schemas.microsoft.com/office/drawing/2014/main" id="{7646B379-B60F-09E7-B226-6AC6477031FC}"/>
                  </a:ext>
                </a:extLst>
              </p:cNvPr>
              <p:cNvSpPr/>
              <p:nvPr/>
            </p:nvSpPr>
            <p:spPr>
              <a:xfrm>
                <a:off x="5589766" y="2611021"/>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3</m:t>
                          </m:r>
                        </m:sub>
                      </m:sSub>
                    </m:oMath>
                  </m:oMathPara>
                </a14:m>
                <a:endParaRPr lang="en-US" dirty="0">
                  <a:solidFill>
                    <a:sysClr val="windowText" lastClr="000000"/>
                  </a:solidFill>
                </a:endParaRPr>
              </a:p>
            </p:txBody>
          </p:sp>
        </mc:Choice>
        <mc:Fallback>
          <p:sp>
            <p:nvSpPr>
              <p:cNvPr id="59" name="Rectangle 58">
                <a:extLst>
                  <a:ext uri="{FF2B5EF4-FFF2-40B4-BE49-F238E27FC236}">
                    <a16:creationId xmlns:a16="http://schemas.microsoft.com/office/drawing/2014/main" id="{7646B379-B60F-09E7-B226-6AC6477031FC}"/>
                  </a:ext>
                </a:extLst>
              </p:cNvPr>
              <p:cNvSpPr>
                <a:spLocks noRot="1" noChangeAspect="1" noMove="1" noResize="1" noEditPoints="1" noAdjustHandles="1" noChangeArrowheads="1" noChangeShapeType="1" noTextEdit="1"/>
              </p:cNvSpPr>
              <p:nvPr/>
            </p:nvSpPr>
            <p:spPr>
              <a:xfrm>
                <a:off x="5589766" y="2611021"/>
                <a:ext cx="381663" cy="373711"/>
              </a:xfrm>
              <a:prstGeom prst="rect">
                <a:avLst/>
              </a:prstGeom>
              <a:blipFill>
                <a:blip r:embed="rId7"/>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0" name="Rectangle 59">
                <a:extLst>
                  <a:ext uri="{FF2B5EF4-FFF2-40B4-BE49-F238E27FC236}">
                    <a16:creationId xmlns:a16="http://schemas.microsoft.com/office/drawing/2014/main" id="{C87CD2AD-826B-EC1E-D3FD-9148D59E5BAF}"/>
                  </a:ext>
                </a:extLst>
              </p:cNvPr>
              <p:cNvSpPr/>
              <p:nvPr/>
            </p:nvSpPr>
            <p:spPr>
              <a:xfrm>
                <a:off x="5591646" y="3267454"/>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4</m:t>
                          </m:r>
                        </m:sub>
                      </m:sSub>
                    </m:oMath>
                  </m:oMathPara>
                </a14:m>
                <a:endParaRPr lang="en-US" dirty="0">
                  <a:solidFill>
                    <a:sysClr val="windowText" lastClr="000000"/>
                  </a:solidFill>
                </a:endParaRPr>
              </a:p>
            </p:txBody>
          </p:sp>
        </mc:Choice>
        <mc:Fallback>
          <p:sp>
            <p:nvSpPr>
              <p:cNvPr id="60" name="Rectangle 59">
                <a:extLst>
                  <a:ext uri="{FF2B5EF4-FFF2-40B4-BE49-F238E27FC236}">
                    <a16:creationId xmlns:a16="http://schemas.microsoft.com/office/drawing/2014/main" id="{C87CD2AD-826B-EC1E-D3FD-9148D59E5BAF}"/>
                  </a:ext>
                </a:extLst>
              </p:cNvPr>
              <p:cNvSpPr>
                <a:spLocks noRot="1" noChangeAspect="1" noMove="1" noResize="1" noEditPoints="1" noAdjustHandles="1" noChangeArrowheads="1" noChangeShapeType="1" noTextEdit="1"/>
              </p:cNvSpPr>
              <p:nvPr/>
            </p:nvSpPr>
            <p:spPr>
              <a:xfrm>
                <a:off x="5591646" y="3267454"/>
                <a:ext cx="381663" cy="373711"/>
              </a:xfrm>
              <a:prstGeom prst="rect">
                <a:avLst/>
              </a:prstGeom>
              <a:blipFill>
                <a:blip r:embed="rId8"/>
                <a:stretch>
                  <a:fillRect l="-3226"/>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26508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213B4B-A41D-9F89-0906-4D98A41A5864}"/>
              </a:ext>
            </a:extLst>
          </p:cNvPr>
          <p:cNvSpPr>
            <a:spLocks noGrp="1"/>
          </p:cNvSpPr>
          <p:nvPr>
            <p:ph idx="26"/>
          </p:nvPr>
        </p:nvSpPr>
        <p:spPr>
          <a:xfrm>
            <a:off x="403189" y="746661"/>
            <a:ext cx="3541496" cy="3650177"/>
          </a:xfrm>
        </p:spPr>
        <p:txBody>
          <a:bodyPr/>
          <a:lstStyle/>
          <a:p>
            <a:r>
              <a:rPr lang="en-US" sz="1800" dirty="0"/>
              <a:t>The structure of the ‘neural network’ is called an architecture.</a:t>
            </a:r>
          </a:p>
          <a:p>
            <a:endParaRPr lang="en-US" sz="1800" dirty="0"/>
          </a:p>
          <a:p>
            <a:r>
              <a:rPr lang="en-US" sz="1800" dirty="0"/>
              <a:t>Single-Layer Perceptron is a weak architecture that cannot perform simple tasks:</a:t>
            </a:r>
          </a:p>
          <a:p>
            <a:endParaRPr lang="en-US" sz="1800" dirty="0"/>
          </a:p>
          <a:p>
            <a:pPr marL="0" indent="0">
              <a:buNone/>
            </a:pPr>
            <a:r>
              <a:rPr lang="en-US" sz="1800" dirty="0"/>
              <a:t>Single-layer </a:t>
            </a:r>
            <a:r>
              <a:rPr lang="en-US" sz="1800" dirty="0" err="1"/>
              <a:t>perceptrons</a:t>
            </a:r>
            <a:r>
              <a:rPr lang="en-US" sz="1800" dirty="0"/>
              <a:t> cannot model XOR Gates </a:t>
            </a:r>
            <a:r>
              <a:rPr lang="en-US" sz="1800" dirty="0">
                <a:sym typeface="Wingdings" pitchFamily="2" charset="2"/>
              </a:rPr>
              <a:t> can only perform linear separation tasks …</a:t>
            </a:r>
            <a:endParaRPr lang="en-US" sz="1800" dirty="0"/>
          </a:p>
        </p:txBody>
      </p:sp>
      <p:sp>
        <p:nvSpPr>
          <p:cNvPr id="3" name="Title 2">
            <a:extLst>
              <a:ext uri="{FF2B5EF4-FFF2-40B4-BE49-F238E27FC236}">
                <a16:creationId xmlns:a16="http://schemas.microsoft.com/office/drawing/2014/main" id="{7F91DE5A-9EC5-EAFA-ED66-EFD6E91FB1A0}"/>
              </a:ext>
            </a:extLst>
          </p:cNvPr>
          <p:cNvSpPr>
            <a:spLocks noGrp="1"/>
          </p:cNvSpPr>
          <p:nvPr>
            <p:ph type="title"/>
          </p:nvPr>
        </p:nvSpPr>
        <p:spPr/>
        <p:txBody>
          <a:bodyPr/>
          <a:lstStyle/>
          <a:p>
            <a:r>
              <a:rPr lang="en-US" dirty="0"/>
              <a:t>Single-Layer Perceptron Issue</a:t>
            </a:r>
          </a:p>
        </p:txBody>
      </p:sp>
      <p:pic>
        <p:nvPicPr>
          <p:cNvPr id="4" name="Picture 3">
            <a:extLst>
              <a:ext uri="{FF2B5EF4-FFF2-40B4-BE49-F238E27FC236}">
                <a16:creationId xmlns:a16="http://schemas.microsoft.com/office/drawing/2014/main" id="{F3DA76CA-65CE-0EEA-0829-094C1B5BDE36}"/>
              </a:ext>
            </a:extLst>
          </p:cNvPr>
          <p:cNvPicPr>
            <a:picLocks noChangeAspect="1"/>
          </p:cNvPicPr>
          <p:nvPr/>
        </p:nvPicPr>
        <p:blipFill>
          <a:blip r:embed="rId2"/>
          <a:stretch>
            <a:fillRect/>
          </a:stretch>
        </p:blipFill>
        <p:spPr>
          <a:xfrm>
            <a:off x="4151992" y="654806"/>
            <a:ext cx="4763408" cy="2662929"/>
          </a:xfrm>
          <a:prstGeom prst="rect">
            <a:avLst/>
          </a:prstGeom>
        </p:spPr>
      </p:pic>
    </p:spTree>
    <p:extLst>
      <p:ext uri="{BB962C8B-B14F-4D97-AF65-F5344CB8AC3E}">
        <p14:creationId xmlns:p14="http://schemas.microsoft.com/office/powerpoint/2010/main" val="3652704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a:extLst>
              <a:ext uri="{FF2B5EF4-FFF2-40B4-BE49-F238E27FC236}">
                <a16:creationId xmlns:a16="http://schemas.microsoft.com/office/drawing/2014/main" id="{FBEE44DB-812B-1419-8464-CDA356A55923}"/>
              </a:ext>
            </a:extLst>
          </p:cNvPr>
          <p:cNvSpPr/>
          <p:nvPr/>
        </p:nvSpPr>
        <p:spPr>
          <a:xfrm>
            <a:off x="5192418" y="1989681"/>
            <a:ext cx="726389" cy="2668899"/>
          </a:xfrm>
          <a:prstGeom prst="rect">
            <a:avLst/>
          </a:prstGeom>
          <a:solidFill>
            <a:srgbClr val="FFA28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1E4D7913-A2FC-BFDD-C8D2-0B5B6373D83B}"/>
              </a:ext>
            </a:extLst>
          </p:cNvPr>
          <p:cNvSpPr/>
          <p:nvPr/>
        </p:nvSpPr>
        <p:spPr>
          <a:xfrm>
            <a:off x="3851575" y="1711033"/>
            <a:ext cx="763325" cy="3004090"/>
          </a:xfrm>
          <a:prstGeom prst="rect">
            <a:avLst/>
          </a:prstGeom>
          <a:solidFill>
            <a:srgbClr val="92D05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DBA084CC-1B6A-F0AF-9929-95D620C3545C}"/>
              </a:ext>
            </a:extLst>
          </p:cNvPr>
          <p:cNvSpPr/>
          <p:nvPr/>
        </p:nvSpPr>
        <p:spPr>
          <a:xfrm>
            <a:off x="2472856" y="1910703"/>
            <a:ext cx="763325" cy="2804420"/>
          </a:xfrm>
          <a:prstGeom prst="rect">
            <a:avLst/>
          </a:prstGeom>
          <a:solidFill>
            <a:srgbClr val="FFC0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3AF6E40C-4058-9AF5-56EB-838E2D58B9B9}"/>
              </a:ext>
            </a:extLst>
          </p:cNvPr>
          <p:cNvSpPr>
            <a:spLocks noGrp="1"/>
          </p:cNvSpPr>
          <p:nvPr>
            <p:ph idx="26"/>
          </p:nvPr>
        </p:nvSpPr>
        <p:spPr>
          <a:xfrm>
            <a:off x="403189" y="722959"/>
            <a:ext cx="8318119" cy="700764"/>
          </a:xfrm>
        </p:spPr>
        <p:txBody>
          <a:bodyPr/>
          <a:lstStyle/>
          <a:p>
            <a:r>
              <a:rPr lang="en-US" dirty="0"/>
              <a:t>Improving the computational performance of a neural network is simple: Feed the output of neurons to other neurons!</a:t>
            </a:r>
          </a:p>
        </p:txBody>
      </p:sp>
      <p:sp>
        <p:nvSpPr>
          <p:cNvPr id="3" name="Title 2">
            <a:extLst>
              <a:ext uri="{FF2B5EF4-FFF2-40B4-BE49-F238E27FC236}">
                <a16:creationId xmlns:a16="http://schemas.microsoft.com/office/drawing/2014/main" id="{36EB52A5-3DA1-E250-5A20-C74321AF34DE}"/>
              </a:ext>
            </a:extLst>
          </p:cNvPr>
          <p:cNvSpPr>
            <a:spLocks noGrp="1"/>
          </p:cNvSpPr>
          <p:nvPr>
            <p:ph type="title"/>
          </p:nvPr>
        </p:nvSpPr>
        <p:spPr/>
        <p:txBody>
          <a:bodyPr>
            <a:noAutofit/>
          </a:bodyPr>
          <a:lstStyle/>
          <a:p>
            <a:r>
              <a:rPr lang="en-US" sz="2000" dirty="0"/>
              <a:t>Multi-layer </a:t>
            </a:r>
            <a:r>
              <a:rPr lang="en-US" sz="2000" dirty="0" err="1"/>
              <a:t>Perceptrons</a:t>
            </a:r>
            <a:r>
              <a:rPr lang="en-US" sz="2000" dirty="0"/>
              <a:t> (MLP) and Deep Neural Networks</a:t>
            </a:r>
          </a:p>
        </p:txBody>
      </p:sp>
      <p:grpSp>
        <p:nvGrpSpPr>
          <p:cNvPr id="73" name="Group 72">
            <a:extLst>
              <a:ext uri="{FF2B5EF4-FFF2-40B4-BE49-F238E27FC236}">
                <a16:creationId xmlns:a16="http://schemas.microsoft.com/office/drawing/2014/main" id="{8E624E8D-A062-74DE-86AD-B665CDF8EBBE}"/>
              </a:ext>
            </a:extLst>
          </p:cNvPr>
          <p:cNvGrpSpPr/>
          <p:nvPr/>
        </p:nvGrpSpPr>
        <p:grpSpPr>
          <a:xfrm>
            <a:off x="1637969" y="2097559"/>
            <a:ext cx="1451113" cy="2506837"/>
            <a:chOff x="1637969" y="2097559"/>
            <a:chExt cx="1451113" cy="2506837"/>
          </a:xfrm>
        </p:grpSpPr>
        <p:sp>
          <p:nvSpPr>
            <p:cNvPr id="4" name="Oval 3">
              <a:extLst>
                <a:ext uri="{FF2B5EF4-FFF2-40B4-BE49-F238E27FC236}">
                  <a16:creationId xmlns:a16="http://schemas.microsoft.com/office/drawing/2014/main" id="{E5A15978-B743-0624-7B98-886A8C71BB91}"/>
                </a:ext>
              </a:extLst>
            </p:cNvPr>
            <p:cNvSpPr/>
            <p:nvPr/>
          </p:nvSpPr>
          <p:spPr>
            <a:xfrm>
              <a:off x="2631882" y="2097559"/>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3B0948BA-B678-8528-1BFC-CFB531A0B483}"/>
                </a:ext>
              </a:extLst>
            </p:cNvPr>
            <p:cNvSpPr/>
            <p:nvPr/>
          </p:nvSpPr>
          <p:spPr>
            <a:xfrm>
              <a:off x="2631882" y="3118804"/>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CB12663-E653-759D-5502-1E69CF2A45C8}"/>
                </a:ext>
              </a:extLst>
            </p:cNvPr>
            <p:cNvSpPr/>
            <p:nvPr/>
          </p:nvSpPr>
          <p:spPr>
            <a:xfrm>
              <a:off x="2631882" y="4143221"/>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515E408-615A-B12E-5514-999FF2A919E5}"/>
                </a:ext>
              </a:extLst>
            </p:cNvPr>
            <p:cNvCxnSpPr>
              <a:cxnSpLocks/>
              <a:endCxn id="4" idx="2"/>
            </p:cNvCxnSpPr>
            <p:nvPr/>
          </p:nvCxnSpPr>
          <p:spPr>
            <a:xfrm>
              <a:off x="1637969" y="2328147"/>
              <a:ext cx="993913"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D703FC92-FDAD-4245-F3CE-1E7CA94B68CF}"/>
                </a:ext>
              </a:extLst>
            </p:cNvPr>
            <p:cNvCxnSpPr>
              <a:cxnSpLocks/>
              <a:endCxn id="5" idx="2"/>
            </p:cNvCxnSpPr>
            <p:nvPr/>
          </p:nvCxnSpPr>
          <p:spPr>
            <a:xfrm>
              <a:off x="1637969" y="2328147"/>
              <a:ext cx="993913" cy="10212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3E7DA82-FCBA-0835-FC27-3752C455B260}"/>
                </a:ext>
              </a:extLst>
            </p:cNvPr>
            <p:cNvCxnSpPr>
              <a:cxnSpLocks/>
              <a:endCxn id="6" idx="2"/>
            </p:cNvCxnSpPr>
            <p:nvPr/>
          </p:nvCxnSpPr>
          <p:spPr>
            <a:xfrm>
              <a:off x="1637969" y="2328147"/>
              <a:ext cx="993913" cy="204566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8FF1A5E-916B-3151-9551-EDE6E94FA42B}"/>
                </a:ext>
              </a:extLst>
            </p:cNvPr>
            <p:cNvCxnSpPr>
              <a:cxnSpLocks/>
              <a:endCxn id="4" idx="2"/>
            </p:cNvCxnSpPr>
            <p:nvPr/>
          </p:nvCxnSpPr>
          <p:spPr>
            <a:xfrm flipV="1">
              <a:off x="1709531" y="2328147"/>
              <a:ext cx="922351" cy="70130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CD130EC-A46C-A14C-BCA6-F34333121BEC}"/>
                </a:ext>
              </a:extLst>
            </p:cNvPr>
            <p:cNvCxnSpPr>
              <a:cxnSpLocks/>
              <a:endCxn id="5" idx="2"/>
            </p:cNvCxnSpPr>
            <p:nvPr/>
          </p:nvCxnSpPr>
          <p:spPr>
            <a:xfrm>
              <a:off x="1709531" y="3029447"/>
              <a:ext cx="922351" cy="3199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BABEB28-4E2C-D8C6-1A59-AF88127052AC}"/>
                </a:ext>
              </a:extLst>
            </p:cNvPr>
            <p:cNvCxnSpPr>
              <a:cxnSpLocks/>
              <a:endCxn id="6" idx="2"/>
            </p:cNvCxnSpPr>
            <p:nvPr/>
          </p:nvCxnSpPr>
          <p:spPr>
            <a:xfrm>
              <a:off x="1709531" y="3029447"/>
              <a:ext cx="922351" cy="134436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54E42B37-9356-59A7-1BC5-5991C13A6E68}"/>
                </a:ext>
              </a:extLst>
            </p:cNvPr>
            <p:cNvCxnSpPr>
              <a:cxnSpLocks/>
              <a:endCxn id="5" idx="2"/>
            </p:cNvCxnSpPr>
            <p:nvPr/>
          </p:nvCxnSpPr>
          <p:spPr>
            <a:xfrm flipV="1">
              <a:off x="1709531" y="3349392"/>
              <a:ext cx="922351" cy="23058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2AB5AF6D-C019-3C4A-7223-48AE9705C046}"/>
                </a:ext>
              </a:extLst>
            </p:cNvPr>
            <p:cNvCxnSpPr>
              <a:cxnSpLocks/>
              <a:endCxn id="4" idx="2"/>
            </p:cNvCxnSpPr>
            <p:nvPr/>
          </p:nvCxnSpPr>
          <p:spPr>
            <a:xfrm flipV="1">
              <a:off x="1709531" y="2328147"/>
              <a:ext cx="922351" cy="125183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28782936-471B-917C-6451-BC4CDB855FE1}"/>
                </a:ext>
              </a:extLst>
            </p:cNvPr>
            <p:cNvCxnSpPr>
              <a:cxnSpLocks/>
              <a:endCxn id="6" idx="2"/>
            </p:cNvCxnSpPr>
            <p:nvPr/>
          </p:nvCxnSpPr>
          <p:spPr>
            <a:xfrm>
              <a:off x="1709531" y="3579979"/>
              <a:ext cx="922351" cy="79383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3D6B83-09E5-864D-12AE-18F8AB5249FF}"/>
                </a:ext>
              </a:extLst>
            </p:cNvPr>
            <p:cNvCxnSpPr>
              <a:cxnSpLocks/>
              <a:endCxn id="4" idx="2"/>
            </p:cNvCxnSpPr>
            <p:nvPr/>
          </p:nvCxnSpPr>
          <p:spPr>
            <a:xfrm flipV="1">
              <a:off x="1709531" y="2328147"/>
              <a:ext cx="922351" cy="190194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DCF51DB-D3B3-1D02-E616-9945A1100D0F}"/>
                </a:ext>
              </a:extLst>
            </p:cNvPr>
            <p:cNvCxnSpPr>
              <a:cxnSpLocks/>
              <a:endCxn id="5" idx="2"/>
            </p:cNvCxnSpPr>
            <p:nvPr/>
          </p:nvCxnSpPr>
          <p:spPr>
            <a:xfrm flipV="1">
              <a:off x="1709531" y="3349392"/>
              <a:ext cx="922351" cy="89719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2244A07A-861C-C309-D86A-0A6492F9D3BD}"/>
                </a:ext>
              </a:extLst>
            </p:cNvPr>
            <p:cNvCxnSpPr>
              <a:cxnSpLocks/>
              <a:endCxn id="6" idx="2"/>
            </p:cNvCxnSpPr>
            <p:nvPr/>
          </p:nvCxnSpPr>
          <p:spPr>
            <a:xfrm>
              <a:off x="1709531" y="4230094"/>
              <a:ext cx="922351" cy="14371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21" name="Group 120">
            <a:extLst>
              <a:ext uri="{FF2B5EF4-FFF2-40B4-BE49-F238E27FC236}">
                <a16:creationId xmlns:a16="http://schemas.microsoft.com/office/drawing/2014/main" id="{DB0DD9EE-8F32-9AF2-FC27-BFE362E15768}"/>
              </a:ext>
            </a:extLst>
          </p:cNvPr>
          <p:cNvGrpSpPr/>
          <p:nvPr/>
        </p:nvGrpSpPr>
        <p:grpSpPr>
          <a:xfrm>
            <a:off x="5798489" y="2130871"/>
            <a:ext cx="1033452" cy="2302571"/>
            <a:chOff x="5798489" y="2130871"/>
            <a:chExt cx="1033452" cy="2302571"/>
          </a:xfrm>
        </p:grpSpPr>
        <p:cxnSp>
          <p:nvCxnSpPr>
            <p:cNvPr id="19" name="Straight Arrow Connector 18">
              <a:extLst>
                <a:ext uri="{FF2B5EF4-FFF2-40B4-BE49-F238E27FC236}">
                  <a16:creationId xmlns:a16="http://schemas.microsoft.com/office/drawing/2014/main" id="{68DBA6CE-C7F1-C85C-CD62-82D8CAEADCBA}"/>
                </a:ext>
              </a:extLst>
            </p:cNvPr>
            <p:cNvCxnSpPr>
              <a:cxnSpLocks/>
              <a:stCxn id="33" idx="6"/>
              <a:endCxn id="22" idx="1"/>
            </p:cNvCxnSpPr>
            <p:nvPr/>
          </p:nvCxnSpPr>
          <p:spPr>
            <a:xfrm flipV="1">
              <a:off x="5799428" y="2317727"/>
              <a:ext cx="577518" cy="77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941F19E-9B3E-A0BD-C796-EB1EAFFF68D8}"/>
                </a:ext>
              </a:extLst>
            </p:cNvPr>
            <p:cNvCxnSpPr>
              <a:cxnSpLocks/>
              <a:stCxn id="34" idx="6"/>
            </p:cNvCxnSpPr>
            <p:nvPr/>
          </p:nvCxnSpPr>
          <p:spPr>
            <a:xfrm flipV="1">
              <a:off x="5799428" y="3343830"/>
              <a:ext cx="577518" cy="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1277F17-421B-5F6F-216D-90A708D9F6AF}"/>
                </a:ext>
              </a:extLst>
            </p:cNvPr>
            <p:cNvCxnSpPr>
              <a:cxnSpLocks/>
              <a:stCxn id="35" idx="6"/>
            </p:cNvCxnSpPr>
            <p:nvPr/>
          </p:nvCxnSpPr>
          <p:spPr>
            <a:xfrm flipV="1">
              <a:off x="5798489" y="4356782"/>
              <a:ext cx="578457" cy="1702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B2F0DC96-8E7A-146B-DFCF-F09D5797FF1C}"/>
                    </a:ext>
                  </a:extLst>
                </p:cNvPr>
                <p:cNvSpPr/>
                <p:nvPr/>
              </p:nvSpPr>
              <p:spPr>
                <a:xfrm>
                  <a:off x="6376946" y="2130871"/>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xmlns="">
            <p:sp>
              <p:nvSpPr>
                <p:cNvPr id="22" name="Rectangle 21">
                  <a:extLst>
                    <a:ext uri="{FF2B5EF4-FFF2-40B4-BE49-F238E27FC236}">
                      <a16:creationId xmlns:a16="http://schemas.microsoft.com/office/drawing/2014/main" id="{B2F0DC96-8E7A-146B-DFCF-F09D5797FF1C}"/>
                    </a:ext>
                  </a:extLst>
                </p:cNvPr>
                <p:cNvSpPr>
                  <a:spLocks noRot="1" noChangeAspect="1" noMove="1" noResize="1" noEditPoints="1" noAdjustHandles="1" noChangeArrowheads="1" noChangeShapeType="1" noTextEdit="1"/>
                </p:cNvSpPr>
                <p:nvPr/>
              </p:nvSpPr>
              <p:spPr>
                <a:xfrm>
                  <a:off x="6376946" y="2130871"/>
                  <a:ext cx="381663" cy="373711"/>
                </a:xfrm>
                <a:prstGeom prst="rect">
                  <a:avLst/>
                </a:prstGeom>
                <a:blipFill>
                  <a:blip r:embed="rId2"/>
                  <a:stretch>
                    <a:fillRect l="-9524" b="-655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8AA06C95-4BBA-351B-9E7D-E352A1A5E8D3}"/>
                    </a:ext>
                  </a:extLst>
                </p:cNvPr>
                <p:cNvSpPr/>
                <p:nvPr/>
              </p:nvSpPr>
              <p:spPr>
                <a:xfrm>
                  <a:off x="6450279" y="3049241"/>
                  <a:ext cx="28834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xmlns="">
            <p:sp>
              <p:nvSpPr>
                <p:cNvPr id="23" name="Rectangle 22">
                  <a:extLst>
                    <a:ext uri="{FF2B5EF4-FFF2-40B4-BE49-F238E27FC236}">
                      <a16:creationId xmlns:a16="http://schemas.microsoft.com/office/drawing/2014/main" id="{8AA06C95-4BBA-351B-9E7D-E352A1A5E8D3}"/>
                    </a:ext>
                  </a:extLst>
                </p:cNvPr>
                <p:cNvSpPr>
                  <a:spLocks noRot="1" noChangeAspect="1" noMove="1" noResize="1" noEditPoints="1" noAdjustHandles="1" noChangeArrowheads="1" noChangeShapeType="1" noTextEdit="1"/>
                </p:cNvSpPr>
                <p:nvPr/>
              </p:nvSpPr>
              <p:spPr>
                <a:xfrm>
                  <a:off x="6450279" y="3049241"/>
                  <a:ext cx="288343" cy="373711"/>
                </a:xfrm>
                <a:prstGeom prst="rect">
                  <a:avLst/>
                </a:prstGeom>
                <a:blipFill>
                  <a:blip r:embed="rId3"/>
                  <a:stretch>
                    <a:fillRect l="-29787" b="-483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017E156F-51ED-DCB9-6820-DD5459FC36DE}"/>
                    </a:ext>
                  </a:extLst>
                </p:cNvPr>
                <p:cNvSpPr/>
                <p:nvPr/>
              </p:nvSpPr>
              <p:spPr>
                <a:xfrm>
                  <a:off x="6450278" y="4059731"/>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3</m:t>
                            </m:r>
                          </m:sub>
                        </m:sSub>
                      </m:oMath>
                    </m:oMathPara>
                  </a14:m>
                  <a:endParaRPr lang="en-US" dirty="0">
                    <a:solidFill>
                      <a:sysClr val="windowText" lastClr="000000"/>
                    </a:solidFill>
                  </a:endParaRPr>
                </a:p>
              </p:txBody>
            </p:sp>
          </mc:Choice>
          <mc:Fallback xmlns="">
            <p:sp>
              <p:nvSpPr>
                <p:cNvPr id="24" name="Rectangle 23">
                  <a:extLst>
                    <a:ext uri="{FF2B5EF4-FFF2-40B4-BE49-F238E27FC236}">
                      <a16:creationId xmlns:a16="http://schemas.microsoft.com/office/drawing/2014/main" id="{017E156F-51ED-DCB9-6820-DD5459FC36DE}"/>
                    </a:ext>
                  </a:extLst>
                </p:cNvPr>
                <p:cNvSpPr>
                  <a:spLocks noRot="1" noChangeAspect="1" noMove="1" noResize="1" noEditPoints="1" noAdjustHandles="1" noChangeArrowheads="1" noChangeShapeType="1" noTextEdit="1"/>
                </p:cNvSpPr>
                <p:nvPr/>
              </p:nvSpPr>
              <p:spPr>
                <a:xfrm>
                  <a:off x="6450278" y="4059731"/>
                  <a:ext cx="381663" cy="373711"/>
                </a:xfrm>
                <a:prstGeom prst="rect">
                  <a:avLst/>
                </a:prstGeom>
                <a:blipFill>
                  <a:blip r:embed="rId4"/>
                  <a:stretch>
                    <a:fillRect l="-9524" b="-6557"/>
                  </a:stretch>
                </a:blipFill>
                <a:ln>
                  <a:noFill/>
                </a:ln>
                <a:effectLst/>
              </p:spPr>
              <p:txBody>
                <a:bodyPr/>
                <a:lstStyle/>
                <a:p>
                  <a:r>
                    <a:rPr lang="en-US">
                      <a:noFill/>
                    </a:rPr>
                    <a:t> </a:t>
                  </a:r>
                </a:p>
              </p:txBody>
            </p:sp>
          </mc:Fallback>
        </mc:AlternateContent>
      </p:grpSp>
      <p:grpSp>
        <p:nvGrpSpPr>
          <p:cNvPr id="72" name="Group 71">
            <a:extLst>
              <a:ext uri="{FF2B5EF4-FFF2-40B4-BE49-F238E27FC236}">
                <a16:creationId xmlns:a16="http://schemas.microsoft.com/office/drawing/2014/main" id="{22D0E2B7-DDA8-E829-8B5E-49282E6983FC}"/>
              </a:ext>
            </a:extLst>
          </p:cNvPr>
          <p:cNvGrpSpPr/>
          <p:nvPr/>
        </p:nvGrpSpPr>
        <p:grpSpPr>
          <a:xfrm>
            <a:off x="1327867" y="2092494"/>
            <a:ext cx="383543" cy="2264288"/>
            <a:chOff x="1327867" y="2092494"/>
            <a:chExt cx="383543" cy="2264288"/>
          </a:xfrm>
        </p:grpSpPr>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8CAF58E8-96D2-C04A-4849-96128E2C2B16}"/>
                    </a:ext>
                  </a:extLst>
                </p:cNvPr>
                <p:cNvSpPr/>
                <p:nvPr/>
              </p:nvSpPr>
              <p:spPr>
                <a:xfrm>
                  <a:off x="1327868" y="2092494"/>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p:sp>
              <p:nvSpPr>
                <p:cNvPr id="25" name="Rectangle 24">
                  <a:extLst>
                    <a:ext uri="{FF2B5EF4-FFF2-40B4-BE49-F238E27FC236}">
                      <a16:creationId xmlns:a16="http://schemas.microsoft.com/office/drawing/2014/main" id="{8CAF58E8-96D2-C04A-4849-96128E2C2B16}"/>
                    </a:ext>
                  </a:extLst>
                </p:cNvPr>
                <p:cNvSpPr>
                  <a:spLocks noRot="1" noChangeAspect="1" noMove="1" noResize="1" noEditPoints="1" noAdjustHandles="1" noChangeArrowheads="1" noChangeShapeType="1" noTextEdit="1"/>
                </p:cNvSpPr>
                <p:nvPr/>
              </p:nvSpPr>
              <p:spPr>
                <a:xfrm>
                  <a:off x="1327868" y="2092494"/>
                  <a:ext cx="381663" cy="373711"/>
                </a:xfrm>
                <a:prstGeom prst="rect">
                  <a:avLst/>
                </a:prstGeom>
                <a:blipFill>
                  <a:blip r:embed="rId5"/>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Rectangle 25">
                  <a:extLst>
                    <a:ext uri="{FF2B5EF4-FFF2-40B4-BE49-F238E27FC236}">
                      <a16:creationId xmlns:a16="http://schemas.microsoft.com/office/drawing/2014/main" id="{92B60894-D7D6-7CA9-65E4-5300E9A0922E}"/>
                    </a:ext>
                  </a:extLst>
                </p:cNvPr>
                <p:cNvSpPr/>
                <p:nvPr/>
              </p:nvSpPr>
              <p:spPr>
                <a:xfrm>
                  <a:off x="1327867" y="2782825"/>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p:sp>
              <p:nvSpPr>
                <p:cNvPr id="26" name="Rectangle 25">
                  <a:extLst>
                    <a:ext uri="{FF2B5EF4-FFF2-40B4-BE49-F238E27FC236}">
                      <a16:creationId xmlns:a16="http://schemas.microsoft.com/office/drawing/2014/main" id="{92B60894-D7D6-7CA9-65E4-5300E9A0922E}"/>
                    </a:ext>
                  </a:extLst>
                </p:cNvPr>
                <p:cNvSpPr>
                  <a:spLocks noRot="1" noChangeAspect="1" noMove="1" noResize="1" noEditPoints="1" noAdjustHandles="1" noChangeArrowheads="1" noChangeShapeType="1" noTextEdit="1"/>
                </p:cNvSpPr>
                <p:nvPr/>
              </p:nvSpPr>
              <p:spPr>
                <a:xfrm>
                  <a:off x="1327867" y="2782825"/>
                  <a:ext cx="381663" cy="373711"/>
                </a:xfrm>
                <a:prstGeom prst="rect">
                  <a:avLst/>
                </a:prstGeom>
                <a:blipFill>
                  <a:blip r:embed="rId6"/>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Rectangle 26">
                  <a:extLst>
                    <a:ext uri="{FF2B5EF4-FFF2-40B4-BE49-F238E27FC236}">
                      <a16:creationId xmlns:a16="http://schemas.microsoft.com/office/drawing/2014/main" id="{38E914AA-F313-DAAA-5EEF-528EBCC5B384}"/>
                    </a:ext>
                  </a:extLst>
                </p:cNvPr>
                <p:cNvSpPr/>
                <p:nvPr/>
              </p:nvSpPr>
              <p:spPr>
                <a:xfrm>
                  <a:off x="1327867" y="3326638"/>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3</m:t>
                            </m:r>
                          </m:sub>
                        </m:sSub>
                      </m:oMath>
                    </m:oMathPara>
                  </a14:m>
                  <a:endParaRPr lang="en-US" dirty="0">
                    <a:solidFill>
                      <a:sysClr val="windowText" lastClr="000000"/>
                    </a:solidFill>
                  </a:endParaRPr>
                </a:p>
              </p:txBody>
            </p:sp>
          </mc:Choice>
          <mc:Fallback>
            <p:sp>
              <p:nvSpPr>
                <p:cNvPr id="27" name="Rectangle 26">
                  <a:extLst>
                    <a:ext uri="{FF2B5EF4-FFF2-40B4-BE49-F238E27FC236}">
                      <a16:creationId xmlns:a16="http://schemas.microsoft.com/office/drawing/2014/main" id="{38E914AA-F313-DAAA-5EEF-528EBCC5B384}"/>
                    </a:ext>
                  </a:extLst>
                </p:cNvPr>
                <p:cNvSpPr>
                  <a:spLocks noRot="1" noChangeAspect="1" noMove="1" noResize="1" noEditPoints="1" noAdjustHandles="1" noChangeArrowheads="1" noChangeShapeType="1" noTextEdit="1"/>
                </p:cNvSpPr>
                <p:nvPr/>
              </p:nvSpPr>
              <p:spPr>
                <a:xfrm>
                  <a:off x="1327867" y="3326638"/>
                  <a:ext cx="381663" cy="373711"/>
                </a:xfrm>
                <a:prstGeom prst="rect">
                  <a:avLst/>
                </a:prstGeom>
                <a:blipFill>
                  <a:blip r:embed="rId7"/>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Rectangle 27">
                  <a:extLst>
                    <a:ext uri="{FF2B5EF4-FFF2-40B4-BE49-F238E27FC236}">
                      <a16:creationId xmlns:a16="http://schemas.microsoft.com/office/drawing/2014/main" id="{1419AABB-1E86-BF45-B14D-956ADECA140E}"/>
                    </a:ext>
                  </a:extLst>
                </p:cNvPr>
                <p:cNvSpPr/>
                <p:nvPr/>
              </p:nvSpPr>
              <p:spPr>
                <a:xfrm>
                  <a:off x="1329747" y="3983071"/>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4</m:t>
                            </m:r>
                          </m:sub>
                        </m:sSub>
                      </m:oMath>
                    </m:oMathPara>
                  </a14:m>
                  <a:endParaRPr lang="en-US" dirty="0">
                    <a:solidFill>
                      <a:sysClr val="windowText" lastClr="000000"/>
                    </a:solidFill>
                  </a:endParaRPr>
                </a:p>
              </p:txBody>
            </p:sp>
          </mc:Choice>
          <mc:Fallback>
            <p:sp>
              <p:nvSpPr>
                <p:cNvPr id="28" name="Rectangle 27">
                  <a:extLst>
                    <a:ext uri="{FF2B5EF4-FFF2-40B4-BE49-F238E27FC236}">
                      <a16:creationId xmlns:a16="http://schemas.microsoft.com/office/drawing/2014/main" id="{1419AABB-1E86-BF45-B14D-956ADECA140E}"/>
                    </a:ext>
                  </a:extLst>
                </p:cNvPr>
                <p:cNvSpPr>
                  <a:spLocks noRot="1" noChangeAspect="1" noMove="1" noResize="1" noEditPoints="1" noAdjustHandles="1" noChangeArrowheads="1" noChangeShapeType="1" noTextEdit="1"/>
                </p:cNvSpPr>
                <p:nvPr/>
              </p:nvSpPr>
              <p:spPr>
                <a:xfrm>
                  <a:off x="1329747" y="3983071"/>
                  <a:ext cx="381663" cy="373711"/>
                </a:xfrm>
                <a:prstGeom prst="rect">
                  <a:avLst/>
                </a:prstGeom>
                <a:blipFill>
                  <a:blip r:embed="rId8"/>
                  <a:stretch>
                    <a:fillRect l="-3226"/>
                  </a:stretch>
                </a:blipFill>
                <a:ln>
                  <a:noFill/>
                </a:ln>
                <a:effectLst/>
              </p:spPr>
              <p:txBody>
                <a:bodyPr/>
                <a:lstStyle/>
                <a:p>
                  <a:r>
                    <a:rPr lang="en-US">
                      <a:noFill/>
                    </a:rPr>
                    <a:t> </a:t>
                  </a:r>
                </a:p>
              </p:txBody>
            </p:sp>
          </mc:Fallback>
        </mc:AlternateContent>
      </p:grpSp>
      <p:grpSp>
        <p:nvGrpSpPr>
          <p:cNvPr id="110" name="Group 109">
            <a:extLst>
              <a:ext uri="{FF2B5EF4-FFF2-40B4-BE49-F238E27FC236}">
                <a16:creationId xmlns:a16="http://schemas.microsoft.com/office/drawing/2014/main" id="{DAE12DB9-E5EB-E030-2C43-2303D0F8CE30}"/>
              </a:ext>
            </a:extLst>
          </p:cNvPr>
          <p:cNvGrpSpPr/>
          <p:nvPr/>
        </p:nvGrpSpPr>
        <p:grpSpPr>
          <a:xfrm>
            <a:off x="3089082" y="1910703"/>
            <a:ext cx="1379551" cy="2724812"/>
            <a:chOff x="3089082" y="1910703"/>
            <a:chExt cx="1379551" cy="2724812"/>
          </a:xfrm>
        </p:grpSpPr>
        <p:sp>
          <p:nvSpPr>
            <p:cNvPr id="29" name="Oval 28">
              <a:extLst>
                <a:ext uri="{FF2B5EF4-FFF2-40B4-BE49-F238E27FC236}">
                  <a16:creationId xmlns:a16="http://schemas.microsoft.com/office/drawing/2014/main" id="{9EDA34A7-9B11-72F4-3930-51138991C138}"/>
                </a:ext>
              </a:extLst>
            </p:cNvPr>
            <p:cNvSpPr/>
            <p:nvPr/>
          </p:nvSpPr>
          <p:spPr>
            <a:xfrm>
              <a:off x="4011433" y="1910703"/>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39592A7-88CC-CD5B-1CEA-A3EDAC75B2C8}"/>
                </a:ext>
              </a:extLst>
            </p:cNvPr>
            <p:cNvSpPr/>
            <p:nvPr/>
          </p:nvSpPr>
          <p:spPr>
            <a:xfrm>
              <a:off x="4009554" y="4174340"/>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893C8AD-1E0E-4320-3B08-6363F1F418E0}"/>
                </a:ext>
              </a:extLst>
            </p:cNvPr>
            <p:cNvSpPr/>
            <p:nvPr/>
          </p:nvSpPr>
          <p:spPr>
            <a:xfrm>
              <a:off x="4011433" y="3400091"/>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4643344-79AA-7B64-48AB-9D80F602CA32}"/>
                </a:ext>
              </a:extLst>
            </p:cNvPr>
            <p:cNvSpPr/>
            <p:nvPr/>
          </p:nvSpPr>
          <p:spPr>
            <a:xfrm>
              <a:off x="4011433" y="2657629"/>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79BAF027-4AFF-C887-1E13-D29E7EAA7CAD}"/>
                </a:ext>
              </a:extLst>
            </p:cNvPr>
            <p:cNvCxnSpPr>
              <a:cxnSpLocks/>
              <a:stCxn id="4" idx="6"/>
              <a:endCxn id="29" idx="2"/>
            </p:cNvCxnSpPr>
            <p:nvPr/>
          </p:nvCxnSpPr>
          <p:spPr>
            <a:xfrm flipV="1">
              <a:off x="3089082" y="2141291"/>
              <a:ext cx="922351" cy="1868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E0691FC4-9FC0-77D0-9921-9080BB506FD3}"/>
                </a:ext>
              </a:extLst>
            </p:cNvPr>
            <p:cNvCxnSpPr>
              <a:cxnSpLocks/>
              <a:stCxn id="4" idx="6"/>
              <a:endCxn id="32" idx="2"/>
            </p:cNvCxnSpPr>
            <p:nvPr/>
          </p:nvCxnSpPr>
          <p:spPr>
            <a:xfrm>
              <a:off x="3089082" y="2328147"/>
              <a:ext cx="922351" cy="56007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78543DC8-F5B4-DEB8-684D-465BF5EC28B5}"/>
                </a:ext>
              </a:extLst>
            </p:cNvPr>
            <p:cNvCxnSpPr>
              <a:cxnSpLocks/>
              <a:stCxn id="4" idx="6"/>
              <a:endCxn id="31" idx="2"/>
            </p:cNvCxnSpPr>
            <p:nvPr/>
          </p:nvCxnSpPr>
          <p:spPr>
            <a:xfrm>
              <a:off x="3089082" y="2328147"/>
              <a:ext cx="922351" cy="130253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DE14CCB1-5751-EE16-6835-A58E2228F9FF}"/>
                </a:ext>
              </a:extLst>
            </p:cNvPr>
            <p:cNvCxnSpPr>
              <a:cxnSpLocks/>
              <a:stCxn id="4" idx="6"/>
              <a:endCxn id="30" idx="2"/>
            </p:cNvCxnSpPr>
            <p:nvPr/>
          </p:nvCxnSpPr>
          <p:spPr>
            <a:xfrm>
              <a:off x="3089082" y="2328147"/>
              <a:ext cx="920472" cy="207678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13081617-7739-2435-FC6B-046EB8289540}"/>
                </a:ext>
              </a:extLst>
            </p:cNvPr>
            <p:cNvCxnSpPr>
              <a:cxnSpLocks/>
              <a:stCxn id="5" idx="6"/>
              <a:endCxn id="29" idx="2"/>
            </p:cNvCxnSpPr>
            <p:nvPr/>
          </p:nvCxnSpPr>
          <p:spPr>
            <a:xfrm flipV="1">
              <a:off x="3089082" y="2141291"/>
              <a:ext cx="922351" cy="120810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BF8DC55B-264C-D754-4187-DEB612639187}"/>
                </a:ext>
              </a:extLst>
            </p:cNvPr>
            <p:cNvCxnSpPr>
              <a:cxnSpLocks/>
              <a:stCxn id="5" idx="6"/>
              <a:endCxn id="32" idx="2"/>
            </p:cNvCxnSpPr>
            <p:nvPr/>
          </p:nvCxnSpPr>
          <p:spPr>
            <a:xfrm flipV="1">
              <a:off x="3089082" y="2888217"/>
              <a:ext cx="922351" cy="46117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785E2BCF-C264-1807-21FE-F89EA60E6ED7}"/>
                </a:ext>
              </a:extLst>
            </p:cNvPr>
            <p:cNvCxnSpPr>
              <a:cxnSpLocks/>
              <a:stCxn id="5" idx="6"/>
              <a:endCxn id="31" idx="2"/>
            </p:cNvCxnSpPr>
            <p:nvPr/>
          </p:nvCxnSpPr>
          <p:spPr>
            <a:xfrm>
              <a:off x="3089082" y="3349392"/>
              <a:ext cx="922351" cy="28128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E8B64BF8-7779-DC2D-30DD-C6EC970C6D85}"/>
                </a:ext>
              </a:extLst>
            </p:cNvPr>
            <p:cNvCxnSpPr>
              <a:cxnSpLocks/>
              <a:stCxn id="5" idx="6"/>
              <a:endCxn id="30" idx="2"/>
            </p:cNvCxnSpPr>
            <p:nvPr/>
          </p:nvCxnSpPr>
          <p:spPr>
            <a:xfrm>
              <a:off x="3089082" y="3349392"/>
              <a:ext cx="920472" cy="105553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853EA2A1-CB7F-8827-427D-3ED091EEF550}"/>
                </a:ext>
              </a:extLst>
            </p:cNvPr>
            <p:cNvCxnSpPr>
              <a:cxnSpLocks/>
              <a:stCxn id="6" idx="6"/>
              <a:endCxn id="29" idx="2"/>
            </p:cNvCxnSpPr>
            <p:nvPr/>
          </p:nvCxnSpPr>
          <p:spPr>
            <a:xfrm flipV="1">
              <a:off x="3089082" y="2141291"/>
              <a:ext cx="922351" cy="223251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EA2A31EB-6C94-411A-B2B2-D7479338C73F}"/>
                </a:ext>
              </a:extLst>
            </p:cNvPr>
            <p:cNvCxnSpPr>
              <a:cxnSpLocks/>
              <a:stCxn id="6" idx="6"/>
              <a:endCxn id="32" idx="2"/>
            </p:cNvCxnSpPr>
            <p:nvPr/>
          </p:nvCxnSpPr>
          <p:spPr>
            <a:xfrm flipV="1">
              <a:off x="3089082" y="2888217"/>
              <a:ext cx="922351" cy="148559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3470FD5F-3757-5BAD-AA28-6BEAAED2A11B}"/>
                </a:ext>
              </a:extLst>
            </p:cNvPr>
            <p:cNvCxnSpPr>
              <a:cxnSpLocks/>
              <a:stCxn id="6" idx="6"/>
              <a:endCxn id="31" idx="2"/>
            </p:cNvCxnSpPr>
            <p:nvPr/>
          </p:nvCxnSpPr>
          <p:spPr>
            <a:xfrm flipV="1">
              <a:off x="3089082" y="3630679"/>
              <a:ext cx="922351" cy="74313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DF07ABF0-AE5B-5092-C4F2-CE7EEC083032}"/>
                </a:ext>
              </a:extLst>
            </p:cNvPr>
            <p:cNvCxnSpPr>
              <a:cxnSpLocks/>
              <a:stCxn id="6" idx="6"/>
              <a:endCxn id="30" idx="2"/>
            </p:cNvCxnSpPr>
            <p:nvPr/>
          </p:nvCxnSpPr>
          <p:spPr>
            <a:xfrm>
              <a:off x="3089082" y="4373809"/>
              <a:ext cx="920472" cy="3111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11" name="Group 110">
            <a:extLst>
              <a:ext uri="{FF2B5EF4-FFF2-40B4-BE49-F238E27FC236}">
                <a16:creationId xmlns:a16="http://schemas.microsoft.com/office/drawing/2014/main" id="{CB5CD232-A7A6-5BE7-77CF-578B2AC1B906}"/>
              </a:ext>
            </a:extLst>
          </p:cNvPr>
          <p:cNvGrpSpPr/>
          <p:nvPr/>
        </p:nvGrpSpPr>
        <p:grpSpPr>
          <a:xfrm>
            <a:off x="4466754" y="2094884"/>
            <a:ext cx="1332674" cy="2509511"/>
            <a:chOff x="4466754" y="2094884"/>
            <a:chExt cx="1332674" cy="2509511"/>
          </a:xfrm>
        </p:grpSpPr>
        <p:sp>
          <p:nvSpPr>
            <p:cNvPr id="33" name="Oval 32">
              <a:extLst>
                <a:ext uri="{FF2B5EF4-FFF2-40B4-BE49-F238E27FC236}">
                  <a16:creationId xmlns:a16="http://schemas.microsoft.com/office/drawing/2014/main" id="{23A2D02E-F167-69A9-F72A-AE27F5980A12}"/>
                </a:ext>
              </a:extLst>
            </p:cNvPr>
            <p:cNvSpPr/>
            <p:nvPr/>
          </p:nvSpPr>
          <p:spPr>
            <a:xfrm>
              <a:off x="5342228" y="2094884"/>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CC812945-4991-42A4-12A3-11C9F79C6144}"/>
                </a:ext>
              </a:extLst>
            </p:cNvPr>
            <p:cNvSpPr/>
            <p:nvPr/>
          </p:nvSpPr>
          <p:spPr>
            <a:xfrm>
              <a:off x="5342228" y="3113243"/>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8CFF1B3-A75E-4628-C298-6F1089C7FEEB}"/>
                </a:ext>
              </a:extLst>
            </p:cNvPr>
            <p:cNvSpPr/>
            <p:nvPr/>
          </p:nvSpPr>
          <p:spPr>
            <a:xfrm>
              <a:off x="5341289" y="4143220"/>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1BD07E87-D5D9-2637-2684-DB8FCC431DCD}"/>
                </a:ext>
              </a:extLst>
            </p:cNvPr>
            <p:cNvCxnSpPr>
              <a:cxnSpLocks/>
              <a:stCxn id="29" idx="6"/>
              <a:endCxn id="33" idx="2"/>
            </p:cNvCxnSpPr>
            <p:nvPr/>
          </p:nvCxnSpPr>
          <p:spPr>
            <a:xfrm>
              <a:off x="4468633" y="2141291"/>
              <a:ext cx="873595" cy="18418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07C96DCE-D39F-2BEA-FE79-E6DB28AE5B69}"/>
                </a:ext>
              </a:extLst>
            </p:cNvPr>
            <p:cNvCxnSpPr>
              <a:cxnSpLocks/>
              <a:stCxn id="29" idx="6"/>
              <a:endCxn id="34" idx="2"/>
            </p:cNvCxnSpPr>
            <p:nvPr/>
          </p:nvCxnSpPr>
          <p:spPr>
            <a:xfrm>
              <a:off x="4468633" y="2141291"/>
              <a:ext cx="873595" cy="120254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34704165-7058-C89F-F514-C995A253F9DC}"/>
                </a:ext>
              </a:extLst>
            </p:cNvPr>
            <p:cNvCxnSpPr>
              <a:cxnSpLocks/>
              <a:stCxn id="29" idx="6"/>
              <a:endCxn id="35" idx="2"/>
            </p:cNvCxnSpPr>
            <p:nvPr/>
          </p:nvCxnSpPr>
          <p:spPr>
            <a:xfrm>
              <a:off x="4468633" y="2141291"/>
              <a:ext cx="872656" cy="223251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98B8B659-3EFC-D110-DD8A-688D21CA84C1}"/>
                </a:ext>
              </a:extLst>
            </p:cNvPr>
            <p:cNvCxnSpPr>
              <a:cxnSpLocks/>
              <a:stCxn id="32" idx="6"/>
              <a:endCxn id="33" idx="2"/>
            </p:cNvCxnSpPr>
            <p:nvPr/>
          </p:nvCxnSpPr>
          <p:spPr>
            <a:xfrm flipV="1">
              <a:off x="4468633" y="2325472"/>
              <a:ext cx="873595" cy="5627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472EC24A-18DA-64AA-A88F-FDA27B0582AD}"/>
                </a:ext>
              </a:extLst>
            </p:cNvPr>
            <p:cNvCxnSpPr>
              <a:cxnSpLocks/>
              <a:stCxn id="32" idx="6"/>
              <a:endCxn id="34" idx="2"/>
            </p:cNvCxnSpPr>
            <p:nvPr/>
          </p:nvCxnSpPr>
          <p:spPr>
            <a:xfrm>
              <a:off x="4468633" y="2888217"/>
              <a:ext cx="873595" cy="45561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882A2826-7411-3860-F522-E46AB4E140F4}"/>
                </a:ext>
              </a:extLst>
            </p:cNvPr>
            <p:cNvCxnSpPr>
              <a:cxnSpLocks/>
              <a:stCxn id="32" idx="6"/>
              <a:endCxn id="35" idx="2"/>
            </p:cNvCxnSpPr>
            <p:nvPr/>
          </p:nvCxnSpPr>
          <p:spPr>
            <a:xfrm>
              <a:off x="4468633" y="2888217"/>
              <a:ext cx="872656" cy="148559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29166308-429E-C724-70E6-09CAD2BB083F}"/>
                </a:ext>
              </a:extLst>
            </p:cNvPr>
            <p:cNvCxnSpPr>
              <a:cxnSpLocks/>
              <a:stCxn id="31" idx="6"/>
              <a:endCxn id="33" idx="2"/>
            </p:cNvCxnSpPr>
            <p:nvPr/>
          </p:nvCxnSpPr>
          <p:spPr>
            <a:xfrm flipV="1">
              <a:off x="4468633" y="2325472"/>
              <a:ext cx="873595" cy="130520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083052DC-2BF3-8B92-A76F-508F6BB8F582}"/>
                </a:ext>
              </a:extLst>
            </p:cNvPr>
            <p:cNvCxnSpPr>
              <a:cxnSpLocks/>
              <a:stCxn id="31" idx="6"/>
              <a:endCxn id="34" idx="2"/>
            </p:cNvCxnSpPr>
            <p:nvPr/>
          </p:nvCxnSpPr>
          <p:spPr>
            <a:xfrm flipV="1">
              <a:off x="4468633" y="3343831"/>
              <a:ext cx="873595" cy="28684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45D050E8-6F6C-4874-6072-869D5E7C00E5}"/>
                </a:ext>
              </a:extLst>
            </p:cNvPr>
            <p:cNvCxnSpPr>
              <a:cxnSpLocks/>
              <a:stCxn id="31" idx="6"/>
              <a:endCxn id="35" idx="2"/>
            </p:cNvCxnSpPr>
            <p:nvPr/>
          </p:nvCxnSpPr>
          <p:spPr>
            <a:xfrm>
              <a:off x="4468633" y="3630679"/>
              <a:ext cx="872656" cy="74312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8C8D36B3-F71B-E323-8DD1-CD08119CE7B1}"/>
                </a:ext>
              </a:extLst>
            </p:cNvPr>
            <p:cNvCxnSpPr>
              <a:cxnSpLocks/>
              <a:stCxn id="30" idx="6"/>
              <a:endCxn id="35" idx="2"/>
            </p:cNvCxnSpPr>
            <p:nvPr/>
          </p:nvCxnSpPr>
          <p:spPr>
            <a:xfrm flipV="1">
              <a:off x="4466754" y="4373808"/>
              <a:ext cx="874535" cy="3112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7A5843AB-3764-B15D-A37C-0A713EA81B9D}"/>
                </a:ext>
              </a:extLst>
            </p:cNvPr>
            <p:cNvCxnSpPr>
              <a:cxnSpLocks/>
              <a:stCxn id="30" idx="6"/>
              <a:endCxn id="34" idx="2"/>
            </p:cNvCxnSpPr>
            <p:nvPr/>
          </p:nvCxnSpPr>
          <p:spPr>
            <a:xfrm flipV="1">
              <a:off x="4466754" y="3343831"/>
              <a:ext cx="875474" cy="106109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AE730C90-A3D9-8B82-7424-29B90CF3DC0A}"/>
                </a:ext>
              </a:extLst>
            </p:cNvPr>
            <p:cNvCxnSpPr>
              <a:cxnSpLocks/>
              <a:stCxn id="30" idx="6"/>
              <a:endCxn id="33" idx="2"/>
            </p:cNvCxnSpPr>
            <p:nvPr/>
          </p:nvCxnSpPr>
          <p:spPr>
            <a:xfrm flipV="1">
              <a:off x="4466754" y="2325472"/>
              <a:ext cx="875474" cy="20794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125" name="Rectangle 124">
            <a:extLst>
              <a:ext uri="{FF2B5EF4-FFF2-40B4-BE49-F238E27FC236}">
                <a16:creationId xmlns:a16="http://schemas.microsoft.com/office/drawing/2014/main" id="{45D06F35-5A88-9629-F8B9-7CD3241371C8}"/>
              </a:ext>
            </a:extLst>
          </p:cNvPr>
          <p:cNvSpPr/>
          <p:nvPr/>
        </p:nvSpPr>
        <p:spPr>
          <a:xfrm>
            <a:off x="2134925" y="1606163"/>
            <a:ext cx="1523941"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Input layer</a:t>
            </a:r>
          </a:p>
        </p:txBody>
      </p:sp>
      <p:sp>
        <p:nvSpPr>
          <p:cNvPr id="126" name="Rectangle 125">
            <a:extLst>
              <a:ext uri="{FF2B5EF4-FFF2-40B4-BE49-F238E27FC236}">
                <a16:creationId xmlns:a16="http://schemas.microsoft.com/office/drawing/2014/main" id="{704FCC38-E0C1-D571-57B2-EA3FC7D5AE5C}"/>
              </a:ext>
            </a:extLst>
          </p:cNvPr>
          <p:cNvSpPr/>
          <p:nvPr/>
        </p:nvSpPr>
        <p:spPr>
          <a:xfrm>
            <a:off x="3497079" y="1375575"/>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Hidden layer</a:t>
            </a:r>
          </a:p>
        </p:txBody>
      </p:sp>
      <p:sp>
        <p:nvSpPr>
          <p:cNvPr id="127" name="Rectangle 126">
            <a:extLst>
              <a:ext uri="{FF2B5EF4-FFF2-40B4-BE49-F238E27FC236}">
                <a16:creationId xmlns:a16="http://schemas.microsoft.com/office/drawing/2014/main" id="{5C29D2E3-DD3B-262C-0808-7BE16C865E8C}"/>
              </a:ext>
            </a:extLst>
          </p:cNvPr>
          <p:cNvSpPr/>
          <p:nvPr/>
        </p:nvSpPr>
        <p:spPr>
          <a:xfrm>
            <a:off x="4753247" y="1653445"/>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Output layer</a:t>
            </a:r>
          </a:p>
        </p:txBody>
      </p:sp>
    </p:spTree>
    <p:extLst>
      <p:ext uri="{BB962C8B-B14F-4D97-AF65-F5344CB8AC3E}">
        <p14:creationId xmlns:p14="http://schemas.microsoft.com/office/powerpoint/2010/main" val="1921515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P spid="123" grpId="0" animBg="1"/>
      <p:bldP spid="122" grpId="0" animBg="1"/>
      <p:bldP spid="125" grpId="0"/>
      <p:bldP spid="126" grpId="0"/>
      <p:bldP spid="1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8D582F-E5E7-4301-C27D-DD1CCEE877EC}"/>
              </a:ext>
            </a:extLst>
          </p:cNvPr>
          <p:cNvSpPr>
            <a:spLocks noGrp="1"/>
          </p:cNvSpPr>
          <p:nvPr>
            <p:ph idx="26"/>
          </p:nvPr>
        </p:nvSpPr>
        <p:spPr>
          <a:xfrm>
            <a:off x="288429" y="697989"/>
            <a:ext cx="5150264" cy="3747522"/>
          </a:xfrm>
        </p:spPr>
        <p:txBody>
          <a:bodyPr/>
          <a:lstStyle/>
          <a:p>
            <a:r>
              <a:rPr lang="en-US" sz="1600" dirty="0"/>
              <a:t>A network is called deep when it contains a hidden layer(s).</a:t>
            </a:r>
          </a:p>
          <a:p>
            <a:endParaRPr lang="en-US" sz="1600" dirty="0"/>
          </a:p>
          <a:p>
            <a:r>
              <a:rPr lang="en-US" sz="1600" dirty="0"/>
              <a:t>The more hidden layers, the deeper the neural network.</a:t>
            </a:r>
          </a:p>
          <a:p>
            <a:endParaRPr lang="en-US" sz="1600" dirty="0"/>
          </a:p>
          <a:p>
            <a:r>
              <a:rPr lang="en-US" sz="1600" dirty="0"/>
              <a:t>The number of parameters in the network is based on the number of neurons and the number of layers. For this example, the number of parameters is 46 (36 weights and 10 biases).</a:t>
            </a:r>
          </a:p>
          <a:p>
            <a:endParaRPr lang="en-US" sz="1600" dirty="0"/>
          </a:p>
          <a:p>
            <a:r>
              <a:rPr lang="en-US" sz="1600" dirty="0"/>
              <a:t>Each parameter needs to be optimized.</a:t>
            </a:r>
          </a:p>
        </p:txBody>
      </p:sp>
      <p:sp>
        <p:nvSpPr>
          <p:cNvPr id="3" name="Title 2">
            <a:extLst>
              <a:ext uri="{FF2B5EF4-FFF2-40B4-BE49-F238E27FC236}">
                <a16:creationId xmlns:a16="http://schemas.microsoft.com/office/drawing/2014/main" id="{7DEC74A3-DD9C-C28A-3559-A5961A24AB3D}"/>
              </a:ext>
            </a:extLst>
          </p:cNvPr>
          <p:cNvSpPr>
            <a:spLocks noGrp="1"/>
          </p:cNvSpPr>
          <p:nvPr>
            <p:ph type="title"/>
          </p:nvPr>
        </p:nvSpPr>
        <p:spPr/>
        <p:txBody>
          <a:bodyPr/>
          <a:lstStyle/>
          <a:p>
            <a:r>
              <a:rPr lang="en-US" dirty="0"/>
              <a:t>Deep Neural Networks</a:t>
            </a:r>
          </a:p>
        </p:txBody>
      </p:sp>
      <p:pic>
        <p:nvPicPr>
          <p:cNvPr id="4" name="Picture 3">
            <a:extLst>
              <a:ext uri="{FF2B5EF4-FFF2-40B4-BE49-F238E27FC236}">
                <a16:creationId xmlns:a16="http://schemas.microsoft.com/office/drawing/2014/main" id="{521EF596-A081-D7FC-7A80-727DB1F3D50B}"/>
              </a:ext>
            </a:extLst>
          </p:cNvPr>
          <p:cNvPicPr>
            <a:picLocks noChangeAspect="1"/>
          </p:cNvPicPr>
          <p:nvPr/>
        </p:nvPicPr>
        <p:blipFill>
          <a:blip r:embed="rId2"/>
          <a:stretch>
            <a:fillRect/>
          </a:stretch>
        </p:blipFill>
        <p:spPr>
          <a:xfrm>
            <a:off x="5438693" y="1330755"/>
            <a:ext cx="3556876" cy="2175009"/>
          </a:xfrm>
          <a:prstGeom prst="rect">
            <a:avLst/>
          </a:prstGeom>
        </p:spPr>
      </p:pic>
    </p:spTree>
    <p:extLst>
      <p:ext uri="{BB962C8B-B14F-4D97-AF65-F5344CB8AC3E}">
        <p14:creationId xmlns:p14="http://schemas.microsoft.com/office/powerpoint/2010/main" val="356530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Rectangle 212">
            <a:extLst>
              <a:ext uri="{FF2B5EF4-FFF2-40B4-BE49-F238E27FC236}">
                <a16:creationId xmlns:a16="http://schemas.microsoft.com/office/drawing/2014/main" id="{3DC32500-F2F9-ADE1-8EFA-A8DD76ED4023}"/>
              </a:ext>
            </a:extLst>
          </p:cNvPr>
          <p:cNvSpPr/>
          <p:nvPr/>
        </p:nvSpPr>
        <p:spPr>
          <a:xfrm>
            <a:off x="6315115" y="1910703"/>
            <a:ext cx="726389" cy="2668899"/>
          </a:xfrm>
          <a:prstGeom prst="rect">
            <a:avLst/>
          </a:prstGeom>
          <a:solidFill>
            <a:srgbClr val="FFA28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9ABA618A-2364-6C53-9F5F-CD7A24D13A95}"/>
              </a:ext>
            </a:extLst>
          </p:cNvPr>
          <p:cNvSpPr>
            <a:spLocks noGrp="1"/>
          </p:cNvSpPr>
          <p:nvPr>
            <p:ph idx="26"/>
          </p:nvPr>
        </p:nvSpPr>
        <p:spPr>
          <a:xfrm>
            <a:off x="211307" y="854314"/>
            <a:ext cx="8318119" cy="443340"/>
          </a:xfrm>
        </p:spPr>
        <p:txBody>
          <a:bodyPr/>
          <a:lstStyle/>
          <a:p>
            <a:r>
              <a:rPr lang="en-US" dirty="0"/>
              <a:t>Its important to have a consistent notation of our model parameters.</a:t>
            </a:r>
          </a:p>
        </p:txBody>
      </p:sp>
      <p:sp>
        <p:nvSpPr>
          <p:cNvPr id="3" name="Title 2">
            <a:extLst>
              <a:ext uri="{FF2B5EF4-FFF2-40B4-BE49-F238E27FC236}">
                <a16:creationId xmlns:a16="http://schemas.microsoft.com/office/drawing/2014/main" id="{1622DA92-3ADC-097D-84C7-37939D61C07E}"/>
              </a:ext>
            </a:extLst>
          </p:cNvPr>
          <p:cNvSpPr>
            <a:spLocks noGrp="1"/>
          </p:cNvSpPr>
          <p:nvPr>
            <p:ph type="title"/>
          </p:nvPr>
        </p:nvSpPr>
        <p:spPr/>
        <p:txBody>
          <a:bodyPr/>
          <a:lstStyle/>
          <a:p>
            <a:r>
              <a:rPr lang="en-US" dirty="0"/>
              <a:t>Neural Network Notations</a:t>
            </a:r>
          </a:p>
        </p:txBody>
      </p:sp>
      <p:sp>
        <p:nvSpPr>
          <p:cNvPr id="72" name="Rectangle 71">
            <a:extLst>
              <a:ext uri="{FF2B5EF4-FFF2-40B4-BE49-F238E27FC236}">
                <a16:creationId xmlns:a16="http://schemas.microsoft.com/office/drawing/2014/main" id="{BE4AD6F1-7CA7-536A-ED7C-6D32F72FBB55}"/>
              </a:ext>
            </a:extLst>
          </p:cNvPr>
          <p:cNvSpPr/>
          <p:nvPr/>
        </p:nvSpPr>
        <p:spPr>
          <a:xfrm>
            <a:off x="4442824" y="1711033"/>
            <a:ext cx="763325" cy="2844542"/>
          </a:xfrm>
          <a:prstGeom prst="rect">
            <a:avLst/>
          </a:prstGeom>
          <a:solidFill>
            <a:srgbClr val="92D05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1FB1D151-612C-2C82-1107-2120460F64C6}"/>
              </a:ext>
            </a:extLst>
          </p:cNvPr>
          <p:cNvSpPr/>
          <p:nvPr/>
        </p:nvSpPr>
        <p:spPr>
          <a:xfrm>
            <a:off x="2472856" y="1910703"/>
            <a:ext cx="763325" cy="2644872"/>
          </a:xfrm>
          <a:prstGeom prst="rect">
            <a:avLst/>
          </a:prstGeom>
          <a:solidFill>
            <a:srgbClr val="FFC0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FE0FCA62-CF47-5833-267A-79C7A4672AE3}"/>
              </a:ext>
            </a:extLst>
          </p:cNvPr>
          <p:cNvSpPr/>
          <p:nvPr/>
        </p:nvSpPr>
        <p:spPr>
          <a:xfrm>
            <a:off x="2591638" y="2105280"/>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D62ED415-6F2C-CBEB-5A83-E6BFB444ED59}"/>
              </a:ext>
            </a:extLst>
          </p:cNvPr>
          <p:cNvSpPr/>
          <p:nvPr/>
        </p:nvSpPr>
        <p:spPr>
          <a:xfrm>
            <a:off x="2626913" y="3932399"/>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8" name="Straight Arrow Connector 77">
            <a:extLst>
              <a:ext uri="{FF2B5EF4-FFF2-40B4-BE49-F238E27FC236}">
                <a16:creationId xmlns:a16="http://schemas.microsoft.com/office/drawing/2014/main" id="{0F82F5AE-9095-FF75-A07B-C9FC9B8B3127}"/>
              </a:ext>
            </a:extLst>
          </p:cNvPr>
          <p:cNvCxnSpPr>
            <a:cxnSpLocks/>
            <a:stCxn id="98" idx="3"/>
            <a:endCxn id="75" idx="2"/>
          </p:cNvCxnSpPr>
          <p:nvPr/>
        </p:nvCxnSpPr>
        <p:spPr>
          <a:xfrm>
            <a:off x="1361407" y="2325471"/>
            <a:ext cx="1230231" cy="10397"/>
          </a:xfrm>
          <a:prstGeom prst="straightConnector1">
            <a:avLst/>
          </a:prstGeom>
          <a:ln>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16C20D49-4072-E452-EA09-0AF98611B513}"/>
              </a:ext>
            </a:extLst>
          </p:cNvPr>
          <p:cNvCxnSpPr>
            <a:cxnSpLocks/>
            <a:stCxn id="99" idx="3"/>
            <a:endCxn id="76" idx="2"/>
          </p:cNvCxnSpPr>
          <p:nvPr/>
        </p:nvCxnSpPr>
        <p:spPr>
          <a:xfrm>
            <a:off x="1364895" y="4119255"/>
            <a:ext cx="1262018" cy="4373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C38246CB-983E-59CD-AA93-FAFEDF43D3BC}"/>
              </a:ext>
            </a:extLst>
          </p:cNvPr>
          <p:cNvCxnSpPr>
            <a:cxnSpLocks/>
            <a:stCxn id="99" idx="3"/>
            <a:endCxn id="75" idx="2"/>
          </p:cNvCxnSpPr>
          <p:nvPr/>
        </p:nvCxnSpPr>
        <p:spPr>
          <a:xfrm flipV="1">
            <a:off x="1364895" y="2335868"/>
            <a:ext cx="1226743" cy="178338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C7C7CC91-A003-CEF5-6BCD-9F12FD3E1F58}"/>
              </a:ext>
            </a:extLst>
          </p:cNvPr>
          <p:cNvCxnSpPr>
            <a:cxnSpLocks/>
            <a:stCxn id="98" idx="3"/>
            <a:endCxn id="76" idx="2"/>
          </p:cNvCxnSpPr>
          <p:nvPr/>
        </p:nvCxnSpPr>
        <p:spPr>
          <a:xfrm>
            <a:off x="1361407" y="2325471"/>
            <a:ext cx="1265506" cy="1837516"/>
          </a:xfrm>
          <a:prstGeom prst="straightConnector1">
            <a:avLst/>
          </a:prstGeom>
          <a:ln>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4CB61941-8729-5499-A587-4F77703588BC}"/>
              </a:ext>
            </a:extLst>
          </p:cNvPr>
          <p:cNvCxnSpPr>
            <a:cxnSpLocks/>
            <a:stCxn id="120" idx="6"/>
            <a:endCxn id="94" idx="1"/>
          </p:cNvCxnSpPr>
          <p:nvPr/>
        </p:nvCxnSpPr>
        <p:spPr>
          <a:xfrm flipV="1">
            <a:off x="6906909" y="2335869"/>
            <a:ext cx="748578" cy="529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60432FC1-0984-A601-D75C-A01F55F190F8}"/>
              </a:ext>
            </a:extLst>
          </p:cNvPr>
          <p:cNvCxnSpPr>
            <a:cxnSpLocks/>
            <a:stCxn id="121" idx="6"/>
            <a:endCxn id="95" idx="1"/>
          </p:cNvCxnSpPr>
          <p:nvPr/>
        </p:nvCxnSpPr>
        <p:spPr>
          <a:xfrm flipV="1">
            <a:off x="6974818" y="4140051"/>
            <a:ext cx="727328" cy="255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4AA02540-416C-5A93-A18F-DEB03C3105B4}"/>
                  </a:ext>
                </a:extLst>
              </p:cNvPr>
              <p:cNvSpPr/>
              <p:nvPr/>
            </p:nvSpPr>
            <p:spPr>
              <a:xfrm>
                <a:off x="7655487" y="2149013"/>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xmlns="">
          <p:sp>
            <p:nvSpPr>
              <p:cNvPr id="94" name="Rectangle 93">
                <a:extLst>
                  <a:ext uri="{FF2B5EF4-FFF2-40B4-BE49-F238E27FC236}">
                    <a16:creationId xmlns:a16="http://schemas.microsoft.com/office/drawing/2014/main" id="{4AA02540-416C-5A93-A18F-DEB03C3105B4}"/>
                  </a:ext>
                </a:extLst>
              </p:cNvPr>
              <p:cNvSpPr>
                <a:spLocks noRot="1" noChangeAspect="1" noMove="1" noResize="1" noEditPoints="1" noAdjustHandles="1" noChangeArrowheads="1" noChangeShapeType="1" noTextEdit="1"/>
              </p:cNvSpPr>
              <p:nvPr/>
            </p:nvSpPr>
            <p:spPr>
              <a:xfrm>
                <a:off x="7655487" y="2149013"/>
                <a:ext cx="381663" cy="373711"/>
              </a:xfrm>
              <a:prstGeom prst="rect">
                <a:avLst/>
              </a:prstGeom>
              <a:blipFill>
                <a:blip r:embed="rId2"/>
                <a:stretch>
                  <a:fillRect l="-9677" b="-655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5194A889-1E26-5494-2306-7A7B3496FE4A}"/>
                  </a:ext>
                </a:extLst>
              </p:cNvPr>
              <p:cNvSpPr/>
              <p:nvPr/>
            </p:nvSpPr>
            <p:spPr>
              <a:xfrm>
                <a:off x="7702146" y="3953195"/>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𝑦</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xmlns="">
          <p:sp>
            <p:nvSpPr>
              <p:cNvPr id="95" name="Rectangle 94">
                <a:extLst>
                  <a:ext uri="{FF2B5EF4-FFF2-40B4-BE49-F238E27FC236}">
                    <a16:creationId xmlns:a16="http://schemas.microsoft.com/office/drawing/2014/main" id="{5194A889-1E26-5494-2306-7A7B3496FE4A}"/>
                  </a:ext>
                </a:extLst>
              </p:cNvPr>
              <p:cNvSpPr>
                <a:spLocks noRot="1" noChangeAspect="1" noMove="1" noResize="1" noEditPoints="1" noAdjustHandles="1" noChangeArrowheads="1" noChangeShapeType="1" noTextEdit="1"/>
              </p:cNvSpPr>
              <p:nvPr/>
            </p:nvSpPr>
            <p:spPr>
              <a:xfrm>
                <a:off x="7702146" y="3953195"/>
                <a:ext cx="381663" cy="373711"/>
              </a:xfrm>
              <a:prstGeom prst="rect">
                <a:avLst/>
              </a:prstGeom>
              <a:blipFill>
                <a:blip r:embed="rId3"/>
                <a:stretch>
                  <a:fillRect l="-9524" b="-6452"/>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8" name="Rectangle 97">
                <a:extLst>
                  <a:ext uri="{FF2B5EF4-FFF2-40B4-BE49-F238E27FC236}">
                    <a16:creationId xmlns:a16="http://schemas.microsoft.com/office/drawing/2014/main" id="{75BF825A-000A-3C54-B658-8172BDCA7DE2}"/>
                  </a:ext>
                </a:extLst>
              </p:cNvPr>
              <p:cNvSpPr/>
              <p:nvPr/>
            </p:nvSpPr>
            <p:spPr>
              <a:xfrm>
                <a:off x="979744" y="2138615"/>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1</m:t>
                          </m:r>
                        </m:sub>
                      </m:sSub>
                    </m:oMath>
                  </m:oMathPara>
                </a14:m>
                <a:endParaRPr lang="en-US" dirty="0">
                  <a:solidFill>
                    <a:sysClr val="windowText" lastClr="000000"/>
                  </a:solidFill>
                </a:endParaRPr>
              </a:p>
            </p:txBody>
          </p:sp>
        </mc:Choice>
        <mc:Fallback>
          <p:sp>
            <p:nvSpPr>
              <p:cNvPr id="98" name="Rectangle 97">
                <a:extLst>
                  <a:ext uri="{FF2B5EF4-FFF2-40B4-BE49-F238E27FC236}">
                    <a16:creationId xmlns:a16="http://schemas.microsoft.com/office/drawing/2014/main" id="{75BF825A-000A-3C54-B658-8172BDCA7DE2}"/>
                  </a:ext>
                </a:extLst>
              </p:cNvPr>
              <p:cNvSpPr>
                <a:spLocks noRot="1" noChangeAspect="1" noMove="1" noResize="1" noEditPoints="1" noAdjustHandles="1" noChangeArrowheads="1" noChangeShapeType="1" noTextEdit="1"/>
              </p:cNvSpPr>
              <p:nvPr/>
            </p:nvSpPr>
            <p:spPr>
              <a:xfrm>
                <a:off x="979744" y="2138615"/>
                <a:ext cx="381663" cy="373711"/>
              </a:xfrm>
              <a:prstGeom prst="rect">
                <a:avLst/>
              </a:prstGeom>
              <a:blipFill>
                <a:blip r:embed="rId4"/>
                <a:stretch>
                  <a:fillRect l="-3226"/>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9" name="Rectangle 98">
                <a:extLst>
                  <a:ext uri="{FF2B5EF4-FFF2-40B4-BE49-F238E27FC236}">
                    <a16:creationId xmlns:a16="http://schemas.microsoft.com/office/drawing/2014/main" id="{227A56DE-17AF-ED57-DBBE-05EB60F80304}"/>
                  </a:ext>
                </a:extLst>
              </p:cNvPr>
              <p:cNvSpPr/>
              <p:nvPr/>
            </p:nvSpPr>
            <p:spPr>
              <a:xfrm>
                <a:off x="983232" y="3932399"/>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2</m:t>
                          </m:r>
                        </m:sub>
                      </m:sSub>
                    </m:oMath>
                  </m:oMathPara>
                </a14:m>
                <a:endParaRPr lang="en-US" dirty="0">
                  <a:solidFill>
                    <a:sysClr val="windowText" lastClr="000000"/>
                  </a:solidFill>
                </a:endParaRPr>
              </a:p>
            </p:txBody>
          </p:sp>
        </mc:Choice>
        <mc:Fallback>
          <p:sp>
            <p:nvSpPr>
              <p:cNvPr id="99" name="Rectangle 98">
                <a:extLst>
                  <a:ext uri="{FF2B5EF4-FFF2-40B4-BE49-F238E27FC236}">
                    <a16:creationId xmlns:a16="http://schemas.microsoft.com/office/drawing/2014/main" id="{227A56DE-17AF-ED57-DBBE-05EB60F80304}"/>
                  </a:ext>
                </a:extLst>
              </p:cNvPr>
              <p:cNvSpPr>
                <a:spLocks noRot="1" noChangeAspect="1" noMove="1" noResize="1" noEditPoints="1" noAdjustHandles="1" noChangeArrowheads="1" noChangeShapeType="1" noTextEdit="1"/>
              </p:cNvSpPr>
              <p:nvPr/>
            </p:nvSpPr>
            <p:spPr>
              <a:xfrm>
                <a:off x="983232" y="3932399"/>
                <a:ext cx="381663" cy="373711"/>
              </a:xfrm>
              <a:prstGeom prst="rect">
                <a:avLst/>
              </a:prstGeom>
              <a:blipFill>
                <a:blip r:embed="rId5"/>
                <a:stretch>
                  <a:fillRect l="-3226"/>
                </a:stretch>
              </a:blipFill>
              <a:ln>
                <a:noFill/>
              </a:ln>
              <a:effectLst/>
            </p:spPr>
            <p:txBody>
              <a:bodyPr/>
              <a:lstStyle/>
              <a:p>
                <a:r>
                  <a:rPr lang="en-US">
                    <a:noFill/>
                  </a:rPr>
                  <a:t> </a:t>
                </a:r>
              </a:p>
            </p:txBody>
          </p:sp>
        </mc:Fallback>
      </mc:AlternateContent>
      <p:sp>
        <p:nvSpPr>
          <p:cNvPr id="103" name="Oval 102">
            <a:extLst>
              <a:ext uri="{FF2B5EF4-FFF2-40B4-BE49-F238E27FC236}">
                <a16:creationId xmlns:a16="http://schemas.microsoft.com/office/drawing/2014/main" id="{2BB57DC8-EAE3-CE7B-43F0-4057F727175F}"/>
              </a:ext>
            </a:extLst>
          </p:cNvPr>
          <p:cNvSpPr/>
          <p:nvPr/>
        </p:nvSpPr>
        <p:spPr>
          <a:xfrm>
            <a:off x="4602960" y="1901377"/>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0B591E91-762C-252C-87D2-B906BF5CA42A}"/>
              </a:ext>
            </a:extLst>
          </p:cNvPr>
          <p:cNvSpPr/>
          <p:nvPr/>
        </p:nvSpPr>
        <p:spPr>
          <a:xfrm>
            <a:off x="4595886" y="3877731"/>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ADD6C758-CF9B-A596-BEC1-7AEEB2EAC2AB}"/>
              </a:ext>
            </a:extLst>
          </p:cNvPr>
          <p:cNvSpPr/>
          <p:nvPr/>
        </p:nvSpPr>
        <p:spPr>
          <a:xfrm>
            <a:off x="4599423" y="2872859"/>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7" name="Straight Arrow Connector 106">
            <a:extLst>
              <a:ext uri="{FF2B5EF4-FFF2-40B4-BE49-F238E27FC236}">
                <a16:creationId xmlns:a16="http://schemas.microsoft.com/office/drawing/2014/main" id="{4653D9D2-3235-3F55-C724-2AD87C647CCC}"/>
              </a:ext>
            </a:extLst>
          </p:cNvPr>
          <p:cNvCxnSpPr>
            <a:cxnSpLocks/>
            <a:stCxn id="75" idx="6"/>
            <a:endCxn id="103" idx="2"/>
          </p:cNvCxnSpPr>
          <p:nvPr/>
        </p:nvCxnSpPr>
        <p:spPr>
          <a:xfrm flipV="1">
            <a:off x="3048838" y="2131965"/>
            <a:ext cx="1554122" cy="203903"/>
          </a:xfrm>
          <a:prstGeom prst="straightConnector1">
            <a:avLst/>
          </a:prstGeom>
          <a:ln>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BDB4E26B-8864-67C5-A480-B9A7C5E194E1}"/>
              </a:ext>
            </a:extLst>
          </p:cNvPr>
          <p:cNvCxnSpPr>
            <a:cxnSpLocks/>
            <a:stCxn id="75" idx="6"/>
            <a:endCxn id="106" idx="2"/>
          </p:cNvCxnSpPr>
          <p:nvPr/>
        </p:nvCxnSpPr>
        <p:spPr>
          <a:xfrm>
            <a:off x="3048838" y="2335868"/>
            <a:ext cx="1550585" cy="767579"/>
          </a:xfrm>
          <a:prstGeom prst="straightConnector1">
            <a:avLst/>
          </a:prstGeom>
          <a:ln>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9" name="Straight Arrow Connector 108">
            <a:extLst>
              <a:ext uri="{FF2B5EF4-FFF2-40B4-BE49-F238E27FC236}">
                <a16:creationId xmlns:a16="http://schemas.microsoft.com/office/drawing/2014/main" id="{12B6097B-1FCB-275F-B125-17D36A44CB55}"/>
              </a:ext>
            </a:extLst>
          </p:cNvPr>
          <p:cNvCxnSpPr>
            <a:cxnSpLocks/>
            <a:stCxn id="75" idx="6"/>
            <a:endCxn id="105" idx="2"/>
          </p:cNvCxnSpPr>
          <p:nvPr/>
        </p:nvCxnSpPr>
        <p:spPr>
          <a:xfrm>
            <a:off x="3048838" y="2335868"/>
            <a:ext cx="1547048" cy="1772451"/>
          </a:xfrm>
          <a:prstGeom prst="straightConnector1">
            <a:avLst/>
          </a:prstGeom>
          <a:ln>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1" name="Straight Arrow Connector 110">
            <a:extLst>
              <a:ext uri="{FF2B5EF4-FFF2-40B4-BE49-F238E27FC236}">
                <a16:creationId xmlns:a16="http://schemas.microsoft.com/office/drawing/2014/main" id="{C0A7C514-DD0A-7272-908D-82BA7886B0BC}"/>
              </a:ext>
            </a:extLst>
          </p:cNvPr>
          <p:cNvCxnSpPr>
            <a:cxnSpLocks/>
            <a:stCxn id="76" idx="6"/>
            <a:endCxn id="103" idx="2"/>
          </p:cNvCxnSpPr>
          <p:nvPr/>
        </p:nvCxnSpPr>
        <p:spPr>
          <a:xfrm flipV="1">
            <a:off x="3084113" y="2131965"/>
            <a:ext cx="1518847" cy="203102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FD9F7482-1CB7-DB1A-725D-A928C450723C}"/>
              </a:ext>
            </a:extLst>
          </p:cNvPr>
          <p:cNvCxnSpPr>
            <a:cxnSpLocks/>
            <a:stCxn id="76" idx="6"/>
            <a:endCxn id="106" idx="2"/>
          </p:cNvCxnSpPr>
          <p:nvPr/>
        </p:nvCxnSpPr>
        <p:spPr>
          <a:xfrm flipV="1">
            <a:off x="3084113" y="3103447"/>
            <a:ext cx="1515310" cy="105954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8F9907D8-F953-B1B8-6E2C-AD9A8E942802}"/>
              </a:ext>
            </a:extLst>
          </p:cNvPr>
          <p:cNvCxnSpPr>
            <a:cxnSpLocks/>
            <a:stCxn id="76" idx="6"/>
            <a:endCxn id="105" idx="2"/>
          </p:cNvCxnSpPr>
          <p:nvPr/>
        </p:nvCxnSpPr>
        <p:spPr>
          <a:xfrm flipV="1">
            <a:off x="3084113" y="4108319"/>
            <a:ext cx="1511773" cy="5466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0" name="Oval 119">
            <a:extLst>
              <a:ext uri="{FF2B5EF4-FFF2-40B4-BE49-F238E27FC236}">
                <a16:creationId xmlns:a16="http://schemas.microsoft.com/office/drawing/2014/main" id="{2E73D232-B740-F076-C420-3AD3F6BFC60B}"/>
              </a:ext>
            </a:extLst>
          </p:cNvPr>
          <p:cNvSpPr/>
          <p:nvPr/>
        </p:nvSpPr>
        <p:spPr>
          <a:xfrm>
            <a:off x="6449709" y="2110575"/>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697F70CC-5247-7A93-ABE6-20819BFDECB0}"/>
              </a:ext>
            </a:extLst>
          </p:cNvPr>
          <p:cNvSpPr/>
          <p:nvPr/>
        </p:nvSpPr>
        <p:spPr>
          <a:xfrm>
            <a:off x="6517618" y="3912022"/>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3" name="Straight Arrow Connector 122">
            <a:extLst>
              <a:ext uri="{FF2B5EF4-FFF2-40B4-BE49-F238E27FC236}">
                <a16:creationId xmlns:a16="http://schemas.microsoft.com/office/drawing/2014/main" id="{776F61F7-ECF5-6149-CA17-0C6BB6457917}"/>
              </a:ext>
            </a:extLst>
          </p:cNvPr>
          <p:cNvCxnSpPr>
            <a:cxnSpLocks/>
            <a:stCxn id="103" idx="6"/>
            <a:endCxn id="120" idx="2"/>
          </p:cNvCxnSpPr>
          <p:nvPr/>
        </p:nvCxnSpPr>
        <p:spPr>
          <a:xfrm>
            <a:off x="5060160" y="2131965"/>
            <a:ext cx="1389549" cy="20919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4" name="Straight Arrow Connector 123">
            <a:extLst>
              <a:ext uri="{FF2B5EF4-FFF2-40B4-BE49-F238E27FC236}">
                <a16:creationId xmlns:a16="http://schemas.microsoft.com/office/drawing/2014/main" id="{F22B72B7-006B-2C55-5EC1-E37B7666728C}"/>
              </a:ext>
            </a:extLst>
          </p:cNvPr>
          <p:cNvCxnSpPr>
            <a:cxnSpLocks/>
            <a:stCxn id="103" idx="6"/>
            <a:endCxn id="121" idx="2"/>
          </p:cNvCxnSpPr>
          <p:nvPr/>
        </p:nvCxnSpPr>
        <p:spPr>
          <a:xfrm>
            <a:off x="5060160" y="2131965"/>
            <a:ext cx="1457458" cy="20106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6" name="Straight Arrow Connector 125">
            <a:extLst>
              <a:ext uri="{FF2B5EF4-FFF2-40B4-BE49-F238E27FC236}">
                <a16:creationId xmlns:a16="http://schemas.microsoft.com/office/drawing/2014/main" id="{7C89431A-85B2-8566-E3AB-09BAB002CEEA}"/>
              </a:ext>
            </a:extLst>
          </p:cNvPr>
          <p:cNvCxnSpPr>
            <a:cxnSpLocks/>
            <a:stCxn id="106" idx="6"/>
            <a:endCxn id="120" idx="2"/>
          </p:cNvCxnSpPr>
          <p:nvPr/>
        </p:nvCxnSpPr>
        <p:spPr>
          <a:xfrm flipV="1">
            <a:off x="5056623" y="2341163"/>
            <a:ext cx="1393086" cy="76228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Straight Arrow Connector 126">
            <a:extLst>
              <a:ext uri="{FF2B5EF4-FFF2-40B4-BE49-F238E27FC236}">
                <a16:creationId xmlns:a16="http://schemas.microsoft.com/office/drawing/2014/main" id="{8DD91262-EAAA-82A8-91E1-7712A5C00099}"/>
              </a:ext>
            </a:extLst>
          </p:cNvPr>
          <p:cNvCxnSpPr>
            <a:cxnSpLocks/>
            <a:stCxn id="106" idx="6"/>
            <a:endCxn id="121" idx="2"/>
          </p:cNvCxnSpPr>
          <p:nvPr/>
        </p:nvCxnSpPr>
        <p:spPr>
          <a:xfrm>
            <a:off x="5056623" y="3103447"/>
            <a:ext cx="1460995" cy="1039163"/>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9" name="Straight Arrow Connector 128">
            <a:extLst>
              <a:ext uri="{FF2B5EF4-FFF2-40B4-BE49-F238E27FC236}">
                <a16:creationId xmlns:a16="http://schemas.microsoft.com/office/drawing/2014/main" id="{E1638342-A6C8-AEE5-9BBC-050EF3A22704}"/>
              </a:ext>
            </a:extLst>
          </p:cNvPr>
          <p:cNvCxnSpPr>
            <a:cxnSpLocks/>
            <a:stCxn id="105" idx="6"/>
            <a:endCxn id="120" idx="2"/>
          </p:cNvCxnSpPr>
          <p:nvPr/>
        </p:nvCxnSpPr>
        <p:spPr>
          <a:xfrm flipV="1">
            <a:off x="5053086" y="2341163"/>
            <a:ext cx="1396623" cy="17671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7E81456C-945E-F37E-A0DC-365E3FAF96A9}"/>
              </a:ext>
            </a:extLst>
          </p:cNvPr>
          <p:cNvCxnSpPr>
            <a:cxnSpLocks/>
            <a:stCxn id="105" idx="6"/>
            <a:endCxn id="121" idx="2"/>
          </p:cNvCxnSpPr>
          <p:nvPr/>
        </p:nvCxnSpPr>
        <p:spPr>
          <a:xfrm>
            <a:off x="5053086" y="4108319"/>
            <a:ext cx="1464532" cy="3429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5" name="Rectangle 134">
            <a:extLst>
              <a:ext uri="{FF2B5EF4-FFF2-40B4-BE49-F238E27FC236}">
                <a16:creationId xmlns:a16="http://schemas.microsoft.com/office/drawing/2014/main" id="{7F2B4A70-6984-7D04-CB15-D996D4ED1DB9}"/>
              </a:ext>
            </a:extLst>
          </p:cNvPr>
          <p:cNvSpPr/>
          <p:nvPr/>
        </p:nvSpPr>
        <p:spPr>
          <a:xfrm>
            <a:off x="2134925" y="1606163"/>
            <a:ext cx="1523941"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Layer 1</a:t>
            </a:r>
          </a:p>
        </p:txBody>
      </p:sp>
      <p:sp>
        <p:nvSpPr>
          <p:cNvPr id="136" name="Rectangle 135">
            <a:extLst>
              <a:ext uri="{FF2B5EF4-FFF2-40B4-BE49-F238E27FC236}">
                <a16:creationId xmlns:a16="http://schemas.microsoft.com/office/drawing/2014/main" id="{6A52CA6D-F505-A1B4-D6F7-51D896AEDF03}"/>
              </a:ext>
            </a:extLst>
          </p:cNvPr>
          <p:cNvSpPr/>
          <p:nvPr/>
        </p:nvSpPr>
        <p:spPr>
          <a:xfrm>
            <a:off x="4087797" y="1364386"/>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Layer 2</a:t>
            </a:r>
          </a:p>
        </p:txBody>
      </p:sp>
      <p:sp>
        <p:nvSpPr>
          <p:cNvPr id="137" name="Rectangle 136">
            <a:extLst>
              <a:ext uri="{FF2B5EF4-FFF2-40B4-BE49-F238E27FC236}">
                <a16:creationId xmlns:a16="http://schemas.microsoft.com/office/drawing/2014/main" id="{C586A1EE-8A93-5FDE-2D4D-C8B83D7C5E18}"/>
              </a:ext>
            </a:extLst>
          </p:cNvPr>
          <p:cNvSpPr/>
          <p:nvPr/>
        </p:nvSpPr>
        <p:spPr>
          <a:xfrm>
            <a:off x="5929980" y="1604734"/>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Layer 3</a:t>
            </a:r>
          </a:p>
        </p:txBody>
      </p:sp>
      <mc:AlternateContent xmlns:mc="http://schemas.openxmlformats.org/markup-compatibility/2006">
        <mc:Choice xmlns:a14="http://schemas.microsoft.com/office/drawing/2010/main" Requires="a14">
          <p:sp>
            <p:nvSpPr>
              <p:cNvPr id="214" name="Rectangle 213">
                <a:extLst>
                  <a:ext uri="{FF2B5EF4-FFF2-40B4-BE49-F238E27FC236}">
                    <a16:creationId xmlns:a16="http://schemas.microsoft.com/office/drawing/2014/main" id="{F7CEF19F-0515-01F9-6739-4D4C00114CDF}"/>
                  </a:ext>
                </a:extLst>
              </p:cNvPr>
              <p:cNvSpPr/>
              <p:nvPr/>
            </p:nvSpPr>
            <p:spPr>
              <a:xfrm>
                <a:off x="1745634" y="1890595"/>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𝑤</m:t>
                          </m:r>
                        </m:e>
                        <m:sub>
                          <m:r>
                            <a:rPr lang="en-US" b="0" i="1" smtClean="0">
                              <a:solidFill>
                                <a:srgbClr val="0070C0"/>
                              </a:solidFill>
                              <a:latin typeface="Cambria Math" panose="02040503050406030204" pitchFamily="18" charset="0"/>
                            </a:rPr>
                            <m:t>11</m:t>
                          </m:r>
                        </m:sub>
                        <m:sup>
                          <m:r>
                            <a:rPr lang="en-US" b="0" i="1" smtClean="0">
                              <a:solidFill>
                                <a:srgbClr val="0070C0"/>
                              </a:solidFill>
                              <a:latin typeface="Cambria Math" panose="02040503050406030204" pitchFamily="18" charset="0"/>
                            </a:rPr>
                            <m:t>(1)</m:t>
                          </m:r>
                        </m:sup>
                      </m:sSubSup>
                    </m:oMath>
                  </m:oMathPara>
                </a14:m>
                <a:endParaRPr lang="en-US" dirty="0">
                  <a:solidFill>
                    <a:srgbClr val="0070C0"/>
                  </a:solidFill>
                </a:endParaRPr>
              </a:p>
            </p:txBody>
          </p:sp>
        </mc:Choice>
        <mc:Fallback>
          <p:sp>
            <p:nvSpPr>
              <p:cNvPr id="214" name="Rectangle 213">
                <a:extLst>
                  <a:ext uri="{FF2B5EF4-FFF2-40B4-BE49-F238E27FC236}">
                    <a16:creationId xmlns:a16="http://schemas.microsoft.com/office/drawing/2014/main" id="{F7CEF19F-0515-01F9-6739-4D4C00114CDF}"/>
                  </a:ext>
                </a:extLst>
              </p:cNvPr>
              <p:cNvSpPr>
                <a:spLocks noRot="1" noChangeAspect="1" noMove="1" noResize="1" noEditPoints="1" noAdjustHandles="1" noChangeArrowheads="1" noChangeShapeType="1" noTextEdit="1"/>
              </p:cNvSpPr>
              <p:nvPr/>
            </p:nvSpPr>
            <p:spPr>
              <a:xfrm>
                <a:off x="1745634" y="1890595"/>
                <a:ext cx="381663" cy="373711"/>
              </a:xfrm>
              <a:prstGeom prst="rect">
                <a:avLst/>
              </a:prstGeom>
              <a:blipFill>
                <a:blip r:embed="rId6"/>
                <a:stretch>
                  <a:fillRect l="-25806" r="-19355" b="-12903"/>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5" name="Rectangle 214">
                <a:extLst>
                  <a:ext uri="{FF2B5EF4-FFF2-40B4-BE49-F238E27FC236}">
                    <a16:creationId xmlns:a16="http://schemas.microsoft.com/office/drawing/2014/main" id="{B36DF15D-A5F9-5508-23D2-E4ED472BA028}"/>
                  </a:ext>
                </a:extLst>
              </p:cNvPr>
              <p:cNvSpPr/>
              <p:nvPr/>
            </p:nvSpPr>
            <p:spPr>
              <a:xfrm>
                <a:off x="1190407" y="2566455"/>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𝑤</m:t>
                          </m:r>
                        </m:e>
                        <m:sub>
                          <m:r>
                            <a:rPr lang="en-US" b="0" i="1" smtClean="0">
                              <a:solidFill>
                                <a:srgbClr val="0070C0"/>
                              </a:solidFill>
                              <a:latin typeface="Cambria Math" panose="02040503050406030204" pitchFamily="18" charset="0"/>
                            </a:rPr>
                            <m:t>21</m:t>
                          </m:r>
                        </m:sub>
                        <m:sup>
                          <m:r>
                            <a:rPr lang="en-US" b="0" i="1" smtClean="0">
                              <a:solidFill>
                                <a:srgbClr val="0070C0"/>
                              </a:solidFill>
                              <a:latin typeface="Cambria Math" panose="02040503050406030204" pitchFamily="18" charset="0"/>
                            </a:rPr>
                            <m:t>(1)</m:t>
                          </m:r>
                        </m:sup>
                      </m:sSubSup>
                    </m:oMath>
                  </m:oMathPara>
                </a14:m>
                <a:endParaRPr lang="en-US" dirty="0">
                  <a:solidFill>
                    <a:srgbClr val="0070C0"/>
                  </a:solidFill>
                </a:endParaRPr>
              </a:p>
            </p:txBody>
          </p:sp>
        </mc:Choice>
        <mc:Fallback>
          <p:sp>
            <p:nvSpPr>
              <p:cNvPr id="215" name="Rectangle 214">
                <a:extLst>
                  <a:ext uri="{FF2B5EF4-FFF2-40B4-BE49-F238E27FC236}">
                    <a16:creationId xmlns:a16="http://schemas.microsoft.com/office/drawing/2014/main" id="{B36DF15D-A5F9-5508-23D2-E4ED472BA028}"/>
                  </a:ext>
                </a:extLst>
              </p:cNvPr>
              <p:cNvSpPr>
                <a:spLocks noRot="1" noChangeAspect="1" noMove="1" noResize="1" noEditPoints="1" noAdjustHandles="1" noChangeArrowheads="1" noChangeShapeType="1" noTextEdit="1"/>
              </p:cNvSpPr>
              <p:nvPr/>
            </p:nvSpPr>
            <p:spPr>
              <a:xfrm>
                <a:off x="1190407" y="2566455"/>
                <a:ext cx="381663" cy="373711"/>
              </a:xfrm>
              <a:prstGeom prst="rect">
                <a:avLst/>
              </a:prstGeom>
              <a:blipFill>
                <a:blip r:embed="rId7"/>
                <a:stretch>
                  <a:fillRect l="-25806" r="-19355"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6" name="Rectangle 215">
                <a:extLst>
                  <a:ext uri="{FF2B5EF4-FFF2-40B4-BE49-F238E27FC236}">
                    <a16:creationId xmlns:a16="http://schemas.microsoft.com/office/drawing/2014/main" id="{AC22A651-2CA8-3177-CA6F-4223B5314B0C}"/>
                  </a:ext>
                </a:extLst>
              </p:cNvPr>
              <p:cNvSpPr/>
              <p:nvPr/>
            </p:nvSpPr>
            <p:spPr>
              <a:xfrm>
                <a:off x="1678703" y="4161794"/>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𝑤</m:t>
                          </m:r>
                        </m:e>
                        <m:sub>
                          <m:r>
                            <a:rPr lang="en-US" b="0" i="1" smtClean="0">
                              <a:solidFill>
                                <a:sysClr val="windowText" lastClr="000000"/>
                              </a:solidFill>
                              <a:latin typeface="Cambria Math" panose="02040503050406030204" pitchFamily="18" charset="0"/>
                            </a:rPr>
                            <m:t>22</m:t>
                          </m:r>
                        </m:sub>
                        <m:sup>
                          <m:r>
                            <a:rPr lang="en-US" b="0" i="1" smtClean="0">
                              <a:solidFill>
                                <a:sysClr val="windowText" lastClr="000000"/>
                              </a:solidFill>
                              <a:latin typeface="Cambria Math" panose="02040503050406030204" pitchFamily="18" charset="0"/>
                            </a:rPr>
                            <m:t>(1)</m:t>
                          </m:r>
                        </m:sup>
                      </m:sSubSup>
                    </m:oMath>
                  </m:oMathPara>
                </a14:m>
                <a:endParaRPr lang="en-US" dirty="0">
                  <a:solidFill>
                    <a:sysClr val="windowText" lastClr="000000"/>
                  </a:solidFill>
                </a:endParaRPr>
              </a:p>
            </p:txBody>
          </p:sp>
        </mc:Choice>
        <mc:Fallback xmlns="">
          <p:sp>
            <p:nvSpPr>
              <p:cNvPr id="216" name="Rectangle 215">
                <a:extLst>
                  <a:ext uri="{FF2B5EF4-FFF2-40B4-BE49-F238E27FC236}">
                    <a16:creationId xmlns:a16="http://schemas.microsoft.com/office/drawing/2014/main" id="{AC22A651-2CA8-3177-CA6F-4223B5314B0C}"/>
                  </a:ext>
                </a:extLst>
              </p:cNvPr>
              <p:cNvSpPr>
                <a:spLocks noRot="1" noChangeAspect="1" noMove="1" noResize="1" noEditPoints="1" noAdjustHandles="1" noChangeArrowheads="1" noChangeShapeType="1" noTextEdit="1"/>
              </p:cNvSpPr>
              <p:nvPr/>
            </p:nvSpPr>
            <p:spPr>
              <a:xfrm>
                <a:off x="1678703" y="4161794"/>
                <a:ext cx="381663" cy="373711"/>
              </a:xfrm>
              <a:prstGeom prst="rect">
                <a:avLst/>
              </a:prstGeom>
              <a:blipFill>
                <a:blip r:embed="rId8"/>
                <a:stretch>
                  <a:fillRect l="-28571" r="-15873" b="-1147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7" name="Rectangle 216">
                <a:extLst>
                  <a:ext uri="{FF2B5EF4-FFF2-40B4-BE49-F238E27FC236}">
                    <a16:creationId xmlns:a16="http://schemas.microsoft.com/office/drawing/2014/main" id="{D8F558D6-715B-7766-9E86-F09C635000F3}"/>
                  </a:ext>
                </a:extLst>
              </p:cNvPr>
              <p:cNvSpPr/>
              <p:nvPr/>
            </p:nvSpPr>
            <p:spPr>
              <a:xfrm>
                <a:off x="1293498" y="3373026"/>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𝑤</m:t>
                          </m:r>
                        </m:e>
                        <m:sub>
                          <m:r>
                            <a:rPr lang="en-US" b="0" i="1" smtClean="0">
                              <a:solidFill>
                                <a:sysClr val="windowText" lastClr="000000"/>
                              </a:solidFill>
                              <a:latin typeface="Cambria Math" panose="02040503050406030204" pitchFamily="18" charset="0"/>
                            </a:rPr>
                            <m:t>12</m:t>
                          </m:r>
                        </m:sub>
                        <m:sup>
                          <m:r>
                            <a:rPr lang="en-US" b="0" i="1" smtClean="0">
                              <a:solidFill>
                                <a:sysClr val="windowText" lastClr="000000"/>
                              </a:solidFill>
                              <a:latin typeface="Cambria Math" panose="02040503050406030204" pitchFamily="18" charset="0"/>
                            </a:rPr>
                            <m:t>(1)</m:t>
                          </m:r>
                        </m:sup>
                      </m:sSubSup>
                    </m:oMath>
                  </m:oMathPara>
                </a14:m>
                <a:endParaRPr lang="en-US" dirty="0">
                  <a:solidFill>
                    <a:sysClr val="windowText" lastClr="000000"/>
                  </a:solidFill>
                </a:endParaRPr>
              </a:p>
            </p:txBody>
          </p:sp>
        </mc:Choice>
        <mc:Fallback xmlns="">
          <p:sp>
            <p:nvSpPr>
              <p:cNvPr id="217" name="Rectangle 216">
                <a:extLst>
                  <a:ext uri="{FF2B5EF4-FFF2-40B4-BE49-F238E27FC236}">
                    <a16:creationId xmlns:a16="http://schemas.microsoft.com/office/drawing/2014/main" id="{D8F558D6-715B-7766-9E86-F09C635000F3}"/>
                  </a:ext>
                </a:extLst>
              </p:cNvPr>
              <p:cNvSpPr>
                <a:spLocks noRot="1" noChangeAspect="1" noMove="1" noResize="1" noEditPoints="1" noAdjustHandles="1" noChangeArrowheads="1" noChangeShapeType="1" noTextEdit="1"/>
              </p:cNvSpPr>
              <p:nvPr/>
            </p:nvSpPr>
            <p:spPr>
              <a:xfrm>
                <a:off x="1293498" y="3373026"/>
                <a:ext cx="381663" cy="373711"/>
              </a:xfrm>
              <a:prstGeom prst="rect">
                <a:avLst/>
              </a:prstGeom>
              <a:blipFill>
                <a:blip r:embed="rId9"/>
                <a:stretch>
                  <a:fillRect l="-28571" r="-15873" b="-1129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8" name="Rectangle 217">
                <a:extLst>
                  <a:ext uri="{FF2B5EF4-FFF2-40B4-BE49-F238E27FC236}">
                    <a16:creationId xmlns:a16="http://schemas.microsoft.com/office/drawing/2014/main" id="{D43FC1E6-CC78-FF91-592C-7C7A165099A0}"/>
                  </a:ext>
                </a:extLst>
              </p:cNvPr>
              <p:cNvSpPr/>
              <p:nvPr/>
            </p:nvSpPr>
            <p:spPr>
              <a:xfrm>
                <a:off x="3648671" y="1775342"/>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𝑤</m:t>
                          </m:r>
                        </m:e>
                        <m:sub>
                          <m:r>
                            <a:rPr lang="en-US" b="0" i="1" smtClean="0">
                              <a:solidFill>
                                <a:srgbClr val="0070C0"/>
                              </a:solidFill>
                              <a:latin typeface="Cambria Math" panose="02040503050406030204" pitchFamily="18" charset="0"/>
                            </a:rPr>
                            <m:t>11</m:t>
                          </m:r>
                        </m:sub>
                        <m:sup>
                          <m:r>
                            <a:rPr lang="en-US" b="0" i="1" smtClean="0">
                              <a:solidFill>
                                <a:srgbClr val="0070C0"/>
                              </a:solidFill>
                              <a:latin typeface="Cambria Math" panose="02040503050406030204" pitchFamily="18" charset="0"/>
                            </a:rPr>
                            <m:t>(2)</m:t>
                          </m:r>
                        </m:sup>
                      </m:sSubSup>
                    </m:oMath>
                  </m:oMathPara>
                </a14:m>
                <a:endParaRPr lang="en-US" dirty="0">
                  <a:solidFill>
                    <a:srgbClr val="0070C0"/>
                  </a:solidFill>
                </a:endParaRPr>
              </a:p>
            </p:txBody>
          </p:sp>
        </mc:Choice>
        <mc:Fallback xmlns="">
          <p:sp>
            <p:nvSpPr>
              <p:cNvPr id="218" name="Rectangle 217">
                <a:extLst>
                  <a:ext uri="{FF2B5EF4-FFF2-40B4-BE49-F238E27FC236}">
                    <a16:creationId xmlns:a16="http://schemas.microsoft.com/office/drawing/2014/main" id="{D43FC1E6-CC78-FF91-592C-7C7A165099A0}"/>
                  </a:ext>
                </a:extLst>
              </p:cNvPr>
              <p:cNvSpPr>
                <a:spLocks noRot="1" noChangeAspect="1" noMove="1" noResize="1" noEditPoints="1" noAdjustHandles="1" noChangeArrowheads="1" noChangeShapeType="1" noTextEdit="1"/>
              </p:cNvSpPr>
              <p:nvPr/>
            </p:nvSpPr>
            <p:spPr>
              <a:xfrm>
                <a:off x="3648671" y="1775342"/>
                <a:ext cx="381663" cy="373711"/>
              </a:xfrm>
              <a:prstGeom prst="rect">
                <a:avLst/>
              </a:prstGeom>
              <a:blipFill>
                <a:blip r:embed="rId10"/>
                <a:stretch>
                  <a:fillRect l="-30645" r="-16129" b="-1129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9" name="Rectangle 218">
                <a:extLst>
                  <a:ext uri="{FF2B5EF4-FFF2-40B4-BE49-F238E27FC236}">
                    <a16:creationId xmlns:a16="http://schemas.microsoft.com/office/drawing/2014/main" id="{FEBA74E2-C42E-3F68-BB63-0642369BEC86}"/>
                  </a:ext>
                </a:extLst>
              </p:cNvPr>
              <p:cNvSpPr/>
              <p:nvPr/>
            </p:nvSpPr>
            <p:spPr>
              <a:xfrm>
                <a:off x="3648670" y="2277042"/>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𝑤</m:t>
                          </m:r>
                        </m:e>
                        <m:sub>
                          <m:r>
                            <a:rPr lang="en-US" b="0" i="1" smtClean="0">
                              <a:solidFill>
                                <a:srgbClr val="0070C0"/>
                              </a:solidFill>
                              <a:latin typeface="Cambria Math" panose="02040503050406030204" pitchFamily="18" charset="0"/>
                            </a:rPr>
                            <m:t>21</m:t>
                          </m:r>
                        </m:sub>
                        <m:sup>
                          <m:r>
                            <a:rPr lang="en-US" b="0" i="1" smtClean="0">
                              <a:solidFill>
                                <a:srgbClr val="0070C0"/>
                              </a:solidFill>
                              <a:latin typeface="Cambria Math" panose="02040503050406030204" pitchFamily="18" charset="0"/>
                            </a:rPr>
                            <m:t>(2)</m:t>
                          </m:r>
                        </m:sup>
                      </m:sSubSup>
                    </m:oMath>
                  </m:oMathPara>
                </a14:m>
                <a:endParaRPr lang="en-US" dirty="0">
                  <a:solidFill>
                    <a:srgbClr val="0070C0"/>
                  </a:solidFill>
                </a:endParaRPr>
              </a:p>
            </p:txBody>
          </p:sp>
        </mc:Choice>
        <mc:Fallback xmlns="">
          <p:sp>
            <p:nvSpPr>
              <p:cNvPr id="219" name="Rectangle 218">
                <a:extLst>
                  <a:ext uri="{FF2B5EF4-FFF2-40B4-BE49-F238E27FC236}">
                    <a16:creationId xmlns:a16="http://schemas.microsoft.com/office/drawing/2014/main" id="{FEBA74E2-C42E-3F68-BB63-0642369BEC86}"/>
                  </a:ext>
                </a:extLst>
              </p:cNvPr>
              <p:cNvSpPr>
                <a:spLocks noRot="1" noChangeAspect="1" noMove="1" noResize="1" noEditPoints="1" noAdjustHandles="1" noChangeArrowheads="1" noChangeShapeType="1" noTextEdit="1"/>
              </p:cNvSpPr>
              <p:nvPr/>
            </p:nvSpPr>
            <p:spPr>
              <a:xfrm>
                <a:off x="3648670" y="2277042"/>
                <a:ext cx="381663" cy="373711"/>
              </a:xfrm>
              <a:prstGeom prst="rect">
                <a:avLst/>
              </a:prstGeom>
              <a:blipFill>
                <a:blip r:embed="rId11"/>
                <a:stretch>
                  <a:fillRect l="-30645" r="-16129" b="-1147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0" name="Rectangle 219">
                <a:extLst>
                  <a:ext uri="{FF2B5EF4-FFF2-40B4-BE49-F238E27FC236}">
                    <a16:creationId xmlns:a16="http://schemas.microsoft.com/office/drawing/2014/main" id="{7B6E3E0F-C3CC-350B-233B-06C7EBF5F474}"/>
                  </a:ext>
                </a:extLst>
              </p:cNvPr>
              <p:cNvSpPr/>
              <p:nvPr/>
            </p:nvSpPr>
            <p:spPr>
              <a:xfrm>
                <a:off x="4295098" y="3460653"/>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𝑤</m:t>
                          </m:r>
                        </m:e>
                        <m:sub>
                          <m:r>
                            <a:rPr lang="en-US" b="0" i="1" smtClean="0">
                              <a:solidFill>
                                <a:srgbClr val="0070C0"/>
                              </a:solidFill>
                              <a:latin typeface="Cambria Math" panose="02040503050406030204" pitchFamily="18" charset="0"/>
                            </a:rPr>
                            <m:t>31</m:t>
                          </m:r>
                        </m:sub>
                        <m:sup>
                          <m:r>
                            <a:rPr lang="en-US" b="0" i="1" smtClean="0">
                              <a:solidFill>
                                <a:srgbClr val="0070C0"/>
                              </a:solidFill>
                              <a:latin typeface="Cambria Math" panose="02040503050406030204" pitchFamily="18" charset="0"/>
                            </a:rPr>
                            <m:t>(2)</m:t>
                          </m:r>
                        </m:sup>
                      </m:sSubSup>
                    </m:oMath>
                  </m:oMathPara>
                </a14:m>
                <a:endParaRPr lang="en-US" dirty="0">
                  <a:solidFill>
                    <a:srgbClr val="0070C0"/>
                  </a:solidFill>
                </a:endParaRPr>
              </a:p>
            </p:txBody>
          </p:sp>
        </mc:Choice>
        <mc:Fallback xmlns="">
          <p:sp>
            <p:nvSpPr>
              <p:cNvPr id="220" name="Rectangle 219">
                <a:extLst>
                  <a:ext uri="{FF2B5EF4-FFF2-40B4-BE49-F238E27FC236}">
                    <a16:creationId xmlns:a16="http://schemas.microsoft.com/office/drawing/2014/main" id="{7B6E3E0F-C3CC-350B-233B-06C7EBF5F474}"/>
                  </a:ext>
                </a:extLst>
              </p:cNvPr>
              <p:cNvSpPr>
                <a:spLocks noRot="1" noChangeAspect="1" noMove="1" noResize="1" noEditPoints="1" noAdjustHandles="1" noChangeArrowheads="1" noChangeShapeType="1" noTextEdit="1"/>
              </p:cNvSpPr>
              <p:nvPr/>
            </p:nvSpPr>
            <p:spPr>
              <a:xfrm>
                <a:off x="4295098" y="3460653"/>
                <a:ext cx="381663" cy="373711"/>
              </a:xfrm>
              <a:prstGeom prst="rect">
                <a:avLst/>
              </a:prstGeom>
              <a:blipFill>
                <a:blip r:embed="rId12"/>
                <a:stretch>
                  <a:fillRect l="-30645" r="-16129" b="-1147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1" name="Rectangle 220">
                <a:extLst>
                  <a:ext uri="{FF2B5EF4-FFF2-40B4-BE49-F238E27FC236}">
                    <a16:creationId xmlns:a16="http://schemas.microsoft.com/office/drawing/2014/main" id="{1211FC33-B247-D0DA-9962-A9D26CF87AEB}"/>
                  </a:ext>
                </a:extLst>
              </p:cNvPr>
              <p:cNvSpPr/>
              <p:nvPr/>
            </p:nvSpPr>
            <p:spPr>
              <a:xfrm>
                <a:off x="3110761" y="3290262"/>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𝑤</m:t>
                          </m:r>
                        </m:e>
                        <m:sub>
                          <m:r>
                            <a:rPr lang="en-US" b="0" i="1" smtClean="0">
                              <a:solidFill>
                                <a:sysClr val="windowText" lastClr="000000"/>
                              </a:solidFill>
                              <a:latin typeface="Cambria Math" panose="02040503050406030204" pitchFamily="18" charset="0"/>
                            </a:rPr>
                            <m:t>12</m:t>
                          </m:r>
                        </m:sub>
                        <m:sup>
                          <m:r>
                            <a:rPr lang="en-US" b="0" i="1" smtClean="0">
                              <a:solidFill>
                                <a:sysClr val="windowText" lastClr="000000"/>
                              </a:solidFill>
                              <a:latin typeface="Cambria Math" panose="02040503050406030204" pitchFamily="18" charset="0"/>
                            </a:rPr>
                            <m:t>(2)</m:t>
                          </m:r>
                        </m:sup>
                      </m:sSubSup>
                    </m:oMath>
                  </m:oMathPara>
                </a14:m>
                <a:endParaRPr lang="en-US" dirty="0">
                  <a:solidFill>
                    <a:sysClr val="windowText" lastClr="000000"/>
                  </a:solidFill>
                </a:endParaRPr>
              </a:p>
            </p:txBody>
          </p:sp>
        </mc:Choice>
        <mc:Fallback xmlns="">
          <p:sp>
            <p:nvSpPr>
              <p:cNvPr id="221" name="Rectangle 220">
                <a:extLst>
                  <a:ext uri="{FF2B5EF4-FFF2-40B4-BE49-F238E27FC236}">
                    <a16:creationId xmlns:a16="http://schemas.microsoft.com/office/drawing/2014/main" id="{1211FC33-B247-D0DA-9962-A9D26CF87AEB}"/>
                  </a:ext>
                </a:extLst>
              </p:cNvPr>
              <p:cNvSpPr>
                <a:spLocks noRot="1" noChangeAspect="1" noMove="1" noResize="1" noEditPoints="1" noAdjustHandles="1" noChangeArrowheads="1" noChangeShapeType="1" noTextEdit="1"/>
              </p:cNvSpPr>
              <p:nvPr/>
            </p:nvSpPr>
            <p:spPr>
              <a:xfrm>
                <a:off x="3110761" y="3290262"/>
                <a:ext cx="381663" cy="373711"/>
              </a:xfrm>
              <a:prstGeom prst="rect">
                <a:avLst/>
              </a:prstGeom>
              <a:blipFill>
                <a:blip r:embed="rId13"/>
                <a:stretch>
                  <a:fillRect l="-28571" r="-15873" b="-1147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Rectangle 221">
                <a:extLst>
                  <a:ext uri="{FF2B5EF4-FFF2-40B4-BE49-F238E27FC236}">
                    <a16:creationId xmlns:a16="http://schemas.microsoft.com/office/drawing/2014/main" id="{5893A807-10FF-6BC8-BFA1-5F3A48E9E4AE}"/>
                  </a:ext>
                </a:extLst>
              </p:cNvPr>
              <p:cNvSpPr/>
              <p:nvPr/>
            </p:nvSpPr>
            <p:spPr>
              <a:xfrm>
                <a:off x="3652213" y="3663046"/>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𝑤</m:t>
                          </m:r>
                        </m:e>
                        <m:sub>
                          <m:r>
                            <a:rPr lang="en-US" b="0" i="1" smtClean="0">
                              <a:solidFill>
                                <a:sysClr val="windowText" lastClr="000000"/>
                              </a:solidFill>
                              <a:latin typeface="Cambria Math" panose="02040503050406030204" pitchFamily="18" charset="0"/>
                            </a:rPr>
                            <m:t>22</m:t>
                          </m:r>
                        </m:sub>
                        <m:sup>
                          <m:r>
                            <a:rPr lang="en-US" b="0" i="1" smtClean="0">
                              <a:solidFill>
                                <a:sysClr val="windowText" lastClr="000000"/>
                              </a:solidFill>
                              <a:latin typeface="Cambria Math" panose="02040503050406030204" pitchFamily="18" charset="0"/>
                            </a:rPr>
                            <m:t>(2)</m:t>
                          </m:r>
                        </m:sup>
                      </m:sSubSup>
                    </m:oMath>
                  </m:oMathPara>
                </a14:m>
                <a:endParaRPr lang="en-US" dirty="0">
                  <a:solidFill>
                    <a:sysClr val="windowText" lastClr="000000"/>
                  </a:solidFill>
                </a:endParaRPr>
              </a:p>
            </p:txBody>
          </p:sp>
        </mc:Choice>
        <mc:Fallback xmlns="">
          <p:sp>
            <p:nvSpPr>
              <p:cNvPr id="222" name="Rectangle 221">
                <a:extLst>
                  <a:ext uri="{FF2B5EF4-FFF2-40B4-BE49-F238E27FC236}">
                    <a16:creationId xmlns:a16="http://schemas.microsoft.com/office/drawing/2014/main" id="{5893A807-10FF-6BC8-BFA1-5F3A48E9E4AE}"/>
                  </a:ext>
                </a:extLst>
              </p:cNvPr>
              <p:cNvSpPr>
                <a:spLocks noRot="1" noChangeAspect="1" noMove="1" noResize="1" noEditPoints="1" noAdjustHandles="1" noChangeArrowheads="1" noChangeShapeType="1" noTextEdit="1"/>
              </p:cNvSpPr>
              <p:nvPr/>
            </p:nvSpPr>
            <p:spPr>
              <a:xfrm>
                <a:off x="3652213" y="3663046"/>
                <a:ext cx="381663" cy="373711"/>
              </a:xfrm>
              <a:prstGeom prst="rect">
                <a:avLst/>
              </a:prstGeom>
              <a:blipFill>
                <a:blip r:embed="rId14"/>
                <a:stretch>
                  <a:fillRect l="-28571" r="-15873" b="-1147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3" name="Rectangle 222">
                <a:extLst>
                  <a:ext uri="{FF2B5EF4-FFF2-40B4-BE49-F238E27FC236}">
                    <a16:creationId xmlns:a16="http://schemas.microsoft.com/office/drawing/2014/main" id="{2D672961-81AF-6CA9-D279-2AAEADEB0DF2}"/>
                  </a:ext>
                </a:extLst>
              </p:cNvPr>
              <p:cNvSpPr/>
              <p:nvPr/>
            </p:nvSpPr>
            <p:spPr>
              <a:xfrm>
                <a:off x="3424608" y="4140050"/>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𝑤</m:t>
                          </m:r>
                        </m:e>
                        <m:sub>
                          <m:r>
                            <a:rPr lang="en-US" b="0" i="1" smtClean="0">
                              <a:solidFill>
                                <a:sysClr val="windowText" lastClr="000000"/>
                              </a:solidFill>
                              <a:latin typeface="Cambria Math" panose="02040503050406030204" pitchFamily="18" charset="0"/>
                            </a:rPr>
                            <m:t>32</m:t>
                          </m:r>
                        </m:sub>
                        <m:sup>
                          <m:r>
                            <a:rPr lang="en-US" b="0" i="1" smtClean="0">
                              <a:solidFill>
                                <a:sysClr val="windowText" lastClr="000000"/>
                              </a:solidFill>
                              <a:latin typeface="Cambria Math" panose="02040503050406030204" pitchFamily="18" charset="0"/>
                            </a:rPr>
                            <m:t>(2)</m:t>
                          </m:r>
                        </m:sup>
                      </m:sSubSup>
                    </m:oMath>
                  </m:oMathPara>
                </a14:m>
                <a:endParaRPr lang="en-US" dirty="0">
                  <a:solidFill>
                    <a:sysClr val="windowText" lastClr="000000"/>
                  </a:solidFill>
                </a:endParaRPr>
              </a:p>
            </p:txBody>
          </p:sp>
        </mc:Choice>
        <mc:Fallback xmlns="">
          <p:sp>
            <p:nvSpPr>
              <p:cNvPr id="223" name="Rectangle 222">
                <a:extLst>
                  <a:ext uri="{FF2B5EF4-FFF2-40B4-BE49-F238E27FC236}">
                    <a16:creationId xmlns:a16="http://schemas.microsoft.com/office/drawing/2014/main" id="{2D672961-81AF-6CA9-D279-2AAEADEB0DF2}"/>
                  </a:ext>
                </a:extLst>
              </p:cNvPr>
              <p:cNvSpPr>
                <a:spLocks noRot="1" noChangeAspect="1" noMove="1" noResize="1" noEditPoints="1" noAdjustHandles="1" noChangeArrowheads="1" noChangeShapeType="1" noTextEdit="1"/>
              </p:cNvSpPr>
              <p:nvPr/>
            </p:nvSpPr>
            <p:spPr>
              <a:xfrm>
                <a:off x="3424608" y="4140050"/>
                <a:ext cx="381663" cy="373711"/>
              </a:xfrm>
              <a:prstGeom prst="rect">
                <a:avLst/>
              </a:prstGeom>
              <a:blipFill>
                <a:blip r:embed="rId15"/>
                <a:stretch>
                  <a:fillRect l="-30645" r="-16129" b="-13115"/>
                </a:stretch>
              </a:blipFill>
              <a:ln>
                <a:noFill/>
              </a:ln>
              <a:effectLst/>
            </p:spPr>
            <p:txBody>
              <a:bodyPr/>
              <a:lstStyle/>
              <a:p>
                <a:r>
                  <a:rPr lang="en-US">
                    <a:noFill/>
                  </a:rPr>
                  <a:t> </a:t>
                </a:r>
              </a:p>
            </p:txBody>
          </p:sp>
        </mc:Fallback>
      </mc:AlternateContent>
      <p:grpSp>
        <p:nvGrpSpPr>
          <p:cNvPr id="235" name="Group 234">
            <a:extLst>
              <a:ext uri="{FF2B5EF4-FFF2-40B4-BE49-F238E27FC236}">
                <a16:creationId xmlns:a16="http://schemas.microsoft.com/office/drawing/2014/main" id="{721ADEF1-0D76-98CD-7DD2-36FDAE421572}"/>
              </a:ext>
            </a:extLst>
          </p:cNvPr>
          <p:cNvGrpSpPr/>
          <p:nvPr/>
        </p:nvGrpSpPr>
        <p:grpSpPr>
          <a:xfrm>
            <a:off x="1675161" y="1659036"/>
            <a:ext cx="983432" cy="513782"/>
            <a:chOff x="1675161" y="1659036"/>
            <a:chExt cx="983432" cy="513782"/>
          </a:xfrm>
        </p:grpSpPr>
        <p:cxnSp>
          <p:nvCxnSpPr>
            <p:cNvPr id="227" name="Straight Arrow Connector 226">
              <a:extLst>
                <a:ext uri="{FF2B5EF4-FFF2-40B4-BE49-F238E27FC236}">
                  <a16:creationId xmlns:a16="http://schemas.microsoft.com/office/drawing/2014/main" id="{B70FCBCC-7CCD-7D80-B584-8C7BDA91DD04}"/>
                </a:ext>
              </a:extLst>
            </p:cNvPr>
            <p:cNvCxnSpPr>
              <a:cxnSpLocks/>
              <a:endCxn id="75" idx="1"/>
            </p:cNvCxnSpPr>
            <p:nvPr/>
          </p:nvCxnSpPr>
          <p:spPr>
            <a:xfrm>
              <a:off x="2112873" y="1659036"/>
              <a:ext cx="545720" cy="51378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30" name="Straight Arrow Connector 229">
              <a:extLst>
                <a:ext uri="{FF2B5EF4-FFF2-40B4-BE49-F238E27FC236}">
                  <a16:creationId xmlns:a16="http://schemas.microsoft.com/office/drawing/2014/main" id="{DEC756C3-BDA4-2C16-43AC-19F5AD2226F9}"/>
                </a:ext>
              </a:extLst>
            </p:cNvPr>
            <p:cNvCxnSpPr>
              <a:cxnSpLocks/>
            </p:cNvCxnSpPr>
            <p:nvPr/>
          </p:nvCxnSpPr>
          <p:spPr>
            <a:xfrm>
              <a:off x="1675161" y="1664220"/>
              <a:ext cx="452206" cy="0"/>
            </a:xfrm>
            <a:prstGeom prst="straightConnector1">
              <a:avLst/>
            </a:prstGeom>
            <a:ln>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234" name="Rectangle 233">
                <a:extLst>
                  <a:ext uri="{FF2B5EF4-FFF2-40B4-BE49-F238E27FC236}">
                    <a16:creationId xmlns:a16="http://schemas.microsoft.com/office/drawing/2014/main" id="{037B51F5-8737-A145-EBAA-3C23B7FEF959}"/>
                  </a:ext>
                </a:extLst>
              </p:cNvPr>
              <p:cNvSpPr/>
              <p:nvPr/>
            </p:nvSpPr>
            <p:spPr>
              <a:xfrm>
                <a:off x="1219635" y="1450307"/>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𝑏</m:t>
                          </m:r>
                        </m:e>
                        <m:sub>
                          <m:r>
                            <a:rPr lang="en-US" b="0" i="1" smtClean="0">
                              <a:solidFill>
                                <a:sysClr val="windowText" lastClr="000000"/>
                              </a:solidFill>
                              <a:latin typeface="Cambria Math" panose="02040503050406030204" pitchFamily="18" charset="0"/>
                            </a:rPr>
                            <m:t>1</m:t>
                          </m:r>
                        </m:sub>
                        <m:sup>
                          <m:r>
                            <a:rPr lang="en-US" b="0" i="1" smtClean="0">
                              <a:solidFill>
                                <a:sysClr val="windowText" lastClr="000000"/>
                              </a:solidFill>
                              <a:latin typeface="Cambria Math" panose="02040503050406030204" pitchFamily="18" charset="0"/>
                            </a:rPr>
                            <m:t>(1)</m:t>
                          </m:r>
                        </m:sup>
                      </m:sSubSup>
                    </m:oMath>
                  </m:oMathPara>
                </a14:m>
                <a:endParaRPr lang="en-US" dirty="0">
                  <a:solidFill>
                    <a:sysClr val="windowText" lastClr="000000"/>
                  </a:solidFill>
                </a:endParaRPr>
              </a:p>
            </p:txBody>
          </p:sp>
        </mc:Choice>
        <mc:Fallback>
          <p:sp>
            <p:nvSpPr>
              <p:cNvPr id="234" name="Rectangle 233">
                <a:extLst>
                  <a:ext uri="{FF2B5EF4-FFF2-40B4-BE49-F238E27FC236}">
                    <a16:creationId xmlns:a16="http://schemas.microsoft.com/office/drawing/2014/main" id="{037B51F5-8737-A145-EBAA-3C23B7FEF959}"/>
                  </a:ext>
                </a:extLst>
              </p:cNvPr>
              <p:cNvSpPr>
                <a:spLocks noRot="1" noChangeAspect="1" noMove="1" noResize="1" noEditPoints="1" noAdjustHandles="1" noChangeArrowheads="1" noChangeShapeType="1" noTextEdit="1"/>
              </p:cNvSpPr>
              <p:nvPr/>
            </p:nvSpPr>
            <p:spPr>
              <a:xfrm>
                <a:off x="1219635" y="1450307"/>
                <a:ext cx="381663" cy="373711"/>
              </a:xfrm>
              <a:prstGeom prst="rect">
                <a:avLst/>
              </a:prstGeom>
              <a:blipFill>
                <a:blip r:embed="rId16"/>
                <a:stretch>
                  <a:fillRect l="-29032" r="-9677" b="-13333"/>
                </a:stretch>
              </a:blipFill>
              <a:ln>
                <a:noFill/>
              </a:ln>
              <a:effectLst/>
            </p:spPr>
            <p:txBody>
              <a:bodyPr/>
              <a:lstStyle/>
              <a:p>
                <a:r>
                  <a:rPr lang="en-US">
                    <a:noFill/>
                  </a:rPr>
                  <a:t> </a:t>
                </a:r>
              </a:p>
            </p:txBody>
          </p:sp>
        </mc:Fallback>
      </mc:AlternateContent>
      <p:grpSp>
        <p:nvGrpSpPr>
          <p:cNvPr id="236" name="Group 235">
            <a:extLst>
              <a:ext uri="{FF2B5EF4-FFF2-40B4-BE49-F238E27FC236}">
                <a16:creationId xmlns:a16="http://schemas.microsoft.com/office/drawing/2014/main" id="{87AFD816-7B0F-CEE4-A13C-7F61EE89AC3F}"/>
              </a:ext>
            </a:extLst>
          </p:cNvPr>
          <p:cNvGrpSpPr/>
          <p:nvPr/>
        </p:nvGrpSpPr>
        <p:grpSpPr>
          <a:xfrm>
            <a:off x="948301" y="4326036"/>
            <a:ext cx="1745567" cy="304076"/>
            <a:chOff x="1803267" y="1577523"/>
            <a:chExt cx="1745567" cy="304076"/>
          </a:xfrm>
        </p:grpSpPr>
        <p:cxnSp>
          <p:nvCxnSpPr>
            <p:cNvPr id="237" name="Straight Arrow Connector 236">
              <a:extLst>
                <a:ext uri="{FF2B5EF4-FFF2-40B4-BE49-F238E27FC236}">
                  <a16:creationId xmlns:a16="http://schemas.microsoft.com/office/drawing/2014/main" id="{905A016B-419C-DDDF-C067-2E85264AC14E}"/>
                </a:ext>
              </a:extLst>
            </p:cNvPr>
            <p:cNvCxnSpPr>
              <a:cxnSpLocks/>
              <a:endCxn id="76" idx="3"/>
            </p:cNvCxnSpPr>
            <p:nvPr/>
          </p:nvCxnSpPr>
          <p:spPr>
            <a:xfrm flipV="1">
              <a:off x="2967839" y="1577523"/>
              <a:ext cx="580995" cy="30407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38" name="Straight Arrow Connector 237">
              <a:extLst>
                <a:ext uri="{FF2B5EF4-FFF2-40B4-BE49-F238E27FC236}">
                  <a16:creationId xmlns:a16="http://schemas.microsoft.com/office/drawing/2014/main" id="{5B7FB928-B250-D8E0-341A-9F2E80FBC527}"/>
                </a:ext>
              </a:extLst>
            </p:cNvPr>
            <p:cNvCxnSpPr>
              <a:cxnSpLocks/>
            </p:cNvCxnSpPr>
            <p:nvPr/>
          </p:nvCxnSpPr>
          <p:spPr>
            <a:xfrm>
              <a:off x="1803267" y="1881599"/>
              <a:ext cx="1170974" cy="0"/>
            </a:xfrm>
            <a:prstGeom prst="straightConnector1">
              <a:avLst/>
            </a:prstGeom>
            <a:ln>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242" name="Rectangle 241">
                <a:extLst>
                  <a:ext uri="{FF2B5EF4-FFF2-40B4-BE49-F238E27FC236}">
                    <a16:creationId xmlns:a16="http://schemas.microsoft.com/office/drawing/2014/main" id="{7D5AF5FE-2EF7-3E60-9B65-4833B640D61D}"/>
                  </a:ext>
                </a:extLst>
              </p:cNvPr>
              <p:cNvSpPr/>
              <p:nvPr/>
            </p:nvSpPr>
            <p:spPr>
              <a:xfrm>
                <a:off x="685286" y="4338906"/>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ysClr val="windowText" lastClr="000000"/>
                              </a:solidFill>
                              <a:latin typeface="Cambria Math" panose="02040503050406030204" pitchFamily="18" charset="0"/>
                            </a:rPr>
                          </m:ctrlPr>
                        </m:sSubSupPr>
                        <m:e>
                          <m:r>
                            <a:rPr lang="en-US" b="0" i="1" smtClean="0">
                              <a:solidFill>
                                <a:sysClr val="windowText" lastClr="000000"/>
                              </a:solidFill>
                              <a:latin typeface="Cambria Math" panose="02040503050406030204" pitchFamily="18" charset="0"/>
                            </a:rPr>
                            <m:t>𝑏</m:t>
                          </m:r>
                        </m:e>
                        <m:sub>
                          <m:r>
                            <a:rPr lang="en-US" b="0" i="1" smtClean="0">
                              <a:solidFill>
                                <a:sysClr val="windowText" lastClr="000000"/>
                              </a:solidFill>
                              <a:latin typeface="Cambria Math" panose="02040503050406030204" pitchFamily="18" charset="0"/>
                            </a:rPr>
                            <m:t>2</m:t>
                          </m:r>
                        </m:sub>
                        <m:sup>
                          <m:r>
                            <a:rPr lang="en-US" b="0" i="1" smtClean="0">
                              <a:solidFill>
                                <a:sysClr val="windowText" lastClr="000000"/>
                              </a:solidFill>
                              <a:latin typeface="Cambria Math" panose="02040503050406030204" pitchFamily="18" charset="0"/>
                            </a:rPr>
                            <m:t>(1)</m:t>
                          </m:r>
                        </m:sup>
                      </m:sSubSup>
                    </m:oMath>
                  </m:oMathPara>
                </a14:m>
                <a:endParaRPr lang="en-US" dirty="0">
                  <a:solidFill>
                    <a:sysClr val="windowText" lastClr="000000"/>
                  </a:solidFill>
                </a:endParaRPr>
              </a:p>
            </p:txBody>
          </p:sp>
        </mc:Choice>
        <mc:Fallback>
          <p:sp>
            <p:nvSpPr>
              <p:cNvPr id="242" name="Rectangle 241">
                <a:extLst>
                  <a:ext uri="{FF2B5EF4-FFF2-40B4-BE49-F238E27FC236}">
                    <a16:creationId xmlns:a16="http://schemas.microsoft.com/office/drawing/2014/main" id="{7D5AF5FE-2EF7-3E60-9B65-4833B640D61D}"/>
                  </a:ext>
                </a:extLst>
              </p:cNvPr>
              <p:cNvSpPr>
                <a:spLocks noRot="1" noChangeAspect="1" noMove="1" noResize="1" noEditPoints="1" noAdjustHandles="1" noChangeArrowheads="1" noChangeShapeType="1" noTextEdit="1"/>
              </p:cNvSpPr>
              <p:nvPr/>
            </p:nvSpPr>
            <p:spPr>
              <a:xfrm>
                <a:off x="685286" y="4338906"/>
                <a:ext cx="381663" cy="373711"/>
              </a:xfrm>
              <a:prstGeom prst="rect">
                <a:avLst/>
              </a:prstGeom>
              <a:blipFill>
                <a:blip r:embed="rId17"/>
                <a:stretch>
                  <a:fillRect l="-25806" r="-12903" b="-9677"/>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91822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59C35-F951-F8E9-A5DB-53CE4F28D26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34A030C-FAD1-D2F3-1C19-E4526B8D12DB}"/>
              </a:ext>
            </a:extLst>
          </p:cNvPr>
          <p:cNvSpPr>
            <a:spLocks noGrp="1"/>
          </p:cNvSpPr>
          <p:nvPr>
            <p:ph type="title"/>
          </p:nvPr>
        </p:nvSpPr>
        <p:spPr/>
        <p:txBody>
          <a:bodyPr/>
          <a:lstStyle/>
          <a:p>
            <a:r>
              <a:rPr lang="en-US" dirty="0"/>
              <a:t>Neural Network Notations</a:t>
            </a:r>
          </a:p>
        </p:txBody>
      </p:sp>
      <p:grpSp>
        <p:nvGrpSpPr>
          <p:cNvPr id="4" name="Group 3">
            <a:extLst>
              <a:ext uri="{FF2B5EF4-FFF2-40B4-BE49-F238E27FC236}">
                <a16:creationId xmlns:a16="http://schemas.microsoft.com/office/drawing/2014/main" id="{CF5566B0-412F-9E3F-A182-B8F47835952B}"/>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3F84F085-26A2-7307-AE4D-CEB5CAE50420}"/>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71ADB143-FA68-E45A-118A-9C366C76F699}"/>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A9E9F7D-E3BE-7CED-8721-8F8365357055}"/>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0CB8166-5083-AFBF-434E-ECA1384BFA1C}"/>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5A4F1D7-E1D3-4BBA-340C-519E4543396B}"/>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CC05E2E-57F5-B04C-48FD-7C8C985EE750}"/>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A0DC7CB-FD9A-6931-07C7-5E6DFF046409}"/>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41524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3AFCC-DBCB-2B8C-6CA5-CAF5B068E21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F162684-211B-8C50-9CDA-330C3D8DD5AC}"/>
              </a:ext>
            </a:extLst>
          </p:cNvPr>
          <p:cNvSpPr>
            <a:spLocks noGrp="1"/>
          </p:cNvSpPr>
          <p:nvPr>
            <p:ph type="title"/>
          </p:nvPr>
        </p:nvSpPr>
        <p:spPr/>
        <p:txBody>
          <a:bodyPr/>
          <a:lstStyle/>
          <a:p>
            <a:r>
              <a:rPr lang="en-US" dirty="0"/>
              <a:t>Extra notes</a:t>
            </a:r>
          </a:p>
        </p:txBody>
      </p:sp>
      <p:grpSp>
        <p:nvGrpSpPr>
          <p:cNvPr id="4" name="Group 3">
            <a:extLst>
              <a:ext uri="{FF2B5EF4-FFF2-40B4-BE49-F238E27FC236}">
                <a16:creationId xmlns:a16="http://schemas.microsoft.com/office/drawing/2014/main" id="{9BDF6EF8-4C0C-5997-C252-A4BA7D65C047}"/>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92B75329-6971-7A23-65C0-0BF464016138}"/>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2767C7DE-098A-C4BF-EA3A-C8863BDF2520}"/>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D74E0C6-5D36-7ACC-347E-C4E5DB83001E}"/>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78B23A3-A9A7-2011-98DB-2F4FD3354490}"/>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2E66C3C-5C95-E167-C882-C2DDD9A819AE}"/>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4688573-8EA2-BC08-1684-6479669E1985}"/>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DC27D62-BD4B-171B-3778-CA0D350771DD}"/>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65275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BDF71-864E-86CE-BC2D-74E6EFB108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B40DDEB-2815-28E1-1702-E20A8C5BCE87}"/>
              </a:ext>
            </a:extLst>
          </p:cNvPr>
          <p:cNvSpPr>
            <a:spLocks noGrp="1"/>
          </p:cNvSpPr>
          <p:nvPr>
            <p:ph type="title"/>
          </p:nvPr>
        </p:nvSpPr>
        <p:spPr/>
        <p:txBody>
          <a:bodyPr/>
          <a:lstStyle/>
          <a:p>
            <a:r>
              <a:rPr lang="en-US" dirty="0"/>
              <a:t>Extra notes</a:t>
            </a:r>
          </a:p>
        </p:txBody>
      </p:sp>
      <p:grpSp>
        <p:nvGrpSpPr>
          <p:cNvPr id="4" name="Group 3">
            <a:extLst>
              <a:ext uri="{FF2B5EF4-FFF2-40B4-BE49-F238E27FC236}">
                <a16:creationId xmlns:a16="http://schemas.microsoft.com/office/drawing/2014/main" id="{6148A9AF-2A5E-0309-C5A5-13885AAD539F}"/>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B260F186-BB19-F9E5-8895-26D47D19056C}"/>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4D1286FC-0E06-108A-23AA-F2DDD2005438}"/>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4DD745-7D23-FD04-849B-7DCCCB792451}"/>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2F54C89-84EF-ACA7-9300-5F2F508F746F}"/>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CA836BF-9DBD-2DE5-0642-E2A580F1368A}"/>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0ED6833-DFCB-C1A7-B501-728D82765FF5}"/>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0C2E833-E16D-FB46-BAA8-5C575502279A}"/>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916707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E27A2C-2561-1778-9B2E-3E5735A5D09B}"/>
              </a:ext>
            </a:extLst>
          </p:cNvPr>
          <p:cNvSpPr>
            <a:spLocks noGrp="1"/>
          </p:cNvSpPr>
          <p:nvPr>
            <p:ph idx="26"/>
          </p:nvPr>
        </p:nvSpPr>
        <p:spPr/>
        <p:txBody>
          <a:bodyPr/>
          <a:lstStyle/>
          <a:p>
            <a:r>
              <a:rPr lang="en-US" dirty="0"/>
              <a:t>Materials from this handout used Machine Learning, A First Course for Engineers and Scientists by Lindholm et. al (March 4</a:t>
            </a:r>
            <a:r>
              <a:rPr lang="en-US" baseline="30000" dirty="0"/>
              <a:t>th</a:t>
            </a:r>
            <a:r>
              <a:rPr lang="en-US" dirty="0"/>
              <a:t>, 2026 version), section 6.1 as a reference. Access to this document is free at the publishers’ GitHub page. </a:t>
            </a:r>
          </a:p>
          <a:p>
            <a:r>
              <a:rPr lang="en-US" dirty="0"/>
              <a:t>The following was also used for materials: </a:t>
            </a:r>
            <a:r>
              <a:rPr lang="en-US" i="1" dirty="0"/>
              <a:t>Artificial Intelligence: A Modern Approach</a:t>
            </a:r>
            <a:r>
              <a:rPr lang="en-US" dirty="0"/>
              <a:t>, Russel and Norvig, 4</a:t>
            </a:r>
            <a:r>
              <a:rPr lang="en-US" baseline="30000" dirty="0"/>
              <a:t>th</a:t>
            </a:r>
            <a:r>
              <a:rPr lang="en-US" dirty="0"/>
              <a:t> edition, section 21.1.</a:t>
            </a:r>
          </a:p>
        </p:txBody>
      </p:sp>
      <p:sp>
        <p:nvSpPr>
          <p:cNvPr id="3" name="Title 2">
            <a:extLst>
              <a:ext uri="{FF2B5EF4-FFF2-40B4-BE49-F238E27FC236}">
                <a16:creationId xmlns:a16="http://schemas.microsoft.com/office/drawing/2014/main" id="{4DA13E2E-A912-09EE-0B68-D5DDBBF5B218}"/>
              </a:ext>
            </a:extLst>
          </p:cNvPr>
          <p:cNvSpPr>
            <a:spLocks noGrp="1"/>
          </p:cNvSpPr>
          <p:nvPr>
            <p:ph type="title"/>
          </p:nvPr>
        </p:nvSpPr>
        <p:spPr/>
        <p:txBody>
          <a:bodyPr/>
          <a:lstStyle/>
          <a:p>
            <a:r>
              <a:rPr lang="en-US" dirty="0"/>
              <a:t>References</a:t>
            </a:r>
          </a:p>
        </p:txBody>
      </p:sp>
    </p:spTree>
    <p:extLst>
      <p:ext uri="{BB962C8B-B14F-4D97-AF65-F5344CB8AC3E}">
        <p14:creationId xmlns:p14="http://schemas.microsoft.com/office/powerpoint/2010/main" val="227656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330AE-2636-E259-EEFC-59063E9748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86C4AE-F6B7-2E9C-05FD-B54200E38DB5}"/>
              </a:ext>
            </a:extLst>
          </p:cNvPr>
          <p:cNvSpPr>
            <a:spLocks noGrp="1"/>
          </p:cNvSpPr>
          <p:nvPr>
            <p:ph type="title"/>
          </p:nvPr>
        </p:nvSpPr>
        <p:spPr/>
        <p:txBody>
          <a:bodyPr/>
          <a:lstStyle/>
          <a:p>
            <a:r>
              <a:rPr lang="en-US" dirty="0"/>
              <a:t>Extra notes</a:t>
            </a:r>
          </a:p>
        </p:txBody>
      </p:sp>
      <p:grpSp>
        <p:nvGrpSpPr>
          <p:cNvPr id="4" name="Group 3">
            <a:extLst>
              <a:ext uri="{FF2B5EF4-FFF2-40B4-BE49-F238E27FC236}">
                <a16:creationId xmlns:a16="http://schemas.microsoft.com/office/drawing/2014/main" id="{2DC1CB94-D17A-A46B-7EE0-AB3C51C43D33}"/>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1FF3C5DA-1D0D-7B94-707B-03A28FD44002}"/>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8AC838C-637B-7880-60CA-9B838F3B82D2}"/>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F760FE1-93F1-4FC6-611C-4322370F2C69}"/>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B63499E-C2D0-E484-67C1-2EA7FA971AD4}"/>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620841E-0069-7B25-06EA-B2305D7AFD4C}"/>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3D137F2-D56E-B650-05DB-E13BCC0C863C}"/>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E4E9FF6-C851-7B5E-EBA4-1B25D7CD74CD}"/>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881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CP_PPT_STANDARD_V1" val="bFGnCw1I"/>
  <p:tag name="ARTICULATE_SLIDE_THUMBNAIL_REFRESH" val="1"/>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P_ppt_standard_v1">
  <a:themeElements>
    <a:clrScheme name="Cal Poly Theme 1">
      <a:dk1>
        <a:srgbClr val="000000"/>
      </a:dk1>
      <a:lt1>
        <a:sysClr val="window" lastClr="FFFFFF"/>
      </a:lt1>
      <a:dk2>
        <a:srgbClr val="143B1E"/>
      </a:dk2>
      <a:lt2>
        <a:srgbClr val="EEECE1"/>
      </a:lt2>
      <a:accent1>
        <a:srgbClr val="857756"/>
      </a:accent1>
      <a:accent2>
        <a:srgbClr val="7E7462"/>
      </a:accent2>
      <a:accent3>
        <a:srgbClr val="3B3523"/>
      </a:accent3>
      <a:accent4>
        <a:srgbClr val="4F512F"/>
      </a:accent4>
      <a:accent5>
        <a:srgbClr val="273015"/>
      </a:accent5>
      <a:accent6>
        <a:srgbClr val="C6C0B7"/>
      </a:accent6>
      <a:hlink>
        <a:srgbClr val="857756"/>
      </a:hlink>
      <a:folHlink>
        <a:srgbClr val="7E7462"/>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a:spPr>
      <a:bodyPr vert="horz" wrap="square" lIns="91440" tIns="45720" rIns="91440" bIns="45720" numCol="1" anchor="t" anchorCtr="0" compatLnSpc="1">
        <a:prstTxWarp prst="textNoShape">
          <a:avLst/>
        </a:prstTxWarp>
        <a:normAutofit/>
      </a:bodyPr>
      <a:lstStyle>
        <a:defPPr>
          <a:defRPr sz="2800" dirty="0" smtClean="0">
            <a:solidFill>
              <a:srgbClr val="29551A"/>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18182</TotalTime>
  <Words>631</Words>
  <Application>Microsoft Macintosh PowerPoint</Application>
  <PresentationFormat>On-screen Show (16:9)</PresentationFormat>
  <Paragraphs>125</Paragraphs>
  <Slides>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 Math</vt:lpstr>
      <vt:lpstr>Palatino Linotype</vt:lpstr>
      <vt:lpstr>Wingdings</vt:lpstr>
      <vt:lpstr>CP_ppt_standard_v1</vt:lpstr>
      <vt:lpstr>Introduction to Neural Networks (1)</vt:lpstr>
      <vt:lpstr>Overview</vt:lpstr>
      <vt:lpstr>Universal Approximators</vt:lpstr>
      <vt:lpstr>Neural Networks as Universal Approximators</vt:lpstr>
      <vt:lpstr>Biological Neurons</vt:lpstr>
      <vt:lpstr>Neuronal Activation</vt:lpstr>
      <vt:lpstr>Artificial Neurons</vt:lpstr>
      <vt:lpstr>Activation Functions</vt:lpstr>
      <vt:lpstr>Single-Layer Perceptron Example</vt:lpstr>
      <vt:lpstr>Single-Layer Perceptron Issue</vt:lpstr>
      <vt:lpstr>Multi-layer Perceptrons (MLP) and Deep Neural Networks</vt:lpstr>
      <vt:lpstr>Deep Neural Networks</vt:lpstr>
      <vt:lpstr>Neural Network Notations</vt:lpstr>
      <vt:lpstr>Neural Network Notations</vt:lpstr>
      <vt:lpstr>Extra notes</vt:lpstr>
      <vt:lpstr>Extra notes</vt:lpstr>
      <vt:lpstr>References</vt:lpstr>
      <vt:lpstr>Extra 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AI and Machine Learning?</dc:title>
  <cp:lastModifiedBy>Mohammad Hasan</cp:lastModifiedBy>
  <cp:revision>230</cp:revision>
  <dcterms:modified xsi:type="dcterms:W3CDTF">2026-09-28T02:50:18Z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118AC62C-6063-445C-83E0-64D5A29EA3D4</vt:lpwstr>
  </property>
  <property fmtid="{D5CDD505-2E9C-101B-9397-08002B2CF9AE}" pid="3" name="ArticulatePath">
    <vt:lpwstr>Unconscious Bias in the Engineering Faculty Search Process_v3</vt:lpwstr>
  </property>
</Properties>
</file>