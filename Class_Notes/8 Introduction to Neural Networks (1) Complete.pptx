
<file path=[Content_Types].xml><?xml version="1.0" encoding="utf-8"?>
<Types xmlns="http://schemas.openxmlformats.org/package/2006/content-types">
  <Default Extension="com" ContentType="image/jpeg"/>
  <Default Extension="emf" ContentType="image/x-emf"/>
  <Default Extension="jpeg" ContentType="image/jpeg"/>
  <Default Extension="jpg" ContentType="image/jpeg"/>
  <Default Extension="org&amp;utm_campaign=parser&amp;utm_content=thumbnail" ContentType="image/pn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heme/theme2.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20"/>
  </p:notesMasterIdLst>
  <p:sldIdLst>
    <p:sldId id="315" r:id="rId2"/>
    <p:sldId id="343" r:id="rId3"/>
    <p:sldId id="365" r:id="rId4"/>
    <p:sldId id="364" r:id="rId5"/>
    <p:sldId id="366" r:id="rId6"/>
    <p:sldId id="367" r:id="rId7"/>
    <p:sldId id="368" r:id="rId8"/>
    <p:sldId id="369" r:id="rId9"/>
    <p:sldId id="370" r:id="rId10"/>
    <p:sldId id="371" r:id="rId11"/>
    <p:sldId id="372" r:id="rId12"/>
    <p:sldId id="373" r:id="rId13"/>
    <p:sldId id="374" r:id="rId14"/>
    <p:sldId id="376" r:id="rId15"/>
    <p:sldId id="377" r:id="rId16"/>
    <p:sldId id="378" r:id="rId17"/>
    <p:sldId id="362" r:id="rId18"/>
    <p:sldId id="360" r:id="rId19"/>
  </p:sldIdLst>
  <p:sldSz cx="9144000" cy="5143500" type="screen16x9"/>
  <p:notesSz cx="9236075" cy="7010400"/>
  <p:custDataLst>
    <p:tags r:id="rId21"/>
  </p:custDataLst>
  <p:defaultTextStyle>
    <a:defPPr>
      <a:defRPr lang="en-US"/>
    </a:defPPr>
    <a:lvl1pPr algn="l" defTabSz="457200"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284"/>
    <a:srgbClr val="8B92DE"/>
    <a:srgbClr val="EAAB00"/>
    <a:srgbClr val="C6C0B7"/>
    <a:srgbClr val="3B3523"/>
    <a:srgbClr val="F0EED7"/>
    <a:srgbClr val="857756"/>
    <a:srgbClr val="7E7462"/>
    <a:srgbClr val="273015"/>
    <a:srgbClr val="4F51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753219-E09F-4C42-9382-834A6883A7FA}" v="1079" dt="2026-09-25T22:21:53.157"/>
    <p1510:client id="{F2A8412A-0CFE-5C40-8B8B-B0978D498E87}" v="2386" dt="2026-09-28T02:46:03.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716"/>
    <p:restoredTop sz="94247"/>
  </p:normalViewPr>
  <p:slideViewPr>
    <p:cSldViewPr snapToGrid="0">
      <p:cViewPr varScale="1">
        <p:scale>
          <a:sx n="157" d="100"/>
          <a:sy n="157" d="100"/>
        </p:scale>
        <p:origin x="160" y="208"/>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4944" y="18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875-4CA1-AFBF-A3E9F95F45CE}"/>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875-4CA1-AFBF-A3E9F95F45CE}"/>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875-4CA1-AFBF-A3E9F95F45CE}"/>
            </c:ext>
          </c:extLst>
        </c:ser>
        <c:dLbls>
          <c:showLegendKey val="0"/>
          <c:showVal val="0"/>
          <c:showCatName val="0"/>
          <c:showSerName val="0"/>
          <c:showPercent val="0"/>
          <c:showBubbleSize val="0"/>
        </c:dLbls>
        <c:gapWidth val="150"/>
        <c:axId val="174220736"/>
        <c:axId val="146502112"/>
      </c:barChart>
      <c:catAx>
        <c:axId val="174220736"/>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146502112"/>
        <c:crosses val="autoZero"/>
        <c:auto val="1"/>
        <c:lblAlgn val="ctr"/>
        <c:lblOffset val="100"/>
        <c:noMultiLvlLbl val="0"/>
      </c:catAx>
      <c:valAx>
        <c:axId val="146502112"/>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174220736"/>
        <c:crosses val="autoZero"/>
        <c:crossBetween val="between"/>
      </c:valAx>
      <c:spPr>
        <a:solidFill>
          <a:srgbClr val="F2F2F2"/>
        </a:solidFill>
        <a:ln w="25387">
          <a:noFill/>
        </a:ln>
      </c:spPr>
    </c:plotArea>
    <c:legend>
      <c:legendPos val="r"/>
      <c:layout>
        <c:manualLayout>
          <c:xMode val="edge"/>
          <c:yMode val="edge"/>
          <c:x val="0.67469879518072284"/>
          <c:y val="0.32344213649851633"/>
          <c:w val="0.28915662650602408"/>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A06-4755-B39D-439C5442E7D7}"/>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A06-4755-B39D-439C5442E7D7}"/>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A06-4755-B39D-439C5442E7D7}"/>
            </c:ext>
          </c:extLst>
        </c:ser>
        <c:dLbls>
          <c:showLegendKey val="0"/>
          <c:showVal val="0"/>
          <c:showCatName val="0"/>
          <c:showSerName val="0"/>
          <c:showPercent val="0"/>
          <c:showBubbleSize val="0"/>
        </c:dLbls>
        <c:gapWidth val="150"/>
        <c:axId val="251362160"/>
        <c:axId val="251362552"/>
      </c:barChart>
      <c:catAx>
        <c:axId val="251362160"/>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2552"/>
        <c:crosses val="autoZero"/>
        <c:auto val="1"/>
        <c:lblAlgn val="ctr"/>
        <c:lblOffset val="100"/>
        <c:noMultiLvlLbl val="0"/>
      </c:catAx>
      <c:valAx>
        <c:axId val="251362552"/>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2160"/>
        <c:crosses val="autoZero"/>
        <c:crossBetween val="between"/>
      </c:valAx>
      <c:spPr>
        <a:solidFill>
          <a:srgbClr val="F2F2F2"/>
        </a:solidFill>
        <a:ln w="25385">
          <a:noFill/>
        </a:ln>
      </c:spPr>
    </c:plotArea>
    <c:legend>
      <c:legendPos val="r"/>
      <c:layout>
        <c:manualLayout>
          <c:xMode val="edge"/>
          <c:yMode val="edge"/>
          <c:x val="0.67469879518072284"/>
          <c:y val="0.32344213649851633"/>
          <c:w val="0.28915662650602408"/>
          <c:h val="0.37982195845697331"/>
        </c:manualLayout>
      </c:layout>
      <c:overlay val="0"/>
      <c:spPr>
        <a:noFill/>
        <a:ln w="25385">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EEC-4472-834A-CD78B91F17C4}"/>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EEC-4472-834A-CD78B91F17C4}"/>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EEC-4472-834A-CD78B91F17C4}"/>
            </c:ext>
          </c:extLst>
        </c:ser>
        <c:dLbls>
          <c:showLegendKey val="0"/>
          <c:showVal val="0"/>
          <c:showCatName val="0"/>
          <c:showSerName val="0"/>
          <c:showPercent val="0"/>
          <c:showBubbleSize val="0"/>
        </c:dLbls>
        <c:gapWidth val="150"/>
        <c:axId val="251363336"/>
        <c:axId val="251363728"/>
      </c:barChart>
      <c:catAx>
        <c:axId val="251363336"/>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3728"/>
        <c:crosses val="autoZero"/>
        <c:auto val="1"/>
        <c:lblAlgn val="ctr"/>
        <c:lblOffset val="100"/>
        <c:noMultiLvlLbl val="0"/>
      </c:catAx>
      <c:valAx>
        <c:axId val="251363728"/>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3336"/>
        <c:crosses val="autoZero"/>
        <c:crossBetween val="between"/>
      </c:valAx>
      <c:spPr>
        <a:solidFill>
          <a:srgbClr val="F2F2F2"/>
        </a:solidFill>
        <a:ln w="25387">
          <a:noFill/>
        </a:ln>
      </c:spPr>
    </c:plotArea>
    <c:legend>
      <c:legendPos val="r"/>
      <c:layout>
        <c:manualLayout>
          <c:xMode val="edge"/>
          <c:yMode val="edge"/>
          <c:x val="0.84421534936998854"/>
          <c:y val="0.34421364985163205"/>
          <c:w val="0.13745704467353953"/>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C27A-48D0-BD55-17F64B850A76}"/>
            </c:ext>
          </c:extLst>
        </c:ser>
        <c:ser>
          <c:idx val="1"/>
          <c:order val="1"/>
          <c:tx>
            <c:strRef>
              <c:f>Sheet1!$C$1</c:f>
              <c:strCache>
                <c:ptCount val="1"/>
                <c:pt idx="0">
                  <c:v>Series 2</c:v>
                </c:pt>
              </c:strCache>
            </c:strRef>
          </c:tx>
          <c:spPr>
            <a:ln w="38080">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C27A-48D0-BD55-17F64B850A76}"/>
            </c:ext>
          </c:extLst>
        </c:ser>
        <c:ser>
          <c:idx val="2"/>
          <c:order val="2"/>
          <c:tx>
            <c:strRef>
              <c:f>Sheet1!$D$1</c:f>
              <c:strCache>
                <c:ptCount val="1"/>
                <c:pt idx="0">
                  <c:v>Series 3</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C27A-48D0-BD55-17F64B850A76}"/>
            </c:ext>
          </c:extLst>
        </c:ser>
        <c:dLbls>
          <c:showLegendKey val="0"/>
          <c:showVal val="0"/>
          <c:showCatName val="0"/>
          <c:showSerName val="0"/>
          <c:showPercent val="0"/>
          <c:showBubbleSize val="0"/>
        </c:dLbls>
        <c:smooth val="0"/>
        <c:axId val="251364512"/>
        <c:axId val="251364904"/>
      </c:lineChart>
      <c:catAx>
        <c:axId val="251364512"/>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4904"/>
        <c:crosses val="autoZero"/>
        <c:auto val="1"/>
        <c:lblAlgn val="ctr"/>
        <c:lblOffset val="100"/>
        <c:noMultiLvlLbl val="0"/>
      </c:catAx>
      <c:valAx>
        <c:axId val="251364904"/>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4512"/>
        <c:crosses val="autoZero"/>
        <c:crossBetween val="between"/>
      </c:valAx>
      <c:spPr>
        <a:solidFill>
          <a:srgbClr val="F2F2F2"/>
        </a:solidFill>
        <a:ln w="25387">
          <a:noFill/>
        </a:ln>
      </c:spPr>
    </c:plotArea>
    <c:legend>
      <c:legendPos val="r"/>
      <c:layout>
        <c:manualLayout>
          <c:xMode val="edge"/>
          <c:yMode val="edge"/>
          <c:x val="0.66987951807228918"/>
          <c:y val="0.32344213649851633"/>
          <c:w val="0.29638554216867469"/>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77">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136-4F72-A118-34CB4C66CEAF}"/>
            </c:ext>
          </c:extLst>
        </c:ser>
        <c:ser>
          <c:idx val="1"/>
          <c:order val="1"/>
          <c:tx>
            <c:strRef>
              <c:f>Sheet1!$C$1</c:f>
              <c:strCache>
                <c:ptCount val="1"/>
                <c:pt idx="0">
                  <c:v>Series 2</c:v>
                </c:pt>
              </c:strCache>
            </c:strRef>
          </c:tx>
          <c:spPr>
            <a:ln w="38077">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136-4F72-A118-34CB4C66CEAF}"/>
            </c:ext>
          </c:extLst>
        </c:ser>
        <c:ser>
          <c:idx val="2"/>
          <c:order val="2"/>
          <c:tx>
            <c:strRef>
              <c:f>Sheet1!$D$1</c:f>
              <c:strCache>
                <c:ptCount val="1"/>
                <c:pt idx="0">
                  <c:v>Series 3</c:v>
                </c:pt>
              </c:strCache>
            </c:strRef>
          </c:tx>
          <c:spPr>
            <a:ln w="38077">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136-4F72-A118-34CB4C66CEAF}"/>
            </c:ext>
          </c:extLst>
        </c:ser>
        <c:dLbls>
          <c:showLegendKey val="0"/>
          <c:showVal val="0"/>
          <c:showCatName val="0"/>
          <c:showSerName val="0"/>
          <c:showPercent val="0"/>
          <c:showBubbleSize val="0"/>
        </c:dLbls>
        <c:smooth val="0"/>
        <c:axId val="251365688"/>
        <c:axId val="251989008"/>
      </c:lineChart>
      <c:catAx>
        <c:axId val="251365688"/>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89008"/>
        <c:crosses val="autoZero"/>
        <c:auto val="1"/>
        <c:lblAlgn val="ctr"/>
        <c:lblOffset val="100"/>
        <c:noMultiLvlLbl val="0"/>
      </c:catAx>
      <c:valAx>
        <c:axId val="251989008"/>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5688"/>
        <c:crosses val="autoZero"/>
        <c:crossBetween val="between"/>
      </c:valAx>
      <c:spPr>
        <a:solidFill>
          <a:srgbClr val="F2F2F2"/>
        </a:solidFill>
        <a:ln w="25385">
          <a:noFill/>
        </a:ln>
      </c:spPr>
    </c:plotArea>
    <c:legend>
      <c:legendPos val="r"/>
      <c:layout>
        <c:manualLayout>
          <c:xMode val="edge"/>
          <c:yMode val="edge"/>
          <c:x val="0.66987951807228918"/>
          <c:y val="0.32344213649851633"/>
          <c:w val="0.29638554216867469"/>
          <c:h val="0.37982195845697331"/>
        </c:manualLayout>
      </c:layout>
      <c:overlay val="0"/>
      <c:spPr>
        <a:noFill/>
        <a:ln w="25385">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580-4918-B3E2-DDF92CD730AD}"/>
            </c:ext>
          </c:extLst>
        </c:ser>
        <c:ser>
          <c:idx val="1"/>
          <c:order val="1"/>
          <c:tx>
            <c:strRef>
              <c:f>Sheet1!$C$1</c:f>
              <c:strCache>
                <c:ptCount val="1"/>
                <c:pt idx="0">
                  <c:v>Series 2</c:v>
                </c:pt>
              </c:strCache>
            </c:strRef>
          </c:tx>
          <c:spPr>
            <a:ln w="38080">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580-4918-B3E2-DDF92CD730AD}"/>
            </c:ext>
          </c:extLst>
        </c:ser>
        <c:ser>
          <c:idx val="2"/>
          <c:order val="2"/>
          <c:tx>
            <c:strRef>
              <c:f>Sheet1!$D$1</c:f>
              <c:strCache>
                <c:ptCount val="1"/>
                <c:pt idx="0">
                  <c:v>Series 3</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580-4918-B3E2-DDF92CD730AD}"/>
            </c:ext>
          </c:extLst>
        </c:ser>
        <c:dLbls>
          <c:showLegendKey val="0"/>
          <c:showVal val="0"/>
          <c:showCatName val="0"/>
          <c:showSerName val="0"/>
          <c:showPercent val="0"/>
          <c:showBubbleSize val="0"/>
        </c:dLbls>
        <c:smooth val="0"/>
        <c:axId val="251989792"/>
        <c:axId val="251990184"/>
      </c:lineChart>
      <c:catAx>
        <c:axId val="251989792"/>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90184"/>
        <c:crosses val="autoZero"/>
        <c:auto val="1"/>
        <c:lblAlgn val="ctr"/>
        <c:lblOffset val="100"/>
        <c:noMultiLvlLbl val="0"/>
      </c:catAx>
      <c:valAx>
        <c:axId val="251990184"/>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89792"/>
        <c:crosses val="autoZero"/>
        <c:crossBetween val="between"/>
      </c:valAx>
      <c:spPr>
        <a:solidFill>
          <a:srgbClr val="F2F2F2"/>
        </a:solidFill>
        <a:ln w="25387">
          <a:noFill/>
        </a:ln>
      </c:spPr>
    </c:plotArea>
    <c:legend>
      <c:legendPos val="r"/>
      <c:layout>
        <c:manualLayout>
          <c:xMode val="edge"/>
          <c:yMode val="edge"/>
          <c:x val="0.84077892325315007"/>
          <c:y val="0.34421364985163205"/>
          <c:w val="0.14089347079037801"/>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04.008"/>
    </inkml:context>
    <inkml:brush xml:id="br0">
      <inkml:brushProperty name="width" value="0.08571" units="cm"/>
      <inkml:brushProperty name="height" value="0.08571" units="cm"/>
      <inkml:brushProperty name="color" value="#004F8B"/>
    </inkml:brush>
  </inkml:definitions>
  <inkml:trace contextRef="#ctx0" brushRef="#br0">734 368 7702,'-8'0'-1,"3"0"347,-3 0 166,7 0 405,-3 0-759,12 0 1,-1 0 22,7 0 1,0 0-177,3 0 0,4 0 34,2 0 1,6 0-81,5 0 0,4 0 34,5 0 0,6 0-31,2 0 0,6 0 50,0 0 1,-2 0-142,-1 0 0,-8 0 57,-3 0 1,-6-1-46,0-2 0,-7 2 40,-5-2 0,-3 1-132,-5-1 0,-1 2 45,-1-1 1,-3 1-595,-3 1-289,-5 0 672,0-4 0,-5 3 375,-2-2 0,-5-2 0,-6 0 0</inkml:trace>
  <inkml:trace contextRef="#ctx0" brushRef="#br0" timeOffset="884">1494 291 7979,'-8'-6'376,"2"0"449,-1 5-547,2-3 1,0 3 54,2-2-44,-1 2-397,3-3 150,-3 4 0,4 1 163,0 2 1,5-1-271,3 4 1,1-4 36,2 4 0,2 0-185,2 2 1,1 1 83,1-1 0,-3 0-119,0-2 0,0 1 40,0-1 1,1 1 46,-4-2 1,1 3 80,-4-2 1,-2-2-141,0 2 297,-4 0 1,0 1-155,-4-1 1,-6 2 237,-3-3 1,-5 0-49,2 1 1,-1-2 67,1 2 0,-2 1 25,1-4 0,0 2-101,1-2 0,1 1 51,1-1-190,3-2 0,-3 3 101,3-4-26,4 0-240,-2 0 160,6-4 1,-3-1-233,4-4 200,0 1 0,1-1-12,2 1 0,-2-1 71,2 1 1,-2-1 5,-1 1 0,0-1-8,0 1 1,0-1 2,0 1 1,0-2 366,0-1-281,-4 1 1,3-2 75,-2 3 1,-1 4 36,1-1-368,0 4 126,3-6-117,0 8 0,1-4-164,2 4 300,2 4 1,4-3-15,-1 5 1,3-3-22,1 3 1,-1-3 114,-2 2 1,0-2-42,3 3 0,-3-3 22,2 2 0,-4-2 28,-1 3-62,-1-4 0,1 4 22,0-3 0,-4 1-17,1-1 1,-3-2-22,-3 2 19,-2 1 1,-4-2 7,-3 4 0,3-4 62,-3 1 0,3-2 81,0-1-96,-3 0 0,2 2-9,-1 1-14,2 0 1,3-3 50,0 0-219,4 0 0,-1 0 93,6 0 1,2 0-5,4 0 1,-1 0 4,1 0 0,2 0-16,0 0 1,1 1 90,-4 2 1,1-2-79,-1 2 375,1-2-211,-1-1 291,-3 0-205,3 0-45,-7 0 0,2 3-113,-6-1 0,1 1 58,-4-3-356,0 0 1,-2 3 102,-1 0 1,4 1-1710,-1-1 1862,0-2 0,2 6 0,0-2 0</inkml:trace>
  <inkml:trace contextRef="#ctx0" brushRef="#br0" timeOffset="1785">26 351 7954,'-6'-3'-972,"0"0"1,3-3 1857,-2 3 0,3 0-230,-1 0 1,2 1 168,1-4-482,0 4-246,0-5 1,4 3-64,2-2 0,4 2 89,1 4 1,5 0-223,-2 0 1,-1 0 92,1 0 1,0 0-373,0 0 0,-1 4 92,-2 2 1,-4 1 79,2 2 0,-4 2 44,1 1 0,-2-1 38,-4-2 0,-1 2 205,-2 0 1,-2 1-114,-3-4 0,-1 1 84,1-1 0,-2 1-90,-1-1 1,1-2-248,-1 0 0,1-3-52,2 2-409,-1-3 160,1 2 586,-1-4 0,5 0 0,1-4 0,6-1 0,1-3 0,5-1 0,-1 1 0,50-31 0,12-7 0</inkml:trace>
  <inkml:trace contextRef="#ctx0" brushRef="#br0" timeOffset="1992">324 274 7954,'-6'-1'0,"-3"-2"0,3 2 472,-6-2 1,5 2-14,-2 1 1,4 0-104,-6 0 1,3 3-222,-3 0 0,2 4 115,0-2 0,1 3-255,3 0 0,-2 1 91,4-1 0,-1 2-421,2 1 0,1-1-5,-2 1 1,3 1-279,3 0 1,-1-1 230,3-2 0,1-1-128,2 1 0,4-4 6,-1-3 1,4-1 508,0-1 0,-2 0 0,1 0 0,15-11 0,8-3 0</inkml:trace>
  <inkml:trace contextRef="#ctx0" brushRef="#br0" timeOffset="2177">444 333 7954,'-4'-4'1416,"3"-4"-401,-3 7-173,1-3-189,2 4-395,-3 4 1,4 1-284,0 3 0,0 4 127,0-1 0,1 3-710,2-2 0,-2 3 390,5-1 0,-3 2-515,3 1 1,-2 0 732,2-3 0,13 13 0,0 1 0</inkml:trace>
  <inkml:trace contextRef="#ctx0" brushRef="#br0" timeOffset="3044">1673 18 8136,'0'-6'1086,"0"0"-253,0 4 40,0-1-45,0 3-415,4 11 0,-2 0-116,3 12 1,-2 1 60,3 4 1,-3 4-310,2 5 0,1 4 60,3 5 0,-4 2-208,1-2 0,0 0 123,2 0 0,-3-7-108,-2-2 0,1-3-122,-2-6 0,1-2-75,-3-3 0,0-5-356,0-1 0,0-1 282,0-5 0,0 0-1958,0-2 1211,0-4 1102,0-1 0,15-31 0,4-6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12.330"/>
    </inkml:context>
    <inkml:brush xml:id="br0">
      <inkml:brushProperty name="width" value="0.08571" units="cm"/>
      <inkml:brushProperty name="height" value="0.08571" units="cm"/>
      <inkml:brushProperty name="color" value="#004F8B"/>
    </inkml:brush>
  </inkml:definitions>
  <inkml:trace contextRef="#ctx0" brushRef="#br0">9 95 7949,'0'-6'-656,"0"0"645,-4 4 0,3-2 221,-2 1-75,2 2 114,1-3-86,0 0 90,0 3 128,0-3-129,4 4 70,-3 0 462,3 0-514,0 0-135,-3 4 0,2 1-42,-3 4 0,0-4-17,0 1 1,1 0-25,2 2 0,-2 2-58,2 1 1,-2-2 109,-1 3 0,3-2-99,0 2 1,0-3 66,-3 3 1,0 0-102,0-1 0,2 3 86,1-2 0,0 2-40,-3-3 1,0 2-9,0-2 1,0-1-14,0 1 1,0 1-57,0 0 0,1-1 83,2-2 1,-2-1 7,2 1 1,-2-1-17,-1 1 0,0-4 12,0 1 1,1 0-11,1 2 0,-1 1 195,2-1-182,-2 1 0,-1 0 45,0-1 0,0 1-53,0-1 0,0-2 13,0 0 1,0-1-135,0 4 130,0-1 1,0 1-75,0-1 0,3 1 60,0-1 1,0-2-129,-3 0 110,0-1 0,0 4-25,0 0 20,3-1 1,-2 1 1,2-1 7,-2 1 0,-1-1-5,0 1 0,1-2 51,2-1 0,-2 2-46,2-3 0,-2 0 55,-1 1 0,0-1-46,0 4 1,0-3 52,0-1-31,0 1 1,0 3-13,0-1 1,0-2-4,0-1 5,0 1 1,0 3-1,0-1 1,0-2 10,0 0 8,0-1 1,0 4-28,0-1 0,0-2-3,0 0 1,0-3 38,0 2 1,0-2-6,0 3 6,0 0-24,0 2 0,0 1 28,0-1-32,0 1 0,0-1 2,0 1 1,0-4-145,0 1 1,0 0 63,0 2 0,0-2 115,0 0 0,0-1-58,0 4 0,0-3-1,0-1 0,0 1 17,0 3 0,0-4-45,0 1 0,0 0 45,0 2 40,0 1 0,0-1 2,0 1-28,0-1 1,-3 1-23,0-1 0,0-2 31,3 0-38,0-1 25,0 4 1,0-1-94,0 1 0,0-3 72,0-1 0,0-2-72,0 3 62,0 0 0,0-1 1,0 1 1,0-3 25,0 3 0,0-4-26,0 4 0,0-3 3,0 3 7,0-4-63,0 5-73,0-6 1,0 4-560,0-2 574,0-2 1,1 2-39,2-3 20,-2 0 129,3 0 0,-4-11 0,0-3 0</inkml:trace>
  <inkml:trace contextRef="#ctx0" brushRef="#br0" timeOffset="1039">60 1 7922,'-5'0'238,"2"0"208,-1 0-437,3 0 0,-4 0 252,2 0-146,2 0 103,-2 0 0,9 0-106,3 0 0,2 0-112,0 0 0,4 0 49,5 0 1,1 0 48,5 0 1,3 0 45,3 0 1,6 0-43,4 0 0,3 0-63,6 0 1,-5 0 52,2 0 1,-3 0-31,-3 0 0,-3 0 8,-2 0 0,-6 0-14,-2 0 0,-5 0-119,-2 0 1,-6 0 97,1 0-262,-1 0 0,-3 0 82,-2 0 0,-1 0-588,-2 0 502,-3 0 0,0 0-1191,-2 0 376,-2 0 872,2 0 0,-6 3 1,-2 2-1</inkml:trace>
  <inkml:trace contextRef="#ctx0" brushRef="#br0" timeOffset="1773">854 18 7574,'0'-5'2045,"0"1"-879,0 4-1117,0 8 1,0-2 91,0 5 0,0 1-92,0 0 1,1 3 91,2-1 0,-2 2-257,1 1 0,-1 3 50,-1 0 1,0 3-30,0-3 1,0 3 9,0 0 0,0-2 85,0-1 1,0 1 111,0-1 0,-2 0-88,-1-3 0,-1 0 47,1 0 0,1 0-25,-4 0 0,5 0 18,-2 0 0,2-3 0,1 1 1,0-1-98,0 3 0,0-3 82,0 0 0,0-2-127,0 2 0,0-1 5,0 1 1,1 2 80,2-5 1,-2 3 95,1-2 1,-1 2-97,-1-3 1,3 1 33,0-4 1,0 3-25,-3 1 1,0-1 17,0-2 0,0-1-33,0 1 1,0-1 0,0 1 0,0-1-62,0 1 1,0 0 73,0-1 0,0 3-61,0 1 1,0 0 42,0 0 1,0-2-10,0 4 1,0-2 0,0 2 0,0-4 49,0 2 0,0 0-43,0-1 0,0 1 159,0-4 1,3 1-58,0-1 0,-1 1-65,-2-1 1,0 1-85,0-1 0,0-2 88,0 0 0,3-1-116,0 4 0,0-3 121,-3-1-61,0 1 0,1 2-9,2-3-20,-2 3 14,2-3 25,-3 3 1,0-2 4,0 0 0,0-4-4,0 4 50,0-4-46,0 6 1,0-6 11,0 3 8,0-3 4,0 2 42,0 0-49,0-3-218,0 2 132,0 1-529,0-3-411,0 3 1,4-15 0,1-4-1</inkml:trace>
  <inkml:trace contextRef="#ctx0" brushRef="#br0" timeOffset="2415">171 1144 7862,'-8'0'-4,"-1"0"1,3 0 68,1 0 1,2 0 125,-3 0 1,3 3-41,-2 0 1,2 0 274,-3-3-278,4 0 1,-5 1 264,5 2-411,-1-2 198,3 2-170,0-3 1,4 0 65,1 0 1,4 0 44,2 0 0,5 0-71,4 0 0,7 1 42,-2 2 0,7-2-11,-1 2 1,6-2 10,3-1 0,2 0-52,0 0 0,0 0 11,-2 0 0,1 0-132,-4 0 1,-4 0-12,-5 0 1,-2 0 92,-3 0 1,-1 0-104,-5 0 0,-1 0 136,-8 0-166,-3 0 228,-1 0-110,-4 0-54,-8 0 1,5 0-717,-5 0 311,5 0-772,-5 0 711,7 0 0,20 4 0,10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16.982"/>
    </inkml:context>
    <inkml:brush xml:id="br0">
      <inkml:brushProperty name="width" value="0.08571" units="cm"/>
      <inkml:brushProperty name="height" value="0.08571" units="cm"/>
      <inkml:brushProperty name="color" value="#004F8B"/>
    </inkml:brush>
  </inkml:definitions>
  <inkml:trace contextRef="#ctx0" brushRef="#br0">419 52 7737,'5'-4'-215,"-2"3"1,-2-3 197,2 4 0,-2-1-110,2-2 261,-2 2 8,-1-3 1,3 3 62,0-1 41,-1 1 176,-2-3 0,0 11-207,0 1 0,0 3-54,0-3 1,0 3-6,0 1 1,0 3-47,0-1 0,-2 2 63,-1 1 0,0 4-149,3 2 1,0 2 117,0 0 1,3 1-215,0-1 1,0 4 37,0-1 0,-2 1 109,2-4 0,1 1-125,-1 0 0,2-2-178,-2-1 0,0-1 41,-3-2 1,3-1 125,0 4 1,0-4-124,-3 4 0,2-4 89,1 1 0,0-1 102,-3 1 1,0-5-52,0 2 1,0-4 99,0 1 1,0-3-55,0 3 0,0 0 104,0 0 0,-1-2-131,-2-3 0,2 2 23,-2 0 0,3 1-161,0-4 1,0 1 100,0-1 1,0 1-84,0 0 0,0-4 98,0 1 0,0-3-80,0 2 101,0-3 12,0 2 58,0 0-131,3-3 95,-2 6-50,3-6-72,-4 7 70,0-7 24,0 7 7,0-8-713,0 4 909,0-11 0,0 1-53,0-5 0,-1 3-12,-2 0 0,2 1-82,-2-5 1,2-1 24,-2-1 0,1 0-22,-4-3 1,3 1-57,-2-7 1,2-1 50,-3-4 0,3-3-44,-2-3 0,3-4-15,-1-2 0,-1 0-12,1 0 0,0-1-133,3 4 1,0 0 91,0 3 0,0 2 17,0 3 1,0 2 22,0 7 0,0-3 113,0 3 1,0-3-9,0 3 0,0 3-27,0 3 1,-1 0 117,-1-3 1,1 0-77,-2 0 0,2 1 65,1 1 1,0 0-34,0 4 0,0-1 28,0 4 8,0-1-115,0 1 36,0 3-41,0 1 1,0 5 30,0 2 0,0 2-14,0 3 1,0 2-29,0 1 0,0 3 28,0 3 1,0 3 27,0 3 0,0-1-27,0 1 1,0 0 124,0 6 0,0-2-167,0 5 1,1-4 3,2 3 0,-2 4-10,1 2 0,0 2 54,1-2 0,-2 0-188,2-2 0,-1 0 102,1 2 0,-2-6-55,1 0 1,-1-3 33,-1-3 1,0-2-39,0 0 0,1-5 55,2-1 0,-2-1 5,2-5 0,-2 2 13,-1-2 1,1-1-13,2 1 1,-2-2 5,2 0 1,-3-3-1,0-1 1,0 1 131,0 3-126,0-1 0,0 1 114,0-1 0,0 1-59,0-1 12,0 1-71,0-1 44,0 1-30,0-1 0,0-2 33,0 0-160,0-4 125,0 1 0,3-2-2,0 2 70,0-2 16,-3 3-17,0 0 0,0-2-41,0 3 50,0-3 1,0 3-28,0-2 112,0-2-79,0 3 143,0-1-133,0-2 25,0 3 0,3-3-13,0 2 12,0-2 30,-3 7 0,0-7-18,0 5 10,0-4 1,0 3 21,0-2-22,0-2 0,0 3-82,0-1-197,0-2-1091,0 3 0,-8-19 0,-2-4 0</inkml:trace>
  <inkml:trace contextRef="#ctx0" brushRef="#br0" timeOffset="1042">171 555 7775,'-4'5'330,"0"2"0,-4-5-59,2 4 1,-1-3 65,1 3 1,1-1-64,0 4 1,-1 0-166,-2 3 1,0-2-29,2 4 0,-1-2-159,1 2 0,-2-3-92,0 3 0,0-3 171,3 0 1,0-1-889,2-2 1,1 1-72,-4-1 958,5-3 0,-7-5 0,3-5 0</inkml:trace>
  <inkml:trace contextRef="#ctx0" brushRef="#br0" timeOffset="1282">9 598 7149,'-5'-9'2318,"2"4"-1273,3 2-643,0 3 1,2 3-99,1 3 0,4 3-141,-1 2 0,2 0 41,4 3 0,-3-1-518,2 1 1,2 1 265,-2-3 0,1 2-2269,0-3 2317,-3 5 0,19-7 0,-1 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19.764"/>
    </inkml:context>
    <inkml:brush xml:id="br0">
      <inkml:brushProperty name="width" value="0.08571" units="cm"/>
      <inkml:brushProperty name="height" value="0.08571" units="cm"/>
      <inkml:brushProperty name="color" value="#004F8B"/>
    </inkml:brush>
  </inkml:definitions>
  <inkml:trace contextRef="#ctx0" brushRef="#br0">692 111 7154,'-8'-1'20,"3"-2"830,-3 2-426,7-3-483,-6 4 114,6 0 497,-3 0-426,12 0 0,1 0-199,8 0 1,0 3 73,0 0 0,4 0 46,2-3 0,2 0-58,4 0 0,4 3 74,4-1 0,5 1-123,0-3 1,2 0 48,4 0 1,-3 0-23,1 0 1,-3 0 45,0 0 0,-3 0-6,-1 0 1,-6 0-11,-2 0 1,-4 0-3,-5 0 0,2 0-56,-4 0 1,0 0 66,-3 0 1,-1 0-139,-2 0 1,0 0 119,-3 0 0,-2 0-100,3 0 45,-6 0 27,1 0-126,-6 0-485,3 0 479,0 0 1,-2 0-52,3 0 0,-2 0-66,3 0-236,-1 0 525,4 0 0,-3 0 0,-1 0 0,-3 0 0,-13 0 0,-8 0 0</inkml:trace>
  <inkml:trace contextRef="#ctx0" brushRef="#br0" timeOffset="1212">1563 25 7799,'-9'0'121,"1"-3"0,2 2 86,0-2 0,3 2 504,-2 1-298,3-4-236,-6 3 1,6-3 261,-3 4-460,3 0 22,-2 0-74,4 0 0,4 3 175,1 0 1,0 3-124,1-4 1,2 4 51,4-3 1,-1 4-178,-2-2 1,2 2 74,0-1 1,1 1-40,-4-1 1,1-1-25,-1 0 1,1 0-123,-1 1 1,-2 1 97,0-1 1,-4-1 63,1 1 0,-2-1 112,-1 4 1,0-4-67,0 1 1,-4-3 131,-2 3 0,-2-2-77,0 2 1,-2 2 34,-1-3 1,2 2-43,-3-1 1,2 1 9,-2-1 1,3-1-73,-2 0 1,1-2 53,1 3 0,1-3 3,-1 2 1,4-3-13,-1 1 1,3-1 26,-2 1-49,3-2 144,-2 3 0,1-5-46,0-2 1,0 1-27,3-4 1,0 3 71,0-2 1,0-1-75,0-2 1,0-1 150,0 0 1,-3 1-87,1-1 1,-1 1 171,3-1 1,-1-2-119,-2 0 1,2-1 66,-2 4 1,1-1 1,-1 1-15,2-1-367,-2 1 281,3-1-282,-4 0 67,3 5-288,-3 0 75,4 4-64,0 0 168,4 0 1,1 0 100,3 0 0,1 3 22,-1 0 1,1 0-21,-1 0 0,1-2 138,-1 2 0,1-1-75,-1 1 0,1-2 166,0 2 1,-1-2-93,1 2 1,-1-2 37,1 2 1,-4-1-49,1 1 0,-3-2-32,3 2 0,-4-1 38,0 0-8,-1-1 1,-2 4-50,-1-2 0,-3-2 25,-4 2 0,1 1 78,-1-2 0,-2 1-77,-1-3 0,1 3 84,2 0 1,1 0-91,-1-3 3,-3 4 0,3-4-340,-3 3 128,7-2 23,-3-1 129,7 0-145,5 4 1,1-3 72,7 2 1,-3-2-10,0-1 0,-1 0 71,1 0 1,-1 0 115,1 0-80,0 0 0,-1 0-36,1 0 1,-4 3 108,1 0-92,-4-1 1,2-1 298,-4 2-156,0-2 1,-1 4 53,-2-2 0,1-2 11,-4 1-118,1-1 1,-4 2-223,1 0 248,-1 0-164,0-3 117,1 0 0,-1 0 1,4 0-47,-1 0 218,4 0 0,-2-1-62,4-2 0,0 1 233,0-3-129,0-1 0,0-3-86,0 1 1,0-1 80,0 1 1,0 2-61,0 0 1,0 1-22,0-4 0,0 1-48,0-1 0,0 3-42,0 1-6,0-1-204,0-3 0,0 4-588,0-1 367,0 4 139,0-2 1,0 5 52,0 2 1,0 2-74,0 3 1,0-2 15,0 0 0,0 0 51,0 2 0,0 1 96,0-1 1,0-2 131,0 0 0,0-4 429,0 4-365,0-4 1,0 3 433,0-2-201,0-3-1187,0 4 809,0-11 48,0 5 0,0-17 0,0 5 0</inkml:trace>
  <inkml:trace contextRef="#ctx0" brushRef="#br0" timeOffset="2111">9 77 8055,'0'-9'0,"-1"1"736,-2 3-460,3-3 137,-4 3 295,4 1-469,0 0 1,1 5-159,2 2 0,-3 1-48,3 5 1,-2-1 91,-1 1 0,3 2 76,0 1 1,1 2-68,-1-3 1,-2 5-388,5-2 1,-4-1 155,1 1 1,1-2-534,-1 2 0,2-4 214,-2 2 1,3-3 45,-3 0 0,0-1 265,0 1 0,-1-4-49,4-3 1,-3-1 190,2-1 1,-2 0-93,3 0 0,-3-3 130,2-3 1,0-2-27,1 0 1,1-2 76,-1-1 0,-2 0 73,-1-3 0,1 1 191,-2-1 1,2-1-66,-1 3 1,-2 0-71,2 0 1,-2 3-329,-1-2 1,1 1 212,2 2-805,-2 3 507,2-3 1,-3 8-365,0 0 324,0 4 0,0 5 14,0 3 0,0-2-57,0 5 0,0-4 63,0 3 0,0-1-73,0 2 0,0 0 65,0-4 0,1 3 174,2-2 1,-1-1-72,4-2 0,-1-5 147,4-1 0,0-2 173,-1-1 0,1-1 246,-1-2 0,-2-2 320,-1-7 0,1-1-357,3-4 0,-4 0 139,1 0 1,-4 0-176,1 0 1,-2 0-352,-1 0 1,3 0 27,-1 3 1,1-1-625,-3 4 0,0-1-860,0 4-1049,0-1 1683,0 5 1,0 1 762,0 6 0,-3 16 0,-2 9 0</inkml:trace>
  <inkml:trace contextRef="#ctx0" brushRef="#br0" timeOffset="2337">342 187 7623,'0'9'3677,"0"0"-3193,0-1 0,0 3-220,0 1 1,3 2-33,0-3 1,0 7-207,-3-4 1,1 4 120,1-4 0,-1 2-570,2 1 1,-1-3-260,1 1 1,-2-5-2027,2 1 2708,-2-1 0,6-20 0,3-6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23.910"/>
    </inkml:context>
    <inkml:brush xml:id="br0">
      <inkml:brushProperty name="width" value="0.08571" units="cm"/>
      <inkml:brushProperty name="height" value="0.08571" units="cm"/>
      <inkml:brushProperty name="color" value="#004F8B"/>
    </inkml:brush>
  </inkml:definitions>
  <inkml:trace contextRef="#ctx0" brushRef="#br0">1 52 6498,'0'-6'390,"0"0"1,0 3 699,0-2-640,0 3 0,0-3 103,0 2-145,0 2 1466,0-3-1604,0 12 0,0-2-66,0 5 0,0 2-113,0 2 0,0 5-39,0 2 0,3 3-129,0 1 1,0 3-46,0 2 0,-1 5 93,4 1 1,-3 4 5,2-1 1,-3-1-11,1 1 0,-1-2-93,1-1 1,-2-1 132,2-8 0,-2 0-58,-1-2 0,-1 0 92,-2-1 0,2-2-39,-2 0 0,-1-4 47,1 1 0,1 1-40,2-2 1,0-1-16,0-4 0,0-1 21,0 1 0,0 1-128,0-3 1,0-2 40,3-4-809,-2 2 333,3-4 0,-4 2-1165,0 0 673,0-4 0,0 0 1040,0-4 0,-8-18 0,-1-8 0</inkml:trace>
  <inkml:trace contextRef="#ctx0" brushRef="#br0" timeOffset="1118">35 26 7730,'-5'0'3,"1"-3"313,1 0 370,2 0-278,-3 3-269,4-3 145,0 2-138,0-3 1,4 4 44,1 0 1,3 0-139,1 0 1,3 0 91,2 0 1,5 0-207,1 0 1,5 0 28,0 0 1,5 0-51,4 0 0,4 0 71,2 0 1,4 0 82,2 0 0,-2-3-271,-4 0 0,-2 0 75,-4 3 0,-2 0-161,-3 0 1,-2 0 81,-7 0 1,-3 0-33,-2 0 0,-5 0 83,1 0 1,-4 0-919,-1 0 222,-4 0 848,5 0 0,-6 0 0,3 0 0,-12 0 0,6 0 0,-6 0 0,5 0 0,2 1 0,-2 2 0,2-2 1437,1 3-933,-3-4 0,2-1 203,-2-2-84,2 2 6,1-3 0,0 11-474,0 2 1,1 1-148,2-1 1,-2 3 25,1 2 0,0 2-37,1 1 1,-2 3 70,2 0 0,-2 4-276,-1-1 0,0-2-90,0 2 1,0 0 126,0 3 0,0-1 88,0 1 0,0-3 33,0-1 0,0-2 136,0 3 0,0-4-84,0 1 1,0 1 149,0-1 1,0 2 2,0-2 1,0 1-76,0-1 0,1-2 27,2 2 0,-2-2-42,1-1 1,2 0 8,-1 0 1,3-3 2,-3 1 0,-1-1 67,-2 3 0,1-1-79,2-2 1,-2 2 137,2-1 1,-2 0-77,-1-1 0,0 2 126,0-2 0,0 0-153,0 0 0,0 0-19,0 3 1,0-3-117,0 1 1,0-5 107,0 1 0,0 2-167,0-2 1,0 1 99,0-4 0,0-2-507,0-1-249,0-3-517,0 6 599,0-7 0,1 3-183,2-4-206,-2-4 1,3 2 1056,-4-4 0,-12-3 0,-2-4 0</inkml:trace>
  <inkml:trace contextRef="#ctx0" brushRef="#br0" timeOffset="1692">61 1033 7771,'-9'-4'79,"3"2"124,1-3 1,2 3 336,-3-1-107,4 2-175,-1 1 229,3 0 1,6 0-414,3 0 1,5 0 75,0 0 1,6 0-2,3 0 0,2 0 154,4 0 0,4 0-146,4 0 0,4 0 3,-1 0 0,2 0 39,4 0 0,-3 0-212,3 0 0,-3 0-56,-3 0 0,-3 0-77,-6 0 1,0 0-496,-5 0 344,-3-4-126,-9 3 265,-6-2 0,-4 2-250,-4-2 1,-4 2 120,-1-2 0,-3 2-244,-1 1 1,-2 0-15,0 0 1,-5 0 544,2 0 0,-25-8 0,-6-1 0</inkml:trace>
  <inkml:trace contextRef="#ctx0" brushRef="#br0" timeOffset="2136">470 393 8521,'-5'0'677,"-1"0"0,3 0-437,-3 0 1,4 4 375,-4 2 1,0 4-201,-2 1 1,-1 4-56,1 0 0,-1 4-237,1 1 0,-1 3-203,0 0 1,1 1-173,-1-1 0,1-3 269,-1-3 1,5 2-958,1-1 0,-1-3-52,1-7-1309,0 1 1655,3-5 1,0-1 644,0-6 0,0-1 0,-4-35 0,0-8 0</inkml:trace>
  <inkml:trace contextRef="#ctx0" brushRef="#br0" timeOffset="2344">308 461 7771,'-4'-8'0,"1"-1"1372,-3 1-431,-2-1 90,7 4-344,-2 2-145,3 3 1,1 1-65,1 1 0,3 4 9,4 5 0,0 0-418,3 3 1,1 0 44,4 3 1,-1 1-970,-2-1 0,2-1 563,-1-2 0,-2 2-570,1-2 1,-1 1 67,2 0 794,-3-3 0,-11-11 0,-2-2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34.549"/>
    </inkml:context>
    <inkml:brush xml:id="br0">
      <inkml:brushProperty name="width" value="0.08571" units="cm"/>
      <inkml:brushProperty name="height" value="0.08571" units="cm"/>
      <inkml:brushProperty name="color" value="#004F8B"/>
    </inkml:brush>
  </inkml:definitions>
  <inkml:trace contextRef="#ctx0" brushRef="#br0">69 0 7711,'-8'0'98,"-1"0"-98,1 0 821,-1 0-137,0 0-106,1 0-346,3 0 0,2 0-34,6 0 0,6 0 147,5 0 0,3 3-86,3 0 1,3 0 31,5-3 0,6 0-94,6 0 1,3 0 322,2 0 0,4 0-156,5 0 1,-2 0-575,2 0 1,-3 0 102,-2 0 1,-6 0-4,-3 0 1,-12 0-466,-2 0 0,-7 0 300,-5 0 1,-4 0-1232,-5 0 319,-3 0 1,-5 0 746,-5 0 1,-3 0-157,3 0 1,-2 0 595,-1 0 0,-2 0 0,-4 0 0,3 0 0,-13 4 0,-1 0 0</inkml:trace>
  <inkml:trace contextRef="#ctx0" brushRef="#br0" timeOffset="616">1 60 6311,'4'-9'899,"-3"5"0,3-3-580,-1 4-106,-2 0 1,3 4 101,-4 2 0,0-1-1,0 4 0,0 0-104,0 6 0,0-2-9,0 4 0,0-2 9,0 2 0,0 3-47,0 3 1,0 3 33,0-3 1,1 3-148,2 0 1,-1 6-32,3 2 0,-2 1-92,3-1 0,-4 3-23,1-3 1,0 3 128,0 3 0,3-5-69,-3 2 0,1-4 91,-2 1 0,-1-2-33,2 2 1,1-1 14,-1 2 1,1 1-402,-2-2 1,-1 2 333,2 1 1,-2-4 332,-1-5 0,0 0-234,0-5 1,3 4-47,0-2 1,0 0-166,-3 1 1,0-3 105,0 3 0,0-4-185,0 1 0,0-5 79,0-1 0,0-7 117,0 2-965,0-6-517,0 1-450,0-4 1957,0-8 0,0-20 0,0-13 0</inkml:trace>
  <inkml:trace contextRef="#ctx0" brushRef="#br0" timeOffset="1267">795 77 7711,'0'-8'666,"-4"3"-372,3-3 1,-4 6 171,2-3 21,2 3-140,-2-2 1,3 5 94,0 2 0,0-1-105,0 3 0,2 5 21,1 4 0,0 2-99,-3 1 1,3 4 110,0 2 0,1 5-126,-2 4 0,0 2-58,4 3 0,-3 2-83,3 3 0,-4 1-131,4 0 0,-3 0-31,3 3 0,-4-5 65,0 1 0,2-5 98,-1 0 0,0-1-48,-3 1 1,0-5 275,0 3 1,-1-6-86,-2 2 0,2-2 10,-2 2 1,2-4-194,1-2 1,0 0-217,0-5 1,0-1-527,0-5 1,0-2 120,0-3 252,0-4-2165,4-2-18,-3-3 1313,3 0-408,-4-3 1583,0 2 0,-15-7 0,-4 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30.023"/>
    </inkml:context>
    <inkml:brush xml:id="br0">
      <inkml:brushProperty name="width" value="0.08571" units="cm"/>
      <inkml:brushProperty name="height" value="0.08571" units="cm"/>
      <inkml:brushProperty name="color" value="#004F8B"/>
    </inkml:brush>
  </inkml:definitions>
  <inkml:trace contextRef="#ctx0" brushRef="#br0">896 145 7770,'-8'-1'559,"-1"-1"-51,1 1-235,-1-3 137,1 0-338,-1 3 1,3-3 270,1 4-193,3 0-72,-6 0 1,6 0 130,-3 0 366,3 0-205,-6 0 189,7 0-1512,-3 0 621,12 0 151,-6 0 0,6 0-79,-5 0 452,-2 0 418,3 0-430,-8-3-138,-1 2 30,-3-3-119,-1 4 1,4 0 81,-1 0 0,3 0-32,-3 0 1,4 0 86,-4 0 1,3 0 2,-3 0 1,3 0-6,-2 0 20,3 0-107,-6 0 46,4 0 1,-2 0-216,0 0 251,4 0-126,-5 0 58,6 0 1,-4 0-139,2 0-32,2 0-125,-3 0 260,16 0 1,-6 0-111,9 0 0,-1 0 85,0 0 1,3 0 82,3 0 1,-1 0 9,4 0 0,3 0 169,6 0 1,2 0-149,3 0 0,2 0-30,3 0 0,2 0-19,1 0 0,-1 0 31,2 0 1,-4 0-185,-2 0 1,1 0 64,-4 0 1,-1 0 78,-5 0 1,-2 0-141,-7 0 0,-1 0-149,-4 0 1,-1 0 139,-1 0 1,-6 0-34,-3 0-30,-4 0 48,2-4-258,-4 3 330,0-3 0,-3 3-890,0-1 510,-4 1 1,5-3-639,-3 4 1099,3 0 0,-2 0 0,4 0 0,0 0 0</inkml:trace>
  <inkml:trace contextRef="#ctx0" brushRef="#br0" timeOffset="909">1545 34 7770,'-9'0'0,"4"-2"41,-1-1 1,0-3 152,-2 3 0,2-2 154,0 2 1,3 0-72,-2 3 0,2-3 152,-3 0-21,4 0-385,-1 3 213,3 0 1,6 3-326,3 0 1,2 3-6,0-3 1,3 3 43,3 0 1,0 1-125,0-2 0,0 3 70,0-2 0,0 1-79,0 2 1,-3-2 104,1-1 0,-5 1-21,2-1 0,-4-1-14,-2 1 95,-2-1 0,-4 4 13,0-1 1,-4-2 133,-2 0 1,-5-2 18,-4 2 0,-1 1-34,-1-4 0,0 3-20,0 0 1,1-1-50,2 0 1,-1-3-109,3 1 0,0-2 91,1-1-195,1 4-111,-2-3 131,3 3-35,4-8 140,2-1 0,3-3 85,0-1 0,0 1-87,0-1 1,0 0 220,0 1 1,0-1-12,0 1 1,0-1-29,0 1 0,0-1-103,0 1 0,0-1 12,0 1 0,0 2-369,0 0 170,0 1-207,0-4 76,0 4-161,0 1 246,0 4 1,3 0 136,3 0 1,0 3-33,2 0 1,-1 3 27,4-3 1,-1 1-11,-2-2 0,4 0 155,-1 4 0,1-4-80,-4 1 1,1 0 220,-1 0-123,1 4 1,-4-6 222,1 2-174,-4 1 0,1-2-79,-6 4 1,-2-4 15,-3 1 1,-1 1-4,1-2 1,-1 1 67,1-3-81,-1 4 1,0-3-175,1 2 0,2-1-73,1 1-184,3-2 94,-6 2 224,7-3 17,-3 4 0,5-3-32,2 2 0,-1-2 71,4-1 0,-1 0-61,4 0 1,-1 0 15,1 0 1,0 0 33,-1 0 1,-2 0-1,-1 0 0,-2 0 93,3 0-127,-4 0 183,5 0-20,-6 0-116,-4 4 0,-3-2 36,-5 3-80,1-3 1,2 3-110,-1-2 1,3-2-80,1 2 1,2-2 61,-3 2 1,3-2-388,-2 2 0,3-1 28,-1 1 516,2-2 0,8 6 0,3-2 0</inkml:trace>
  <inkml:trace contextRef="#ctx0" brushRef="#br0" timeOffset="2127">9 111 7770,'-4'-8'255,"3"-1"498,-2 1-297,2-1 2,1 4-69,0-2 303,0 6-489,0 8 1,0 0-164,0 7 1,0-2 33,0-1 1,0 1-140,0 3 1,0 0-132,0-4 0,0 2 119,0-2 1,3 1-245,0 2 1,0 0-35,-3-3-74,3-1 252,2 6 1,1-8-50,-1 1 108,1-4 0,3-6 11,-1-2 0,1 0 40,-1-6 1,1 3-48,-1-6 1,1 2 213,-1-1 1,0 0-48,-2-3 1,1 3 168,-1 0 0,-1-1-78,0 0 1,-2-2-26,3 3 0,-4-1-5,1 4 0,-1-1 332,0 1-500,-1-1 173,3 4-338,-4 2 1,-3 4 78,0 1 0,1 0-23,2 4 0,0 0 76,0 2 0,0 2 17,0 1 1,0-1-133,0 1 0,0-1 86,0-2 0,0 2 68,0 1 1,0-2-39,0 3 1,1-6 384,1 0-218,3 0 0,4-1 339,-1-3 0,-2-1-182,0-1 0,-1 0-123,4 0 1,-1-3 319,1-3 1,-3-5-134,-1 0 0,0-1-159,1 0 0,0 2-107,-3-4 0,1 0-414,-1 0 0,-2-1 256,2 4 1,-2-4-1871,-1 4 1436,3-4 0,-2 5 556,2-1 0,2 13 0,0 4 0</inkml:trace>
  <inkml:trace contextRef="#ctx0" brushRef="#br0" timeOffset="2501">376 197 10029,'8'0'502,"1"0"-606,-1 0 0,1 0 194,-1 0-619,1 0 367,-1 3 1,-2 2-322,0 4 327,-4-1 0,1 1 112,-3-1 0,-3 1 135,-3-1 1,-2 4-80,0-1 0,-1 1 157,1-4 1,-4 1-72,1-1 1,0 1 347,2-1 1,0 1-156,1-1 0,-1-2 589,1 0-534,3-1 1,1 1-126,4 0 1,4-4-374,2 0 0,2-1 156,4-1 0,1 0-473,4 0 1,3-2 279,0-1 0,0-4-2504,-3 1 2693,0 3 0,8-20 0,1-1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27.271"/>
    </inkml:context>
    <inkml:brush xml:id="br0">
      <inkml:brushProperty name="width" value="0.08571" units="cm"/>
      <inkml:brushProperty name="height" value="0.08571" units="cm"/>
      <inkml:brushProperty name="color" value="#004F8B"/>
    </inkml:brush>
  </inkml:definitions>
  <inkml:trace contextRef="#ctx0" brushRef="#br0">782 138 7770,'-5'0'23,"-1"0"0,3-3 71,-3 0 1,4 0 48,-4 3 0,3 0 319,-3 0-104,5 0 49,-7 0-147,7 0 434,-3 0-578,12 0 1,-2 0-138,9 0 0,-1 0-40,3 0 1,4 0 128,2 0 1,2 0-50,4 0 1,2 0 60,6 0 0,3 0-66,5 0 0,4 0 57,5 0 0,-2-3-92,2 0 1,-5 0 22,0 3 1,-6 0-139,0-3 1,-5 2-98,-7-2 1,-2 2 72,-7 1 0,3-3-109,-2 0 1,-3 0 46,-3 3 0,0 0-21,-3 0 0,-2-2 72,0-1 1,-3 0-34,0 3-112,-1 0 66,1 0-181,-4 0-276,-2 0 707,-3 0 0,-11 0 0,-3 0 0</inkml:trace>
  <inkml:trace contextRef="#ctx0" brushRef="#br0" timeOffset="342">1644 35 7770,'-5'-7'0,"-1"1"0,3-1 430,-2 4 0,2 1 279,-3 2-294,4-4 1,-3 3 149,3-2-263,1 2 315,-3 1-570,11 4 0,-1-3 117,5 2 1,-1 0-194,-2 0 1,4 3 17,-1-3 1,2 3-89,-2 0 0,-1-1-34,5 0 0,-5 0 4,1 1 1,-1 2 148,-2-3 1,-2 0 21,0 1 65,-4-1 1,1 4-102,-6-1 0,-3 0-206,-5-2 1,-3 1 72,-3-1 1,-3-1-558,0 0 0,1-2-63,1 3 0,2-3-946,2 2 1693,-2-3 0,6 2 0,-2-4 0</inkml:trace>
  <inkml:trace contextRef="#ctx0" brushRef="#br0" timeOffset="924">31 61 7674,'-3'-6'-80,"1"0"1,-1 3 293,3-2 0,0 2 56,0-3 37,4 4 1,0-4-94,5 3 0,0 0-42,3 3 1,-3-3 5,3 0 1,-2 1-31,1 2 1,-1 0-374,1 3 1,-4-1 166,-1 4 0,-2 0-105,2 2 0,-2 2 92,-4 1 1,0-2-111,0 3 1,-4 0-30,-2 0 0,-4 2 84,-1-3 0,-2 1-71,2 0 0,0-3 62,-3 3 0,4-6-211,-2 0 1,0-1 81,1 0 1,2 0 67,3-2 0,4-2 196,-4 2 0,4-6 0,29-24 0,10-10 0</inkml:trace>
  <inkml:trace contextRef="#ctx0" brushRef="#br0" timeOffset="1166">262 27 7770,'4'-9'676,"-3"4"-473,2 2 1,-4 3 1,-1 0 0,0 0 253,-4 3-385,0 2 0,-2 4-8,-1-1 1,2 1-87,1-1 0,-2 1-102,3-1 1,1 1 80,1-1 0,-1 1-12,1-1 0,1 1 36,2-1 0,0 1-320,0 0 1,0-1 128,0 1 0,2-4-395,1 1 0,4-4 182,-1 1 1,1-2 421,2-1 0,-1 0 0,1 0 0,-1 0 0,8-12 0,2-2 0</inkml:trace>
  <inkml:trace contextRef="#ctx0" brushRef="#br0" timeOffset="1551">347 103 7770,'-4'5'1983,"3"-1"-1649,-2-4 94,3 0-356,7 0 1,-4 0-12,6 0 0,-6 0 43,3 0 0,-3 0-418,3 0 1,-4 3-65,4 0-16,-4-1 186,6 2 1,-7-2 106,1 4 0,0-3-32,1 2 1,-2-2 20,2 3 61,-2 0 1,-1 2-6,0 1 0,0-4-33,0 1 94,-4 0 0,2 2 5,-4 1 0,4-3 203,-4-1 0,3 0 63,-3 1 287,5 1-129,-7-2-145,3 3-173,0-3 1,2 0-140,3-2 1,1-2-312,1 2 1,6-2-1154,3-1 1487,5-4 0,54-12 0,18-7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37.494"/>
    </inkml:context>
    <inkml:brush xml:id="br0">
      <inkml:brushProperty name="width" value="0.08571" units="cm"/>
      <inkml:brushProperty name="height" value="0.08571" units="cm"/>
      <inkml:brushProperty name="color" value="#004F8B"/>
    </inkml:brush>
  </inkml:definitions>
  <inkml:trace contextRef="#ctx0" brushRef="#br0">35 43 7696,'-9'0'571,"4"0"-492,-2 0 1,5 0 251,-4 0-242,4 0 41,-1 0 1,3 0 47,3 0 0,3 0-49,5 0 0,3 0 61,3 0 0,5-3 171,3 0 1,7-2-99,5 2 1,5-3-38,1 3 1,0 0-4,6 0 0,-5 2-251,2-2 1,-6 2 0,-3 1 1,-5 0-22,-1 0 1,-7 0-39,-1 0 1,-7 0 77,-2 0 0,-4 0-187,2 0 44,-3 0-255,-4 0 141,-1 0-966,-4 0 1,4-4-1,0-1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38.058"/>
    </inkml:context>
    <inkml:brush xml:id="br0">
      <inkml:brushProperty name="width" value="0.08571" units="cm"/>
      <inkml:brushProperty name="height" value="0.08571" units="cm"/>
      <inkml:brushProperty name="color" value="#004F8B"/>
    </inkml:brush>
  </inkml:definitions>
  <inkml:trace contextRef="#ctx0" brushRef="#br0">197 1 6306,'-5'0'2953,"0"0"-2591,2 0 1,1 0-132,-3 3 1,-1 3 210,-2 5 0,-1 2-115,1 1 1,-2 2-153,-1-2 1,1 2-433,-1 1 0,0 2 233,0 0 0,4-3-206,-1 1 1,1-3 143,-1 0 1,2-1-914,0-1 0,4-6-170,-1 3-437,3-6 1606,0 1 0,0-31 0,0-6 0</inkml:trace>
  <inkml:trace contextRef="#ctx0" brushRef="#br0" timeOffset="201">17 52 7696,'-4'-5'1672,"-1"-2"-1249,2 5-30,2-1 88,-3 3 0,5 0 84,2 0 1,0 3-212,6 3 1,-2 3-348,7 2 0,-2 0 42,2 3 0,0-1-945,3 1 0,0 2 578,0-1 0,1-2-584,-1 1 1,-3-3 901,0 0 0,-7-5 0,0-3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39.327"/>
    </inkml:context>
    <inkml:brush xml:id="br0">
      <inkml:brushProperty name="width" value="0.08571" units="cm"/>
      <inkml:brushProperty name="height" value="0.08571" units="cm"/>
      <inkml:brushProperty name="color" value="#004F8B"/>
    </inkml:brush>
  </inkml:definitions>
  <inkml:trace contextRef="#ctx0" brushRef="#br0">828 180 7888,'-9'0'0,"1"0"290,-1 0 1,4 0 105,-1 0-256,0-4 1,1 3-89,-1-1-108,4 1 207,-2 1-99,12 0 1,-2 0 102,9 0 1,-3 0-68,5 0 0,-1 3 0,7-1 0,-2 1-112,4-3 1,0 0 150,6 0 0,-1 0-4,4 0 1,0 0-12,9 0 0,-1 0-1,10 0 0,0 0-122,5 0 1,0 0 110,-2 0 1,3-3-152,-4 1 1,-1-1 78,-11 3 0,-3 0-85,-2 0 1,0 0 19,-3 0 0,-4 0-83,-8 0 1,-3-1-217,1-2 0,-3 2 134,-2-2 1,0 1-701,-4-1 281,0 2-452,-2-2 304,-4 3 769,-1 0 0,-12 0 0,6 0 0,-6 0 0,8 0 0</inkml:trace>
  <inkml:trace contextRef="#ctx0" brushRef="#br0" timeOffset="1083">1878 69 7701,'-9'-4'510,"4"4"-92,-1-3-219,4 2-27,-2 1 1,5 0 54,2 0 0,2 0-174,3 0 1,5 4 74,1 1 1,-1 3-168,1 0 1,0 1 71,4-1 1,-1 1-77,0-1 1,0 1 68,0 0 0,-1-1-240,-2 1 0,1-4 45,-3 1 0,-2 0-37,-4 2 0,-1-2 270,-3 0 1,-1-4-59,2 4 1,-6-4 158,-2 1 1,-4 1-53,-2-1 0,-2 2-25,-1-2 0,-2 1-27,2-1 0,1-1-6,-2 3 1,4-2 29,-3 3 0,3-4-193,0 1 0,1 0 37,-2 0 1,6 0-79,-3-3 0,5 0-94,-1 0 112,3 0-183,-2 0 216,4-4 1,0-1 25,0-3 1,0-1 2,0 1 1,0-1 60,0 1 1,0-1 100,0 1 1,0-1-93,0 1 0,0-1 137,0 1 1,-1-1-43,-2 1 203,2-1-139,-7 0 1,8 1-134,-8 3-137,7 1-93,-3 4 148,4 0-67,8 4 0,-3-2 63,7 4 1,-2-3-79,2 2 0,0-2 86,2 3 1,2-1-63,-1 0 0,1 0 66,1-2 0,0-2-4,0 2 1,-3-1 143,0 0-190,-3-1 379,1 3-198,-7-4 0,-2 0 126,-6 0 0,-3 0-36,-5 0 1,0 0-14,-3 0 0,0 0-42,-3 0 0,3 0 3,-1 0 0,2 1-164,-1 2 0,2-2 92,3 2 1,0-2-323,1-1 82,-1 0-103,5 3 166,0-2 1,8 4-49,1-2 0,4-2 39,2 2 1,-1-2 46,1-1 0,1 0 71,0 0 0,2 1-64,-3 2 0,1-3 131,-4 3-89,1-2 76,-1-1-114,1 4 378,-4-3-88,-1 3 1,-11-3-145,-2 2 0,-1-2-34,1 1 0,1-1-7,-1-1 1,4 3 21,-1 0 1,0 0-94,-2-3 1,2 1 123,0 2-151,1-2 0,-1 2-53,0-3-81,4 0 164,-1 0 1,4 0 19,1 0 0,3 0 13,4 0 0,0 0-19,2 0 0,-1 0 155,1 0 1,-1 0-55,-2 0 477,1-3-283,-1 2-182,1-3 91,-4 4-59,-1 0 0,-5 0-1270,-2 0 0,-2 0 1152,-4 0 0,-22 11 0,-6 3 0</inkml:trace>
  <inkml:trace contextRef="#ctx0" brushRef="#br0" timeOffset="1859">9 95 7701,'-4'-5'1127,"3"-2"-1038,-3 2 0,4-1 354,0 0-393,0 5 0,1-6 246,2 4-244,2 0 1,6 3 13,0 0 1,1 0-83,-4 0 0,4 0 10,-1 0 0,3 0 32,-2 0 1,-1 4-237,-2 2 1,-2 1 109,-1 2 1,0 0-72,-3 3 1,0-3 55,-3 3 0,-1-2 17,-2 1 0,-1-1 6,-5 1 1,1-1 6,-1-2 0,0-2-119,1 0 0,-1-2 91,1 2 1,2 1-733,0-4 246,5-1 390,-3 2 0,4-4 209,0 0 0,30-30 0,8-12 0</inkml:trace>
  <inkml:trace contextRef="#ctx0" brushRef="#br0" timeOffset="2117">341 10 5891,'0'-5'2404,"0"1"-2086,-3 4 0,-2 0-131,-4 0 1,1 4-1,-1 1 1,1 3-36,-1 1 1,1 0-76,-1 2 1,3-1-95,1 1 0,2 0 66,-3 0 1,4-1-183,0 1 0,1-2 45,1 0 0,0 0-22,0-1 1,3 0 12,3-3 1,2 2-204,0-4 1,1 0-56,-1-3 1,4 0-194,-1 0 0,1 0 211,0 0 1,0-3 336,2 0 0,18-15 0,0-1 0</inkml:trace>
  <inkml:trace contextRef="#ctx0" brushRef="#br0" timeOffset="2326">435 163 7701,'-5'6'11,"-1"0"1,1-1 72,0 4 0,0-1 66,2 1 1,2-1 24,-2 1 0,-1 2-92,2 1 0,-2 2 76,1-3 0,2 3-241,-2-2 0,-1 2 73,1-3 0,1 1-365,2-4 0,-1 1-56,-2-1-101,2 1-409,-3-4 940,4 2 0,0-6 0,4-20 0,1-9 0</inkml:trace>
  <inkml:trace contextRef="#ctx0" brushRef="#br0" timeOffset="2595">410 223 7701,'0'-6'341,"0"1"13,0 3-279,0-2 0,1 4 18,2 0 1,-2 0-132,5 0 0,-4 1 10,1 2 1,1 2 95,-2 7 1,4-3-204,-3 3 1,4 0 75,-2-1 0,0 3-48,1-2 0,-1 2 51,0-3 1,3 1 90,-3-4 1,3 0-81,1-2 1,-1 0 512,1-3-179,-1 0 1,1-6 65,-1 0 0,0-6-263,-2 0 1,0-2 50,-3 0 1,1-3-421,-1-3 1,-2 3 188,1 0 0,-1-1-742,-1-2 0,0 0 87,0 0 743,0 0 0,-3 4 0,-2 1 0</inkml:trace>
  <inkml:trace contextRef="#ctx0" brushRef="#br0" timeOffset="3225">230 120 7701,'4'-4'-1560,"-3"-4"1833,3 7 1,-3-4 32,2 3 263,-2 1-327,3-3 0,-4 3 281,0-2-145,0 2 96,0-3 1,-3 11-542,0 2 1,-3-2-19,3-1 0,-3-1 77,0 0 0,1 2-49,0-4 1,2 2 66,-3-2-212,0 4 0,-1-5 66,1 3 1,1-3-217,2 1 135,3-2 1,-7 0-333,4 2 155,0-2 301,3 3 1,1-11 20,2-1 1,-1 0 434,4 2-123,-1 1-26,4-4 54,-1 0 1,-2 2 37,0 1 0,-4 1 124,0 3-39,-1 1-39,-1-3 1,-2 8-566,-1 1 0,-3 0-615,3 1-259,-3-1 598,1 4 489,-4 0 0,8-1 0,2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43.879"/>
    </inkml:context>
    <inkml:brush xml:id="br0">
      <inkml:brushProperty name="width" value="0.08571" units="cm"/>
      <inkml:brushProperty name="height" value="0.08571" units="cm"/>
      <inkml:brushProperty name="color" value="#004F8B"/>
    </inkml:brush>
  </inkml:definitions>
  <inkml:trace contextRef="#ctx0" brushRef="#br0">51 120 6482,'-6'0'1020,"0"0"-694,4 0-130,-5 0 1,5 0 91,-4 0 82,4 0-149,-5 0 104,6 0-202,-3 0 52,0 0-98,3 0 1,-2 0-57,6 0 1,2 0 63,3 0 0,5 0-87,1 0 0,7 0 48,4 0 0,6 0-74,6 0 1,3 0 45,5 0 0,3-1 18,6-2 1,2 2-58,4-2 0,-4 2-9,-2 1 0,-2 0 55,0 0 0,-4 0 7,0 0 0,-4 0-15,-1 0 0,-5 0 17,-3 0 0,-4 0 7,0 0 1,-7 0-10,-1 0 0,-5 0-307,-4 0 119,-2 0 0,-6 0-212,0 0-319,-4 0 455,1 0 1,-2 0-194,2 0 1,-1-1 93,4-2 1,-3 2-403,2-2 530,1 3 1,2 0 202,1 0 0,-3 0 0,-1 0 0,-3-4 0,-6 10 0,-5 0 0</inkml:trace>
  <inkml:trace contextRef="#ctx0" brushRef="#br0" timeOffset="902">1075 26 7729,'-6'-5'279,"0"2"1,3-1 189,-2 1-158,-1 1 1,0-1 211,1 0-388,3 0 202,-2 3-413,4 0 60,8 0 1,1 1 26,8 2 0,0-1-307,0 3 1,1 1 103,2 3 1,-2-1-256,2 1 0,-5-1 157,0 1 0,-2-3 177,1-1 1,-3 1-14,-5 2 1,-1 1 234,-2 0 0,-3-1-21,0 1 0,-4-1 18,-5 1 1,-3-1 143,-2 1 0,-1-4-75,0 1 0,-1-3 71,2 3 0,1-4-23,-1 4 1,3-4-259,0 1 1,4 1 158,1-1-303,1-1 9,0-2-6,1 0 1,4-3 17,0-3 1,0 1 79,0-1 1,0 1 41,0-4 1,-1 1-27,-2-1 0,2 1 152,-5-1 0,3 1 3,-3-1 1,3 1 117,-2-1 0,-1 0-103,-2 1 1,2 2-23,0 1 1,3 0-32,-2-1 100,3-2-377,-2 8 216,4-4 0,4 4-127,1 0 1,3 0 26,1 0 0,2 3-18,0-1 0,4 4 3,0-3 0,0 3 36,-1-3 0,2 2 66,-2-2 1,0 3-36,0-3 0,-4 0-13,2 0 0,-4-1 19,-2 4 1,-1-4 325,-2 1-106,-2-2-10,-1 2 1,-5-2-6,-4 2 0,-2-2-63,0-1 0,-1 3-127,4 0 1,-1 0 79,1-3 1,-1 1-28,0 1 0,1-1 25,-1 2 0,4-2-134,-1-1 0,4 1 18,-1 2-232,2-2 242,1 3 0,4-3-15,2 1 1,1-1 39,2 2 1,-1-2-12,1-1 0,0 0-22,-1 0 0,1 0-15,-1 0 1,1 0-35,-1 0 1,-2 0 104,0 0 0,-4 0 15,4 0 289,-4 0-228,2 0 84,-4 0 1,-7 0-123,-1 0 0,0 0 7,2 0 0,1 0-8,-4 0 16,1 0 0,-1 0 31,1 0 0,2 0 82,0 0-123,4-4 0,-4 2 356,3-3-283,0-1 1,3-2 201,0-1 0,0 1-66,0-1 1,0 0-389,0 1 0,0-1-62,0 1 1,0 2-361,0 0-514,0 1 1085,0 0 0,0 16 0,0 8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46.322"/>
    </inkml:context>
    <inkml:brush xml:id="br0">
      <inkml:brushProperty name="width" value="0.08571" units="cm"/>
      <inkml:brushProperty name="height" value="0.08571" units="cm"/>
      <inkml:brushProperty name="color" value="#004F8B"/>
    </inkml:brush>
  </inkml:definitions>
  <inkml:trace contextRef="#ctx0" brushRef="#br0">1 86 7757,'0'-8'834,"0"-1"-635,0 0 1,0 4-53,0-1 184,0 4-332,0-5 169,4 6-35,0-7 1,5 7-88,0-2 0,-1 2 0,1 1-228,-1 0 0,-2 0 111,0 0 0,-2 4-58,2 2 1,-1 1 90,-2 2 1,-2-1-115,5 1 1,-4 2-40,1 1 0,1 3-11,-1-1 1,2-1-8,-2 2 1,3-4 80,-3 3 0,2-2 2,-2 2 0,3-4 20,-3 2 1,2-2-118,-2 1 0,3-4 84,-3 2 0,1-6 193,-2 3 1,0-4 15,4 1 0,-3-3 132,3-3 1,-4-2-49,4-3 0,-3-1-111,3 1 0,-2-2 56,2-1 1,2 1-56,-3-1 1,0-1 7,1 0 0,-2-2-1,2 3 0,2-1-167,-3 4 79,-1-1 1,3 1-122,-4-1 1,0 4-179,0 3 69,-2 1 230,3 1 1,-4 3-24,0 3 1,0 2 47,0 0 1,0 1-61,0-1 0,0 2 148,0 1 0,0 0-51,0 3 1,3-4-17,0 2 0,0-3 6,-3 0 1,2-1-26,1 1 277,4-1 0,-3-2 78,1 0-89,3-4 0,-3-2-57,3-6 0,0-3 224,-2-2 0,1-2-74,-1-4 0,0-1 23,0 1 0,-1 0-339,-2 0 1,-2 0 132,2 0 0,-2-3-757,-1 0 0,0 3 360,0 3 0,0 4-2115,0-2 2346,0 3 0,3 27 0,2 6 0</inkml:trace>
  <inkml:trace contextRef="#ctx0" brushRef="#br0" timeOffset="542">556 257 9946,'-4'8'449,"2"4"-453,-4-1 0,4 1 81,-4 0 0,3 0-332,-3 2 0,3 1-37,-2-3 1,3-1-235,-1-2 0,2-1-160,1 1 1,0-3-72,0-1 757,0-3 0,0 1 0,0-6 0,3 0 0,0-5 0,3 0 0,0-6 0,2 0 0,8-26 0,2-6 0</inkml:trace>
  <inkml:trace contextRef="#ctx0" brushRef="#br0" timeOffset="750">573 248 6316,'0'-8'1137,"0"3"-1625,0 1 291,0 0 124,0 3 1,1-1 77,2 4 1,-2 0-7,5 4 1,-3 0-89,3 2 0,-1 4 73,4-1 1,-1 4-82,1-1 0,0 0 92,3 0 0,-2-3-33,5 3 0,-1-3 17,3 0 1,0-1 43,0-2 1,-3-3 179,0-2 1,-2-6 317,2-3 1,-4-2 232,2-4 1,-6 2-323,0-4 1,-4-1-152,1-5 1,-2 2-70,-1-2 0,-1 2-253,-2 1 0,2 2-422,-2 1 0,2 4 463,1-2 0,0-1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48.858"/>
    </inkml:context>
    <inkml:brush xml:id="br0">
      <inkml:brushProperty name="width" value="0.08571" units="cm"/>
      <inkml:brushProperty name="height" value="0.08571" units="cm"/>
      <inkml:brushProperty name="color" value="#004F8B"/>
    </inkml:brush>
  </inkml:definitions>
  <inkml:trace contextRef="#ctx0" brushRef="#br0">691 9 7593,'9'0'176,"-3"-1"324,-1-2-343,-3 2 166,6-3 507,-7 4 393,3 0-993,-12 0 1,2 0 36,-5 0 1,1 0-58,2 0 1,-4 3 0,-3 0 0,1 1-22,-3-2 0,1-1 8,-7 2 1,2 1-443,-4-1 1,-4 3 215,-8-4 0,-3 2 90,-5-1 1,-4-1 10,-5 4 0,6-4-20,0 0 1,5-1-156,6-1 1,4 0-215,7 0 0,8 0-924,4 0 914,7 0 1,4-1-745,3-1 1,3 1 476,3-2 0,2 2-313,0 1 907,1 0 0,11 4 0,2 0 0</inkml:trace>
  <inkml:trace contextRef="#ctx0" brushRef="#br0" timeOffset="335">43 77 7593,'-9'-4'-297,"3"2"198,1-3 723,-1 3 0,0-2 385,1 4-132,3 0-544,-2 4 0,4 1-92,0 7 1,0-3 113,0 3 0,3 1-68,0 1 1,2 3-33,-2 3 1,3 2-70,-3 3 0,3 2-177,0 1 0,-1 7-1,1 4 1,-5 6-60,2 1 1,-2 0-18,-1 0 0,0-2 55,0 4 1,-3 2 79,1-2 1,-1 0-52,3-11 1,-3 0 279,0-3 0,0-2-96,3-4 1,0 0-486,0-8 1,0 0-257,0-3 1,0 2-545,0-2 1,0-2-1126,0-6 1159,4-5 1051,1 0 0,3-15 0,1-4 0</inkml:trace>
  <inkml:trace contextRef="#ctx0" brushRef="#br0" timeOffset="1090">785 51 7013,'0'-8'246,"0"3"682,-4-3-628,4 7 0,-4-3 410,4 1-241,0 2 214,0-3 1,0 11-293,0 1 1,0 3-83,0-3 1,0 5 63,0 1 0,3 3-85,-1 3 0,1 0-98,-3 5 1,0 1-193,0 8-1,3 2 62,0 7 1,0-1-246,-3 1 0,0 3 150,0-1 0,0 3 33,0-6 1,0 2-9,0-7 0,-3 1 13,0-1 0,0-3 87,3 0 0,0 0 196,0-2 0,-3-2 56,1 1 1,-1-3-91,3 0 0,0-1-229,0-2 1,0-2 127,0 0 1,0-4-438,0 1 0,0-6-91,0-3 1,0-1-987,0-2 580,0-3 1,1-1-597,2-4 0,-3-7 231,3-1 1,-2-6 1148,-1 3 0,-7-34 0,-3-7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51.524"/>
    </inkml:context>
    <inkml:brush xml:id="br0">
      <inkml:brushProperty name="width" value="0.08571" units="cm"/>
      <inkml:brushProperty name="height" value="0.08571" units="cm"/>
      <inkml:brushProperty name="color" value="#004F8B"/>
    </inkml:brush>
  </inkml:definitions>
  <inkml:trace contextRef="#ctx0" brushRef="#br0">701 9 7774,'4'0'-903,"4"0"1103,-3 0 0,0 0 542,1 0-211,-4 0-11,5 0-86,-6-4 118,7 4-165,-7-4 26,3 4 36,-4 0-391,-8 0 1,0 0 69,-7 0 1,2 0-97,2 0 0,-2 0 95,-1 0 0,-3 0-136,0 0 1,0 0-3,-3 0 0,-3 3-78,-2-1 0,-2 1 162,-4-3 1,2 0-17,-2 0 0,4 0-116,-2 0 1,0 0 103,0 0 1,1 0 5,2 0 0,4-1-10,2-2 1,2 3 74,1-3 1,1 2-33,2 1 0,5 0 15,3 0 1,3 0-13,-3 0 32,4 0-252,-1 0 23,3 0 54,0 4 153,0-4 1,0 4-50,-4-4 0,2 0 13,-4 0 0,3 0 27,-2 0 0,2 0 16,-3 0 1,3 0 43,-2 0-85,-1 0 0,-3 0-62,1 0 1,2 0 52,1 0 1,2 0-155,-3 0 1,3 0-27,-3 0 65,5-4-10,-3 4 21,0-4-230,3 4-416,-3 0 559,0 0 281,4 0-178,-4 0 142,0 0-100,3 0-258,-3 0 140,0 0-686,3 0-2698,-2 0 2644,6 4 850,-2-4 0,34 0 0,2-4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52.794"/>
    </inkml:context>
    <inkml:brush xml:id="br0">
      <inkml:brushProperty name="width" value="0.08571" units="cm"/>
      <inkml:brushProperty name="height" value="0.08571" units="cm"/>
      <inkml:brushProperty name="color" value="#004F8B"/>
    </inkml:brush>
  </inkml:definitions>
  <inkml:trace contextRef="#ctx0" brushRef="#br0">231 9 7816,'5'0'-270,"-1"0"363,-1 0 416,-2 0-301,7 0 0,-6 0 441,3 0-138,-3 0-95,6 0-165,-7 0 153,3 0-358,-4 4 0,-4-3-129,-2 2 0,-2-1 61,-4 1 1,-1-2-26,-4 1 1,0 2-2,0-1 0,0 3 37,0-3 1,0 2 3,-1-2 0,1 3 34,0-3 0,3 1-73,0-2 0,3 0 81,0 4 1,2-3-141,4 2 1,-2-2 119,4 3-134,0-4 92,3 5 1,1-3 2,2 2 1,3 1-71,5-5 1,-1 5 73,1-1 0,2-1 6,-2 0 1,3-2-16,-2 3 1,2-2 199,-3 2 0,3 2-114,-2-3 1,2 0 124,-3 1 0,2 0-65,-2 2 1,-4 1-71,1-1 55,-1 1-48,1 3 0,-3-2 37,-2 1 1,-2-2-36,-1 0 1,-1-1-15,-2-3 1,2 3-4,-2-3 1,0 3-36,0 1 1,-3-1-7,3 1 0,-3-1-3,4 1 1,-4 0-127,3 3 1,-4-2 90,2 4 0,-3-3-70,0 0 1,-1 1 49,1 0 0,-4 2-155,1-3 0,-1 4 91,4-4 1,-1-1 424,1-4-34,-1 2 1,1-4-160,3 1 0,2 2-44,6-4 0,2 0-96,3-3 1,2 0 84,1 3 0,2-2-111,5 2 1,-1-1 46,0 1 0,3-2-194,-1 2 1,5-2-42,-1-1 1,-2 0-47,-1 0 1,1 0-314,-2 0 0,-2 0 225,-6 0 0,-2 0-1136,0 0 1516,-4 0 0,-17-4 0,-7-1 0</inkml:trace>
  <inkml:trace contextRef="#ctx0" brushRef="#br0" timeOffset="748">299 43 7168,'0'-4'-474,"0"-4"925,0 7-127,0-3-64,0 1-239,0 2 155,0-3 16,0 0 34,0 3 4,0-3-134,0 1-205,0 2-5,0-3 95,0 11 6,0-1 0,0 6-85,0-3 1,0-3 95,0-1 1,0-2-1007,0 3 401,0-4 607,0 5 0,8 2 0,1 4 0</inkml:trace>
  <inkml:trace contextRef="#ctx0" brushRef="#br0" timeOffset="1582">402 496 7315,'-5'-5'602,"1"-2"-294,0 6 0,3-4 128,-1 2 65,1 2-323,1-3 211,0 0-269,0 3 863,0-2-883,0 10 1,0-4 120,0 6-349,0-3 0,0 3 36,0-1-496,0 1 0,0-1 304,0 1 1,0-3-751,0-1 1034,0-3 0,11 2 0,3-4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8:57.864"/>
    </inkml:context>
    <inkml:brush xml:id="br0">
      <inkml:brushProperty name="width" value="0.08571" units="cm"/>
      <inkml:brushProperty name="height" value="0.08571" units="cm"/>
      <inkml:brushProperty name="color" value="#004F8B"/>
    </inkml:brush>
  </inkml:definitions>
  <inkml:trace contextRef="#ctx0" brushRef="#br0">34 17 7769,'-5'-4'-524,"2"0"782,-1 4 35,3 0-36,-7 0-4,7 0 0,-2-1 128,3-2-6,0 2 21,0-3 41,-4 4-327,3 0 1,-3 1 71,4 2 1,0-1-144,0 4 1,3-1 71,0 4 0,3-1-132,0 1 1,2 3 33,0 2 0,2 0-48,1 0 0,0 3 96,3 3 0,0 1-33,3-1 0,3-2-90,0 2 0,0 1 111,-3-2 1,0 4-126,0-3 1,0 1 98,0-1 0,-1-2-141,-2 2 1,3-2 75,-3-1 1,-1 0-117,1 0 0,-2 0 7,2 0 1,-3 0 103,4 0 1,-5-2-116,1-1 0,2-1 83,-2 1 0,3 1-7,-2-3 1,-1 2 3,-2-3 0,0 4 118,2-4 1,-1 3-58,1-2 1,-1 0 11,-2-1 0,2 0-26,1 3 1,-1-3 10,1 4 1,-1-4-52,-2 3 1,1-2 41,-1 2 0,4-1-97,-1 1 1,0 0 81,-2-3 0,-1-1 45,1 5 1,0-4 1,3 3 0,-3-2 10,3 2 0,-3-4-22,0 2 0,-1 0 84,1-1 0,-1 2-53,1-2 0,-1-1-19,1 1 0,-1 1 31,1 0 1,-1 2-21,1-3 1,0 3-57,-1-2 1,1 2 4,-1-3 1,1 1-7,-1-4 1,1 4 27,-1-1 1,1 1 2,-1-4 0,0-2 29,-2-1 1,1 1-34,-1 3 0,1 2-40,2 0 1,-3 1 39,-1-4 0,1 1-74,3-1 0,-2 4 52,-1-1 0,1 1-8,-1-4 0,2 2 18,0 1 0,-2-4-4,0 1 1,-3-1 4,2 1 1,-2-2-12,3 0 1,-3-3 2,2 2 0,-2 0-9,3 1 1,-3 1-38,2-1 0,0-1 85,1 0 0,-1 1-1,-3 3 1,2-1 2,2 1 0,0-4 10,-3 1 1,1 0 25,-1 2 0,-1-2-53,4 0 1,-4-2 40,4 2 0,-3 2-26,3-3 0,-4 0 5,0 1 0,2-3-17,-1 2 1,3-2-2,-3 3 0,2-3 80,-2 2-70,4-3 231,-6 6-181,6-3 1,-5 0 101,4 1 1,-4-3-115,1 2 1,-2-2 5,2 3-56,-2-4 8,7 6 1,-6-5-57,3 3 0,-3-1 39,1-2-168,2-2 106,-4 6-170,6-6 185,-6 7-72,7-7 92,-7 6-15,3-6 139,0 3-143,-4-4-372,4 0 425,-4-4 1,-1 2-35,-2-3 202,3-1 0,-5-3-110,2 1 1,1-1 174,-4 1 0,4-2-56,-4-1 0,3 1 67,-3-1 1,3-1-61,-2 0 0,2-2-131,-3 3 0,3-4 66,-2 4 1,3-1 41,-1 0 1,-1 2-281,1-4 1,0 3 3,3 0 18,0 1 77,0 2 345,0-1-236,0 5 1,0 1 13,0 6 1,3 1-70,0 5 1,4 2 7,-2 1 1,2 3-22,-1-1 0,1 1 52,-1-1 0,1 3-122,-2-3 0,3 1 96,-2-1 1,-2 1-75,2-3 0,-3 0 46,3-1 0,-4-1-28,0 1 0,0-4-38,1-1 0,-2-1 13,3 0 0,-5-1 43,-2-4 0,1 0-24,-4 0 0,1-3 14,-4 0 0,1-3 114,-1 0 1,-2-1-111,-1 2 1,-2-3 182,3 2 1,-4 1-42,0 0 0,2 0 57,-1-1 1,3 0-167,-4 3 1,5 0 48,-1 3 0,1-3-60,1 0 0,1 1 61,-1 2 0,4-1-175,-1-2 123,4 2-186,-2-3 148,4 0 1,0 2 4,0-3 0,1 2-142,2-3 0,-1 3 90,4-2 0,-1-1-74,4-3 0,-1 1 66,1-1 1,0 1-144,-1-1 1,1 1 73,-1-1 1,1 1-54,-1-1 1,0 0 67,-2 1 0,1 2 140,-1 1 1,-1 2 156,0-3 0,-2 4-51,3-1 208,-4 2-208,1 1 1,0 1 174,0 2-232,0 2 1,-3 3 134,0 1 0,-1-1-96,-2 1 0,1 0 137,-3-1 1,2 3-1,-3 1 1,3-1 128,-2-2 1,0 2-156,-1 1 1,-1-1-48,1-3 1,1 1-38,-1 0 12,4-1 0,-2 0-617,1-3 102,2-1 73,-3-4 0,7-4-63,0-1 0,3-3 124,0 0 0,2-4-32,0 1 1,1-3 145,-1 2 1,0-2 82,-2 3 0,1-1-211,-1 4 278,2-1 1,-3 2 144,1 1 366,-4-2-131,2 7-120,-4-3-318,0 8 0,0 1 96,0 4 0,0-4-123,0 1 1,-3 0 59,0 2 0,0 1-6,3-1 1,-3-2 85,0 0-26,1-1-411,2 4 235,0-1-1339,0-3 801,0-1 665,0-4 0,3-19 0,2-5 0</inkml:trace>
  <inkml:trace contextRef="#ctx0" brushRef="#br0" timeOffset="1901">77 1724 8130,'-5'0'812,"1"0"0,5 0-600,2 0 1,2 0-170,3 0 0,5 0 116,1 0 0,7 1-69,4 2 1,9-2-2,5 2 1,11 1 2,4-1 0,8 3-88,7 0 0,-2 1 102,1 2 0,-3-1-201,-5-3 1,-4 3 103,-2-2 0,-11 0-85,-6 0 0,-3 0 68,-5-3 1,0 0-73,0-3 1,-4 3 14,1 0 0,-1 0-123,-2-3 0,1 1 42,-1 1 0,-3-1 75,-6 2-254,-6-2 0,-4 0 68,-4 2 1,-1-2 29,-2 2 1,-4-2 74,-5-1 1,-3 0-329,1 0 0,1 0 78,-2 0 0,5 0 402,-1 0 0,-3-8 0,1-1 0</inkml:trace>
  <inkml:trace contextRef="#ctx0" brushRef="#br0" timeOffset="2657">965 1699 8030,'0'-9'-133,"0"3"243,0 1 0,-3 2 822,0-3-216,0 4-250,3-1-267,0 3 32,4 0 1,-2 2-139,3 1 0,4 4 66,2-1 0,4 1-92,0 2 0,1-1 109,1 1 0,3-1-350,0 1 1,0 2-29,-3 1 1,-4-1-152,-2-3 1,-1 2 101,-2 1 1,-3-4 89,-2 2 1,-3-3 38,-3 3 1,-5-1 31,-7 1 0,-2-4 79,-3 1 0,2-1-93,-2 1 1,0 0 230,0-3 1,0 3-65,3-3 1,0-1 42,0-2 0,3 3-64,3 0 0,1 0-28,2-3 31,3 0-32,1 0 0,4-1-13,0-2 1,4 1 8,2-3 1,-1-1-28,0-3 0,1 1 19,2-1 1,-2 1 11,0-1 1,-3 1 61,2-1 0,-3-2 152,1-1 0,-1 1-102,1 2 0,-2 1-74,2-1 0,-3 1-118,-3-1 1,1 4 192,-4-1-250,4 0 179,-5 2 1,5 0-545,-4 4 274,4 0 1,-1 0 47,6 0 1,2 3 87,4-1 0,-1 5 4,1-1 0,2-1-47,0 0 0,5 0 42,-2 1 0,-1 1 48,1-1 0,-3-1-34,0 0 1,-1-2 163,-2 3-199,1-4 38,-1 5 1,-3-5 335,-2 4-238,-2-4 1,-5 2 67,-2-4 1,-1 1-63,-2 1 0,1-1 38,-1 2 1,0-2-53,1-1 0,-1 0 8,1 0 0,-1 0-54,1 0 80,-1 0-232,1 0 0,3 1-51,2 2-217,2-2 316,1 3 1,5-4-20,3 0 1,2 0 37,4 0 0,-2 0 0,2 0 0,-4 0 176,2 0 0,-3 1-113,0 1 1,-1-1 667,1 2-454,-5-2 0,1-1 524,-2 0-477,-2 0 0,2-3 126,-6 1 0,-2-1-13,-3 3-540,-1-4 1,1 3-821,-1-2 1027,1 2 0,-9 5 0,-1 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05.569"/>
    </inkml:context>
    <inkml:brush xml:id="br0">
      <inkml:brushProperty name="width" value="0.08571" units="cm"/>
      <inkml:brushProperty name="height" value="0.08571" units="cm"/>
      <inkml:brushProperty name="color" value="#004F8B"/>
    </inkml:brush>
  </inkml:definitions>
  <inkml:trace contextRef="#ctx0" brushRef="#br0">27 1674 7629,'-8'5'-680,"2"1"944,2-4 0,2 3 274,-1-2-130,0-2-360,3 2 0,0-2 170,0 2-63,0-2 555,0 3 1,1-11-576,2-1 1,-2 0-127,2 2 1,0 1 35,0-4 0,3 4 26,-3-1 1,2-3 21,-2-2 0,4 0-13,-1 2 1,-2-2-1,2-1 1,0-3 17,2 1 1,1-2-103,-1-1 0,1 0 94,-1 0 0,4-1-167,-1 1 1,3 1 17,-2 2 1,0-1-98,-1 4 1,-1-4 110,1 4 0,2-1 37,-2 0 1,0 3 53,-2-3 1,-1 3-80,1 0 1,0-2 115,-1 0 0,-2-1-77,-1 4 1,1-2-9,3-1 0,-1 0 27,1-3 0,-1 4 46,1-2 0,-1 2-42,1-1 1,-2 1-1,-1-1 0,2 1-67,-3 2 1,0 1 54,1-2 0,-1 6-37,0-6 0,2 2 39,-4-1 1,3 2-96,0 1 1,-1-1 39,1-3 0,-1 1-94,4-1 1,-1 1 113,1-1 1,-3 1-2,-1-1 1,1-2 64,2-1 0,1 1-73,-1 2 1,1 1 65,0-1 0,-2 1-52,-1-1 0,1 0 64,-1-3 0,2 3-39,0-2 1,1 1-102,-1 2 0,-1-4 30,1 1 1,-1-2-16,4 2 0,-2 2 52,-3-3 0,1 2-10,-1-2 1,2 3 125,0-2 1,0 1-123,-3 2 1,3-1 58,-2 0 1,0-2-39,0 0 0,2-1 47,-3 4 1,3-4-34,0 1 0,2 0-1,1 2 0,-1-2-102,1-1 0,-1 1 94,-2 2 1,1 1-58,-1-1 0,1 1 35,-1-1 0,-2 1 16,0-1 1,-1 1-19,4-1 1,-3 1-4,-1-1 1,1 1-14,2-1 1,1 1 19,0-1 0,-1-1 3,1-1 0,-1 2 0,1-3 0,-1 3-6,1 0 1,-1 1-7,1-1 0,-1 1-6,1-1 0,-3 1 9,-1-1 0,0 3-27,1 1-5,1-1 26,-2-3 0,1 2-79,-1 1 0,-2-1 46,3 5-77,-4-5 0,3 5-34,-3-4-116,-1 5 189,7-7 39,-7 7 0,3-4 159,-4 2-145,0 2 133,0-2-27,-4 3 1,2 0-47,-4 0 0,4 0 115,-4 0 64,0 0 1,-2 3-142,-1-1 0,1 1 83,-1-3 1,0 1 61,1 2 0,-2-2-74,-1 2 1,2 1 43,-3-2 0,2 5-47,-2-1 0,2-2 51,-4 2 0,3-3-44,0 3 0,1-3-44,2 2 0,-1-2 90,1 3-79,-1-4 0,4 2-212,-1-1 173,4-2-112,-2 3 76,8-4 1,2-3-68,5 0 0,-1-3 76,1 0 0,2-2 51,1 0 0,2-1-63,-2 1 0,2-4 8,-2 1 1,3-1-104,3 0 1,-5 3 75,2-3 1,-1 3-311,1 0 1,-3 1 84,0-1 0,-3 4-242,0-1 222,-5 4 277,1-2 0,-6 5-106,2 2 311,-2-2-193,-1 7 1,0-4-50,0 5 1,0-3 3,0-1 1,0 1 22,0 3 0,0-4-44,0 1 0,0 0 66,0 2 0,0 4 86,0-1 0,-1 1 22,-2 0 1,1 0-79,-3 2 0,-1 2 96,-3-2 1,1 3-65,-1 0 1,1-3-44,-1 0 0,2-1 35,1 2 0,-1-3-293,4-3-20,-3-1-137,5-3 532,-3-1-183,4-4 0,0-1 108,0-2 1,0-2-107,0-3 1,0-1 109,0 0 0,-1-2-50,-2 0 0,2-1 23,-2 4 1,0-1-35,0 1 0,-4-4-8,2 1 1,-2 0-105,1 2 0,-1 1 66,1 3 0,1-3-54,-1 2 0,1 3 67,-4 0 1,4-1-60,-1 1 46,0 0 1,0 3-13,1 0-162,3 0-38,-2 0 0,4 1 96,0 2 71,4-2 0,2 3-7,5-4 1,-2-3-1,3 0 0,1-3-148,1 0 1,0-1 70,0 2 0,-1-3-9,1 2 1,2 2 16,-5-2 1,0 3 1,-2-3 1,-1 4 137,1 0 0,-4 0-175,-3-1 361,-1 2 0,-1-2 13,0 6-36,-3 2 0,-1 3-31,-2 1 1,-1-1 24,1 1 1,-2-1 73,0 1 1,-1-1 29,1 1 1,-1-2-108,1-1 1,2 2-49,0-3 0,3 0-402,-2 1 194,3-4-182,-2 5 172,4-6 0,1 3-121,2-4 0,-1-3-165,3 0 225,1-3 0,3 2 83,-1-2 1,-2 0 125,0 3 309,-5-4-135,7 2-123,-7-3 1,4 3-135,-2 2-320,-3 2-475,4 1 603,-8 4 1,3 1-132,-5 3 0,4-2 64,-1 0 1,2-3 291,1 2 0,0 5 0,0 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11.364"/>
    </inkml:context>
    <inkml:brush xml:id="br0">
      <inkml:brushProperty name="width" value="0.08571" units="cm"/>
      <inkml:brushProperty name="height" value="0.08571" units="cm"/>
      <inkml:brushProperty name="color" value="#004F8B"/>
    </inkml:brush>
  </inkml:definitions>
  <inkml:trace contextRef="#ctx0" brushRef="#br0">9 26 8342,'0'-8'1724,"0"3"0,0 0-808,0 2-257,0 2-2025,0-2 0,-1 8 940,-2 1-152,2 0 210,-3-3 233,4-2 1,0 4-176,0-2 59,0-2-41,0 3 329,4-1 328,-3-2-220,3 3 176,-4-4 1026,0 0-1109,0-4-124,0 3 50,0-2-352,0-1 210,0 3-900,0-3 1,0-3-1,0-3 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12.003"/>
    </inkml:context>
    <inkml:brush xml:id="br0">
      <inkml:brushProperty name="width" value="0.08571" units="cm"/>
      <inkml:brushProperty name="height" value="0.08571" units="cm"/>
      <inkml:brushProperty name="color" value="#004F8B"/>
    </inkml:brush>
  </inkml:definitions>
  <inkml:trace contextRef="#ctx0" brushRef="#br0">9 0 6847,'0'5'755,"0"2"1,0-5-779,0 4-41,0-4 1,0 3 128,0-3 187,0-1-14,0 7 118,0-7-164,0 3-7,4-4-70,-3 0-257,3 0 212,-4-4-202,0 3 108,0-7 73,0 7-20,0-6 31,0 6 0,0-4 111,0 2 228,0 2 77,-4-2-201,3 3-179,-3 0 111,1 0-1157,2 0 318,-3 0 1,12 0 0,1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12.728"/>
    </inkml:context>
    <inkml:brush xml:id="br0">
      <inkml:brushProperty name="width" value="0.08571" units="cm"/>
      <inkml:brushProperty name="height" value="0.08571" units="cm"/>
      <inkml:brushProperty name="color" value="#004F8B"/>
    </inkml:brush>
  </inkml:definitions>
  <inkml:trace contextRef="#ctx0" brushRef="#br0">18 1 7694,'-5'0'927,"-3"0"-870,7 0 240,-2 0-249,3 4-387,0-3 262,0 2 78,0 1 144,0-3 569,0 3-641,3-4-143,-2 0 134,3 0-113,0 0 148,-3 0-72,3 0-13,-4-4 39,0 3-445,0-3 0,-8 1 0,-1-2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14.006"/>
    </inkml:context>
    <inkml:brush xml:id="br0">
      <inkml:brushProperty name="width" value="0.08571" units="cm"/>
      <inkml:brushProperty name="height" value="0.08571" units="cm"/>
      <inkml:brushProperty name="color" value="#004F8B"/>
    </inkml:brush>
  </inkml:definitions>
  <inkml:trace contextRef="#ctx0" brushRef="#br0">0 1 6603,'0'5'313,"0"-2"3479,0-3-3506,4 0-17,-3 0-1315,3 0 1,7 12-1,3 2 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14.472"/>
    </inkml:context>
    <inkml:brush xml:id="br0">
      <inkml:brushProperty name="width" value="0.08571" units="cm"/>
      <inkml:brushProperty name="height" value="0.08571" units="cm"/>
      <inkml:brushProperty name="color" value="#004F8B"/>
    </inkml:brush>
  </inkml:definitions>
  <inkml:trace contextRef="#ctx0" brushRef="#br0">1 0 7691,'4'0'-1204,"0"1"1704,-4 2-120,4-2 11,-3 3-124,3-4 51,-4 4-1,0-3 241,0 2-210,4-3-142,-3 0 257,2 0-338,-3-3-242,0 2-46,0-3-140,0 0 158,0 3-429,0-3 1,-11 16 0,-3 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15.013"/>
    </inkml:context>
    <inkml:brush xml:id="br0">
      <inkml:brushProperty name="width" value="0.08571" units="cm"/>
      <inkml:brushProperty name="height" value="0.08571" units="cm"/>
      <inkml:brushProperty name="color" value="#004F8B"/>
    </inkml:brush>
  </inkml:definitions>
  <inkml:trace contextRef="#ctx0" brushRef="#br0">9 9 10033,'-4'0'-891,"0"0"256,4 0 1,8-4 0,1-1-1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16.526"/>
    </inkml:context>
    <inkml:brush xml:id="br0">
      <inkml:brushProperty name="width" value="0.08571" units="cm"/>
      <inkml:brushProperty name="height" value="0.08571" units="cm"/>
      <inkml:brushProperty name="color" value="#004F8B"/>
    </inkml:brush>
  </inkml:definitions>
  <inkml:trace contextRef="#ctx0" brushRef="#br0">69 128 8020,'-8'0'0,"-1"0"0,3 0 599,1 0 1,-1 0-135,-3 0 0,4 0 327,-1 0-546,4 0 1,-3 0 239,3 0-279,1 0 157,-3 0-273,11 0 1,-1 0 90,6 0 0,-2 0-216,1 0 1,4 0-3,4 0 0,1 0 12,6 0 0,-2 0 219,4 0 0,2 0-102,2 0 0,2 0 207,3 0 1,-2 0-113,2 0 0,-4 0-409,-4 0 0,-2 0 130,-7 0 1,-5-1-583,-6-2-228,-5 2 148,-4-2 0,-3 3-61,-3 0 0,1 0 257,0 0 1,0-1-247,-1-2 0,1 2 803,3-2 0,-3 2 0,-4 1 0</inkml:trace>
  <inkml:trace contextRef="#ctx0" brushRef="#br0" timeOffset="407">445 26 8020,'-9'-3'0,"1"0"0,2-3 434,0 3 1,3-2 74,-2 2 0,2 0 648,-3 3-414,4 0-18,-2 0-108,4 0 1,7 3-511,2 0 1,4 3-130,-2 0 0,4-1-253,0 1 1,-2-1 55,1 4 0,0-4-126,3 1 1,-2-1 123,-1 1 0,-4 1 110,2-1 0,-3-1 109,0 0 1,-2-2-92,-1 3 0,-2-3 164,-4 2 1,0-2-70,0 3 1,-1-3 247,-2 2 0,-3-2 10,-5 3 0,1-3 6,-1 2 0,-2 0-77,-1 1 1,0 1-83,0-1 1,1 2-236,-1 0 1,-2-2 85,5 0 1,0-2-643,2 2 1,1 1-9,-1-4-955,1 3 845,3-5 802,1 3 0,19-12 0,4-1 0</inkml:trace>
  <inkml:trace contextRef="#ctx0" brushRef="#br0" timeOffset="1080">453 51 8020,'0'-8'1395,"0"3"-1096,0-3 0,0 7 217,0-5-30,0 4-459,0-2-240,0 4 0,0 7-53,0 1 0,0 6 75,0-3 1,0 3 24,0-2 1,0 0 114,0-1 0,3-1 178,0 1 25,0-1 0,-3-2 501,0 1-90,0-5 308,0 0-246,0-4 0,-3-4-221,0-1 0,0-3 64,3 0 1,-3-1 147,1 1-655,-1-1 0,3 0-461,0 1 1,0 2-1755,0 1 2254,0 3 0,7 5 0,3 7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29.690"/>
    </inkml:context>
    <inkml:brush xml:id="br0">
      <inkml:brushProperty name="width" value="0.08571" units="cm"/>
      <inkml:brushProperty name="height" value="0.08571" units="cm"/>
      <inkml:brushProperty name="color" value="#004F8B"/>
    </inkml:brush>
  </inkml:definitions>
  <inkml:trace contextRef="#ctx0" brushRef="#br0">641 44 7738,'-6'-3'0,"0"0"214,4 0 214,-6 3 26,8-4-215,-8 4 162,7-4-264,-7 0 0,6 3 288,-4-2-389,5 2 55,-7-3 0,6 3 152,-4-2 1,3 2-110,-2 1 1,2-1-37,-3-1 1,3 1-146,-3-2 121,0 2 1,-2 1 34,-1 0 0,1 0 12,-1 0 1,3 0 6,0 0 1,1 0-39,-4 0 0,0 0-48,1 0 1,-1 0-1,0 0 0,1 0 12,-1 0 0,0 0-97,1 0 0,-1 0 75,0 0 0,1 1-91,-1 2 0,1-2 101,-1 1 1,3 0-67,0 1 1,1-2 38,-4 2 1,0 1 44,1-1 0,2 1-51,0-1 0,0-3 7,-2 3 1,-1 1-8,0-1 0,4 3 16,-1-3 1,0 2 68,-3-2 0,1 3-66,-1-3 1,3 3 82,1-3-74,-1 3 0,-3-1-13,1 4 0,2-3-31,0-1 0,0-2 50,-2 3 0,2 0 7,0 2 1,0-2-21,-2 0 0,-1-1-12,0 1 0,2 1 8,1-1 0,-2 1-51,2-2 1,2 3 52,-2-2 1,3-1-6,-3 1 1,3-2 61,-2 2 1,3 2-58,-1-2 1,-1 1-16,1 2 1,0 0 11,3-1 1,-3 1-51,0-1 0,0 1 53,0 0 1,1-1-43,-4 1 1,3 0 27,-3-1 1,3 4-7,-2-1 1,3 1-10,-1-3 0,-1-1 6,1 1 1,-3 0 33,4-1 1,-1 4-27,3-1 0,0 2-23,0-2 1,0 2 23,0 1 0,0 2-36,0-5 1,1 4 18,1 0 1,-1 0-4,2 0 0,1 0 3,-1-3 0,3 3 4,-3-1 0,2-1 53,-2-2 0,4 2-52,-1-2 0,-1 2 38,0-2 0,0-1-27,1 2 0,2-2-40,-3 2 0,0-3 28,1 3 0,0 0-5,2 0 1,-2-1 44,0-2 1,-1 0-35,1-1 0,1 1 36,-1 0 0,-1-1-39,1 1 0,-2 0 14,2-1 1,2 0-3,-2-2 1,-2 1-19,2-1 1,0-1-5,3 1 1,-4-3-8,1 2 1,0-2 31,2 3 0,0-3-3,-2 3 0,2-4 18,-3 0 1,3 2-30,1-1 0,-1 0 38,1-3 0,-3 3-29,0 0 0,-1 1-22,4-1 0,-3-3 26,0 3 1,-1 1-40,4-1 1,-3 1 1,-1-1 1,-2-2 23,3 2 1,-3 0-10,3 0 0,-3 0-3,2-3 1,0 1-69,1 2 1,2-2 69,-3 2 1,3-2-129,1-1 0,-1 0-4,1 0 98,0 0 0,-1 0-10,1 0 0,0 0-63,-1 0 285,1 0-160,0 0 1,-1 0-35,1 0 0,-3 0 18,-1 0 0,-2 0-92,3 0 1,0 0 67,2 0 1,-2 0-9,0 0 1,0-1 54,2-2 0,1 2-47,0-2 0,-1 1 128,1-1 1,-3 2-120,0-1 0,-1 0 34,4-1 0,-3 2-35,-1-2 1,0 1-110,1-1 0,2 2-43,-2-2-60,1-2 0,2 2 21,-1-3 1,1-1 54,0 4 176,-1-3 1,1 2-126,0-2 1,-1-1 296,1 4 0,-3-2 30,0 2-18,-1-4-64,4 2 0,-1-1 259,-3 1-447,3-1 0,-3-2 75,4 2 0,-4 0-111,1 3 1,0-4 74,3 1 1,-4 1-39,1 0 0,-1 2 41,1-3 0,1 1 81,-1-1 0,-1 0-13,1 3 205,-4-4-265,5 2 36,-2-3 0,1 0-67,0 2 1,-4-1 65,4 1 0,-3 1-36,3-1 0,-4 3 39,1-2 59,1-1 0,0-3-62,2 1 1,-1 2 12,-2 0 0,-2 3 106,2-3 0,0 1-63,0-4 0,0 3-45,-3 0 0,3 1 29,0-4 1,1 3-121,-1 0 1,-2 1 39,2-4 0,-2 0 22,2 1 0,-2 2 10,2 0 1,-1 0-5,1-2 0,-2 2 60,2 0 0,-2 0-62,-1-2 0,0 2 95,0 0 0,3 1-69,0-4 0,-1 3 222,-2 0-192,0 1 1,0-4 81,0 0-78,0 1 0,0-1-9,0 0 1,0 4-51,0-1 1,0 0 46,0-3 0,0 4-168,0-1 115,0 0-125,0-3 64,0 1 1,0-1 0,0 1 138,0 3 13,0-3 62,0 3-134,-3-3 221,2-1-171,-3 0 34,4 1 1,-1 0 19,-2 2-263,2-1 156,-3 2-174,0-4-34,3 0 197,-2 1-56,-1-1 8,3 0 69,-3 1 0,1 2 31,0 0 71,0 4 0,2-4-76,-2 3-40,2-4 0,-5 5 3,3-4 1,-1 4 43,1 0-65,2-3 1,-6 3 65,5-4-117,-1 4 0,0-3 26,0 2 1,-1 2-26,1-1 9,2-3 1,-6 3 34,5-4 1,-2 4-34,1-1 0,1 1 24,-4-1 1,3 3 2,-2-3 1,2-1-7,-3 1 1,3-1 104,-3 1 0,3 2-15,-2-2-50,-1-1-32,-3-1 1,3-1 0,1 0 1,2 3-6,-3-2 1,3 2-4,-3-3 0,3 4-38,-2-1 45,3-2 0,-5 3-12,4-3 0,-1 3 6,1-1 0,2-1 67,-5 1 1,3 0 137,-3 3 0,3-3-113,-3 0 1,4 1 110,-4 2 1,3-3-38,-3 0 0,3-1 48,-3 1 1,4 2-106,-4-2 1,3 1 46,-3-1 0,3 2-8,-2-1 0,2-2 203,-3 1-255,0 0 0,-3 2-98,1-2 0,2 2 114,0-2 1,1 1-4,-4-1 0,3 3-2039,0-3 0,3 2-88,-2 1-619,3 0 1512,-6 0 1128,7-4 0,17 7 0,8-2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32.851"/>
    </inkml:context>
    <inkml:brush xml:id="br0">
      <inkml:brushProperty name="width" value="0.08571" units="cm"/>
      <inkml:brushProperty name="height" value="0.08571" units="cm"/>
      <inkml:brushProperty name="color" value="#004F8B"/>
    </inkml:brush>
  </inkml:definitions>
  <inkml:trace contextRef="#ctx0" brushRef="#br0">17 155 8095,'-4'0'485,"0"0"0,3 0-103,-2 0-1,2 0-472,-3 0 0,11 0 70,2 0 0,2 0 96,0 0 0,3 0 4,3 0 0,4 0 144,1 0 1,8 0-96,4 0 1,4-1-193,5-2 1,3 2-19,3-2 1,-3 2-27,0 1 1,-4 0-9,-2 0 1,0 0 90,-6 0 0,-2 0 35,-10 0 1,-1 0-89,-4 0 0,-1 0-74,-1 0 0,-7-1 58,-5-2-396,2 2-165,-4-2-247,3-1 513,-8 3 1,2-6-232,-4 4 620,4 0 0,-1 0 0,-1 5 0,-1-1 0</inkml:trace>
  <inkml:trace contextRef="#ctx0" brushRef="#br0" timeOffset="931">650 52 7653,'-4'-5'0,"0"-2"182,-2 1 0,0 1 323,3 0 0,-3 2 130,3-3 1,0 4 145,0-1-54,2 2-239,-7-2-418,7 2 233,-3-3-216,4 8 0,4 0 66,2 5 0,1-3-130,2-1 1,3 1-10,3 3 0,1-1-246,1 1 0,0-1-275,0 1 1,3-1 294,0 1 1,0-1-104,-3 1 0,-3-1 84,0 1 1,-1 0 88,-2-1 1,0-2-37,-9-1 0,1 1 142,-3 3 0,-4-2 20,-1-1 0,-4 1 92,-2-5 1,-2 4 207,-5-3 1,1 4-136,0-2 0,0-1 49,0-1 1,3 1-51,0-1 0,0 0-126,0 0 0,2-2 11,3 2 1,1-2-86,-1-1 1,3 3-138,1 0 152,3 0-138,-2-3 1,4-1 25,0-2 0,0 1-5,0-4 0,0 3 77,0-2 1,1-1 168,2-3 0,-2 1 11,2-1 0,-2 1 148,-1-1 0,0-2-38,0-1 1,0 1-68,0 3 0,-3-2 106,0-1 0,-1 1-17,1-1 1,2 4 159,-2 1-217,-1 1 1,3-1-340,-2 0-129,-2 4-142,4-1-4,-3 3 297,4 0 0,4 2-4,2 1 1,1 1 22,2-1 0,2-2-135,1 2 0,3 1 71,-1-2 1,2 4 49,1-3 1,-2 3 58,-1-3 0,0 2 10,3-2 1,-3 1 136,-3-1 1,-4-2-62,-2 1 116,-3 3 0,2-3-40,-4 4 1,-4-4 125,-2 1 0,-2-2-58,-3 2 0,-2-2 94,-1 2 1,1-2-85,1-1 1,3 3-73,-3 0 0,3 0-242,0-3 125,1 0-142,-1 0 121,1 0-373,3 0 66,1 0 120,12 0 0,-2 0 54,9 0 1,-5 0 65,1 0 1,0 0 208,0 0 1,-1 0-67,1 0 0,-1 0 170,-2 0 1,-2 0 68,0 0 114,-4 0-31,5 0-98,-6 3 1,-1-2-81,-6 2 1,2-2-102,-2-1 1,0 3-539,-2 0 1,-1 1 279,1-2 1,0 0-779,2 4 0,0-3 440,3 3 1,-1-4-849,1 0 1370,2 3 0,9 0 0,6 3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41.022"/>
    </inkml:context>
    <inkml:brush xml:id="br0">
      <inkml:brushProperty name="width" value="0.08571" units="cm"/>
      <inkml:brushProperty name="height" value="0.08571" units="cm"/>
      <inkml:brushProperty name="color" value="#004F8B"/>
    </inkml:brush>
  </inkml:definitions>
  <inkml:trace contextRef="#ctx0" brushRef="#br0">74 30 7899,'-5'0'1193,"1"1"-880,4 2 0,-3 1-157,1 5 0,-2 0 54,1 3 1,2 1-370,-2 4 1,-1 0-142,1 0 1,-2 3 229,2 0 1,-4 0-118,2-3 0,1-1-360,1-1 0,-1 0-948,1-4 1495,-3 1 0,5-8 0,1-26 0,4-12 0</inkml:trace>
  <inkml:trace contextRef="#ctx0" brushRef="#br0" timeOffset="265">40 47 7812,'0'-9'677,"0"1"-679,0-1 90,0 1 0,1 3 179,1 2 0,0 2-46,4 1 0,0 4-166,2 2 1,1 2 97,-1 4 0,4 1-457,-1 4 1,3 0 213,-2 0 1,2 0 177,-3 0 0,2-1-637,-2-1 1,-1 0 230,1-4 1,-1 1 283,-2-4 0,1-3-85,-1-2 0,-2-2 460,0-1 0,-4-7-173,4-1 0,-4-6 191,1 3 0,-2-7-179,-1 1 1,0-2-96,0 2 1,0 0-799,0 0 1,0-1 402,0 1 1,1 4-652,2 2 961,-2-3 0,6 16 0,-2 0 0</inkml:trace>
  <inkml:trace contextRef="#ctx0" brushRef="#br0" timeOffset="658">339 141 7812,'5'3'0,"1"0"0,-3-1 549,3-2 1,-4 0 312,4 0-715,0 4 1,2-3 60,1 2 0,-1-2-278,1-1-20,0 0 1,-1-3-52,1 0 1,-4-1-44,1 2 1,-1 0 71,0-4 0,0 1-68,-2 0 1,-2-3 107,2 2 0,-2-1 41,-1-2 2,0 1 0,0-1 28,0 1 1,-4 3 14,-2 2 1,-1 2 7,-2 1 0,-2 0 70,-1 0 0,1 1-55,2 2 1,1 2 126,-1 3 0,1 1-84,-1-1 1,1 1-65,-1-1 0,4 1 33,-1-1 1,4 2-101,-1 1 0,2-1-51,1 1 0,4 1-156,2 0 0,1-1-138,2-2 1,3-4 130,2 1 0,0-4-234,0 1 1,-3-2 232,3-1 0,-2 0 266,2 0 0,12-19 0,5-5 0</inkml:trace>
  <inkml:trace contextRef="#ctx0" brushRef="#br0" timeOffset="1083">552 90 7812,'0'-9'929,"0"1"128,0 3-316,0-3 0,0 7-720,0 9 0,0-1-66,0 7 0,0-4-89,0-1 0,0-1 10,0 1 0,0-1 89,0 1 0,3 0-400,0 3 1,3-3 154,-4 3 1,2-6-109,-1 0 1,-1-1 98,4 0 0,-3 2 84,2-4 1,-2 0-23,3-3 0,-3 0-13,2 0 1,0-1 53,1-2 0,1-1 55,-1-1 1,-1-3 106,1 2 1,-4-1 23,4-2 0,-4 0 411,1-3 0,1 5-235,-2-5 1,1 5 345,-3-5 0,0 3 375,0 0-324,0 1 1,0-1-234,0 1 0,0 2 406,0 0-563,0 4 14,0-2-235,0 4 88,0 8 1,0-2-394,0 5 1,0-1 164,0-2 0,3 2-565,0 1 1,1-1 23,-1 1 1,-1-2-198,3 0 0,-2 0 916,3-1 0,7 4 0,5 2 0</inkml:trace>
  <inkml:trace contextRef="#ctx0" brushRef="#br0" timeOffset="1657">774 90 7812,'0'-9'1233,"-3"1"-330,2 3-454,-3 1-241,4 4 0,0 4-93,0 2 0,0 1 70,0 2 1,0-1-342,0 1 0,3 2-2,0 1 0,-1 0-218,-2-1 0,0-1-316,0 1 466,0-1 1,0-2 319,0 1 1,0-4-128,0 1 243,0-4-73,0 2 172,0-4 1,0-7-191,0-1 1,1-3 197,2 3 1,-2-1-83,2 1 0,1-4-525,-1 1 0,3-1 168,0 4 0,2 2-609,0 0 1,1 2 371,-1-2 0,2-1-160,1 4 1,-1-2 81,1 2 1,1 0 436,0 3 0,-1 0 0,-2 0 0,-1 0 0,1 0-287,-1 0 0,-2 1 287,0 2 848,-4-2-426,1 3 276,-3-1-121,0-2-362,0 7 1,-1-3-404,-1 3 1,1-2 164,-2 0 0,1-2-231,-1 2 0,2 2 118,-2-3 0,2 3-67,1 1 0,0-4-21,0 1 250,0 0-108,4-2 1,1 3 175,3-4 0,1 0 136,-1-3 0,1-3 292,-1 0 1,1-4 7,0 2 1,-2-3-202,-1 0 1,-1-1 66,-3 0 0,-1 1-66,2-1 1,-3 1-858,-3-1 0,-1 1 118,-5-1 1,-3 4-677,-2 3 1085,-3 1 0,-19 4 0,-4 2 0</inkml:trace>
  <inkml:trace contextRef="#ctx0" brushRef="#br0" timeOffset="2282">1116 115 7596,'-4'-4'1078,"3"-4"-653,-2 7 1,3-4 770,0 2-318,0 2 42,0-2-686,3 3 0,-2 1-45,2 1 0,1 0-150,-1 4 40,3 0 0,-2 2-55,2 1 1,1-1 86,-5 1 1,4-1-706,-3 1 437,0 0 1,-2-1-374,2 1 143,-2-1 316,2 1-191,-3-5 167,0 4-259,0-7 257,0 3 0,0-11 93,0-1 1,0-3 112,0 3 1,0 1 277,0-2 1,0 5-178,0-8 0,0 5 191,0-5 1,3 3-103,0 0 0,4 2-146,-2 1 1,0-2 35,1 3 1,0 1-120,2 1 1,2-1 98,1 1 1,-2 1 28,3 2 1,-2 3-74,2 3 1,-3 2-51,3 0 0,-6 1-844,0-1 0,-1 4 362,0-1 0,2 0-3628,-4-2 4035,0 0 0,-11 10 0,-1 4 0</inkml:trace>
  <inkml:trace contextRef="#ctx0" brushRef="#br0" timeOffset="3032">245 508 8456,'0'-4'726,"-4"0"1,2 4-549,-4 0 1,3 0-80,-2 0 0,2 0 314,-3 0-485,1 4 0,-4 0-61,0 5 0,1-1-68,-1 1 0,1 2-215,-1 1 1,4 0 211,-1-1 0,4-1-51,-1 1 1,2-1-183,1-2 392,0 1 0,4-2-99,2-1 0,2-2 251,4-4 1,-3-4 25,2-2 1,-1-1 41,-1-2 0,-1 1-303,1-1 0,-4 1 74,1-1 1,-4-2-542,1-1 0,1 1 264,-2 2 0,1 1 331,-3-1 0,-23 5 0,-5 0 0</inkml:trace>
  <inkml:trace contextRef="#ctx0" brushRef="#br0" timeOffset="3741">347 517 7798,'5'-4'1902,"3"3"-1800,-4-3 0,2 4-3,0 0 0,-4 1 177,0 2-394,-1 2 1,-1 3 73,0 1 0,0-1-82,0 1 0,0 0 80,0-1 0,1 3-91,2-3 1,-2 2 33,2-4 0,-2 2-62,-1 0 1,1-2 27,2 0-45,-2-4-250,6 5 304,-2-6 0,4 2 2,-1-6 1,-2 1 33,-1-3 1,0-1 67,1-3 1,1 1-67,-5-1 0,4 1 216,-3-1 0,3 1-15,-3-1 1,0 3-20,0 1 0,-2-1 32,2-3 0,-2 4-52,-1-1 0,3 3-143,0-2 168,-1 3-374,-2-2 197,0 4-45,0 7 0,0-4 96,0 6 0,0-3 4,0 3 0,0 0-73,0-1 0,0 1 55,0-1 0,3 1 15,0-1 0,3-2-43,-3 0 79,3-1 0,-1 1-40,4 0 1,-4-4 172,1 0 1,0-1-59,2-1 1,1-3-41,-1-3 0,1-2-48,-1 0 0,0-2 35,-2-1 0,1 1 79,-1-1 0,1-2-74,-2-2 0,2 2 100,-4-1 1,1 0-93,-2-3 0,-1 2 172,2 1 1,-2 0-9,-1-3 0,0 4 111,0 1 1,0 3-10,0 0-38,-4 4-176,3 2 0,-5 4 50,3 1 1,0 3 0,3 4 0,0 2 15,0 0 0,0 5-279,0-2 0,0 2-79,0 1 0,0-1-46,0-2 1,1 3-141,2-3 0,-2 1 173,2-1 1,1 1-90,-2-3 0,2 2 82,-1-3 0,-1 0-966,4-5 294,-4 1 889,5-6 0,-6 3 0,10-34 0,-1-8 0</inkml:trace>
  <inkml:trace contextRef="#ctx0" brushRef="#br0" timeOffset="4043">595 500 7494,'6'0'589,"-1"0"1,1-3-255,3 0 1,0 0-40,2 3 0,0 0-100,3 0 0,0 0-118,3 0 1,0 1 107,-3 2 0,1-1-281,-4 4 1,1-4 84,-4 4 0,1 0 3,-1 2 0,-2 2-4,0 1 1,-4 2-217,1 1 1,-2 2 47,-1-2 0,0 5 56,0 1 0,0 3 153,0-3 1,-1 0-72,-2-3 1,2-3-63,-2 0 0,1 0 80,-1 0 1,2-5-421,-2-3 0,2-3 178,-2 3 0,1-5-773,-4 2 1038,4-2 0,-2-35 0,4-9 0</inkml:trace>
  <inkml:trace contextRef="#ctx0" brushRef="#br0" timeOffset="4275">715 517 7798,'0'-9'598,"0"1"1,0-1-171,0 1 1,0 2-61,0 0 0,3 4-149,3-1 1,3 0 20,2 0 1,-1 0-39,5 3 0,-1 0-26,3 0 1,3 4-82,0 1 1,-1 3 99,-5 1 0,1-1-253,-3 1 0,-2-1 78,-4 1 1,0 2-281,-3 1 0,-3-1 134,-3-2 1,-6-1-505,0 1 1,-4-1 73,2 1 1,-4-2-705,0-1 1260,3-2 0,-12-4 0,1 0 0</inkml:trace>
  <inkml:trace contextRef="#ctx0" brushRef="#br0" timeOffset="5125">988 534 7798,'4'-5'2046,"-3"1"-1701,2 4 93,-3 0-350,0 4 1,0 1 91,0 3 0,0 1-306,0 0 1,0-1 141,0 1 0,0-1-440,0 1 0,1 0-228,2 3 290,-2-3 1,3 3 67,-4-3 1,3-3-165,0-1 375,3-3 0,-1 2-71,4-4 0,-4 0 199,1 0 1,0-1-81,2-2 0,1-1 251,-1-5 0,-2 0 73,0 1 0,-1-1 67,0 1 1,0-1 141,-2 1 0,-2-2-171,2-1 0,0 1-75,0-1 1,0 4-43,-3 2 1,0-1-26,0-3 162,0 5-682,0 0-415,0 4 515,0 7 1,0-1 65,0 5 1,0-1-74,0-1 1,0 0 46,0 2 1,0-1-23,0 1 0,3-1 68,0-2 1,1 1-136,-2-1 1,2-2 166,2 0 1,2-3 35,-3 2 0,0-3 239,1 1 0,-1-2-85,4-1 0,-2-1 25,-1-2 1,2 1-31,-3-3 1,3-2-139,1-4 0,-4 1 81,1-1 1,-3-3-28,3 0 0,-2 1 77,2-1 0,1-1-19,-5-2 0,4 0 197,-3 0 0,0 0-90,-3 0 1,3 0 397,0 0 0,-1 1-214,-2 1 0,0 3 541,0 4-557,-3 3 1,1 1-189,-4 4 0,3 1 19,-3 2 1,5 3 0,-2 5 0,-1-1-223,1 5-1,0-1 82,3 3 0,0 0-366,0 0 1,1 0 150,2 0 0,-1 0-32,4 0 0,-1-2 149,4-1 0,-1-3-222,1 4 1,0-5 17,-1 1 0,1-1-107,-1-2 0,1-3-403,-1-2 1,1-2 315,-1-1 0,1 0-264,-1 0 753,1-4 0,7-20 0,2-8 0</inkml:trace>
  <inkml:trace contextRef="#ctx0" brushRef="#br0" timeOffset="5292">1244 483 7798,'-8'-6'908,"-1"0"216,4 4 1,2-2-544,3 1 1,1 2-219,1-2 1,6 2-403,3 1 0,5 0 103,-2 0 1,2 0-1414,1 0 0,-1 0 1349,-2 0 0,10 0 0,-1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09:49.342"/>
    </inkml:context>
    <inkml:brush xml:id="br0">
      <inkml:brushProperty name="width" value="0.08571" units="cm"/>
      <inkml:brushProperty name="height" value="0.08571" units="cm"/>
      <inkml:brushProperty name="color" value="#004F8B"/>
    </inkml:brush>
  </inkml:definitions>
  <inkml:trace contextRef="#ctx0" brushRef="#br0">1 761 9559,'0'9'428,"1"0"-447,1 2 0,0 0-32,4 3 0,0 0-38,2 3 1,1 1 66,-1-1 0,-2 0-178,0 0 0,-2-3 17,2 0 0,-1-3 4,-2 0-189,-2-1 83,3-6-91,-4 0 191,-4-11 0,2 0-82,-4-7 1,1 2 234,0-2 0,-3 0-82,2-3 0,2 0 209,-2 0 1,1-1-73,0 1 1,-2 0 60,4 0 1,-1 0-37,1 0 0,2 1 339,-1 2 0,1 1 215,1 5-280,0 3 1,1 1-49,1 4 0,3 1-82,4 2 1,0 3-209,3 5 1,1-1 44,4 1 1,0 2-58,0 1 0,1 0 79,2 0 0,-2-1-568,2 2 0,-2 0-5,-1-4 1,-1 3-225,-1-2 1,-3-1 187,-4-2 558,-3-5 0,-12-4 0,-8-4 0</inkml:trace>
  <inkml:trace contextRef="#ctx0" brushRef="#br0" timeOffset="182">52 864 8015,'1'-6'-16,"2"0"0,1 3-52,5-2 1,2-1-1028,1-3 1095,3 5 0,29-19 0,11-1 0</inkml:trace>
  <inkml:trace contextRef="#ctx0" brushRef="#br0" timeOffset="458">291 676 7751,'-8'0'0,"2"0"384,0 0 0,3 0 245,-2 0-352,-1 0 0,-2 3-140,3 3 0,1-1-82,4 0 1,0 1-90,0 3 1,0 0 63,0 3 0,1-3-159,2 2 0,2-1 75,7-1 0,-2-1-267,4 1 1,-2-2-17,2-1 0,-1-2-142,2-4 1,0 0-101,-4 0 0,1-4 579,0-2 0,-3-2 0,3-4 0,-7-1 0,-5-46 0,-4-10 0</inkml:trace>
  <inkml:trace contextRef="#ctx0" brushRef="#br0" timeOffset="657">351 496 7751,'-9'0'357,"4"0"46,-1 0-111,4 0-39,-2 0 0,4 4 103,0 2 1,4 1-251,2 2 0,2-1 55,4 1 1,1 2-98,4 1 1,-3 2 116,1-3 0,-1 4-585,3 0 1,0 0 220,0-1 1,-4 1-646,-1-3 0,0 2 212,-1-3 1,-2 1-327,-3-4 942,-4-3 0,-14-16 0,-7-8 0</inkml:trace>
  <inkml:trace contextRef="#ctx0" brushRef="#br0" timeOffset="900">394 616 7751,'2'-6'23,"1"0"1,1 4 163,-1-4 1,2 1 280,3-1 1,1 0-115,-1 3 1,4-4 42,-1 2 0,4 0-122,0-1 0,0 4-124,-1-1 1,2 2 62,-2 1 1,2 0-160,-2 0 0,1 4-112,-4 2 1,1 1-206,-4 2 0,1 1-562,-1 1 0,0-2 417,-2 3 1,0-3-646,-3 0 0,1-3 1052,-1-1 0,2 1 0</inkml:trace>
  <inkml:trace contextRef="#ctx0" brushRef="#br0" timeOffset="1041">496 368 7733,'-8'-5'-1133,"-1"-2"816,1 6 1,3-4 316,2 2 0,21 6 0,6-2 0</inkml:trace>
  <inkml:trace contextRef="#ctx0" brushRef="#br0" timeOffset="1453">693 471 7733,'-5'-5'355,"1"1"-51,4 4 1,0 1 24,0 2 1,1 2-309,2 3 1,2 1 88,3-1 1,1 2-257,-1 1 0,2-1 84,1 1 1,2-2-129,5 0 1,-4-1 89,0-3 1,-4 2 244,2-4 1,-3 0-10,0-3 1,-3-5 225,-1-4 0,-3 0-77,1-5 1,-2-2-69,-1-4 0,-4 2-209,-2-2 1,0 2 133,0 1 0,-1 1-912,1 2 1,2-1 442,1 3 0,1 1-1402,-1 2 1729,2 5 0,-2 11 0,3 8 0</inkml:trace>
  <inkml:trace contextRef="#ctx0" brushRef="#br0" timeOffset="2141">957 359 7733,'0'-5'109,"0"-1"0,0 3 202,0-2-85,0 3 55,0-6 493,0 7-264,0-3-550,-3 8 0,2 1-23,-2 3 0,-1 1 113,1-1 1,0 4-133,3-1 1,0 1 53,0-4 0,0 1-125,0-1 55,0 5 0,0-4-241,0 2 0,3-1-305,0-1 201,4-1 1,-3-2 191,5-1 0,-3-3 66,-1 1 1,-2-2 210,3-1 0,-3-4-71,3-1 1,-5-3 203,2 0 0,1-1-62,-1 0 0,0-2-18,-3 0 0,0-4-18,0 4 1,0-1 92,0 0 1,0 3 167,0-3 0,0 3-84,0 0 0,0 4 12,0-1 0,-3 3 169,0-3-358,0 5 71,3-3 1,0 5-55,0 2 0,0-2 15,0 5 0,3-3-159,0 3 0,4-1-117,-2 4 0,3-1 67,0 1 0,1 0-278,-1-1 0,1 0 156,0-3 0,-1 2-282,1-4 1,-1 3 213,1-4 1,-1 1 84,1-3 1,-1 0 220,1 0 0,-3-1 0,-1-2 0,-2-2 0,3-7 0,-4 2 0,1-4 0,-2 0 0,-1 0 0,0-2 0,0 2 0,-1 0-47,-2 0 0,-2 0 26,-4-3 0,1 0 486,-1 0 1,0 3-94,-3-1 0,3 2 11,-2-1 1,-2-1 292,2 3 1,-1 1 284,4 2-637,-1 4-112,1 2 1,3 4-104,2 1 0,5 4 91,1 6 0,6-2-172,0 4 1,2 1-6,1 2 0,0-3-84,2 0 1,2 0-266,-5 3 0,4 0 165,-1 1 1,-1-4-417,-2 0 0,1-3 246,0 4 1,-1-4-168,-2 3 0,-4-3-231,1 0-333,-4-1 1062,2-6 0,-4 0 0,-12-23 0,-2-5 0</inkml:trace>
  <inkml:trace contextRef="#ctx0" brushRef="#br0" timeOffset="2375">1120 291 7733,'0'-8'-304,"0"2"253,0 0 0,1 1 668,2 0 0,-2-2-184,5 4 1,-3-2 120,3 2 0,-1-4-104,4 1 1,0 2-47,-1-2 0,3 4-262,1-1 1,2 2 15,-3 1 1,4 0 41,-4 0 0,3 0 25,-2 0 0,-1 4-640,-2 2 1,0 1 286,3 2 0,-5-1-982,5 1 1,-6-1 124,3 1 1,-1-1-939,-2-3 1923,-2-1 0,-4-11 0,-5-3 0</inkml:trace>
  <inkml:trace contextRef="#ctx0" brushRef="#br0" timeOffset="2508">1171 35 7725,'-5'-5'0,"2"-3"0,14 15 0,3-1 0</inkml:trace>
  <inkml:trace contextRef="#ctx0" brushRef="#br0" timeOffset="3250">1479 137 7725,'-9'-4'0,"1"1"320,-1 2 1,3 1-24,1 0 0,-1 1-22,-3 2 0,1 1-125,-1 5 1,1-1-144,-1 1 0,4 0-90,3-1 0,1 3 71,1 1 1,0-1-320,0-2 0,3-2 181,3-1 1,5 1-160,0-4 1,3-1 114,-2-2 1,2-1 82,-3-1 0,1-3 23,-4-4 1,1 1-10,-1-1 1,0 0-7,-2-3 1,0 3 12,-3-3 1,0 2 137,-3-1 1,0 1-49,0-1 1,0-2 152,0 2 0,0 0-69,0 2 1,-3 3 225,0 1 1,-1 2 90,2-3-154,1 4-22,-3-2-6,4 4-130,0 0 1,1 3 17,2 0 1,-2 4-139,1-2 1,2 0 100,-1 1 1,4 0-145,-2 2 0,0 1 19,1-1 1,-1 1-74,0-1 0,3 1 52,-2-1 1,-2-2 35,2 0 0,-3-1 237,3 0-171,-5 3 253,3-7 0,-1 4 120,0-3-340,0-1 0,-3 2-72,0-6 0,-1 0 91,-2-3 0,2-2 86,-2 3 0,-1-3-67,2-1 1,-4 0 174,3-2 1,0 1-90,3-1 1,0 0 27,0 0 0,0 1-33,0-1 0,0 0-20,0 0 1,1 3-128,2-1 0,2 0 125,3 4 1,4-2-228,-1 1 1,3 3 52,-2 3 1,2 0-170,-3 0 0,4 1 77,-4 1 1,0 1-672,-2 6 1,-1-3-118,1 6 1,-1-2-1293,-3 2 2190,-1-3 0,-4 15 0,0-1 0</inkml:trace>
  <inkml:trace contextRef="#ctx0" brushRef="#br0" timeOffset="3851">445 940 7685,'6'-7'78,"-1"0"0,2 1 476,1 0 1,0-1-213,1 1 0,-1-1-147,1 1 0,-2-1-160,-1-2 1,1 3 68,-5 1 0,1 2-138,-3-3 1,-3 4 74,-3-1 0,-3 0 116,-2 0 0,-2 0-86,-4 3 0,-1 1-161,1 2 1,0-1 134,0 3 0,0 1 3,0 3 1,4-2-88,1-1 1,3 2 78,0 1 1,2-1-20,1 4 1,2 0 39,4 0 0,1 4-170,2 1 1,2 0 17,3 3 1,5-2-51,1-1 0,-1 1-15,1 2 1,0-2 87,0 2 0,1-5-238,-4-1 1,1-2 92,-4 2 1,-2-5-950,0 0 345,-4-1 79,2-3 738,-4 0 0,-4-1 0,-2-4 0,-13-15 0,-4-4 0</inkml:trace>
  <inkml:trace contextRef="#ctx0" brushRef="#br0" timeOffset="4272">368 1128 7685,'0'-5'35,"0"-1"1,0 3 159,0-3 0,3 4 124,0-4 0,0 3-124,0-3 0,-1 3 171,4-2 1,0 2-45,2-3 1,1 1-244,-1-4 0,2 3-6,1 1 1,0 0-159,3-1 1,-3 0-156,3 3 1,-3-3 179,0 3 1,2 0-46,-2 3 1,0 0 29,-2 0 1,-1 3-144,1 0 1,-3 4 48,-1-2 1,-2 3 187,3 0 0,-3 1-4,3 0 1,-4-4-5,4 1 61,0 0-92,2 2 1,1-3 54,-1-2 1,-2-2-21,0-1-227,-1 0 162,4-4 1,-1-1-65,-3-3 0,0-1 127,-2 1 1,-2-1 0,2 0 0,-2 0 32,-1-2 1,0 1-72,0-1 0,2 1 128,1 2-109,0-1 1,-2 2 67,2 1-21,-2-2-152,7 7 0,-7-2-50,5 6 1,-3 2-129,3 4 0,-3-1-200,2 1 0,0-1 169,1 1 0,1-4 320,-1 1 0,-1 0 0,0 2 0,-2-2 0,3 0 0,-4-8 0,2 1 0</inkml:trace>
  <inkml:trace contextRef="#ctx0" brushRef="#br0" timeOffset="4653">804 940 7685,'0'-8'185,"0"-1"0,1 2 790,1 1-205,-1 2-165,3 4-190,0 0-25,1 0-183,3 4 0,0 1-62,-2 3 1,0 1-372,-3-1 0,3 2 206,-3 1 0,2-1-9,-2 1 0,0-1-10,-3-2 1,1 1 194,2-1-682,-2 1 306,3-1-1125,-4-3 998,0 3 0,0-8 17,0 0 1,0-4-49,0-5 1,-3 1 14,0-1 1,-1 0 560,1-3 1,2 2-206,-2-4 0,3 2-147,0-2 1,0 3 101,0-4 0,0 5 1308,3-1 1,2-2-272,4 2 1,-1 0-482,1 2 1,0 4-167,3 2 1,-2 2-464,4 1 1,-3 0-400,0 0 1,1 8 309,0 3 0,-1 2-499,-2 1 0,-1 0 325,1 3 1,-1 3-1293,1 0 1680,-1 0 0,9-3 0,1 0 0</inkml:trace>
  <inkml:trace contextRef="#ctx0" brushRef="#br0" timeOffset="5029">1188 770 7685,'0'-6'243,"0"0"1,-1 4 49,-2-1 96,2 2 1,-3 1 326,1 0-503,2 0 0,-6 4-172,4 2 0,1 2 82,2 0 0,0 3-137,0 1 1,0-1 86,0-2 1,0 2-298,0 1 1,3-1 134,3-2 0,0-1-335,2 1 1,-1-2-46,4-1 0,3-2-203,0-4 1,-1 0 186,1 0 1,-2-2 484,2-4 0,-3-1 0,4-7 0,-5 3 0,1-3 0,-1-20 0,-2-6 0</inkml:trace>
  <inkml:trace contextRef="#ctx0" brushRef="#br0" timeOffset="5243">1291 564 7685,'-9'-8'0,"3"2"20,1 1 0,2 3 389,-3-1-155,4 2 1,-2 2 66,4 2 1,0 2-93,0 7 1,3-3-180,0 3 0,4 0 121,-1-1 1,4 5-73,1-2 0,1 2 96,-4 1 0,4 0-415,-1 0 0,0 0-156,-2 0 1,0 0-301,-1 1 1,0-1-151,-3 0 0,2-1 502,-4-2 0,0-2 324,-3-3 0,0-4 0,-8-24 0,-1-10 0</inkml:trace>
  <inkml:trace contextRef="#ctx0" brushRef="#br0" timeOffset="5460">1291 735 7685,'0'-5'508,"0"-1"-198,0 0-222,0-2 1,3-1 306,3 1 0,5 2-88,0 0 1,4 3 218,-1-2 1,3 3-160,0-1 1,0 2-44,0 1 1,0 0-118,0 0 1,-3 4-150,0 2 1,-3 1-63,0 2 1,-4 0-126,-1 3 0,-4-3-665,4 2 0,-4 0 425,1 0 0,1-4-2163,-1 1 1344,-1-1 1188,-2-2 0,-7-9 0,-3-5 0</inkml:trace>
  <inkml:trace contextRef="#ctx0" brushRef="#br0" timeOffset="5601">1402 522 7685,'-6'-8'102,"0"2"1,4-1 634,0 1-2159,-3 2 1422,4 1 0,20 14 0,9 3 0</inkml:trace>
  <inkml:trace contextRef="#ctx0" brushRef="#br0" timeOffset="6252">1667 573 7685,'-3'-6'883,"0"1"-90,-4 3-805,2-2 94,-3 4 1,-1 4 144,1 1 1,-1 4-226,1 2 0,-1 2 77,1 1 1,2 1 11,0-3 1,4 2 49,0-3 0,1 1-412,1-4 0,0 1-39,0-1 0,3 0-73,3-3 1,3-1 165,2-4 1,-1 0-102,1 0 1,1-4 35,0-1 1,-1-3 71,-2 0 1,-1-4 113,1 1 0,-4-1-81,1 0 1,-3 3 196,3-3 0,-5 0 55,2 1 0,-2-1 81,-1 4 0,0-1-28,0 0 1,0 1 174,0-1 1,0 4 402,0-1-190,0 4-1,0-2 310,0 4-635,0 8 0,3-2-1,0 5 1,4-2-182,-2 0 1,0 0-259,1-1 0,-3 1-41,2-1 0,-2 4 169,3-1 0,-3 0 55,2-2 1,-3-3 26,1-1 112,-2 1 0,-1 0-170,0-1 237,0-3-610,0 2 163,0-4 1,-1-7 217,-2-1 1,2 0 197,-1 3 1,-2-4-127,1-2 0,0-1 135,3 4 1,0-4 30,0 1 1,0-1 269,0 0 0,1 3 29,2-3 1,2 0-172,3 1 1,1-1 227,-1 4 1,4 2-118,-1 0 1,4 4-46,-1 0 1,0 1-113,0 1 1,-4 3-285,2 3 1,-3 2-36,0 0 1,-1 2 5,1 1 0,-4-1-1391,-3 1 0,2 1 240,-1 0 1234,0-1 0,-11 1 0,-1 2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0:12.965"/>
    </inkml:context>
    <inkml:brush xml:id="br0">
      <inkml:brushProperty name="width" value="0.08571" units="cm"/>
      <inkml:brushProperty name="height" value="0.08571" units="cm"/>
      <inkml:brushProperty name="color" value="#E71224"/>
    </inkml:brush>
  </inkml:definitions>
  <inkml:trace contextRef="#ctx0" brushRef="#br0">303 126 7927,'-3'-9'103,"0"1"1,0-1 0,0 0 667,0 1 1,-1 0-361,1 2 0,2 0-169,-5 3 0,0-3-66,-3 3 1,-2 0-64,-1 3 0,-4 1 98,-1 2 1,-2 2-53,-4 3 0,4 5 60,-1 1 0,-1 4-160,1 2 0,0 1 36,2 2 1,5-1-218,1-2 1,4-2 69,2 3 0,3-3-362,6-1 0,6-1-47,9-1 1,4-3-260,7-3 1,1-1-425,5-3 1,1-1 518,1-4 1,-1 0 624,1 0 0,-1 0 0,40-23 0,12-6 0</inkml:trace>
  <inkml:trace contextRef="#ctx0" brushRef="#br0" timeOffset="274">614 204 7927,'0'-6'167,"0"0"234,-4 0-297,-1 2 0,-3 0 69,-1 4 0,3 0-21,0 0 1,1 4-44,-4 1 1,1 3-105,3 1 1,-2 0-63,4 3 1,-3-3 55,3 3 1,0 0-180,3 0 1,0 0 78,0 0 1,4-2-63,2 1 1,6-2 86,2-3 0,-1-3 160,2-3 0,-1 0-58,3 0 1,-2-2 0,-1-3 0,-4-1 68,-1-6 1,-2 0-49,-4 0 0,0-2-656,-3 2 1,-1 0 281,-2 0 1,1 3 326,-4-3 0,1 7 0,-4 1 0</inkml:trace>
  <inkml:trace contextRef="#ctx0" brushRef="#br0" timeOffset="989">795 221 8020,'-3'-6'1130,"1"0"-377,-1 5-540,3-3 236,0 4 1,1 6-224,2 3 1,0 2-83,3-3 0,2 4-142,-2-1 1,1 5-253,2-2 1,0 1-278,-1 0 1,-2 0 287,0-3 0,-1 2 44,0-2 1,-1-1-85,-4-2 12,0 0-89,0-1 149,0-3 123,0-5 1,-3-8 156,0-3 0,1-1-80,2 4 0,-3-4 97,0 1 1,0-4-51,3 4 0,0-2-72,0 2 1,0 1 201,0-2 1,0 3-42,0 0 0,0 1 68,0-1 1,0 0-29,0 1 0,4 2-84,1 0 0,1 4-113,3-1 1,-2 2 104,4 1 0,-1 0-84,-2 0 1,4 4 67,-1 2 1,1 2-39,-3 0 1,2 2 10,1 1 1,-1 0-160,-2 3 0,-3-3-20,-1 0 1,0 0-394,1 1 460,2-3 0,-7 4-29,1-5 237,-1-3-134,-1 3 103,0-7-128,0 3-79,0-12 1,0 5 3,0-6 1,0 3-89,0-3 1,0 0 177,0 1 0,0-1-43,0 0 0,0 1 326,0-1 1,-2 1-114,-1-1 0,0 0 56,3 1 0,0-2-33,0-2 0,0 6 202,0-3 0,0 2-25,0-1 0,1 2-140,2 0 1,-1 1-187,3 0 1,1 1 103,3 4 0,2 1-201,1 2 1,0 1 39,0 5 1,-3 3 111,3-1 0,0 4-53,0 0 0,-1 1-717,-2 2 0,0-1-16,-1 0 0,1 0-298,0 1 1,2-4 389,1 0 0,-1-3 609,-2 1 0,3-10 0,2-3 0</inkml:trace>
  <inkml:trace contextRef="#ctx0" brushRef="#br0" timeOffset="1241">1305 290 7927,'0'-8'1206,"0"-1"-193,-3 0-275,2 4-491,-3 2 0,5 3 159,2 0 0,-1 4-125,3 5 1,0 1-189,1 4 1,2 0 74,-3 4 1,0 2-124,1 0 1,0 4-80,2-1 0,0 2-302,-2 1 1,1-3-517,-1 0 0,2-3 387,1 3 0,-5-6-417,-1 0 0,1-8-187,-1-1 114,0-5 955,-3 1 0,-8-27 0,-1-6 0</inkml:trace>
  <inkml:trace contextRef="#ctx0" brushRef="#br0" timeOffset="1482">1305 204 7918,'-4'-12'615,"1"1"1,2-1 287,1 3-727,0 1 0,4 0 56,1 2 0,4 3-151,3 3 0,1 1 87,4 1 0,4 6-80,2 4 0,2 2-8,1-2 1,-4 3-107,-1-1 1,-4 0-158,-3 0 1,-1 0 109,-5 0 0,-3-1 94,-2-1 1,-7-2-4,-4 1 1,-6-2-1156,-6-3 0,1 0 488,-4-3 0,1 3 649,-1-3 0,-6-8 0,2-5 0</inkml:trace>
  <inkml:trace contextRef="#ctx0" brushRef="#br0" timeOffset="1943">1729 256 7918,'0'-9'0,"0"3"709,0 0 1,0 4 246,0-4-890,0 4 1,0-3 40,0 2 1,-4 2-120,-2-2 0,1 3 56,-4 3 1,2 2-380,-4 4 1,1-1 21,2 1 1,-1 2-116,0 1 1,2 2 2,1-2 0,-1 3 120,4 0 1,-3-3-44,4 0 1,-1 0 87,3 0 0,0-1 260,0-2 0,4-4 0,1-2 0,3 0 0,1 0 0,-1-1 0,1-5 0,0 1 0,-1-3 0,1-1 83,-1-3 1,0 1-88,-2-1 0,1-1 579,-4-1 1,2 1-258,-2-1 1,1 1 73,-1 1 1,-2 1-8,2-1 1,-2 1 637,-1-1-243,4 0-224,-4 1-684,4 3 169,0 1 0,-2 5-291,4 2 1,-1 2 195,0 3 0,2 4-592,-4-1 0,4 5 324,-1-2 0,-2 1-271,2 0 0,0 0-22,2-3 615,1-1 0,7-2 0,3 0 0</inkml:trace>
  <inkml:trace contextRef="#ctx0" brushRef="#br0" timeOffset="2435">1988 247 7918,'0'-9'561,"0"1"0,0 2-117,0 0 0,-1 1-62,-1 0 0,1 0 294,-2 2-234,-2 2 1,0-3-5,-4 4-220,1 0 0,-1 5-213,1 4 1,3-1 68,2 4 1,-1 1-336,1 2 0,0 0 148,3-1 1,4 5-495,2-5 1,2 4 154,0-3 0,1-3-52,-1 0 0,4-1-145,0-2 1,2 0 177,-3-6 0,5 0-32,-2-3 0,3-4 503,0-1 0,-3-4 0,1-3 0,-5-1 0,2-4 0,-1-1 0,-2 1 0,1 0 0,-4 0 0,-1-1 0,1 1 0,-4 0 0,1-1 0,-2-2 0,-1 0 0,-1 0 639,-2 3 0,1-4-160,-4 1 1,3 0 568,-3 3 1,4 2-429,-4 1 1,3 4 464,-3 2-419,4-1-584,-2 8 0,4 1 115,0 6 0,0 2 21,0 4 1,0 4-163,0 5 1,4 5 48,2 0 0,-1 2-367,1-2 1,-1 1 117,4 2 0,2-3-706,1 0 0,0 0 40,-4-3 0,2-1-270,1 1 0,0-4 288,3 1 1,-3-6 25,0-6 766,-1 1 0,6-35 0,3-4 0</inkml:trace>
  <inkml:trace contextRef="#ctx0" brushRef="#br0" timeOffset="2599">2101 230 7918,'-9'-5'1221,"0"-3"232,1 2 0,3 2-1098,2-2 0,7 4-123,5-1 0,4 2-173,7 1 0,1 0 102,2 0 0,4 0-1803,-4 0 1642,4 0 0,15 0 0,8 0 0</inkml:trace>
  <inkml:trace contextRef="#ctx0" brushRef="#br0" timeOffset="3458">2818 256 7833,'-5'-9'405,"-1"0"0,3 4-63,-3-1 1,4 3 421,-1-3-85,2 4-142,1-5-327,0 6 1,0-2 25,0 6 1,1 1-108,2 5 1,1 1-122,2 1 0,2 3-24,-3 3 1,3 0 64,1 0 0,-2 1-461,-1-1 1,2 0 230,-2 1 1,0-1-154,0 0 1,2-3 204,-3-3 0,0-1 74,1-2 0,0 0 92,2-2 0,-2-3 226,0-6 0,0-3 198,2-5 0,1-3-221,0-3 0,-1-4 68,1-2 0,-1-1-14,-3 1 1,3-2-194,-2 2 0,-1 1-349,0 2 0,-2 2-616,3 1 1,-1 0 86,1 3 1,1 1-1700,-1 5 2476,-2 3 0,15 9 0,0 5 0</inkml:trace>
  <inkml:trace contextRef="#ctx0" brushRef="#br0" timeOffset="3616">3147 273 7833,'5'4'-197,"1"1"680,-3 3 1,3 1-73,-3-1 0,4 4 88,-2 0 0,3 0-73,1 0 1,-4 0-173,1 2 0,0 2-643,3-5 1,-4 1 227,1-4-2438,-4 1 2599,6-4 0,-7-20 0,3-9 0</inkml:trace>
  <inkml:trace contextRef="#ctx0" brushRef="#br0" timeOffset="3766">3164 83 7848,'-9'-9'802,"1"0"1154,-1 1-2809,4 3 752,2 1 1,6 5-1853,3 2 1953,2 2 0,20 19 0,4 4 0</inkml:trace>
  <inkml:trace contextRef="#ctx0" brushRef="#br0" timeOffset="4202">3380 325 7870,'5'0'435,"3"0"1,-3 0-337,3 0 1,-2 0 101,0 0 1,-1-1-163,4-2 73,0 2 1,-1-4-306,1 2 1,0 1-11,-1-3 1,0 2-334,-2-3 362,1 0 0,-6-2 5,2-1 17,-2 0 62,-1 1 0,-4 0 207,-1 2 1,-6 2-62,0 4 0,-2 0 244,2 0 1,1 0 7,-2 0 1,0 1 103,0 2 0,1 2-112,2 4 1,3 0-70,1 3 0,0-2-252,-1 5 0,2-4 157,4 4 0,0-1-502,0 3 1,4 1 197,2-1 1,4-4-584,2-1 1,6-3 345,0 0 0,4-4-299,-2-2 1,4-2 703,-1-1 0,29-35 0,7-8 0</inkml:trace>
  <inkml:trace contextRef="#ctx0" brushRef="#br0" timeOffset="4702">3657 273 7852,'0'-9'0,"0"3"1007,0 1-610,0 3 1,-3-3 99,0 2-285,0 2 0,3-2 244,0 6-294,0 2 0,3 6-140,0 1 1,3 0-112,-3-4 1,3 5 96,0 1 1,2-1-297,0-2 1,-2 2 149,0-2 0,0 3-122,2-2 1,4-1 56,-1-6 1,1 3-67,-3-2 1,0-2-15,3-1 0,-3-3 90,3 0 1,0 0 244,0-3 0,-1-2-97,-2-4 0,0 1 247,-1-1 1,-2 0-90,0 1 1,-3-4 39,3 1 0,-5-1-15,2 3 0,-2 1 206,-1-1 0,0 0 275,0 1-345,0-1 0,0 3-86,0 1-314,0 3-105,0-2 137,0 4-249,0 8 222,0-3 0,0 8-10,0-5 1,3 1-18,0 0 0,4-1-104,-1 1 1,1 0 57,2-1 0,2 1 96,1 0 0,3-2 268,0-1 1,1-2-107,1-4 1,1 3 296,-1 0 1,3-3-156,0-3 1,0-4 95,-2 1 1,-1-4 162,0-2 1,-3 0 235,-3 0 1,-5 2 57,-3-5 0,-2 2-322,-1-2 1,-2-1-138,-4 2 1,-1 0-76,-7 0 0,0 3-1268,-4 0 1,4 2 702,0 3 1,3 0 339,-1 3 0,34 11 0,7 7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0:31.833"/>
    </inkml:context>
    <inkml:brush xml:id="br0">
      <inkml:brushProperty name="width" value="0.08571" units="cm"/>
      <inkml:brushProperty name="height" value="0.08571" units="cm"/>
      <inkml:brushProperty name="color" value="#004F8B"/>
    </inkml:brush>
  </inkml:definitions>
  <inkml:trace contextRef="#ctx0" brushRef="#br0">68 85 7701,'-4'2'143,"-1"1"0,3 2 313,-3-1 1,2 4-248,-2 1 0,-1 3-117,2-3 0,-2 2-54,2 1 1,-2 0 96,2 2 1,0-4-204,-1-1 125,4 2 0,-2-4-243,3 2 38,0-5 86,0-1 54,0-12 0,0 3-87,0-7 1,2 1 54,0-1 0,3-1 46,-3 1 1,3-1 213,-3-2 0,2 2-69,-2-2 0,3 2 41,-3 1 1,3 0-72,-3 2 1,2-1 84,-1 3 0,2 0 162,-1 2-100,-1 1-273,3 2 1,-2 4 73,3 4 0,-3 3-179,1 2 0,-1 1 60,3 4 1,2 2-159,0-1 1,0 1 87,-3-3 1,3 1-83,0 2 0,0-4-57,-2 1 1,-3-1 100,1-1 0,-4-1 183,2-1 1,-3-1-86,0 1 0,0-4 113,0-1 1,-3-2-31,-1 3 1,-4-4 51,-1 2 0,-2-3-18,2 0 0,-3 0 107,3 0 1,-2 0-106,2-3 1,-2 3-25,2-3 1,-2 0 103,2 1 0,0-1-52,2 1 0,1 1-73,-1-1 0,3 1-37,-1-2-122,4 3 1,-2-4 16,6 2 0,0 0-165,4-2 1,0 2 48,2 0 0,0 0 108,2 0 0,0 1-176,2-1 0,-2 1 54,-2 1 1,0 0 64,0-3 0,0 3 127,-2-3 0,-2 3 404,-1 0-35,-3 0 0,2-1-197,-3-1 1,0 1 297,-3-1-125,0 1-137,-7-2 0,1 2-39,0-4 0,0 4-120,5-2-22,-2 3-189,-1-3-209,3 2 298,-2-2 0,6 2 12,-3-1 10,3 1 165,3-2 1,-2 3-71,4 0 1,-3-2 376,2 0-226,-2-1 1,2 1 430,-2 0-69,-1 0-23,2-1-1169,-3 2 387,2-2-1589,-1 3 935,2 0 968,-3 3 0,-9 16 0,-2 6 0</inkml:trace>
  <inkml:trace contextRef="#ctx0" brushRef="#br0" timeOffset="248">102 145 7609,'-4'-3'-73,"1"0"-262,3 3 1,15 15 0,3 3-1</inkml:trace>
  <inkml:trace contextRef="#ctx0" brushRef="#br0" timeOffset="1466">102 246 7705,'0'-4'925,"0"-2"-233,-3 3-56,2-1 163,-2 1 395,3 3-933,0 6 0,0 1-64,0 4 1,0-1-94,0-1 0,0 1 118,0 1 0,2 4-206,0-2 0,1 2 8,-3-1 0,0 2-125,0 2 0,0 1-40,0 1 0,0 1 95,0-1 0,0 0 97,0 0 1,-3 0-34,1 0 1,0 0 133,2-3 0,0 2-121,0-3 0,0 2 120,0 0 1,1-1-38,1-2 0,-1 0-15,1 1 0,-1-2-128,-1 2 1,0 0 115,0 0 1,0 0-4,0 0 1,0-2-20,0 2 1,0-2-180,0-1 0,0 3 33,0 0 1,0-1 111,0-1 1,0 0-14,0 1 0,0 0 0,0 0 0,0-1 119,0 0 1,0-3-65,0 0 0,0 3-64,0 1 1,0 1 34,0-3 1,0 1 63,0 2 0,0-2-51,0 2 0,0-2 54,0-1 0,0 2-95,0 0 0,0-1-4,0 2 0,0-1 60,0 1 1,0-2-21,0 1 0,0 0-1,0-2 1,0 3-1,0-1 1,0 1-21,0-3 1,0 2 9,0 0 0,0-1 156,0 2 1,0-1-103,0 1 1,0-1-42,0 2 0,0-1-101,0 2 1,0-2 68,0 1 0,0-1-75,0 2 0,-1-3 91,-1 1 0,1 0-42,-1 0 0,1-1 16,1-1 0,0 0-23,0 1 0,0 0 58,0 0 1,0-1 5,0 0 0,0-1-25,0 1 0,0-3 1,0 0 0,0 0-55,0 3 0,0-3 49,0 0 0,0-2-74,0 2 0,0 0 61,0 0 0,0-1-19,0-1 1,0 1 40,0 1 0,-2 2-3,-1-2 0,1-1-141,2 1 0,0-2 70,0 3 0,0-2-51,0 1 0,0 1 81,0-3 0,0 1 15,0-1 1,0-2-29,0 2 0,0 1 50,0-1 0,0 2 52,0-2 1,0 2 179,0-2 0,0 3-42,0-1 1,0 0-100,0 0 1,0-2-144,0 2 0,0-3 112,0 1 0,0 1-226,0-1 1,0 2 60,0-2 0,0 0-37,0-3 0,0 3-6,0 0 0,0 2 70,0-2 1,0 3-49,0-3 1,0 2 34,0-2 0,0 3 117,0-1 1,0-1-51,0 1 1,0-2 34,0 2 1,0 0-51,0 0 1,0 1-25,0-3 0,0 2 28,0-2 0,0 2 2,0-2 1,0 0-123,0-2 0,0 0 110,0 2 0,0-1 94,0 1 1,0-2-103,0 0 0,0 0 89,0-1 0,0 1-73,0 0 0,0 0 2,0 2 1,0-2-33,0 2 1,0-1-2,0-1 0,-1-1 45,-1 1 0,1 0-9,-1 2 0,1-3 63,1 0 0,0 0-76,-3 0 1,3 1 262,-3 0-193,3-1 1,-1 1-203,-1 0 0,1-3-761,-1 1-853,1-4-1469,1 2 3235,0-9 0,-9-34 0,-2-14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0:35.309"/>
    </inkml:context>
    <inkml:brush xml:id="br0">
      <inkml:brushProperty name="width" value="0.08571" units="cm"/>
      <inkml:brushProperty name="height" value="0.08571" units="cm"/>
      <inkml:brushProperty name="color" value="#004F8B"/>
    </inkml:brush>
  </inkml:definitions>
  <inkml:trace contextRef="#ctx0" brushRef="#br0">28 41 7966,'-5'0'-693,"1"0"0,1 0 2165,-1 0-862,3 0-136,-2 0-355,0 0 242,2 0 638,-2 0-1041,9 0 1,-2 0 120,5 0 1,1 0 36,-1 0 1,1 0-8,-2 0 0,3 0 8,2 0 0,1 1-34,-1 1 0,3-1-22,-1 1 1,3-1-91,-2-1 0,2 0 65,-2 0 1,0 0-97,0 0 0,-2 0 56,1 0 1,0 0 56,-2 0 0,-2 0-130,0 0 0,1 0 117,1 0 0,0-2-99,1-1 0,-1 1 74,1 2 1,-2 0-21,-1 0 0,2 0 70,-2 0 0,0 0 4,0 0 0,-3 0 27,1 0 1,1 0-69,-1 0 0,0 0-2,-3 0 1,2 0 22,1 0 0,-1 0-49,3 0 1,-2 0 39,2 0 1,-2 0-3,2 0 1,0 0-12,0 0 0,1 0 3,-3 0 1,3 0-63,-1 0 1,-1 0 54,2 0 1,-2 0-143,1 0 1,2 0 80,-2 0 0,2 0-57,0 0 0,1 0 77,-1 0 1,1 0-45,2 0 1,-2-2 39,2 0 0,-2-1-2,-1 3 1,1 0 83,-1 0 1,0 0-82,-2 0 0,1 0 70,-3 0 0,0 0-51,0 0 1,0 0-116,2 0 1,-2 0 109,2 0 1,0 0-75,2 0 1,-1 0 30,-1 0 0,0 0-8,2 0 1,1 0 38,-1 0 1,1 0-26,-1 0 0,0 0 87,-2 0 0,2 0-76,-2 0 1,-2 0 83,0 0 1,1 0-68,-1 0 1,0-2 76,-2 0 1,-3 0-57,1 2 1,-3 0-1,2 0 1,-1-1-43,1-1 1,-2 1 38,3-1 0,-3 1-112,2 1 0,1-1 98,2-1 0,-1 1-56,1-1 0,-3 1 39,1 1 1,-1 0 60,3 0-34,0 0 8,0 0 61,-4 0 227,3 0-277,-5 0 1,1 0 24,-4 0-42,-2 0 0,0 0 31,-1 0 1,3 0-59,-2 0 1,1 0-79,-1 0-247,2 0-459,-1 0 350,0 0-92,3 0-195,-3 0 1,-6-6-1,-2-1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0:43.982"/>
    </inkml:context>
    <inkml:brush xml:id="br0">
      <inkml:brushProperty name="width" value="0.08571" units="cm"/>
      <inkml:brushProperty name="height" value="0.08571" units="cm"/>
      <inkml:brushProperty name="color" value="#004F8B"/>
    </inkml:brush>
  </inkml:definitions>
  <inkml:trace contextRef="#ctx0" brushRef="#br0">14 41 7745,'-3'-4'0,"1"-1"286,1 0 0,-2-1-32,0-1 1,1 3 488,2-1-202,0 4 1143,0-2-1438,3 9 0,-1-1 127,2 6 0,-2 1-141,3 4 0,-3-1-19,3 3 1,-3 0-274,2 2 1,-2 0 116,0 0 0,-1 1-74,-1 1 1,2-1-168,0 1 0,0-1-171,-2-1 0,0-2 118,0-3 0,0-4-128,0-2 146,0-1 47,0-4-67,0-2 159,0-7 1,0-1-49,0-5 0,0 3 77,0-1 0,3-1-3,-1 1 0,0-2-22,-2 2 0,2-2 130,1 2 1,0 0-143,-1 2 0,1-1 29,1-1 0,2 0-115,-1 2 1,3 2 109,1 1 1,1 2-69,-2 0 1,3 2 46,2 0 1,1 0-103,-1 2 0,1 2 68,-1 3 1,-2 0 157,0 2 1,-2 0 52,-1 2 1,-1-2-107,-2 2 1,-2-3 152,-3 1 1,-1 0-38,-1-2 1,-3 2 135,-4-4 1,-1 1-51,-4-3 0,0 0-59,-1-1 1,0-1-13,-3 1 1,3-1 3,-1-1 1,2 0-605,1 0 1,2 0 107,2 0 375,2-3 0,27-10 0,7-5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02.743"/>
    </inkml:context>
    <inkml:brush xml:id="br0">
      <inkml:brushProperty name="width" value="0.08571" units="cm"/>
      <inkml:brushProperty name="height" value="0.08571" units="cm"/>
      <inkml:brushProperty name="color" value="#004F8B"/>
    </inkml:brush>
  </inkml:definitions>
  <inkml:trace contextRef="#ctx0" brushRef="#br0">1104 33 7759,'-6'-2'-321,"-1"0"0,1-3 211,-1 3 0,2-1 47,0 1 142,0 2 1,1-3 16,-2 3 1,1-2 64,1-1-72,0 1 0,-3 2 26,1 0 1,2 0 44,-1 0-92,1-3 0,-2 3 16,-1-2 1,3 1-55,0 1 0,-1 0 53,-1 0 0,0 0-53,-1 0 1,3 0 33,0 0 0,-1 0 66,-1 0-30,-3 0 0,-1 0-36,0 0 0,0 0-92,4 0 0,0 0 90,-1 0 0,1 0-62,-1 0 0,-1 0 60,-1 0 1,1 0-52,1 0 1,1 0-12,0 0 0,-1 0-6,1 0 0,-3 0-5,1 0 1,-1 1 30,3 1 0,-3-2 44,1 3 0,-3-2-40,2 1 1,-1-1 15,1 1 1,-2-1-16,0 2 0,1-3 54,-1 2 0,3 0-57,-3 0 1,2-1 3,-1 1 0,1 1-52,-1-1 0,1 1 58,-2-1 0,3-1 31,-3 4 1,3-3-39,-3 2 1,2-2 2,-1 2 1,1-2-1,-2 3 0,1-1-30,-3 2 0,2 0 1,0-2 1,1 2-1,-3-2 1,1 2-26,1 1 0,-1-1 41,1 0 1,1 1-37,0-1 1,1 0 22,-2-2 0,4 2 104,-2-2 1,0 2-61,0 0 0,-2 1-19,3-1 1,-1 3 10,0-1 0,-1 1 6,-3 0 1,3-1-61,-1 3 1,0-3 48,-2 3 0,1-1-12,-1 3 1,2-1 4,0-1 0,4 1-38,-2-1 1,0 1 14,0 1 1,1 0-4,1 0 1,1-1 54,-1 1 1,0 0 1,-1 0 0,1-1 83,1-1 1,-2 1-104,4-2 1,-5 5 9,5 0 1,-3 0-2,3-3 1,-2 2-85,-1 1 1,1 1 39,0 1 0,1-2-12,1-2 1,2 2 0,-2 0 1,0 2-22,0-2 0,0 2-45,2-2 1,1 0 61,-4-2 0,4 2 67,-1 0 1,-1 1-62,1-1 1,0-2 117,2 2 1,0 1-104,0-1 0,0 2 26,0-2 1,0 1-18,0-1 0,0-2 4,0 2 1,2-1-43,0-2 0,1 1 43,-1 0 0,-1 0-48,4 0 0,-3 0 34,2-1 0,-2 1 15,2 0 0,0-1-22,0-1 1,1 1 111,-3-1 1,3 1-106,0 1 0,0-3 0,-1 1 1,2-2-6,-2 1 0,2-2 25,0 1 0,0-2-53,1 2 0,-2-4 43,1 1 1,-1-1-44,4 2 1,-2-1 27,-1 1 0,1-1 3,-1 0 0,1 1 49,-1-1 1,3 1 9,-1-1 1,-1 1-2,-3-1 1,1 0-41,3 1 1,-3-1 4,2-2 1,-2 1 7,1 0 0,1-2-82,-1 2 0,0-3 37,1 2 1,1 0-9,1 0 0,-1 2-2,-1-2 0,-1-1-10,1 2 1,-1-2-37,1 2 1,0 0 55,1-1 0,-1 0-33,-1 0 0,0-2 23,-1 3 1,0-3 30,2 2 0,-1-2-15,1 0 0,-1 1 1,1-1 1,-1 2-13,0-2 0,1 1 1,2-1 1,-2-1 23,2 1 1,-2-1-19,-1 2 0,1-3-45,-1 2 1,1 1 40,-1-1 1,0 0-4,1-2 0,-1 3-13,1-1 0,0 0 35,1-2 0,-1 0-6,2 0 1,0 1 2,0 1 1,0-2 10,0 3 1,-2-3-22,4 0 0,-3 2 14,0 1 0,0-1-4,1-2 0,-2 0-2,2 0 1,0 0-3,-1 0 0,1 0-10,-3 3 1,3-3-11,-1 2 1,3-1-4,-2-1 1,1 0 9,-1 0 1,2 0 4,-3 0 1,3 0 3,-3 0 0,3 0-7,-2 0 1,1 0 2,-1 0 1,0 0-33,0 0 1,-2 0-4,1 0 1,2 0-5,-2 0 1,1-1 19,-3-1 1,1 2-8,-1-3 0,0 3 8,1 0 0,-1 0 52,1 0 0,-1-1-54,0-1 0,3 1 34,0-1 1,-1 1-24,-1 1 0,-1-2 146,0 0 0,3-1-54,-1 1 1,1 1-34,-3-1 1,2-1-65,0 1 0,-1 0 45,2 2 1,-1-2-50,0 0 0,-1-2 44,2 1 1,0 1-81,0-1 1,0 3 60,0-2 1,-2-1-15,1 1 1,1-3 11,0 3 0,0-1-4,0 1 0,-2 1-7,2-1 1,-2-1 8,-1 1 0,0-2 15,1 2 1,-1-2-16,1 1 0,-1-1 21,1 2 0,-1-1-15,0 1 0,1 1 0,-1-4 1,1 3 21,-1-2 1,0 3-22,1-2 1,0 1-102,2-1 101,-2-2 0,2 3-48,-3-3 0,1 0 27,-1 3 22,1-3 0,-1 4-40,0-4 1,-1 3-2,-1-2 1,0 2-58,3-2 76,-1 2 1,0-3-98,1 3 93,-1-3 0,0 4 68,-2-4 0,2 3-74,-2-2 1,0 3 141,0-2-121,-2 0 1,3 0 5,0-1 1,-2 0-11,1 2 1,-2-1-1,3-1 0,-1-1 14,2 3 0,-1-2-4,-1 1 0,0-1-57,3 2 0,-3-2 43,0 2 1,1-3 23,1 3 0,-2-1 10,0 1 1,-1 1 4,1-4 0,-2 4 16,2-1 0,-2-1-38,3 1 0,-3-2 14,2 1 1,-2-2-7,3 1 0,-3 1-189,2-2 188,0 1 0,3-2-111,-1 2 0,-2-2 46,1 2 1,-2 1 0,1-2 75,2 1 1,-4-2-53,2 2 0,-2-1 37,2 3 1,-2-3-30,3 1 0,-3 0 126,2 0 0,-2 0-56,3-3 1,-3 3-22,2 0 0,0-1-5,3-1 1,-3-1-121,0 1 1,0 0 87,3 2 1,-3-2 31,0 2 0,0-2 26,0 0 0,0 0 2,-2 2 1,-1-2 135,4 2 0,-3-2-59,2 0 0,-2 2-56,0-1 1,1 1 23,-1-2 1,2-1-73,-2 1 1,1-1-2,-1 1 1,-1 2-17,1-1 1,1 1 14,-1-2 0,1-1 57,-1 1-28,-1 0 0,4-1-21,-3 1 0,0-1 42,-2 1 1,2-1-27,0 1 0,1-3 13,-1 1 1,-1-1-15,1 3 1,1 0 6,-1-1 1,2 0 4,-2-2 0,1 4 1,-3-4 0,2 4 6,0-4 0,2 2-16,-2 0 0,0 1 33,-2 0 0,1-1-78,1 1 1,-1-1-5,1 1 0,-1 0-46,-1-1 0,0 1 84,3-1 1,-3 1-22,2-1 0,-1 3 7,-1 0 0,1 0 11,1-3 0,-1 3-15,1 0-9,-1-1 1,-1-1 61,0 0 1,0 1 321,0 1-338,0 0 0,0-3 1,0 1 0,0 2 139,0-1-134,0 1 1,0-2 65,0-1 0,0 3-61,0 0 1,0-1-14,0-1 0,0 2 4,0-1-36,0 1 1,0-2-84,0-1 116,-3 1 1,2 0-48,-1-1 0,1 3 28,1 0 1,0-1-33,0-1 0,-2 2 46,0-1-14,0 1 1,0-2 34,-1-1 2,1 1-45,-1-1 0,2 1 6,-3 0 0,2 1-64,0 1 0,1 0 59,-1 0 0,1-2-58,-1 2 1,0 1 47,0-2 0,2 3-41,-3-2 1,2 0 29,-1 0-8,1-2 1,-2 4 58,0-3-55,3 0 143,-6 1-114,2-2 0,0-1 57,0 1 0,2 1-64,-3 1 1,4 2 17,-1-2 0,-1 0-6,1-3 0,-2 3-18,2 0-16,-3-1 1,2-1-17,-2-1 0,0 3-35,3 0 64,-3 0 0,2-3 21,-1 1 1,-1 2-28,3-1 0,-2 3-75,2-2 83,-3 0-66,1-3 0,0 1 51,-1 2 0,3-1-8,-2 3-3,3-3-9,-5 1 33,2-2 0,0 0-25,0 2 78,0-2 1,-2 5-29,2-3 0,-2 2 4,2-3 1,0 3 24,0-2 0,0 2-45,0-3 1,-2 2-10,2-1 1,0-2 17,0 2 1,2 0-16,-2 0 1,2 2 12,-3-3 0,2 3 7,-2-2 0,0 2-21,0-2 1,0 1 0,1-1 1,-1 2-21,0-2 1,0 2 21,-2-3 1,3 4-56,0-1 1,-1-1 54,-1 1 0,2-3-64,-1 3 0,2-1 48,-2 1-55,0 2 81,1-6 0,-1 4 4,0-2 1,0 3-25,0-1 1,2-1-5,-2 1 0,1 0 1,-2 2 0,-1-3 4,1 1 0,-1-1-16,1 1 0,0 2 19,-1-3 1,1 1 17,-1-1 0,-1 1 12,-1-1 0,1 3 74,1-2 1,1-1-28,0 1 1,-1-1-60,1 3 0,-1-2 8,1 0 1,-3-2 14,1 2 0,-2 0-26,2 2 1,1-3 24,-2 1 0,0-1 51,0 1 0,-1 2-62,1-2 0,1 1 143,1 1 0,-1-2-58,-1 0 1,1-1-27,1 3 1,1 0-301,-1-2 0,1 1 94,0-1 1,1-1-364,1 1 0,2 0-14,-2 2-3573,2 0 4056,-1 0 0,15 5 0,2 2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17.518"/>
    </inkml:context>
    <inkml:brush xml:id="br0">
      <inkml:brushProperty name="width" value="0.08571" units="cm"/>
      <inkml:brushProperty name="height" value="0.08571" units="cm"/>
      <inkml:brushProperty name="color" value="#004F8B"/>
    </inkml:brush>
  </inkml:definitions>
  <inkml:trace contextRef="#ctx0" brushRef="#br0">32 19 8117,'-6'-3'-433,"-1"0"1,1-1 1106,0 2-312,2-1 17,1 2 761,3-2-1085,3 3 0,-2 2 105,4 0 0,-1 1-203,2-1 0,1-1 121,-1 1 0,1 1-77,-1-1 0,0 2 87,1-1 0,1-1-179,1 1 0,2-1-38,0 3 1,-1 0 37,1 0 0,2-2-10,2 2 0,2-1 63,0 2 0,2 1 24,0-1 0,0 0 0,1 1 0,0 1-31,1 1 1,-1 0 26,1-3 1,-3 0-23,-1 1 1,0 1 37,3 1 1,-4-1 6,-1-4 1,-1 2 43,-2-2 1,1 0 6,0 0 0,0 0-30,0 2 0,-1-1-18,1-1 1,2 0-20,0 3 0,2-3 19,-2 0 0,1 1 0,-1 1 0,-1 0 6,3 1 1,-2-3-5,0 0 0,0 1 146,0 1 1,1-2-141,-1 1 1,-2-2 27,2 1 1,0 2-8,0-2 0,0 1-48,2 0 0,-1 0 50,-3 0 0,0 0-55,2-1 1,0 2 51,2-2 0,-3 1-18,1-1 0,1 2 46,-1-2 1,2 2-48,-2 0 0,0 0 74,0-2 1,-1 2-56,1-2 1,-2 2-62,0 0 1,-2 1 62,0-1 0,-1-2-90,0 1 1,2-2 79,-4 2 0,1-2-7,0-1 1,-2 0 149,2 2 1,0-3-97,-1 2 1,4-1 30,-1 0 1,1 3-52,1-3 0,-1 3-116,1-1 0,2 1 65,0-1 1,2 2-119,-2-2 0,2 2 34,-2 1 0,2-1 86,-2 0 0,0 1-30,-2-1 0,2 1-5,0-1 1,0-2 12,-2 1 1,0-1-11,2 2 0,0 1 24,2-1 1,-2 0-11,2 1 1,0-1-2,2 1 1,0 0 8,1 1 0,-1 0-4,0 0 1,-1 0 7,1 0 1,-3 0-14,3 0 1,-2 0-1,0 1 0,3-2 1,-1 4 0,0-3 14,2 0 1,-3 2-5,-1-2 0,0 1-35,3-3 0,-4 1 49,-1-1 0,1-2-1,-1 1 0,0-1-37,-3 2 1,1-1 16,0-1 0,-1-1-35,-1 2 1,1 0 33,-1-3 1,-2 2-109,0-2 1,-2 1 95,2-1 1,-3-1-178,2 1 117,-5-1-15,6-1-560,-9 0-572,3 0 605,-9 0-551,2-3 1175,-5 2 0,5-2 0,2 3 0</inkml:trace>
  <inkml:trace contextRef="#ctx0" brushRef="#br0" timeOffset="949">2072 699 8117,'-1'-4'0,"-1"0"0,1 2-80,-1-3 0,-1 3 124,1-2 1,-1 2 468,1-3-292,1 4 1,-2-4 170,1 3-457,1 0 322,-2 2-303,3 3 0,3 0 71,1 4 1,2-1-134,0 0 0,3 1 35,0-1 1,1 3 44,-1-1 1,0 1-54,0-3 0,-2 3 88,4-1 1,-2 3-20,1-2 1,-2-1-33,1-1 0,-2-1-191,-1 0 0,1 2 127,-1-1 1,-2 0 58,-2-2 0,1-2-13,-1 2 33,0-1 0,-5 0 118,-1 0 0,0-2-88,0 0 0,0-1 184,-3 2 0,-1-3-48,-1 2 1,0-1-25,0-1 0,0 0-51,-2 0 1,-1 0 131,2 0 1,0 0-118,-1 0 1,0 0-3,-2 0 0,3-2-64,-1 0 0,3-1 57,-3 1 1,3 1-125,-1-1 0,3 1 72,2-2 0,-2 3-167,2-2 179,1 1 1,0 0-142,3-1 116,0 1 65,0-4 0,0 3-58,0-2 1,1 0 3,1 0 1,-1-2-23,1 2 0,1-2 26,2 0 0,-2 0-143,1-1 1,-1 1 17,1-1 1,-3-1 27,1-1 1,1 0 86,-1 0 0,3 2-42,-3-1 1,0 0 27,-2-1 1,0 2-37,0-1 0,0 3 228,0 0-205,0 1 0,0 0-128,0 0 5,0 2-44,0-1 142,3 9 1,-2-2-9,4 5 1,0-1 19,3 0 0,-1 0-15,2 3 1,0-3 44,0 3 1,-1-3-52,-1 0 1,0 2 140,0-2 0,1 0-98,-4-4 0,-1 2 207,-1-2-134,-1-1 0,-2 2 16,-1-3 0,-2 0-45,-2-2 1,-3 0-8,1 0 0,-2 0 1,2 0 1,1-2 16,-2 0 0,0 0-197,0 2 117,1 0 1,1 0-57,1 0 139,2 0-57,-1 0 138,4 0 1,5 2-58,5 0 0,3 3-47,-3-3 0,1 2 103,-1-2 1,-1 2-42,-1-1 1,-1-1 124,1-2 45,-1 2 15,0-1-790,-2 2 221,-1-3-351,-12 0 1,4 0 302,-5 0 1,2 0 344,1 0 0,-5 0 0,-1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21.418"/>
    </inkml:context>
    <inkml:brush xml:id="br0">
      <inkml:brushProperty name="width" value="0.08571" units="cm"/>
      <inkml:brushProperty name="height" value="0.08571" units="cm"/>
      <inkml:brushProperty name="color" value="#004F8B"/>
    </inkml:brush>
  </inkml:definitions>
  <inkml:trace contextRef="#ctx0" brushRef="#br0">58 52 7930,'-7'-3'58,"1"2"1,0-3 191,-1 2 0,3 1 430,0-3-160,2 2-296,-1-4 125,3 3-442,0-4 177,3 1 1,1 2-82,2 0 1,3 2 52,-1 0 0,2 1-217,-2 1 1,1 0-23,2 0 1,1 2-48,-4 1 1,3 2-118,-3-1 0,1 4 135,-3 0 0,1 4 19,-1-2 0,-2 0 46,-2 1 0,1 1 123,-1 1 1,-3 1-8,-3-3 0,-5 0 127,-1 0 1,-3 0 37,1-2 0,-1-1-122,0-1 1,-1-1-91,-1 1 0,4-4 78,-2-1 1,5-1-200,-1-1 1,2 0 17,1 0-130,2 0 1,1-1 28,3-1 0,3-1 282,1-4 0,2 1 0,0-1 0,4 1 0,0 0 0,2-1 0,27-16 0,6-5 0</inkml:trace>
  <inkml:trace contextRef="#ctx0" brushRef="#br0" timeOffset="217">314 32 7930,'7'-3'0,"-1"2"58,1-3 345,-4 2-89,0-3 1,-4 4-82,-1-1 1,-2 1-151,-5 1 0,2 1 130,-4 1 1,0-1-25,-2 4 0,3-1-100,-1 2 0,2 1 85,-1-1 0,2 3-308,-1-1 1,2 2 106,1-2 1,2 1-287,-1 2 0,4 1 164,-1-1 0,1 1-240,1 1 1,1-3 30,4-2 0,-1 1-107,5-3 0,0 1-16,2-4 1,3-1 480,1 1 0,3-3 0,10-8 0,6-7 0</inkml:trace>
  <inkml:trace contextRef="#ctx0" brushRef="#br0" timeOffset="392">417 103 7930,'-4'-4'-499,"0"-1"1747,2 4-790,-1-2 1,3 4-214,0 1 1,0 1-256,0 4 0,2 1 142,1 1 0,1 2-248,-2 0 0,3 0 95,-1 0 0,1 3 21,-1-1 0,5 13 0,-2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20.236"/>
    </inkml:context>
    <inkml:brush xml:id="br0">
      <inkml:brushProperty name="width" value="0.08571" units="cm"/>
      <inkml:brushProperty name="height" value="0.08571" units="cm"/>
      <inkml:brushProperty name="color" value="#004F8B"/>
    </inkml:brush>
  </inkml:definitions>
  <inkml:trace contextRef="#ctx0" brushRef="#br0">7 35 7960,'0'-6'293,"0"2"0,-1 1 254,-1 1-431,1 1 1,-2-1 286,3 4-458,0 1 1,0 4-42,0-1 1,0 3-37,0-1 1,0 4 34,0-1 0,0 1 48,0 0 1,0 1-167,0 0 1,0 0 42,0 0 0,0 0-88,0-1 1,3 1 24,-1 0 1,1-1 60,-1-1 0,-2-2 64,3-2 257,0-1-87,1 0 1,2-2-86,0-2 1,-1-4 138,-1-2 0,0-2-63,3 0 1,-2-2 59,0 0 0,0 0-78,0-3 1,0 1 168,2 0 1,-2-2-67,0 1 0,0 1-55,-3-1 1,2 1 12,-2 0 1,3-2-34,-3 4 0,0-1-42,-2 3 0,0-1 58,0 1 0,0 2-319,0-1 226,0 4-480,0-2 270,0 9 0,0-1 73,0 5 1,1-2-61,1 1 0,-2 1 76,3 0 0,-2 2-57,1-1 0,0 1 79,2-2 0,-2 2 70,2-2 1,0 2-48,0-4 0,2 1 157,-2-3 1,2 0 32,0-2 1,1-1 126,-1-3 1,0-1 479,1-1 1,-1-2-349,-2-5 0,1 0 237,0-4 0,-2 0-200,2 0 0,-3-2-70,2 0 1,-3-1-89,2 1 1,-1 2-255,1-2 0,-1 1-229,-2 2 1,0-1-321,0 0 0,0 3-2101,0 1 1535,0 5 1133,0-2 0,3 14 0,0 0 0</inkml:trace>
  <inkml:trace contextRef="#ctx0" brushRef="#br0" timeOffset="249">404 144 7960,'4'0'2113,"1"1"-1757,-3 1-120,0-1 1,-1 5 111,1-2 1,-1 2-166,1 0 1,-1 1-107,-1 2 1,0-1-259,0 2 1,0 1 215,0 2 1,0 0-806,0-1 0,-1 1 420,-1 0 1,1 0 39,-1 0 310,-2-3 0,-2-1 0,-4-3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23.527"/>
    </inkml:context>
    <inkml:brush xml:id="br0">
      <inkml:brushProperty name="width" value="0.08571" units="cm"/>
      <inkml:brushProperty name="height" value="0.08571" units="cm"/>
      <inkml:brushProperty name="color" value="#004F8B"/>
    </inkml:brush>
  </inkml:definitions>
  <inkml:trace contextRef="#ctx0" brushRef="#br0">20 97 7938,'-4'0'-1212,"-1"0"1965,4 0-45,-5 0-399,6 0 47,-3 0 1,8 0-432,1 0 1,2 0 105,-2 0 1,-1 0-61,-1 0 1,0 0 87,3 0 1,1 0-27,1 0 1,-1 0-89,-1 0 1,-1 0-163,1 0 1,2 0 166,2 0 0,1 0 39,0 0 0,3 0 7,0 0 0,3 0-7,-1 0 1,2 0 11,0 0 0,0-2-43,-2 0 1,1-1 1,-3 3 0,2 0-36,-2 0 0,0 0-11,-3 0 0,1 0 61,0 0 1,2 0-13,0 0 0,1 0 119,-1 0 1,-1-2-73,3 0 0,0-1 53,2 1 0,1 2-73,-1-3 1,0 2 175,0-1 1,1 1-79,-1-1 1,-1 1-35,1 1 1,-3 0-140,3 0 0,-1 0 78,1 0 0,3 0-105,1 0 1,2 0 116,-2 0 0,2 0-76,-1 0 1,1 0 49,0 0 1,0 0 4,-1 0 1,0 2 24,-3 1 0,4-1 10,-2-2 0,-1 0 66,0 0 1,-3 0-86,-2 0 1,2 0 21,0 0 0,0 2-10,0 0 0,0 0-21,-2-2 1,5 0 22,1 0 0,-1 0-16,0 0 1,-1 1-5,0 1 1,0-1-7,2 1 0,-2-2-75,0 0 1,-3 3 79,-1-1 0,-2 1-100,2-1 0,-5-2 88,1 3 0,-2-3 63,2 0 0,0 0-70,0 0 1,-2 0 127,-1 0 1,3 0-127,2 0 1,2 0 5,-2 0 0,1 0 5,-1 0 0,1 0 21,3 0 0,1 0 61,-1 0 0,0 0-59,-2 0 0,-2 2-62,-2 1 1,0-1 48,0-2 1,-3 0-173,1 0 1,-2 2 51,1 0 0,0 0 46,1-2 1,1 0-98,-1 0 1,-1 0 97,1 0 0,-1 0 164,3 0 1,0 0-114,0 0 1,0 0 278,-1 0 0,1 0-83,0 0 1,-3 0-119,-1 0 0,-2 0-27,-1 0-95,1 0 0,-3 0-445,0 0 186,-3 0 112,2 0 1,-14-3 0,-3 0 0</inkml:trace>
  <inkml:trace contextRef="#ctx0" brushRef="#br0" timeOffset="1010">1867 1 7938,'-4'0'0,"0"0"89,-1 0 15,-1 0 0,2 0-102,-1 0-31,4 0 1,-2 0 246,3 3-156,0-3 1,4 5 87,2-3 1,1 3-216,4 0 0,0-2 115,4 1 1,0 1-28,2 1 1,-2 1 5,2-1 0,0 0 5,2 1 0,-2-1-279,0 1 1,-2-1 96,0 0 0,-3 1 27,-1-1 1,-2-1 95,-5-1 1,1-2-112,-3 2 1,-1 0 58,-3 0 1,-1 1-56,-4-3 1,-1 3 52,-1-3 1,-2 3 123,0-1 1,1-1 45,0 2 1,-1-3-39,-2 2 0,0 0 237,0 0 1,1 1-105,2-3 1,-4 2-97,3-1 0,-2 1-34,2-2 0,1 1 16,-1-1 0,4-1-31,-2 1 1,2 1 36,0-1 265,4 0-225,-3-2 116,5 0-160,-1-3 0,2 0-61,0-4 1,0 2 65,0-1 1,0 1 1,0-4 0,0 2 60,0 1 0,0-3 7,0 1 0,-1-2-14,-1 2 1,1 0-50,-1-3 0,-1 3-118,1-3 1,-1 3 133,1 0 0,1 0-125,-1 2 1,-1 0 102,1-1-124,0 4-122,2-3-369,0 5 295,0-2 0,3 3 126,1 0 1,2 2-48,0 1 0,3 1 72,2-2 1,1 2 141,1-2 1,0 3-32,0 0 0,0-2-36,2 2 1,-1-2-88,1 1 1,-4 2-67,0-2 1,-3 0-42,0 0 1,-1-2 85,-3 3 1,-1-3 154,-3 2 0,-1-2-81,-1 2 0,-4-1 111,-5 1 1,-1-3-54,-1 1 1,0 0 39,0 0 1,0-1-1,1 1 1,1-1 191,0 1 0,3-1-21,0 1 0,1-1-170,0-1 1,4 1-166,1 1 157,1-1-40,1 1 0,3-2 4,4 0 0,0 0-87,4 0 0,-1 0 67,3 0 1,-2 3-2,0-1 0,-1 0 17,0-2 0,0 0-8,-4 0 0,0 0-112,1 0 1,-3 0 25,0 0 177,-2 3-111,1-3 0,-4 3 3,-1-3 0,-2 1 84,-2 1 0,-1-1 138,-2 1 1,2-1-145,-2 1 1,2-1 8,1 1-88,-1-1 0,1 0 143,0 1-937,2-1-277,-2 1-397,6-2 1492,-3 0 0,14 0 0,3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25.564"/>
    </inkml:context>
    <inkml:brush xml:id="br0">
      <inkml:brushProperty name="width" value="0.08571" units="cm"/>
      <inkml:brushProperty name="height" value="0.08571" units="cm"/>
      <inkml:brushProperty name="color" value="#004F8B"/>
    </inkml:brush>
  </inkml:definitions>
  <inkml:trace contextRef="#ctx0" brushRef="#br0">52 45 7893,'0'-6'102,"0"1"336,0 1-537,0 0 72,0-3-12,0 1 0,3 2 88,1-1 79,2 4 0,2-2-60,1 3 1,0 0 42,0 0 0,-2 2-96,2 0 0,-2 3-113,-1 0 1,3 0-22,-1 2 0,0 1 105,-4 1 1,1 2-239,-3-3 0,1 4 58,-3-2 0,-1 0-36,-1 1 1,-2-1 3,-2 1 0,-1 1 241,-2-2 1,-1 0-78,-3-2 1,0-1 140,1 0 1,-1-1-200,0 1 1,2-3 58,1 0 1,0-2-70,-1 0 1,2-2 45,2 0 84,4 0 0,0 0 0,26-20 0,5-5 0</inkml:trace>
  <inkml:trace contextRef="#ctx0" brushRef="#br0" timeOffset="257">289 51 6555,'-4'0'284,"0"0"0,0 1 180,-3 1 1,0-1-241,-1 1 0,-2 2 19,-3 0 0,0 2 70,0 0 0,0 1-82,0-1 1,1 1 27,-1 2 0,3-2-287,1 4 1,5-2 97,2 1 0,1-2-171,1 1 1,1 0 52,1 0 0,4-1 15,5-1 0,3-3 1,1 0 1,3-2-670,-1 0 0,2-2 56,0 0 0,-1 0-109,0 0 0,-1 0 754,-2 0 0,0-11 0,-2-3 0</inkml:trace>
  <inkml:trace contextRef="#ctx0" brushRef="#br0" timeOffset="726">437 186 7893,'3'-6'-206,"-2"-1"206,4 1 0,-1 0 1050,2 2-630,1 1 0,0 3-55,1 0 1,-1 0-414,2 0 1,-2 3 96,0 1 0,-3 3-194,0 1 1,-2-1 87,2 2 0,-2 0-142,0 0 0,-2 2 94,-2 0 1,-1-2-354,-1 0 0,-4 0 113,2-1 1,-2 1-9,1-3 0,1 2-123,-1-1 0,-1 0 476,-1-2 0,1 0 0,1-1 0,4-1 0,0-3 0,3 0 0</inkml:trace>
  <inkml:trace contextRef="#ctx0" brushRef="#br0" timeOffset="898">437 340 7893,'-4'0'880,"2"0"1,2 1-204,0 1-339,0-1 1,2 1-96,3-2 0,3 3-194,3-1 0,1 0 111,1-2 0,3 2-1046,1 0 1,0 0 247,1-2 638,-3 0 0,1-5 0,0-3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29.047"/>
    </inkml:context>
    <inkml:brush xml:id="br0">
      <inkml:brushProperty name="width" value="0.08571" units="cm"/>
      <inkml:brushProperty name="height" value="0.08571" units="cm"/>
      <inkml:brushProperty name="color" value="#004F8B"/>
    </inkml:brush>
  </inkml:definitions>
  <inkml:trace contextRef="#ctx0" brushRef="#br0">13 19 7852,'0'-4'866,"0"0"0,0 2-842,0-3 1,1 4 47,1-1-285,-1 1-2829,1 1 3042,-2 3 0,3 15 0,1 6 0</inkml:trace>
  <inkml:trace contextRef="#ctx0" brushRef="#br0" timeOffset="209">19 186 7852,'4'0'1929,"2"0"-2177,-6 0 0,4 0-774,-2 0-289,-1 0 1311,2 0 0,-3 3 0,0 1 0</inkml:trace>
  <inkml:trace contextRef="#ctx0" brushRef="#br0" timeOffset="367">0 353 6063,'13'6'0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27.988"/>
    </inkml:context>
    <inkml:brush xml:id="br0">
      <inkml:brushProperty name="width" value="0.08571" units="cm"/>
      <inkml:brushProperty name="height" value="0.08571" units="cm"/>
      <inkml:brushProperty name="color" value="#004F8B"/>
    </inkml:brush>
  </inkml:definitions>
  <inkml:trace contextRef="#ctx0" brushRef="#br0">19 39 7842,'0'-6'-304,"0"0"456,0-1 0,2 3 59,1 0 0,-1 1 397,-2-1-187,0 3-320,3-2 92,-3 3-212,3 0 0,-3 3-82,0 1 0,-1 2 106,-1 3 0,1-1-146,-3 3 1,2-1 66,0 3 1,-1-1-27,1-1 0,-2 2 61,2-2 0,0 3-192,2-4 0,-3 2-22,1-2 0,0 2-18,2-4 0,0 3 115,0-2 0,1-3 34,1-2 1,-1 0 265,4 0-192,-1-1 0,2-3 125,1 0 0,-1-3-37,1-1 1,-1-4 50,0-1 1,1 0-14,-1 1 1,1-2 178,-1 0 1,0-2 19,1 1 0,0-1-92,2-1 0,-4 0-105,1 0 0,-2 3 28,1-1 0,0 3-134,-3-1 1,0 2 133,-2 1-259,0 2 40,0 2 0,-2 2-152,0 2 0,-3 3 26,3 3 1,-2 0 115,2 3 0,-3-3-31,3 3 1,-1 0 59,1 2 0,2-2-139,-3 2 0,3-4 130,0 4 0,0-2 26,0-1 1,3 2 62,1-1 0,0-2 146,3-3 1,-2 0 314,3-4 0,2 0-230,1-2 0,-1-1 520,0-1 1,0-4-316,1-2 1,-1-4 129,-1 2 1,-4-2-169,1-1 1,-3-1-296,1-1 1,-2 2-129,0-2 0,-2 1-68,0 1 1,3 3-681,-1-1-280,0 0 1,-1 2 1064,1 3 0,7 11 0,5 5 0</inkml:trace>
  <inkml:trace contextRef="#ctx0" brushRef="#br0" timeOffset="417">417 136 7855,'0'-5'358,"0"1"1,1 0 72,1-3-382,-1 4 0,2-2 239,-1 3 0,2 0-76,2 2 0,1 0-111,-1 0 1,1 0 82,-1 0 0,1 0-333,2 2 0,-2 2 175,1 2 0,-1 1-456,-3-1 1,1 1 118,-3-1 0,0 3 46,-2-1 0,0 1 286,0 0 0,-3-2-122,-1 2 0,-2-2 374,0-1 0,0 1-128,-1-1 0,1-2 188,-1 1 1,3-2 150,0 1-318,0 2 0,-2-5 49,2 4-278,-2-4 56,5 2 0,-1-3 93,4 0 0,2 0-115,2 0 0,1 0 67,-1 0 1,3 0-301,2 0 0,2-1 114,2-1 0,-1 1-804,3-1 0,-1 1 952,2-1 0,9-2 0,0-2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31.734"/>
    </inkml:context>
    <inkml:brush xml:id="br0">
      <inkml:brushProperty name="width" value="0.08571" units="cm"/>
      <inkml:brushProperty name="height" value="0.08571" units="cm"/>
      <inkml:brushProperty name="color" value="#004F8B"/>
    </inkml:brush>
  </inkml:definitions>
  <inkml:trace contextRef="#ctx0" brushRef="#br0">1046 880 7878,'-5'5'-28,"1"0"137,3-2 1,-2-3-373,3 2 71,0-1 751,0 2-446,3-6 1,-2 2-1,3-1 0,1-1-168,1 1 1,-2-1 88,1 1 1,-1 1-153,2-3 1,1 1 48,-1-1 1,1 2-80,-1-2 0,0 2 77,1-3 1,-1 3 46,1-2 0,-2 2-9,0-3 0,0 3-12,0-2 0,0 2 126,2-2 1,-1 2-103,0-3 1,-1 3 55,-1-2 1,1 0 1,4-3 1,-2 3 2,1 0 0,0-1 88,1-1 0,1-1-66,2-2 0,1 2-53,0-1 1,1 0 24,1 2 1,-2 0-130,2-1 1,-3 1 126,-2-1 0,1 2-116,2 0 1,-3 0 3,1 0 0,-2 0 20,1 1 1,-1-2 54,2 2 1,-1-2-25,3 0 0,0-1 53,0-2 1,0 2-50,-1-1 0,-1 1 135,0 0 0,-1 1-99,0-1 0,2 3 65,-4 0 1,3-1-86,-2-1 1,2 0 3,0 2 0,-1-2 28,0 2 0,1-2-3,2 0 1,-2 0-6,-1 2 1,1-2-17,2 2 1,-2-2-113,-1 0 1,-1-1 45,1 1 0,-1 0 157,2 2 1,-3-2-55,3 2 1,-2-2-27,1 0 0,1 0-37,2-1 1,-3 1 36,1-1 0,0 1-36,2 0 0,0-2 27,2 0 1,-1 1-20,1-2 1,-1 2 7,1 1 1,-2-1 10,2 1 1,-1-1-2,-1 1 0,0 0 2,-1-1 0,1 1-65,-3-1 1,2 1 55,-1-1 1,-1 1-79,1 0 1,1-1 67,1 1 1,2-1 10,-3 1 1,1 0-24,2-1 1,-1-1 50,-1-1 0,-1 1-20,1 1 0,0 1 3,0-1 1,0 1-54,0-1 0,-3 1 39,1 0 0,-1-1 22,1 1 1,1-1-22,-2 1 0,0 0 34,1-1 1,0 2-38,2-1 1,-1 1 58,1-4 0,-2 2-23,0 1 0,-1 1 9,0 1 1,2 0-52,-4-3 1,3 2 31,-3 0 0,2 0-62,-2 0 0,2 0 54,0-2 0,2 3-21,-1 0 0,-1 0 12,1-3 0,-1 1-7,0 2 0,2-2-4,-4 2 0,2 1-1,-2-2 1,0 2 119,3-2 1,-3 0-102,0 0 1,-1 3-103,0-1 0,-1 1 102,0 0 1,-1-3-176,-1 3 1,-2 0 19,2 2 10,-2 0 0,1 0-141,0 0 28,-3 0 156,3 0 1,-14 3 0,-4 0 0</inkml:trace>
  <inkml:trace contextRef="#ctx0" brushRef="#br0" timeOffset="1159">2425 46 7878,'-5'-1'-878,"1"-1"0,2 1 1929,-2-1-200,2 1-576,-3 1-4,4 0 292,-2 0-411,9 0 0,-1 0-24,5-2 1,-1 1 46,2-1 1,0-1-167,4 1 1,-1-3 97,3 3 1,-2-2-200,2 2 0,0-2 49,0 2 1,1-1-251,0 1 0,-2 1 52,1-1 1,-3 1-80,1 1 0,-4 0 140,-2 0-5,-2 0 330,-1 3-240,-2 0 439,-2 4-221,-4-1 1,0 0 95,-2-2-205,2 2 0,-2-3-13,1 4-74,-2-1 0,2 1 98,-4-1 1,1 3-22,0-1 0,-1 1-20,1 0 1,-4 0 124,0 2 0,-2 1-110,-1-1 1,0 1 121,0 1 0,0-1-45,1-1 0,-1 1-39,0-2 1,2 0-51,0-2 1,4-1-310,-2 0 169,5-4 141,1 3-68,3-5 0,0 1-6,0-4 101,0-2 0,0 0-57,0 0 0,0-1 100,0-1 1,0-1-69,0 1 1,0 0 19,0-1 1,-2 0 225,0-1 1,-3 0-78,0 0 0,2-2-75,-1-1 0,-1 2-30,-1 0 0,2 0 31,-1 1 0,1-1 22,-2 3 1,1-1 0,1 1 1,1 1 55,-2 1 1,2 3 1,1-1-249,1 1-147,-2 1 86,9 0 0,-2 0 53,5 0 1,-2 0-49,2 0 0,1-1 88,3-1 0,0 1-7,-1-4 1,3 3-59,0-2 0,1 2 67,-1-2 0,-1 2-109,3 0 0,-5-1 66,1 1 0,-4 0 42,-1 2 1,-3 0-61,0 0 52,-4 0 0,1 0 157,-4 0 1,-4 3-97,-2 1 1,-4 2 82,2 0 1,-2 1-65,-1-1 1,0 2 170,0 1 1,0 0-107,0-3 0,1 0 98,2 1 0,-2-1-87,4 1 1,-1-2 127,3 0-485,-1 0 253,4-1-145,0-1 1,6 0 105,4-3 0,2-2-149,4 0 1,0-3 98,0 1 1,-1-2-94,1 0 0,2 0 29,-3 2 0,3-2 9,-5 2 0,0 0 64,-2 0 1,-1 2-101,0 0 259,-4 2-129,0 0 1,-4 0 106,-1 2 0,-2 0-103,-5 2 0,2 0 127,-4 3 1,3-1-23,-1 1 1,2-1-26,1 0 0,0 0 142,-1-2 0,1 1-51,-1-2 1,3 1 269,0-2-155,2 0-31,-1-2 1,4-3-245,1-1 1,2-2 121,2 0 0,1-1 3,2-2 0,-2 2 4,2-1 0,-2 0-37,-1 2 0,0 0-28,-2-1 87,2 1-1243,-5-1 584,1 4 0,-2 1-203,-2 4 0,-2 1 752,-2 4 0,-12 13 0,-3 5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39.855"/>
    </inkml:context>
    <inkml:brush xml:id="br0">
      <inkml:brushProperty name="width" value="0.08571" units="cm"/>
      <inkml:brushProperty name="height" value="0.08571" units="cm"/>
      <inkml:brushProperty name="color" value="#004F8B"/>
    </inkml:brush>
  </inkml:definitions>
  <inkml:trace contextRef="#ctx0" brushRef="#br0">52 71 7467,'-5'-5'559,"1"1"-135,3-2 0,-4 2-245,2-2 1,1 2 31,2-1 1,0 3 25,0-2 1,1 2-187,1-3 0,2 3-231,2-2 1,1 3 42,-1-2 0,0 3 106,1 0 0,-1 0-222,1 0 1,0 3 81,1 1 1,-3 2 26,2 0 0,-3 1-4,0 2 1,1 0-51,-3 2 1,0 1 79,-2-2 1,0 3 20,-2-1 0,-2-1 42,-2 0 1,-3-1 124,1 0 1,-3 0 6,2-1 0,-2-2-71,0 2 1,2-4 3,0-1 0,0-1-16,1 2 0,-1-2-454,3-3-26,2 0 216,1 0 1,4-3 164,1-2 1,2 0 104,2-2 0,29-22 0,7-6 0</inkml:trace>
  <inkml:trace contextRef="#ctx0" brushRef="#br0" timeOffset="241">244 20 7930,'8'-4'-1013,"1"0"1,-1 1 1413,-4-1 64,2 3-366,-5-2 1,-1 3 67,-5 0 0,-1 1 146,-3 1 1,1 1-184,-2 4 0,1-1 12,-1 1 1,2 1-130,-1 1 1,1 1 71,0-1 0,3 2-137,-2-3 1,3 4 116,0-2 0,-1 0-96,3 1 1,0-3 47,2 3 1,3-3-131,4 1 0,0-3-35,3-2 1,3 0 48,2-2 0,2-1-356,-2 1 1,2-4 179,-2 0 1,0-3 274,-2 1 0,0-10 0,0-3 0</inkml:trace>
  <inkml:trace contextRef="#ctx0" brushRef="#br0" timeOffset="542">436 155 7930,'-4'0'819,"0"0"1,2 1-569,-3 1 0,4 1-18,-1 4 1,-1-1-227,1 1 1,-2 0-83,1 1 0,1 0-253,-1 3 1,3-3-103,-2 3 1,1-2 260,1 1 1,0-2-1355,0 1 598,0-2 925,0-1 0,0-2 0,3-10 0,0-5 0</inkml:trace>
  <inkml:trace contextRef="#ctx0" brushRef="#br0" timeOffset="809">417 181 7930,'0'-9'4,"0"0"0,0 1 171,0 1 0,1 2 38,1 0-101,-1 0 0,2 4-96,-1-1 1,0 1-73,2 1 0,0 3 103,3 1 0,-1 2-35,1 0 1,2 2 68,2 0 1,1 0-244,1 3 0,1-1 35,1 0 1,1 0-188,-1-1 1,-1-2 87,1 2 1,0-3-39,0-2 0,-2-1 560,-2-3 0,-3-1-167,0-1 1,-1-2 115,-3-5 1,1-1-107,-3-2 1,2-3 307,-2 0 0,1-2-123,-3 2 0,0-3-447,0 4 1,0 1-328,0 2 1,-3 3 449,1 0 0,3 3 0,3 2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41.971"/>
    </inkml:context>
    <inkml:brush xml:id="br0">
      <inkml:brushProperty name="width" value="0.08571" units="cm"/>
      <inkml:brushProperty name="height" value="0.08571" units="cm"/>
      <inkml:brushProperty name="color" value="#004F8B"/>
    </inkml:brush>
  </inkml:definitions>
  <inkml:trace contextRef="#ctx0" brushRef="#br0">13 120 7758,'-3'0'-80,"-3"0"1,5-1 301,-1-1 209,1 1-277,1-2 144,0 0-227,0 3-6,0-6 0,1 5-36,1-4 0,0 3-64,2-2 0,0 2 76,3-3 1,-3 3-113,0-2 1,0 2 79,3-2 1,-3 1-562,0-1 384,1 3 1,1-2-115,0 3 0,-1 0 49,-1 0 1,0 3 92,0 1 1,-1 2 159,0 0 1,-3 1-76,2-1 1,1 3 118,-1-1 0,1 1-76,-3 0 0,0-1 49,0 2 1,0-2-14,2 1 1,-1-2 14,1-1 1,0 1 24,0-1-25,-1-2 0,4 1 20,-1-3 1,0 0-50,0-2 0,1-3-33,1-1 1,-2-2 34,1 0 1,-1-1 2,2 1 0,-1 0 3,-1-1 1,-1 1-4,2-1 1,0-1-148,-3-1 1,2 1 82,-2 1 1,2 1-77,-1-1 1,-1 1 100,1 0 0,-2 2-296,3 2 282,-2-2 0,1 4 7,-1-3 0,-1 6-25,1 1 0,-1 2 95,-1 0 0,0 0-36,0 1 1,0 0 7,0 1 1,2 0 40,0 0 0,1-1-64,-1-3 1,0 1 467,2-3-299,0 3 1,3-4 215,-1 1 1,0-4-90,-2-3 0,1 0 12,-3-2 0,2-2-92,-1-2 0,1-1-30,-2-1 0,0 1-458,-2-1 1,0 0 204,0 0 1,0 2-733,0 1 1,1 2 151,1-1 659,-1 2 0,4 9 0,-1 3 0</inkml:trace>
  <inkml:trace contextRef="#ctx0" brushRef="#br0" timeOffset="592">353 107 7761,'0'-7'495,"0"4"205,0 0-192,0 3-326,0 6 1,0 1-180,0 6 0,0-3 17,0 1 0,0 0-95,0 2 0,0-1-8,0-2 1,-2 2 134,0-1 1,0 1-429,2-2 1,-2 2 159,-1-4 1,1 1-113,2-3 0,0 0-108,-3-2 47,3-1 232,-3-3 0,3-3 13,0-1 0,0-3 227,0-1 0,0 1-62,0-2 1,2-1 69,0 0 0,0-2-36,-2 1 0,2-1 177,1 2 1,-1-2-87,-2-1 0,2 2 105,0 0 1,3 1-72,-1 0 1,0 1-112,0 5 1,-2-1-248,2 3 146,1 0 1,1 2-24,1 0 1,-3 5 86,0 1 1,0 4-264,3-1 0,-3 2 79,0 0 0,1-1-173,1 0 0,0 0 97,1 1 1,0 0-8,2-2 0,-2-1 193,1-4 0,-1 1 177,0-3 1,-1 2 566,1-1 0,-1-2-387,0-3 1,1-2 147,-1-2 0,-1-3-145,-1-2 0,-1-1 15,2-1 0,0-2 139,-3 0 1,2-1 79,-2 1 1,0 2-835,-2-2 1,1-1 209,1 1 1,-1 2-1055,1 3 1,-1 2 607,-1-1 0,0 4-960,0 1 1478,0 3 0,-6 12 0,-1 7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44.833"/>
    </inkml:context>
    <inkml:brush xml:id="br0">
      <inkml:brushProperty name="width" value="0.08571" units="cm"/>
      <inkml:brushProperty name="height" value="0.08571" units="cm"/>
      <inkml:brushProperty name="color" value="#004F8B"/>
    </inkml:brush>
  </inkml:definitions>
  <inkml:trace contextRef="#ctx0" brushRef="#br0">1424 13 6868,'0'-4'983,"0"1"-462,0 1-138,3 1 6,-2-2 1,2 4-53,-3 1 0,0-1-77,0 4 0,-3 2-42,-1 3 0,-2 3 5,0 2 0,-3 4-113,0 5 0,-4 4 67,0 2 1,-2 5-377,0 3 0,-1 3 177,-3 4 1,-1 5-184,1-1 0,0 0 26,0-4 1,-1 0 4,-2 0 0,2 2 253,-1 0 1,-2 0-68,0-2 0,0 2 113,-1 0 0,-1 4-78,-3-2 1,0 2 157,2-3 0,1-1-36,-1 0 0,1 1-25,2 1 1,-2-1-113,4-3 0,-3 0-8,3 0 0,-2-2-88,4-2 0,-1-1 79,5-6 0,0-3-294,2-3 1,1-2 99,1-3 0,3-4 153,4-4 1,0-2-856,2-2 881,1-2 0,10-39 0,5-10 0</inkml:trace>
  <inkml:trace contextRef="#ctx0" brushRef="#br0" timeOffset="1218">1405 58 7923,'0'-4'841,"0"1"-348,0 3-272,-3 0 0,2 1-2,-3 1 0,-3 3-104,-1 3 1,-4 2-40,2 3 0,-3 0-113,1 0 1,-1-1-45,0 1 1,1 0 60,1 0 1,2-3-203,2-2 0,1-1-48,0 0-58,2-1 35,1-2 23,3-1 0,1-3 57,1 0 0,1-3 105,1-1 0,4-3-14,-2-1 1,3 1 14,0-2 0,0-1 108,1-1 0,3 1-96,-3 0 0,2 0 215,1-1 1,-2 0-62,0 2 1,-3-2 65,3 3 1,-3 0 117,0 4 240,-1-2-287,0 5 0,-2-1-120,0 4 0,-2 3-2,-3 3 0,0 0 25,0 3 0,0-1-141,0 3 1,0 1 70,0 1 1,0-2-72,2 2 1,-1-1 36,1-2 1,-1 1-103,-1 0 1,-1 0 127,-1 0 0,1-3-19,-1-2 0,-1-1 165,-2 0 1,1-3-97,-1 0 0,0-2 83,0 0 0,0-1-59,-2-1 0,1 0-72,-1 0 0,0-1 0,-1-1 1,0 0-1,-3-2 0,0 0 159,-1-3 1,1 2-81,0 0 0,1 0-84,0 1 0,0-1 44,4 0 0,-1 0-233,1 3 229,2-3 0,1 2-435,1-1 194,1 1 1,1 1-6,4 0 1,1 0-76,1 2 1,-1 0 52,4 0 0,1 0 124,0 0 0,2-2-40,-2-1 1,2 1 27,-1 2 0,1 0-36,1 0 0,-2 0-21,-1-3 1,-2 3 57,1-2 1,-4 1-92,-1 1 235,-2 0 321,0 0-257,-7 0 0,2 2-103,-6 0 0,6 0 78,-4-2 0,2 0 11,-1 0 83,-1 0-154,1 0-14,2 0 108,2 0-100,2-3 1,0 0 162,0-4 0,0 3-91,0 0 1,2 2-71,0-2 0,1 2 93,-1 0-368,-1-2 238,4 4 0,-3-2 60,2 4 0,-3-1-355,2 3 172,0 1 0,-2 1-10,1 0 0,1-1-139,-1-1 1018,0 0-360,1 0 663,-2 2-402,2-6-505,-3 3-140,0-9 0,-1 5-1949,-1-3 1962,1 2 0,-5 5 0,3 1 0</inkml:trace>
  <inkml:trace contextRef="#ctx0" brushRef="#br0" timeOffset="2217">20 1616 7849,'-3'-10'123,"2"-2"0,-2 5 1014,0-1-292,3 3-465,-3 3 0,3 7-156,0 1 1,0 5 46,0-1 1,0 5-61,0 0 1,0 4-154,0 1 1,1 3 52,1 1 1,-2-1-76,3 0 0,-1 1-282,1 1 1,-1 1 157,-2 0 0,0-1-308,0-2 1,-1-4 171,-1-4 1,0-1-9,-2-1 1,3-6-84,-1 0 485,-2-5 1,3 0-68,-1-4 0,1-2-34,1-2 0,0-3 36,0 1 0,0-3-33,0 0 0,0-1 80,0 2 0,0-2-71,0 1 0,1-3-225,1-1 1,0 0-47,2 5 1,0-2-77,3 4 1,0-3 72,1 3 1,0-1-88,3 3 0,0 2 71,1 2 0,1 1 68,0 1 0,0 3 90,0 1 1,-3 5-115,1 2 0,-3 1 245,0 1 0,-3-1-59,-3 1 0,-1 0 126,-1 0 1,0 0-34,0-1 1,-3 1-103,-2-3 0,-3 0 433,-3-4 1,-3 0-160,-1 1 1,-1-4-353,1 0 0,2-3 62,-2 0 0,2 0 4,2-3 0,22-17 0,8-8 0</inkml:trace>
  <inkml:trace contextRef="#ctx0" brushRef="#br0" timeOffset="3091">1386 173 7749,'-4'0'-707,"1"0"707,1 0 0,1 0 422,-2 0-371,6 3 0,0-1-7,4 2 0,-1 0 19,1 2 0,-1 1-16,1-1 1,-1-1 35,0-1-30,1 0 0,-2 3-77,0-1 1,0-2 78,-3 1 0,0-3-11,-2 2 1,-1 0 114,-1 0 1,-1-1-113,-4-3 0,0 2 171,-1 0 0,-2 0-92,0-2 1,-2 0 94,4 0 1,-3 0-122,2 0 1,1 0-260,1 0 21,1 3 206,0-2-248,2 1 1,2-2-79,4 0 146,2 0 1,4 0 57,1 0 1,-1 0 142,-1 0 1,1 0-72,1 0 135,-1 0 1,-3 0-254,-1 0-222,-3 0-812,2 0 1134,-9 3 0,-6 4 0,-8 3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52.386"/>
    </inkml:context>
    <inkml:brush xml:id="br0">
      <inkml:brushProperty name="width" value="0.08571" units="cm"/>
      <inkml:brushProperty name="height" value="0.08571" units="cm"/>
      <inkml:brushProperty name="color" value="#004F8B"/>
    </inkml:brush>
  </inkml:definitions>
  <inkml:trace contextRef="#ctx0" brushRef="#br0">45 142 8458,'-2'-10'831,"0"1"-613,0 5-63,2 1 1,0 4-101,0 4 1,-1 0 80,-1 5 1,1 1-69,-1 2 1,0 3 160,0 1 0,2-1-118,-3 1 0,1 0-141,-1 2 1,-1 1-378,2-1 0,-1-2 220,1 0 0,1 0-416,-1 0 1,-1-4-45,1-2-241,0-3 542,2-2 0,0-4 80,0-4 1,0-4 265,0-5 0,2-3 0,0-1 0,3-3 82,-3 1 0,2-2-153,-2 0 0,2 0 406,-1 0 1,2-1-187,-1 1 0,-1 0 271,2 0 0,-1-1-173,2 1 0,0 4 81,-2 2 0,2 3 218,-2 3-394,-1 4 0,1 1-216,-2 4 0,-1 2 87,4 5 0,-3 1 106,2 2 1,1 4-28,4 1 0,-2 0-606,4 3 0,-1-3 260,1 2 0,1 0 38,-1-2 0,1-1 6,3-1 1,0-2 91,2-3 1,-2 0 448,2-4 0,-2-2-193,2-2 1,-3-5 539,1-4 0,-4-2-327,-3-4 1,-1-2-66,0-2 0,-4-2-54,0 0 0,-3 0-83,0-1 1,0 1-380,0 0 1,0 0-563,0 2 0,0 2-1431,0 2 2213,0 3 0,6 9 0,1 5 0</inkml:trace>
  <inkml:trace contextRef="#ctx0" brushRef="#br0" timeOffset="403">443 270 7853,'6'0'-549,"0"-3"1,1 2 791,-1-1 0,1 1 7,-1 1 0,1-2-103,-1 0 0,0-1-204,1 1 1,0 1-8,1-3 0,0 1-49,0-1 0,-1 1 99,0-2 1,-1 0 77,1 0 1,-4 0-91,-1-2 0,-1 1 36,-1-1 1,-1 1 142,-1 0 0,0-1-87,-4 1 0,1-1 33,-4 1 1,0 2-53,0 2 0,-2 1 0,3 1 0,-1 1-21,0 1 0,2 2 39,-2 2 0,3 4-97,2 0 1,-1 2 75,3 1 0,-3 1-59,3 1 1,1-2 36,3 2 0,1 1-55,4-1 0,2 2-70,2-2 1,1-1-194,1-3 1,2-3-229,3-3 0,0-2 236,1-3 1,0-2 287,-2-2 0,2-3 0,-2-6 0,10-20 0,3-5 0</inkml:trace>
  <inkml:trace contextRef="#ctx0" brushRef="#br0" timeOffset="778">718 206 7853,'0'-7'0,"0"1"0,0 2 544,0-1 0,0 3 265,0-2-255,0 3-436,-2-2 1,1 3-85,-1 3 1,1 0-77,1 4 1,0 1 86,0 1 1,2 2-42,0 0 1,3-1 64,-3 0 0,2 1-431,-2 2 0,3-2 144,-1-1 0,2-1 60,1 2 1,-1-4-53,0 2 1,1-2-256,-1-1 0,3-1 227,-1-1 1,3-3 94,-2 2 0,0-6-107,-1-1 1,0-2 107,3-3 0,-3 1 129,0-2 1,-1-1-94,0-2 1,-1 2 364,-2 1 0,1-1-8,-3-2 1,0 3 104,-2-1 0,0 3 155,0-1 0,0 2 59,0 1-210,0 0 0,0 1-30,0 1 0,-1 3-235,-1-2 83,2 6 1,-3 1-242,3 4 1,0-1 43,0 2 1,0 0-298,0 0 0,0 2-436,3-3 1,-2 3 388,3-3 1,-2 4-509,0-2 0,1 0 203,2 1 668,0-3 0,13 4 0,3-2 0</inkml:trace>
  <inkml:trace contextRef="#ctx0" brushRef="#br0" timeOffset="1326">1058 212 7853,'-2'-10'0,"-2"1"0,-2 3 0,-1-1 2354,4 4-1038,0 0-1029,3 3-79,3 5 1,0 0-28,4 3 1,-1 2-138,0 1 0,1-1-184,-1 1 1,1-1-575,-1 3 0,-2 0 340,1 0 1,-3 0-345,2-1 0,-3 1 300,2 0 1,-3-3 408,0-1 1,0-2-435,0-1 1090,0-2 1,-2-2-331,0-4 1,0-5-71,2-3 0,0-3 111,0 1 0,0 0-97,0 1 0,1-1-89,1 1 0,-1-1 45,3-1 0,1 2-774,1 1 1,3 2 302,2-1 1,-1 2-569,1 1 1,2-1 266,2 1 0,0 2 85,-3-1 1,1 4 148,0-1 0,-1 1 321,-1 1 0,-2 0-147,-2 0 147,-4 0 26,0 3 1,-3 1-61,0 2 0,-3 0 205,-1 1 0,0-1-91,0 1 0,3 1-75,-2 1 1,1 1-42,-1-1 0,1 0 33,2 0 0,0 0 18,0 2 1,2 0-39,1-2 0,4-1 332,-1-1 0,3-2-113,-1 0 0,2 0 181,3-3 1,-2-2 130,-1-2 0,1-6 274,2-1 1,-3 0-305,-2-2 0,-1 1-129,-3-3 0,-1-2-33,-3 0 0,-1 0-105,-1 2 1,-4 1-555,-5 1 1,-2 0 283,-2 2 1,1 1-1208,-3 4 0,3 1 170,-1 3 1096,1 0 0,-2 12 0,0 2 0</inkml:trace>
  <inkml:trace contextRef="#ctx0" brushRef="#br0" timeOffset="1834">1443 206 7853,'-6'-10'0,"0"6"1880,2-3-948,-2 5-863,5-1 0,-1 4 298,4 1 0,0 0 22,2 5 0,0-3-41,3 5 1,-1 0-66,1 0 1,-1 2-401,1 0 0,-1 1 131,0 1 1,1-2-170,-1-1 0,-2 0-135,1 1 0,-3 0-230,2-2 0,-2-1 181,0-1 1,-1-1-224,1 1 682,-1-1-214,2-2 323,-3-1-152,-3-9 0,2 2-102,-1-5 0,1 2 67,1 0 0,0-1-90,0-1 0,0-1 184,0 1 1,0-2-136,0 3 1,0-3 45,0 3 0,1-3-50,1 2 0,0-1 66,2 1 1,0 1-47,3 1 0,-1 1 65,0-1 1,2 4 2,0 1 0,0 1 4,3 1 0,-1 3-84,3 1 0,0 2 35,0 3 0,-2 1-206,-1 3 0,1-2 76,2 2 0,-3-4-927,1 4 1,-3-2 107,1 0 909,1 1 0,5-2 0,5 2 0</inkml:trace>
  <inkml:trace contextRef="#ctx0" brushRef="#br0" timeOffset="2434">2200 231 7762,'0'-4'0,"0"0"654,0-1 0,0 1-194,0 0 1,0 2 88,0-2-334,0 2 1,-3-1-241,-1 3 1,-2 0-153,0 0 1,-1 3 221,1 1 1,-1 2-108,-2 1 0,2 2 95,-4 2 0,3 1-484,-1 0 1,2 1 184,1 0 1,2 0-136,-1 0 1,4-3 223,-1 1 0,2-4 250,2 0 0,4-2 54,2-2 1,4-4-83,-2-3 1,0-3-44,1-1 1,-2-2-26,1 0 0,-2-2-264,1 1 0,-2-1 146,-1-1 1,3 2 140,-1 1 0,9-10 0,0-3 0</inkml:trace>
  <inkml:trace contextRef="#ctx0" brushRef="#br0" timeOffset="3060">2303 193 8706,'0'3'1818,"0"1"-1444,0-2 0,0 2-56,0 2 1,2 1-116,0 2 0,3-1-132,-1 2 0,2 1-79,0 2 1,2-1-223,0-1 0,-1 0-181,2-2 0,-2-1 284,-1-1 0,1-2-292,-1 0 224,1-3 1,-1-2-26,0 0 0,0 0 110,-2-2 0,1-2-12,-3-2 0,1-1 50,-1-2 0,0 2 101,2-2 0,-2 0 47,0 0 1,-1 0-95,1 1 0,-1 1 233,1-2 1,0 2-81,0 0 1,-2 1 389,3 0-109,-3-1-316,0 1-155,0 2-191,3 1 1,-2 6 63,1 1 1,1 3 142,-1 1 0,2 0-223,-2 3 1,3-2 44,0 1 1,-2 0 69,2 1 0,-1 1 37,2-1 0,1-2 49,2 0 1,-1-2 3,2-1 0,-1 0 12,2-2 1,-1 1 135,3-3 0,-2-2-51,0-2 0,-1-5 149,3 0 0,-2-3-53,-1-1 0,-2-1-198,1-1 0,-2 0 86,-1 0 0,-1 1-138,-1-1 1,-2-3 81,2-1 0,-2 1 29,0-1 1,-1-1 196,-1-1 1,0 0-97,0 0 0,-1 0 307,-1 2 1,0 1-147,-2 4 0,0 1 209,-3 0 1,3 6-132,0 1 1,2 3-325,-3 1 0,4 0 27,-1 2 1,0 3-23,0 3 0,2 3-32,-3 4 1,3 0 17,0 4 1,2-1 32,0 3 1,3 1-65,-1 0 0,2 0-484,0-1 0,1-2 201,-1 1 0,3-2-385,-1-3 0,1 0 175,-3-2 0,0-5-40,-2-2 1,1-3 124,-3 1 0,1-3-13,-3-1 448,0-3 0,-3-12 0,-1-2 0</inkml:trace>
  <inkml:trace contextRef="#ctx0" brushRef="#br0" timeOffset="3353">2617 167 7762,'0'-6'-947,"0"-1"0,3 2 1779,1 0 0,2 0-283,0 3 1,4 0-168,0 2 0,2 0-54,1 0 0,3 0-125,1 0 0,2 0 89,0 0 0,-2 1-64,0 1 0,-1 2-57,1 2 1,-1 0 30,-3 1 1,-3 2-339,-1 2 1,-3 1-101,-2 1 1,-1 2-286,-3 0 0,0 3 100,0-1 1,0 1 186,0 1 1,-2 1 189,0-1 0,0 1-137,2 1 0,0-1 313,0 2 1,0-5-109,2 0 1,0-2-503,2 0 0,-2-5-516,3-1 23,-4-2 971,2-3 0,-6-19 0,-1-6 0</inkml:trace>
  <inkml:trace contextRef="#ctx0" brushRef="#br0" timeOffset="3619">2842 187 7762,'0'-8'395,"0"0"0,0 1-7,2-2 0,2 2 232,2 1 0,2 2-174,0 2 1,3 1-133,4 1 1,1 1-217,3 1 0,1 4 117,2 2 1,-4 4-156,1-2 1,-4 3 107,0-1 1,-5 1-449,-1 0 0,-3-1 201,-1-1 1,-5 1 52,-5-1 0,-3-2-455,-3-1 0,-2 0 154,-2-2 0,-1 0-959,-3-2 1,-1 1 107,-2-3 1178,5 3 0,2-7 0,5 1 0</inkml:trace>
  <inkml:trace contextRef="#ctx0" brushRef="#br0" timeOffset="4319">3098 231 8272,'0'-3'619,"0"0"152,0 3-533,3 6 1,-2 0-176,1 5 0,1 1 5,2-1 0,-2 1-347,2 1 1,-3-1 118,2-2 1,-1 2-211,2-1 1,0-2 144,0 0 1,-2-2 65,2 0 0,-2-3-118,1 0 1,2-2 50,-2 0 1,2-4 179,1-3 1,-1 0-114,0-2 0,-1-1 443,-1-1 0,0-2-165,3 3 1,-2-4 375,0 2 0,-2 0-175,-1-1 1,-1 1 24,1-1 0,-1 0-24,-1 2 0,0 1 461,0 1-849,-3 4 0,2 0 92,-4 3-372,4 0 1,-2 3 181,3 1 1,3 2-133,1 0 1,0 4 19,0 0 1,0 0-112,3 1 0,-2-1 110,0 1 1,0 0 103,0-3 1,0 2 0,2-2 0,-1-1 39,1 2 1,-1-4-68,0-1 1,2-2 6,0 0 1,-1-1 411,2-1 0,-2-3 31,-1-2 0,1-1 246,2-3 0,-2 2 77,2-4 1,-2 0-216,2-2 1,-2 1 277,2-1 0,-2-2-182,-1 0 0,1-3-60,-1 1 1,3-2-129,-1 0 1,0-2 63,-4-1 0,1 1-4,-3 2 1,1-1 145,-3 1 1,-1 3-44,-1 1 0,-2 4 135,-2 3-231,-1 3-120,1 3 1,2 2-686,-1 2 0,4 5 281,-1 3 0,1 5 28,1 3 0,1 1 13,1 2 1,-1 2-186,4 3 1,-2-1-457,1 1 1,2-1 303,-2-2 1,1 2-171,0-1 1,0-4 225,0-1 1,0-4-380,2 0 1,-1-4 333,1-3 0,-1-3-48,0-3 1,2-4 524,0-3 0,16-23 0,7-7 0</inkml:trace>
  <inkml:trace contextRef="#ctx0" brushRef="#br0" timeOffset="4469">3419 167 7897,'-4'-6'4202,"-1"2"-3114,3-1 1,1 4-1333,3-1 0,6 1 100,5 1 0,6 0-431,1 0 0,3 2-406,-2 0 0,3 3 981,0-3 0,6 0 0,3-2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1:50.544"/>
    </inkml:context>
    <inkml:brush xml:id="br0">
      <inkml:brushProperty name="width" value="0.08571" units="cm"/>
      <inkml:brushProperty name="height" value="0.08571" units="cm"/>
      <inkml:brushProperty name="color" value="#004F8B"/>
    </inkml:brush>
  </inkml:definitions>
  <inkml:trace contextRef="#ctx0" brushRef="#br0">1 97 7455,'0'-3'2,"0"0"76,0 3 1,2-2 233,3-1 0,0 1-131,2 2 0,2 0 31,2 0 1,2 0-61,2 0 0,1 0-3,3 0 1,3 0 2,2 0 0,1 0-108,3 0 1,1 0 4,1 0 1,0 0-101,-2 0 1,1 2-8,-2 1 0,2-1 25,1-2 1,-2 2-38,-2 0 0,2 0 106,2-2 1,4 0-39,0 0 0,3 0 11,0 0 1,1 2-48,3 0 1,-1 1 133,1-3 1,-1 0-81,-6 0 1,0 0 57,-5 2 1,2-1-44,-3 1 1,-5-1-225,-4-1 1,-2 0 75,0 0 0,-2 0-240,-4 0-181,-2 0-506,-3 0-81,-2 0 838,-1 0 1,-4 0 286,-1 0 0,-2-3 0,-8-3 0,-1-4 0</inkml:trace>
  <inkml:trace contextRef="#ctx0" brushRef="#br0" timeOffset="1026">1059 20 7880,'-4'-3'-155,"-1"0"155,0-1 0,2-1 1025,-2 3-263,4 0-417,-2 2-289,9 0 0,1 1-45,6 1 0,2 1-31,0 1 0,3 2 122,-1-2 0,1 2-229,1 0 1,1 0 37,-1 1 0,-2-1-172,0 1 0,-3-1-9,1 0 1,-4 1 32,-2-1 1,-4 1 198,-1-1 0,-3 1-62,1 2 1,-6-2 95,-2 2 0,-6-2-107,0-1 1,-2 0 286,-3 1 0,3-3-66,-1 0 1,-1 1 181,1 1 1,-1-2-91,1 1 1,2-2 28,-2 2 1,2-2-112,2-1 1,0-1-69,2 1 1,3-1-56,2-1 1,2 0 221,-3 0-253,4 0 0,-2-1 80,3-1 0,0-2-67,0-2 0,-1 0 50,-1-1 0,1 1-108,-1-1 0,-1-1 46,1-1 1,-2 0-120,2 0 0,-3 2 16,1-1 0,-1 1 63,0 0 1,0 1 36,0-1 0,0 1-79,1-1 158,-2 4-150,6-3-113,-3 6 0,4-3 131,1 3 0,1 2 60,4 0 1,2 1-145,2-1 1,3-1 92,1 4 1,2-2-13,-2 1 1,1 1-4,-1-2 1,-1 2 128,3-1 1,-3-1-11,1 2 1,-4-3-23,-3 2 0,0-2 18,-2 0 0,-2-1 151,-2 1 1,-2-1 75,-2 1 0,-2-1-61,-2-1 0,-4 2 54,0 0 1,-2 0-47,1-2 1,-1 0 14,2 0 1,-2 0-73,2 0 0,0 2 23,4 0 1,0 1-218,-1-3 88,1 0-716,-1 0 515,4 0 0,1 0-102,4 0 1,2 2 81,5 0 1,-2 0-36,4-2 1,0 0 92,2 0 0,-1 2-27,-2 0 0,2 0 218,-1-2 1,-2 0-102,0 0 0,0 0 221,0 0-181,-1 0-55,-1 3-3,-1-2 101,-2 2 0,-2-3 3,-4 0 0,-2 0-1,-2 0 1,-1 0 82,1 0 0,0 0-79,-1 0 0,1 0 101,-1 0 1,1 0-70,-1 0 1,3-1 7,0-1 41,0 1-278,0-4 0,1 3 8,3-2 1,0 2-6,0-3 1,2 2 18,2-1 1,0-2 44,5 2 0,0 0 95,0 0 1,1 0-87,-1-3 1,-1 3 224,-1 0 0,-1 0-65,1 0 1,-3-1-115,0 3 181,-2-3 1,0 2 269,-4-1 0,-2-1-125,-2 2 1,-2 1 70,0-1 1,1 3-259,-2-2 0,0 1 8,0 1 0,1 0-166,1 0 0,1-2 85,0 0-288,-1-1 82,1 3-721,-1 0 62,1 0 290,0 3 1,1 0 536,1 1 0,5 13 0,0 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06.137"/>
    </inkml:context>
    <inkml:brush xml:id="br0">
      <inkml:brushProperty name="width" value="0.08571" units="cm"/>
      <inkml:brushProperty name="height" value="0.08571" units="cm"/>
      <inkml:brushProperty name="color" value="#E71224"/>
    </inkml:brush>
  </inkml:definitions>
  <inkml:trace contextRef="#ctx0" brushRef="#br0">212 128 7971,'0'-6'1296,"0"2"1,0 2-818,-3 4 1,2 3-53,-3 3 0,0 3-181,0 4 0,-3 1-44,1 3 0,0 4 19,-3 0 1,-1 2-473,-1 1 1,1 1 223,0 1 0,1-3-704,-2-3 1,4-3 114,-2-2 1,2-2-172,1-4 0,-1-3 177,1-4 1,1 1-91,1-2 0,3-5 700,-1-4 0,-2-12 0,0-6 0</inkml:trace>
  <inkml:trace contextRef="#ctx0" brushRef="#br0" timeOffset="223">13 167 7699,'-2'-10'331,"-3"1"1,2 2 1301,1 1-930,2 2-494,0 1 0,2 6 363,3 1 0,3 5-194,0 2 0,6 3 2,-2 1 1,6 3-128,2 2 1,-1 0-55,5 3 0,0-1-350,1 1 1,1 1-450,-1 1 0,-2-4-828,-4-2 0,-4-4 725,-4 0 1,-2-4-1504,-5-3 2206,-1-1 0,-17-20 0,-4-6 0</inkml:trace>
  <inkml:trace contextRef="#ctx0" brushRef="#br0" timeOffset="411">20 308 7699,'-4'-10'1667,"-1"1"-608,3 2-647,0 1 1,7 2-108,1 2 0,8 1 72,1 1 0,3 0-87,4 0 1,-1 1-268,5 1 0,-2 2-406,4 2 0,0 0-1333,0-2 1716,0 2 0,-5-5 0,-1 2 0</inkml:trace>
  <inkml:trace contextRef="#ctx0" brushRef="#br0" timeOffset="909">603 83 7663,'0'-6'985,"0"2"1,-2 7-391,0 3 1,0 8-481,2 1 1,-1 3 77,-1 3 0,2 3 213,-3 4 0,1 3-304,-1 3 1,-1 1-377,2-3 1,-3-3-709,1-1 0,0-3 572,0-1 0,2-5-177,-3-4 1,3-5-175,-2-4-126,3-2 887,-2-7 0,3-23 0,0-9 0</inkml:trace>
  <inkml:trace contextRef="#ctx0" brushRef="#br0" timeOffset="1333">559 115 7663,'0'-6'377,"0"2"641,0 0-820,0 2 85,0-1 28,2 9 0,2 1-55,2 6 0,4 2-182,0 0 1,1 3 118,2 2 0,-2-1-297,4 2 0,1-1-214,-1-1 0,0 0-443,-2-2 1,-1-1 72,-1-3 0,-2-3-26,-3-2 574,-2-4 0,1-1-80,-3-6 1,0-2 139,-2-4 1,1-2 79,1 0 0,1-2 0,1-2 0,2 0 6,-2-3 1,2 1-62,0 2 1,-2-4 467,1 0 0,-2 2-194,1-2 1,1 1 480,-2-2 1,-1 3-325,-2 0 1,0 4 340,0 0 1,0 3 215,0 4-139,0 2-607,-3 1 0,2 7-35,-1 2 1,2 4 61,2 5 1,0 1-23,2 4 1,0 0-181,3 1 0,-3 0 76,0 5 1,0-4-408,3 4 1,-1-3 207,-2 1 1,1 1-219,-3-2 0,2-1-197,-2-3 1,3-1-425,-3-3 1,3-2-373,-1-2 0,0-6 1322,0-1 0,12-19 0,4-7 0</inkml:trace>
  <inkml:trace contextRef="#ctx0" brushRef="#br0" timeOffset="1716">1085 269 7663,'-3'-6'-36,"1"0"185,0-1 1,2 1 77,0-1 1,0 3 385,0 0-152,-3 2-152,0 0 0,-4 2-116,1 2 0,-1 2-18,1 2 0,0 4 42,-1 0 0,-1 2-372,2 1 0,-2 2-64,4 0 0,1 2-230,1-2 1,1 2 128,1-2 0,1 0 122,1-2 1,2-3-37,5-1 1,-1-3 30,2-2 1,0-1 443,1-3 0,0-5-200,-2-1 0,-1-5 387,-4 0 1,-1-3-180,-3-1 0,-3-2-544,-1 2 0,-2 0-4,0 2 0,0 1-32,2-1 0,1 2 331,3 0 0,23 9 0,5 0 0</inkml:trace>
  <inkml:trace contextRef="#ctx0" brushRef="#br0" timeOffset="2201">1354 71 7663,'-6'-10'691,"-1"1"0,1 4-29,2 1 1,1 2 211,0 0-435,3 4 0,-3 4-134,3 3 0,0 2 109,0 0 0,3 4-135,1 2 0,2 1-137,0 2 0,1 1-76,-1 0 1,0 4-212,1-2 0,1 1-518,1 0 0,-1-2 402,-4-3 0,1 0-490,-3-2 0,0-2-134,-2-5 494,0-3 0,0-4 40,-3-3 1,2-3 119,-3-1 0,-1-5 45,-1-2 0,-3-1 24,1-1 0,-1 0 150,3-2 0,0 1-97,-1-1 0,-1 2 188,-1 0 1,-2 3-49,3 1 1,-3 5-16,3-1 0,-3 4-36,2-1 0,1 7 126,1 3 0,-1 4 60,2 0 0,-1 3 75,5 0 0,0 2-148,2-2 1,0 0-49,3-2 1,1-1-289,4-1 1,2-2 98,3-2 1,0-2-197,0 0 1,2-2 31,0-3 308,3 0 0,9-20 0,7-5 0</inkml:trace>
  <inkml:trace contextRef="#ctx0" brushRef="#br0" timeOffset="2758">1457 327 7663,'4'0'225,"0"0"-20,-2 0 0,3 2 113,0 0 1,-2 1-181,1-3 0,1 0 12,1 0 1,1 0-74,2 0 1,-2 0-29,1 0 1,2-3-241,-2 1 0,2-3 167,-2 1 0,-1-2-146,2 0 1,-4-1 50,-1-2 0,-3 1 152,2-2 0,-3 0-38,0-1 0,-3 0 78,-1 2 1,-2 1-36,-3 1 1,1 4 13,-2 0 1,1 3 77,-2 0 0,4 3-25,-2 1 0,2 4 102,0 0 1,1 4-76,0 1 1,2 1-164,2 3 1,1-2-35,1 2 0,1-1-202,1 1 1,2 1 23,5-3 1,1-1 87,3-3 0,0 1-68,2-4 0,-1-2-5,4-4 0,-1-1 207,2-1 0,-3-5-146,-1-2 0,0-3 399,-2-1 0,1-2-82,-3-2 0,-2 1 37,0-3 1,-2 0-47,-1-3 1,-2 3-49,-2 0 0,1 0 206,-1-2 1,0-3-85,-2 1 1,0-1 207,0 1 0,-2 0-130,0-3 0,-2 4 222,2-2 0,-1 3-152,1 2 1,0 4 607,-2 5-687,2 3 1,0 3-235,2 4 1,0 3 259,0 3 1,0 5-87,0 4 0,2 2-187,0 3 1,3 0 85,-1 4 1,2 0-233,0-1 1,1 1 84,-1 0 1,1-1-498,2 1 1,-1-1-194,2-1 0,-1-2-474,1-3 1,-1-3 106,2-1 1,-3-4 181,0-3 899,-1-3 0,0-22 0,-1-8 0</inkml:trace>
  <inkml:trace contextRef="#ctx0" brushRef="#br0" timeOffset="3416">2213 263 7663,'-3'-3'124,"1"-1"1,0 0 976,0 0-658,1 3 0,-1-2-91,2 6 0,2 1 83,0 4 0,3 2-92,-1 3 0,2 3-195,0 1 1,1 4 44,-1 0 0,1 3-358,-1 0 1,0 1 166,1 0 1,-2 1-809,0 0 1,-2-3 236,-1-2 1,-1-4-50,1-2 0,-2-5-1328,-2-4 1946,-1-2 0,-12-35 0,-2-9 0</inkml:trace>
  <inkml:trace contextRef="#ctx0" brushRef="#br0" timeOffset="3633">2220 237 7669,'4'-17'242,"0"0"1,1 4-50,1 0 1,1 3 164,-1 3 1,1 4-20,2 1 1,-2 2 61,4 2 0,-1 2-226,1 5 1,2 1 29,-1 5 1,1 1-195,2 1 0,-3 4 85,-2-2 0,-2 0-389,1 0 1,-5-3 169,-2 3 1,-2-4-583,-2 0 0,-5-1 31,-6-1 0,0-3-214,-5-2 0,4-3 888,-1-3 0,2-10 0,0-3 0</inkml:trace>
  <inkml:trace contextRef="#ctx0" brushRef="#br0" timeOffset="4067">2598 282 7669,'4'-10'373,"-2"-1"1,-1 3 502,-1-1 1,-2 2-389,-1 1 0,-2 0 57,1 2 1,1-1-169,-2 3 0,1 0-264,-2 2 0,-1 3 43,-2 1 0,1 4-236,-3 3 0,4 1-157,-2 1 1,2 1-158,0 1 1,3-1-278,0 3 0,3-1 341,-2 1 0,3-1-270,0-3 0,3-1 156,1-1 0,4 0 5,0-2 0,4-4 119,-2-3 1,2-1 30,1-1 0,-2-1 289,0-1 0,-4-2 0,2-4 0,-2 0 0,0-3 0,-2 0 0,0-2 0,0-1 251,-3-1 0,0-3-177,-2 3 1,-2 0 354,0 0 1,-3 1-153,3-1 0,-2 4 1430,2 0-546,-3 3-254,4-1-823,-2 6 1,3 3 6,0 4 0,2 4-159,0 3 0,3 1 109,0 1 1,0 2-616,2 0 1,1 2 304,1-2 1,-1 3-307,-1-1 1,0-1-98,2-1 0,-2-3 672,1-1 0,5-2 0,1-2 0</inkml:trace>
  <inkml:trace contextRef="#ctx0" brushRef="#br0" timeOffset="4392">2752 237 7669,'-3'-12'0,"1"2"1532,-3 1-562,0 2-581,4 3 1,-2 2-136,3 4 0,0 2-39,0 2 0,3 4-195,1 0 1,2 2 62,0 1 0,1 2-315,-1 0 0,0 1 219,1-1 0,-1 0-477,1 3 0,-1-2 219,1-1 1,-1-2-113,0 2 1,-2-2 97,-2-2 1,-1-2-208,-1-2 1202,0-1 1,-3-2-423,-1-2 1,-2-5 569,0-4 0,0-2-370,2-4 1,-1 0-69,2-2 0,-1-1-60,2-1 0,0-1-755,2 0 0,3 2 49,1-1 1,5 1-176,1-2 0,3 1-1400,2 2 1,1 0 1920,4 5 0,27 20 0,8 9 0</inkml:trace>
  <inkml:trace contextRef="#ctx0" brushRef="#br0" timeOffset="4853">3079 257 7683,'-6'-10'0,"1"-2"660,-1 4 0,1-3-202,-4 2 0,0 2 84,0 2 1,-2 2-207,0 3 1,1 0-179,-1 0 0,4 5-97,-2 2 0,3 4 101,1-1 1,0 5-266,3-1 1,0 4 138,2-3 0,0 2-545,0-2 1,1 2 267,1 1 1,1-3-467,4 0 1,1-3 94,1-2 1,2-2-27,0 1 0,0-5 512,0-2 0,1-1-41,-4-1 0,1-3 77,-3-1 1,1-3-18,-1-1 0,-2-2 142,-2-3 0,0 0-101,1 0 1,-1-2 590,-2 0 0,0 0 38,0 3 1,0-3 196,0 0 0,0 0 48,0 2 1,-1 1-311,-1 1 1,1 2 259,-1 2-294,1 1-426,1 2 0,0 5 67,0 5 0,3 4-74,1 3 1,2 0-176,1 2 1,1-1-261,1 3 0,1 0-802,-1 0 1,0 1 572,0-3 1,-2 2-1194,1-2 1826,2-3 0,3-3 0,4-2 0</inkml:trace>
  <inkml:trace contextRef="#ctx0" brushRef="#br0" timeOffset="5492">3220 250 7683,'-6'-9'699,"2"2"172,-1-2 1,4 2-106,-1 1-252,1 2 370,1 1-541,0 9 0,3-1-109,1 6 0,2-1-39,0 3 0,2 0-269,0 0 0,0 0-75,3 0 0,-3 1-175,0 1 0,-1 0-295,0-2 1,-1-2 317,0 0 1,-1-1-323,-1 0 349,-3 0 1,2-6 375,-3 0-121,0-2 0,-2 0 5,0-4 0,-1-2-108,1-2 1,1-3 52,-1 0 1,1 0 126,1 1 0,0 0-106,0-3 1,0 1 146,0-1 1,1-1-98,1 2 0,0-1 369,2-2 0,-2 2-168,2-1 0,-2-1 153,0 2 0,2 1-58,0-1 0,-1 4 59,2 1 1,-3 0-337,2 4 1,0 0 131,3 2 1,-1 3-260,1 4 1,-1 0 91,0 4 1,2-1-175,0 3 1,-3 0 57,1 0 0,-1 0-80,2 0 1,-1-1-32,1 1 1,-3-1 129,0-1 1,-2 0-64,0-2 0,-1 2-83,-1-3 379,0 1-208,0-6-263,0 0 245,-3-3 0,2-3-165,-1-1 0,0-2 158,0 0 0,2-1 61,-3 1 0,3-1 33,0-2 0,0 2 161,0-4 0,0 3 338,3-1 0,-3-1-250,2 0 1,1 0 346,-1-1 1,3 0-212,0-1 1,0-1-47,2 3 0,0-1-67,1 5 1,0-1-181,0 4 1,0 1 46,1 2 0,-2 2-85,1 2 1,-1 1-175,0 6 1,-1-1 113,1 3 0,-1 0-611,0 0 1,-1 0-152,-1 0 1,-3-1-484,2 1 0,-3 0 230,0 0 0,0-1 1038,0-1 0,6 1 0,1-2 0</inkml:trace>
  <inkml:trace contextRef="#ctx0" brushRef="#br0" timeOffset="5926">3682 276 7698,'0'-4'924,"0"1"0,1 3-669,1 0 0,0 1-184,2 1 0,0 0 33,3 2 1,-1-2-53,0 2 1,3-2-250,-1 0 0,1-1 197,-3-1 0,1 0-156,-1 0 1,-1-1 32,-1-1 1,-2-2 116,2-2 1,-2-1-23,0 1 0,-2-3 259,-2 1 1,-2-3 48,-2 3 0,-1-3 29,-2 2 0,2 1-122,-2 1 1,1 4-49,0 1 0,1 1 360,-2 1-345,2 0 0,1 4 9,2 2 1,-1 1-10,3 4 0,0 2-197,2 2 0,1 0-102,1 0 1,1 0-117,4 2 1,2-1-229,2 1 1,1 0 254,3-3 0,3-2-875,3 1 1,-1-5 472,1-2 1,-3 0 10,-1-4 1,-3-3 624,1-3 0,-4-3 0,-2-1 0,-2-1 0,-1-2 0,-2-21 0,-1-3 0</inkml:trace>
  <inkml:trace contextRef="#ctx0" brushRef="#br0" timeOffset="6132">3888 103 7698,'-3'-20'328,"0"0"156,-1 1 1,-1 1-45,2 8 1,1 3 840,2 2-945,0 4 1,0-1-141,0 4 1,0 2 665,0 5 1,1 1-378,1 5 1,2 2-235,2 2 1,1 3-78,2 2 1,1 3-120,3 0 1,-3 1-540,1-2 0,-1-1 392,1-2 1,0 4-1555,-2-4 1,-2 1 769,-2-5 0,0-3-1774,-3-3 1649,3-1 1001,-4-7 0,1 0 0</inkml:trace>
  <inkml:trace contextRef="#ctx0" brushRef="#br0" timeOffset="6827">3888 212 7711,'-4'-3'2328,"1"2"-2331,3-2 0,4 4 33,2 1 0,3 2 80,4 2 1,3 1-1,1 2 1,2-2-164,0 1 1,0 0-77,0-2 1,0 0 138,1 1 1,-4-1-263,-1-2 1,-4-1 33,-3-3 1,-1-1-5,0-1 1,-1-2 38,-2-2 0,-1-1 0,-3 1 0,0-3 138,0 1 1,0-3 214,0 0 1,-3 2-21,-1 0 0,-3 0-117,-1 0 1,0 1 295,0 1 0,1 4-113,0 1 0,1 1-11,0 1 0,0 1-42,2 1 0,1 1-79,3 4 1,0 2 54,0 2 1,0 1-292,0 1 1,0 2-104,3-1 1,-2 2-129,3-1 0,1-1 64,1 1 0,1-3 103,2-1 1,1 1-386,2-4 1,1 1 184,0-3 1,1-2 415,1-2 0,-2-2-68,2 0 1,-1-2-39,-2-3 0,-1-1 345,0-3 1,-3 2-193,0-1 0,-1-2 142,0 2 0,-2-1-78,0 0 1,0 1 361,-3-2 1,0 1-155,-2-2 0,2 3 250,0-3 0,0 1-169,-2-1 1,0 2-19,0 3 0,0-1 63,0 1-227,3 2-75,-2 1 0,2 4-85,-3 1 1,2 2-163,0 2 0,1 3 77,-1-1 0,-1 4-381,1-2 0,-1 3 180,2-1 0,-2 1-159,3 0 1,-2 2-35,3 0 0,-3 0 134,2-2 1,0 0 145,0-1 1,2-2-38,-2-1 1,-1-2 558,-1 0-332,-1-4 1,-1-1 633,0-4 1,0-2-129,0-5 1,-3 1 114,-2-2 1,0-2 77,1-3 1,-1 2-320,3-2 1,0 1-510,2 2 0,0-1 140,0 0 1,4 0-451,2 0 1,4 3 309,5 2 1,-1-1-1639,3 3 0,0-1 164,0 4 1554,-2-2 0,15 19 0,5 1 0</inkml:trace>
  <inkml:trace contextRef="#ctx0" brushRef="#br0" timeOffset="7277">4644 231 7716,'-6'-9'0,"0"2"678,2-2 1,-2 5-217,2 2 1,-2-1-148,0 1-211,0-1 0,-1 3-111,1 0 0,0 1-52,2 1 106,-2 2 0,5 2 52,-4 1 1,4-1-1,-1 1 0,1-3-243,1 0 1,0 0 64,0 3 1,0-3-15,0 0 0,2 1-8,0 1 0,3-2-168,-3 1 0,3-1-52,-1 2 0,2 1 95,0-1 1,1 1-27,2-1 1,-1 0 63,2 1 1,-1-1 177,2 1 1,-1 1-114,0 1 0,2-1 200,-4-1 1,1 1 9,-3 1 0,0 0-18,-2 0 1,1-2 292,-3 1 0,0-3-156,-4 0 1,-4-4-18,-3 1 1,-4 1-97,0-1 0,-3 0-381,1-2 0,-3-1 181,3-1 1,-2 0-767,2-3 0,3 0 873,1 0 0,23-6 0,4-3 0</inkml:trace>
  <inkml:trace contextRef="#ctx0" brushRef="#br0" timeOffset="7501">4882 404 7716,'4'-3'1294,"0"0"0,-2 2-1472,3-1 193,-4 1-1831,5-2 1816,-5 0 0,-1 0 0,-4-4 0</inkml:trace>
  <inkml:trace contextRef="#ctx0" brushRef="#br0" timeOffset="7705">4888 269 7716,'-4'-6'0,"0"0"0,2-1 541,-1 4-541,3 0 0,0 8 0,0 3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16.218"/>
    </inkml:context>
    <inkml:brush xml:id="br0">
      <inkml:brushProperty name="width" value="0.08571" units="cm"/>
      <inkml:brushProperty name="height" value="0.08571" units="cm"/>
      <inkml:brushProperty name="color" value="#E71224"/>
    </inkml:brush>
  </inkml:definitions>
  <inkml:trace contextRef="#ctx0" brushRef="#br0">14 295 7884,'-4'-2'929,"1"1"-503,0-5-239,3 3 0,-3-2 26,3 1 1,0 2-86,0-2 1,0 1 272,0-1-188,3 0 1,0-3-367,1 1 1,1 2 117,0-1 1,0 3-162,2-2 1,-3 2 116,0-2 1,1 2-115,1 0 1,1 1 58,-1 1 0,0 0-23,1 0 1,-1 3-59,1 2 0,-2 1-158,0 2 0,0 0 79,-3 3 0,0 0 102,-2 2 1,0-1 4,0 1 1,0 0 14,0 0 1,0 2-35,0 0 0,-3 0 206,-1 0 0,-1 0 0,0 2 0,0-3 0,0 1 0,3-4 0,0-3 0,1-1 77,1 0-92,0-4 0,3 0 56,1-3 1,4-1-45,3-1 0,-1-3-121,1-4 0,0-2 128,1 0 0,1 1-57,0-1 1,-3 1 52,-1 0 0,0-2 0,-1 4 0,0-3 0,-4 2 0,2 1 0,-2 2 0,0 0 0,0 2 0,-2-1 0,3 2 0,-4 1 0,5 17 0,-3 2 0</inkml:trace>
  <inkml:trace contextRef="#ctx0" brushRef="#br0" timeOffset="181">264 481 7741,'6'0'-73,"1"0"187,-1 0 0,3 0 533,-1-2 1,3-3 33,-3-3 0,3-2 223,-2-3 0,-1-3-371,-1-1 1,-1-1-179,0-2 1,-1 0-246,-1-1 1,-3 1 51,2-1 0,-3 1 39,0 3 0,0 2-350,0 5 1,0-2-3996,0 4 4144,0 2 0,12 17 0,2 7 0</inkml:trace>
  <inkml:trace contextRef="#ctx0" brushRef="#br0" timeOffset="998">238 379 7741,'0'-5'428,"0"1"-179,-3 3 0,3-3 626,-3 2-175,3 1 859,0-1-1537,3 4 1,-2 2 83,3 2 0,0 1-444,0-1 1,2 3-160,-2-1 1,0 1-402,0-3 1,-2 1 362,2-1 535,-2 0 0,3 9 0,-1 3 0</inkml:trace>
  <inkml:trace contextRef="#ctx0" brushRef="#br0" timeOffset="1640">514 443 7727,'0'-4'2944,"0"1"-2157,0 3-645,-3 0 1,2 3 22,-1 2 1,1-1-179,-1 2 1,1-1 90,-1 4 0,1-2-6,1-1 1,0 3-85,0-1 1,2 1-227,0-3 1,3 3-124,-3 0 0,2-3-954,-2-2 403,3 1 0,-1 0 394,2-1 1,1-1 517,-1-3 0,20-28 0,6-8 0</inkml:trace>
  <inkml:trace contextRef="#ctx0" brushRef="#br0" timeOffset="1815">585 308 7741,'-7'-2'0,"1"0"1171,-1-3-360,1 4-570,2-2 1,4 3-242,5 0 0,20 9 0,7 2 0</inkml:trace>
  <inkml:trace contextRef="#ctx0" brushRef="#br0" timeOffset="2082">1033 469 7897,'0'-7'-277,"0"3"-387,0 0 152,0 2 211,0-4 301,0 6 0,9-9 0,2 2 0</inkml:trace>
  <inkml:trace contextRef="#ctx0" brushRef="#br0" timeOffset="2239">1066 334 7741,'0'-4'1057,"0"-1"-2121,0 1 692,0-2 372,0-1 0,11 6 0,3 2 0</inkml:trace>
  <inkml:trace contextRef="#ctx0" brushRef="#br0" timeOffset="3049">1399 283 7688,'-2'-5'621,"0"1"286,0 3 195,2-2-993,0 8 0,0 0 84,0 6 0,0 0-138,0 2 1,0 0 24,0 2 1,-2-1-29,-1 3 1,1-2-162,-1 3 0,2-4 73,-3 1 1,2-2-221,-3 0 0,2-3-53,-2-1-182,3-2 119,-1-4 119,2 0 0,-2-6 16,3-1 1,0-2 83,0 0 0,2 0 156,0-1 1,3 0-127,-3-2 1,3 2 167,-1-4 0,2 1-83,0-1 1,1-1 61,-1 1 0,1 1-53,-1 0 1,3-1 57,2-2 0,1 1-3,1 1 0,3 0 80,1 3 1,0 0 8,1 3 1,-3 3-75,-2 2 1,-3 1 68,-1 3 0,-3 1-43,-2 6 0,-1 0 123,-3 1 0,-2 3-57,0 0 0,-3 2-177,1-2 1,-2 1 29,-1-1 0,3-2-157,0 0 1,2 0-542,-3-3 526,4 0 0,-1-2-1012,4-4 1198,4-1 0,24-20 0,8-4 0</inkml:trace>
  <inkml:trace contextRef="#ctx0" brushRef="#br0" timeOffset="3452">1707 366 8875,'4'0'701,"1"0"0,-3 0-295,2 0-211,0 0 1,5 0-218,-1 0 1,2 0 91,-2 0 0,0-1-404,3-1 0,-3-1 46,3-1 0,0-2-155,1-1 0,-2 1 36,-1-3 0,-2 1 147,0 0 0,-1 0 125,0-3 0,-2 1-47,-2 0 0,-1-2-28,-1 4 1,-1-1 192,-1 3 0,0-1 742,-5 1 1,2 2-290,-3 2 0,-1 1 39,0 1 1,-2 5 22,3 2 1,-4 1-144,2 1 1,-2 1-1,-1 3 1,2 2-127,0 0 1,3 2-135,0-2 1,1 2 58,0-2 0,4 3-422,1-1 1,1-1-63,1 1 1,3-3-320,1 1 1,5-4 178,1-2 1,2-4-317,1-1 0,2-3 20,0 1 0,1-4 424,-1-2 0,-1-4 342,3 0 0,0-6 0,0 1 0,13-29 0,0-7 0</inkml:trace>
  <inkml:trace contextRef="#ctx0" brushRef="#br0" timeOffset="3852">1989 263 7688,'0'-6'1175,"0"-1"-339,0 1-154,0 0 55,0 2-460,0 4 1,0 6 52,0 2 1,0 2-91,0-2 1,-2 2-126,0 3 1,-1 0 44,1 0 1,1 2-95,-1 0 0,1 0-16,-1-3 0,1 3-162,-1 0 0,1 0-492,1-5 0,3 2 337,1-1 1,2-2-347,0 0 0,1-4 246,2-1 0,-1-2-199,2 0 1,1-2 176,2-2 0,0-4 50,0-3 0,-1-2 68,1 0 1,-2-1 42,0-1 1,-4-2 215,2 0 1,-2 0 35,0 0 1,-3 1 598,0-1 0,-2 2-390,0 0 1,-2 0 586,0 0 1,0 3 39,0 2 118,0 3-685,0 2 1,0 4-207,0 1 0,0 3-68,0 3 1,0 2 75,0 3 0,0 0-236,-2 0 0,1-1 87,-1 1 0,0 0-370,0 0 0,1 0 173,-1 2 0,2-1-544,0 1 0,0-4 157,0 0 0,0-1-563,0 1 1201,0-5 0,17-9 0,4-4 0</inkml:trace>
  <inkml:trace contextRef="#ctx0" brushRef="#br0" timeOffset="4201">2271 289 7688,'0'-9'643,"0"1"0,0 1 177,0 3-348,0 3 8,0-2-150,3 6 0,-2 2-66,1 4 0,1 0-69,-1 0 1,0 1-239,-2 3 0,1-3 120,1 1 0,-1 2-305,1 2 1,-1 0-122,-1-2 1,-1-1-148,-1 1 0,1 0 297,-1 0 1,-1-3-24,1-2 0,-2 0 375,2-2-334,-1 0 669,1-2 0,1-4-262,-1-4 1,1-3 366,1-1 0,2-2-73,0-3 1,3-3 85,0-1 0,2-1-388,2 1 1,0-1-310,0 1 1,1-4-651,3 0 1,2 0 478,-1 4 1,1 1-425,-2 3 1,-1 4 314,-1 3 1,1 2-1163,-1 4 0,0 1 1533,0 1 0,24 30 0,3 10 0</inkml:trace>
  <inkml:trace contextRef="#ctx0" brushRef="#br0" timeOffset="4543">2611 321 7690,'0'-4'189,"0"-1"1,0 1 803,0-2-36,0-1-464,0 1 0,0 0-228,-2-1 0,0 4-69,-2 0 0,2 3 94,-3 0 0,0 0-82,-3 0 0,0 3-121,-3 1 0,1 2-17,-3 3 0,0 1-116,0 5 1,1-1-29,1 1 0,2 1-282,3 1 0,-1 0-284,1 0 1,2-3 311,2 1 0,5-2 36,3-2 1,4-3 30,5-3 1,2-3 188,2-2 1,0-3 90,-2-4 1,0-2 197,-2-4 1,0 0 2,-5-2 1,-1 1-86,-5-1 0,1 0-945,-3 0 1,0 0 411,-2 5 1,0-2 397,-2 4 0,-5-1 0,-3 3 0</inkml:trace>
  <inkml:trace contextRef="#ctx0" brushRef="#br0" timeOffset="5089">2714 308 7703,'-4'-10'0,"-1"-1"0,4 3 1805,-1-1-732,1 5-377,1-2 0,3 6-281,1 0 0,0 1-31,0 3 0,0 3-157,0 1 1,1 4-156,-3-2 1,1 5-33,-1 0 0,-1 0 112,1 0 1,-1 0-409,-1 2 1,0-3 172,0 1 0,0-1-496,0 1 1,0-2 256,0 0 0,-2-2-48,-1-3 0,-1-3-119,2 1 342,0-3 1,0-1-120,0-4 1,-1-2 89,3-2 0,0-2 276,0 0 1,3-2-74,-1-3 1,2-2 340,-2 0 0,3 0-159,-1 0 0,2 0 141,0-2 0,2 2-137,0-2 1,0 4-88,3 0 1,-1 1-42,3 3 1,-2 1 41,0 4 0,-1 1-83,0 3 1,2 1 57,-4 1 0,1 2-199,0 2 1,-4 3 68,1 2 1,-1 1-279,-1 1 0,1 0-103,-3 2 0,1-1-262,-1 1 1,-1-2-451,1 0 1,-1 0 516,-1 0 1,0-1-79,0-1 682,0-2 0,8-8 0,3-2 0</inkml:trace>
  <inkml:trace contextRef="#ctx0" brushRef="#br0" timeOffset="5776">3099 315 7703,'0'-7'819,"2"-1"-480,0-1 1,0 1 241,-2 1 0,0 1-168,0-1 0,0 3 569,0 0-632,0 2 0,-3 0-89,-1 4 1,-2 3-141,0 3 0,-3 0-114,1 3 0,-1-1-234,0 3 1,2 1 218,-2 1 0,2-2-448,1 2 1,-1-1 248,1 1 1,2-1-190,-1 1 1,4-2 113,-1 0 0,1-3-455,1-1 0,1-1 230,1-1 0,2-2 106,5-5 0,-1 0 232,2 0 0,-1-3 3,2-1 1,-3-3 145,3-1 0,-3 0-96,3-3 1,-2 0 396,1-1 0,-2-1-204,1 0 0,-2 0-30,-1 0 0,-1 1 327,-1-1 1,-2 0 559,2 0 0,-2 0-55,0 0-215,-1 3-931,-1 1 1,0 6 227,0 3 1,0 3-130,0 4 0,-3 2 85,1 1 1,-2 3 18,2-1 0,-1 1-84,1 0 1,1 0 40,-1 0 0,-1-3-10,1 1 1,0-1 70,2 1 1,0 0-144,0-2 1,2-1 99,0-1 1,4-1 120,0 1 1,1-4-100,4-1 1,-2-1 158,1-1 1,1-3-24,2-1 1,0-2 74,0 0 0,0-4-238,2 0 0,-2-3 66,0-2 0,0 1-58,-3-3 1,0 1 57,1-3 0,-3 1-63,0-4 1,-1 2 49,0-2 1,-1 0 148,-2-4 1,1 0 60,-3 1 1,0-1 125,-2 0 0,0 1 498,0-1 0,0 6-346,0 3 1,-1 6 199,-1 5 1,1 2-249,-3 4 0,-1 6 30,-1 3 1,-1 3-94,1 3 1,0 3 109,2 4 0,-2 1-95,2-2 0,0 4-126,0-2 1,3 4-196,-1-2 1,-1 2 110,1-3 1,0 1-524,2 0 1,0 1 277,0 0 0,0-3-1428,0-2 0,2-4 682,3-2 0,0 0-986,2-2 0,-1-5 1836,1-6 0,10-24 0,4-6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23.163"/>
    </inkml:context>
    <inkml:brush xml:id="br0">
      <inkml:brushProperty name="width" value="0.08571" units="cm"/>
      <inkml:brushProperty name="height" value="0.08571" units="cm"/>
      <inkml:brushProperty name="color" value="#E71224"/>
    </inkml:brush>
  </inkml:definitions>
  <inkml:trace contextRef="#ctx0" brushRef="#br0">13 254 7712,'0'-6'627,"0"2"-105,0-1-424,0 4 223,0-2-67,0 9 1,0-1-57,-2 6 0,1-1-94,-1 3 1,0 2-52,0 0 1,1 3 92,-1-1 0,2-1-320,0 1 1,0-2 71,0 2 0,0-2-201,0 0 0,0-3 160,0-1 1,2-4 74,3-2 0,3-4 15,0 1 0,3-5-158,-3-3 1,4-1-8,-2-4 1,0 1 102,1-1 0,-3-1 14,0 2 1,0-3 13,-2 1 0,-2 0 245,1 1 1,-4-1-91,1 1 0,1 1 129,-1-1 0,0 1-65,-2 0 1,0 0 182,0 4-133,3 0-280,-2 2 91,2 1 1,-1 6 65,0 1 0,0 4-225,-2 1 0,0 2 34,0 0 1,0 1-141,0 1 0,0 0 26,0-1 1,0 1-66,0 0 0,1 0 171,1 0 1,-1-3 116,4 1 0,-1-3 69,2 0 0,1-1-112,2-3 0,-2 1 608,2-3 0,0 0-281,0-4 0,2-4 649,0-3 1,-1-3-366,0-1 0,1 0 171,2-4 1,-1 0-384,-1-3 0,-2 1-183,-3 0 0,-1 0-260,-1-1 0,-2 2 142,2 1 0,-2-1-1240,0 3 1,-1 2 70,-1 2 1137,2 4 0,-1 14 0,2 8 0</inkml:trace>
  <inkml:trace contextRef="#ctx0" brushRef="#br0" timeOffset="648">398 370 7724,'6'1'-99,"-2"1"418,2-2 1,-3 3-73,4-3 1,-1 0 23,1 0 0,-1 0-98,1 0 1,0 0-75,1 0 0,-1-2-150,2 0 1,-2-3 105,-1 1 0,2-2-152,0 0 1,-3-1 53,2 1 0,-3-1-46,0-2 0,1 1 77,-3-2 0,0-1 91,-2-2 1,0 2-76,-2 1 0,-2 2 66,-2-1 0,-2 3-71,0 2 0,0 1 12,-3 3 1,1 3 78,-3 1 1,3 2-1,1 3 1,0 0 144,0 2 0,1 3-110,1-1 1,3 2-121,0 0 1,3 0 73,-2 3 1,3 0-255,3-1 0,1-1 88,4-1 0,3-2-272,4-3 1,-1 0 41,3-4 0,0 0-82,0-2 1,1-2 66,-3-4 1,2-2 103,-2-2 0,0-1 272,-2-2 0,-1 0-89,-2-2 1,2-1 51,-1 2 0,-2-2-56,0 1 1,0-1 152,0 2 1,-1-5 268,-1 0 0,-3 3-178,0 1 0,-2 0 295,3-2 1,-4 3-208,1 2 0,1 1 346,-1 0-115,0 4-48,1 0-354,-2 3 0,3 4 124,-2 2 0,-1 0-163,3 3 1,-2 0 84,0 0 1,1 1-104,-1-1 1,2 2 42,-2-3 1,1 3-356,-1-3 0,0 3 178,2-2 0,-2 1-925,2-1 1,0-1-557,0-1-19,2-1 1579,-2 1 0,16-18 0,4-4 0</inkml:trace>
  <inkml:trace contextRef="#ctx0" brushRef="#br0" timeOffset="810">751 56 7724,'-6'-16'-143,"0"5"-163,2 0-730,-2 4 1036,5 3 0,-2 4 0,3 24 0,0 7 0</inkml:trace>
  <inkml:trace contextRef="#ctx0" brushRef="#br0" timeOffset="1329">1014 312 7724,'-2'-8'403,"0"-1"1,-3 0 35,0 3 0,2 0-42,-1-1 1,-1 1-77,-1 2 1,-1 1-123,-2 3 0,-1 0-358,-3 0 0,1 0 6,-1 0 0,0 3-107,0 1 1,0 4-49,0 1 0,1-1 145,2-1 0,0 1-41,1 1 0,4 0 1,-1-3 0,1 0-129,1 1 199,1-1 0,3-2-11,0 1 0,3-4 92,1 1 1,4-1 134,1-1 1,2 0-69,-3 0 1,4 0-83,-2 0 0,0 0 206,1 0 0,-3 0-62,3 0 1,-2 0 42,1 0 0,-1 0-59,2 0 0,-3 0 139,3 0 1,-1 3-105,1 1 0,1 0-40,-2 0 0,5 2-105,0 3 1,0 2 110,0-3 1,-2 4-82,0-2 1,-1 2 56,-4 1 1,-2 2 197,-4 0 1,-2 2-76,-2-2 0,-5-1 94,-6-3 1,-2 1-142,-5-4 1,1 0-208,0-4 1,-1 0-866,-1-2 0,3-1 514,-2 1 1,5-4 443,1-3 0,11-23 0,5-7 0</inkml:trace>
  <inkml:trace contextRef="#ctx0" brushRef="#br0" timeOffset="2024">1142 120 7724,'0'-7'0,"0"1"1936,0-1-787,0 1-607,0 2 0,0 3-149,0 5 0,1 2 217,1 7 1,2-1-216,2 5 0,1 1-74,2 3 0,-1 2-536,2 3 1,-2-1 200,1 1 0,0 0 183,0-1 0,-3-1 42,-2-1 1,0-5-2016,0-1 0,-1-5-248,-3-4 1257,0-3 331,0-3 240,0-7 0,2 0 139,0-3 0,3-2-76,-1-1 0,2 1 166,1 0 0,-1-1-13,0-2 0,1 0 330,-1 0 0,1 1-188,-1-1 1,0-2 560,1 0 1,-1 0-192,1 2 1,-3 0 61,0 0 1,-2 3 192,3 2-234,-4 3-540,2 3 0,-3 3 70,0 3 1,1 3-34,1 6 0,-1 1 124,1 1 0,-1 1-513,1 3 0,-1-1 24,1-1 1,2-3-89,0 1 1,2 1 80,0-1 0,0-3 112,1-4 1,1 1-46,1-3 0,3 1 54,1-5 1,0 1 234,2-3 0,1-3-105,1-2 1,1-3 163,-1-3 1,-1-1-73,-3-1 1,-3 0-128,1 1 0,-4-3 70,0 0 0,-2-2 13,-3 2 0,1-3 148,-3 1 0,0-2-106,0 0 0,0 0 206,0-1 0,0 2-85,0 1 1,-3-2 321,1 2 0,0 1 20,2 1 1,-2 4 156,0 0 1,-1 6 295,1-2-566,1 5 0,-2 0-257,3 4 1,0 2 72,0 5 0,0 2 231,0 4 0,1 1-118,1 3 1,2 3-385,2 2 0,-2-1-122,1 3 0,-3-2-331,2 4 1,0-2-240,0-3 0,2 0 385,-2-2 0,2-3-377,0 1 1,0-4 294,1-2 1,-1-4-581,1-5 0,1-1 1083,1-3 0,5-23 0,0-5 0</inkml:trace>
  <inkml:trace contextRef="#ctx0" brushRef="#br0" timeOffset="2216">1540 216 7732,'-6'-6'3057,"-1"2"-2225,1-2 1,3 5-767,3-4 0,3 4 4,6-1 1,2 2-44,4 2 1,2-1 34,4 1 0,0-1-861,2 1 1,1 0 44,1 2 0,3-2-240,0 0 0,-2-2-278,-3 0 1272,-2 0 0,18 0 0,2 0 0</inkml:trace>
  <inkml:trace contextRef="#ctx0" brushRef="#br0" timeOffset="2492">1931 197 7732,'-4'-4'-45,"0"2"1,2 1 1161,-3 1-649,1 0 0,-2 0 330,-1 0 220,1 0-632,-1 3 0,2 1-374,0 2 0,0 0 75,3 1 0,0-1-78,2 1 0,0-1 61,0 1 0,3-1 20,1 0 1,2 1-102,0-1 0,3 3-96,-1-1 1,4 1 1,-1-3 1,-1 3 116,0-1 0,0 1-126,1-3 1,-2 1 97,-2-1 1,-3 1-940,0-1 676,-2 0 0,-2 0-141,-5-2 0,-4 0-75,-4-2 495,-3-1 0,-40-1 0,-9-4 0</inkml:trace>
  <inkml:trace contextRef="#ctx0" brushRef="#br0" timeOffset="3234">1168 139 7732,'4'0'91,"-2"0"0,-2-1 818,0-1-48,0 1-349,0-2 352,0 1-175,0 1-303,0-5 0,0 5 119,0-3 0,0 0 115,-2 0 1,0-2 163,-2 2 0,2-2-303,-3 0 1,3-2-163,-2 0 0,0 1-119,0-2 0,-2 0-665,2 0 1,1 1 279,-2 1-417,4 1 1,-3 0-504,2 2 0,1 0-2687,-1 2 3792,2 2 0,11 0 0,3 3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28.058"/>
    </inkml:context>
    <inkml:brush xml:id="br0">
      <inkml:brushProperty name="width" value="0.08571" units="cm"/>
      <inkml:brushProperty name="height" value="0.08571" units="cm"/>
      <inkml:brushProperty name="color" value="#E71224"/>
    </inkml:brush>
  </inkml:definitions>
  <inkml:trace contextRef="#ctx0" brushRef="#br0">1 27 7746,'0'-7'1381,"0"1"-979,0-1-57,0 4 1,0 0 136,2 3-54,-1 0 0,5 4-66,-2 2 1,0 3-162,0 4 0,-1 3 36,2 1 0,0 2 25,0 2 1,-2 2-221,2 3 0,-4 2 106,1-1 0,-1 1-389,-1-2 1,0 1 144,0-1 0,0-2-356,0-5 0,0-3 216,0-3 1,0-1-212,0-4 176,0-2 310,0-3 30,0-3-99,0-6 0,0 2 99,0-5 0,0 0-64,0 1 0,0-2 53,0 2 0,0 0-54,0-3 1,0 3 1,0-3 1,0 2-64,0-1 1,2 2-9,0-1 0,3 0 52,-1 1 0,2-1-10,0 3 0,4-1-394,0 1 0,3 0 155,-1 2 1,1 1 29,0 3 0,2 0 105,0 0 1,0 3 126,-2 1 0,-1 2-82,-1 3 1,-2-1 151,-3 3 0,0-2 131,-2 2 0,-1 1-61,-3-1 0,-1-1 3,-1 1 1,-2-3-35,-5 3 0,-1-3-270,-2 0 0,-2-1 150,-1 0 0,1-1-492,-3-2 0,2 1-38,-2-3 1,2 0-228,-2-2 0,5 0 768,1 0 0,29-20 0,8-5 0</inkml:trace>
  <inkml:trace contextRef="#ctx0" brushRef="#br0" timeOffset="281">648 373 9131,'0'-4'-770,"0"2"1,0 1-296,0-1 1065,0 1 0,0-16 0,0-1 0</inkml:trace>
  <inkml:trace contextRef="#ctx0" brushRef="#br0" timeOffset="451">655 238 7746,'-3'-6'1123,"2"2"-717,-1-1 1,1 3-2580,1-2 2173,0 2 0,12 0 0,2 2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30.626"/>
    </inkml:context>
    <inkml:brush xml:id="br0">
      <inkml:brushProperty name="width" value="0.08571" units="cm"/>
      <inkml:brushProperty name="height" value="0.08571" units="cm"/>
      <inkml:brushProperty name="color" value="#E71224"/>
    </inkml:brush>
  </inkml:definitions>
  <inkml:trace contextRef="#ctx0" brushRef="#br0">7 281 7727,'0'-3'578,"0"-3"-667,0 5 1,-1-2 32,-1 3 502,1 0 0,-1 3-86,2 1 1,0 3 0,0 1 1,0 2-100,0 3 0,2 0-41,0 0 1,0 3-174,-2 1 0,2 1 53,0 1 0,0-1-242,-2-1 0,0-1 148,0 1 1,0-2-201,0-4 0,0-2-27,0-3 71,0-2 69,0-1 1,0-5-139,0-2 1,0-1-26,0-6 1,0 1 134,0-3 1,0 0 132,0 0 0,0-2-60,0 0 1,0-2 64,0 2 0,2 0-90,1 3 1,2-3-108,-1 0 1,2 0 89,3 2 0,-1 1 43,2 1 0,1 2 166,2 2 0,2 4-120,0 1 0,1 2 259,-2 2 1,0 2-93,1 5 0,-4-1 134,0 5 0,-3-2-75,0 4 0,-3 2-140,0 0 1,-4-1-81,1 1 0,-1-2-193,-1 0 1,-2-2 18,0 0 1,-3-3-147,3-2 0,-2 0-670,2-2-1029,0-2 2001,2-2 0,17-30 0,4-8 0</inkml:trace>
  <inkml:trace contextRef="#ctx0" brushRef="#br0" timeOffset="416">353 332 7727,'4'5'107,"-2"-1"0,-1-2 265,-1 2 0,2-1-107,0 1 0,1-3 33,-1 1 1,-1 0-66,4 0 1,-3-1-34,2 1 1,-2-1-231,3-1 1,-1 0 103,2 0 1,1 0-58,-1 0 1,0-1 16,1-1 0,0-1-492,2-1 0,-2-2 235,1 2 1,-1-2-158,0-1 1,-3 1 126,0 0 1,-2-3 99,0 1 1,-1-1 217,-1 3 0,0-1-60,0 1 0,-3-3 47,-2 1 0,-1 1-40,-3 3 0,2 2 232,-4 0 1,2 2-47,-1 2 1,2 2 100,-1 2 0,0 2-55,1 0 0,-1 0 113,3 3 1,1-1-117,1 3 0,2 1-114,-2 1 0,2-1-74,0 3 1,2-3-215,2 1 1,2-1-2,2-1 1,3-3 85,-1 1 1,3-4-574,-3 0 0,4-3-83,-1-2 0,1-1-254,1 1 0,-1-2 986,1-2 0,14-19 0,4-7 0</inkml:trace>
  <inkml:trace contextRef="#ctx0" brushRef="#br0" timeOffset="851">610 288 7727,'0'-4'1425,"0"1"-797,0 3-330,-3 0 0,2 1 85,-1 1 0,-1 0-135,1 5 1,0-2-25,2 3 0,0 1-255,0 0 1,0 2 91,0 0 1,0 1-150,0 1 0,3 0 72,1 0 0,0-1-106,0 1 1,0-2-107,3 0 0,-1-1-147,1 0 1,-1 0 141,0-4 0,1 0 90,-1-2 1,1-1-131,-1-3 1,0-1 105,1-1 1,0-2-242,2-5 0,-2 0 97,1-2 0,-3-3 208,-1 1 1,0-1-9,0 1 0,0-2 184,-2 0 0,-1 0 179,1 2 0,-1 1-202,-1 1 1,0-1-132,0 2 40,0 0 1105,0 1-735,0 6 0,0 0-34,0 6 1,0 0-123,0 4 0,0 2-31,0 1 0,0 3-82,0-1 0,0 1-138,0 0 1,0 0-95,0 0 0,2 0 77,0-1 0,2 1-522,-2 0 1,3-1 287,0-1 0,0-2-488,2-2 1,-1-2 816,0 0 0,21-23 0,4-7 0</inkml:trace>
  <inkml:trace contextRef="#ctx0" brushRef="#br0" timeOffset="1165">911 320 7727,'-4'-5'0,"0"1"0,2 2 1348,-3-2-887,4 2 1,-2 0-202,3 4 0,0 2-99,0 2 0,2 1-13,0-1 0,3 3-63,0 2 0,0 1 68,2 1 0,-1 0-339,1 0 0,-2 2 201,0 0 0,0-1-506,-3-1 0,0 0 246,-2 0 1,0-3-47,0-2 566,0 2 219,0-5 0,-1 0-159,-1-5 1,1-2-143,-4-3 0,4-3 219,-1-3 1,-1 1-55,1-1 1,0-1-324,2-3 1,0 0 77,2 2 0,2 0-634,2 0 0,3 1-211,-1 1 0,6 0-530,-1 2 0,2-1 225,0 4 0,0-3 1037,3 4 0,0 13 0,-1 6 0</inkml:trace>
  <inkml:trace contextRef="#ctx0" brushRef="#br0" timeOffset="1432">1187 377 7661,'-4'2'583,"0"1"0,1-1-258,-1 1 0,0-2 122,-3 3 1,1 1-292,0 1 0,-1 0 43,1 1 1,0 0-140,2 1 0,-1 0 101,3 3 1,0-3-249,2 0 1,0 1-8,2-3 0,2 2-25,2-3 1,3-3 226,0 0 0,2-1-78,0-1 1,0-3 152,0-4 0,0 0-65,-2-4 0,-1 1-614,-1-3 0,-3-2 271,0 0 1,-2 0-440,0 2 1,-2 0 116,-2 1 547,1-1 0,-16 6 0,-1 1 0</inkml:trace>
  <inkml:trace contextRef="#ctx0" brushRef="#br0" timeOffset="1909">1315 345 7727,'0'-3'2699,"0"0"-1473,0 3 1,3 5-886,-1 1 1,3 3-306,-1-1 1,2 0 89,0 3 0,0 0-342,1 1 0,-1 1 207,1-3 1,-3 2-483,0-1 1,-2-2 262,3 0 0,-4-2-39,1-1 0,-1-1-221,-1-1 9,0-3 388,0 2 0,-2-8 159,0-1 1,0-4-67,2 1 0,0 0 178,0 0 1,0 0-52,0-2 1,2-1 129,3 2 0,-2 0-75,2-1 1,0 1-141,3-1 1,-1 2 8,2 3 0,1 0 16,0 2 0,0 1-126,1 3 0,-1 0 75,1 0 1,0 1-158,-2 1 0,2 2 75,0 5 1,-2-2-532,0 4 0,-2 0 260,-1 2 0,0-1-646,-2-2 1,2 2 388,-2-4 1,2 3 591,0-2 0,12 2 0,3-1 0</inkml:trace>
  <inkml:trace contextRef="#ctx0" brushRef="#br0" timeOffset="2583">1726 358 7727,'0'-6'271,"0"-1"0,0 1 131,0-1 0,0 3 224,0 0 0,-3 2-204,-1 0 1,-2 2-113,0 0 0,-1 0-138,1 2 1,-3 2 39,1 2 0,-2 3-233,2 0 0,2 2 80,-1 0 1,1 0-404,1 0 0,2 1 89,-1-1 0,2 0-127,0 0 0,1-1-124,1-2 0,3-1 188,1 2 0,3-5-28,1-2 1,2-1 25,0-1 1,2 0 193,-1 0 0,-2-3-95,0-1 1,0-2 87,0 0 0,-1-1 46,-1 1 1,-1-3 169,1 1 1,-3-1 161,0 0 1,-2 1-172,3-3 0,-4 4 192,1-2-213,-1-1 0,-1 3 16,0-2-48,0 2-100,0 4 0,0 1 78,0 4 0,0 1-16,0 4 1,0-1 11,0 1 0,0 1-13,0 1 1,0 1 162,0-1 0,0 0-91,0 0 0,0-2 0,0 1 0,2-1-25,0 0 0,3-3 111,-1 0 1,2-1-85,0 1 0,2-3 21,0 1 0,0-2-11,3-2 1,-1-2 11,3-5 0,-2 2 0,0-4 0,-1 2 10,3-1 0,-2-2-61,-1-3 1,-2 2 34,1-2 1,-2-1-67,-1 1 1,0-3 59,-2 1 1,0-1-112,-2-2 0,-1-1 166,1 0 0,-1-6 184,-1 2 0,-1-2 152,-1 1 0,1 1-162,-1 1 1,1 3 885,1 4-336,0 4-457,0 7 1,0 4-102,-3 7 0,3 2 56,-2 6 0,-1 3 46,1 3 0,-1 4-80,3 5 1,0-2-88,0 2 0,3 1-1,2 1 1,-2-2-445,1-2 1,1-1 227,1-4 1,0 0-619,1-1 1,-3-5-364,0-2 0,-1-3-845,1-4 0,-2 0-985,2-2 2816,-2-1 0,3-28 0,-1-7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34.854"/>
    </inkml:context>
    <inkml:brush xml:id="br0">
      <inkml:brushProperty name="width" value="0.08571" units="cm"/>
      <inkml:brushProperty name="height" value="0.08571" units="cm"/>
      <inkml:brushProperty name="color" value="#E71224"/>
    </inkml:brush>
  </inkml:definitions>
  <inkml:trace contextRef="#ctx0" brushRef="#br0">19 39 7709,'-3'-7'452,"1"1"0,-1 2 209,1-1-414,-1 1 26,1 1 0,1-1 205,-1 2-220,1 1 325,1-2-149,0 12 0,1-1-48,1 7 0,1 2-189,4 2 1,0 3-18,2 4 0,-2-1 42,4 1 1,0 2-369,2 0 1,-1 2 171,-2-3 0,2 1-290,-4-5 0,2 1 87,-3-2 0,1-2-64,-4-3 0,-1-4-236,2-4 151,-4-2 41,2-3 193,-3-4 1,-1-4 19,-1-2 1,1-2 5,-1 0 1,2 0-121,0-3 1,-3 1 84,1 0 1,0-2-10,2 1 0,2-1-137,0 2 0,3-2 97,0 1 1,0 0-3,2 0 0,-1 2 5,1 2 1,1-1 135,1-1 0,1 3-69,-1 4 1,2 2 124,-3 0 0,4 0-3,-2 0 1,2 5 1,-2 1 1,0 5-51,-4-1 1,0 2-26,1 1 1,-4 0 58,0 0 0,-3 0-52,-3 0 0,-2-1 114,-4 1 1,-2-3-71,0-1 0,-2-2-118,-2-1 1,3-2-128,-1-2 1,1-1-294,3-1 0,0 0-92,0 0 0,5-3 610,0-1 0,11-22 0,3-5 0</inkml:trace>
  <inkml:trace contextRef="#ctx0" brushRef="#br0" timeOffset="214">436 251 7712,'1'6'277,"1"0"0,-1 1 444,4-1 1,-3 1-188,2 2 1,-2 0-177,3 2 0,-4 1-307,1-1 0,0 1 106,0 1 0,-2-3-220,3-2 1,-1-1-614,1 0-765,-1-1 1183,1-2 258,0-2 0,6-33 0,1-8 0</inkml:trace>
  <inkml:trace contextRef="#ctx0" brushRef="#br0" timeOffset="386">378 58 7712,'0'-6'-247,"0"2"1,18 16 0,3 5 0</inkml:trace>
  <inkml:trace contextRef="#ctx0" brushRef="#br0" timeOffset="800">699 257 7712,'-6'-6'0,"-3"-2"832,1 1 0,-1 0-314,3 5 0,-1 0-427,1 2 1,-1 0 41,1 0 0,0 3-239,-1 1 0,0 2 26,-1 3 1,3 0 24,-2 2 1,2 3-15,-1-1 1,1 2 87,1 0 0,3 1-292,-1 1 1,1-1 83,1-1 0,1-1-147,1 1 0,-1-5 118,3-1 0,1-3 23,4-1 1,-1-3 37,3-2 0,-4 0 12,2-2 1,0-5-23,0-4 1,1 1 24,-1 0 0,0-1 113,-3-2 1,-2 0-95,0 1 1,-1-2 355,1-1 1,-3 2-134,1-2 0,-1 2 436,-1 2 1,0-1-242,0 1 0,0 2 997,0 0-479,0 5-307,0 1-326,0 3-6,3 9 0,1-1-259,2 7 1,0-2 96,1 0 0,-3 2-529,0 0 0,1 2 260,1-2 1,0 1-732,1-1 1,-3-4-23,0 2 1010,1-2 0,4-9 0,1-4 0</inkml:trace>
  <inkml:trace contextRef="#ctx0" brushRef="#br0" timeOffset="1165">956 212 7712,'-3'-4'464,"0"-1"143,-1 1 1,-2-1-531,2 0 1,-2 0 5,0 3 1,-1 0 58,1 2 0,-3 1 80,1 1 1,-3-1 16,2 4 0,1-2-41,2 1 0,0 2-242,2-2 1,-1 4 81,2 1 0,1-1-532,2-1 0,1-1 80,1 1 1,2-1 222,2 0 0,1 1 97,2-1 1,1 1 11,3-1 0,2 3 171,2-1 1,0 1-99,0-3 1,-3 3 179,1-1 1,-1 1 136,-2-3 1,-2 3 138,-1-1 0,-3 1 192,-1-3 0,-2 1-256,-3-1 0,-3 0-109,-2 1 1,-3-1-65,-3-2 0,-3 1-775,-1-3 1,-1 0 415,1-2 0,1 0-518,-3 0 0,3 0 667,2 0 0,4-11 0,6-4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39.706"/>
    </inkml:context>
    <inkml:brush xml:id="br0">
      <inkml:brushProperty name="width" value="0.08571" units="cm"/>
      <inkml:brushProperty name="height" value="0.08571" units="cm"/>
      <inkml:brushProperty name="color" value="#E71224"/>
    </inkml:brush>
  </inkml:definitions>
  <inkml:trace contextRef="#ctx0" brushRef="#br0">0 124 7951,'4'0'248,"2"0"1,-3 0-29,4 0 0,-3 0-82,0 0 1,1 0-96,1 0 1,1 0-74,2 0 0,-1-2 92,3 0 1,-2-1-91,1 3 0,1-2 73,2 0 0,3-2-47,1 2 1,2-1 15,1 1 1,-1 0-94,1-2 0,0 2 18,2 0 1,0-1 74,2 1 1,-2 0-38,-2 2 1,0 0 31,1 0 1,0 0-17,0 0 0,-3 0 9,0 0 1,-1 0-4,3 0 0,-1-2 4,1 0 1,-1 0 3,0 2 0,2 0-6,0 0 0,0-3-2,0 1 1,0 0-59,1 2 1,-2 0 55,2 0 1,-2-2-51,-1 0 1,1 0 41,-1 2 0,2 0-22,0 0 0,-3 0 22,2 0 0,-1 0-2,2 0 1,0 0 57,3 0 1,-3-3 13,1 1 1,-2 0 67,-1 2 0,3 0-109,0 0 0,-1-1-19,-1-1 1,-1 1 33,1-1 0,-1 2-59,1 0 0,0 0 29,2 0 1,-2 0-5,1 0 1,2 0 35,-1 0 1,-1 0-33,-1 0 0,0 0 51,2 0 0,0 0-41,2 0 0,-1 0-19,-2 0 1,0-3 26,0 1 0,2 0-41,-2 2 0,1 0 26,-2 0 1,-1 0-4,1 0 1,-2 0 53,0 0 0,0 0-53,0 0 1,1 0 22,0 0 1,0 0-14,1 0 0,0-2-99,2 0 0,-2 0 98,2 2 0,0 0-53,0 0 1,-1 0 52,-1 0 0,-1 0-3,1 0 0,1-1 87,-2-1 1,2 1-105,-3-1 0,3 1 94,0 1 0,1 0-67,-3 0 1,3 0-8,0 0 0,0 0 26,0 0 1,1 0-66,3 0 0,-2-2 54,-1 0 0,-1 0 113,2 2 0,-3 0-102,1 0 1,-2 0 55,-1 0 0,1-1-7,-1-1 0,-1 1-39,-1-1 1,-2 1 17,2 1 1,1 0 19,1 0 0,1 0 15,-1 0 0,1 0-95,2 0 0,-1 0-194,3 0 0,-3 0-45,0 0 1,0 0 110,-2 0 1,1 0 32,-1 0 1,-2 0 44,1 0 0,-3 0-45,2 0 1,-2 0 24,3 0 0,-3 0 218,2 0 1,-2 0-54,3 0 0,-1 0 39,2 0 0,1-2-138,-1 0 1,2 0-1,0 2 1,0 0-21,3 0 0,-3 0 26,1 0 0,-2 0 33,-1 0 1,2 0-42,0 0 1,-1 0-1,2 0 1,-2 0 76,0 0 0,2 0 157,2 0 1,-1 0-261,1 0 1,-3 0 72,1 0 0,0-1-84,0-1 0,-1 1 71,-1-1 1,-4 1 54,0 1 1,-5 0-72,0 0 0,-5 0 392,0 0-95,-4 0-591,1 0-297,-9 0 0,2-2-1687,-5 0 2259,-1 0 0,-14 2 0,-7 0 0</inkml:trace>
  <inkml:trace contextRef="#ctx0" brushRef="#br0" timeOffset="1476">72 221 7967,'0'-6'592,"0"2"0,-1 1-9,-1 3-55,1-2-94,-2 1 10,3-2 0,3 3-221,1 0 1,2 0-165,1 0 1,1 0-28,1 0 1,3 0-59,1 0 1,1 0-14,3 0 0,1 0 98,4 0 0,-2 0-74,2 0 0,0-1 54,0-1 1,2 1-237,-3-1 1,1 1 58,-2 1 0,-1 0-27,1 0 1,1 0 21,1 0 0,0 0 98,0 0 0,-2 0 104,2 0 1,-2-2-104,-1 0 1,-1 0 88,-1 2 0,0 0-63,0 0 1,2 0 29,-2 0 0,1-1 31,0-1 1,0 1 36,0-1 1,3 1-117,0 1 1,2 0-146,-2-2 1,0 1-62,3-1 0,0 1 58,2 1 1,-1 0 168,-1 0 0,1-1-73,-1-1 0,-1 1-3,1-1 1,-3 1 65,1 1 0,-2 0 174,2 0 0,1 0-112,0 0 0,3-2-40,-3 0 1,3 0-65,0 2 0,0-2 46,3 0 1,-3-1 32,2 3 0,0 0-39,0 0 1,-2 0 29,0 0 1,0 0-26,-2 0 0,-1 0 119,1 0 0,-3 0-39,0 0 0,2 0-22,-2 0 0,4 0-61,-1-2 1,-1 1 41,1-1 0,-1 1-122,3 1 1,1 0 106,1 0 1,-4 0-16,0 0 1,-1 0-6,-1 0 0,-1 0 109,-1 0 0,-1 0-34,1 0 0,-3 0 16,1 0 0,0 0-49,3 0 1,-2 0 1,3 0 0,-4 0-117,4 0 0,1 0 117,1 0 1,1 0-93,-2 0 0,3 0 69,-2 0 1,1 0-14,1 0 1,-1 2 38,-1 0 0,-4 0 84,-3-2 0,1 1-76,4 1 0,-4-1-23,2 1 0,-4-1-17,1-1 0,0 0 30,3 0 1,-1 0-120,1 0 1,-1 0 90,1 0 1,-1 0-14,1 0 0,-2 1-8,0 1 0,0-1-20,-3 1 0,3-2 139,-1 0 0,-1 0-106,-1 0 1,0 0 45,0 0 0,1 0-31,1 0 0,2 0-179,-2 0 0,2 0 117,1 0 0,1 0-41,1 0 0,-1 3 87,-1-1 1,-1 0-29,1-2 1,1 2 186,-2 0 0,2 0-122,-6-2 1,3 1 69,-1 1 1,1-1-48,0 1 1,-2-1-22,-1-1 0,1 0 21,1 0 1,2 0-93,-1 0 0,-2 0 72,2 0 0,-2 0-4,1 0 0,2 2 120,-1 0 1,-3 0-91,1-2 0,-3 0 220,0 0 1,0 1-68,0 1 0,-2-1 45,0 1 1,-1-1-54,1-1 0,1 0-216,-1 0 1,-2 2 140,0 0 0,0 0-9,0-2 1,0 0-75,-3 0 0,1 0-136,-1 0 0,-1 0-177,-1 0 200,-3 0-1015,2 0-208,-3 3 1,0-2 1292,-3 1 0,-15-1 0,-6-1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42.339"/>
    </inkml:context>
    <inkml:brush xml:id="br0">
      <inkml:brushProperty name="width" value="0.08571" units="cm"/>
      <inkml:brushProperty name="height" value="0.08571" units="cm"/>
      <inkml:brushProperty name="color" value="#E71224"/>
    </inkml:brush>
  </inkml:definitions>
  <inkml:trace contextRef="#ctx0" brushRef="#br0">296 1 8419,'-3'3'887,"1"3"-483,-2-2 0,-3 5-105,-1 2 0,-4 2 25,1 2 1,-2-1-187,-2 4 0,-1-1-163,-4 3 1,3-2-431,2 0 0,2 0 331,0-3 0,0 0-182,0-2 1,3-1-29,4-1-1537,-1 1 901,6-4 970,-1-2 0,2-3 0</inkml:trace>
  <inkml:trace contextRef="#ctx0" brushRef="#br0" timeOffset="247">120 46 8054,'-4'-10'0,"1"1"560,1 2 1,0 1 319,-2 2 66,2-2-602,0 6 1,2 0 27,0 4 0,0 2-84,0 0 1,2 4 135,3 0 0,1 3-120,3 3 0,1-2-231,3 3 1,-1 0-352,-1 0 1,1 0 283,-1-2 0,2 1-988,0 1 1,-1 0 520,-1-2 1,-2-1-254,-2 1 1,-1-4-291,1-3 367,-4 0 637,0-5 0,-12-11 0,-1-7 0</inkml:trace>
  <inkml:trace contextRef="#ctx0" brushRef="#br0" timeOffset="489">23 150 8054,'-5'-4'1095,"1"-1"0,0 3 172,0-2-847,-2 3 0,6-2 78,0 3 0,4 0 159,5 0 1,1 0-278,6 0 1,3 0-120,5 3 0,1-3-835,1 2 1,3-1 442,1-1 1,2 0-3690,1 0 3820,-1 0 0,9-11 0,2-4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2:44.715"/>
    </inkml:context>
    <inkml:brush xml:id="br0">
      <inkml:brushProperty name="width" value="0.08571" units="cm"/>
      <inkml:brushProperty name="height" value="0.08571" units="cm"/>
      <inkml:brushProperty name="color" value="#E71224"/>
    </inkml:brush>
  </inkml:definitions>
  <inkml:trace contextRef="#ctx0" brushRef="#br0">124 207 8019,'0'-4'477,"0"1"0,0 4-284,0 1 1,-2 2 135,0 2 0,-3 6-129,1 1 0,-2 3-124,-1 0 1,1 4 18,-1-1 0,0 2-161,-2-1 0,2 1 63,-1 1 0,-2 0-174,1-3 1,1-2-122,1-2 0,3-4 113,0-3 0,2-1-26,-3-3 159,4-1 0,-2-7-162,3-2 0,0-1 14,0-4 1,1 0-207,1-2 0,-1-2 251,4 0 1,-3-3 18,2 3 0,0-1 150,3 1 1,-1 0-106,1-4 1,1 3 175,1-4 0,3 2-127,-1-1 1,1-1 100,1 1 0,2 2 183,0 2 1,0 4 193,-5 2 0,3 3-66,-3 2 1,0 2 97,-1 6 0,-2 4 39,-1 8 1,1 1-94,-1 5 1,1-1-400,-1 2 0,-1 1 158,-1 2 1,0-2-103,0 0 1,1-3 11,-3 0 1,0 0 75,-2-2 0,2-2-1667,1 1 1,-1-7-57,-2 0 702,0-3 0,-1-4 862,-1-2 0,-8-19 0,-3-4 0</inkml:trace>
  <inkml:trace contextRef="#ctx0" brushRef="#br0" timeOffset="256">92 356 8019,'-5'-4'267,"1"-1"1,3 3 1165,-1-2-1033,1 3 1,2-5-173,1 4 1,4 0-1277,5 2 0,4 0 528,3 0 0,1 0 520,3 0 0,38 9 0,13 2 0</inkml:trace>
  <inkml:trace contextRef="#ctx0" brushRef="#br0" timeOffset="499">508 285 7999,'-7'-7'400,"1"1"0,1 2-53,-2 2 1,3 1-10,-4 1 0,2 1-47,-3 1 1,0 4-155,0 2 0,1 4 39,1-1 0,1 1-74,-1 1 1,1 2-77,2 0 1,1 3 64,3-3 0,0 2-492,0-2 0,3 3 189,1-3 1,2 0-384,1-2 1,1-1 267,1-1 0,3-2-280,-2-5 0,3-1 109,0-3 1,0-4 497,0-2 0,0-3 0,0-4 0,0 0 0,3-15 0,0-3 0</inkml:trace>
  <inkml:trace contextRef="#ctx0" brushRef="#br0" timeOffset="745">683 161 7994,'4'-6'0,"-1"1"605,-3 1-335,0 0 0,0 1-59,0 3 1,0 3 28,0 3 0,0 4 64,0 3 1,0 3-117,0 4 0,-1 0-103,-1 2 0,0 0-363,-2 2 1,2 1 232,-3-1 0,1 3-658,-2 1 0,-1 1 378,1-3 0,-1-4-189,1-3 1,1-2-218,1-4 731,2-3 0,0-18 0,2-7 0</inkml:trace>
  <inkml:trace contextRef="#ctx0" brushRef="#br0" timeOffset="988">579 343 7980,'0'-6'861,"0"1"-480,0 1 1,1 2-305,1-3 0,2 2 88,5-1 1,1-2 145,3 4 0,3-2-143,1 2 1,4 0-155,1 2 0,0 0-114,-3 0 1,0 0 168,-2 3 0,0 1-302,-4 5 0,-1-2 149,-5 1 1,-2 3-83,0-1 0,-2 3 64,-3 0 0,-1 0 99,-1 0 0,-2 2-122,-2 0 1,0 0-143,1-2 1,0-1-384,0-1 1,2-1-146,-2-4 795,4 1 0,-2-15 0,3-4 0</inkml:trace>
  <inkml:trace contextRef="#ctx0" brushRef="#br0" timeOffset="1234">878 103 7980,'0'-7'0,"0"1"-1473,0-1 1473,0 4 0,6 14 0,1 7 0</inkml:trace>
  <inkml:trace contextRef="#ctx0" brushRef="#br0" timeOffset="1481">949 298 8278,'4'0'203,"-2"3"1,-1 3 94,-1 5 1,0 1-123,0 1 0,1 5-287,1 2 0,-1 1-71,1 1 1,1-2-98,-1 2 0,3-3 194,-1-1 0,2-3 88,0-4 1,1-5 266,-1-4 1,3-4-142,0-2 1,2-5 535,0-2 1,-1-4-260,1-2 1,-1-2 268,1 0 1,1-2-375,-4 1 0,1 0-372,-3 5 1,1-3 264,-1 3 0,3 0 30,0 2 0,-1 3-224,-4 1 0,5 5 0,-2 1 0</inkml:trace>
  <inkml:trace contextRef="#ctx0" brushRef="#br0" timeOffset="2326">1346 369 7972,'0'-6'0,"0"-1"868,0 1 1,0-1-288,0 1 1,0-1 715,0 1-466,-3-1-753,-1 4 0,-3 0 11,-2 3 0,1 3-61,-2 1 1,-1 2-134,-2 3 0,1 1 111,1 3 0,-1 0-212,4 0 0,-3 1 108,2 1 1,0-1-115,3 1 0,2 1 24,-1-1 1,4-2-212,-1-2 1,2-1 93,2 1 0,1-5-49,4-4 1,2-1-51,2-1 0,1-1 154,1-4 1,0 0-37,0-6 0,1 3 54,1-3 1,-2 0 99,0-2 1,-1 0-30,-3 0 0,3 0 142,-1 0 0,-4 0-52,-1 0 1,-1 1 187,2 1 1,-3-1 204,0 4 0,-2-1-37,0 3-50,-1 2 0,-4 1-80,-1 3 1,0 1-31,0 1 1,0 2-81,0 5 0,-2-1 15,2 3 0,1-3-33,1 3 0,-1-1-123,0 1-1,1 2-57,2-3 1,0 0 94,0 1 1,0-2-73,0 2 1,1-3 63,1 0 0,2-1 76,2-3 0,1 1-56,-1-3 1,3 0 183,0-4 1,1-2-105,-1-2 1,3-4 106,-2-1 1,3-3-128,0-1 0,-1 0-35,-1 2 1,0-1-8,-2-1 0,3 0 48,-2-2 0,0 0 213,-1-3 0,-2 1-138,-1-1 0,3-1 48,0-1 0,-1-2-28,-1 2 1,-3 1 87,0 1 1,0 1 274,0 2-230,-1 4-125,-3 7 0,-1 4 10,-1 7 0,1 0 28,-3 5 0,-1 4-90,-1 3 1,0 2-134,2 1 1,-2 1 168,1 1 0,2 2 2,-1-2 1,0 1-517,0-1 0,-2 2 184,2-3 1,0 1-62,0-2 1,0-1 91,0 1 0,0-3-19,2 0 1,1-4-75,-1 0-11,1-5 808,1 2-267,0-7 0,0-3 93,0-4 1,0-4-129,0-1 1,0-2-206,0 3 0,1-4 92,1 1 0,0 1 78,2-1 1,0 1-31,3-3 1,-1 0-16,1 0 1,-1 2-98,1 0 1,0 0 31,2-2 1,0 2-185,2 0 1,1 4 87,-1-2 1,1 4-82,1 0 1,0 4 83,0-1 0,-2 4 199,0 2 1,-3 5-77,0 2 0,-1 1-29,-3 1 1,1 0-170,-3 0 0,1 0 93,-3 0 1,-1 1-91,-1 1 0,-2-1 101,-2 1 1,-3-1-900,0 1 0,-1-3 407,1 1 1,0-4 491,3-1 0,2-12 0,1-4 0</inkml:trace>
  <inkml:trace contextRef="#ctx0" brushRef="#br0" timeOffset="2579">1794 109 8897,'-3'-13'470,"-3"3"-712,1 1 1,2 3-298,-2 2 22,4-2 1,-2 6 516,3 0 0,9 26 0,2 9 0</inkml:trace>
  <inkml:trace contextRef="#ctx0" brushRef="#br0" timeOffset="3157">1937 317 7957,'-2'-12'450,"0"1"1,-1 2 659,1 2 1,0 4-743,-2 0 1,0 3-147,-3 0 1,1 3-369,-1 4 0,-2 0 120,1 4 1,-4 0-235,1 2 0,1 0 118,-1 0 1,4 0-20,-2 0 1,0 0-126,3 0 0,-2 0-185,3 0 0,2 0 75,-2 2 0,4-4 77,-1 0 1,2-3 274,2-1 1,0-4-108,5-1 0,-2-1-56,3-1 1,2-4 1,-2-2 0,4-1 354,-1-4 0,1 0-68,1-2 1,0 0-174,0 0 1,0 0 311,0 0 0,-1 0-99,-1 0 1,1 0 65,-4 0 0,1 2-67,-2 0 1,-2 4 392,0-2-91,0 5-412,-4 1 103,5 3 1,-5 3 15,1 1 1,-1 5-116,-1 1 0,0 0 66,2 1 1,-1-1-167,1 1 1,-1 2 91,-1-3 0,-1 3-95,-1 0 0,1 0 115,-4 0 0,2-3-68,-2 1 1,0-1 68,3 1-21,-3-1 62,4-4-27,-1 1 1,2-5-212,0-2 0,2-2 115,0-5 0,3 1-31,-1-1 0,0 0 58,0-2 1,1 1 263,1-3 1,1 1-97,-1-1 1,1-1 45,-1 1 1,1 0-47,-1 0 1,3-1 163,-1 1 1,4 1-125,-1-1 0,1 3-80,1-1 0,0 3 200,0 2 1,0 1-90,0 3 1,-1 0 312,-1 3 1,-2 3-174,-2 5 1,-1-1 80,-2 1 0,1 2-143,-3 2 1,0 0-68,-2-2 1,0 0-984,0 0 1,0 0 502,0 0 0,-2 0-3258,0 0 3516,0-3 0,2-6 0,0-5 0</inkml:trace>
  <inkml:trace contextRef="#ctx0" brushRef="#br0" timeOffset="4153">2554 317 7799,'4'-3'504,"2"2"-272,-2-4 1,2 1 41,0-2 1,3-1-69,0 1 1,3-2 82,1 0 1,3-2-84,3-3 1,0 0-196,-2 0 0,1-3-15,-2-2 1,0 0-91,-3-2 0,-1 1 34,-6-1 1,-2 3 113,-2 0 1,-1 2-229,-1 0 1,-1 3 79,-1 2 1,-2 2 50,-2 2 1,-3 0 49,0 4 0,-2 3 49,0 3 0,-1 5 5,2 1 0,-3 6 1,3 1 1,-2 2-5,1 0 0,0 4 87,2 3 1,-2 3 38,2 4 0,0-1-66,0 1 0,2 1-175,-1 1 0,-3 3 81,1-2 1,0-1-91,-1-3 1,0 0 56,-2-4 0,2-3-139,0-6 0,3-3 469,0-5-95,0-1 141,2-7-231,2 0 0,1-6-317,3-1 0,3-4 105,2-1 0,1 0-17,3 0 0,-1-1-31,3-3 0,0 1-146,4 1 1,-1-1-137,1 4 0,2-4 142,0 1 0,1 2-23,-1 0 0,2 2 97,-1 1 0,-3 1 93,1 1 0,-6 2-65,-1 0 1,-2 4 119,-3 3 1,-1 3 46,-3 0 0,0 4 150,0-1 1,-3 1 151,-1 1 1,-2 0-138,2 0 1,-1-2-7,3 0 0,-2-1-78,1 1 0,1-2 20,2-2 1,0-1 53,0 1 42,3-4 1,1 0-123,2-3 1,3 0-12,0 0 1,0-3-36,0-1 0,0-4 43,2-1 1,1-2-106,-1 3 0,1-4 104,-2 1 1,3-1-130,-3-1 0,3 0 60,0 0 1,0 1-158,0 1 1,0-1-11,0 1 0,-3 4 12,-2 0 0,-2 5 53,-2 0 0,-2 2 37,2 2 0,-2 2-86,0 5 1,-2-1 64,-2 3 1,0 0-98,-2 2 0,2 0 58,-2 0 0,1-1-361,-1-1 1,3 0 58,-2-2 0,2 2-307,-1-3 727,1-2 0,7-9 0,5-4 0</inkml:trace>
  <inkml:trace contextRef="#ctx0" brushRef="#br0" timeOffset="4536">3055 454 7799,'3'-7'0,"1"1"1198,-2 2-341,-1 1 51,2 3-556,-3 3 1,0 1-29,0 5 0,0-1-71,0 3 0,-3-3-47,1 3 1,-1-2-103,1 2 1,1-1 93,-4 1 1,3 0-350,-2-2 1,3 0 154,-2 0 1,0-2-438,1 2 282,0-2 0,0-3-188,0 1-45,0-4 220,2 2 68,3-12 0,0 4 53,4-6 0,-1 1-163,1-1 1,0 1 87,2-1 0,1-2-221,3-2 1,0-1-9,0 1 0,0 1-35,2-1 1,0 1 511,2 1 0,-2 3-113,0 1 1,-2 5 346,-2 2 0,0 3-218,-5 3 0,1 1 66,-5 6 0,0 2-27,-4 2 0,0 3 207,-2-1 0,0 0-306,-3 0 1,1-2-315,-1 3 0,1-4-1211,-1 1 1,3-1 1438,2-1 0,4-6 0,2-1 0</inkml:trace>
  <inkml:trace contextRef="#ctx0" brushRef="#br0" timeOffset="5278">3444 408 7873,'0'-7'-17,"0"-2"1,-2 4 621,0-1 0,-3 4-143,1-1 1,-2 3-71,-1 0 0,1 3-73,-1 4 0,-2 0 103,-2 4 0,2 0-287,0 2 0,2 0 78,1 2 1,1-1-296,1 1 0,2 1 102,0-1 0,2 1-528,0-1 0,2-3 188,3 1 1,1-2-29,3 0 0,-1-3-45,3-3 1,0-2-166,1-3 0,4-1-111,-1-1 1,0-2 239,-2-2 0,2-4 193,0-1 1,0-1 235,-2-1 0,0-2 0,0 0 0,-2-3 0,0 0 0,0 0 0,2-2 0,-3 1 0,-1-1 0,0-2 0,0 1 0,2-4 7,-3 1 1,1 2 72,-3 0 1,1 1 548,-1 1 1,-1 0-280,-1 5 0,-3 3 934,2 3-210,-3 5-827,0 1 0,0 8-33,0 1 0,-2 5 122,0 0 1,-2 4-174,2 2 1,-3 0-1,0 0 1,2 3-201,-2 1 1,2 3 83,-2-2 0,0 0-210,0-3 1,-1 3 109,0 2 0,-1-1-180,1-2 0,-1 1 106,1-2 0,-1 0-19,1-2 1,0-5-38,2-2 90,1-3 190,3-5 0,0-1-127,0-4 1,1-1-402,1-4 0,1-2 177,1 1 1,2-4-191,-2 1 1,2 1 145,0-1 0,1 1 289,-1-3 0,3 0-65,0 0 1,0 0 49,0 0 1,-1-1 166,3-1 0,-1 3-71,3-1 0,0 2 226,0 1 0,0 2-77,0 4 1,-2 3 239,0-2 0,-3 6-164,1 1 1,-4 5-102,-1 1 0,0 3-13,0 2 0,-1 0 54,-3 2 0,0 0 452,0 0 1,0 1-234,0-3 1,-3 1-802,-1-3 1,0 0-230,0 0 1,-1-1-512,-1-1 1,-1-4-605,1-3 1689,-1-2 0,4-23 0,0-7 0</inkml:trace>
  <inkml:trace contextRef="#ctx0" brushRef="#br0" timeOffset="5534">3834 220 7880,'-3'-10'0,"1"0"1202,-3 4 0,2 0-739,0 2-1288,3 1 0,-3 6-196,3 1 0,0 2 572,0 0 0,0 4 449,0 0 0,-3 17 0,-1 4 0</inkml:trace>
  <inkml:trace contextRef="#ctx0" brushRef="#br0" timeOffset="6212">4055 421 7898,'0'-6'-160,"0"-1"1,0 1 776,0-1 0,-2 3-160,0-1 0,0 3-15,2-2 0,-3 3-168,-1-2 1,-2 3-42,-1 0 0,0 0-130,-2 3 1,-1 0 70,-3 4 1,0 3-369,0 3 0,-2 0 195,0 5 1,2-2-493,2 2 0,3 0 283,0-3 0,1 2-307,3-2 0,1 1 150,3-3 1,1-3 4,1-2 1,2 0-35,5-2 1,-1-2-15,2-2 1,1-4 219,2-3 0,0-1 106,0-3 0,0-1 317,-3-3 0,2 2-230,-3-2 1,0 1 593,0-3 1,-2 0-216,2 0 1,-2 1-39,-1-1 0,1-1 109,-1 1 1,1 2-97,-1 2 0,-1 4 235,-1-2-123,0 2-510,3 3 0,-3 1 97,0 3 1,-2 3-153,0 1 0,-1 2 37,-1 1 1,-1 2-34,-1 2 1,0 1-32,-2 1 0,3 2-1,-2 0 0,2 1 29,-1-3 1,0 2 0,-2 0 1,3-1 70,-2-3 1,2 1-12,-1-1 1,0 1 184,-2-1 1,3-2-114,-2-2 0,3-3 220,0 0-162,-3-2-33,2 1 1,-2-6-319,3-2 0,0 0 105,0-2 1,1 0 15,1-2 1,-1 0 45,1-2 0,1-1 155,-1 1 0,2-1-143,-1-1 1,2 0 206,-1 0 0,0 0-20,3 0 1,-2-3-8,3 1 1,3 0-7,-1 2 1,3 0 9,3 0 1,-2 3 35,3 1 1,-1 5-74,1 2 1,-3 1 143,1 1 1,-4 5-20,-2 2 0,-1 6 93,1 0 1,-5 3-221,0-1 1,-2 3 61,-2 0 1,0 1-125,0 0 1,-3 0 92,-2-2 0,2 1-1141,-2-3 0,0 1 141,-3-3 898,3-3 0,-3-4 0,4-3 0</inkml:trace>
  <inkml:trace contextRef="#ctx0" brushRef="#br0" timeOffset="6854">4562 571 8327,'4'-1'650,"-2"-1"-1261,-1 1 1,-1-2 188,2 3 0,-1-1 422,1-1 0,-13 1 0,-3-1 0</inkml:trace>
  <inkml:trace contextRef="#ctx0" brushRef="#br0" timeOffset="7118">4562 441 7898,'-4'-11'0,"-1"2"679,3 3 1,0-1-746,2 1-1944,0 2 2010,0 1 0,-3 15 0,0 2 0</inkml:trace>
  <inkml:trace contextRef="#ctx0" brushRef="#br0" timeOffset="8357">326 720 8063,'0'-4'-585,"0"1"235,0 1 943,0 1-158,0-2 0,0 1-312,3 0 0,-2-1 21,3 3 0,1 0-151,1 0 0,1 0 122,2 0 1,-1 0-18,3 0 0,2 0 19,2 0 1,3 0-115,-1 0 1,3 0 89,2 0 0,0 0-112,2 0 0,-1 0 139,-1 0 1,0 0 15,2-2 0,0 1 156,-2-1 0,0 0-122,-3 0 1,3 1 81,-1-1 1,3 2-76,-2 0 0,0-1-153,0-1 1,-1 1 154,3-1 1,-1 1-184,3 1 0,-2 0 24,0 0 1,-2 0 27,2 0 1,-3 0-52,0 0 0,-3 0 64,0 0 1,-1 0 44,2 0 0,-1 0-47,-1 0 1,0 0-136,3 0 1,-1 0 141,1 0 0,2 0-149,-1 0 1,3 0 51,-2 0 0,2 0 33,0 0 0,-2 0-65,0 0 1,-2 0 55,0 0 0,0 0 132,2 0 0,-2 0-81,2 0 1,0-2 60,0 0 0,3 0-120,1 2 0,0 0-115,2 0 1,-1 0 184,2 0 0,0 0-9,4 0 1,-1 0 7,1 0 0,-4 0-43,-1 0 0,1 0 230,-1 0 1,1 0-144,-3 0 1,-1 2-188,-1 0 0,1 0 112,-1-2 0,1 0-105,1 0 0,-2 0 38,0 0 1,0 0 17,4 0 0,-1 0 152,1 0 0,-1 0-136,-1 0 1,1 0 361,1 0 0,-4 0-120,2 0 1,-1 1-35,1 1 0,0-1-21,0 1 1,0-1-215,0-1 0,0 2 203,0 0 0,2 1-225,0-1 1,1-1 26,-1 1 1,0-2-111,2 0 0,0 0 173,3 0 1,-3 0-36,0 0 0,-2 0 151,3 0 0,-1 0-121,3 0 1,-3 0 91,0 0 1,-2 0-58,3 0 1,-1 0-196,3 0 0,-1 0 18,1 0 0,-1 1-105,0 1 1,2-1 10,-1 1 1,-1-1 145,-6-1 0,-1 0-19,-6 0 0,0 0-22,-1 0 0,-5 0-16,-2 0 0,-4-1-478,0-1-428,-1 1 763,-5-2 1,1 3 95,-4 0 1,-2 0-2855,-5 0 3022,2 0 0,-14 3 0,0 1 0</inkml:trace>
  <inkml:trace contextRef="#ctx0" brushRef="#br0" timeOffset="9891">488 811 8056,'-4'0'-1064,"-1"0"682,4 0 426,-5 0 1,5 0 497,-4 0-136,4 0 1263,-2 0 0,8 0-1415,2 0 1,1 0-31,-2 0 0,4 0-51,0 0 1,0-1 14,1-1 1,2 1-84,2-1 1,4 1 90,-2 1 0,2-2-31,0 0 1,1 0-27,-1 2 0,1-1-134,-1-1 1,1 1 115,2-1 0,-2 1 48,2-1 0,-2 1-154,0-1 0,-1 1 85,1 1 0,-1 0-8,0 0 1,1-2 37,-1 0 0,-1-1-79,-1 3 0,-2 0 66,3 0 0,-3 0-144,2-2 1,-2 1 46,0-1 1,1 1-144,-1 1 1,2 0 8,-2 0 0,3 0 91,-3 0 1,3 0-75,-1 0 0,2 2 92,0 0 1,-1 0 8,-1-2 0,-2 1-34,2 1 0,-1-1 179,1 1 1,-3-1-79,2-1 0,-1 0-38,1 0 1,0 0-225,-1 0 1,-2 0 131,3 0 1,0 0-152,1 0 0,0 1 57,0 1 1,1-1-21,1 1 0,1-2 70,-1 0 0,0 0-91,-2 0 0,2 3 102,-2-1 0,2 0 17,1-2 0,-3 0 53,0 0 1,-2 0-86,3 0 0,-3 2 25,2 0 0,1 0 16,1-2 0,-1 0 189,2 0 0,-2 0-59,3 0 1,0 0-47,-2 0 1,1 0-14,-1 0 0,2 3 99,-2-1 0,2 0 53,-3-2 0,-2 0-88,2 0 1,-4 0 20,1 0 0,0 0-51,0 0 0,-1-2-165,4 0 1,-2-1 104,2 3 1,0 0-99,0 0 1,0 0 37,2 0 1,1 0-80,-2 0 1,2 0 162,-6 0 1,2 3-66,-2-1 0,0 0 134,-2-2 1,0 1-119,0 1 1,3-1 194,-1 1 0,0-2-89,-2 0 0,2 0-12,0 0 1,1 0-79,-1 0 1,1 0-6,1 0 0,0 0-31,-2 0 0,0 0 72,2 0 1,0 0 49,0 0 1,-1 0-63,0 0 0,-2 0 169,3 0 1,-1 0-104,1 0 1,-2 0 73,2 0 0,1 0-77,1 0 1,1 0-43,2 0 1,-1 0 65,3 0 1,-2 0-405,4 0 1,-4 0 58,2 0 0,-1 0-63,-2 0 0,1 0 123,-2 0 0,-1 0 73,1 0 0,-2 0 217,0 0 1,0 0-138,0 0 0,1 0 97,0 0 1,-2 3-32,1-1 0,-1 0 94,3-2 1,-3 0-65,0 0 1,-2 2-36,3 0 1,-4 0 122,1-2 0,-1 0-82,-1 0 0,-3 0 575,-1 0-164,-2 0 59,-1 0-293,-2 0 0,0 0 141,-2 0-739,-1-2 1,4 0 118,-3-2-1864,0 2 1008,1-1-1462,-2 3 2569,1 0 0,-22 0 0,-5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3:03.011"/>
    </inkml:context>
    <inkml:brush xml:id="br0">
      <inkml:brushProperty name="width" value="0.08571" units="cm"/>
      <inkml:brushProperty name="height" value="0.08571" units="cm"/>
      <inkml:brushProperty name="color" value="#E71224"/>
    </inkml:brush>
  </inkml:definitions>
  <inkml:trace contextRef="#ctx0" brushRef="#br0">117 299 8065,'-4'0'1166,"1"5"-940,1 1 1,0 5-197,-2 0 1,2 4 55,-3 2 1,1 3-180,-2 1 0,-2 2-74,0 1 1,0 1 130,0-1 1,-2-2-159,2 0 1,0-5 51,3-2 1,0-5-52,0-3 51,2-1-38,1-5 1,-1-1 26,1-4 0,0-3-128,2-1 0,0-2 238,0-1 1,0-2-75,0 0 1,1 0 148,1-2 1,-1-1-82,4-2 0,-2 2 84,2-2 1,0-1-60,0-3 0,3 1 63,0 1 0,4 1 28,-1-1 0,1-2 196,1 1 0,0 2 125,0 4 1,0 2-139,0 2 0,1 2 85,-1 5 1,1 2-42,-5 4 1,2 2-135,-3 5 0,1 1 31,-3 3 0,1 3-133,-1 1 0,0 2-78,-1 1 0,0-1-209,-3 1 0,0-1-240,-2 1 1,0 0 254,0 1 1,0-1-540,0-1 1,-2 0 308,0-4 1,-3 1 443,3-3 0,-6-9 0,1-2 0</inkml:trace>
  <inkml:trace contextRef="#ctx0" brushRef="#br0" timeOffset="168">91 422 7917,'-6'-6'0,"1"-1"677,1 1 0,2 1 300,-3 1-1205,4 2 0,-1-1 114,4 1 0,4 1-714,5-1 1,2 1 85,2 1 742,2-3 0,20 3 0,4-3 0</inkml:trace>
  <inkml:trace contextRef="#ctx0" brushRef="#br0" timeOffset="965">676 292 7917,'3'-6'0,"1"0"426,-2 2 0,1-2-23,1 1 1,2 0-270,-1-2 0,2 1 68,2-1 1,3 1-130,-1-1 0,2-1-27,2-1 0,-2-3-112,3 1 0,-1-2-21,1-2 0,-2 1 89,-3-3 0,-2 2-109,-2 0 0,-1-1 33,-2 1 0,-1 0-156,-3 5 1,-1-2 52,-1 3 0,-2 1 201,-2 4 0,-3-1-36,0 3 0,0 0 100,0 5 1,1 0 6,-2 4 1,2 2-66,-1 2 1,2 2 150,0 2 1,0 2-87,-2 5 1,3-1 140,-1 3 1,1 3-21,2 3 1,-2 0-121,-1 3 1,3-3-43,0 3 0,1-2 1,-1-3 0,2 3 165,-2-3 1,-1-3-122,-1-3 1,1-6 128,1-3 1,0-2 47,-3-5-132,1-2 0,1-1-2,1-3 1,3-1-224,-1-1 1,1 0 77,1-2 0,0 0-565,0-3 1,1 1 60,1-1 0,3 0-164,4-2 1,3 1 29,-1-3 0,1 1 206,1-3 0,1 0 218,1 0 1,-1 0-16,3 0 0,-1 2 291,1 0 0,-3 1 112,2-1 1,-6 2 126,-1 5 1,-2 1 96,0 3 1,-1 1-210,-2 1 0,-1 4 133,-3 2 1,0 5-54,0 0 1,-2 0-153,-1 2 0,1-1 40,2-1 0,0 0-192,0 0 0,0 0 76,0 0 1,0-3-67,0 1 0,1-3 121,1 1 1,2-3-34,2-1 1,1-2-84,-1-3 0,1 0 75,2 0 1,-1-2-289,3-2 1,-2-1 99,1-6 0,1 1-25,2-1 0,-2-2 14,0 0 0,-2 0-110,1-2 1,0 1 274,1 1 1,-1 0-71,-4 0 0,1 3 389,-1 1 0,1 3 11,-1 2-125,-2 1 1,-1 3-50,-3 3 0,0 2-111,0 4 1,0 2-60,0 0 0,0 2-153,0 0 1,-3-1-454,1-1 1,-1 1 312,1-1 0,2-1-714,-3 1 0,0-3 219,1 0 784,0 0 0,8-11 0,1-1 0</inkml:trace>
  <inkml:trace contextRef="#ctx0" brushRef="#br0" timeOffset="1351">1209 351 7905,'4'-6'-227,"0"2"0,-2 1 1960,3 3-1186,-4 0 1,2 0-84,-3 3 0,2 2-128,0 4 1,1 2-139,-3-3 0,0 5 32,0 0 1,0 0-129,0 2 0,-1-1 5,-1-1 1,1 2 81,-1 0 1,1 0-295,1-2 1,0-2 97,0 0 0,-1-3-181,-1 0 0,1-3 45,-1 0 129,2-4 1,0 1-97,0-4 1,0-1-305,0-4 0,2-2 260,0 1 0,2-4 125,-2 1 1,3-3 37,0-1 0,1-3-80,0 3 0,3-3-192,2 1 0,2 1 82,0 1 0,0 2-117,0 2 1,0 2 58,2 2 1,-3 4 383,1 0 0,-4 3-35,2 3 0,-5 3-7,0 5 1,-1 1-15,-1 1 1,-1 0-134,-3 0 0,0 1-151,0 1 0,0-1 169,0 1 1,0-2-1015,0-2 1,0 1 1039,0-1 0,3-5 0,1 0 0</inkml:trace>
  <inkml:trace contextRef="#ctx0" brushRef="#br0" timeOffset="2024">1624 351 7880,'-4'-10'0,"0"1"2184,-1 2-1511,-1 0 1,0 4-217,2 3 1,-2 3-256,2 4 0,0 2-208,0 2 0,0 1-47,0 1 1,-1 0 186,3 0 1,-3 0-132,3 0 1,0 2 97,2 0 1,0 1-261,0-3 1,1-1 66,1-1 0,2 0 0,5-2 1,-1-1-484,3-4 0,2 1-204,2-3 0,0 0 28,-2-4 1,2-2 246,0-2 1,3-4 479,-3-1 0,0-4-53,-2-2 1,1-2 11,1 0 1,-4-2 9,2 0 1,-3 0 84,1-3 0,-3-1-17,3-3 0,-2 2 90,2-3 1,-3 2 255,3-1 0,-2 1-165,2-1 0,-4 7 1393,-1 4-761,-2 5-205,-4 6 0,0 3-158,0 6 1,-2 0-24,0 4 0,-4 4-223,2 2 0,1 5-56,-2-1 1,3 4-200,-2 1 0,2 2 106,0 0 0,-1 1-173,1 1 1,-2-2 117,2 0 0,-4 0-143,2 2 0,1-1-12,-2-1 1,3-2-25,-2-2 1,2-4 15,-3-1 1,3-4 156,-2-2-51,2-5 1,-1-2 17,3-4 1,0-4-679,0-2 1,3-4 316,-1 1 1,3-2-54,-1-2 1,0 1 135,0-1 1,0-1 100,3 1 1,-1-1 107,1 1 0,-1 1 263,1-4 1,2 6 160,-1-1 0,4 2-245,-1 1 1,0 0 405,0 4 1,0 2-163,-2 2 0,2 4 122,-2 2 0,-1 5-97,-1 2 1,-3 3 68,0 1 1,-1 4-124,1-2 1,-3 2 102,2 0 1,-3 1-391,0-1 1,0 1 64,0-1 1,0 0-924,0-2 0,0-1 486,-3-3 0,2-1-2540,-3-4 1492,2 1 1408,-4-8 0,3-13 0,-4-6 0</inkml:trace>
  <inkml:trace contextRef="#ctx0" brushRef="#br0" timeOffset="2175">2060 104 7856,'-6'-7'0,"2"1"658,-2-1 24,5 4-682,-2 3 0,12 32 0,2 11 0</inkml:trace>
  <inkml:trace contextRef="#ctx0" brushRef="#br0" timeOffset="2891">2300 351 7856,'-9'-7'432,"2"1"-302,-2-1 0,2 4 532,0 0 1,0 3-193,-2 0 1,1 3-105,-2 1 0,1 2-226,-2 3 0,2 1-222,-1 3 1,2 0 39,-1 0 1,2 2-185,0 0 1,1 1 28,2-1 1,-1 0 124,3 2 1,0-3-353,2-1 0,0-2 145,0-3 0,3-3 18,1 2 1,2-5 132,0 0 1,3-3 36,0-1 0,0-6-154,0 2 0,0-4 105,2 1 0,1-2 277,-1 0 1,0-1-82,0-1 1,-1 0 129,-1 0 1,-1 0-66,3 0 0,-3-1 328,0-1 0,-1 2-67,-3 0 0,2 0 74,-2 2 0,0 2 172,0 3-144,-2-1-466,1 7 1,-3 0 104,0 4 0,2 2-66,0 3 0,0 1 70,-2 3 0,0 0-172,0 0 1,0 2 40,0 0 0,-1 3 45,-1-3 1,2 2-138,-3-2 1,3 1-24,0-1 1,0-1-16,0 1 0,0-3 71,0-1-87,0-3 128,0 1 4,0-5 1,0-2-17,0-4 1,0-2-180,0-2 1,0-3 87,0 0 0,2-2 90,0 0 0,2-1 193,-2-1 0,1 0-72,0 0 1,0 0 47,4 0 0,-1-3-79,1 1 0,1-1-71,1 1 1,3 1 54,1-4 1,0 6 12,2-1 0,1 5 322,-1 2 1,1 2-118,-3 4 0,-3 1 226,-2 1 0,2 2-148,-2 5 0,-1 3 263,-3 3 0,0 4-192,0-2 0,-1-1-193,-3 2 0,0-1-296,0 3 1,0-3-400,0 0 0,0-2-1579,0 0 1,-1-1 341,-1-1 1719,-1-3 0,-10-13 0,0-4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3:08.714"/>
    </inkml:context>
    <inkml:brush xml:id="br0">
      <inkml:brushProperty name="width" value="0.08571" units="cm"/>
      <inkml:brushProperty name="height" value="0.08571" units="cm"/>
      <inkml:brushProperty name="color" value="#E71224"/>
    </inkml:brush>
  </inkml:definitions>
  <inkml:trace contextRef="#ctx0" brushRef="#br0">115 235 6708,'3'-4'2103,"-3"-2"-1828,3 6 0,-2-4 222,1 2-506,-1 1 223,2-2-310,-3 3 128,-6 0 0,2 0-11,-5 0 1,1 3 20,-1 1 0,2 0-146,-1 0 1,0 1-26,2 1 0,-3 0-29,1-2 0,-1 2-42,2-2 1,3 2 127,0 1 1,0-3-228,0 0 199,-2 1-132,5 1 154,-2 1 0,6-2-122,2 0 1,0-2 81,2-1 0,-1 0 4,1 2 0,-1-2 61,1 0 1,2 1 72,-1-1 1,1 3 83,-3-1 0,3 1-105,0 0 0,-1 1 213,-1 1 0,-1 0-63,1 4 0,-1-3 35,1 3 0,-4 0 98,0 2 0,-1 2 85,1 0 1,-4 1-85,-3-3 0,-2 0-103,-1 0 1,-2-1-252,-2-1 1,-1 0 92,-1-2 1,0-1-428,0-4 1,1 1 229,1-3 1,1 1-314,4-3 1,-1 0-36,1 0 0,0-2 523,2-2 0,12-21 0,7-9 0</inkml:trace>
  <inkml:trace contextRef="#ctx0" brushRef="#br0" timeOffset="198">277 306 7820,'4'0'1899,"-1"3"0,-3 3-1447,0 2 0,0 6-49,0-1 1,-3 2-387,-1 0 1,0 2 81,0 3 0,1-2-716,-1 0 0,1 0 467,-2-3 1,-1 0-1483,2-2 1,0-3 1631,0-1 0,11-25 0,1-6 0</inkml:trace>
  <inkml:trace contextRef="#ctx0" brushRef="#br0" timeOffset="347">349 163 7820,'0'-14'390,"0"0"140,0 5 0,0 1-1434,3 1 276,-3 1-545,6 2 1173,-2 1 0,5 12 0,1 2 0</inkml:trace>
  <inkml:trace contextRef="#ctx0" brushRef="#br0" timeOffset="1048">466 345 7821,'3'0'2138,"0"1"-1995,-3 1 1,0 2-35,0 2 1,0 1-143,0 2 0,-2-1-81,0 3 0,-2 0 98,1 2 0,-2-3-14,1 1 0,0 0 78,0 2 1,2-2-291,-2 0 0,0-3 57,0 0 1,0-1-218,2-3 213,1-1 113,-2-3 100,3-6 1,0 2-79,0-5 0,2-1 135,1-1 0,2-1-109,-1-1 0,2 0 35,0 0 0,-1 0-3,2 0 1,-2-1-119,3-1 1,2 1 9,-1-1 0,2 2-78,0 2 1,1 2 269,1 3 0,-3 0-92,-1 2 0,0 1 149,0 3 0,-3 3-61,-1 1 0,-3 2 71,2 3 0,-2 1-69,0 3 1,-1 2 190,-1 0 1,-3 1-24,1-3 0,-2 2-231,2 0 1,-3 2-75,3-2 1,-2 0-174,2-4 0,-1 0-134,1-2 160,1 2-18,-2-3 100,3-2 74,0-3 0,0-12 179,0-2 0,0-4-16,0 4 1,0 1 91,0-1 1,3 0-80,1-2 1,0-2-76,0 0 0,1-1-202,4 1 0,-1 0 132,3-2 1,0 2-52,2 0 1,0 2 115,0 3 0,0 0-19,0 4 1,-1 2 155,-1 2 1,-3 2-113,-3 2 0,0 2-88,-3 5 1,0 1 48,-2 3 0,0 1-355,0 1 0,0-1 138,0 4 1,0-2-172,0 2 0,0-2-148,0-1 0,0-1-917,0 1 1413,0-1 0,6-7 0,1-1 0</inkml:trace>
  <inkml:trace contextRef="#ctx0" brushRef="#br0" timeOffset="1741">843 319 7821,'0'-6'1275,"2"-1"-364,0 1-322,0 2-328,-2 1 0,0 4 78,0 1 0,0 2-302,0 5 0,0-1 82,0 3 0,0 0-133,0 2 0,-2 2 81,0 0 1,0 0-290,2-2 1,0 0 89,0 0 0,0 0-240,0 0 1,0-2 158,0 0 1,2-3 22,0 0 1,3-1 162,-1-3 1,2-1-63,1-3 0,-1-1 83,1-1 0,-1-4-58,1-2 1,1-4-95,1 1 0,0-2 112,0-2 1,-2 1-145,2-1 0,-2 1 96,0-1 1,1 0-15,1-2 0,0 2 36,-3 0 1,0 2-41,1 3 1,-3 0 268,1 4-127,-4 2 1,2 3 133,-3 5 1,-1 1-44,-1 6 1,-2-3 68,-2 3 0,2 2-40,-1 2 0,2 1-114,-2-3 1,0 0-113,3 0 1,0-1 147,2-1 0,0 1-209,0-1 1,0-2-53,0 0 208,0-2 0,3-1-56,1-2 0,2-1 212,0-3 0,1-3-45,-1-1 1,1-3-85,-1-1 1,3 0-62,0-3 1,-1 2 75,-1-2 0,-1 1-70,1-1 0,-1-1 56,1 1 1,-1 1-122,-2-1 0,2-2 51,-2-2 1,2-1 92,0 1 1,-1-1-77,-1-4 0,0 1 11,3-1 1,-1-2 144,1 1 1,-1-4-77,1 1 0,-1 3 188,1 1 0,-3 4 145,-2 6 502,1 3-582,-2 4 1,2 6-49,-3 1 1,-2 5 35,0 2 1,-1 4 132,1 2 0,0 2-92,-2 1 1,2 0-89,-3 2 1,2 0 32,-2 2 0,0 0-79,3-2 0,-3 2-153,1 0 0,-1-1 88,0 1 1,0-3-668,0 1 0,2-2-1059,-2 0 1,2-5 818,-2-2 0,2 0-1083,3-5 0,0-1 1833,0-3 0,21-8 0,4 0 0</inkml:trace>
  <inkml:trace contextRef="#ctx0" brushRef="#br0" timeOffset="2675">1343 287 7821,'-1'-7'865,"-1"1"1,1 1-325,-1 1 0,-1 2 105,1-3 1,-1 4 181,1-1-458,-2 1 1,-2 1-339,-1 0 0,1 3 113,-1 1 0,3 4-217,0 1 1,-1 3 95,-1-2 1,0 3-235,2 0 1,-1 0 185,3 0 1,-3 2-387,0 0 0,2 0 188,1-2 1,1 0-1,1 0 0,1-1-136,1-1 0,4-1 62,3-4 0,2-2-87,0-2 1,1-1 153,-2-1 0,3-3-154,-2-2 1,-1-3 6,1-3 1,-4-1 330,2-1 1,-2-3 48,0 1 0,-4-3 64,0 1 0,-3-1 57,0 0 0,0 0 321,0 3 1,0 0-89,0 2 1,0 1 121,0 1 134,0 5-146,0 3-506,0 3 0,-2 5 102,0 1 1,-1 3 72,1 0 0,1 1-85,-1 3 1,1 0-3,1 2 0,0 0 39,0 2 0,1-2-9,1 3 1,2-4-224,2 1 0,1 1 79,-1-1 1,2 0-246,0-4 1,-1-2 114,2-2 0,-2-2-2,0 0 1,-1-2 115,1-3 0,0-3-45,2-2 1,-2-3-150,2-3 1,-2-1 43,-1-1 0,1-1 238,-1-1 1,1 0-87,-1-2 0,0 0-9,-2-3 1,1 1-18,-2-1 0,1-2 559,-2 1 0,2-3 100,-1 2 0,-1-2-285,1 0 1,-3 1 16,3-1 1,-1 3-90,1-1 0,-1 7 527,-2 2-61,0 7-655,0 1 1,0 8 50,0 4 0,0 3 76,0 5 1,-1 2-199,-1 5 0,1 1 67,-1 3 0,1 0-7,-2 0 0,3-1 22,-3-1 1,3 2-158,0-3 1,0 3 28,0 0 1,0-3-33,0 1 1,0-5 147,0 1 1,0-5 36,0 0 0,0-4 199,0-3-201,0-3 0,-1-2-5,-1-3 1,1-1-13,-1-1 1,1-2-413,1-2 0,0-3 196,0 0 1,0-2-188,0 0 0,2 1 151,1-1 0,1-2 88,-2-2 1,3 0 189,-1 2 0,2-1-94,1-1 0,-1 1 149,1-1 1,1 1-40,1 1 1,2 3 47,-2 1 1,1 2-78,-1 1 1,0 2 217,-3 2 1,2 2 58,-1 2 0,2 5 56,-5 3 1,3 3-14,-5 0 0,1 0-54,-1 2 1,-1 1-610,1 2 1,-1 0 224,-1-3 0,0 2-423,0-2 1,-1 1 295,-1-3 1,1-3-2667,-1 1 2872,-2-3 0,6-22 0,-1-8 0</inkml:trace>
  <inkml:trace contextRef="#ctx0" brushRef="#br0" timeOffset="2850">1707 85 7821,'-4'-19'0,"-2"0"1191,2 2 1,1 4 157,1 4-2242,1 5 772,1 1 0,0 3-1544,0 3 1665,0 0 0,-3 21 0,0 4 0</inkml:trace>
  <inkml:trace contextRef="#ctx0" brushRef="#br0" timeOffset="3819">1798 254 7821,'0'-3'819,"0"0"0,0 3-295,3 0 0,-3 3-113,2 1 0,1 5-272,0 1 1,-1 3 69,-2 0 0,2 2-191,0 0 1,0 2-44,-2-2 1,1 3-26,1-3 1,-1 0 70,1-2 1,-1-3-65,-1-1 0,0-2-529,0 0 244,0-4-105,0 0 218,0-3 169,0-6 0,0 2-17,0-5 1,2-1 177,0-1 1,0 1-111,-2-1 0,2 1-32,0-3 1,4 0 38,-2 0 1,2 0 27,0 0 1,1-2 125,-1 2 1,3-1-66,-1 6 1,1-1-363,-2 3 219,2 2 0,-2 2 43,2 4 1,-4 2-12,-1 5 1,-2 1 0,3 3 1,-4 2-129,1 0 1,0 3 77,0-3 1,-1 1-351,4-1 0,-1-1 157,3 1 1,-1-1-378,1-1 0,0-1 225,1-1 0,0-2 61,3-2 1,-2-2 545,2 0 0,-3-2-199,3-3 0,-2-1 65,2-1 0,-3-2-94,3-2 1,-1-3 257,1 0 1,1-2-63,-4 0 0,4 0-27,-1-2 1,-1 1 529,1-3 0,-3 1 16,0-1 1,2-2-4,-2-2 0,0 2-267,-3 2 0,-2-1-105,-3 1 0,0 0-94,0 2 1,-1 3-23,-1 1 0,-4 2 22,-3 3 1,-2-1-260,0 3 1,1 0-53,-1 2 1,2 0-68,-2 0 0,3 3-150,0 1 1,1 2 162,0 0 1,3-2-204,-1 1 0,4-1 95,-1 3 0,1-1 24,1 1 1,3-1 94,1 1 0,2-1-173,1 1 0,0-1 73,1 1 1,0-2 30,3 0 0,-3 1 320,1-2 0,0 2-93,0 0 1,0 1 283,-3-1 1,1 3-161,-1-1 1,-2 3 9,1-2 1,-4 2-20,1 0 1,-1 2 120,-1 2 0,0-1 50,0 1 1,-2 1 65,0-1 1,-3 3 585,0 0 1,0 1-438,1 0 1,-2 1-33,2-1 0,-4 2-151,-1-2 0,-2 2-333,0-6 0,-2-2 105,-2-2 0,0-4-379,-2-1 1,0 0 18,-3-4 1,1 0-185,-1-4 0,3-3 199,2-3 0,7 0 7,4-3 0,3 0 112,1-2 1,5 0 3,4 0 1,5-2-598,4 0 0,1 0 274,0 2 1,1 0-240,-1 2 0,0 0-113,-2 2 0,1 1-1204,-3 1 1986,1 1 0,8-10 0,4-1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3:16.252"/>
    </inkml:context>
    <inkml:brush xml:id="br0">
      <inkml:brushProperty name="width" value="0.08571" units="cm"/>
      <inkml:brushProperty name="height" value="0.08571" units="cm"/>
      <inkml:brushProperty name="color" value="#E71224"/>
    </inkml:brush>
  </inkml:definitions>
  <inkml:trace contextRef="#ctx0" brushRef="#br0">131 13 7983,'-1'-6'203,"-1"2"0,1 2 103,-1 4 0,1 2 233,1 2 0,0 6-291,-3 4 0,3 2-163,-3 4 1,3 1-127,0 3 1,0 4 83,0 2 1,0 1-292,0 1 1,0-3 170,0-3 1,0-2-144,0-2 1,0-5-136,0-4 1,0-6-204,0-3 1,-1-1 5,-1-1 552,1-1 0,-2-15 0,3-2 0</inkml:trace>
  <inkml:trace contextRef="#ctx0" brushRef="#br0" timeOffset="756">7 182 7983,'-3'0'597,"0"-1"-480,3-1 37,0 2 1,0-6 27,3 1 1,0 2-40,4-2 0,2 1 15,2-2 1,2-3-186,2 0 1,0-2 64,2 3 1,0-4-198,0 1 0,1 1 60,-3-1 0,0 4-40,-2-2 1,-3 5-128,-1 1 215,-5 3 1,-1 0 94,-3 3 0,-1 1 80,-1 5 1,-1 3-154,-4 3 0,3 2 19,0-2 1,1 4 128,-1-2 1,2 2-71,-2 0 1,2-2-249,0 1 1,1-1 73,1 3 1,0-2-117,0 0 0,3-2 33,1-3 0,0-1-230,0-1 284,1-2 0,1-5 22,1-2 0,-3-2 124,0-2 1,1-2-63,1-2 1,1-4 2,-1-1 0,1 1-32,-1-1 1,1-1 132,-1-1 1,1-1-101,-1 3 1,1-1 147,-1 1 1,1 2-25,-1 3 0,-2 0-41,1 1 1,-3 0 305,2 3-250,-2 0 0,1 5 149,-3 1 1,2 3-37,0 1 1,0 0 41,-2 0 1,1 2-4,1-2 1,-1 4-47,4-1 1,-3-2-89,2 0 0,0 0 2,0 0 1,2 0-36,-2-3 1,2 1 60,1-1 0,-1-2-131,1-2 0,-1-1 66,1 1 0,-1-1-150,1 1 1,0-4-12,1-2 1,0-3-96,0-1 1,0 0 151,1-3 1,-2 2-271,2-2 0,-1 0-54,0-4 1,-1 2 105,-1-2 1,0 3 263,-4-3 0,3 1-158,-3 1 0,0 3 441,-2 1 1,-3 3-62,-1 2 1,-2 1 89,0 3 0,-2 0 200,0 3 1,0 2-196,-3 4 0,2 3 84,-2 1 0,3 0-76,0 2 1,1 0 119,0 0 0,3-1-137,-1 1 1,4-1-277,-1-1 0,4 0-2,2 0 0,3-1-85,1-1 1,3-2-285,2-2 0,0-4-620,2-1 0,0-1-1580,2-1 2543,1 0 0,4-17 0,1-5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3:54.400"/>
    </inkml:context>
    <inkml:brush xml:id="br0">
      <inkml:brushProperty name="width" value="0.08571" units="cm"/>
      <inkml:brushProperty name="height" value="0.08571" units="cm"/>
      <inkml:brushProperty name="color" value="#E71224"/>
    </inkml:brush>
  </inkml:definitions>
  <inkml:trace contextRef="#ctx0" brushRef="#br0">160 199 7877,'3'-2'-662,"0"-3"1,-3 2 547,0-1 1,0 1 553,0-1 1,0 2 72,0-2 1,0 2-150,0-3 1,-3 3-147,-1-2 0,-2 2 10,-3 0 0,1 2-129,-2 0 0,0 0 90,-1 2 1,-1 2-77,1 2 1,-1 1 61,-1-1 1,3 3-279,2-1 1,-2 4-27,2-2 0,1 3-82,3-1 0,2 1-103,-2 0 0,2 0 143,0 0 0,2-1-146,2-2 0,2 0 101,2-4 0,1-2 156,-1 1 0,3-4-53,-1 1 1,3-3-11,-2-1 1,1-3 36,-1 0 1,0-2 43,0-2 1,-2-2 148,1 3 1,-1-4-44,0 2 1,-1-2 100,1-1 1,-2 0-49,0 0 1,0 1 87,0 1 1,-2 0-56,1 2 1,-1-1 236,1 1-230,-3 1 1,3 4 316,-2 2-492,-1 1 1,2 2 126,-3 1 1,0 2-140,0 5 0,0 1 137,0 3 1,2-1-488,0 1 0,0 0-132,-2 0 1,2 2-347,0 0 0,0 1 477,-2-1 0,2-4 381,1 2 0,4-8 0,1 1 0</inkml:trace>
  <inkml:trace contextRef="#ctx0" brushRef="#br0" timeOffset="317">359 174 7877,'-4'-10'41,"-2"0"167,2 1 1,-2 3 78,0-1 1,2 4-74,-1 3 0,1 0 384,-2 0-384,-1 0 1,1 3-164,0 1 1,0 2 8,2 3 0,0-1-125,2 3 1,1-1-127,-1 3 0,1 0 160,1 0 0,2 0-292,1-1 1,2 1 152,-1 0 1,2 0-173,3 0 1,-1-3 111,2-2 1,2-1-436,3 0 0,-1-4 340,3-1 1,-2-1 324,2-1 0,-3-5 0,1-1 0,1-5 0,-1 0 0,-1-1 0,-3-1 0,-2-2 0,-2 1 0,-4-13 0,0 0 0</inkml:trace>
  <inkml:trace contextRef="#ctx0" brushRef="#br0" timeOffset="597">519 46 7877,'-2'-11'0,"-1"1"-129,0 1 1,0 1 236,-1 3 606,3 3-457,-5 2 1,5 2-63,-1 3 0,1 3 32,1 0 1,0 4-146,0 1 0,3 1-32,-1 3 1,3-2-5,-1 5 0,2-5-189,0 5 1,0-3 86,1 0 1,-1 3-476,1 0 0,-1 0 275,1-3 1,-1 1-186,0-3 0,-1 2 64,-1-2 1,-3-1-276,1-3 652,-1-2 0,-2-3 0,-1-2 0,-13-27 0,-5-9 0</inkml:trace>
  <inkml:trace contextRef="#ctx0" brushRef="#br0" timeOffset="882">487 225 7877,'2'-6'-26,"0"-1"0,0 3 128,-2 0 1,3 2 374,2-3-319,0 4 1,4-3-1,1 3 157,2-1 0,-1 0-38,4 2 0,2 0-27,0 2 0,-1 1-213,1 3 0,-2 0 145,2 4 0,-2 1-369,0 2 0,-5 0 157,-1 0 1,-3 2-332,-2 0 0,1 2 85,-2-2 0,-1-1-95,-2-3 0,0-1-616,0-2 1,0-3 259,0 1 727,0-3 0,0-15 0,0-6 0</inkml:trace>
  <inkml:trace contextRef="#ctx0" brushRef="#br0" timeOffset="1170">686 90 7877,'-3'-10'-833,"2"1"416,-1 3 417,1 2 0,7 10 0,1 5 0</inkml:trace>
  <inkml:trace contextRef="#ctx0" brushRef="#br0" timeOffset="1460">782 206 6906,'4'1'161,"-2"1"1,-2 4-127,0 5 1,3 1-91,-1 1 0,3 0 91,-1 2 1,2 1-228,0 1 1,3-1 45,2-3 1,0-1 107,0-2 1,1-1 452,-1-5 0,-1-1-199,1-3 0,-4-3 259,2-4 1,-3-2-204,-1-4 1,0-1 86,-3-1 1,1 1-29,-1-3 1,-1 3-347,1-1 1,-2 1-389,0 2 0,3-1-586,-1 0 1,1 3-213,-1 1 1200,-2 2 0,9 15 0,-2 3 0</inkml:trace>
  <inkml:trace contextRef="#ctx0" brushRef="#br0" timeOffset="2156">1128 257 7877,'0'-9'0,"-2"1"288,0-3 1,-1 4-62,1-2 1,1 4 228,-4 1 1,3 2-106,-2 0 1,2 1-408,-2 1 1,-1 1 113,-1 1 0,0 3-14,-1 3 1,1 0-64,-1 3 0,1-1-199,-1 3 1,2 0-295,0 0 1,0 0 248,3 0 0,-2-1-288,2 1 0,0-1 211,2-1 0,0 0-9,0-2 1,3-1 348,1-1 0,2-4 0,0 0 0,3-3 0,-1 0 0,3-3 0,-3-1 0,2-4 0,-2 0 0,-1-3 0,2 3 0,-2-4 0,-1 1 0,-1 0 0,-1 0 0,0-1 0,0 2 0,-1-3 0,-1 1 0,-1 1 0,1 0 0,-1 3-82,-1 0 235,0 1-23,0 3 1,-1 2-78,-1 4 0,1 2 38,-1 2 0,0 3-41,-1-1 1,1 4 24,2-2 0,0 2-17,0 1 0,0-1-67,0-1 1,2 1 2,1-1 1,1-1-110,1 1 0,-2-4 7,2 2 1,-1-3 115,2-1 0,3 0-62,-1-3 1,1 0 36,-3-2 1,2-3-25,0-1 1,-1-4 18,2-1 0,-2-2-170,-1 0 1,1 1 149,-1-3 0,1 1 57,-1-3 0,0 1 226,-2-1 1,2 1-98,-2-3 0,-1-2 109,-1 0 0,1-2-58,-1 4 0,0-3 103,-2-2 1,0-1-30,0 4 0,0-1 73,0 5 0,0 1 441,0 3-81,0 2-742,0 5 0,0 4 124,0 5 1,0 3 127,0 3 1,2 2 6,0 2 1,1 2-478,-1 4 0,0 0 146,2 2 1,-2-1-27,2 1 1,-1-1 51,1 1 1,-3 0-150,1 1 1,0 0 37,0-3 0,-1 1 157,1-3 1,-2-3-54,0-1 1,-2-4 24,0-3 1,-1-3 199,1 0-187,2-4 1,-3-1 59,3-4 1,0-3-27,0-1 1,0-1-84,0-2 0,0-1 111,0 1 1,0-2-6,0-2 1,2 2 82,0-2 0,3 1-114,-1 1 1,2 1 217,0-1 1,1 0-120,-1 0 1,1 3 65,2 2 1,-1 0-74,2 2 1,-1 0-11,2 2 0,-4 1 36,2 3 0,0 3-28,0 1 1,-1 5 59,-1 2 1,-1 1-66,1 1 1,-2 2-63,0-1 1,0 2 61,-3-1 0,1-1-488,-1 1 1,-2-1-119,3 1 1,-3-4-348,0 2 0,0-4-359,0-1 1256,0-1 0,-3-12 0,0-3 0</inkml:trace>
  <inkml:trace contextRef="#ctx0" brushRef="#br0" timeOffset="2460">1494 58 7870,'-6'-12'232,"-1"2"0,1 0-539,2 4-1197,1 2 862,3 4 642,0 7 0,6 6 0,1 3 0</inkml:trace>
  <inkml:trace contextRef="#ctx0" brushRef="#br0" timeOffset="3007">1712 219 7870,'0'-10'-115,"0"3"0,0-1 475,0 1 1183,-3 3-1106,0 1 1,-4 3-175,-2 0 1,1 3-377,-3 1 0,3 3 126,-3 1 0,3 2-327,-3 3 1,3 2 205,0 0 1,0 2-97,2-2 1,0 2-76,2-2 0,1-1-185,3-3 0,0 1 18,0-1 1,1-2 89,1-3 1,2 0 124,5-4 0,-2 0 231,2-2 0,0-3 0,-1-1 0,2-3 0,-2-1 0,-1 0 0,2-3 0,-1 3 38,0-3 0,-3 1 88,2-1 1,-2-1 203,1 2 0,0-3-139,-2 1 1,1 0 130,-3 1 0,1-1-89,-1 1 1,-1 2 492,1 0-142,-1 5-507,2-2 0,-3 6 267,2 0-178,2 6 1,-3 2-198,4 2 1,-3 1 101,2 2 0,-2 0-130,3 0 0,-4-1 73,1 1 0,1 0-121,-1 0 0,1-1 40,-1-1 1,-1 0-13,1-2 1,1-1 77,-1-1 54,0-1 335,-2-2-306,0-2 0,1-2-52,1-2 0,-1-2 18,1-2-1,-2-1-329,0 1 1,3-3 115,-1 1 0,1-3 311,-1 2 1,-1-2 85,3 0 1,-1 1 238,1 0 1,-1-1-56,2-2 0,3 0-156,-2 1 0,2 2 324,-2 1 1,3 0-155,-1 3 0,3 1-118,-2 5 0,2 1-71,0 1 1,0 2-279,0 5 0,0 1-124,-2 3 1,-1 2-146,-1-1 1,-1 1-332,0-2 0,-1 2 328,-1 0 1,-3 0-3060,2-2 3369,-3 0 0,3 5 0,1 2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4:00.061"/>
    </inkml:context>
    <inkml:brush xml:id="br0">
      <inkml:brushProperty name="width" value="0.08571" units="cm"/>
      <inkml:brushProperty name="height" value="0.08571" units="cm"/>
      <inkml:brushProperty name="color" value="#E71224"/>
    </inkml:brush>
  </inkml:definitions>
  <inkml:trace contextRef="#ctx0" brushRef="#br0">135 32 7880,'0'-6'573,"0"-1"0,0 1 323,0-1-674,0 4 137,0 0 348,0 3-405,0 6 0,0 1 63,0 6 0,1 2-239,1 2 1,-1 2 87,4 0 1,-3 1-250,2-1 1,-2 2 96,2 1 1,-2 1-228,0-2 1,1 3 135,-1-3 0,0 1-204,-2-3 1,0-1-58,0 0 1,-2-3-202,0-2 0,-1-3-148,1-1 143,1-5 425,-2-1-49,0-9 1,3-1 115,-2-6 1,1 0-77,1 0 0,0 1 104,0-1 1,-2 0-66,0 0 1,-1 0 9,1 0 1,0 3-130,-2-1 1,2 3 95,-3-3 1,3 4 101,-2 0 0,0 2-69,-3 2 0,-1 1 212,-1 2 1,0 1-80,0 1 0,2 2 33,-4 5 0,2-1-71,-1 3 1,2-1 4,-1 3 0,3 0 312,2 0 1,-1-3-97,2 1 0,1 0-422,2 2 1,1-1 97,1 1 1,4-3 112,2-1 0,6-3-23,-1-2 0,4-1-655,0-3 1,2 0-144,0 0 1,0-3-308,0-4 0,3-2 1054,-1-4 0,-2 0 0,-1-11 0,-2-3 0</inkml:trace>
  <inkml:trace contextRef="#ctx0" brushRef="#br0" timeOffset="416">302 186 10069,'0'6'411,"3"1"0,-2 2-237,3 2 1,1-1-94,1 1 1,-2-1 88,1 3 1,-1 0-292,2 0 1,1-1 32,-1-2 1,0 2-339,1-4 0,-1 1 208,1-3 0,-3 0-47,0-2 0,-2-1 55,3-3 171,-4 0 1,4-3 18,-3-4 1,0 0-64,-2-4 1,3 3 216,-1-3 1,0 3-35,-2-3 1,2 3-131,0 0 1,2 0 12,-2 2 1,1 0-109,-1-1 0,0 2 105,2 0 1,0 2-9,3 1 1,-3 1 128,0-1 0,1 4-129,4 2 0,-1 2 114,3 0 1,-4 3-109,2 2 1,0 3 223,0 1 1,0 1 137,0-1 1,-5 1 144,0 4 0,-3-2-145,-3-1 0,-5 2-132,-3-2 1,-5-4-497,-3 0 0,-2-4 239,-2-1 0,-2-1-502,1-3 1,3 1 332,0-3 0,8 0 218,2-4 0,19-22 0,6-7 0</inkml:trace>
  <inkml:trace contextRef="#ctx0" brushRef="#br0" timeOffset="825">616 237 7880,'4'0'2180,"-1"0"-1814,-1 0 0,-1 3-139,1 2 1,1 1-27,-1 2 0,2 2-224,-1 3 1,1 3 121,-2 1 0,2 1-322,-2-1 1,1 1 209,-1-3 0,-1 0-116,1-2 1,-1-3-165,-1-2-48,0-1 445,0-3 353,0-1-399,0-9 1,0 0-24,0-5 1,0-1 2,0 1 1,0 1 28,0-1 1,0 1-268,0-3 0,1 0 67,1 0 1,1 1-34,4 1 1,1 0 0,1 2 1,2-1 89,0 4 0,1-1 208,1 5 1,-1 0-136,-1 4 1,1 2 257,-1 2 1,-2 4-81,-1 0 0,-1 3-369,0 2 0,-1-1 168,1 1 1,-3-2-279,0 0 0,-2 0-302,3 0 0,-2-1-1141,2-1 1746,0 1 0,2-2 0,3 2 0</inkml:trace>
  <inkml:trace contextRef="#ctx0" brushRef="#br0" timeOffset="1250">1071 321 8208,'-6'-10'738,"0"-2"-149,-1 1 0,1 2-181,-1 0 0,2 2 158,0 1 0,0 1-159,0 1 1,2 3-403,-1-1 1,-1 4 96,-1 2 1,-1 2-156,-2 0 1,2 3 91,-1-1 0,-2 4-191,2-2 0,-1 2-13,3 1 0,-1 0 95,1 0 0,2 0-345,2-1 1,1 3 137,-1 0 0,2-2-382,0-2 0,3-4 246,3-1 1,3 0 266,2-4 1,1-1-50,1-5 0,0-1-12,2-6 0,-1 0 269,1-1 1,-4-1-93,0 0 0,-1 0 112,1 0 1,0 0-52,-2 1 0,-2-1 426,-2 0 1,0 2-189,0 1 1,0 2-20,-1-1 390,2 5-123,-3 1 1,3 4-621,-2 1 1,0 2 83,-2 5 0,-1 0-113,1 2 0,-1 2 76,1-2 1,-1 3-576,1-1 0,-1 0 278,-1 2 0,0-2-1305,0-3 1658,0 2 0,14 1 0,4 4 0</inkml:trace>
  <inkml:trace contextRef="#ctx0" brushRef="#br0" timeOffset="2090">1225 282 7880,'-2'-9'0,"1"2"1246,-1-2-302,1 2 202,1 1-640,0 2 0,3 1-51,1 3 0,1 4-56,-1 2 0,2 1-125,-2 4 0,2 0-317,0 2 0,1 0 94,-1-1 1,0 1-80,-2 0 1,2 0 101,-2 0 1,-1-1 80,-1-2 0,1 2-354,-1-4 0,0 1-1196,-2-3 289,0 1 445,0-4 471,0 0 1,0-3 71,0-3 0,0-2-159,0-4 0,1-2 110,1 0 0,-1 0-84,1 0 0,1-1 107,-1 1 0,2-1 15,-2-1 0,3 0 326,0 1 0,-2-1-173,2 3 1,-1 0 79,2 1 1,1 3-47,-1-1 0,1 2 32,-1 3 0,0-1-42,1 3 0,-1 1 83,1 1 1,-2 2-28,0 2 1,0 1-10,-3 2 1,1-1 16,-1 2 0,-2-1-67,3 2 0,-3-1-83,0 3 0,1-2 92,1 0 1,-1-1-48,1 0 1,-1-1 41,2-2 0,-3-1 22,2 1 15,2-1 1,-3-2-5,4-2 0,-3-1-228,2-1 0,-2-3 71,2-2 1,0 0-256,0-2 1,2 1 105,-2-1 1,1-2 9,0-1 0,0 0 68,0-1 0,-2 0 207,1-2 0,0 3-59,0-1 1,2 3 74,-2 0 1,0 0 128,0 2 1,-2 0-65,2 2 0,-1 1 133,1 3 1,-2 0-55,2 0 1,-2 3 93,3 1 1,-4 2-122,1 0 1,1 3-135,-1 0 0,3 1 60,-1-1 0,1 2-104,0 0 1,0-1-245,0 1 0,3-4 150,0 2 0,1-1-487,-3-1 0,3 1 234,-1-4 1,1-1-113,-3-1 0,1-1 131,-1-1 0,0-1-117,-2-1 1,2-2 42,-2-2 1,2-3 183,0 1 1,-2-1 202,-2 0 1,1 1-114,-1-3 0,2 3 742,-2-3 0,0 3-364,-2-3 1,0 3 572,0 0 0,2-2-363,1 2 1,-1 1 943,-2 3-453,3 3-415,-3-2-194,6 3 1,-5 3-131,4 1 0,-4 4 174,1 0 0,1 3-62,-1-2 0,1 2-342,-1 0 0,0 1 78,2 1 1,-3-3-1405,1 1 1,0-2 88,0 1 1,-1-2-456,4 1 0,-3-3 1694,2-2 0,12-21 0,5-8 0</inkml:trace>
  <inkml:trace contextRef="#ctx0" brushRef="#br0" timeOffset="2314">1751 96 7880,'-2'-9'386,"1"2"-257,-1-2-129,1 5 0,4 1 0,12 9 0,5 1 0</inkml:trace>
  <inkml:trace contextRef="#ctx0" brushRef="#br0" timeOffset="2591">1982 289 7880,'0'-7'698,"0"1"-162,-3-1-109,0 1 1,-4 2-59,1 2 1,-3 2 19,1 0 0,-3 2-116,3 3 0,-4 1-39,2 3 1,0-1-100,2 2 1,1 1-121,0 2 1,4 0-365,1-1 0,2 3 279,2 0 1,2 0-579,4-2 1,2-2 326,3 0 0,0-4-742,0-1 0,1 0 424,0-4 0,0 0 639,1-2 0,24-17 0,6-4 0</inkml:trace>
  <inkml:trace contextRef="#ctx0" brushRef="#br0" timeOffset="2925">2213 244 7880,'-6'-7'361,"-1"1"1,2 0-72,-1 2 1,1 1 48,-4 3 0,2 0-111,1 0 0,-1 1 122,-2 1 1,4 1-173,-1 1 0,1 2-61,-2-2 1,3 2-133,0 0 0,2 1 84,-3 2 0,4-2-247,-1 2 0,1-2 62,1 2 1,1-2-201,1 2 1,4-2 144,2-1 1,4 1-245,-2 2 0,5-2 137,0 2 0,0-2 82,-3-1 1,1 3 33,0-1 1,-2 1-25,-1-3 1,-2 1 1496,1-1-712,-2 0 103,-4 1 1,0-3-293,-3 0 1,-3-2 74,-4 0 1,-2-1-190,-4-1 1,-2 0-216,0 0 1,-2-1-1112,-1-1 0,3 0 598,0-2 1,1 2 431,1-2 0,9-6 0,2-4 0</inkml:trace>
  <inkml:trace contextRef="#ctx0" brushRef="#br0" timeOffset="3483">2855 314 7878,'10'-5'0,"-2"3"0,-4-5 794,2 2 0,-5 1 282,1 0-665,-1 2 1,-6-1-194,-2 3 0,-4 0-45,-2 0 0,0 2-100,-2 1 0,2 2 107,0-1 1,-2 4-227,0 0 0,1 3 51,3-3 0,0 4-193,2-1 1,0 0 123,3 0 1,3 0-396,0-2 0,6-1 191,1-1 1,5-2 45,4 0 0,3-3-136,3-2 0,0-2 57,0 0 0,0-3-306,-2 1 0,-4-2 190,-2 0 1,-3-1 29,1-2 1,-3 2 386,-2-2 0,-1-1 0,-9-14 0,-1-6 0</inkml:trace>
  <inkml:trace contextRef="#ctx0" brushRef="#br0" timeOffset="3817">3130 160 7878,'10'-9'0,"2"1"723,-4-2 0,0 1-269,-4-2 1,-1 4-215,-3-2 1,0-1 37,-3-1 1,0 0 47,-4 0 1,-2 0-21,-1 2 0,-5 1-65,0 1 0,-2 2-237,2 0 0,0 2 97,2 3 0,1 1-241,2 1 1,0 3 121,4 6 0,2 1 0,2 7 0,2 2-80,2 5 1,3 0 80,3 2 1,-1 1-437,2 3 1,1 0 154,1 0 1,-1 0-303,0-2 1,1-2 240,2-2 1,-1-3 5,-1-2 0,-2-7-296,-3-3-230,1-3 533,-4-5 1,0-1 345,-3-4 0,0-4 0,-3-16 0,0-5 0</inkml:trace>
  <inkml:trace contextRef="#ctx0" brushRef="#br0" timeOffset="4050">3015 321 7878,'-4'-7'1740,"2"1"1,2 2-800,2 2 0,5 2-476,3 0 0,6 0-381,3 0 0,1 0 15,4 0 1,-1 2-2081,3 3 0,-3-3 1981,-2 1 0,-4-8 0,-1-2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14:06.598"/>
    </inkml:context>
    <inkml:brush xml:id="br0">
      <inkml:brushProperty name="width" value="0.08571" units="cm"/>
      <inkml:brushProperty name="height" value="0.08571" units="cm"/>
      <inkml:brushProperty name="color" value="#E71224"/>
    </inkml:brush>
  </inkml:definitions>
  <inkml:trace contextRef="#ctx0" brushRef="#br0">19 57 7948,'-4'-6'291,"0"-1"875,-1 1-387,2 2-495,0 1 0,3 4 59,0 1 1,0 4-85,0 3 1,1 4 126,1 0 0,-1 5-101,4 1 1,-1 1-19,2 3 0,1 1-125,-1 2 1,1 2-140,-1 2 0,0-2-178,1-2 0,-3-4 157,0-2 1,0-3-239,0-2 86,-1-3 70,-3-8 0,0-2-44,0-4 8,0-2 1,0-2-48,0 0 0,0-1-192,0-2 0,0 1 143,0-3 1,0 1 71,0 0 0,0-2 187,0 1 0,0 0-100,0 0 0,2-1 140,0 4 0,3-3-101,-3 3 1,3-1-40,-1 3 0,2-1 45,0 1 0,3 2 161,2 2 0,1 2 136,1 2 0,0 4-10,0 3 0,2 2-305,0 0 0,0 3 69,-3 1 1,-2 2-30,-1-2 0,-2 2 10,-1-2 1,-3 0-250,-3-2 1,-3-1 64,-6-1 1,-4-2 24,-4-3 1,-2-1-33,-2-1 1,0-3-195,-3 1 0,4-1-522,1-1 1,3-3 367,3-1 0,4-2-175,2 0 710,4-3 0,31-13 0,8-5 0</inkml:trace>
  <inkml:trace contextRef="#ctx0" brushRef="#br0" timeOffset="189">372 243 7948,'6'-3'1566,"-1"3"-492,-1-3-707,-3 3 0,4 5-132,-2 1 1,-1 5 18,1-1 0,-2 3-33,3-1 1,-2 1-620,3 0 1,-4 0 56,1 0 0,1 0-171,-1-1 1,0-1-795,-2 0 0,0-6 1306,0 2 0,-5-16 0,-2-3 0</inkml:trace>
  <inkml:trace contextRef="#ctx0" brushRef="#br0" timeOffset="342">378 121 7948,'-3'-10'0,"-2"-1"-515,3 2 147,0 1-297,2 4 665,0 1 0,17 23 0,4 5 0</inkml:trace>
  <inkml:trace contextRef="#ctx0" brushRef="#br0" timeOffset="581">661 282 7948,'-9'-4'-11,"1"2"1,-4 1 125,2 1 1,0 0 149,-1 0 1,0 3-45,-2 1 0,3 4 101,-1 1 1,4 2-74,0 0 0,2 1-175,3 1 1,0 0 8,4-1 0,5 1-67,3-3 1,3 2-240,-1-4 1,3-1 160,0-3 1,2-3-150,-2 1 0,0-4 87,-5-2 1,2-2-156,-4-3 1,0 1-25,-4-3 303,-1 1 0,-14-14 0,-3-4 0</inkml:trace>
  <inkml:trace contextRef="#ctx0" brushRef="#br0" timeOffset="899">795 102 8007,'0'-6'1379,"0"2"1,1 2-880,1 4 0,0 2 52,2 5 1,-2 4 105,2 4 1,0 1-351,0 2 0,2 2-67,-2 1 1,2 2-869,0 1 1,1-1 462,-1 1 1,1-3-1213,-1-2 0,0-3 665,1-1 0,-2-5-959,0-2 1670,-2-5 0,-3-10 0,0-6 0</inkml:trace>
  <inkml:trace contextRef="#ctx0" brushRef="#br0" timeOffset="1182">1071 269 7973,'0'-7'1167,"0"1"-1103,0 2 150,0 2 1,-3 2 35,-1 2 1,-4 3-321,0 3 1,-4 1 143,2 4 0,-2-2-268,2 4 0,0-1 159,4 1 0,0-1-101,2 1 1,1-2 24,3 0 0,1-3 111,1-1 0,4-3 23,5-2 0,3-1 75,1-3 1,1-3-32,-1-1 0,-2-2-20,-1-3 1,0-1-300,-6-3 1,1 0 108,-4-2 1,-1 1-1130,-2-1 1272,-3 2 0,-9-12 0,-5-2 0</inkml:trace>
  <inkml:trace contextRef="#ctx0" brushRef="#br0" timeOffset="1676">1360 314 7960,'3'-10'651,"-2"1"179,3-2 0,-2 2-457,0 3 0,-1-1-137,-1 1 0,0 2-241,0-1 0,-3 3 135,-1-2 1,-3 3-251,-1-2 0,0 3 79,-3 0 0,0 0-35,-1 3 0,-2 0-40,-1 4 1,1-2-64,0-1 1,0 4-146,1-1 0,2 1 120,1-2 0,4 3-64,0-1 1,4 1 32,-1-3 1,3 3-100,0-1 0,3-1 19,4-3 0,0-2 185,6 2 1,-1-2 28,3 0 0,0-1 195,0-1 0,1-3 182,-1-2 1,-1 2-188,0-1 1,-1-1 97,-2-1 0,-1 2-71,-1-1 1,-2 2 612,1-1-224,-1-2-64,0 5-264,-1-2 1,-2 4-14,-2 1 0,-1 2-79,-1 2 0,0 1 48,0 2 1,-1-1-194,-1 2 1,0 0 58,-2 1 0,-1 1-118,-4-1 1,2-2 66,-4 0 1,0-2-448,-4-1 0,1 1 60,-1-1 1,2-2-91,0-2 1,0-2 528,0 0 0,0-20 0,0-5 0</inkml:trace>
  <inkml:trace contextRef="#ctx0" brushRef="#br0" timeOffset="1898">1469 224 7960,'3'3'1307,"2"0"-871,-2 4 1,2 1 136,-1 2 0,2 2-159,0 5 0,0-2-372,1 2 1,-1-1 85,1 1 1,-1 0-260,0-2 1,-1-5-395,-1 1 0,-3-3-1323,2-2 1848,-3-2 0,-3-24 0,0-9 0</inkml:trace>
  <inkml:trace contextRef="#ctx0" brushRef="#br0" timeOffset="2056">1456 128 7962,'-6'-13'0,"2"3"1158,1 1-273,0 5-1073,3 1 1,-3 4-330,3 1 0,2 2 517,0 2 0,23 23 0,4 6 0</inkml:trace>
  <inkml:trace contextRef="#ctx0" brushRef="#br0" timeOffset="2299">1700 237 7962,'-11'-5'0,"0"1"0,3 3 260,-3-1 0,0 4-76,-1 2 1,2 2 362,1 3 0,2 1-151,1 3 1,-1 0-153,1-1 1,2 1-180,2 0 0,5 2-187,3 0 0,4 0 220,5-2 1,2-3 60,2 1 0,2-3-2338,1 1 2179,2-2 0,27-21 0,11-4 0</inkml:trace>
  <inkml:trace contextRef="#ctx0" brushRef="#br0" timeOffset="2882">1873 269 7962,'-2'-7'429,"0"1"0,-3 0 250,3-1-534,-3 4-37,2 0 1,-3 6 89,2 1 1,-1 2-22,3 3 1,-1-1 44,1 2 1,1 1-191,-1 2 1,1 0 72,1-1 1,0 1-318,0-3 0,0 2-81,0-4 1,0 3-93,0-3 1,3 1 131,1-3 0,2-2 77,0-2 0,1-1 33,-1-1 1,1-1 18,-1-1 0,0-2-99,1-2 1,-1-1 45,-2-2 1,1 0-57,-3-2 0,0-1 105,-2 2 1,0-3 113,0 1 0,0 0 149,0 1 1,0-1-95,0 4 1,-3-3 15,-1 3 0,0 0-76,0 4 1,2 1 158,-2 3 1,2 0 11,-3 0 0,4 3 123,-1 4 1,1 2-25,1 4 1,2 0-125,0-1 0,3 2 51,0 1 0,0-2-67,2 2 1,1-2 108,1-2 0,1 0-100,-1-2 1,2-1 7,0-4 1,1 1-6,1-3 0,-2 0-200,-1-2 0,0-3 24,1-1 0,0-2-133,-2-3 1,0 1 50,0-2 1,-2-1 104,2-2 1,0 0 247,-1 0 0,1-1-144,-3-1 0,0-4 69,-2 0 0,1-3-67,-3-4 1,1 0 258,-3 1 1,-3 0-60,1 1 1,-5-2-110,1 2 35,-2 4 136,1 4 1,-1 6-14,-1 1 0,1 5 21,1 2 1,2 2-98,0 2 1,0 5 256,3 6 0,0 3-130,2 3 1,3 0-184,1 1 0,3 2 0,1 1 1,2 2-143,0 1 1,2-1-1774,-1 1 845,1 0 658,4 2 1,2-1-3847,4 0 4065,-1-3 0,7-5 0,2-3 0</inkml:trace>
  <inkml:trace contextRef="#ctx0" brushRef="#br0" timeOffset="3844">2508 243 7904,'0'-6'1442,"0"2"0,1 5-1205,1 5 0,-1 4 49,4 2 0,-3 2-181,2 1 0,0-1 88,0 3 1,1-2-266,0 2 1,0 0 88,-1 0 1,1-2-117,-3-2 0,2-2 30,-1 0-37,-1-3-9,-2 1-38,0-6 1,0-3-246,0-4 0,0-2 154,0-3 1,-2-1 181,-1-3 1,-1 0-27,2 1 0,0-3-30,2 0 1,0-1-32,0 1 1,0 2 209,0-2 1,1 1 2,1 1 0,1 1 117,4 1 1,0 2 20,1 3 1,0 2-72,3 2 1,-1 2 28,1 2 0,1 5-69,-2 3 0,0 3-289,1 2 1,-3-1 95,0 3 1,-1 0-180,-3 0 1,1 1-142,-3-3 0,0 0-169,-2-3 1,0 1-121,0-3 1,0 0-5,0-4 715,0 0 0,6-11 0,1-2 0</inkml:trace>
  <inkml:trace contextRef="#ctx0" brushRef="#br0" timeOffset="4184">2790 339 7499,'4'-3'140,"1"3"1,-1-3 287,2 3-110,1 0 1,-1 0 145,1 0 1,1 0-59,1 0 0,1 0-315,-1 0 1,2 0 125,-3 0 0,3 0-485,-2 0 1,1 0 200,-1 0 1,-1-1-872,-4-1 666,2-2 1,-6-2-15,2 0 0,-2-1 52,-2 1 1,-2-1-61,-5 1 1,0 0 533,-1-1 0,-3 1-159,3 2 0,-2-1 358,-1 3 0,1 0-184,1 2 1,2 0 153,2 0 0,1 3-114,-1 1 0,2 4 77,0 0 0,3 4-119,2-1 0,1 3-137,3 1 1,1 0-33,6-2 1,0-1-226,2 1 1,2 0-562,2 0 1,2-1 391,0-1 1,1-3-819,1-3 1,-1-3 1127,2-2 0,-2-11 0,-1-3 0</inkml:trace>
  <inkml:trace contextRef="#ctx0" brushRef="#br0" timeOffset="4561">3047 294 7815,'0'-6'-266,"-1"0"568,-1 2 1,1 0-94,-1 2 0,1 2 84,-1-3 1,1 3-75,-1 3 1,1 0 228,1 4 1,0 1-92,0 1 1,3 2 81,1 0 1,2 1-150,0 1 0,1-3-117,2 1 1,-1 0-422,2 2 1,-1-3 218,2 1 1,-1-3-200,3 0 1,-1-1 182,-1-3 0,0-1-726,-2-3 1,-1 0 336,-1 0 0,-1-4-227,-2-2 1,-1-1 235,0-4 0,-3 0 221,2-1 0,-1 1 211,-1 0 1,-2 1-74,0-3 1,-3 2 145,1 0 0,0 3-103,0-3 1,2 3 708,-3 0 0,3 1 30,-2 3 439,2 1-748,0 3 1,2 1-40,2 1 0,2 4-136,2 5 0,2 1-263,0 1 1,0 0-415,3 0 0,-3 0 313,3-1 0,-3 1-310,0 0 1,2 0 193,-2 0 1,1-3-884,0 1 0,-2-4 1131,2 0 0,1-15 0,0-6 0</inkml:trace>
  <inkml:trace contextRef="#ctx0" brushRef="#br0" timeOffset="5102">3310 307 7904,'3'-3'80,"2"0"354,-3-4-223,3 4-22,-1 0 0,2 3 348,1 0 1,-1 4-116,1 2 1,-1 1 2,0 4 1,1-1-192,-1 3 0,1 0-148,-1 0 1,-2 1-441,1 0 1,-2-1 278,2 0 0,0-1-196,-3-3 1,1 1 131,-1-1-82,-2-3 26,3-3 99,-6-12 1,0 3 47,-4-6 1,1-2 43,0-1 0,-1 0 121,1 2 1,1 0-97,1 1 0,3-1-510,-1 3 0,2-2 199,2 1 0,2 2-354,5 0 0,1 4 253,5 1 1,-1 2 2,4 0 1,-1 2 387,2 0 0,0 2 0,0 0 0,1 1-48,-1-1 0,-3-1-61,-1 1 1,-2-1 809,-2 1 1,-2-1-132,-3 1 1162,1-1-656,-4-1-756,0 3 0,-3 0-94,0 4 0,-3 1-154,-1 1 1,-1 0-26,1 0 1,-2-2-115,2 4 0,1 0-145,1 2 0,1-1 103,1 1 1,1 0-207,1 0 1,2-2 131,2-1 1,3-2 69,2 1 0,1-3 58,1-2 1,0-1 110,0-3 1,2-3-21,0-4 1,-1 0-13,-4-4 0,0 1 14,-4-3 0,0-2 24,-2 0 1,-2-1-152,-4 1 1,-2 2 110,-5-2 0,-1 1-505,-2 1 1,-4 1 190,-1 2 0,-2 0-869,0 4 1161,0 2 0,-1 7 0,1 4 0</inkml:trace>
  <inkml:trace contextRef="#ctx0" brushRef="#br0" timeOffset="5568">3855 301 7904,'0'-4'354,"0"1"0,1 3 69,1 0 1,-1 1 1,4 1 1,-2 3-24,1 3 1,2 1-124,-2 2 1,2 1 42,0-1 1,0 1-106,-2 1 0,2-1-164,-2-1 0,2 1 71,1-2 0,-4 0-292,-1-2 0,1-3-99,-1-1-128,0-2-332,-2 1 544,-3-9 1,0 2-2,-3-5 0,-1 0 114,1 0 0,1 0 250,1 1 0,3-2-93,-1 0 0,1-2 80,1 4 1,0-3-85,0 2 1,3 0-191,1 1 1,2 1-10,3-2 0,-1 5 92,2 2 0,1 1 32,2 1 1,-1 1-31,-1 1 0,1 3 117,-1 4 1,0 2-99,0 0 0,-1 3-165,-2 1 1,-1 1-175,2-1 0,-2-1-327,-1 3 0,-1-2-376,-1-1 0,0 0 191,0-1 854,2-3 0,-3-12 0,4-6 0</inkml:trace>
  <inkml:trace contextRef="#ctx0" brushRef="#br0" timeOffset="5953">4285 320 7904,'3'-10'356,"-3"0"132,2 2-195,-1 0 0,-4 0-76,-1 4 0,-2 1 69,0 3 1,-1 0-70,-2 0 0,1 2 87,-2 0 1,1 3-87,-2-1 1,4 2-2,-2 0 0,3 1-404,1-1 1,2 1 208,3-1 1,0 1-277,0 2 0,1-2 160,1 1 0,4 0-83,3-2 1,1 0 10,-1 1 1,2-1 64,0 1 0,3-3-8,1 0 0,1 0 7,-1 3 0,-2-3-19,2 0 0,-1 1 74,-1 1 0,-1-2-6,-2 1 1,0-1-17,-4 2 0,-2 1 180,-2-1 0,-2-2-12,-2 1 0,-4-2 87,-3 2 1,-4 0-59,0-3 0,-3 2 80,1-2 0,-2 0-470,2-2 0,-2 1 129,2 1 1,0-1-753,2 1 1,1-1 884,1-1 0,5-6 0,3-1 0</inkml:trace>
  <inkml:trace contextRef="#ctx0" brushRef="#br0" timeOffset="6140">4554 474 7904,'6'-1'2056,"-2"-1"0,2 1-960,-2-1 1,2 2-2819,0 0 0,1 0 431,-1 2 1,-2 0 1290,-2 2 0,-22-8 0,-4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07.483"/>
    </inkml:context>
    <inkml:brush xml:id="br0">
      <inkml:brushProperty name="width" value="0.08571" units="cm"/>
      <inkml:brushProperty name="height" value="0.08571" units="cm"/>
      <inkml:brushProperty name="color" value="#004F8B"/>
    </inkml:brush>
  </inkml:definitions>
  <inkml:trace contextRef="#ctx0" brushRef="#br0">26 27 7794,'-13'-8'1225,"6"-3"-791,2 10 48,5-5-331,0 6 0,0 1 0,0 4 0,0 2 16,0 6 1,1-1-118,3 1 1,-2 2 6,2 2 0,-1 3 74,1 6 1,-2-1-236,2 1 1,-1 1-51,1 3 0,-2-3-31,2 4 0,-1-4 66,1-2 0,-3-3-63,4-1 0,-2-5 70,1 1-161,-3-8 34,5-3 167,-6-6 0,4-6-126,1-3 1,0-6 53,0-3 1,-4-3 32,3 4 1,-1-2 60,1 2 0,-1 3 69,6-4 1,-5 3-61,5-2 0,-5 4 120,5 0 1,-6 0-50,1 4 1,3 2 171,2-1 1,-2 5-40,1-2 1,-3 4-16,3 1 0,1 0 127,4 0 0,-5 6-120,1 2 0,-2 4 54,2 1 1,1 1-181,-6 3 0,4-3-146,-3 4 0,3 0-459,-3-1 0,0 1 322,0-6 0,-4 1-781,3 0 1035,-2 0 0,-14-23 0,-2-6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12.954"/>
    </inkml:context>
    <inkml:brush xml:id="br0">
      <inkml:brushProperty name="width" value="0.08571" units="cm"/>
      <inkml:brushProperty name="height" value="0.08571" units="cm"/>
      <inkml:brushProperty name="color" value="#004F8B"/>
    </inkml:brush>
  </inkml:definitions>
  <inkml:trace contextRef="#ctx0" brushRef="#br0">13 26 7706,'-7'-7'857,"1"2"-230,6-1-258,0 4 24,0-3 46,0 5-232,0 0 0,0 5-35,0 4 1,1 2 0,4 2 0,-4 4-68,3 1 1,-2 5-142,-2-2 1,0 8-97,0 1 0,0 5 53,0 0 0,0-2 24,0 1 0,0-1-19,0 1 0,0-2-125,0-7 0,0 0 68,0-4 0,0-2-184,0-6 125,-6-6-212,5-1 299,-5-6 0,6-6 7,0-3 1,1-2-12,4-2 1,-2-4 21,5 0 0,-3-5-6,3 5 0,-4-4-66,5 3 1,0-5 16,3 2 0,-3 1 138,0-1 1,-1 5-47,5-1 0,4-2 137,0 2 0,1 1-23,-6 8 0,1-2 422,0 5-321,0 1 1,0 5 51,0 4 0,-6 2 61,-3 6 1,2 4 131,-2 0 0,1 6-127,-5-2 1,1 2-22,3-1 1,-2 1-322,2-6 1,-1 4-90,1-4 0,-2 1-410,2-6-497,-3 1-985,-1 0 2038,6-6 0,-5-12 0,5-10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4:56.151"/>
    </inkml:context>
    <inkml:brush xml:id="br0">
      <inkml:brushProperty name="width" value="0.08571" units="cm"/>
      <inkml:brushProperty name="height" value="0.08571" units="cm"/>
      <inkml:brushProperty name="color" value="#004F8B"/>
    </inkml:brush>
  </inkml:definitions>
  <inkml:trace contextRef="#ctx0" brushRef="#br0">218 135 8014,'3'-3'1643,"0"2"-1339,-3-1-260,0-1 1,1 2-1417,1-1 835,-1 1 537,2 1 0,-3 6 0,0 1 0</inkml:trace>
  <inkml:trace contextRef="#ctx0" brushRef="#br0" timeOffset="691">19 26 7791,'-4'-6'355,"0"1"1202,1 1-1197,1 3 1,2-4 63,-3 2-206,3 1 0,-2 5 0,4 1 1,-1 2-1,3 1 0,0 0-84,0 1 0,2 2-95,-2 0 1,2 2-143,0-1 0,1 1-435,-1 1 1,0-1-56,-2-1 1,2 1-1383,-2-1 1975,2-2 0,6-6 0,1-3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4:58.167"/>
    </inkml:context>
    <inkml:brush xml:id="br0">
      <inkml:brushProperty name="width" value="0.08571" units="cm"/>
      <inkml:brushProperty name="height" value="0.08571" units="cm"/>
      <inkml:brushProperty name="color" value="#004F8B"/>
    </inkml:brush>
  </inkml:definitions>
  <inkml:trace contextRef="#ctx0" brushRef="#br0">13 244 7810,'-3'-6'36,"2"2"-18,-1-1 1,1 3 355,-1-2 617,1 3-262,-2-2-124,3 3-345,3 3 1,-2 0-86,4 4 1,-1 2-2,2 1 1,-1 1-12,-1 2 1,0-2-71,3 4 0,-1 0-53,0 0 0,1-2-240,-1 2 1,1-1-479,-1-2 1,1 3 18,-1 0 0,-2-2-1169,0-2 1314,1-3 1,1 0 513,1-3 0,5-20 0,1-6 0</inkml:trace>
  <inkml:trace contextRef="#ctx0" brushRef="#br0" timeOffset="320">270 315 7810,'-1'-6'216,"-1"2"224,1-2-305,-5 5 1,5-1 150,-3 2 1,1 2-232,-1 0 1,2 4-123,-2 0 1,2 0 170,-3 3 1,4 1-167,-1 1 1,-1 0-216,1 0 0,0 1 89,2-1 0,2 0-93,0 0 0,4 0 61,0-2 0,3-1-60,4-1 1,0-4 218,0-1 0,0-2 176,-1-2 1,1-1 19,0-4 1,-4-2 48,-2-2 1,-4-2 112,-3-2 1,0 2-215,0-2 1,-5 1-194,-1 2 0,-5 2-58,1 1 0,-3 2-351,1 0 0,-1 2 519,0 0 0,6 11 0,1 5 0</inkml:trace>
  <inkml:trace contextRef="#ctx0" brushRef="#br0" timeOffset="951">577 296 7810,'0'-7'0,"0"1"119,0-1 1,0 3 597,0 0-448,0 0 1,0-2 132,-2 2 0,0-1-417,-2 2 1,0 1-25,-3 2 0,1-2-24,-1 0 1,-1 0 4,-1 2 1,-1 1-165,1 1 0,-2-1 115,3 3 0,-2 1-23,2 1 1,2 1 63,-1-1 1,1-2-209,1 1 0,2-1 24,-1 2 0,2 1-56,0-1 247,1 0-11,1 1 0,3-1 14,1-2 0,2-1-34,1 0 1,0-3 12,1 2 1,-1-1 57,2-1 0,0 0 0,0 0 1,-1 0 176,-1 0 1,1 0 34,1 0 1,-1-1 35,-4-1 0,2 2 12,-2-3-67,2 0 1,-1 1-39,0-2 1,-2 3 282,-1-1-165,-1-2 28,2 3-286,0-2 23,-3 3 55,6 0-58,-2 0 1,2 1-4,0 1 1,-1 0-1,-1 2 0,0 1-117,3 4 1,-1-2 60,1 4 0,1-2-8,1 4 0,-1-2-92,-1 2 0,-2 2 107,0-2 1,0 1 119,-3-1 1,0-1-46,-2-2 1,-2 0 141,-2-1 0,-1-4-235,-6 1 0,0-1-177,-4-1 0,1-1-10,-3-3 0,2 0-268,-2 0 1,2-1 14,0-1 1,5-2 493,1-5 0,16-15 0,5-7 0</inkml:trace>
  <inkml:trace contextRef="#ctx0" brushRef="#br0" timeOffset="1152">719 296 7810,'6'0'1106,"0"0"-694,-2 2 1,2 0-232,-2 2 0,-1 0 22,2 3 1,-1 1-26,2 1 0,3 0-76,0 0 0,-1 0-133,-2 2 1,1 1-125,-1-1 1,1-2-372,-1-1 1,0 0-1485,-2-2 2010,2 0 0,-8-11 0,1-2 0</inkml:trace>
  <inkml:trace contextRef="#ctx0" brushRef="#br0" timeOffset="1302">706 142 7810,'-6'-7'-53,"1"2"-213,1 0-179,2 0-537,-1 4 982,3-2 0,23 23 0,6 5 0</inkml:trace>
  <inkml:trace contextRef="#ctx0" brushRef="#br0" timeOffset="1721">949 232 7834,'0'-4'369,"-2"-2"1,-3 3 25,0-1-262,-2 1-198,1 3 0,-1 0 109,1 0 0,0 1-88,2 1 1,-2 0-193,2 2 0,-2 0 24,0 3-62,-1-1 1,1 0 19,0 1 1,2-1 142,2 1 0,1-3 90,1 0 0,0-2 0,0 3 11,0-1 1,3 2 15,1 1 1,4-3-1,1 0 1,2 0-27,0 0 1,1 1 75,1-3 1,0 2 1,-1-1 1,1 1 103,0-2 0,-1 3-92,-1-1 0,1 0 131,-1 0 1,-1 0-140,0 3 0,-2 0 24,1 1 0,-5 0-44,-2 0 1,-1 0-4,-1 1 0,-2-2-169,-2 1 1,-1-1-49,-6 0 1,1-3-172,-3 0 1,0-2 19,0 0 329,-2 1 0,-10-13 0,-5-2 0</inkml:trace>
  <inkml:trace contextRef="#ctx0" brushRef="#br0" timeOffset="1987">1039 135 8329,'0'-6'298,"0"2"1,3 2 242,1 4 0,3 5-249,1 3 0,2 5-144,3 2 1,1 2-38,1 0 1,-2 3-110,2 2 1,1-1-134,-1 0 1,-1 0-423,-3 1 0,-2-5 106,-3-1 0,0-6-1261,-2 1 788,2-5 920,-5-2 0,-13-17 0,-5-7 0</inkml:trace>
  <inkml:trace contextRef="#ctx0" brushRef="#br0" timeOffset="2271">1058 270 7836,'0'-4'92,"0"-1"202,0 0 1,1 3-116,1-1 1,2 3 12,2 0 0,4 0-15,0 0 0,5 0-107,-1 0 0,2 3 130,-1 1 1,2 2-5,2 0 1,-2 0-131,0 1 1,-3 1-1,1 1 0,-1 0-148,-1 0 1,-1-1 17,-2 2 1,0-2-171,-4 1 1,0 0-91,1-1 0,-1 1-264,-2-3 1,-1 1 214,0-1 1,-1-1-516,3-1 888,-2-3 0,2-6 0,2-6 0</inkml:trace>
  <inkml:trace contextRef="#ctx0" brushRef="#br0" timeOffset="2437">1244 135 7861,'-10'-8'167,"2"-1"750,1 1-1223,3 1-412,1 4 0,4 1 223,1 4 0,0-1 495,2 3 0,20 21 0,8 6 0</inkml:trace>
  <inkml:trace contextRef="#ctx0" brushRef="#br0" timeOffset="2746">1495 251 7867,'-3'-7'183,"-1"1"0,0 0 281,0 2-200,-1-2 0,-1 6-74,0-3 0,-1 3 90,1 0 0,-1 3-89,1 1 1,-1 2-87,-2 3 1,2-1-11,-1 2 1,3 1 7,3 2 0,-1 2-80,1 3 0,1-2 24,3 1 0,4-2-124,5 2 0,2-2-31,2 2 1,3-5-223,4 1 1,0-5-80,-1-2 1,-1-2-263,1-4 1,-3-1 670,-3-1 0,-8-27 0,-1-10 0</inkml:trace>
  <inkml:trace contextRef="#ctx0" brushRef="#br0" timeOffset="3544">2078 116 7770,'-4'-2'183,"0"0"1,2 0 317,-3 2 1,3 0-144,-2 2 1,0 3 37,-3 3 1,1 4-123,-1 3 1,1 4-112,0 0 0,-1 3-56,1 4 1,2 2 38,2 0 1,1 0-114,1 0 1,6-4-125,3 2 1,3-3-497,3 1 0,-1-5-46,3-4 0,0-4-1543,2-3 2176,1-4 0,7-12 0,3-6 0</inkml:trace>
  <inkml:trace contextRef="#ctx0" brushRef="#br0" timeOffset="4006">2386 219 7782,'-4'-2'90,"0"-1"1,-1-1 508,2-1 0,-3 2-403,2 1 1,0 1-146,0 1 0,0 0 50,-3 0 1,1 0-104,-1 0 0,1 1-23,0 1 1,-1 1 146,1 1 1,-1 1-265,1-2 0,0 2-23,-1-1 0,3-1-335,0 2 337,-1-1 0,0 2 27,0 1 0,2-3 66,1 0 45,1 1 1,-1 1 3,4 0 0,-1-1 13,4-1 0,1-2 153,3 2 0,2-1-42,0 1 1,2-2-45,1 2 0,0-2 2,1 3 0,-1-4 18,-2 1 1,1 2-84,0 0 1,2 0-7,0 0 0,-1-2-27,-3 2 0,1 1-118,-1 1 0,-1 0 77,-1 1 0,-1 0 66,-6 1 1,0 0-12,-2 3 1,-1-3 47,-1 0 1,-4 0 4,-5-2 1,-2 0-97,-2 1 1,1-4-74,-3-1 1,0-1-58,-2-1 0,2 0-243,-1 0 0,4-1-236,-1-1 675,4-1 0,14-18 0,4-3 0</inkml:trace>
  <inkml:trace contextRef="#ctx0" brushRef="#br0" timeOffset="4196">2572 283 6703,'4'6'1679,"1"-1"-1020,-3-1 0,3 0-433,-1 2 1,1 3-51,-1 0 1,2 1-134,-2-1 0,2 2-92,1-3 1,-3 3-328,0-3 0,-2 0-137,2-4 1,-1 1 512,1-2 0,-3-13 0,2-4 0</inkml:trace>
  <inkml:trace contextRef="#ctx0" brushRef="#br0" timeOffset="4337">2489 78 7841,'-4'-7'370,"2"1"-370,1 2 0,13 16 0,2 5 0</inkml:trace>
  <inkml:trace contextRef="#ctx0" brushRef="#br0" timeOffset="4920">2803 308 7858,'2'-6'183,"0"0"0,1-1 1,-1 1 458,0-1 0,0 1-475,-2 0 0,0 1 24,0 1 0,-1 0-91,-1 0 0,-2-1-185,-5 3 0,2-2 77,-1 2 1,-2 0-187,-1 2 0,1 0 52,-1 0 0,3 0-210,-3 2 0,1 2-134,-1 2 1,2 1 179,3-1 1,-1 1-30,1-1 0,2 1 154,-1 2 0,4-2-224,-1 1 367,1-1 0,2 1-16,1-1 0,-1 0 98,4-5 0,-1 1 13,2-1 1,1-1 39,2 1 0,-2-1 188,2-1 1,-2 0-99,-1 0 0,3 0-49,-1 0 0,1-3 93,-3 1 1,1 0-109,-1 2 1,0 0 0,1 0 1,-3 0 184,0 0-142,1 0 0,1 0-27,1 0 1,-3 0 15,0 0 0,-2 0-168,2 0 81,1 3 0,1 1-38,1 5 1,-1-1-3,0 2 1,0-1-137,-2 2 0,1-1 42,-2 3 1,-1 0-127,-2 0 0,0 0 102,0-1 1,-6-2-78,-3-1 1,-2-2-106,-2-1 0,0-2-43,-2-2 1,1-1-55,-1-1 1,-1-1 367,2-1 0,1-19 0,4-6 0</inkml:trace>
  <inkml:trace contextRef="#ctx0" brushRef="#br0" timeOffset="5596">2957 276 7858,'-4'0'537,"-1"-2"0,1 1-153,-2-1-161,2 1-2,1 1 0,3 1-1,0 1 1,0 1-108,0 4 0,3 1 37,2 1 0,-2 2-160,1 0 1,1 0-48,1 0 1,0 1-246,1-1 1,-1 1 67,1 1 1,-3-2-475,0-1 528,-2-2 0,3 1-185,-3-2 414,0-4-206,-2 0 230,-3-9 1,2 2-75,-4-4 0,3 0 22,-2-1 0,3 0-18,-2-2 0,3 1-12,0 2 0,-2-1 39,-1-2 0,1-1-2,2 4 0,0-3 242,0 3 1,0-3-32,0 2 0,2 1 159,1 1-343,2 1-7,-2 0 1,4 2-11,-1 2 0,0 1-122,1 1 0,-1 1 112,1 1 1,-1 4-118,0 2 1,-1 3-76,-1-2 0,0 2 32,3 0 1,-2 1 67,0 1 1,0-3 48,-3 1 1,3-1-2,-1 1 1,0 0 20,0-2 1,-3-1 89,1-1 1,-1-3-25,-1 0 38,0-3-13,0 2-62,-3-8 1,2 0 9,-3-3 0,2 0 6,0-1 1,-1 2-146,1-1 0,-1-2-230,1 2 0,1-1 41,-1 0 0,1 1 25,-1-2 1,1 1 192,-1-2 0,1 3 212,1-3 1,0 3 360,0 0 0,1 1-272,1 0 1,2 1 18,2 2 1,0-1-153,1 3 0,0 1-29,1 3 1,0 0-47,3 4 0,0 0-141,1 5 0,-1-1-252,0 3 0,-3 1 89,3 1 1,-3-2-62,0 2 1,0-3-126,-2-2 1,0-1-718,1 2 1180,-1-4 0,6-3 0,2-5 0</inkml:trace>
  <inkml:trace contextRef="#ctx0" brushRef="#br0" timeOffset="5930">3393 302 7858,'0'-6'285,"0"-1"588,0 1-437,-3 2-237,0 1 1,-4 3 6,1 0 1,0 0-1,-1 0 0,1 1-154,-1 1 1,1 2-55,-1 2 1,3 1-142,0 2 1,0-1 72,0 2 0,1-1-211,0 2 1,3-3 127,-2 3 0,3-3 9,1 3 1,4-3-46,0 1 1,3-3-39,1-2 1,3-1 410,-3-3 0,2 0 107,1 0 0,-1-3 106,-1-1 0,0-2-281,-2-3 0,0 0-243,-3-2 0,-2-1 6,-2 1 1,-2-1-232,0-1 1,-3 3-101,-4-1 1,-2 3-1194,-4 0 1645,0 0 0,-19 8 0,-6 0 0</inkml:trace>
  <inkml:trace contextRef="#ctx0" brushRef="#br0" timeOffset="6198">3528 308 8017,'-4'0'972,"1"0"0,3 1-784,0 1 1,1 2 13,1 2 0,0 1-92,2 2 1,-2-1-109,2 3 0,0-3-173,0 3 0,2-1-224,-2 0 1,1 2-596,0-4 0,0 0 990,0-4 0,3-6 0,2-5 0</inkml:trace>
  <inkml:trace contextRef="#ctx0" brushRef="#br0" timeOffset="6347">3470 180 7858,'-8'-8'228,"-1"-1"-649,1 1-766,1 1 632,4 4 555,0 3 0,26 15 0,5 5 0</inkml:trace>
  <inkml:trace contextRef="#ctx0" brushRef="#br0" timeOffset="6898">3791 135 7858,'-2'-6'59,"0"-1"0,0 1 0,1 0 1382,1-1-1229,0 4 118,0 0 242,0 3-367,0 6 1,0 1 21,0 5 1,0 2-66,0 1 1,3-1-87,2 3 1,-2 0 34,1 3 1,0-1-135,0 0 1,2 0-169,-2 1 0,2-3 41,0 0 0,0-3-95,-2 1 1,1-4 68,-3-3 1,1-3-211,-1 0 270,-1-4 0,2-1-81,-3-4 1,0-3 67,0-1 0,-3 0-10,-1-3 0,-1 3 178,1-3 0,-2 2-83,2-1 1,-3 1 107,-1-1 0,1 2-56,-2-1 1,0 2 124,0 1 1,-2 1-21,0 1 0,0 3 163,0-2 1,-1 3-110,1 0 1,0 3 3,0 4 1,2 0-26,2 4 1,3-1-89,0 3 1,2 0-156,0 0 1,2-1 189,2-1 0,5 1-197,4-2 1,1 0-646,1-2 0,0-1-195,2-3 0,1-1 426,1-3 0,3 0 518,-3 0 0,11-17 0,-1-5 0</inkml:trace>
  <inkml:trace contextRef="#ctx0" brushRef="#br0" timeOffset="7555">3983 270 7858,'-3'-10'-143,"1"1"1,-1 4 627,1 1 180,-3 0 0,1-2-361,-2 2 0,-1 1-250,1 3 1,-1 1-114,1 1 1,-3-1 56,1 4 1,-1 1-101,3 3 0,2 2 17,-1 0 0,2 1-23,-1 1 0,1-3 11,3 1 1,0 0-248,0 2 0,0-1 66,3-2 0,0 0-75,4-4 1,1 0 86,1 1 0,0-4 150,-1 0 0,0-3 133,0 0 0,0-3-118,1-1 0,-2 0 26,1-3 1,-3 2 14,-1-3 1,1-1 138,1 0 0,-2-2 21,-2 3 1,-1-3 178,1 3 1,-1-4 179,1 2 1,-1 0-111,-1 2 0,0 1 74,0 0 1,-2 1-177,0-1 1,-1 3 5,1 0-67,1 2 1,-3 0-97,2 4 1,2 2 2,-3 2 0,3 1-184,0 2 0,0-1 26,3 3 0,-2-1-138,3 3 1,1 0-192,1 0 1,1-3 145,2 1 1,-2-1 11,1 1 0,-1-1 141,0-2 0,1-3 18,1 2 1,0-5 20,-3 0 0,0-1 166,1-1 0,-2-1-150,1-1 0,-3-2 73,3-2 1,-1-3-8,2 1 0,-1-2-28,1 2 0,-3-2-21,0-3 0,-2 0 108,3 0 1,-4 0 175,1-2 1,1-1-125,-1-4 1,0-1 119,-2 0 0,-2-5 250,0 2 1,-2-1-166,2 3 1,-1 1 254,1 2 1,-1 1-177,-1 3 1,-1 1 355,2 5-384,-2 3-309,5 4 0,-3 2 96,3 2 1,0 6 26,0 4 1,1 5 32,1 4 0,1 3-164,4 3 1,1 3-179,1 2 1,2 1 120,0-1 1,1 2 77,1-4 1,0 0-1128,-1 0 0,1-2-1549,-3-4 0,0-5 1197,-4-4 1382,0-4 0,4-14 0,0-4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5:06.930"/>
    </inkml:context>
    <inkml:brush xml:id="br0">
      <inkml:brushProperty name="width" value="0.08571" units="cm"/>
      <inkml:brushProperty name="height" value="0.08571" units="cm"/>
      <inkml:brushProperty name="color" value="#004F8B"/>
    </inkml:brush>
  </inkml:definitions>
  <inkml:trace contextRef="#ctx0" brushRef="#br0">116 231 7774,'-6'-3'10,"1"-2"50,1 3 7,0 0 1,-3 2-20,1 0 0,0 0 100,-1 0 1,1 0 98,-1 2 1,1 1-130,0 1 1,-1 4-38,1-1 1,-1 1-14,1-2 1,2 3-33,-1 2 1,3-1-152,-2 1 0,3-1 35,-2 0 1,3 2-145,0-4 0,2 2 69,0-2 1,3-2-47,-1 1 1,2-1 131,0-4 0,1 2 36,-1-2 1,1 0-2,-1-2 0,0-3-43,1-1 1,1-2 24,1 0 1,-3 0 46,-1-1 0,-1-1 81,2-1 0,-1-2-11,-1 0 0,-3 1 132,1-1 0,-1 1 158,-1-3 1,0 1-38,0 1 1,0 0 9,0 2 1,0 1 136,0 1-28,0-2-210,-3 2-212,3 0 0,-3 5 76,3 4 1,0 2-145,0 2 0,0 3-14,0-1 0,0 4-292,3-2 1,0 3-105,4-1 1,-1 3 153,0 0 1,3 0-88,-1-2 1,4-1-88,-1-1 1,0-1-630,0-2 1112,1-3 0,3-8 0,5-8 0</inkml:trace>
  <inkml:trace contextRef="#ctx0" brushRef="#br0" timeOffset="217">334 219 7774,'-3'-7'128,"-3"1"101,2-1 1,-1 3-26,0 0 1,0 0 179,0 0-148,0 1 1,-2 3 235,1 0-321,-1 3 1,2 1-97,0 5 1,3-1-86,2 2 0,0-1-117,2 1 0,2 1-115,2 2 1,2 1-22,0 0 0,0-2-190,3 1 1,-1-3 81,3 1 0,1 1-217,1-4 1,-2 1 607,2-3 0,-1-2 0,-1-2 0,-1-2 0,-2-20 0,0-4 0</inkml:trace>
  <inkml:trace contextRef="#ctx0" brushRef="#br0" timeOffset="453">475 77 7774,'-6'-12'102,"-1"2"0,3 0 12,0 4 0,2 0 548,-2 2-421,2 1 0,-1 6 101,3 1 1,1 2-138,1 0 0,0 4 38,2 3 0,0 1-229,2 3 0,3 1-66,0 3 1,0-1-165,-1 1 1,0 0-49,3 0 1,-1-1-273,1 2 1,1-4 102,-2-1 1,0-1-318,-2 1 0,-1-2 464,0-4 0,-3-3 286,0-3 0,-2-20 0,1-6 0</inkml:trace>
  <inkml:trace contextRef="#ctx0" brushRef="#br0" timeOffset="720">450 225 7774,'0'-4'1372,"0"-1"-1143,0 1 0,2 0-36,3 0 1,1 2 27,3 0 1,1 1 0,3 1 0,0 0 25,2 0 1,4 1-88,2 1 0,0 2-75,-1 2 0,-1 1-58,0 2 1,-3-1-275,-1 2 1,-1-1 86,-1 2 1,-3-3-152,-2 3 0,-1-1-266,0 0 0,-3 0-8,0-4 1,-1-2-1063,1 1 1043,-3-4 604,2 2 0,0-29 0,1-6 0</inkml:trace>
  <inkml:trace contextRef="#ctx0" brushRef="#br0" timeOffset="843">616 13 7860,'-3'-3'-349,"-3"-2"349,2 3 0,-2-1 0</inkml:trace>
  <inkml:trace contextRef="#ctx0" brushRef="#br0" timeOffset="1313">777 206 8735,'6'8'72,"1"1"0,-1 3 131,0 1 0,4 0-169,0 4 0,2 0-387,1 0 0,0-1 204,0-4 1,-1 0 3,-1-1 0,-2-4 311,-3-2 1,-1-5 304,-1 0 1,-2-3-154,2-3 1,-2-3 76,0-2 1,-1-3-165,2-1 0,-3 0-66,2 2 0,-1 0-672,-1-2 0,0 1 118,0-1 1,2 2-117,0 3 0,3-2 269,0 4 236,-2-1 0,11 14 0,0 3 0</inkml:trace>
  <inkml:trace contextRef="#ctx0" brushRef="#br0" timeOffset="1764">1162 263 7860,'-7'-2'242,"1"0"1,-1-2 74,1-1 1,1 1 22,-1 0 0,3 0-121,-4 0 1,2 1 12,-1 3 0,-3 0-248,1 0 1,-1 1-42,3 1 1,0 2-39,2 2 0,-2 1 63,2 2 1,1-1-199,1 2 0,-1-1 92,1 2 0,0-1-93,2 3 1,0-2-31,0 0 0,2-4-114,0 2 1,5-2-26,0-1 1,0-2 95,0-2 1,1-1 279,1-1 0,2-1-16,-3-1 1,1-2 113,-3-2 1,1 0 2,-1-1 0,0-1 235,1-1 1,-3-2-89,0 3 0,-2-3 81,0 3 0,-1-3 184,-1 2 1,0-1 179,0 1-560,0 1 1,0 1-38,0 1-404,0 2 346,0 1 0,0 4-131,0 1 0,0 2 52,0 2 0,0 1-47,2-1 1,0 3-89,2 2 1,0-1-86,0 1 1,2-1-121,-2 0 1,0 2 33,0-1 0,0-2 4,3 0 1,0-2 366,1-1 0,-1-1 0,2-1 0,-2-3 0,2-12 0,1-7 0</inkml:trace>
  <inkml:trace contextRef="#ctx0" brushRef="#br0" timeOffset="2013">1290 109 7860,'-2'-15'-92,"0"1"0,-3-1 317,3 5 1,-3-2 941,1 4-530,1 2-425,0 3 1,1 4 13,0 1 0,0 4-14,2 5 1,3 2-116,1 2 1,2 1-205,0 3 1,3 3-188,-1-1 0,1 3 140,0-3 1,0 3-54,2 0 1,0-2-151,-2-1 1,0-1-316,0 0 1,-3-1 213,1 0 0,-2-5-8,-3-1 0,1-6 466,-3-1 0,0-4 0,0-25 0,0-9 0</inkml:trace>
  <inkml:trace contextRef="#ctx0" brushRef="#br0" timeOffset="2271">1264 251 8081,'-6'-4'1339,"-1"-2"-501,1 3-535,0-4 0,2 3 72,2 0 0,4 2-114,2 0 1,5-1-27,2 1 0,3 0-134,1 2 1,3 0 28,-1 0 0,1 1-97,1 1 0,1 0 106,-1 4 0,0-1-51,0 4 1,0 0-47,-2 0 1,-2 2-144,-4 0 0,-2-1-118,-3 1 0,0-1-256,-2 0 0,1 2 44,-3-4-343,1 4 0,-4-5-2429,-1 1 3203,1-3 0,-2-14 0,3-5 0</inkml:trace>
  <inkml:trace contextRef="#ctx0" brushRef="#br0" timeOffset="2419">1431 116 7860,'-10'-19'268,"1"1"1,2 3 1998,1 4-2338,2 6-587,2 2-907,2 3 1110,2 3 0,2 1 455,2 2 0,9 15 0,2 3 0</inkml:trace>
  <inkml:trace contextRef="#ctx0" brushRef="#br0" timeOffset="3186">1707 263 7860,'-1'-6'0,"0"0"828,-1-1 1,-3 1-77,3-1-820,-3 4 0,2 0 112,-4 3 1,1 3-137,-1 1 1,1 2 44,0 3 0,-1-1-208,1 3 1,-2-1 94,1 3 0,0 0-102,5 0 1,-2-1-64,2-1 1,0 1 29,2-2 1,0 0 162,0 1 1,2-3 6,3 0 0,0-3 0,2-3 1,-1-1 0,1-1 0,1 0-11,1 0 0,2-5 42,0-2 1,-2-1 92,0-1 0,-3 1 0,-2-3 0,1 2 0,-2-2 0,1-1 0,-2 1 0,0 0 0,-2 0 0,0 0 0,0 2 0,0 0 0,0 3 0,0 0 0,0-1 0,-3 1 0,2 1 0,-1 1 1023,2 3-403,-3-2 373,2 3 508,-2 0-1322,6 3 1,-1 0-97,2 4 0,-2-1 52,2 1 0,0 0-116,3 1 1,-3 0-50,0 3 1,2-3-100,1 3 1,0-2-93,-2 1 0,0 0 97,2 1 1,-1 0-74,1-2 0,-3-1 129,0-1 1,-2-1 18,0 1 1,1-3-395,-1 0-533,0-2 470,-2 1 0,-2-8 397,0-2 1,-3-1 45,3 2 1,-1-1 134,1 1 0,1-1-76,-1-2 1,2 2 103,0-4 1,0 3 61,0-1 1,0 2 226,0-2 0,0 1 289,0-2 0,0 2-190,0-1 1,0 2-6,2 1 1,0-1-255,2 1 0,-2 2-226,3 2 1,-1 1 104,2 1 0,4 1-71,0 1 0,0 4-81,1 2 0,0 4-278,1-1 1,2 1-6,1 0 0,-4 1 110,2 0 1,-4-2-4,-1 0 1,-1-3-141,0 3 0,-1-1-344,-2 0 0,-1 0 217,-3-4 487,0-2 0,-3-1 0,-1-3 0</inkml:trace>
  <inkml:trace contextRef="#ctx0" brushRef="#br0" timeOffset="3555">1983 77 7860,'-4'-4'128,"1"1"0,1-1 1520,0 0-1487,0 3 73,2-2-67,3 3 1,1 5 131,4 2 0,0 3 231,3 1 0,2 4-91,2 2 0,3 2 8,-1 3 1,1 0-299,1 4 0,2 0-186,-2 2 0,1 0-857,-8 0 0,-1-3 320,-7-6 1,-1-3-88,-3-1 0,-3-4-33,-1-2 1,-2-5 693,0-2 0,2-7 0,2-2 0</inkml:trace>
  <inkml:trace contextRef="#ctx0" brushRef="#br0" timeOffset="3737">2393 449 7860,'4'-2'0,"-1"1"-474,-1-1-744,-1 1 1218,5-2 0,-11 0 0,1-4 0</inkml:trace>
  <inkml:trace contextRef="#ctx0" brushRef="#br0" timeOffset="3895">2380 295 8705,'-2'-6'174,"0"0"0,0 1-174,2 1-1634,0 3 1428,0-2 0,3 9 0,0 1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5:40.186"/>
    </inkml:context>
    <inkml:brush xml:id="br0">
      <inkml:brushProperty name="width" value="0.08571" units="cm"/>
      <inkml:brushProperty name="height" value="0.08571" units="cm"/>
      <inkml:brushProperty name="color" value="#004F8B"/>
    </inkml:brush>
  </inkml:definitions>
  <inkml:trace contextRef="#ctx0" brushRef="#br0">0 7 7932,'0'-4'1222,"0"1"-101,0 3-894,0 9 0,2-4-57,0 8 0,1-1 0,-1 0 0,0 2-39,2 1 0,-2 0-142,3 4 0,-3 0 106,2 4 1,-2-1-98,2 1 0,-2-2-62,0 3 0,1-3-24,-1 3 0,2-4 12,-2-1 1,3-3 43,-3-3 0,1 0 1,-1 0 0,-2-3-18,3-2 1,-2 0-294,1-2 253,-1 0-176,2 1-138,-3-4 81,3 0 209,-3-3 1,3 0-22,-3-3 1,0 2-117,0-3 167,0-1 1,0-1 9,0 0 0,0-1-31,0 1 1,0 1 8,0 1 0,0 0 66,0-2 1,0-2-59,0 0 0,0 1 156,0-2 1,0 2-25,0 1 0,0-3 93,0 1 0,0-2-84,0 2 0,0 1 78,0-2 1,0 0-88,0 0 1,0 1 12,0 1 1,2 1-30,0-1 0,3 2-5,0 0 0,0 0-52,2 3 0,0 0 95,1 2 1,0 3 70,3 1 1,-2 3-39,1 1 1,-1 0 133,1 3 0,-1-1-149,2 3 1,-3 0-17,0 0 0,-3 0-110,-1 0 0,0-1-203,0-2 1,1 0-395,-3-4-392,0 1-600,1-1 1630,-2-2 0,-1-4 0,-4-4 0</inkml:trace>
  <inkml:trace contextRef="#ctx0" brushRef="#br0" timeOffset="856">456 39 7811,'-7'-3'0,"3"2"295,0-1 165,-1 1 1,-1 2-145,0 1 0,-1 0 33,1 5 0,-1-1 11,1 7 1,-1-1-95,1 5 0,0 1-60,2 3 1,-1 4-64,3 3 0,0 3-117,2-1 0,0-1-117,3 1 0,0-6-311,4-1 1,0-2 26,1-2 0,-1-4-447,2-3 0,0-4-163,0-1 0,2-3 53,0-2 932,-2-1 0,12-15 0,-1-8 0</inkml:trace>
  <inkml:trace contextRef="#ctx0" brushRef="#br0" timeOffset="1409">552 160 7811,'-4'-3'57,"0"0"0,0 1 598,1 0-201,1 0 317,0 2-560,7 0 0,0 0-40,3 0 0,0 0-73,0 0 0,0 0-118,3 0 1,0 0 65,2 0 0,-3 0 6,1 0 1,-1 0-96,1 0 1,0 0-209,-2 0 0,1 0-1,-1 0 244,-1 0 0,-1 0-2,-1 0-2,-2 0 153,-1 2 0,-4 2-105,-1 2 1,-1 1 4,-1-1 0,-2 3-49,2-1 1,-4 3-11,-1-2 1,1 2-17,1 0 0,0 1-143,-1 1 1,0-1 166,0-2 0,1 2-16,0-4 1,1 3 51,0-2 0,1-1 68,1-4 294,3 1-301,-2-4 0,3 2-18,3-3 0,0 0-84,4 0 0,0 0-146,1 0 1,0 0 126,3 0 1,-3 0-160,3 0 0,0 0-473,1 0 1,1 0 44,0 0 1,0 2-5,0 0 0,-1 0 625,-1-2 0,9-5 0,1-2 0</inkml:trace>
  <inkml:trace contextRef="#ctx0" brushRef="#br0" timeOffset="1707">834 51 7811,'-4'-5'-37,"-1"0"1,4 2 996,-1 1-764,1 1 1,1-1-185,0 4 0,3 2 211,1 2 0,4 3 93,1 2 1,2 2-171,0 2 1,1 2 21,1 4 1,2 2-424,0 3 1,0 1-55,-3 1 1,-2 2-230,-1-2 1,-3-2 285,-1-4 1,-2-4-108,-3-5 0,0-3 359,0-1 0,-6-11 0,-1-2 0</inkml:trace>
  <inkml:trace contextRef="#ctx0" brushRef="#br0" timeOffset="2060">1206 186 7621,'0'-3'949,"1"-2"-692,1 2 1,1 1-52,4 2 1,2 0-126,2 0 1,1 0-222,1 0 0,2 0 123,0 0 0,3 0-114,-1 0 0,-2 0-668,0 0 0,-2 0 168,-2 0 631,-2 0 0,-5-3 0,-2 0 0</inkml:trace>
  <inkml:trace contextRef="#ctx0" brushRef="#br0" timeOffset="2232">1200 289 7738,'6'0'-37,"1"0"37,2 0 0,1 0-23,3 0 0,3 0-7,3 0 1,3 0 29,1 0 0,8 0 0,-1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5:43.335"/>
    </inkml:context>
    <inkml:brush xml:id="br0">
      <inkml:brushProperty name="width" value="0.08571" units="cm"/>
      <inkml:brushProperty name="height" value="0.08571" units="cm"/>
      <inkml:brushProperty name="color" value="#004F8B"/>
    </inkml:brush>
  </inkml:definitions>
  <inkml:trace contextRef="#ctx0" brushRef="#br0">14 6 7801,'-4'0'258,"1"-2"894,0 0-447,3 0 0,-3 2-465,3 3 0,2 3 79,0 5 1,3 1-103,-1 1 1,0 0-94,0 2 1,-2 0-111,3 2 0,-2 0-137,2 2 0,0 0-393,0 1 1,-2-2 52,1-1 1,-2 0-474,3-2 1,-2-5 935,2 1 0,0-6 0,-1-2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5:45.022"/>
    </inkml:context>
    <inkml:brush xml:id="br0">
      <inkml:brushProperty name="width" value="0.08571" units="cm"/>
      <inkml:brushProperty name="height" value="0.08571" units="cm"/>
      <inkml:brushProperty name="color" value="#004F8B"/>
    </inkml:brush>
  </inkml:definitions>
  <inkml:trace contextRef="#ctx0" brushRef="#br0">33 68 7768,'-3'3'-229,"-1"0"0,0-2 113,0 1 369,2-1-19,-3 2-118,4-3 1,-3 0 102,2 0-40,2 0 270,-3 0-516,8 0 0,0 0 44,3 0 1,-1 0-40,0 0 1,-1 0 84,1 0 0,1 0-23,1 0 1,1 0-12,-1 0 1,2 0-6,0 0 0,1 0 20,1 0 0,-2 0 7,-1 0 0,2 0 37,3 0 1,-2-3 83,2 1 1,-1 0-107,-1 2 1,0-1 6,2-1 1,-1 2-9,1-3 1,0 2-20,0-1 0,3 1-3,-1-1 1,0 1-10,0 1 1,-2-2-11,2 0 0,-2 0-2,2 2 1,-3 0 10,1 0 0,-1 0-7,-1 0 0,-2-2 15,2 0 1,-4-1 0,4 3 0,-2 0-31,2 0 1,0-2-4,0 0 0,-1 0-35,-1 2 0,1 0-11,-2 0 1,3 0 26,2 0 1,-2 0 18,0 0 0,0 0 71,-3 0 1,2 0-75,1 0 1,0 0-1,0 0 0,0 0 67,0 0 1,0 0 20,2 0 0,-1 0-81,1 0 1,-1 0-10,1 0 1,-1 0 27,3 0 1,-3 0 30,1 0 1,-1 0-1,-1 0 1,2-1-18,0-1 0,0 1 7,-3-1 1,1 2-21,0 0 0,0 0 4,0 0 1,0-3 8,-1 1 0,1 0-6,0 2 1,2 0-8,0 0 0,0 0 8,-2 0 1,0 0 35,-1 0 1,1 0-23,0 0 1,0-2 7,0 0 0,0 0-19,-1 2 1,1 0 0,0 0 1,-2 0-26,-1 0 1,1 0-3,2 0 0,0 0-58,0 0 0,-1 0 31,1 0 1,0 0-10,0 0 0,0 0 44,0 0 1,-1 0 2,1 0 0,0 0-22,0 0 1,2 0-1,0 0 1,0 0 36,-2 0 0,0 0 82,-1 0 0,1 0-56,0 0 0,0 0-41,0 0 0,-1 0-2,1 0 1,2 0 17,0 0 0,1-1-6,-1-1 1,-1 1 33,3-1 1,-2 1 3,2 1 0,-2 0-30,2 0 1,0 0 5,0 0 0,3 0 6,-3 0 0,3 0 2,-3 0 0,2 0-75,0 0 1,1 0 26,0 0 0,0 0-7,-3 0 1,3 0 20,1 0 1,-1 0-6,1 0 0,2 0 37,-2 0 0,2 0 2,-1 0 1,1 0 60,-1 0 0,1 0-79,-1 0 0,2 0 148,-1 0 1,-3 0-71,0 0 0,-6-2 128,1 0 1,-3 0-90,-1 2 1,-4 0-42,2 0 0,-5-1-15,-2-1-221,-1 1-306,-1-1-837,-3 2 654,3 0 1,-5-1 646,2-1 0,-16 4 0,-2-1 0</inkml:trace>
  <inkml:trace contextRef="#ctx0" brushRef="#br0" timeOffset="1209">309 382 7768,'-4'0'456,"-2"0"-214,3 0 1,-1 1 90,2 1 1,1-1-60,1 4 0,0 0 103,0 3 0,1 0-146,1 3 1,0-1-1,2 3 0,0 2-192,3 0 1,-1 0 78,1-2 0,-1 0-416,0 0 0,-1-1-133,-1-2 0,-2 0-373,2-4 1,-2 0-357,3 1 1160,-4-4 0,2-14 0,-3-7 0</inkml:trace>
  <inkml:trace contextRef="#ctx0" brushRef="#br0" timeOffset="1750">847 530 7974,'0'-4'621,"0"1"1,-2 3-389,-3 0 1,-3 0-111,0 0 1,-3 0-155,0 0 1,-3 0-37,-1 0 0,-2 0-270,2 0 1,-3 0-466,3 0 1,1 0 312,1 0 0,2 0-69,0 0 558,3 0 0,5-3 0,4 0 0</inkml:trace>
  <inkml:trace contextRef="#ctx0" brushRef="#br0" timeOffset="1973">719 459 7768,'0'-4'337,"0"-1"708,0 4 816,0-2-1564,3 3 0,-2 3-105,4 1 0,-2 4-78,2 1 0,0 1-199,0-1 1,0 2 77,2-3 1,-3 4-153,0-2 0,0 2-268,0-2 0,1 2-650,-3-4 1,2 1-671,-1-3 1747,2 1 0,-2-4 0,4 0 0</inkml:trace>
  <inkml:trace contextRef="#ctx0" brushRef="#br0" timeOffset="2525">1040 523 7768,'4'0'-886,"0"0"1043,1 0 0,-1 0 42,0 0 1,1 0 147,1 0 0,-2 0-215,1 0 0,0 0-140,3 0 0,-1 0 66,2 0 0,-2 0-106,-1 0 1,3 0 27,-1 0 1,2-2-5,-2 0 0,-1-1-114,2 1 1,-2 0 123,-1-2 0,1 1-110,-1-2 1,0 0 137,-2 0 0,1 0-1,-3-2 0,3 1 44,-3-1 1,0 1 129,-2 0 1,0-1-5,0 1 1,-1-1-133,-1 1 0,1 2 20,-4-1 1,3 3-38,-2-2 0,-1 3-3,-4-2 1,2 3 78,-1 0 0,-2 0-7,-1 3 1,1 0 42,-1 3 0,3 1 144,-3-1 1,3 1-17,-3 2 0,3 0-108,0 2 0,3 1 72,0-1 1,4 1-121,-1 1 1,1 0 7,1-1 1,3 1-45,1 0 0,5-1-207,1-1 0,3-2-66,2-3 1,2 0-318,2-2 0,0-1-782,0-3 0,-2 0 154,0 0 1136,-2-3 0,6-17 0,-1-8 0</inkml:trace>
  <inkml:trace contextRef="#ctx0" brushRef="#br0" timeOffset="3041">1316 273 7768,'-5'-2'424,"1"0"1,2-1 533,-2 1-492,2 1 1,-1-3 191,3 2 151,0 2-599,0-3 0,5 3-138,2 0 0,3 0 44,-2 0 0,6 0-152,-1 0 1,1 0-1220,-1 0 1,2 0 1254,0 0 0,14-6 0,2-1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5:51.251"/>
    </inkml:context>
    <inkml:brush xml:id="br0">
      <inkml:brushProperty name="width" value="0.08571" units="cm"/>
      <inkml:brushProperty name="height" value="0.08571" units="cm"/>
      <inkml:brushProperty name="color" value="#004F8B"/>
    </inkml:brush>
  </inkml:definitions>
  <inkml:trace contextRef="#ctx0" brushRef="#br0">20 1 7745,'-4'0'-49,"-1"0"396,4 0 78,-5 0-23,6 0 1282,-3 0-1516,8 0 1,0 0-163,3 0 1,-1 0-262,0 0 0,0 0 30,1 0 1,0 0 64,0 0 1,0 0 14,1 0 0,-2 0 123,1 0 0,-1 0-23,0 0 1,-1 0 41,1 0 0,-1 0 2,0 0 0,-1 0 28,-1 0 1,-2 0 271,2 0-205,-2 0 335,1 0-397,-6 3 1,0-2 6,-1 3 0,-1-1-19,3 1 0,-3-2 37,3 2-40,-3 1 1,2 1-2,-4 0 0,1 1-22,2-1 0,-2 1-17,2-1 1,1 0-30,-2 1 0,2-3 53,-1 0 0,-2 1-56,2 1 1,0 0-40,0-2 1,2 1-15,-3-3 53,4 3-11,-5-1 30,5-1 15,-4 3-46,4-5 3,-2 2 200,3-1-19,0-1 701,0 2-678,3-3 1,1 0 83,2 0 1,1 0-207,2 0 1,1 0-47,3 0 1,-1 0-212,1 0 0,2 0-113,0 0 1,2 0-429,-2 0 1,2 0 291,-2 0 488,0 0 0,-5-3 0,-1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31.906"/>
    </inkml:context>
    <inkml:brush xml:id="br0">
      <inkml:brushProperty name="width" value="0.08571" units="cm"/>
      <inkml:brushProperty name="height" value="0.08571" units="cm"/>
      <inkml:brushProperty name="color" value="#004F8B"/>
    </inkml:brush>
  </inkml:definitions>
  <inkml:trace contextRef="#ctx0" brushRef="#br0">2457 1 7602,'4'0'-333,"-2"0"761,-2 0-167,3 0-115,-2 0 1,2 3-29,-3 1 1,0 2-5,0 0 0,-1 1-106,-1 2 0,1-1 14,-1 5 0,1-1 24,1 5 0,0 1 2,0 1 0,0 1-133,0 1 0,0 0 97,0 2 0,0 1-96,0 1 1,0 1 63,0 0 0,0-1-98,0-2 0,3 2 78,-1-1 0,0 1 28,-2 0 1,0 0-24,0-1 0,0 0 14,0-3 0,0 4-3,0 1 0,0 0-2,0 1 0,0 0-1,0-2 1,0 2-14,0 1 0,0-2 0,0 2 0,0 0 11,0 0 0,0 3-4,0-1 1,0-2 60,0 0 0,0-2-54,0 0 0,0 2-2,0 2 0,0 0 15,0 0 0,0-3 1,0 0 0,0 3 7,0 0 1,0-1 4,0 1 1,0-2-20,0 1 1,0 2 5,0 3 0,0-3-36,0 1 1,0-1 38,0 4 1,0-2 0,0 3 0,0-2-8,0 0 1,0-1-8,0-1 0,0 2 26,0 0 1,0 1 12,0 0 0,0-1-12,0 3 0,-1 0 7,-1-3 0,1 0 3,-1-2 0,1 3-13,1 2 1,-2 2 0,0-1 1,0-1-10,2-5 1,-1 3 0,-1-1 0,1 4-37,-1-1 0,2 2-12,0-3 0,0 2 12,0 1 1,0-2 36,0 0 1,-3 0 0,1-3 0,0 3 41,2-1 1,-2 1 10,0-3 1,-1-2-30,1-4 1,1-2 9,-1 2 1,-1 3 30,1-2 1,0 1 82,2-7 0,-1-1-65,-1-2 0,1-2 77,-1-1 0,1-2-227,1-4 1,0-2-255,0-2-449,0-1 477,3-3 300,-2 0 0,2-34 0,-3-8 0</inkml:trace>
  <inkml:trace contextRef="#ctx0" brushRef="#br0" timeOffset="2631">0 2477 7665,'5'0'-58,"-1"-1"1,1 0 0,1-2-1,0 2 1,1 0 0,2-1-180,1 0 0,3 0 208,-1 2 0,6 0 36,1 0 0,5 0 17,-1 0 1,5 0-28,2 0 0,2 0 4,0 0 0,2 0-62,0 0 1,1 0-1,-1 0 1,0 0 21,2 0 0,2 0 42,0 0 1,2 0-9,-4 0 1,3 0-7,2 0 0,2 0 5,2 0 0,1 0 9,-3 0 0,1-1 7,1-1 0,4 1 6,0-1 0,4 2 8,-4 0 0,2 0 27,2 0 0,4-1-47,3-1 1,-1 1 38,-1-1 1,1 1-47,5 1 1,1 0 0,0 0 0,2 0-24,-3 0 1,5 0-83,2 0 1,-3 0-118,3 0 1,1 0 204,3 0 0,2 0-26,2 0 1,-1 0 29,1 0 1,1 0-2,1 0 1,4 0 19,2 0 1,-4 0-172,2 0 1,1 0 220,2 0 1,4 0 124,4 0 0,-4 0-74,2 0 1,-1 0 102,3 0 1,3 0-209,-48 0 1,-1 0-1,50 0-220,-50 0 0,0 0 0,49 2 241,-48-1 0,1 0 0,-1 1 1,0-1-21,2 0 0,1 0 1,-4 0-1,1-1-74,-1 1 0,0 0 0,1 1 1,-1-1 35,0 0 0,0 0 0,2 1 0,0-1-47,1 0 0,1 0 0,45 0 53,-49 0 0,0 0 0,49 0 29,-49-1 1,1 0 0,-1 0 0,0 0 51,2 0 1,-1 0 0,43 0-22,2 0 0,-5 0 113,3 0 1,-2 0-244,2 0 1,-7 0 430,-2 0 0,-4 0-96,0 0 0,-5 0 61,1 0 0,-7 0-195,-2 0 0,-6 0-34,-4 0 0,-2 0 50,-3 0 0,-7 0-221,-3 3 0,-4-3 164,-5 2 1,-3 0-324,-3 0 1,-5-1 264,-4 1 0,0 1 0,-4-1 0,-1-1 0,-1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36.257"/>
    </inkml:context>
    <inkml:brush xml:id="br0">
      <inkml:brushProperty name="width" value="0.08571" units="cm"/>
      <inkml:brushProperty name="height" value="0.08571" units="cm"/>
      <inkml:brushProperty name="color" value="#004F8B"/>
    </inkml:brush>
  </inkml:definitions>
  <inkml:trace contextRef="#ctx0" brushRef="#br0">1 0 7533,'6'0'-475,"6"0"0,2 0 0</inkml:trace>
  <inkml:trace contextRef="#ctx0" brushRef="#br0" timeOffset="493">174 7 7483,'6'0'-1375,"-2"0"1041,-2 2 318,1-1 16,1 2 0,0-3 0,1 0 0,5-3 0,3 0 0</inkml:trace>
  <inkml:trace contextRef="#ctx0" brushRef="#br0" timeOffset="710">379 19 7732,'6'0'-40,"-1"0"1,-1 0-30,1 0 0,-1 0 75,0 0 0,0 0-187,3 0 1,-3 0 174,0 0 0,0 0-84,3 0 0,-1 0 126,1 0 0,-1 0 40,0 0 1,3 0-535,0 0 0,-1 0 226,-2 0 1,1 0 231,-1 0 0,3 0 0,-1 0 0,27 6 0,3 1 0</inkml:trace>
  <inkml:trace contextRef="#ctx0" brushRef="#br0" timeOffset="859">706 39 6746,'12'2'-304,"-1"0"0,-2 0 817,-2-2 0,1 0-328,1 0 0,-1 0-382,-1 0 1,-1 0 26,1 0 0,-1 0 126,0 0 0,1 0-156,-1 0 1,1 0 28,-1 0 1,0 0 170,1 0 0,-1 0 0,1 0 0,-1 0 0,9-3 0,2 0 0</inkml:trace>
  <inkml:trace contextRef="#ctx0" brushRef="#br0" timeOffset="1009">1117 58 7732,'10'0'-23,"-2"0"1,0 0-177,1 0 0,-2 0-218,1 0 1,0 0 227,1 0 1,-2 0 188,1 0 0,2 0 0,-2 0 0,1 0 0,-3 0 0,6 0 0,2 0 0</inkml:trace>
  <inkml:trace contextRef="#ctx0" brushRef="#br0" timeOffset="1176">1572 71 7732,'9'0'-175,"-1"0"1,1 0-192,0 0 0,-2 0 188,2 0 0,-2 0-38,-1 0 1,1 0 163,-1 0 1,0 0 51,1 0 0,5-6 0,2-1 0</inkml:trace>
  <inkml:trace contextRef="#ctx0" brushRef="#br0" timeOffset="1579">1912 58 7732,'7'0'0,"1"0"-119,1 0 0,0 0-72,-1 0 1,-1 0 134,2 0 0,-1 0-26,0 0 1,0 0-159,0 0 1,0 0 70,0 0 1,0 0 57,0 0 0,-1 0 109,0 0 0,-1 0 2,1 0 0,-1 0 0,0 0 0,-1 0 0,-1 0 0,0 0 0,3 0 0,-1-2 0,0 0 0,1-1 0,-1 3 0,3 0-10,-1 0 0,2 0-2,-2 0 0,0 0 13,3 0 1,-1 0-1,3 0 0,0 0-1,0 0 0,-2 0 0,2 0 0,-4 0 0,4 0 0,-4 0 0,2 0 0,-2 0 172,1 0 1,-2 0-105,1 0 0,0-2-53,0 0 1,0 0 0,-1 2 1,0 0 5,0 0 1,0 0-37,1 0 0,-2-1-4,4-1 1,-3 1-24,0-1 0,0 2-127,-2 0 1,3 0 101,-1 0 1,3 0 65,-3 0 0,2-3 0,-2 1 0,8-3 0,4 2 0</inkml:trace>
  <inkml:trace contextRef="#ctx0" brushRef="#br0" timeOffset="1776">2804 26 7732,'6'0'-134,"0"0"1,0-1-87,-2-1 0,2 1 72,-2-1 1,0 1-426,0 1 483,0 0 1,3-2 89,-1 0 0,-1 0 0,-1 2 0,0 0 0,14 0 0,3 0 0</inkml:trace>
  <inkml:trace contextRef="#ctx0" brushRef="#br0" timeOffset="1977">3188 26 7732,'7'-3'-113,"-1"2"1,1-1-286,-1 1 1,-2 1 300,1-3 1,-1 3 53,2-2 0,1 1-140,-1 1 0,3 0 41,-1 0 1,1 0 141,-3 0 0,1 0 0,2 0 0,-2 0 0,2 0 0,0 0 0,-1 0 0,18 0 0,2 0 0</inkml:trace>
  <inkml:trace contextRef="#ctx0" brushRef="#br0" timeOffset="2177">3618 32 7732,'7'0'-1238,"-3"0"991,0 0 0,-2 0 268,3 0 0,-1 0-48,2 0 1,-1 0-7,-1 0 1,0 0 0,2 0 1,1 0-13,-1 0 1,1 0 41,-1 0 0,1 0-4,-1 0 1,0 0 1,1 0 1,-1 0-3,1 0 0,0 0 3,1 0 3,-1 3 0,11-2 0,-1 2 0</inkml:trace>
  <inkml:trace contextRef="#ctx0" brushRef="#br0" timeOffset="2376">4195 77 7739,'7'-2'-796,"-1"0"0,-1 0 434,-1 2 362,-3 0 0,8-3 0,-2-1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39.760"/>
    </inkml:context>
    <inkml:brush xml:id="br0">
      <inkml:brushProperty name="width" value="0.08571" units="cm"/>
      <inkml:brushProperty name="height" value="0.08571" units="cm"/>
      <inkml:brushProperty name="color" value="#004F8B"/>
    </inkml:brush>
  </inkml:definitions>
  <inkml:trace contextRef="#ctx0" brushRef="#br0">2464 13 6733,'3'0'598,"0"0"24,-3 0-251,0 3 27,0-3-287,0 3-266,-3-3 0,2 0 65,-3 0 0,1 0-83,-1 0 1,0 0-138,-3 0 1,1 0-286,0 0 0,-1 0 595,1 0 0,-1 0 0,-2-3 0,-18 0 0,-7-3 0</inkml:trace>
  <inkml:trace contextRef="#ctx0" brushRef="#br0" timeOffset="149">2201 7 7724,'-10'0'-43,"1"0"1,2 0 11,1 0 1,-1 0-53,1 0 1,-1 0 41,1 0 0,-1 0-206,-2 0 1,2 0 165,-1 0 1,1 0-83,0 0 0,0 0-16,-2 0 0,2 0 179,-1 0 0,-14-3 0,-2-1 0</inkml:trace>
  <inkml:trace contextRef="#ctx0" brushRef="#br0" timeOffset="308">1797 0 7377,'-10'0'-782,"3"0"653,-4 0 1,3 0 131,-1 0 1,0 0-66,1 0 1,-2 0-145,2 0 0,1 0 206,-2 0 0,1 0 0,0 0 0,-1 0 0,-2 0 0,-1 0 0,-4 0 0,-4 0 0</inkml:trace>
  <inkml:trace contextRef="#ctx0" brushRef="#br0" timeOffset="500">1405 13 7725,'-9'0'-79,"2"0"0,-2 0-290,2 0 0,1 0 44,0 0 1,-3 0 170,0 0 1,1 0 102,1 0 0,-1 0 51,-1 0 0,-2 1 0,0 1 0,-1-2 0,-1 3 0,3-3 0,-1 0 0,-17 0 0,-6 0 0</inkml:trace>
  <inkml:trace contextRef="#ctx0" brushRef="#br0" timeOffset="692">1027 32 7725,'-9'0'298,"1"0"0,-3 0-58,3 0 1,-1 0-705,3 0 0,-1 0 215,1 0 1,-1 0 109,1 0 0,0 0-6,-1 0 1,0 0-218,-2 0 0,2 0 218,-4 0 1,1 0 143,-1 0 0,-1 2 0,1 0 0,-1 1 0,0-3 0,-1 0 0,-23 0 0,-5 0 0</inkml:trace>
  <inkml:trace contextRef="#ctx0" brushRef="#br0" timeOffset="867">623 58 7725,'-10'0'165,"-2"0"132,1 0 0,1 0-189,-1 0 1,1 0-198,0 0 0,0 0 204,4 0 1,0 0 221,-1 0-166,1 0-257,-1 0 1,3 0 51,0 0 0,0 0-179,-3 0 1,1 0-371,-1 0 1,1 0 227,0 0 1,-3 0-3,0 0 1,-2 0 356,0 0 0,-32-3 0,-9-1 0</inkml:trace>
  <inkml:trace contextRef="#ctx0" brushRef="#br0" timeOffset="983">84 83 7737,'-19'0'2,"2"0"65,2-2 0,3 1 201,1-1-1043,5 1 1,3 2 68,3 1 706,0-1 0,17-7 0,4-5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41.887"/>
    </inkml:context>
    <inkml:brush xml:id="br0">
      <inkml:brushProperty name="width" value="0.08571" units="cm"/>
      <inkml:brushProperty name="height" value="0.08571" units="cm"/>
      <inkml:brushProperty name="color" value="#004F8B"/>
    </inkml:brush>
  </inkml:definitions>
  <inkml:trace contextRef="#ctx0" brushRef="#br0">623 16 7711,'6'0'-176,"1"0"0,-3 0 812,0 0-350,-2 0 125,1 0-322,-9 0 0,-1 0-7,-3 0 1,-2 0 9,1 0 1,-3 0-120,-1 0 1,-3 1-45,1 1 1,-2 0 8,0 2 0,-2 0-33,-1 3 1,-1-1 47,1 1 0,0 1-96,1 1 0,2 1 55,-1-1-1,4 2-54,3-3 1,3 3 98,2-3 0,1 1 0,3-3 1,1-1 109,3-1 0,3-3-80,1 1 1,2-1 79,0-1 0,4 0-113,0 0 0,0 0 6,1 0 1,0-1-9,2-1 1,-1 1-17,1-3 0,-2-1 55,0-1 1,-1 2-11,0-1 0,-1 1 220,-5-2 0,2-1 10,-2-2 1,-1 2 44,-1-2 0,-2 1-208,-2 0 0,-1 1-37,-1-2 1,-2 2-153,2 1 1,-2 1-852,0 1 386,2 3 607,-2-2 0,20 20 0,1 4 0</inkml:trace>
  <inkml:trace contextRef="#ctx0" brushRef="#br0" timeOffset="357">815 29 7711,'-6'0'0,"0"-3"146,-1 3 1,1-3 293,-1 3 1,1 1-229,-1 1 1,2 1-191,0 4 0,0-1 70,1 1 1,-1 2-152,0 2 1,0 1-32,3 0 1,0 1-235,2 0 1,0 0-365,0 0 0,3 2 257,1 0 1,2-1-56,0-3 486,1-2 0,16-6 0,5 0 0</inkml:trace>
  <inkml:trace contextRef="#ctx0" brushRef="#br0" timeOffset="851">924 49 7444,'-3'0'11,"0"0"380,3 0-220,6 0-47,-2 0 0,7 0-72,-2 0 0,-1 0-98,-1 0 1,-1 0 53,1 0 0,-1 2-126,1 0 0,-1 1 125,0-1 1,1-1-133,-1 4 0,-2-3 54,-2 2 1,1-2-119,-1 2 1,0-2 136,-2 3 1,-1-3 52,-1 2 1,1 0 11,-4 0 1,1 2-7,-2-2 0,-1 1 108,1-1 1,0 1-92,-1-3 0,3 3 9,0 0 0,0-2-3,0 1 1,1-1 1,3 1 1,-2-2-49,0 2-17,-1-2 1,4 1-112,1-1 1,2-1 19,2 1 0,1-1-198,2-1 1,1 0 135,3 0 0,0 0 186,2 0 0,-1-3 0,30-6 0,4-5 0</inkml:trace>
  <inkml:trace contextRef="#ctx0" brushRef="#br0" timeOffset="1100">1142 10 7711,'-6'0'-5,"2"-2"248,0 0-276,2 0 1,0 2 162,4 0 1,4 2 202,2 0 0,3 3-252,-2-1 1,2 4-2,0 1 1,1 0-69,1-1 1,-1 0-217,-2 3 1,2 0-643,-4 1 0,-1 1 426,-3 0 0,-2 0 420,0 0 0,-33 11 0,-8 3 0</inkml:trace>
  <inkml:trace contextRef="#ctx0" brushRef="#br0" timeOffset="2253">71 29 6966,'0'5'301,"0"-1"1,0-2-25,0 2 1,0-2 68,0 3-48,0-1 1,-2 2-186,0 1 0,-3-1-123,1 1 1,0 0 73,0 1 0,0-1-137,-3 2 1,1-1 73,-1 0 1,3-3-97,0 2 0,0-2 13,0 1 1,0-2 52,2-2-220,2-1 127,-3-1-52,3-3 1,0 1 107,3-5 0,-1 2-74,3-3 1,0-2 55,0 2 1,0-1-21,2 0 1,-1 0 132,1-2 1,-2 1-28,0 2 0,0 0 34,0 0 0,0-1 51,-1 0 324,2 0-236,-3 3 134,4 0-204,-1 2 0,-2 4 21,1 4 0,-1 2-114,2 0 0,1 2 19,-1 0 0,-2 0 0,1 3 1,0-3-53,2 3 1,1-3-135,-4 0 1,1 2 78,-1-2 1,1 1-55,-3-3 143,0 1 0,-2-1-8,0 0 1,-2-1-65,-3-1 1,-1-3-7,-3 1 0,1-1-5,-2-1 0,0 0 63,-1 0 1,-1 0 1,1 0 1,0 0 25,0 0 0,0 0 84,2 0 1,1 0-96,1 0 0,1 0 28,-1 0-5,4-3 1,0 2-88,3-3-39,0 2 1,1-3 53,1 3 1,1-1-15,4 1 1,1 1 28,1-4 0,-1 4-15,-1-1 1,0-1 94,2 1 1,-2-2 147,1 1 0,-1-1-116,0 2 1,-3-1 81,0 1 0,0 1-104,0-4-390,2 4-119,-5-2 0,1 3 82,-4 0 0,-2 1 361,-2 1 0,-15 10 0,-3 5 0</inkml:trace>
  <inkml:trace contextRef="#ctx0" brushRef="#br0" timeOffset="3670">905 68 6839,'-3'0'393,"-3"0"-179,5 0-96,-2 0 1,3-2 138,-3 0-50,3-1-107,-3 3 1,8 0-69,1 0 0,2 0 34,-1 0 0,-1 0-19,0 0 1,3 0-22,0 0 0,1 0-91,-1 0 0,1 0 63,-1 0 0,2 0-121,-3 0 0,3 0 73,-3 0 1,1 0 40,-3 0 1,1 0-1,-1 0 1,-1 0 11,-1 0 17,-3 0-6,5 0 12,-5 0 745,2 0-695,-9 0 0,4 0 3,-5 0 1,4 3-3,-1-1 1,1 1 7,-2-1 1,0 0 22,0 3 0,0 0-25,-2 0 0,1-2-119,-1 2 1,1-1 59,0 2 0,-1 1-102,1-1 1,0 1 22,2-1 1,-2 0 9,2 1 21,-2-1 1,0 1-14,-1-1 0,4-2-20,1 1 1,-1-3 6,1 2 0,-1-3-45,1 2 1,1-2 42,-1 1-10,1-1 789,1 2-603,3-3-57,-2 0 0,4-1 4,-3-1 0,3 1-10,-1-1 0,2 1 6,0 1 1,1 0-45,2 0 1,-1 0 40,2-3 1,1 3 5,2-2 0,2 0-38,0 0 1,0 1-1,-2-1 0,-1 1-31,1 1 1,-1 0-117,-1-2 1,-2 1 69,-2-1-226,-1 1-18,-2 1-248,-2 0-2848,-2 0 3385,-5 0 0,-5 0 0,-7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47.666"/>
    </inkml:context>
    <inkml:brush xml:id="br0">
      <inkml:brushProperty name="width" value="0.08571" units="cm"/>
      <inkml:brushProperty name="height" value="0.08571" units="cm"/>
      <inkml:brushProperty name="color" value="#004F8B"/>
    </inkml:brush>
  </inkml:definitions>
  <inkml:trace contextRef="#ctx0" brushRef="#br0">33 0 7064,'-7'0'570,"4"0"18,-3 0-360,5 0 1483,-2 0-1544,9 0 1,-2 0-13,5 0 0,0 0-145,0 0 0,1 0 48,-1 0 0,2 0-120,0 0 1,-1 0 89,1 0 1,-1 0-61,0 0 1,2 0 57,-4 0 0,1 0-1,-3 0 0,1 0 136,-1 0 50,1 0 30,-4 0-90,3 0 49,-5 0 131,1 0-237,-7 0 16,3 0-66,-6 3 1,5-2 2,-1 4 0,-2-2 7,2 2 1,-2 0-30,0 0 0,-1 0 1,1 2 1,-1-1 58,1 0 1,-3 3-9,1 0 1,-3 0-115,3-1 0,-3 0 87,2 3 0,-1-3-70,1 0 0,0 0 31,3 1 0,-1-4-11,-2 1 1,4-1 28,-1 2 0,3-4-5,-1-1 1,2 0 23,0 0 5,2-1-137,0 1 115,2-4 60,-1 1 177,5-2-236,-3 3 0,4 0 12,-1 0 1,1 0-67,2 0 1,-1 0 1,2 0 1,2 0-318,3 0 0,-1 0 28,3 0 0,-2 0-94,2 0 1,-3-1-186,1-1 0,-2 1-406,-2-1 0,-1 2 994,-1 0 0,-22-9 0,-3-2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49.467"/>
    </inkml:context>
    <inkml:brush xml:id="br0">
      <inkml:brushProperty name="width" value="0.08571" units="cm"/>
      <inkml:brushProperty name="height" value="0.08571" units="cm"/>
      <inkml:brushProperty name="color" value="#004F8B"/>
    </inkml:brush>
  </inkml:definitions>
  <inkml:trace contextRef="#ctx0" brushRef="#br0">20 109 7120,'-3'0'1104,"0"0"-823,3 0-5,0-3 27,0 3-225,3-6 0,0 3 19,4-1 0,-3-2-104,0 2 1,0 0 57,3 0 0,-2 0-118,0-3 0,0 3 76,0 0 1,0 0-105,2-3 1,-3 1 124,0-1 0,-1 3-14,1 0 1,-2 0 197,2 0-126,-2-2 0,0 5 56,-2-4-122,0 4 196,0-2 0,0 8-78,0 2 1,-2 0-79,0 0 0,0 1-39,2 1 0,0 2-12,0-3 1,0 4 0,0-2 0,0 0 13,0 1 1,0-1-77,0 1 0,0 1 31,0-2 1,0 2-150,0-1 1,0 0 63,0-3 1,0 1-177,0-3 0,0 1 25,0-1 0,0-1-370,0-1-224,0-3 427,0 2 1,-6-6-1,-1 0 1</inkml:trace>
  <inkml:trace contextRef="#ctx0" brushRef="#br0" timeOffset="215">20 244 7643,'-4'0'436,"0"0"759,2 0-578,-4 0-256,6 0 380,-3 0-530,9 0 0,1 0-203,6 0 1,0 0 65,2 0 1,1-2-143,1 0 0,1-3-325,-1 3 0,1-2-1635,-1 2 2028,2-3 0,-6 1 0,3-2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6:54.859"/>
    </inkml:context>
    <inkml:brush xml:id="br0">
      <inkml:brushProperty name="width" value="0.08571" units="cm"/>
      <inkml:brushProperty name="height" value="0.08571" units="cm"/>
      <inkml:brushProperty name="color" value="#E71224"/>
    </inkml:brush>
  </inkml:definitions>
  <inkml:trace contextRef="#ctx0" brushRef="#br0">33 7 7648,'0'7'-662,"0"-3"432,0 0 183,0-2 47,0 3 1,0-3 113,0 2-19,0-2-49,2 3 1,0-4 54,2 1-128,-2-1 114,3-1-42,-1 0 1,0 0 112,0 0 14,-2 0 24,1-3 207,-3-1-144,0-2 36,0 0 56,0-1-190,0 1-194,-3 2 84,-1 1 0,-2 3-135,-1 0 0,3 0 112,0 0 1,2 1-105,-3 1 1,3 0 75,-2 2 0,2 0-17,-2 3 1,2-3-16,0 0 0,1 0 15,1 3 0,0-1-125,0 1 0,0-3 22,0 0 1,3-2 32,1 3 1,2-4 66,1 1 0,-3-1-1,0-1 1,0 0-38,3 0 30,-1 0 0,1-2 94,-1 0 1,-2-3-85,1 0 0,-3 2 113,2-2-60,-3 1 0,3-2 5,-2 2 0,-1-1 8,1 0 1,-1 2 87,-1-2 1,-2 3-75,-1-2 1,-1 2 89,2-2 1,-3 2-91,1 0 0,0-1 21,0 1 1,0 0-131,-3 2 1,1 0 62,-1 0 1,2 1-7,0 1 1,0-1 4,0 3 0,0-1-14,1 1 1,-1 0-11,3 3 1,-2-3-11,2 0 1,-1 0-31,3 3 19,0-1 0,0 1-89,0-1 0,1-2 32,1 1-50,2-4 1,2 4 95,1-3 0,-1 0-18,1-2 0,-1 0 136,0 0 0,-1 0 37,-1 0 0,0 0 75,0-3 0,1 2-8,-3-3 1,1 2 14,-1-3 1,-1 3-62,1-2 0,-2 2 443,0-3-466,0 1 1,0-2-26,-2 2 0,0 1-752,-2 1 371,2 1-1634,-3-2 605,1 3 1323,1 0 0,-3 3 0,2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00.582"/>
    </inkml:context>
    <inkml:brush xml:id="br0">
      <inkml:brushProperty name="width" value="0.08571" units="cm"/>
      <inkml:brushProperty name="height" value="0.08571" units="cm"/>
      <inkml:brushProperty name="color" value="#E71224"/>
    </inkml:brush>
  </inkml:definitions>
  <inkml:trace contextRef="#ctx0" brushRef="#br0">0 1636 8804,'7'3'-115,"-3"-2"101,0 1 0,-2-1-12,3-1 9,-1 0 0,2 0 14,1 0 1,-2 0-7,0 2 0,0-1 23,0 1 1,0-1 23,2-1 1,-1 0 84,1 0 1,-1 0-97,1 0 0,0 0 6,1 0 1,-1 0-29,2 0 1,0 0 0,0 0 0,1 0-6,-1 0 1,2 0-9,-3 0 0,3 0-2,-3 0 1,3 0 22,-2 0 1,-1 0-63,-1 0 1,-1 0 36,0 0 1,1 0 7,-1 0 1,1 0-14,-1 0 0,1 0-20,-1 0 35,0 0 0,1 0-4,-1 0 4,1 0 1,-1-2 8,0 0 1,1 0 1,-1 2 1,-1 0-9,-1 0 1,0 0 1,2 0 0,1 0-26,-1 0 0,-1 0-1,-1 0 1,0-3 7,3 1 0,-1 0-6,0 2 1,-1 0 0,-1 0 1,0 0-5,3 0 1,-1 0-9,0 0 1,-1 0 19,-1 0 1,0 0 2,3 0 0,-1 0-5,1 0 0,-1 0-14,0 0 12,1 0 0,-1 0-2,1 0 0,-1 0 3,0 0 1,1 0-1,-1 0 1,-1 0 16,-1 0 1,0 0-19,2 0 1,1 0 37,-1-3 1,-1 3-20,-1-2 0,0 1 14,3 1-13,-1 0 1,0 0 1,1 0 1,-3 0-48,0 0 0,1 0-54,1 0 65,0 0 0,1 0 13,-1 0 7,1 0 0,-1 0 9,1 0 1,-1 0 1,0 0 1,-1 0 4,-1 0 1,0 0 5,3 0 0,-3-1-5,0-1 0,0 1 6,3-1 1,-3 1 25,0 1 1,1 0-36,1 0 0,-2 0 4,1 0-48,-1 0 1,2 0-4,1-2 0,-1 1 42,1-1 0,-3 1-4,0 1 1,0 0-66,3 0 1,-3 0-7,0 0 29,1 0 1,1 0 43,0 0 0,1 0 8,-1 0 0,-1 0-13,-1 0 1,0 0 7,3 0-4,-1-3 1,0 2-3,1-1 1,-1 2 8,1 0 0,-3 0-3,0 0 1,0-1-16,3-1 22,-1 1 0,1-2 6,-1 3-4,1 0-1,2-3 0,-2 3 8,1-3 1,0 3 18,-2 0 18,0 0 0,1-2-46,-1-1 0,1 1 10,-1 2-26,0 0 1,1 0-20,-1-3 22,1 3 0,-1-3-5,1 3 0,-3 0-62,0 0 27,0 0 1,3 0 37,-1 0-8,1 0 1,-1 0-15,0 0 29,1-3 1,-1 2 4,1-1 17,-1 1 0,1 1 29,-1 0-47,0-2 1,1 1 8,-1-1-8,1 1 0,-1 0 7,0-1-11,1 2 1,-1-3 1,1 3 0,-1 0-3,0 0 1,-1-1 5,-1-1 0,0 1 2,3-1 5,-1 1 0,1 1 4,-1 0 0,0 0 4,1 0 0,-3-2 4,0 0 0,1 0-7,1 2 1,-2 0-15,1 0 0,-1 0 2,2 0-5,1-3 1,-1 2-4,1-1 1,-1 1-1,0-1 1,-1 1-1,-1-1 0,0 1-16,3 1 0,-3 0 18,0 0 0,0-1-15,3-1 0,-3 1 16,0-1 0,1 2-1,1 0 1,-2-3 12,1 1 0,-1 0 1,2 2 1,-1-1 41,-1-1 0,0 2 8,3-3 1,-3 1-2,0-1 0,0 1-36,3 2 1,-3-2 9,0 0 1,1 0-2,1 2-16,0-3 0,1 2-3,-1-1 1,1-1 1,-1 1 26,1 0 1,-1 0-3,0 0 1,1-1 21,-1 1 1,-2 1-38,1-1 1,-1-1 8,2 1 0,1-1 103,-1 1 20,1 1-132,2-4 0,-2 3-2,2-2 0,-2 2-26,-1 0 0,0 1-18,-2-1 1,2 1-27,-2-1 0,1 0 53,-1 0 0,2 2-10,-2-2 0,2 0 29,0 0 0,-1 1 1,-1-1 0,0-1-21,3 1 0,-3 0 5,0 2 0,1-2 27,1 0-17,0 0 0,1-1-26,-1 1-7,1 0 1,-1 0 14,0 0 0,1 0-14,-1 2 0,-1-2-6,-1-1 0,0 1-2,3-1 8,-1 3 0,0-4 31,1 2 1,-3 1 1,0-1 0,0 1-13,0-1-6,2 1 1,-3-4-41,4 3 1,-1-1 0,-2 1 0,2 1-43,-2-1 55,1-2 0,2 4-11,-1-2 1,-1-1 23,-1 1 1,-1-1 10,2 1 1,0 1 17,0-1 1,-2-1 7,2 1 1,-1-1 37,2 1 1,-2 0-58,1-2 0,-1 3 18,2-2 0,-1 1-18,-1-1 0,0 1-8,3-1 1,-3 3-45,0-2 1,1-1-15,1 1 1,-2 0 36,1 2 1,-1-1 16,2-1 1,-2 1 0,1-1 1,-3-1-2,2 1 1,-2-1 1,3 1 32,-1 1 1,2-2 8,-2 0 1,1 2-10,-3-3-9,3 2 1,-1-1-35,2 1 1,-2 0-44,0-2 21,1 2 0,1-1 32,1 1 0,-3 1-5,0-1 1,-2-1 0,3 1 0,-2-1-13,1 1 42,2 1-39,-2-4 32,2 1 0,0 0-12,1-1 1,-3 4 1,0-1 0,-1-1-34,1 1-7,0 0 16,3-1 8,-1 2 0,0-4 10,1 3 0,-3 0 0,0 2 0,-2-2-3,3 0 1,-3-1 5,2 1 0,-2 1 1,3-1 1,-3-1-10,2 1 1,0-1-5,0 1-9,2 1-5,-3-5 25,4 6-6,-1-6 1,0 5 20,-2-4-26,2 4 52,-3-5 0,3 5-10,-2-4 8,2 4-32,-3-5 5,4 3-7,-1-4 1,1 3-2,-1 0 1,-2 2-5,1-3 1,-3 4-7,2-1 1,-2-1-3,2 1 0,0-1 11,0 1 1,1 0 8,-3-2 9,3 3 6,-1-5-22,2 2 1,0 0 1,-2 0 0,1 2 3,-3-3 0,3 3 0,-3-2 0,3 3 44,-1-2-41,-1 0 0,3 0-1,-2-1 1,0 0-5,0 2 1,-2 1 2,2-4 1,-2 3-11,3-2 0,-3 3-2,2-2 1,-2 1-1,2-1 0,-1 1 0,1-1 0,-2 3-4,2-2 0,-2-1 1,3 1 1,-4-3 1,4 3 5,-3-2 0,3 2 3,-3-3-5,3 4 0,-4-4 0,3 3 1,0-1-1,0 1 1,1 1 5,-3-4-2,3 4 0,-1-4 42,2 3 1,-1-3 4,-1 3 1,-2-2-13,2 2 1,-2-2 7,3 1 1,-3-1-25,2 2 1,-2-2 3,3 2 1,-3-3-3,2 3 5,0-3-15,3 2 0,-1-3-15,0 2 1,-1-1-10,-1 3 0,-2-3 41,2 3-15,1-3 0,1 2 47,1-1 1,-3-1-35,0 3-13,0-3 0,3 2-5,-1-1 1,-2-1 3,1 3 0,-1-3-13,2 3 1,-1-2-5,-1 2 0,0-3 0,0 1 0,2 0-6,-2 0 1,1 2 5,-1-3 1,2 2-12,-2-2 19,2 0 1,0 2 3,1-1 1,-3-1-22,0 3 12,0-3 1,3 2 1,-1-2 4,1 0 0,-1 1 7,0-2 32,1 2 0,-1-2 7,1 2 0,-1 1-45,1-2 0,-3 3 16,0-2 0,0 2 6,3-2 1,-2 1-18,0-1 1,0 2 0,0-2 0,0 2 16,2-3 0,-3 2-7,0-2 1,1 2 78,1 1-41,1-2 0,-1-2 36,0 2 0,1-1-60,-1 3 1,-2-2-70,1 2 1,-1-3 48,2 3 0,-1-2-3,-1 2 0,0-1-17,0 1 1,2 0-16,-2-2 0,1 2 11,2-2 1,-3 2 14,0-3 0,1 3 12,1-2 1,0 2 12,-2-3 1,2 4 8,-2-1 0,2-1-12,0 1 0,-2-2 4,1 2 1,-1-1-17,2 1 0,-1 1-2,-1-1 0,-2-1 13,2 1 0,-1-1 35,1 1-21,0 1-59,3-5 1,-1 5-109,0-3 0,-1 2 188,-1 0-29,0-2 1,3 2 2,-1-3 0,-2 2 6,1 1 1,-3 0-46,2-2 1,0 2 2,3-2 1,-3 2-4,0 0 0,0-1 29,3 1 0,-3-3-3,0 1 1,1 0 11,1 0 1,1 2-1,-1-3 0,0 3-29,1-2 1,-3 2 0,0-2 1,1 1-6,1-1 1,0 2-6,1-2 0,-3 2-5,0-3 0,1 4-24,1-1 1,1-1-10,-1 1 1,0-2 5,1 1 0,-1-1-14,1 2 1,-1-1 40,0 1 0,-1 1-1,-1-4 1,0 4 33,3-1 0,-1-1 4,1 1 0,-1-3 9,0 3 1,1-2-38,-1 2 0,1-2 11,-1 2 1,3-3-39,-1 3 0,1-2-4,-3 2 1,0-3 23,1 3 0,0-2-7,2 2 0,-2-2 24,1 1 1,-1-1-4,0 2 1,-1-2 93,1 2-104,-1-3 0,0 2 84,1-2 0,-1 2-91,1 1 0,-1 0 6,1-2 0,-1 2-19,0-2 1,1 2-10,-1-3 1,1 4 18,-1-1 1,0-1-13,1 1 1,-1-3 9,1 3 1,-1-1 54,0 1 1,1 2 61,-1-3-72,1 0 1,-1 0 193,1-1-166,-1-2 0,0 3 10,1-1 1,-1-1-72,1 3 1,-1-2 19,0 1 0,-1 1-1,-1-1 0,0 3-15,3-2 1,-1-1-32,1 1 38,-1-3 1,0 3-4,1-2 1,-2 2 60,0-3 1,0 4 5,0-1 1,-2-1 2,2 1 1,-1-2-61,2 1 0,-1-1 4,-1 2 1,0-2-2,2 2 1,1-3-6,-1 3 1,1-1-18,-1 1 0,1 1-92,-1-3 0,0 2 76,1 0 0,-1-1-79,1 1 1,-1-2 68,0 2 1,1-3 21,-1 3 1,1-1-2,-1 1 1,1 1-8,2-4 0,-2 3 6,1-2 0,0 2 6,1-2 1,-2 2 11,2 0 1,0-1-68,-1 1 0,1-2-12,-3 2 0,1-1-17,2 1 0,-2 1 70,2-1 0,-1-1-1,0 1 0,-1-1-25,2 1 1,-1 1 3,0-1 0,-1 1-15,2-2 1,-2 3 0,-1-2 1,1 1-7,-1 1 0,1-1-13,-1-1 0,1 1 84,2-1 0,-3 1-94,1-1 154,2 1 0,-3-4-106,5 3 0,-2-1 36,-2 1 0,-1 0-39,0-2 1,3 3 5,0-1 0,0 0-4,-1 0 1,-1 1-85,2-1 1,-2 1 78,0 1 1,-1 0-8,0-2 0,1 1 107,-1-1-59,1 1 0,-1-1 12,0 0 0,1 0-11,-1 2 0,-1-3 14,-1 1 1,0 0 0,3 2 0,-1-2 0,0 0 0,1 0-113,-1 2 0,1-1 35,-1-1 1,0 1 21,1-1 1,-1 1 46,1 1 1,-1 0 2,0-3 0,1 3 14,-1-2 1,1 1 12,-1 1 1,-2-1-41,1-1 1,-1 1 10,2-1 0,3 2 20,-1 0 0,1-3-22,-3 1 1,1 0-5,-1 2 0,1 0-32,-1 0 1,1-1-7,-1-1 1,0 2 6,1-3 1,-1 3-5,1 0 0,-3-1 6,0-1 0,0 1-3,3-1 1,-1 1 7,1 1 0,-1 0 23,1-3 0,0 3 12,1-2 1,-1 1-24,2 1 0,-2-2 3,-1 0 1,1-1-106,-1 3 47,1 0 1,-1 0-45,0 0 41,1 0 0,-1 0 28,1 0 29,-1 0 0,1 0 7,-1 0 0,0 0 0,1 0 1,-1 0 9,1 0 1,-1 0-51,0 0 0,1 0-32,-1 0 55,1 0 1,-1 0-13,1 0 1,-1 0 21,0 0 0,-1 0-5,-1 0 1,0 0-1,3-2 0,-1 1 33,0-1 1,-1 1 93,-1 1 1,0 0-87,3 0 0,-1 0 82,0 0 0,1 0-87,-1 0 0,1 0 7,-1 0 0,1-2-45,-1 0 1,0 0 2,1 2 1,-1 0-99,1 0 0,-1 0 84,0 0 0,-1 0-18,-1 0 1,1 0-2,4 0 1,-2 0-7,1 0 1,-1 0-9,0 0 0,-1 0-2,1 0 1,-1 0 34,0 0 0,1 0 0,-1 0 0,1 0 15,-1 0 0,0 0 6,1 0 1,-1 0 2,1 0 1,-3 0 2,0 0 0,1 0 9,1 0 1,0 0 6,1 0 1,-1 0 6,1 0 1,-1 0 0,0 0-23,1 0 0,2 0 1,-2 0-2,2 0 0,-4 0 0,-1 0 0,-2 0 49,3 0 0,-3 0 62,2 0-110,0 0 1,3 0 4,-1 0-22,0 0 0,1 0 35,-1 0 0,1 0-2,-1 0 0,1 0 7,-1 0-13,0 0 0,1 0 31,-1 0 0,-2 0 75,1 0 1,-3 0-44,2 0-30,-2 0 1,1 0-179,-1 0 62,-1 0-704,2 0 1,-20 2 0,-5 2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04.375"/>
    </inkml:context>
    <inkml:brush xml:id="br0">
      <inkml:brushProperty name="width" value="0.08571" units="cm"/>
      <inkml:brushProperty name="height" value="0.08571" units="cm"/>
      <inkml:brushProperty name="color" value="#004F8B"/>
    </inkml:brush>
  </inkml:definitions>
  <inkml:trace contextRef="#ctx0" brushRef="#br0">147 167 7719,'0'-4'-490,"-1"0"0,0 0 1200,-1 1 0,-1 1 109,3-2-588,-2 2 0,0-1 127,-2 3-200,0 0 1,-3 3-105,1 1 1,-1 1 58,-2 1 0,2-1-127,-2 4 1,0 0 116,1-1 1,-3 4-255,2-1 0,1 1-169,1 0 1,-1 1 145,-1 0 0,3 0 24,2 0 0,2-1 10,0-1 0,2 0-209,2-2 1,2-2 184,2-2 0,1 0 50,2-3 0,-1 0 151,2-2 1,0-3 30,1-1 1,0-2 41,-2 0 0,2-4-74,0 0 0,-1 0-5,1-1 0,-3 2 25,0-1 1,-1-1-11,0-2 0,-2 3-52,0-1 0,-2 2 34,-3-1 0,-1 2-1,-1-1 1,-2 3-79,-2 2 0,-1-1-123,-2 2 1,1 1 59,-3 2 0,4 0-176,-2 0 1,4 0 85,1 0 204,2 0 0,5 12 0,4 2 0</inkml:trace>
  <inkml:trace contextRef="#ctx0" brushRef="#br0" timeOffset="155">282 334 7719,'3'0'1630,"0"0"-2528,0 0 383,-2 0 515,1 0 0,1-12 0,1-2 0</inkml:trace>
  <inkml:trace contextRef="#ctx0" brushRef="#br0" timeOffset="634">468 135 7719,'0'-7'65,"0"1"0,-1 0 774,-1 2-628,1 1-330,-5 3 0,3 3 80,-4 1-77,4 2 1,-2 0 47,3 1 10,-1-1-27,3 1 60,0-1-35,0 0 27,0 1 1,1-4-37,1 0 11,-1 0 0,5-2-5,-2 1 0,0-1-112,0 2 115,0-3 0,3 3-8,-1-3 1,0 0-38,1 0 1,0 0-13,1 0 0,0 0 9,0 0 0,-1 0-13,0 0 0,-1 0 85,1 0 1,-1 0 93,0 0 0,-2 3 208,-2 1 1,1 0-81,-1 0 0,0 0 44,-2 3 1,0-2-27,0 1 0,-2-1 153,0 4 1,-3-2-157,1-1 0,-4 1-59,-1-1 0,1 1-95,1-1 0,0 0-208,-1-2 1,0 2-457,0-2 1,1 1 129,0-1 1,1 0-86,0-2 1,1-1 571,1 1 0,3-2 0,3-11 0,6-3 0</inkml:trace>
  <inkml:trace contextRef="#ctx0" brushRef="#br0" timeOffset="898">480 116 7719,'-6'0'0,"0"-3"776,-1 1 184,4-3 0,1 4-106,6-3 1,2 0-383,7 0 0,1-2-207,5 2 1,4-2-240,0 0 0,2-1-243,1-2 0,-1 2-49,-2-2 0,-1 2-765,-3 1 1031,-2-1 0,-27-2 0,-9-1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14.653"/>
    </inkml:context>
    <inkml:brush xml:id="br0">
      <inkml:brushProperty name="width" value="0.08571" units="cm"/>
      <inkml:brushProperty name="height" value="0.08571" units="cm"/>
      <inkml:brushProperty name="color" value="#004F8B"/>
    </inkml:brush>
  </inkml:definitions>
  <inkml:trace contextRef="#ctx0" brushRef="#br0">45 71 7728,'3'-6'0,"-2"-2"318,4-1 627,-4 0-625,5 3 1,-5 2 54,3 2 0,-2 2-42,0 2 0,-1 3-116,-1 3 0,0 3-45,3 4 1,-3 1-8,2 4 1,-2 0 12,-2 1 1,1 2-58,-3 2 1,1 1-154,-1 0 0,0-1-59,-3 1 1,3-2-227,0-1 1,0-2-349,-3 0 1,1-4 87,-1-2 0,2-3-830,0-2 368,0-5 566,4 1 1,-2-10 472,3-2 0,9-20 0,1-9 0</inkml:trace>
  <inkml:trace contextRef="#ctx0" brushRef="#br0" timeOffset="419">39 129 7728,'0'-10'271,"0"-1"1,0 2 204,0 1 1,0-1-317,0 1 0,2-1 25,3 3 1,3-1 25,3 1 0,1 0-48,1 2 0,0 1 0,2 3 0,1 0 16,1 0 0,2 5-115,-2 1 0,-1 5-296,-2 0 1,-3 3-15,-2 1 1,-5 2-68,-2-2 1,-2 0 183,-2-2 0,-2 2-52,-5 0 1,-1 0 142,-3-2 1,-2-3 75,0 1 1,0-3-87,0 0 1,1 0 117,-1-2 1,2-2-38,0 0 1,3-1-136,1 1-274,2-3 310,1 2 1,3-3-349,3 0 367,3-3 1,3 3-8,1-3 0,1 3-20,1 0 1,0 0 95,0 0 1,-2 0 235,1 3 0,0-2-31,1 3 1,-2 3 82,1 1 0,-1 2-218,0-2 0,-1 1-53,1 2 0,-3 1-105,0-1 0,-2-2-262,0 0 1,-1 0-3,1-1 0,-1-1-781,1-3-56,-1-2 1167,-1 3 0,3-18 0,0-2 0</inkml:trace>
  <inkml:trace contextRef="#ctx0" brushRef="#br0" timeOffset="787">289 334 7728,'4'0'521,"0"0"1,-2 0-267,3 0 1,-1 0-50,2-2 0,1 1-209,-1-1 0,1-1-2,2 1 1,-2-2-22,2 1 1,0-1-26,-1 2 1,2-3-240,-2 1 0,-1 0 0,2 0 0,-4 0-270,-1-3 1,0 3 294,0 0 0,0-1-43,-2-1 0,-2 0 369,3-1-2,-6 1 1,0 0 16,-4 2 1,0-1 79,-1 3 1,1-1 329,-2 3 1,-1 1-128,-1 1 1,1 2 232,0 2 1,0 1-196,-1-1 0,0 3 69,2 2 0,-2 1-308,3 1 1,-3 2-10,3 0 0,1 2-102,3-2 1,3 2 12,-2-2 0,6 0-257,1-2 0,4-1-82,3-1 0,4-3-270,2-4 1,2 1 34,0-2 1,1-1-382,1-2 1,-1-3-167,2-1 1061,-2-5 0,-1-9 0,0-6 0</inkml:trace>
  <inkml:trace contextRef="#ctx0" brushRef="#br0" timeOffset="1061">622 264 7728,'-4'-2'1539,"0"0"-496,-1 0-551,-1-1 0,0 2-118,-1-1 1,0 4-31,-1 2 1,0 2-116,-3 0 1,2 3-13,-1-1 0,2 4-60,-1-1 0,3 3-110,2 1 0,1 2-407,3-2 0,1 1 261,1-2 1,4 0-596,5 1 0,2-2 64,2-3 0,1-1-132,3-5 0,0 0 201,1-2 0,-1-2-48,0 0 0,0-6 260,1-4 1,-3-2 348,0-1 0,0-20 0,2-5 0</inkml:trace>
  <inkml:trace contextRef="#ctx0" brushRef="#br0" timeOffset="1285">795 116 7728,'-6'-6'1130,"0"2"-685,-1 2-252,4 2 0,0 1 113,3 3 0,0 1 128,0 6 1,0 2-124,0 2 1,1 3 8,1-1 0,-1 2-214,3 2 1,1 2-125,1 3 1,-2-1-328,-2 1 0,1 0 61,-1-1 0,0-2-383,-2-1 1,2-3 204,0-2 0,0-4-1006,-2-5 423,0-1 1045,0-3 0,0-18 0,0-8 0</inkml:trace>
  <inkml:trace contextRef="#ctx0" brushRef="#br0" timeOffset="1544">699 315 7728,'0'-4'223,"0"0"1,0 2-99,0-3 1,3 3 236,1-2 0,5 2-2,2 0 0,1 2 175,3 0 1,2 0-229,2 0 1,2 2-127,1 3 0,-1 0-110,-2 2 0,-2-1-17,-2 1 0,-2 2-168,0 2 0,-3-1 30,-1 0 1,-2 1-135,-1 2 0,-2-3 98,1 1 1,-4-1 55,1 1 0,-1-2-203,-1-2 1,2-1-560,0 0 354,0-2 472,-2-1 0,-2-15 0,-2-2 0</inkml:trace>
  <inkml:trace contextRef="#ctx0" brushRef="#br0" timeOffset="1684">949 168 7747,'-2'-10'-713,"1"0"0,-1 4 954,1 0 1,1 1-69,0 1-173,0 3 0,11 6 0,4 6 0</inkml:trace>
  <inkml:trace contextRef="#ctx0" brushRef="#br0" timeOffset="2078">1244 116 7750,'3'-12'82,"-1"1"0,0 1 485,1 1 1,-3-1-385,3 2 0,-3 1-50,0-2 0,0 2-37,-3 1 0,-1 1 97,-4 1 1,-2 0-26,0 0 0,-2-1-17,1 3 0,-1 0 25,-1 2 1,1 3-123,1 1 0,2 5-295,2 1 0,1 3 121,0 2 0,0 1 8,2 4 1,-1 2-21,2 1 0,1 2 70,2 1 0,-2 0-133,0-1 0,0 1 29,2 0 1,1-1-90,1 1 0,-2-1 89,3-2 0,-3-1 22,0-5 0,0-1-285,0-4 1,-2-2 27,0-1 1,-2-4-254,2-1 654,0-2 0,2-22 0,0-9 0</inkml:trace>
  <inkml:trace contextRef="#ctx0" brushRef="#br0" timeOffset="2320">1046 341 7251,'0'-4'288,"0"-1"0,0 3 88,0-2 0,2 2-158,3 0 1,1 1 12,3-1 0,1 1 31,5-1 0,0 1-13,5 1 1,-2 1-90,6 1 0,-3 0 0,3 5 1,-4-2-60,2 3 0,-3 1-177,-2 0 1,-2 2-5,-4 0 1,-3 1-157,-4 1 1,-1-1-243,-3-1 0,0 1 15,0-1 1,-3-2-402,-1-1 1,1-3 863,-2 0 0,4-15 0,-2-2 0</inkml:trace>
  <inkml:trace contextRef="#ctx0" brushRef="#br0" timeOffset="2451">1341 245 7750,'-5'-7'756,"2"1"-322,0-1 1,1 1-514,2 0 0,0 1-544,0 1-995,0 3 1618,0-2 0,6 8 0,1 3 0</inkml:trace>
  <inkml:trace contextRef="#ctx0" brushRef="#br0" timeOffset="2928">1463 373 7753,'7'4'0,"0"-2"-56,2-2 1,0 0-27,0 0 1,-2 0 14,2 0 0,-2 0 52,-1-2 0,0 0-43,1-2 0,-3 2 105,0-3 0,0 1-13,0-2 0,1-1 62,-3 1 0,1-1-7,-3 1 1,0-1 63,0-2 1,0 4 119,0-1 1,-3 1 47,-2-1 1,0 2-9,-2 2 0,-2 1-27,-2 1 0,0 0 13,0 0 0,-1 3 148,1 1 1,1 3-151,0 1 0,2 0 11,-1 3 0,2-3-117,1 3 1,2 0 0,2 2 0,1 2-305,1-1 0,1 4-149,1-3 1,5 2-214,3 0 0,3-3-41,2-1 1,2-5-531,2 1 1,1-5 371,1-2 1,-2-2-651,1-2 1324,-1-1 0,0-29 0,4-7 0</inkml:trace>
  <inkml:trace contextRef="#ctx0" brushRef="#br0" timeOffset="3481">1822 104 7770,'-2'-9'507,"-1"0"0,1 2 1025,-1 2 131,3 2-888,-3 3-422,3 3 0,0 2-124,0 3 0,1 2 14,1 3 1,-1 3-28,3 1 0,1 4-135,1 3 0,-2 0-210,1-1 1,-4 3-60,1 0 0,1-1-313,-1 3 1,0-4 259,-2-3 1,-2-2-107,0-2 1,-2-1-280,2-3 272,-3-3 1,3-4 127,-2-4 0,3-2-86,-2-2 1,3-1-156,0-4 0,-1-2 135,-1-2 1,1-1-53,-1-1 1,-2 1 188,0 2 0,1-2 104,-2 1 0,1-1 31,-2-1 0,-1 2 207,1 1 0,-1 2 63,-2-1 1,1 4 76,-2 1 0,0 2 317,-1 0 1,-1 4-161,1 3 1,-1 3 186,-1 3 1,1 1-253,1 1 1,2 0 19,3 0 0,2 2-176,2-1 0,1 1-13,1-2 1,1-2 54,1 0 1,4-3-91,2 3 0,4-5-95,-2 0 1,5-4-233,0 0 0,0-1-505,0-1 0,-1-1-196,1-1 0,-4-2-2150,0-5 3003,-3 2 0,-5-31 0,-3-4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13.755"/>
    </inkml:context>
    <inkml:brush xml:id="br0">
      <inkml:brushProperty name="width" value="0.08571" units="cm"/>
      <inkml:brushProperty name="height" value="0.08571" units="cm"/>
      <inkml:brushProperty name="color" value="#004F8B"/>
    </inkml:brush>
  </inkml:definitions>
  <inkml:trace contextRef="#ctx0" brushRef="#br0">129 33 7828,'-3'-5'265,"-1"1"0,0 1 1064,0-2-1018,2 0 0,0 4-172,4-1 0,2 0 27,2 0 0,3 1-66,0-1 0,2 2-2,0 0 1,-1 0-77,0 0 1,1 0-239,2 2 0,-3 2 133,-2 2 1,2 2-135,-2 0 1,0 2 87,-4 3 1,1 2-32,-3 0 1,1 3 97,-3 2 0,-6-1 28,-3 2 1,-2-1 4,-2-1 0,-3 1 82,-1-1 1,-1-3 163,-2-1 0,1-4 149,0-2 0,0 0-204,0-1 0,2-2-94,2-4 0,4-1-25,0-1-185,3 0 0,0-1 180,3-1 0,3-2 42,2-2 1,0 0-59,2-1 1,2 1-87,2-1 0,1 0-425,-1-1 1,3 1 151,-1-2 0,2 3 238,-2 1 1,0 0 99,3 3 0,-1-2 243,3 2 1,-2 0 36,0 2 1,-1 0 256,3 3 0,2 1-278,0 4 1,-2-1-82,-2 2 1,-4 0-582,2 0 1,-1 2 227,-1-3 1,0 3-831,-5-3 0,0 1-615,-2-3 1619,3 1 0,6-7 0,5 0 0</inkml:trace>
  <inkml:trace contextRef="#ctx0" brushRef="#br0" timeOffset="131">417 296 7828,'4'-3'1318,"1"1"-809,-3-2-917,0 3 0,-1-4 408,1 3 0,-4-6 0,1 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20.342"/>
    </inkml:context>
    <inkml:brush xml:id="br0">
      <inkml:brushProperty name="width" value="0.08571" units="cm"/>
      <inkml:brushProperty name="height" value="0.08571" units="cm"/>
      <inkml:brushProperty name="color" value="#004F8B"/>
    </inkml:brush>
  </inkml:definitions>
  <inkml:trace contextRef="#ctx0" brushRef="#br0">84 39 7903,'0'-6'180,"0"-1"0,0 1 282,0 0 1,0 1 160,0 1-44,3 3-181,-3-2 1,4 4-72,-2 1 1,-1 2-65,1 5 1,-2 1-89,-2 5 1,-2 0 27,-2 4 0,-1 1-182,1 4 1,0 1-101,-1-2 1,-1 4-112,-1 1 0,0 4 66,0-2 0,3 2-78,-1-4 0,2-2-60,3-3 1,-1-4-689,3-1 641,0-3 1,3-8 27,2-1 1,0-2 203,2-4 0,1-2-43,1-1 0,1-4-7,-1 1 1,2-3 33,0 1 1,1 0 23,1-3 0,-2 1 53,2-3 1,-3 0-28,2 0 1,0 2 5,1 1 0,-3-1 129,1-2 1,-3 2-92,0 1 0,-1 2 4,-3-1 1,0 4 439,-2 1-239,-2 3 1,3-2-132,-6 3 0,2 3 28,-3 1 1,-1 4 7,-1 3 0,0 1-11,-1-2 0,1 3 6,-1 0 0,3-2-43,0 1 0,2 0-98,-3 1 0,4-3-230,-1 1 0,1-3 122,1 0 1,1-1-268,1-3 0,-1 1 58,4-3 1,1 0-392,3-4 743,2-5 0,19-37 0,8-12 0</inkml:trace>
  <inkml:trace contextRef="#ctx0" brushRef="#br0" timeOffset="139">295 84 8023,'-6'-3'-57,"-3"-3"1,2 3-1295,-2-1 1045,5 1 0,1 6 306,3 1 0,11 10 0,4 3 0</inkml:trace>
  <inkml:trace contextRef="#ctx0" brushRef="#br0" timeOffset="698">379 225 7896,'0'-4'383,"0"0"88,0 0 222,0 0-415,0 1-137,3 9 1,-3-1 25,3 5 1,-3 1 10,0 2 0,0 0-66,0 0 1,0 2-130,0 0 1,0 0 32,-3-3 1,2 1-64,-3 0 1,2 0-178,-3 0 0,3-3 19,-2-2 1,2-1-109,-3 0 1,4-3-142,-1 0-101,1-2 133,1 1 136,0-9 0,1 1 127,1-6 1,-1 1-3,4 0 1,-1-3 10,2 3 1,1-2-8,-1-1 0,3 0 115,-1 0 1,3 0 58,-2 0 1,1-1 145,-1 1 1,2 0-65,0 4 1,-2 1 450,0 1-417,1 4 0,-3 0 52,1 3 1,-3 1 232,0 1 1,-4 3-217,1 4 1,-1 3-114,-1 1 0,0 0-81,0 2 0,0-2-214,0 0 1,-1 2-242,-1 0 1,1 2 220,-1-2 0,2-2-359,0-2 1,0-1 584,0 0 0,5-12 0,2-6 0</inkml:trace>
  <inkml:trace contextRef="#ctx0" brushRef="#br0" timeOffset="1073">629 296 7896,'4'0'0,"1"0"0,-3 0 614,2 0-422,0 0 0,3 0-39,-1 0 0,1 0 39,2 0 1,-2 0-129,1 0 1,2-3 8,-2-1 1,3 0-217,-3 0 0,3 0-24,-2-3 0,0 1 92,0-1 1,-4 1-64,1 0 1,-2-3 44,0 0 1,1 1 55,-2 2 0,-1-1 71,-2 1 0,-2-1 92,-1 1 0,-4 2-53,1-1 0,-3 4 14,1-1 1,-2 1 139,-3 1 0,0 1-96,0 1 1,1 4 141,-1 2 1,2 3 6,0-3 0,3 4-19,-3-2 1,3 3-197,0 2 1,3 0-188,3 2 0,2-2 73,0 2 1,2-2-151,3 2 1,3-3-753,3 1 0,1-4 439,1-3 1,2 1-811,0-3 1322,0 2 0,15-19 0,4 0 0</inkml:trace>
  <inkml:trace contextRef="#ctx0" brushRef="#br0" timeOffset="1501">963 187 7886,'0'-7'979,"0"1"-70,0 0-646,0 2 0,-3 1 171,-2 3 0,2 1-139,-1 1 1,-3 2-111,-1 5 1,-3 1-40,2 3 0,-2 0-138,0-1 1,1 3 51,0 0 0,1 3-161,-2-1 0,4 1-191,1-1 1,0 1 150,4-3 0,-2 0-393,2-2 0,0-3 169,4-2 0,2-4 9,2-1 1,1-3 56,-1 0 0,1-3-28,2-1 0,-1-4 41,2-3 1,0-1-112,1-1 1,0 0 347,-2 0 1,-1 1-46,-1-1 1,1 0 102,1 0 0,-1 0 155,-4 0 1,1 1 395,-3-1 1,2 1-188,-1 1 1,-1 4 947,-2 3-659,0 2-319,0-1 1,-2 7-328,-1 2 0,1 1 100,0 4 1,1 0-149,-1 2 1,0-1-174,0 1 1,1 0-204,-1 0 0,2 0 258,0 2 1,0-1-671,0 1 1,2-2 201,3 0 0,0-1 618,2-1 0,16-7 0,5-5 0</inkml:trace>
  <inkml:trace contextRef="#ctx0" brushRef="#br0" timeOffset="1842">1078 219 7869,'-2'-4'526,"0"-1"-64,0 1 793,2 1-414,0 0-448,0 3 1,2 3-330,0 4 0,2 0 108,-2 3 1,0-1 40,-2 2 1,0-1-266,0 3 1,0 0-376,0 0 0,0 0 94,0 0 1,0-1-228,0 1 1,0-1 481,0-1 0,0-2 227,0-2 1,0-3 1226,0 0-1049,0-2 0,0-1 66,0-5 1,0-1-40,0-6 1,0 0 202,0-1 0,0-1-95,0 0 1,3 0-51,-1 0 1,3-2-224,-1 0 0,2 0-90,0 3 0,3-1-1314,2 0 0,2 0 670,2 0 1,1 3-1447,3 2 0,0 1 104,-2 0 1887,2 1 0,-9 8 0,2 2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36.407"/>
    </inkml:context>
    <inkml:brush xml:id="br0">
      <inkml:brushProperty name="width" value="0.08571" units="cm"/>
      <inkml:brushProperty name="height" value="0.08571" units="cm"/>
      <inkml:brushProperty name="color" value="#004F8B"/>
    </inkml:brush>
  </inkml:definitions>
  <inkml:trace contextRef="#ctx0" brushRef="#br0">199 0 7714,'-6'6'210,"-1"-2"0,1 2 48,0-2 0,-4 3-12,0 1 0,-2 3 211,-1 4 0,-3 5-100,-1 5 0,1 4-116,-2 3 0,4 5-74,-1 2 0,2 1 0,3 1 1,3-3-145,5 1 1,1-4-202,1-3 1,4-2-140,2-2 0,4-8-465,3-3 0,-1-4-186,1-4 1,1-2 409,1-4 0,-2-2 558,2-3 0,-1-4 0,-1-13 0,-1-5 0</inkml:trace>
  <inkml:trace contextRef="#ctx0" brushRef="#br0" timeOffset="267">398 103 7679,'0'-10'860,"0"1"1,-1 5-280,-1 2 1,1 3-195,-3 3 1,1 2-173,-1 6 1,2 1-15,-2 4 1,2 2-28,-3 2 1,4 1-1,-1 0 0,-1 1-326,1 2 0,-3 4-202,1 1 1,0-1-480,0 1 0,-1-3 249,-1 1 0,-3-5-365,1-1 1,-1-7 478,3-3 0,0-6 470,-1-2 0,1-2 0,-1-19 0,1-5 0</inkml:trace>
  <inkml:trace contextRef="#ctx0" brushRef="#br0" timeOffset="675">334 116 7679,'4'-13'179,"1"3"1,-3 1 599,2 2 1,0 1-389,3-1 1,2 4-166,2 1 1,1 1-110,1 1 1,-1 1-104,1 1 0,0 1 6,0 4 0,-1 1-18,-1 1 0,-2 2-132,-3 0 1,-2 3-39,-2 1 0,-1 1-344,-1-1 0,-1-2 233,-1 2 0,-5-1-74,-3-1 0,-2-1 208,-1-1 1,-1-1 38,-1-2 1,2-2 74,-2 2 1,1-4-100,1 2 1,3-3 28,2 1 0,3-2-25,1 0 259,2-1 46,-1-1 1,8 0-67,2 0 0,1 0 130,-2 0 1,3 0-39,2 0 0,-1 2-69,1 0 1,-1 3-13,3-1 1,-2 4-74,0 1 0,-4 1-117,2-1 1,-3 2 87,-1 0 0,-2 3-125,-1 1 0,-1 0-61,1-2 0,-3-2-217,-1-1 1,-3-2-37,0 1 0,2-3 417,-1-2 0,2-6 0,-1-6 0</inkml:trace>
  <inkml:trace contextRef="#ctx0" brushRef="#br0" timeOffset="1359">584 392 8099,'3'-4'320,"1"1"0,2 3-275,0 0 0,-1 0-72,2 0 1,-4 0 35,6 0 0,-3 0-66,2 0 1,-1-2 61,0 0 0,-1-2-54,1 1 0,-1-2-28,0 1 1,1-2-162,-1 0 0,0 0 138,-2-1 0,-1 1 44,-3-1 1,0 3 28,0 0 0,0 0 101,0-3 1,-3 3 72,-1 0 1,-3 2-9,-1 0 1,0 1 85,-3 1 1,3 0-47,-3 0 0,1 2 69,-1 1 1,0 2 24,3-1 1,-3 4 165,2 0 1,1 4-140,1-2 1,2 2-139,0 1 0,2 1-79,3 1 0,0-1-4,0 3 1,2-3-224,2 1 0,1-1 227,6-1 0,2-3-9,2-2 1,2-3-1329,-2 0 0,3-4 63,-1 1 1191,1-4 0,24-27 0,6-10 0</inkml:trace>
  <inkml:trace contextRef="#ctx0" brushRef="#br0" timeOffset="1769">879 135 7703,'3'-6'1975,"-2"-1"-1352,2 4 283,-3 0-549,0 3 1,0 5 94,2 1 1,-1 5-161,1-1 0,-1 3-36,-1 2 0,0 0-121,0 4 0,-1-1-124,-1 4 0,-1 0-258,-4 2 1,0 1 167,-1 1 1,0-1-48,0 1 1,1-4-9,0-3 1,3 0-53,0-4 0,2-1-25,0-3 176,1-2 1,1-5 61,0 1 0,4-4 173,2 1 0,2-1-219,2-1 0,3-2-72,2 0 1,2-3-156,-2 3 1,3-3-264,-1 1 0,2-1-603,0 1 1,-1-2 417,-1 2 694,-1-2 0,17-12 0,5-3 0</inkml:trace>
  <inkml:trace contextRef="#ctx0" brushRef="#br0" timeOffset="2401">1117 173 7608,'0'-6'0,"0"0"-286,0-1 0,0 3 829,0 0 286,0-1 0,0 1 132,0 0-430,0 2 1,0 0 73,2 4 0,-1 0-199,1 2 0,-1 1-33,-1 4 0,1 1-175,1 2 1,-2 2-176,3 1 1,-3 1 85,-3 4 0,3-1-107,-2 0 0,-1 2-159,1 1 0,-3 1-445,3-1 1,0-1-78,2-2 1,0 2 205,0-2 1,3-2 25,1-6 0,2 0 157,0-2 1,1-3 122,-1-1 1,1-4 17,-1 1 0,0-4 0,1-2 0,-1-2 9,1 0 0,0-3 109,1 1 0,0-4-85,3 2 1,-3-3-15,3 1 0,-1-1 129,1 0 0,1-1 48,-1-1 1,-2 1 147,-1-3 1,2 3-158,-2-1 1,3-2 53,-3 0 1,3 1 21,-2-1 0,-1 2 118,-1-2 0,-1 3 8,0-1 1,-1 1 73,-1 1 1,-2 3-33,2-1 0,-2 5 189,0 0 98,-1 4-424,-1-1 1,-2 3 6,-1 3 0,-2 1 43,1 4 1,-2 2 14,0 3 1,0 0-70,-1 0 1,2 3-21,0 1 0,0-1 47,3 1 0,-2-1-41,2 3 0,-3-3-110,3 3 1,0-1-27,2 1 1,0-2-195,0 0 1,0 0 178,0 0 1,0-2 48,0-5 1,3 2-3186,1-4 1944,-1 1 1,3-3 1215,-2-2 0,8-16 0,1-5 0</inkml:trace>
  <inkml:trace contextRef="#ctx0" brushRef="#br0" timeOffset="2768">1450 45 7703,'-1'-10'332,"-1"2"1,-1 3 1384,-1 0-1347,1 1 1,4 1-80,1 0 1,2 3 81,5 3 1,2 1 165,4 4 1,1 2 100,3 3 1,1 3-217,2 1 0,-2 4-483,4 3 1,-4 4-67,-1 2 0,-3 2-20,-6 2 1,-3-1 58,-5 1 0,-4-2-129,-3-2 0,-3-2-18,-3-5 1,-1-4-130,-1-4 1,0-4-825,1-2 1,1-4 511,0-1 1,1-3 673,0 1 0,-3-9 0,3-4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34.500"/>
    </inkml:context>
    <inkml:brush xml:id="br0">
      <inkml:brushProperty name="width" value="0.08571" units="cm"/>
      <inkml:brushProperty name="height" value="0.08571" units="cm"/>
      <inkml:brushProperty name="color" value="#004F8B"/>
    </inkml:brush>
  </inkml:definitions>
  <inkml:trace contextRef="#ctx0" brushRef="#br0">32 186 7378,'3'-3'400,"-2"0"405,2 0-453,-3 2 1,0-4 144,2 3 153,-1 0 100,2 2-758,0 0 0,-2 3 17,1 1 0,-2 3 15,0 1 1,0 2 0,-2 3 1,0 2-250,-2 0 0,0 3 50,-3 2 0,1 0-64,-1 3 1,1-2 49,-1 0 0,4-4-59,1-2 0,1 0 234,1-2 1,1-2-45,1-7 0,1-1-10,4-3 0,1 0 5,1 0 0,2-3 13,-3-1 0,3-3-46,-3-1 1,3 0 7,-2-3 1,1 1-11,-1 0 1,2-3-99,-3 3 1,3-4 134,-3-1 1,2 0-12,-2 2 1,-1 0 42,2 0 0,-3-1 164,-1 1 1,0-1-1,-3 3 1,2 2-119,-2 0 1,0 0 341,-2 0-177,0 1 290,0 4-278,0 2-14,0 2 1,0 7-79,0 1 1,0 4 62,0-3 1,0 4-111,-3 0 1,3 2-9,-2 0 0,1-1-64,1 4 1,0-4-157,0 4 1,0-3-35,0 2 0,0-3-248,0 1 0,1-2-293,1-3 0,-1 0 297,3-4 1,-1-2 449,1-2 0,9-24 0,4-7 0</inkml:trace>
  <inkml:trace contextRef="#ctx0" brushRef="#br0" timeOffset="433">359 193 7715,'3'-4'0,"-2"1"1186,1 0-800,-1 3 1,-1-3-178,2 3 1,-1 1-63,1 1 0,-1 1-90,-1 4 1,0 2 117,0 2 0,-2 2-13,0 1 1,-3 1-79,1 2 0,-1 0-196,0 2 1,0 0-260,0-2 1,2 1 188,-2-3 1,3-3 33,-2-1 1,3-5-83,-2 0-81,3-4 100,0 1 36,0-8 0,0 0 118,0-6 0,0 0 7,0-2 0,0 1 92,3-1 1,-2 0-110,3 0 1,1-1 7,1 0 1,1-1 5,2-2 0,-1 3-6,2-1 1,1 1 48,2 2 0,0-1 74,-1 3 0,-1 1-63,0 5 0,-1 1 85,0 3 1,1 1 80,-4 1 0,0 2-14,-2 5 0,-3 1-90,1 3 0,-1-1-53,1 1 0,-1 1-120,-2 1 1,0-2 18,0 2 0,-2-1-199,-1-1 1,1-1 82,-1 1 0,3-1-309,-2-1-415,-2-2 931,3-2 0,-1-4 0,2 0 0,2-26 0,2-5 0</inkml:trace>
  <inkml:trace contextRef="#ctx0" brushRef="#br0" timeOffset="624">603 193 8025,'4'4'773,"-2"0"0,-2-2-464,0 3 1,0-1 27,0 2 1,0 1-122,0-1 1,0 3-72,0-1 0,-2 4-101,0-2 0,-2 5-208,2 0 1,-3 0-157,3-3 1,-2 1-459,2 0 0,-1-1 159,1-1 1,1-2-933,-1-2 1551,-2-4 0,1-11 0,-4-7 0</inkml:trace>
  <inkml:trace contextRef="#ctx0" brushRef="#br0" timeOffset="790">629 32 7715,'-6'-6'278,"2"0"249,-2-1-1113,5 1-855,-2 2 1441,3 1 0,12 26 0,2 6 0</inkml:trace>
  <inkml:trace contextRef="#ctx0" brushRef="#br0" timeOffset="1133">776 7 7733,'-6'0'2464,"1"3"-1979,1 1 1,3 4-116,-1 3 0,1 3-21,1 3 0,0 1-147,0 5 0,0 1 25,0 4 0,0 1-151,0 3 1,-1-2-186,-1 0 0,1-3-707,-1-2 0,-1-2 184,1-4 1,0-4-940,2-3 307,-3-3-275,3-3 1539,-3-3 0,3-8 0,3-17 0,0-8 0</inkml:trace>
  <inkml:trace contextRef="#ctx0" brushRef="#br0" timeOffset="1307">699 199 7733,'0'-6'1500,"0"-1"0,1 3-1277,1 0 1,2 2-211,5 0 0,2 2-272,4 0 0,-1 0-501,3 0 1,0 0 759,2 0 0,23 0 0,6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43.278"/>
    </inkml:context>
    <inkml:brush xml:id="br0">
      <inkml:brushProperty name="width" value="0.08571" units="cm"/>
      <inkml:brushProperty name="height" value="0.08571" units="cm"/>
      <inkml:brushProperty name="color" value="#004F8B"/>
    </inkml:brush>
  </inkml:definitions>
  <inkml:trace contextRef="#ctx0" brushRef="#br0">7909 199 10391,'1'-3'578,"1"1"-605,-1 1 1,1 0-310,-2-1-779,0 1-725,0-2 1840,3 3 0,-2 0 0,2 0 0</inkml:trace>
  <inkml:trace contextRef="#ctx0" brushRef="#br0" timeOffset="158">7883 39 7794,'-3'-6'347,"2"1"433,-3 1-1462,2 0 114,-1 0 1,4-1-484,1 3 1051,2 0 0,11-1 0,2-1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7:58.623"/>
    </inkml:context>
    <inkml:brush xml:id="br0">
      <inkml:brushProperty name="width" value="0.08571" units="cm"/>
      <inkml:brushProperty name="height" value="0.08571" units="cm"/>
      <inkml:brushProperty name="color" value="#004F8B"/>
    </inkml:brush>
  </inkml:definitions>
  <inkml:trace contextRef="#ctx0" brushRef="#br0">88 27 7668,'0'-7'-15,"0"1"1151,-3 2-280,2-2-29,-2 5-206,3-2-238,0 12 0,0-1-120,0 8 0,0 1-108,0 1 0,-1 3-86,-1 1 1,1 2 3,-4 3 0,3 6-216,-3 1 1,0 2-41,-4 0 0,2-3-263,-2 1 1,1-4 256,1-5 0,3-5-33,-1-4 1,3-5-60,-2-4 319,2-1-181,-1-5 1,3-1-38,0-4 0,2-2-103,1-1 1,2-2 91,-1 0 1,0-3-107,1 0 1,1 0 60,3-2 1,1 1-133,-1-1 0,-1 1 93,4-1 1,-1 0 71,2 1 0,-1-1 121,-1 1 0,0 2 82,3-1 0,-1 5 54,1 0 1,-3 3-6,0 4 0,-3 1 141,-1 1 1,-1 4 24,-4 3 0,2 3 149,-1 0 0,-1 3-94,-2 0 0,-2 2 7,-1-1 0,0-4-269,1 1 0,1-1 84,-1 2 1,1-1-228,1-2-202,0 2 1,1-6-886,1 2 1222,2-4 0,24-17 0,5-7 0</inkml:trace>
  <inkml:trace contextRef="#ctx0" brushRef="#br0" timeOffset="374">595 41 8477,'0'-7'1120,"0"0"-753,0 3 0,-3 2-36,-1 4 1,-2 3 52,-1 4 1,-3 1-48,-1 4 1,-2 3 140,0 3 1,-3 2-62,0 2 1,1 2-389,4 3 0,1 0-313,3 2 1,3-2-172,2 0 1,2-2-512,2-2 0,3-5 248,4-4 0,2-3-503,2-4 1,1-3 1220,-1-6 0,10-9 0,1-2 0</inkml:trace>
  <inkml:trace contextRef="#ctx0" brushRef="#br0" timeOffset="924">731 108 7712,'-7'0'338,"0"-3"654,0 2-332,0-2 122,4 3-415,0 0-204,9 3 1,1-2-94,7 2 0,-1-3-16,1 0 1,0 0-179,2 0 1,-2 1 13,2 1 1,-2-1-203,0 1 1,-1-1 156,1-1 1,-3 0-16,0 0 0,-5 0 265,1 0 2,-2 0 361,-1 0-143,-1 0 284,-3 0-372,-6 3 0,4 0 23,-5 2 1,2 1-153,-2 1 1,0 1-107,1 3 1,-1-2-98,0 2 0,0 0 7,1 3 1,-2 2-26,-1 0 0,1 2 93,-4-3 1,2 2-153,-1-1 0,-2-1 210,2 3 1,0-3-6,0 1 0,3-5 60,-1-2 1,1-2 438,1 0-103,3 0-249,1-3 1,6-1-52,2-3 1,2 0-177,2 0 0,1 0-254,4 0 0,-1 0-158,1 0 1,0 0-445,2 0 1,-2 0 184,2 0 1,-1 0-1018,1 0 1745,-2 0 0,6 0 0,-3 0 0</inkml:trace>
  <inkml:trace contextRef="#ctx0" brushRef="#br0" timeOffset="1264">1076 74 7715,'-11'-10'88,"1"0"45,3 3 0,1 1-133,-1-1 704,0 0 1525,3 3-1726,1 1 0,4 3-150,1 0 1,3 4-85,4 3 0,0 3 0,4 3 0,0 1-129,2 2 0,2 1 12,-1 4 1,2 1-227,-3 1 0,0 2 101,-3 0 0,-1 2-269,-4 0 1,-2 0-99,-5 0 1,-3-3-257,-1-2 1,-5-2 68,-3-4 1,-1-1-338,0-6 1,0-1 302,2-4 0,-1 2-438,3-4 999,3 0 0,6-8 0,4-1 0</inkml:trace>
  <inkml:trace contextRef="#ctx0" brushRef="#br0" timeOffset="1676">1434 257 7715,'0'-4'584,"0"-1"311,0 0 0,3 0-397,2 0 1,4 2-209,2 3 0,4 0-192,1 0 1,2 0-70,-3 0 0,4 0-188,-1 0 1,1 0-300,-1 0 1,-1 0-610,-4 0 0,-2 0-369,-2 0 1436,-5 0 0,-19 3 0,-7 1 0</inkml:trace>
  <inkml:trace contextRef="#ctx0" brushRef="#br0" timeOffset="1865">1400 365 7715,'-4'0'3242,"1"0"-2800,9 0 1,2 0-249,5 0 0,5 0-135,2 0 1,4 0-444,5 0 1,-2 0-851,1-3 0,-5 3 1234,-5-3 0,-11-3 0,-4-2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06.586"/>
    </inkml:context>
    <inkml:brush xml:id="br0">
      <inkml:brushProperty name="width" value="0.08571" units="cm"/>
      <inkml:brushProperty name="height" value="0.08571" units="cm"/>
      <inkml:brushProperty name="color" value="#004F8B"/>
    </inkml:brush>
  </inkml:definitions>
  <inkml:trace contextRef="#ctx0" brushRef="#br0">102 230 7707,'1'-4'1691,"1"2"-1039,-1 1-202,2 1 1,-3 3-254,0 2 1,0 4-1,0 2 0,-1 3-54,-1 1 0,-1 3-152,-2 2 0,-1 3-85,2-1 0,-5 4-307,0-1 1,-1 0 45,1 0 0,2-4 167,-2-3 0,1-3 102,-1 1 1,3-6-94,0-3-215,3-3 274,0-4 0,3-1-74,0-1 0,0-3 86,0-4 0,3-1-1,2-4 1,1 1 11,1-1 1,0 0-23,2-2 1,-1 0-99,4-4 1,-3 2 109,2-2 0,0-1 6,3 3 1,2-1 57,-1-1 1,3 0 145,-2 2 0,2 2 37,-2 5 1,1 1 201,-2 3 0,-3 4-82,2 0 0,-5 3-82,0 3 0,-2 0-9,0 4 0,-3 2-115,-2 0 0,-1 4 11,-1 0 0,0 2-10,0 3 1,-3-2-15,-2 2 0,-1-1-14,0 1 0,-2 1-18,-1 0 1,2-1-17,-2 0 1,1-1 48,1-4 0,1-1-28,-1-1 0,2-4 13,1 0 3,2 0-69,-1-6 0,3 1-127,0-4 1,0-2 19,0-3 1,3 0-137,2-2 0,1-1 78,1-1 1,2-4-78,0 1 1,3-3 159,-1 1 1,-1-2-16,2 2 0,-1-3 9,2 1 0,3-1 68,0-1 1,0-1 143,-3 1 1,1 3 14,-1 1 0,0 5 218,-2 2 1,-1 4 210,-3 3 0,-3 2-246,-2 2 1,1 3 297,-1 4 0,0 1-190,-4 4 1,0 1-21,-2 1 1,1 3-236,-1-1 0,0-1 0,-1 1 0,-1 0-16,2 3 0,0-2-178,0-1 0,1 1 0,-1-3 0,2 0-269,0-3 1,1 0-1816,1-2 392,0-1 1750,0-6 0,18-22 0,5-9 0</inkml:trace>
  <inkml:trace contextRef="#ctx0" brushRef="#br0" timeOffset="547">819 284 6893,'-5'-7'-312,"1"1"1798,2-1-504,-4 0-523,6 0 0,-6 3-162,4-1 1,-3 4 63,0-1 0,-1 1-116,-1 1 0,-2 3-13,0 1 1,-3 2-107,1 1 1,-4 3 25,-1 1 0,-2 3-129,2 2 1,1-1 44,1 3 1,1 0-210,-1 2 0,1-1-45,2 0 0,2-1-258,5-2 0,1 1 227,3-2 0,0-4-71,3-2 0,3-2 9,6-5 1,3-1-127,0-3 0,4-2 100,-1-2 1,-1-4 105,2-1 0,-2-2 124,1-1 0,-2 1 1,-2-1 1,-1 0 158,1-2 0,-1 0-18,-2-2 0,-1 0 120,-3 3 1,-1 0-62,-2 0 1,2-1 72,-1 2 0,-2 2 419,-1 5 708,-1 4-835,-1-3 0,0 6-152,0 0 0,0 3 62,0 3 0,0 3-256,0 0 1,0 3-1,0 0 1,0 1-73,0 0 0,0 1-158,0-1 1,0 3-264,0 0 1,0 0 317,3 0 1,-2-2-34,4 2 0,-3-2-887,2 0 0,-1-1-2898,1-2 3848,-2-1 0,7-13 0,-2-1 0</inkml:trace>
  <inkml:trace contextRef="#ctx0" brushRef="#br0" timeOffset="789">1265 223 7707,'0'-6'3164,"0"2"-2669,-3 1 0,-1 4 126,-2 4 0,0 1-227,0 7 0,0 0-140,-6 5 0,1 0-99,-2 3 0,-2-1-121,0 0 0,-1 3-180,-2-1 0,3 1-461,-3-3 0,3 0-70,-1-2 1,2-3-786,3-3 1,1-3 294,3-2 1,1-3 1166,-1-2 0,0-10 0,0-3 0</inkml:trace>
  <inkml:trace contextRef="#ctx0" brushRef="#br0" timeOffset="1006">1042 250 7707,'-3'-6'407,"-1"-1"1,0 1 1569,-1 1-1055,1 2-474,0 3 0,1 1 241,3 1 1,1 2-251,1 3 0,2 3-60,5 1 0,1 4-338,2 1 0,0 3-265,0-1 1,1 0 56,3 0 1,-2 3-194,2-3 1,-1 3-372,1-5 0,-2-1-1057,2-4 1,-3 0 1787,-1-4 0,0-11 0,-1-7 0</inkml:trace>
  <inkml:trace contextRef="#ctx0" brushRef="#br0" timeOffset="1350">1678 47 7708,'-7'0'462,"0"0"504,1 0 0,-2 4-354,-1 0 1,1 2 209,-4 1 0,1 6-225,-2 2 0,-4 5 165,-1 2 0,-1 3-390,-2 5 1,3 1-126,0 5 0,7-1-712,2 1 0,4 1-270,5-1 1,4-3-593,3-4 0,6-5 302,5-4 0,2-2-1795,3-5 2820,1-2 0,24-7 0,5-5 0</inkml:trace>
  <inkml:trace contextRef="#ctx0" brushRef="#br0" timeOffset="2048">2118 102 7811,'0'-7'311,"0"0"0,-1 1-2,-1 2 0,0-2 290,-2 4-166,2 0 1,-4 2-138,1 0 1,-1 0 76,0 0 0,-1 4-121,0 2 0,-2 2 72,0 3 1,-3 3-283,1 1 1,0 5-113,0 0 1,1 1-137,-2 4 0,1 0 109,4 2 1,-1 0-129,3 0 0,2-2-157,1 0 0,4-4-318,3 2 0,1-5 233,1-2 1,2-6-111,0-3 1,3-3 311,-1-4 0,2-2 269,0-2 0,1-1 96,-1-7 1,-1 0-101,-1-3 1,0-3-12,3-2 1,-1 0 187,-2-1 0,-1 1 152,-4 0 1,1-4 116,0 0 1,-3 0 296,-2 2 1,-2 0 181,-2-1 1,-2 5-499,-3-3 0,-1 6-399,1-1 1,-1 5-220,3 5 1,2 0-1190,-2 3 994,4 1 0,-2 6-404,3 3 1,0 0 789,0 4 0,12 34 0,3 10 0</inkml:trace>
  <inkml:trace contextRef="#ctx0" brushRef="#br0" timeOffset="2442">2462 372 8184,'-4'0'887,"-1"0"1,4 3-433,-1 2 1,-1 4 31,0 2 1,-1 3-155,2 1 1,-3 3-106,3 2 0,-1 0-208,1 0 0,1 2-238,-1 0 1,1-4 86,1 0 0,0-4-159,0-2 1,0-3-2758,0-2 3047,0-3 0,-3-16 0,-1-7 0</inkml:trace>
  <inkml:trace contextRef="#ctx0" brushRef="#br0" timeOffset="3232">2699 135 7708,'-1'-4'207,"-1"-1"296,1 4 50,-5-5-50,6 5-392,-3-2 1,3 3 65,3 0 1,0 0-26,4 0 1,0 0 5,0 0 0,3 0 24,1 0 1,2 0-31,0 0 0,1 0 22,-1 0 1,3 0-13,0 0 0,0 0 12,-3 0 0,1 0-3,-1 0 1,0 0 5,-2 0 1,-1 0-43,-3 0 1,-1 0 62,1 0-91,-3-3 113,-1 2-134,-3-2 1,-3 9-47,-2 0 1,2 3 32,-2-3 0,1 2 13,-3 1 0,0 1-203,0 4 1,-2 0-11,0-1 0,-3 4-138,1 1 1,-2 0 135,0 2 1,1-3-78,1 3 0,0-1-34,-3 1 0,2-2 67,0 0 1,0-4 208,3 0 0,1-1 31,4-4 1,-2-3 459,4-1-145,0-4 165,2 2-365,0-3 1,3 0 35,1-3 0,2 2 84,1-4 0,3 3-146,1-2 0,2 2-202,0 0 0,1-1-31,-1 1 0,2-1-327,1 3 0,-2-2-196,2 0 0,0 0-669,0 2 0,2 0 486,-2 0 1,0-3 782,-3 1 0,7-3 0,1 1 0</inkml:trace>
  <inkml:trace contextRef="#ctx0" brushRef="#br0" timeOffset="3635">3166 20 7708,'-3'-6'663,"2"-1"1,-1 3-331,4 2 0,4 2 77,3 2 0,4 3-94,1 4 1,2 3-161,4 4 0,-2 6 13,0 1 0,0 3-118,0 3 0,-2 2-212,-5 3 1,-2 0 12,-5-1 0,-4 1-233,-4 0 1,-5-4 113,-2-3 0,-4-3-213,-1-6 0,0-2-635,2-2 0,2-5 1115,0-2 0,0-12 0,1-6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13.557"/>
    </inkml:context>
    <inkml:brush xml:id="br0">
      <inkml:brushProperty name="width" value="0.08571" units="cm"/>
      <inkml:brushProperty name="height" value="0.08571" units="cm"/>
      <inkml:brushProperty name="color" value="#004F8B"/>
    </inkml:brush>
  </inkml:definitions>
  <inkml:trace contextRef="#ctx0" brushRef="#br0">1424 7 6440,'0'-3'271,"0"0"0,0 3-19,-3 0 114,3 0 1298,-3 0-1337,3 3-205,0 0 1,0 4 41,0 2 0,0-1-124,0 2 0,0 2 7,0 3 1,0-1-54,0 3 1,0 2 37,0 3 1,0-1-15,0-2 1,1 3 1,1 2 0,-1 0-105,3 0 1,-2 0-11,0-3 1,1 1-132,-1 0 0,2-2 32,-2 1 0,1-3 96,-3-1 1,0-2 18,2 2 1,-1-1 76,1 2 0,-1-2-1,-1-1 0,0 1 16,0 4 1,0-3-23,0 0 0,0 0 86,0 2 0,0-2-60,0 0 0,0 0 10,0 3 0,0-3-12,0 0 0,0-2 1,0 2 1,0-3 7,0 1 0,2 1 1,0-1 1,0 1-29,-2-2 0,0 2 13,0 1 0,1 0-11,1-2 0,-1-1 11,1 3 1,-1 0-25,-1 2 0,1-2-32,1 1 0,-2-1-9,2 5 1,-1-2 18,-1 1 1,0-1-10,0-1 1,0 1 48,0-1 0,0-1 0,0-1 0,0 1-3,0-3 0,0 3 2,0-1 0,0-1 7,0 2 1,0-3-8,0 2 0,0 0 7,0 2 0,0-2-35,0 0 0,0 0-7,0 3 1,2-1 42,0 0 1,1 0-2,-3-2 1,0 1-15,2-1 1,-1 2 0,1 0 0,0 0-74,0 1 0,-1 1 42,1 0 0,-2 4-3,0-2 1,3 1 14,-1 0 0,0-2-8,-2-3 1,1 3 17,1-1 1,-2 2-3,3-1 1,-3-1 27,0-2 1,2 4-44,1 0 1,-1 0 1,-2 0 1,0-2-13,3 0 0,-3 4 1,2-2 1,-1 1-12,-1-2 1,0 1-12,0 2 0,0 2 4,0-1 0,0 1 44,0-3 0,0-2-7,0 2 1,0-3 2,0 0 1,0-1 3,0-1 0,0 3-20,0-1 0,0 3 9,0 0 0,0 0 68,0-1 0,0 2 118,0-4 0,0 3-95,0 0 0,0-2-64,0-1 1,0-1 1,0-1 1,0 1 51,0-1 0,0 0 1,0 0 0,0 1-38,0-1 1,0 0-1,0 0 1,0-2-18,0 1 0,0-1 8,0 2 0,0 2-24,0-2 1,1-1 31,1-5 1,-1-1 0,1 1 0,-1-3-57,-1-1 1,0-3-44,2-2-42,-1 2-197,2-5-1145,-3 2 1464,0-9 0,-6-1 0,-1-6 0</inkml:trace>
  <inkml:trace contextRef="#ctx0" brushRef="#br0" timeOffset="2444">0 2817 7625,'7'0'0,"-1"0"3,1 0 108,-1 0 1,0 0-1,2 0-43,0 0 0,0 0-339,3 0 0,-1 0 174,3 0 0,0 0 82,0 0 1,2 0-36,3 0 0,0 0 51,1 2 0,1-1-8,-1 1 0,2-1 0,1-1 1,0 2-15,-1 0 1,0 0 82,2-2 0,0 0 0,1 0 0,1 0 25,-2 0 0,2 0-66,1 0 1,-1 2 3,1 1 1,0-1-15,2-2 0,-1 0 1,3 0 1,-1 0 3,1 0 1,2 0-5,-2 0 1,2 0 6,2 0 0,1 0-20,1 0 1,0 0-84,-2 0 0,2-1 50,5-1 1,-4 1 40,2-1 0,-5 1 4,3 1 1,0 0 3,3 0 0,-2 0-1,0 0 0,-1 0 4,2 0 0,2 0-7,2 0 1,-1 0 2,0 0 1,0 0-20,1 0 1,4 0 16,-3 0 0,3 0-27,-2 0 1,0 1 17,0 1 1,2-1-2,0 1 0,-3-1-2,-1 2 0,2-2 0,2 3 0,2-2-7,-4 0 1,1-1-2,-3 1 1,2-1-49,2 1 1,0-1 20,2-1 0,-1 0-5,-3 0 0,2 0 56,0 0 0,5 0 2,-3 0 1,1 0 6,-3 0 1,1 0 93,3 0 0,2 0-93,-2 0 0,2 0 11,-4 0 1,2 1-79,0 1 1,2-1 26,-2 1 1,3-2-94,-3 0 0,1 3 98,4-1 1,1 0-15,0-2 0,3 0 53,-5 0 0,3 0 4,2 0 0,0 0 3,2 0 1,-1 0 16,-3 0 0,2 0-41,2 0 0,1 0 10,-1 0 0,-1 0-17,-4 0 0,1 2-124,0 0 0,2 0 88,-1-2 0,2 2-3,-1 1 1,0-1-9,4-2 0,-1 0 10,3 3 0,-1-3 1,-1 2 1,3-1 18,1-1 0,-1 0-13,0 0 0,-3 0 34,1 0 1,-3-2 0,0 0 1,-4 0 143,0 2 0,-3 0 22,-4 0 1,-3 0 10,-1 0 0,-5 0 2,-3 0 0,-3 0 125,-4 0 1,-2 0-79,0 0 0,-6 0 4,-1 0 0,-4 0-261,-2 0 1,-3 0 129,1 0 0,-4 0-1137,-3 0 388,-3 0 0,-2-1 639,-3-1 0,-15-5 0,-3-3 0</inkml:trace>
  <inkml:trace contextRef="#ctx0" brushRef="#br0" timeOffset="3719">6459 2797 7664,'0'-3'-81,"-2"-3"1,-1 2 92,0-2 0,1 0-9,-3 2 0,3-1 471,-2 3-86,3 0 0,-2 1 317,3-1-407,-3 1-150,2-2 200,-2 3 0,8 3-232,2 2 0,3 0-158,-2 2 1,4-3-240,1 0 0,0 0 177,2 3 0,1-1-232,2 1 0,-2-1 138,1 1 1,-3-2 14,1 0 1,-3 0 121,-2-1 0,-2 2-9,1 1 1,-5-1-54,-2 0 1,-1 1 5,-1-1 1,-5 1 35,-2 2 0,-3-2 219,-1 2 0,-1-2 95,-1 2 1,1-2-99,1 2 0,-1-2 27,1-1 0,2-2-106,-2 1 1,1-2 105,-1 2 1,2 0-62,2-3 0,1 1 334,0-1-232,-1-2-228,4 3-213,0-3 137,3-3-56,0 0 1,0-4 103,0 1 1,0 0 30,0-1 0,0-1 9,0-1 1,0 0 69,0 0 0,0 1 68,0-2 1,-2 0-36,0-1 1,-3 0 39,3 2 1,-2 1-99,2 1 0,-3-1 1,0-1 1,2 1-21,-1 4-36,2-2-16,-1 3-46,3-1-28,0 1 0,3 3 24,1 0 1,5 0-33,2 0 0,1 1 25,1 1 1,-1-1-10,1 1 0,2 1 4,0-1 1,0 2-5,-2-2 1,-1 3 45,-1-3 0,-2 1 13,-2-1 1,-3-1 84,0 1 0,-3-1 17,2 1 0,-6-1 124,-1 1 0,-2-1-91,-3 2 1,1-3 99,-2 2 0,0 1-99,-1-1 1,0 1 23,2-1 0,1-1-73,1 1 1,1 1-26,-1-1 1,2 1-84,0-1 1,2 0-64,1 2-170,1-3 216,-2 5 0,6-5-98,1 1 1,2 1 127,0-1 1,1 0-17,2-2 1,-2 0-11,2 0 1,-2 0-66,-1 0 87,1 0 80,-1 0 227,0 0-87,-2 0 28,-1 0 0,-4 0-112,-1 0 1,1 0 47,-4 0-125,1 0 0,-2 1-186,-1 1-54,1-1 0,-1 4 38,1-3 0,2 0 33,-1-2 0,3 2-62,-2 0-239,3 0 434,-2-2 223,3-3 0,0 0 212,0-4 0,0 1-168,0 0 1,0-1 8,0 1 1,0-1-66,0 1 0,0 0 330,0-1-301,0 1-163,0-1 141,0 1-237,0 2 0,0 2-169,0 4 1,0 2 20,0 2 0,0 3-90,0-1 0,0 4-133,0-1 0,0 1-309,0 0 1,0 1 212,0-3 521,0 2 0,-3 7 0,-1 4 0</inkml:trace>
  <inkml:trace contextRef="#ctx0" brushRef="#br0" timeOffset="4432">6863 2977 7678,'-3'-3'1026,"0"2"-843,3-2 1,3 3-80,1 0 0,2 0-102,0 0 1,1 0 63,2 0-1,-1 0-112,3 0 1,-3 0 140,3 0 1,-3 0-102,3 0 0,-2 0-211,1 0 214,-2 0 1,1 0 52,-2 0 1,-3 0 115,0 0 230,-2 0-217,1 3 214,-3-2-225,0 5-51,-3-3 0,-1 4-159,-2-1 0,2-2 4,-1 1 0,2 0-97,-2 3 1,0-1 103,0 2 1,2-2-56,-1-1 0,-1 2 68,-1 0 0,2-1 8,-1 2 1,1-2 28,-2-1 1,1 1 1,1-1 1,1 1 287,-2-1 39,0 0 115,4 1-258,-2-1-15,3-2 1,1 1-127,1-3 1,2 0-8,5-2 1,-2 0-477,4 0 0,0-2 45,2 0 1,0-1-147,-1 1 1,1 1 213,0-1 307,0 1 0,5-2 0,2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19.333"/>
    </inkml:context>
    <inkml:brush xml:id="br0">
      <inkml:brushProperty name="width" value="0.08571" units="cm"/>
      <inkml:brushProperty name="height" value="0.08571" units="cm"/>
      <inkml:brushProperty name="color" value="#004F8B"/>
    </inkml:brush>
  </inkml:definitions>
  <inkml:trace contextRef="#ctx0" brushRef="#br0">1007 13 7601,'-6'7'32,"2"-3"70,2 0 1,-1 0-46,1 3 0,-3-1-27,1 1 1,0 1 20,0 1 0,0 2-1,0 0 0,-2-1-12,2 1 0,-1-1-5,1 0 0,-1-1-67,3-2 1,-1-1 6,1 1-255,1-1 161,-2-2-25,3-1 0,2-4 72,1-1 0,2-2-17,-1-2 0,2-1 54,0-2 1,0 1 33,1-2 0,-3-1 7,0-2 1,1 2 61,1 1 0,-2 0 160,1-1 0,-3 0-52,2 2 0,-2-2 68,2 3 0,-1 0 30,1 4-73,-3-2 1,3 5 62,-2-1-152,-1 1 1,2 2 18,-1 1 0,0 2-64,2 2 1,-2 3-117,2-1 1,-1 3 45,1-2 0,0 2-187,3 0 1,-2-2 77,0-1 1,0 0-114,0 1 1,-2-2-140,1 2 274,-2-2 1,1-2-70,-1 0 111,-1 0 1,0-3 75,-3 2 0,-3-3-31,0 2 0,-1-3 135,-2 0 1,0 0 34,-3 0 0,2 0 184,-1 0 0,0 0 27,-1 0 0,2 0 60,2 0-435,-2 0 0,2 0 49,-2 0-179,5 0 1,1 0 44,3-3 1,3 3-225,1-2 0,3 0 68,1 0 1,2 1-72,0-1 0,2-1 35,-4 1 0,3-2 160,-2 2 0,-1-1 143,-1 1 0,-1 0-53,0-2 1,-1 3 148,-1-1 0,-3 0 81,1 0 0,-1 1 207,-1-4 0,-3 4-102,-1-1 1,-2 1 73,0 1 0,-1 0-412,-2 0 0,2 0-376,-1 0 0,-2 0-1423,2 0 1828,2 3 0,9 6 0,4 5 0</inkml:trace>
  <inkml:trace contextRef="#ctx0" brushRef="#br0" timeOffset="967">7 263 7669,'-3'4'843,"2"-1"-592,-1 0 0,1 0 0,1 4 0,0 1-102,0 1 1,0 3-76,0 1 0,2 2 72,0 5 1,3-3-131,-3 0 1,2 0-102,-2 2 1,3 0 27,-3 1 1,0-2-14,-2-1 1,2-1 99,0-3 1,0-3-203,-2 1 156,0-3 0,0-2 11,0-3 0,0-3-2,0-3 0,0 0-159,0-4 0,0 1 72,0 0 0,0-2-27,0 0 1,1 0 48,1-3 0,-1 3-21,1-3 0,1 3 10,-1-3 0,3 2-15,-1-1 1,1 1 37,0-2 1,0 4 0,-1-2 1,2 2 157,1 0 0,1 2-14,1 0 1,-1 0 81,-1 3 1,1 1-126,1 3 1,-1 0-18,-1 5 0,-2-2-46,0 6 0,0-2-67,0 1 0,-2 1-29,2 2 0,-3 0-219,2-1 1,-3-1-306,2 0 0,-2-1 371,1 0 0,-1 0 270,1-4 0,-1-5 0,-1-2 0</inkml:trace>
  <inkml:trace contextRef="#ctx0" brushRef="#br0" timeOffset="1235">308 270 7788,'-3'-4'120,"2"1"43,-3 3 0,1 0 316,-1 0 1,2 1-163,-2 1 1,2 2 51,-3 5 0,4-1-171,-1 3 0,-1 0 11,1 4 1,0 0-175,2 4 0,0-3-186,2 3 0,0-1-220,2 1 0,0-2 18,3 0 0,-1-2-321,1 0 1,0-3 278,1-1 0,0-2-149,3-2 0,-1-4-11,1-1 555,1-1 0,3-15 0,5-4 0</inkml:trace>
  <inkml:trace contextRef="#ctx0" brushRef="#br0" timeOffset="1773">430 295 7669,'-4'0'188,"-1"0"758,0-2-309,3 1-141,-1-2-173,3 3 1,5 0-325,1 0 1,4 0 28,-1 0 0,0 0-74,-1 0 1,0 0-10,0 0 1,1 0-255,0 0 274,0-3 1,-3 2 104,0-1 0,-1 2 115,-1 0 372,-3 0-144,2 0-313,-3 2 1,0 0 36,0 2 1,-1-2-66,-1 3 1,2-1-113,-3 2 0,1 1 70,-1-1 0,1 1-205,-1 2 1,2-2 96,-3 1 1,2 2-99,-3 1 0,3-1 43,-2 1 1,0-3 133,0 3 0,-2-2 64,2 1 1,1-2-29,-2 1 0,3-2 131,-2 2 1,2-4-114,0 1 1,2-1 34,0 2-402,0-4 228,0 3 1,2-5-78,3 1 0,0-1 34,2-1 0,0 0-555,2 0 1,-2 0 24,1 0 1,0-3-152,1-1 1,-2 0 807,1 0 0,11-9 0,1-4 0</inkml:trace>
  <inkml:trace contextRef="#ctx0" brushRef="#br0" timeOffset="2050">603 218 7832,'-3'-6'886,"-3"2"144,5-1-607,-2 4 1,5-1 80,2 4 0,1 2-173,6 5 0,-3-1-11,3 2 1,0 0-123,1 1 1,1 1-165,-3-1 0,2 3-200,-4 1 1,1 3-52,0-1 0,-3 2-343,1 0 1,-4-2 239,-3 0 0,0-3-299,0 1 1,0-2 48,-2-2 570,-5-2 0,-9-8 0,-3-2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27.047"/>
    </inkml:context>
    <inkml:brush xml:id="br0">
      <inkml:brushProperty name="width" value="0.08571" units="cm"/>
      <inkml:brushProperty name="height" value="0.08571" units="cm"/>
      <inkml:brushProperty name="color" value="#E71224"/>
    </inkml:brush>
  </inkml:definitions>
  <inkml:trace contextRef="#ctx0" brushRef="#br0">26 1796 7321,'-4'0'260,"0"0"-94,2 0 1,-1 0-135,1 0 58,1 0 179,-2 0-99,0 0-158,3 0 0,-3 1 50,3 1 1,0-1 0,3 1 0,-2-2-6,3 0 0,0 1-18,0 1 1,4-1-11,-2 1 1,2-1 9,-1-1 0,2 0 48,2 0 0,-1 0-74,0 0 1,2 0 5,3 0 0,-1 0 3,3 0 0,-2 0-8,2 0 1,0 0-12,2 0 1,1 0-16,-1 0 1,0 0 41,0 0 0,-1-2 9,1 0 1,-3-1 1,3 1 1,-2 1-43,1-1 1,0-1 3,-1 1 1,1 0-36,-1 2 1,2-1-9,-2-1 1,1 1-1,2-1 1,-2 1-18,-1 1 1,2 0-27,-2 0 1,2 0-114,2 0 0,-3 0 114,1 0 1,-1 0 51,-1 0 0,1 0 94,-1 0 1,-1 0-73,-1 0 0,-1 0 102,-2 0 1,2 0-90,1 0 0,-2 0 20,2 0 0,-1 0-133,-1 0 0,0 0 119,2 0 0,-2 0-4,0 0 1,0 0-72,-3 0 0,3 0-116,-1 0 1,1 0 147,0 0 0,-1 0 0,-1 0 1,2 0 19,-1 0 1,-1 0 13,2 0 1,-2 0 36,-1 0 0,2 0-18,-4 0 1,3-1 6,-2-1 0,1 2-31,-1-2 1,0 1-5,0 1 1,-2 0-36,1 0 1,-1 0-9,0 0 0,0 0 47,2 0 0,-4 0-3,4 0 1,-5 0-4,5 0 1,-4 0 21,4 0 0,-4 0 5,-1 0 0,0 0 7,3 0 1,-3 0 52,0 0-134,1 0 1,1 0-5,0 0 1,-1 0 17,-1 0 0,-2 1-65,2 1 96,-2-2 0,1 3-45,0-3-32,-3 0 571,3 0 1,-8 0-444,-1 0 1,0 0-4,2 0 1,-1 0 61,-1 0 0,0 0-59,-1 0 0,1 0-6,-1 0 1,0 0-12,-1 0 1,0 0 1,-3 0 1,1 2 47,-3 0 1,0 1 9,0-3 1,-1 0-37,0 0 1,-2 0-3,-1 0 0,-2 0-39,2 0 0,-4 0 13,0 0 0,0 0-1,1 0 0,1 2 6,0 0 0,0 0-12,-1-2 0,1 0 67,0 0 0,0 0 4,-1 0 0,1 0-23,0 0 1,2 0 9,0 0 1,2 0-112,-2 0 1,2 0 61,1 0 0,0 1 4,1 1 0,0-1-14,-2 1 0,1-2-85,-1 0 1,2 1 43,0 1 1,-1-1-19,-1 1 1,2-1 100,-2-1 0,-1 1 6,1 1 1,-1-2 44,1 3 0,1-3-101,-3 0 1,3 1 6,-1 1 1,-1-1 5,1 1 0,0-1 3,2-1 1,1 0-42,-1 0 0,0 0-13,0 0 0,2 0 27,1 0 0,1 0-13,-2 0 1,3 0 114,-3 0 1,3 0-93,-3 0 1,3 0 4,0 0 0,-2 0 2,2 0 0,-1 0-1,0 0 1,2 0-6,-2 0 1,2 0 9,1 0 37,-1 0-27,1 0 1,2 0 64,-1 0-51,4 0-102,-2 0 49,9 0 1,-2 0-9,5 0 1,-2 0-2,-1 0 1,1-2 23,-1-1 0,3 1 0,-1 2 1,4 0 24,-2 0 0,2 0 6,1 0 1,1-2 6,1 0 0,-1 0 80,3 2 0,2 0-118,3 0 0,1-2 12,-1 0 1,2-1 0,-1 3 0,4 0-11,-2 0 0,2 0-10,-3 0 1,-2 0-31,-1 0 1,1 0-18,0 0 0,-1 0-59,-4 0 0,0 3 54,-2-1 1,3 0 67,-4-2 0,1 0-6,-2 0 1,2 0 1,0 0 0,2 0 2,-2 0 1,2 0 78,-2 0 1,2 0-86,-2 0 0,3 0 9,-4 0 1,1 0-12,-2 0 0,0 0-1,0 0 1,0 0-15,0 0 1,-3 0 14,1 0 1,-2 0-3,1 0 1,0 0 30,1 0 1,0 0 4,-2 0 0,2 0-30,0 0 1,0 0 4,0 0 0,1 0-2,-1 0 1,1-2 8,1 0 0,-3-1-104,1 3 1,-2 0 29,1 0 1,-1 0-11,2 0 1,-4 0 34,2 0 0,-4 0-57,-1 0 92,1 0 3,1 0 0,-2 0 2,1 0 1,-3 0 27,2 0-37,0 0 1,3 0 12,-1 0 0,-2 0-3,1 0 0,-1 0-15,2 0 1,1 0-18,-1 0 31,1 0-4,-1 0 21,0 0 5,1 0-24,-4 0 6,0 0 342,-3 0-296,0 3 7,-3-2-117,3 2-230,-6-3 309,5 0-18,-2 0-41,1 0-709,1 0-1057,-2 0 1802,3 3 0,-6-3 0,-1 3 0</inkml:trace>
  <inkml:trace contextRef="#ctx0" brushRef="#br0" timeOffset="2643">1463 1815 7747,'-3'0'-672,"-3"0"1,4 0 1742,-2 0-825,3 0 0,-3 0 18,2 0-49,1 0 902,-1 0-1176,7 0 0,-1 0-18,5 0 0,-2 0-12,0 0 1,-1-2 65,0 0 0,2-2-9,0 2 0,0-3 14,3 0 0,-4 0 2,2-2 1,1 1 34,1-1 1,-1 1 5,0 0 1,0-2 82,1 0 1,1 1 4,-1-2 0,0 0-22,0 0 0,1-1-68,-1 1 1,3-2-5,1 3 1,0-1-27,-2 0 1,0 2-8,-1-2 1,3 0 2,0 1 0,0-2-15,-2 2 1,0 1-50,0-2 1,2 2 34,0 1 1,0-2-5,-2 0 0,-3 1 32,1-2 1,0 0 6,1 0 1,1 0 2,0 1 1,1 0-1,1-3 1,-1 1 3,3-1 1,-2 0 3,2 2 0,-2-1 3,2 1 1,-1-2-48,2 3 0,-1-1-4,-2 3 0,0 0-27,-2-1 1,2 1-12,0-1 1,0 1 53,-2-1 0,0 0-12,0-1 1,0 0 28,2-3 0,-1 3 1,3-3 1,-2 1-11,2-1 0,0 0 12,0 2 0,1 0-28,-3 1 0,0 0-20,0 0 0,-1-1-77,1 0 1,1 1 52,-1 1 1,0 1-23,-3-1 1,3 1 71,0-1 1,2-1-5,-2-1 1,2 1 1,-2 1 0,3-1 89,-4-1 1,4 1 21,-3 1 1,0 0-51,0-1 1,-1 1 139,1-2 0,-2 0-102,0 0 0,1-2 113,1 3 0,-2-3-119,2 3 0,1-3 12,-1 2 0,3-1-243,-1 1 0,0 0 32,1 0 0,0 2 31,-1-1 1,-1 0 97,-1-1 1,-2 4-36,0-4 1,0 3-15,0-2 1,0 1-5,0 0 0,-3 1 65,1-1 1,0 1 18,1 0 1,2-2 83,1 0 0,-2 1-103,2-2 0,-1 1 99,-1 0 1,2 1-53,0-2 1,0 0-7,0 0 0,-1 1-67,1 1 0,-1-1-101,1-1 0,-1 0 99,1 0 0,-2 2-14,0-1 1,0-2 99,0 2 1,-1-3-27,1 3 0,2-2 87,0 2 1,0 0-60,-2-3 0,0 4 17,0-2 0,0 0-3,-1 0 0,1 0 126,0 0 0,0 2-158,0-1 0,-1 1-104,1 3 1,0-4 54,0 2 1,0-2-158,0 1 1,-1 1 4,1 0 1,0-1 88,0 1 0,0-1 27,0-2 0,-1 2 10,1-2 1,-1 0 24,-1 1 0,1-1 37,-1 3 0,1-1 16,1-2 0,0 2 10,-1-2 1,1 0 108,0 0 0,0 1-59,0 2 1,0-3-104,-1 0 0,1 1-4,0 1 0,0 0 8,0-1 1,0 1-12,-1-2 1,1 2-14,0 1 1,0-1-112,0 1 0,0-1 106,-1 1 0,1-1 0,0-2 0,0 2 161,0-1 0,0-2-84,-1 2 1,1-1-37,0 3 1,0-3-29,0 1 0,-1-3 4,1 2 0,0 1-9,0 1 0,0-1-135,0-1 1,2-1 40,0 1 1,0-2 40,-3 3 0,4-3 57,1 3 1,0-3 40,0 2 0,-2 0 144,2 1 1,-3 0-114,1 0 1,-2 1 56,0 3 1,-3-1-38,-1 3 1,-2-1 113,-1 1-6,-2 1-104,-1-2-167,0 3 2,-3-2-121,3 1 1,-2-2-213,1 3-339,-1 0 402,2 0 0,-15 0 0,-2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36.808"/>
    </inkml:context>
    <inkml:brush xml:id="br0">
      <inkml:brushProperty name="width" value="0.08571" units="cm"/>
      <inkml:brushProperty name="height" value="0.08571" units="cm"/>
      <inkml:brushProperty name="color" value="#E71224"/>
    </inkml:brush>
  </inkml:definitions>
  <inkml:trace contextRef="#ctx0" brushRef="#br0">20 0 7696,'0'7'615,"0"-1"-802,0 0 1,0 1-55,0-1 1,0-1-307,0-1 0,0-2 361,0 2 0,0-2 186,0 3 0,-3 10 0,-1 6 0</inkml:trace>
  <inkml:trace contextRef="#ctx0" brushRef="#br0" timeOffset="150">13 193 7696,'0'4'85,"0"0"1,0-2 220,0 3 1,0-3-466,0 2 65,0 0 1,0 3-314,0-1 183,0 0 0,0 1-333,0-1 1,0 1 163,0-1 393,0-2 0,-2 13 0,-2 1 0</inkml:trace>
  <inkml:trace contextRef="#ctx0" brushRef="#br0" timeOffset="300">7 417 7696,'0'6'23,"0"1"1,0-3 146,0 0 1,0 1-255,0 1 0,0-2-5,0 1 1,0-1-137,0 2 57,0 1 0,0-1-282,0 1 0,0-1 142,0 0 308,0 1 0,-3 2 0,0 1 0</inkml:trace>
  <inkml:trace contextRef="#ctx0" brushRef="#br0" timeOffset="483">13 648 7411,'0'4'336,"0"-1"-300,0-1-37,0-1-128,0 5 1,0-3-252,0 4 1,0-1 124,0 0 1,0-1 254,0-1 0,0 0 0,0 14 0,0 3 0</inkml:trace>
  <inkml:trace contextRef="#ctx0" brushRef="#br0" timeOffset="642">13 828 7812,'0'4'332,"0"0"0,0-2-400,0 3 1,0-3 99,0 2 1,0-2-58,0 2 1,0-1-71,0 1 1,0-2-263,0 2 1,0-2-227,0 3 0,0-3 156,0 2 427,0-3 0,-2 8 0,-2-2 0</inkml:trace>
  <inkml:trace contextRef="#ctx0" brushRef="#br0" timeOffset="783">13 982 7696,'0'6'259,"0"0"1,0-1-962,0-1 545,0-3 157,0 2 0,3-17 0,1-4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34.375"/>
    </inkml:context>
    <inkml:brush xml:id="br0">
      <inkml:brushProperty name="width" value="0.08571" units="cm"/>
      <inkml:brushProperty name="height" value="0.08571" units="cm"/>
      <inkml:brushProperty name="color" value="#E71224"/>
    </inkml:brush>
  </inkml:definitions>
  <inkml:trace contextRef="#ctx0" brushRef="#br0">0 14 7725,'0'-4'-72,"0"1"183,0 0-237,0 3-370,0-3 407,3 3 96,0 0 0,4 0-7,-1 0 0,21 3 0,4 0 0</inkml:trace>
  <inkml:trace contextRef="#ctx0" brushRef="#br0" timeOffset="173">199 20 7482,'6'-3'-738,"1"2"742,-1-1 1,0-1-8,1 1 1,-3 0-59,0 2 0,-1 0-136,1 0 0,0 0-126,3 0 323,-1 0 0,0 0 0,1 0 0,11 6 0,2 1 0</inkml:trace>
  <inkml:trace contextRef="#ctx0" brushRef="#br0" timeOffset="332">468 26 7808,'7'0'43,"-1"0"311,0 0-277,-2 0 1,2 0-188,-2 0 1,0 0 184,0 0-136,0 0 1,3 0-353,-1 0 0,-2 0 91,1 0 1,-1 0-299,2 0 620,1 0 0,16 0 0,5 0 0</inkml:trace>
  <inkml:trace contextRef="#ctx0" brushRef="#br0" timeOffset="482">795 46 7808,'7'0'0,"-1"0"-86,1 0 0,-1 0-15,0 0 1,1 0-132,-1 0 0,1 0-9,-1 0 0,0 0-36,1 0 1,-1-2 146,1-1 130,-1 1 0,3 2 0,1 0 0</inkml:trace>
  <inkml:trace contextRef="#ctx0" brushRef="#br0" timeOffset="648">1090 33 7808,'8'0'-16,"-1"0"0,-2-1 67,1-1 1,-2 1-180,1-1 0,-1 1 54,2 1 0,1 0 56,-1 0 1,1 0-62,-1 0 1,0 0-260,1-2 1,0 1 128,1-1 209,0 1 0,7 4 0,-2 0 0</inkml:trace>
  <inkml:trace contextRef="#ctx0" brushRef="#br0" timeOffset="824">1398 33 7808,'7'0'-208,"-1"-2"-35,1 0 1,-1-1 297,0 3 0,1 0-9,-1 0 0,1 0 10,-1 0 0,0 0-114,1 0 1,-1 0-182,1 0 0,-1 0 68,0 0 1,1 0-95,-1-2 0,1 1 265,-1-1 0,12 4 0,3 1 0</inkml:trace>
  <inkml:trace contextRef="#ctx0" brushRef="#br0" timeOffset="965">1687 33 7808,'6'-3'-236,"1"2"-59,-1-1 0,1 1 202,-1 1 0,0 0 140,1 0 0,-1 0 101,1 0-187,-1 0 1,0 0-129,1 0 0,-1 0 57,1 0 0,-1 0-114,1 0 1,-1 0 223,0-2 0,4 4 0,0-2 0</inkml:trace>
  <inkml:trace contextRef="#ctx0" brushRef="#br0" timeOffset="1149">1982 39 7808,'4'-3'-348,"1"1"1,-3 1 284,2 1 0,-2 0-172,2 0 173,1 0-109,1 0 1,0-1 5,-2-1-157,2 1 322,-3-2 0,4 3 0,-1 0 0,1 0 0,-4 0 0,23 3 0,2 1 0</inkml:trace>
  <inkml:trace contextRef="#ctx0" brushRef="#br0" timeOffset="1290">2251 33 7808,'7'0'24,"-1"0"0,1 0 128,-1 0 1,-2 0 44,1 0 1,-3 0 103,2 0-44,-3 0-172,5 0 0,-4 0-334,2 0-643,-3 0 892,2 0 0,-3 0 0</inkml:trace>
  <inkml:trace contextRef="#ctx0" brushRef="#br0" timeOffset="2108">2405 129 7851,'0'-3'360,"0"-3"-278,0 5 205,0-2 1,0 8-1270,0 2 1,0 0 981,0 0 0,-3 22 0,0 6 0</inkml:trace>
  <inkml:trace contextRef="#ctx0" brushRef="#br0" timeOffset="2258">2392 296 7696,'0'4'152,"0"0"1,0-1-98,0 1 0,0-2-536,0 2 417,0 0 0,0 3-72,0-1 0,0-1-349,0-1 1,3 0 484,-1 3 0,0-3 0,-2 0 0,0 0 0,3 9 0,0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45.874"/>
    </inkml:context>
    <inkml:brush xml:id="br0">
      <inkml:brushProperty name="width" value="0.08571" units="cm"/>
      <inkml:brushProperty name="height" value="0.08571" units="cm"/>
      <inkml:brushProperty name="color" value="#004F8B"/>
    </inkml:brush>
  </inkml:definitions>
  <inkml:trace contextRef="#ctx0" brushRef="#br0">14 1 8729,'-2'6'563,"-1"1"1,1-1-421,2 0 0,0 4-45,0 0 0,0 2-167,0 1 0,0 1-40,0 1 0,0-2-251,0 2 0,0-1-119,0-1 0,0 0-1146,0-1 1625,0-2 0,-3-3 0,0-4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47.399"/>
    </inkml:context>
    <inkml:brush xml:id="br0">
      <inkml:brushProperty name="width" value="0.08571" units="cm"/>
      <inkml:brushProperty name="height" value="0.08571" units="cm"/>
      <inkml:brushProperty name="color" value="#004F8B"/>
    </inkml:brush>
  </inkml:definitions>
  <inkml:trace contextRef="#ctx0" brushRef="#br0">26 1 7867,'-6'0'963,"2"2"0,-1 2-596,3 2 1,-1 4-54,1 0 0,1 5-90,-1 2 1,1 4-24,1 0 0,3 4-237,-1-2 0,3 1-865,-1 0 0,0-1-1563,0-3 2464,0-3 0,3-9 0,-1-3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54.019"/>
    </inkml:context>
    <inkml:brush xml:id="br0">
      <inkml:brushProperty name="width" value="0.08571" units="cm"/>
      <inkml:brushProperty name="height" value="0.08571" units="cm"/>
      <inkml:brushProperty name="color" value="#E71224"/>
    </inkml:brush>
  </inkml:definitions>
  <inkml:trace contextRef="#ctx0" brushRef="#br0">7 39 7623,'-4'0'553,"1"0"-685,12 0 1,2 0 363,11 0 0,4-3 262,6-1 1,9 1-123,9-2 1,8 1-39,6-2 1,7 0-6,2 2 1,-1 1-327,-1 3 1,-2 0 16,-2 0 0,0 0 4,-1 3 0,-8-2-158,-2 3 1,-6-2-52,-5 0 0,-5 1-273,-2-1 0,-9 2-13,-4-2 0,-7 0-1287,-5-2 1758,-3 0 0,-15 0 0,-3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8:54.901"/>
    </inkml:context>
    <inkml:brush xml:id="br0">
      <inkml:brushProperty name="width" value="0.08571" units="cm"/>
      <inkml:brushProperty name="height" value="0.08571" units="cm"/>
      <inkml:brushProperty name="color" value="#E71224"/>
    </inkml:brush>
  </inkml:definitions>
  <inkml:trace contextRef="#ctx0" brushRef="#br0">1 736 7794,'0'-4'675,"0"1"-403,0 3-102,3 0 1,-2 3-224,3 1 1,-2 2 3,0 0 1,1 3 10,-1-1 1,2 4 85,-2-1 1,3 1-116,-3 1 0,2-1 62,-2 1 1,2-1 19,-1-1 0,1 0 20,-2-2 1,2-1-3,-2-1 1,3-4 118,0 0 0,0-3-67,2-3 0,0-1-32,1-4 0,2-2-16,3-3 1,0-2-3,0 0 0,0-3-129,0 1 1,-1 1-220,1 1 0,-3 2-106,-1 0 0,0 2-346,0 1 0,-3 4 765,-2-1 0,0 2 0</inkml:trace>
  <inkml:trace contextRef="#ctx0" brushRef="#br0" timeOffset="444">58 845 6363,'7'0'918,"-4"-3"1,1 0-655,-2-1 1,0-3 85,2 1 0,-2-1-17,2-4 0,1 0-73,1-4 0,0-2-30,1-2 1,-1 0 84,1-1 0,1-1-140,1 0 0,1-5-23,-1 3 0,2-3-64,-3 5 0,1-4-128,0 2 1,-1-1-295,3 0 0,-4 3 107,2 4 0,-4-1-65,-1 6 0,0-2 81,0 6 1,-1 1-283,-3 3 264,0 2 0,0 0-143,0 4-506,0 2 1,0 2 877,0 1 0,3 5 0,0 1 0</inkml:trace>
  <inkml:trace contextRef="#ctx0" brushRef="#br0" timeOffset="718">251 408 7637,'0'-6'0,"-2"2"679,0-1-140,-1 4-438,3-5 71,0 6 0,4-3 11,2 3 1,2 0 14,2 0 0,3 0-12,2 3 1,6-3 93,0 2 0,7 1 117,4-1 1,2 1-346,3-3 0,0 0-284,0 0 0,-2 0-333,-1 0 0,-5 0 46,-3 0 0,-7 2-1553,-6 0 2072,-3 3 0,-18 1 0,-4 4 0</inkml:trace>
  <inkml:trace contextRef="#ctx0" brushRef="#br0" timeOffset="1170">918 94 7637,'4'-6'1726,"-2"2"-1045,-2 1-46,0 3-178,0 6 0,0 1-258,0 6 1,0 1-115,0 0 0,3 3-139,-1 2 1,0 0-81,-2 1 1,0 0-186,0 1 1,0 0 153,0 2 0,0-2-822,0 0 1,0-4 380,0-2 1,-1-2-810,-1-2 1415,1-2 0,-2-5 0,9-19 0,1-6 0</inkml:trace>
  <inkml:trace contextRef="#ctx0" brushRef="#br0" timeOffset="1418">1046 88 7643,'0'-7'966,"0"1"-342,0-1-285,0 4-60,0 0 1,1 4 115,1 1 0,0 2-143,2 5 0,-2 1-27,2 3 1,0 2-195,0 2 1,2 2-223,-2 0 0,0 1-259,0 1 0,-2-1 261,2 2 0,-2-2-191,0-1 0,-1-2-8,-1 0 1,-1-3-351,-1 1 1,0-5-154,-2-3 891,0-1 0,-3-5 0,-5-21 0,-1-9 0</inkml:trace>
  <inkml:trace contextRef="#ctx0" brushRef="#br0" timeOffset="1593">912 267 7497,'2'-3'-365,"0"-2"274,2 3 1,1-1-92,4 1 0,1 1 241,2-1 1,5-1-213,2 1 0,1-1-109,4 1 1,1 1 261,3-1 0,23 1 0,3 1 0</inkml:trace>
  <inkml:trace contextRef="#ctx0" brushRef="#br0" timeOffset="1718">1226 254 7643,'0'7'122,"0"-1"0,0 1 279,0-1 0,0 1-209,0-1 1,0 3-96,0-1 0,0 1-27,0 0 0,0-2-181,0 2 0,0 0 12,0-1 0,0 1-175,0-3 0,1-1-1110,1-1 1384,-2-3 0,3-15 0,-3-7 0</inkml:trace>
  <inkml:trace contextRef="#ctx0" brushRef="#br0" timeOffset="1843">1207 81 7166,'-3'-6'-1074,"1"-3"1185,-2 1 0,3 1 779,-1 3-374,1 3-516,4-2 0,6 9 0,4 1 0</inkml:trace>
  <inkml:trace contextRef="#ctx0" brushRef="#br0" timeOffset="2304">1418 184 7643,'-3'-3'251,"-2"2"519,3-4-503,-3 4-425,1-5-11,-2 6 0,1-3 75,1 3 0,2 0 28,-2 3 0,0-2 48,0 3 1,-1 1-100,3 1 1,-3 0 89,3 1 1,-3-1-109,1 1 0,0-2 112,0 0 0,1 0 154,-2 0 1,2 0-25,1-1 1,1 2-99,-1-2 1,1-1 12,1 2 0,0-3-29,0 2 1,1-3 0,1 2 0,4-1-50,2 1 0,3-1-145,-3 1 0,4-2 79,-1 3 0,1-2-100,0 3 1,1-2 57,-3 2 0,0 0 127,-1 0 0,-4 0-4,1 2 1,-4 1 47,0 1 1,-2 0 180,-2 0 1,-2-2-233,-4 1 0,-5 0-25,-2 1 1,-2-2 59,-1 1 9,3-1 0,-12-9 0,0-2 0</inkml:trace>
  <inkml:trace contextRef="#ctx0" brushRef="#br0" timeOffset="2569">1508 113 7652,'0'-6'698,"0"0"1042,0-1-1318,0 4 121,0 0-183,3 11 0,0 0-172,4 7 0,-1 1-33,1 2 0,-1 0-104,1 1 1,-2 1-165,0-1 1,0 3 210,-3 1 1,0 0 32,-2 1 1,0-4-1897,0 2 0,-1-5 689,-1-2 0,-1-4 551,-1-3 0,-2-4 525,2-1 0,-2-23 0,0-5 0</inkml:trace>
  <inkml:trace contextRef="#ctx0" brushRef="#br0" timeOffset="2752">1438 210 7652,'-4'-3'0,"1"1"1303,3-2-1095,0 3 0,0-3-498,0 2 1,5 1 16,2-1 0,5 1-171,1 1 1,4 2 77,0 1 0,4 1-8,0-2 1,6 2 373,-2-2 0,28 9 0,5 0 0</inkml:trace>
  <inkml:trace contextRef="#ctx0" brushRef="#br0" timeOffset="2986">1726 222 7652,'0'-3'-452,"-1"-2"1841,-1 3-1070,2 0 1,-4 2-148,2 0 0,0 0-264,-2 0 0,2 0-100,-2 0 0,0 2-109,0 3 1,-2 1 63,2 3 0,-4 1-143,0 2 1,-1 2 128,3 1 1,-3 1-102,1 4 1,0-2 351,3-1 0,0 0 0,3-4 0,1 1-46,3-6 1,4 0 52,5-4 0,1-4 122,1-4 0,0-4 65,0-3 0,-1-1 228,-2-1 0,0-2-204,-4 0 1,-2-2 13,-2 2 1,-1 0-415,-1 2 1,-3 0-1161,-2 0 1342,0 4 0,-13 8 0,-3 5 0</inkml:trace>
  <inkml:trace contextRef="#ctx0" brushRef="#br0" timeOffset="3529">1829 229 7652,'0'-4'1324,"0"1"-1174,0 1 0,0 2 462,0 0-517,0 2 1,0 7-157,0 0 1,2 1 41,0-1 1,0 2-126,-2 0 0,0 0-126,0 0 0,2 0 132,0-2 0,1 2 127,-3-3 0,0 1 53,0-3 1,0-2 222,0 1-8,0-4 811,0 2-751,0-9 0,0 1-16,0-5 1,2 1-285,0-2 0,1 3-279,-1-3 0,1 3 115,4-3 1,-2 3-67,1-1 1,-1 0-50,4 1 0,-1-1-222,0 3 1,0-1 227,3 1 1,-3 2 37,3-1 1,-3 4 417,0-1 1,-3 2-171,0 2 1,-1 1 290,2 4 0,-1 1-159,-1 1 0,-3 2 15,1 0 0,0 1-194,0 1 1,-1-1-118,1-1 1,-1 1-124,-1-1 0,2-1-401,0 0 0,0-2-478,-2 1 1136,0-5 0,-3-10 0,0-4 0</inkml:trace>
  <inkml:trace contextRef="#ctx0" brushRef="#br0" timeOffset="3686">1989 56 7655,'-6'-7'677,"-1"1"-1793,4 2 191,0 1 925,9 9 0,21 21 0,10 11 0</inkml:trace>
  <inkml:trace contextRef="#ctx0" brushRef="#br0" timeOffset="4053">2207 222 7655,'0'-3'381,"-3"1"1,2 1-166,-3 1 0,2 0 168,-3 0-34,1 0 0,-3 0-187,-2 0 0,2 3-195,-1 1 0,0 3-16,2 1 0,-2 2-228,-1 3 1,0 2 35,3 0 1,2 3-248,-1-1 1,4-1-28,-1 1 0,1 0 220,1 0 1,3-2 36,1-5 0,4 0 257,1-4 0,2-2 0,0-2 0,15-13 0,5-3 0</inkml:trace>
  <inkml:trace contextRef="#ctx0" brushRef="#br0" timeOffset="4945">2323 274 7655,'0'-7'-23,"0"1"0,0-1 225,0 1 0,-1 0 349,-1 2 0,0 1-225,-2 3 0,2 0-172,-2 0 1,0 1-87,0 1 1,-4 2 5,2 5 0,-2-1-213,1 2 1,1 1 82,0 2 0,0 1-136,2 0 0,-1 0-36,2 1 0,-1-1-232,2-2 0,0-1-84,2 0 0,0-1 220,0 0 0,1-2 70,1-4 0,1-3 254,4 1 0,1-2 0,1-2 0,2-1 0,-3-4 0,3 0 0,-3-1 0,3-2 0,-2 0 0,-1-2 0,-1 1 0,-1-1 293,0-1 1,0 0-97,-2 0 1,1 0 350,-3 1 1,1-3-169,-3 0 1,0 2 322,0 2 11,0 3-226,0-1-418,0 5 1,-3 2-128,1 4 1,-1 3 35,1 3 0,2 0-96,-3 3 0,1-1-224,-1 3 0,-1 1 118,2 1 0,0-2-10,2 2 0,-2-2-22,0-2 0,0 1-65,2-1 1,0-2 130,2-1 1,1 0 62,1-2 0,2-2 59,-2-2 0,4-2 115,1 0 1,0-2 39,0-3 0,-1-3 5,2-3 0,-2-1 49,1-1 0,0 0-39,-1-2 1,1 0 82,-3-2 1,1 2-20,-1-2 0,1 2 210,-1-2 0,0 0-6,-2-2 0,2-1 94,-2-2 1,0 2-42,0-1 0,-3 1-85,1 1 0,0 3-32,0 3 1,-1 1 116,1 4-24,-1 2-196,-4 3 0,1 4 0,-2 1 1,2 2-13,-2 5 0,2 1-192,0 3 0,-1 2-315,1 2 0,-1 2-19,1 0 1,1 3-296,-1-1 0,1 2 257,1-1 0,0 0-134,0-1 1,0-1 220,0 2 0,3-5-31,-1 1 1,1-5 247,-1 0 121,-2 0 0,5-8 163,-2 1 0,-1-4-145,1-2 1,-2-3 9,3-4 0,1 0-104,1-1 0,0-3-135,1-4 1,-1 1 181,1 0 0,-1-3-22,0 0 1,1-2 218,-1 0 1,1 2-106,-1 0 1,0-2 249,-2-3 0,1 1-103,-3 2 0,1 0 36,-1-1 1,-1 4-23,1 1 0,-1 4 350,-1 3-172,0 1-131,0 3-489,0 1 0,-2 7 125,-1 2 0,1 1-10,2 4 1,0 0-16,0 4 0,0 0-119,0 2 0,0 2-81,0 2 0,0 1-252,0-3 1,0-1 5,0 0 0,0 2-342,0-3 1,1 2 108,1-4 1,0 0 182,2-2 0,-2-3 157,2-2 1,-2-4 403,3-1 0,5-20 0,3-4 0</inkml:trace>
  <inkml:trace contextRef="#ctx0" brushRef="#br0" timeOffset="5423">2701 184 7655,'0'-6'-92,"0"-1"141,0 4 17,0 0 0,0 3 115,0 3 0,-2 1-118,0 4 0,0 0-75,2 3 0,0-3-114,0 3 0,0-2 6,0 1 1,2-1-162,0 2 0,1-1 167,-1 0 0,1 0-70,1-4 0,2-2 172,-2 1 1,2-4 88,0 1 1,1-1-23,-1-1 1,1-3-35,2-1 0,-2-3 90,1-1 1,-1 0-49,0-3 1,-3 0 129,0-1 1,-1-1 17,1 0 0,-3 2 150,1 1 0,1 0 233,-1-1-233,1-1 0,-1 5 35,0-2-384,0 5 0,-1 2-1,1 4 0,-1 2-34,1 5 1,-2 3-153,0 3 0,0 3 86,0-1 0,0 2-55,-2 2 1,1 0 145,-1 3 0,-1-1 111,1 3 0,-1 2 386,1-1 0,-2 2-187,-2-1 1,-1-5-43,1 1 1,-3-7-65,-2-2 0,-3-4 147,-1-2 1,-2-3-67,2-2 1,0-2 73,2-4 0,3-2-219,1-4 0,3-2-105,2 0 1,1-5-101,3 2 0,3-1-293,1 1 1,2 1-791,3-1 1,1 0 350,3 0 1,2 0-37,0 0 1,2 3 128,-2 2 702,3-2 0,21 6 0,8-2 0</inkml:trace>
  <inkml:trace contextRef="#ctx0" brushRef="#br0" timeOffset="5570">2971 447 7655,'-1'6'1214,"-1"1"0,1 1-639,-1 1 1,0 0-664,0 0 0,2-1-828,-3 2 1,0-2 337,-1 1 1,-2-2 577,-1-1 0,-13 1 0,-4-1 0</inkml:trace>
  <inkml:trace contextRef="#ctx0" brushRef="#br0" timeOffset="6270">3189 49 7640,'0'-10'231,"0"1"0,0 3 348,0-1 630,0 1-440,0-1-482,0 4 0,0 3-34,2 7 0,-1 2 54,1 4 0,0 3-155,0 4 1,-1 2-52,1 3 1,-2 3-201,0 0 1,0 0-21,0 0 1,0-1 0,0 0 0,0 1-173,-2-2 1,0-3-359,-2-5 0,2-4-477,-3-3 198,4-2 1,-2-6 447,3-3 1,-1-3 479,-1-6 0,2-32 0,-3-11 0</inkml:trace>
  <inkml:trace contextRef="#ctx0" brushRef="#br0" timeOffset="6979">3099 178 7640,'-7'0'0,"3"0"423,0 0 149,2 0 0,-1 0 149,1 0-132,1 0-422,-2 0 0,6-3-72,1 1 1,2-1-60,0 1 0,4 1-47,0-3 1,2-1-157,1-1 0,0-1 104,0 1 0,0 0-77,0-1 1,-1 1 2,1-1 0,-1 1-102,-1 0 1,0 1 39,-2 1 0,0 3-34,-3-2 1,0 3 265,-2 3 1,1 3 21,-3 5 1,0 2 132,-2 1 1,0 4-144,0 3 0,0 0-17,-3 2 1,2-1-12,-3 4 0,2-4-15,0 4 1,1-5-72,-1 0 1,1-1-208,-1-3 0,3-2-66,1-5 1,5-3 191,0-5 1,1-1 205,-2-1 1,3-5-121,-1-2 0,1-3 17,-3-1 0,3-1-29,-1-1 1,1 2 23,-3 1 1,-2 0 26,1-1 0,-1-1-1,2 4 0,-1-1-380,-1 3 280,0 0 0,3 0 41,-1 2 0,-2 1 74,1 3 1,-3 0 147,2 0 0,-2 0-91,2 3 0,-2 0 68,0 4 1,1-1-99,-1 0 0,1 1 33,-1-1 1,-1 1 47,1-1 1,1 0 515,-1 1 249,3-1-729,-2 1 0,4-2-220,-1 0 0,1-2 70,-1-3 0,3 0-59,-1 0 0,1-1 7,-3-1 0,3-2-87,-1-2 0,1-1-68,-3 1 1,1-1 64,-1-2 1,0 1-24,1-2 0,-1 2 153,-2-1 0,1 0 113,-3 0 0,0 1 25,-2 1 153,0 1 0,-3 0-170,-1 2 0,-2 1 49,0 3 0,-3 3 219,1 1 1,-3 3-31,3 1 0,-3 0 48,2 3 1,1 0-91,1 1 1,1 1 24,-1 0 1,4-2-66,1-1 0,2-1 82,2 2 1,2-3-274,5 0 1,4-2 84,4-1 0,1 0-693,1-3 0,1 0-159,2-2 0,-2-3-497,1-1 0,-4-2 1207,-2 0 0,-4-6 0,-2-2 0</inkml:trace>
  <inkml:trace contextRef="#ctx0" brushRef="#br0" timeOffset="8057">3958 280 10149,'0'7'322,"0"-1"-167,0 0 1,0 4-1,-3 0 1,2 0-63,-3 1 0,-1 0-376,-1 2 0,2-1-78,-1 1 0,1-1 165,-2-1 1,2-2-124,-1-2 1,2-1 99,-2 1 1,2-4-174,1-1 205,1-1 0,-2-2 52,3-1 1,0-2 190,0-5 0,2 1-10,0-2 1,3-1 37,0-2 0,0 1-69,2 1 1,0-1 2,1 2 0,0-4 12,3 1 0,-2-1 70,1 3 1,1 0-55,2 0 1,0 2 5,-1 2 1,-1 3-43,0 0 1,-3 3 64,0-2 0,-1 3 118,0 3 0,-4 1-191,-1 4 1,-1 0-5,-1 3 0,0 0 8,0 1 0,-1 1-15,-1 0 1,1-1 17,-3-1 0,0 1-13,0-1 0,-1-1-4,3 0 1,-3-2 14,3 1 0,-2-2 21,2-1-39,-3 1-1,4-4-1,-2 3 1,3-5 1,0 1-13,0-4 9,0-2 0,0-2 31,0-1 1,1 0-21,1-1 0,1 0-3,1 0 0,3-2-32,-1-1 1,1 1 10,4 0 0,-3-3 57,3 1 1,0-3 62,2 5 0,-1-2 108,1-1 0,2 3 274,-3 1 1,2 5-130,-6 2 0,1 1-70,-3 1 0,1 1-190,-1 1 1,-2 4-56,-2 5 1,-1 0-262,2 0 0,-3 1-76,2-1 1,-1 1-371,-1 1 1,0-2 62,0-1 1,0 0-1118,0 1 1731,0-2 0,3-2 0,1-1 0</inkml:trace>
  <inkml:trace contextRef="#ctx0" brushRef="#br0" timeOffset="8348">4433 254 7638,'-6'-3'444,"-1"0"138,1 3 1,1 0-443,1 0 0,2 1 48,-2 1 0,-3 1-12,-1 4 1,-1 1 7,3 1 0,-3 2 0,-2 0 1,1 3-143,-1 1 0,1 4-186,-1 0 0,0 0-61,3 3 1,0-2-306,3-1 0,3-5 474,2-1 0,3-5 58,4-2 0,0-2-29,3-4 1,3-4-15,2-2 1,2-4 103,-2-5 0,0 1-202,-2-3 1,-2 0-108,-1 0 1,0-1-131,1 0 0,-2 2-964,-2-1 1320,-4 3 0,0-5 0,-3 3 0</inkml:trace>
  <inkml:trace contextRef="#ctx0" brushRef="#br0" timeOffset="8766">4561 235 7649,'2'-6'281,"0"-1"1,3 1 447,-3 0 0,0 1 106,-2 1-385,0 3-207,0-2-334,-3 6 1,0-2 149,-1 3 0,-2 1-60,2 1 0,1 0 36,-2 1 1,2 1-206,-2 1 0,2-1-74,1-1 0,1 1 109,-1 1 0,1 0-100,1-3 1,3 1 118,1 2 0,2-2 28,0 1 1,2-1 44,0 0 1,-1 0-2,2 2 0,-3-2 30,-2 1 1,-1-1 137,-3 0 1,0 1-149,-3 1 1,-1 0-99,-4 0 1,-5-2-630,-1 1 1,-2 0 750,1-2 0,-2-5 0,-2-2 0</inkml:trace>
  <inkml:trace contextRef="#ctx0" brushRef="#br0" timeOffset="9014">4754 120 7649,'0'-4'2815,"0"-1"-2264,0 4 0,0-1-9,0 4 1,0 4-180,0 5 0,0 2 15,0 2 1,0 3-416,0 4 0,0 2-304,0-1 1,0 2-333,0 1 0,-1 1 227,-1-1 0,-1-3-578,-1-6 1,-2-1 347,2-3 0,0-3-892,0-2 1568,2-3 0,5-17 0,4-6 0</inkml:trace>
  <inkml:trace contextRef="#ctx0" brushRef="#br0" timeOffset="9197">4645 280 8398,'-3'-3'1683,"2"-1"-1426,-1 2 0,2 1-36,2-1 1,4 1-319,5-2 0,5 2-217,3-3 1,1 2-2064,4 0 2377,-4-1 0,42 2 0,7-2 0</inkml:trace>
  <inkml:trace contextRef="#ctx0" brushRef="#br0" timeOffset="9872">5106 261 7410,'4'0'1753,"2"0"-357,-6 0-682,3 0-362,0 0-203,-2 3 1,2-2-60,-3 3 0,0 1-20,0 4 1,0-1-151,0 3 0,-2-1-77,-1 3 0,1 2-340,-1 0 0,3 0-185,-2-2 1,1 0 147,1-1 0,0 1 62,0-3 0,0 0-123,0-4 220,3-3 236,0 0 1,4-3-1,-1-3 0,0 0 144,1-3 0,-1-4-5,1 0 0,-1 0 40,1-1 0,-1 0 65,0-2 0,2 1 225,0-1 1,-1 0-75,2 0 1,-2 1 70,-1 1 0,2 0-141,-1 2 1,0 0 49,-2 0 0,-2 4 243,1-1 167,-2 4-242,4-1-356,-6 3-16,3 3 0,-5 3 71,0 2 0,-2 1-122,1 0 0,-1-1 81,2 3 1,-2-1-101,2 3 0,-1-2-172,1-1 1,1 1-353,-1 2 0,-1 0 345,1 0 1,0-3 216,2 1 0,23-6 0,5 1 0</inkml:trace>
  <inkml:trace contextRef="#ctx0" brushRef="#br0" timeOffset="10173">5459 248 7649,'-6'0'173,"-1"0"1,1 0 299,0 0 1,-2 1 106,1 1-409,-3-1 1,5 4-43,-3-3 1,3 3-70,3-1 1,2 2-118,0 0 0,0 1 94,0 2 1,2-1-218,3 2 0,3 1 26,0 2 1,1 0 155,-3 0 1,1-3 43,-1 1 1,-2-1 142,-2 1 0,1 0-91,-1-2 0,-1-1 112,-3-1 1,-2 0-527,-2 0 1,-3 0 185,-2-5 1,-1 2-357,-1-2 1,-2 1 101,0-3 384,0 0 0,-3-12 0,-2-2 0</inkml:trace>
  <inkml:trace contextRef="#ctx0" brushRef="#br0" timeOffset="10568">5549 351 7170,'6'0'-641,"1"0"1313,-1 0 0,-1 0-368,-1 0 0,-2-1 103,2-1-371,0 1 1,3-4-12,-1 3 0,-1-2 0,-1 2 1,0-3 123,3 0-227,-4 0 1,2-4 92,-3 1 1,0-1-108,-2 3 1,0-1 167,0 1 1,0-1-41,-2 1 1,-2 2-62,-2-1 1,-2 3 113,0-2 0,0 3 11,-3-2 1,3 3 41,0 3 1,-1 0 143,0 3 1,1 1-93,1-1 1,3 4 107,0 0 1,0 2-245,0 1 1,0 2-93,2 0 1,1 3-556,-1-1 1,4-1-7,3 2 0,3-5-305,3 0 1,4-1 237,2-3 662,1-4 0,27-19 0,7-7 0</inkml:trace>
  <inkml:trace contextRef="#ctx0" brushRef="#br0" timeOffset="11051">5953 88 7670,'-4'-7'0,"0"1"2176,2-1-864,-1 1-965,3 3 1,0 0 64,0 6 0,1 1 227,1 4 0,2 2-280,2 3 1,0 4-141,1 2 1,-1 1-109,1 3 1,1 0-184,-2 1 1,1 1-215,-5-2 1,3-1-528,-3 0 0,0-1 323,-2-2 0,-1-2-316,-1-6 1,1-5-169,-4-4 690,4 2 0,-4-6 176,3 0 0,-3-4-97,3-2 0,-1 0 12,1-3 0,2 2 14,-3-1 1,2 0 73,-1-1 0,0 0-6,-2 2 0,0-2 49,-3 3 0,0-1 186,-1 3 1,-2 2-7,-3-1 0,-1 4 225,0-1 0,-4 2-44,-3 2 1,1 2 269,-1 5 1,1-1-215,3 2 0,2 2 104,2 3 1,4-2 22,2 2 1,4-1-121,3-1 0,5-1 7,4 1 1,5-3-172,3-1 1,4-3-227,0-2 1,3-1-274,0-3 0,-3 0-594,-1 0 0,-3-3-198,-4-1 1,1-4 1092,-6 0 0,-10-15 0,-6-1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9:09.929"/>
    </inkml:context>
    <inkml:brush xml:id="br0">
      <inkml:brushProperty name="width" value="0.08571" units="cm"/>
      <inkml:brushProperty name="height" value="0.08571" units="cm"/>
      <inkml:brushProperty name="color" value="#E71224"/>
    </inkml:brush>
  </inkml:definitions>
  <inkml:trace contextRef="#ctx0" brushRef="#br0">0 33 9081,'7'-4'160,"-1"1"-160,0 3 1,2 0 175,0 0 1,2 0-25,3 0 0,1 0-80,0 0 1,2 0-41,1 0 0,1 0 26,-3 0 0,2 0-119,-2 0 1,0 0 3,-2 0 0,1 0 47,-1 0 1,2 0 27,-2 0 0,0-2 6,4 0 0,1-1-21,1 1 0,0 1 24,0-1 1,3-1 11,2 1 1,1-1-35,0 1 1,-2 2 2,-1-3 1,-2 3-9,-1 0 0,-1 0-17,0 0 1,-3 0-7,-2 0 0,2 0-24,0 3 1,1-3-18,-1 2 0,-1-1 61,3-1 0,-2 0-5,2 0 0,0 0-13,2 0 1,-2 0-8,1 0 0,-1 0 46,2 0 0,-1 0 107,0 0 1,-2 0-122,-1 0 1,-1-2 20,3 0 1,0 0-4,0 2 1,1 0 49,-1 0 1,2 0 3,0 0 0,3 0-96,-1 0 0,1 0 3,-1 0 0,0 0-138,3 0 0,-4 0 130,-1 0 0,-1 0 48,-3 0 0,3 2 11,-1 0 1,-1 0-7,-1-2 0,1 0 2,-2 0 0,4 0 105,-1 0 0,2 0-96,0 0 0,1-1 27,2-1 0,-2 2-74,4-3 0,-6 3 10,1 0 0,-1 0-7,2 0 0,-3 0 33,0 0 1,-1 0-15,1 0 1,0 0 17,-2 0 0,-1 0-4,3 0 1,-3 0-19,1 0 1,2 0 4,0 0 0,0 0 103,2 0 1,-3 0-92,3 0 0,-1 0 83,1 0 0,-1 0-57,1 0 1,-3 0-4,3 0 0,-3 0 4,1 0 0,-1 0-5,1 0 1,0 0-48,-2 0 0,-2 2-7,2 0 1,2 0-63,0-2 1,-2 0 74,0 0 0,1 0 0,-1 0 1,3 1 1,-1 1 0,-1-1 1,1 1 1,-2-1-8,2-1 1,0 0 1,0 0 1,1 0 2,-3 0 0,3 0 0,-1 0 1,0 0-25,1 0 1,0 0 40,-1 0 1,1 0-1,-1 0 1,3 0-2,-3 0 1,3 0 4,-3 0 0,0 0 8,0 0 1,2 0 4,2 0 0,1 0-23,-3 0 0,1 0 6,1 0 1,1 0-32,2 0 0,0 0-10,-2 0 0,1 0-103,-2 0 0,5 0 29,-2 0 0,1 0-49,-3 0 0,1 0 59,-1 0 1,2 2-7,-1 0 0,-1 0 43,0-2 1,-2 0-9,2 0 1,0 2 40,1 0 1,0 0 15,-1-2 1,0 0 30,4 0 0,0 0-62,-1 0 1,1 0-14,0 0 0,0 0 45,2 0 0,-4 0-1,2 0 0,-5 2-14,0 1 0,2-1-2,-2-2 0,0 2 11,-1 0 1,-1 0 3,0-2 1,0 2 37,1 0 0,-2 1-44,-1-3 1,-2 0 191,-4 2 0,0-1 120,-2 1 165,-3-1-249,-4-1 43,-2-3-520,0 2 1,-2-2-1290,0 1 1538,0 1 0,-4-2 0,-1 3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18:39:11.521"/>
    </inkml:context>
    <inkml:brush xml:id="br0">
      <inkml:brushProperty name="width" value="0.08571" units="cm"/>
      <inkml:brushProperty name="height" value="0.08571" units="cm"/>
      <inkml:brushProperty name="color" value="#E71224"/>
    </inkml:brush>
  </inkml:definitions>
  <inkml:trace contextRef="#ctx0" brushRef="#br0">7 545 7865,'-4'0'1196,"1"0"-386,3 0-713,3 3 1,-1 1-8,2 2 0,-2 1-45,2-1 0,-2 2-142,3 1 0,-3 2 109,2-3 0,-2 4-182,3-2 0,-4 0 138,1 1 0,-1-3-94,2 0 0,-3 0 54,2-2 36,-1 0 1,0-1 131,1-1 1,-1-3-24,4 1 0,-3-4 143,2-2 1,0-2-136,3-3 1,1 1 88,1-2 1,2-2-62,0-3 0,1 1 101,1-3 1,0 2-221,0-2 0,-1 3-177,1-1 1,0 1-510,0 1 1,-1 3 187,-1 2 0,-2 1-647,-3 3 1155,1 1 0,-12 12 0,-3 1 0</inkml:trace>
  <inkml:trace contextRef="#ctx0" brushRef="#br0" timeOffset="484">58 654 7870,'0'-4'-106,"0"0"387,0 2 1,0-1 341,0 1-165,0-2 1,0-2-93,0-1 0,2-1 38,0-1 1,3-2-93,0 0 1,0-3 109,2-1 0,0-3-226,1 1 0,-1-2 0,2-3 1,0 2-18,0-1 1,2-1-28,-3 0 1,1 1-61,-3 2 0,0 0-351,-2 2 0,1-1-173,-3 3 0,2 3 57,-1 4 0,-1 1-1029,-2 0 289,0 1 273,0 2 0,-1 1-258,-1 3 179,1 0 921,-2 0 0,3 9 0,0 2 0</inkml:trace>
  <inkml:trace contextRef="#ctx0" brushRef="#br0" timeOffset="842">167 282 7870,'-4'-3'15,"0"1"0,1-1 159,-1 1-275,3-1 316,-2 3-148,9 0 0,1 0-5,5 0 0,4 0-12,1 0 1,5 0-1,1-2 0,4 0 310,2-2 1,3 2-95,6-3 1,0 2-136,5-1 1,-3-2-96,0 2 0,-7 0-153,-5 0 1,-6 2-182,-7 0-118,-3 2 0,-9 0 16,-3 0 0,-3 0-255,-3 2 1,-1-1 654,-2 1 0,-1-1 0,-3-1 0</inkml:trace>
  <inkml:trace contextRef="#ctx0" brushRef="#br0" timeOffset="1440">962 116 8224,'4'-7'0,"-2"1"370,-1-1 0,1 1-93,0-1 1,0 3-24,-2 0 1,2 0-15,1-3 1,-1 3 151,-2 0 1,0-1-418,-3-1 0,-1 2 111,-2 2 0,-1 2-150,-2 0 0,0 0-203,-2 2 1,-3 3 36,1 3 0,-2 2 111,0 3 0,2 3 66,-2 1 0,1 1-32,1 2 1,1 2-5,1 1 1,2 2-170,3 1 1,2-3 67,2 1 0,2-5 35,2 2 1,5-7 63,3 1 1,2-6-105,1 0 1,1-4-72,1-1 1,-2-3-208,2 2 1,1-3 37,-1-3 435,0 0 0,18-26 0,4-6 0</inkml:trace>
  <inkml:trace contextRef="#ctx0" brushRef="#br0" timeOffset="1866">1071 205 7915,'-2'-9'260,"1"2"145,-2-5 1,3 5-79,0-2 0,0 4 518,0 1-491,0 2-25,0 0-318,0 7 1,2 2-27,0 3 1,0 3-132,-2-3 0,0 2-251,0 1 0,0 0 259,0 0 1,0 0-14,0-1 1,0 1 21,0-3 0,0 2-33,0-4 1,3 1-1239,2-3 757,0 1 0,4-4 494,-1-1 0,1-1 137,-3-1 0,3-3 12,-1-1 0,1-4 9,-3-1 1,1-1-78,-1 1 1,1-2 110,-1 0 1,0 1 80,-2-1 0,2 2-24,-2-2 0,0-1 200,0 1 1,-3 1 140,1-1 0,0 4-129,0-2 0,-1 2 366,1 0-426,-1 4 1,-1-1 249,0 2-256,0 1-257,0 4 0,-1 2 69,-1 3 1,1 1-154,-1 0 1,1 2-191,1-3 0,0 4 96,0-2 1,0 0-69,0 1 1,0-1-127,0 1 0,1 1-249,1-2 1,-1 0 631,4-2 0,13-1 0,6 0 0</inkml:trace>
  <inkml:trace contextRef="#ctx0" brushRef="#br0" timeOffset="2252">1315 192 7915,'-2'-6'0,"0"0"0,0 1 455,2 1 813,-3 3-683,2-2-480,-2 3-47,3 3 0,3 0-87,-1 4 0,0-1-193,1 0 1,-2 2 146,3 0 1,-2 0-76,0 3 1,-1-1-111,1 0 0,-1 2-184,1-1 0,-1 1 136,-1 1 0,0-2-129,0-1 1,0-2 222,0 1 385,0 1 621,0-3-387,0-1 378,0-3-508,0-11 1,0 2 157,0-7 1,0 2 28,0-2 0,1 0 168,1 0 1,-1-2-211,4 0 0,-1 0-490,2 3 1,1-1-361,2 0 1,1 0-52,3 0 1,0 1-721,-1 1 0,1 3 540,-3 4 661,2-2 0,7 22 0,4 3 0</inkml:trace>
  <inkml:trace contextRef="#ctx0" brushRef="#br0" timeOffset="2727">1495 231 7915,'0'-4'-459,"1"-1"750,1 3 133,-2 0 0,4 2 124,-2 0-309,-1 0 0,4 1-153,-3 1 0,2 4-146,-2 2 0,3 2-71,-3-2 1,2 2 171,-2 3 0,0-1-449,-2-1 0,0 1 165,0-2 1,0 0 22,0-2 0,-2-1 158,0 0 0,-1-1 340,1-2-151,1-1 0,-2-3 204,1 0 0,1-2-86,-1-2 0,1-1 242,1-6 0,2 3 163,0-3 0,3-2-215,0-2 1,0 0-171,2 0 0,0 1-262,1-1 1,0-1-343,3 1 0,-1 1-222,1 4 1,1 0-662,-2 4 1,2 2-371,-2 2 1592,0 1 0,2 16 0,1 2 0</inkml:trace>
  <inkml:trace contextRef="#ctx0" brushRef="#br0" timeOffset="3111">1700 263 7915,'4'0'54,"1"0"1,-3 0 421,2 0-275,0 0 0,3 0-1,-1 0 1,3-1-20,-1-1 0,1 1-62,-3-1 1,1-1-1,2 1 1,-2-2-195,2 2 0,-2-2-61,-1 2 1,0-3-107,1 0 35,-1 0 0,0-2 151,-2 1 1,-1-1-82,-3 1 0,0-1 85,0 1 0,-1 0-24,-1-1 0,0 3 96,-4 0 0,1 2 9,-4 0 1,-1 1 47,0 1 1,0 0 196,-1 0 1,1 3-130,-1 2 0,2 0 101,3 2 0,-2 1-110,0 1 0,3 2-104,-2 0 1,5 0 8,0 0 0,1 2-70,1 0 1,1-1-234,1 1 1,2-1 48,2-1 0,4-2-121,0 0 0,2-2-103,1-1 1,0-2-230,0-2 1,0-1 665,-1-1 0,1-6 0,6-10 0,1-7 0</inkml:trace>
  <inkml:trace contextRef="#ctx0" brushRef="#br0" timeOffset="3536">1944 167 8035,'-3'-7'120,"2"3"102,-1 0 0,-1 2 967,1-3-423,0 4-357,2-2 0,0 8-249,0 2 1,0 3-164,0-2 1,0 3 51,0-3 1,0 4-115,0-2 0,-1 3 85,-1-1 1,1-1-138,-1 0 0,1-1-321,-1 3 1,1-1 93,-1-1 0,1 0-466,1-2 213,-3 0 245,3-3 85,-3-2 135,3-2 0,0-2-58,0-2 1,0-2 18,3-2 0,-2-3 204,3 0 0,-2-1-26,3 1 0,-3-1 220,2 1 1,0-2-18,3 0 1,-2 1 95,0-1 1,0 3-70,0-3 1,1 1 66,3-1 0,-2 0-157,1 2 0,0 1-58,-2 1 1,0 3-80,-2 0 1,2 2 43,-2 0 1,1 2-128,-1 2 0,1 2 35,-3 2 0,3 3-101,-3 0 0,0 2-53,-2 0 0,0 1-165,0 1 1,0-1 30,0-2 1,0 2-91,0-1 1,0-1 96,0 1 0,-1-3-208,-1 0 527,1-1 0,-7-6 0,1-2 0</inkml:trace>
  <inkml:trace contextRef="#ctx0" brushRef="#br0" timeOffset="3826">2143 26 7915,'-3'-7'651,"1"1"1003,0 2-1206,2 1 1,0 5-231,0 2 0,0 1 77,0 6 0,0 0 143,0 1 0,0 3-445,0 0 1,0 3-96,0-1 0,0 2-18,0 0 1,0 2-294,0 1 0,0 0-624,0-1 0,-3-2 423,-1 1 1,1-2-271,-2-3 0,3-3 179,-2-3 705,2-2 0,2-18 0,4-4 0</inkml:trace>
  <inkml:trace contextRef="#ctx0" brushRef="#br0" timeOffset="4017">2059 173 8081,'0'-6'669,"1"0"-381,1 2 1,2 1-552,2 3 0,1 0-227,2 0 1,-1 0-281,2 0 0,1 0 770,2 0 0,0 0 0,22 6 0,7 1 0</inkml:trace>
  <inkml:trace contextRef="#ctx0" brushRef="#br0" timeOffset="4524">2316 77 7925,'0'-4'206,"0"-1"241,0 0 0,0 2 414,0-1-529,0 2 1,0-1 489,0 1-199,0 1 98,0-2-553,3 6 1,-3 1-146,3 5 0,-3-2 27,0 4 0,2 2-169,0 2 1,1 3-173,-3-1 0,0 1-369,0 2 1,0-1 283,0 0 0,-1 0-166,-1-2 0,1-2-23,-1-2 0,-1 0-288,1 0 1,-3-3 852,1-2 0,-5-12 0,-1-4 0</inkml:trace>
  <inkml:trace contextRef="#ctx0" brushRef="#br0" timeOffset="5012">2380 186 7925,'0'-6'1150,"0"-1"-869,3 4-111,-2 0 0,2 3 31,-1 0 0,-1 3-64,1 1 1,-1 2-143,-1 0 0,2 1-48,0 2 0,0-1-251,-2 2 1,2 1 48,0 2 1,1-3-278,-1-2 1,-1 2-14,1-2 1,1 1 221,-1-3 1,1 1 96,-1-1 1,2-2 225,2-2 0,1-2 0,-1 0 0,0 0 0,1 0 0,-1-2 0,1-3 0,1-3 0,1 0 0,-1-1 0,-1 0 0,-1 2 215,-2-2 0,1 0 26,-3 1 1,2-1-27,-2 3 1,0-1 2,-2 1 0,0-1 160,0 1 1,0 2 231,0-1-95,0 4-363,0-2 1,3 8-58,-1 1 1,2 3-220,-2 0 0,2 0 16,-1 2 0,1 1-45,-2 1 0,0 1-128,-2 3 0,2-2 103,0 2 1,1-2-17,-3 2 1,0-1 317,0 1 0,-3-1 243,-2-3 1,-1-3 321,-3-1 0,2 0-386,-4-1 0,0-1-190,-2-3 1,1-3-94,-1 2 1,0-3-233,0 0 0,1-3-296,1-1 0,3-2 508,3-3 0,23-15 0,6-7 0</inkml:trace>
  <inkml:trace contextRef="#ctx0" brushRef="#br0" timeOffset="5768">2867 64 7927,'0'-5'296,"-2"0"1,1 2 218,-1 1 26,1 1 136,1-2 0,0 9-376,0 2 0,0 2 36,0 3 1,2-2-286,0 4 0,3 2 27,-3 0 0,3 1-128,-1 2 0,0 1-87,0 0 1,-1 1-344,2-3 1,-2 0 77,-1-2 1,-1-2-387,1-2 0,-3-2 207,-1 0 0,-3-6-751,0-1 1331,0-3 0,-7-26 0,-2-7 0</inkml:trace>
  <inkml:trace contextRef="#ctx0" brushRef="#br0" timeOffset="6494">2765 160 7927,'0'-4'92,"0"0"1,2 2 573,0-3-267,3 1 0,-1-2-151,2-1 1,1 1-149,2 0 1,1-1 76,3 1 1,1-1-112,3 1 0,0 0 22,4 2 0,-1-1-195,-3 3 1,1 0 100,-4 2 1,1 2-195,-5 3 1,-2 1 266,-4 3 0,-3-1 50,1 2 0,-1 1 147,-1 2 1,-2 0-243,0-1 0,-2 1 1,1 0 0,-1 0 9,2 0 1,-2 0 31,2-1 1,-1 1-90,3 0 1,0 0-231,0 0 1,0-3-308,0 1 1,0-1-129,0 1 49,0-2 182,3-3 520,1-2 0,2-1-147,1-3 0,-1-3 58,1-1 1,-1-4-10,0-1 1,3-1 159,-1 1 1,2-2-44,-2 0 1,0 1-46,3-1 1,-3 3-207,0 0 1,1 1 12,0 0 0,0 1-91,-3 0 0,0 2 125,1 2 1,-3 1 14,0 1 0,-2 1 43,0 1 0,-1 2 144,-1 2 1,0 1 39,0 2 0,0-2-50,0 1 0,2 2 33,0-2 0,1 1-46,-1-3 1,1 3 11,1-1 1,2 1-14,-2-3 1,4-2-7,0 1 0,2-1 7,-2 2 0,1-2 1,2-2 1,1-1-62,-1-1 1,1 0 32,1 0 1,0-1 54,0-1 0,0-2-97,2-2 1,-4 0-125,2-1 1,-2 0 94,0-1 1,0 0-18,-2-3 0,-2 3 84,-2 0 0,-2 0 72,-3 2 0,0 0 98,0-1 1,-3 2-69,-2 0 0,-2 2 13,-2 3 0,-2 0 27,0 0 0,1 3 96,-1 2 0,3 0-95,-3 2 1,3 0 72,0 1 1,1 0-135,3 3 1,-1-3-2,3 0 0,-1 1-113,1 0 0,2 2 13,0-3 0,3 3-103,3-2 1,6-1-75,0-2 0,5 0-374,1-2 0,3-1-33,3-3 1,-2 0-1134,2-3 1712,-1 0 0,17-18 0,4-3 0</inkml:trace>
  <inkml:trace contextRef="#ctx0" brushRef="#br0" timeOffset="7444">3746 180 8894,'0'6'502,"0"0"1,0 3-352,0 0 1,0 4-122,0 0 1,0 2-154,0 0 0,-1-1 27,-1 3 1,2-2 33,-3-1 1,3 0-11,0-1 1,-2-3-146,-1-2 1,1-3-113,2 0 146,0-4 19,0 2 1,0-9 62,0-2 0,0-1 78,0 1 0,0-2 2,0-1 0,0 0 28,0-2 0,2 4 110,1-4 0,1 2-100,-2-2 0,3 0 103,-1 0 1,2 3-106,0-1 1,2 2 20,0-1 0,0 3-45,3 0 1,-4 2 72,2 2 1,-2 1 93,0 2 0,-1 1-98,0 1 0,0 2 2,-2 2 0,1 3-30,-3-1 0,3 4 16,-3-2 0,0 2-124,-2-2 1,0 2 87,0-1 0,0 1-102,0-2 0,0 2 60,0-4 1,0 1-16,0-3 1,0 1 0,0-1-6,0-2 13,-3-2 32,0-2 0,-2 0 104,1 0-95,3-2 0,-2-2 3,3-2 1,0-1 61,0 1 0,0-3 5,0 1 0,2-4 7,0 2 0,3 0 116,-1-1 1,2 0 25,0-2 0,1 1 189,-1-1 1,1 2-194,-1 0 1,1 3-94,2-3 1,-2 4-27,1 1 0,0 2-3,-2 4 1,3 0-149,-1 0 0,1 3 33,-3 1 1,0 5-217,1 1 0,-1 2 140,-2 1 1,2 0-73,-2 0 1,-1 2-433,-1 0 0,1 0-82,-1-2 1,0 0-273,-2-1 0,0 0 273,0-1 679,0-2 0,0-8 0,0-2 0</inkml:trace>
  <inkml:trace contextRef="#ctx0" brushRef="#br0" timeOffset="7745">4195 192 7922,'0'-4'261,"0"0"572,0 3-696,-3-2 1,0 3-25,-4 0 0,0 0 81,-1 3 1,0 1-4,-3 4 0,0 0-12,-1 3 0,-1 0-56,3 1 0,-2 3-127,4 0 1,-1 0-207,3-2 1,0 0-525,2 0 0,2-3 595,4-2 1,4-3 181,5-3 1,3-2 28,1 0 1,3-3 271,-1-4 0,-1-2-84,-1-4 0,-2 2-191,0-2 0,-3 2-72,-1-4 1,-3 3-369,-2 2 1,1-1-1558,-3-2 1928,1 0 0,-20 3 0,-5 1 0</inkml:trace>
  <inkml:trace contextRef="#ctx0" brushRef="#br0" timeOffset="8206">4381 173 7375,'0'-4'-147,"0"0"0,0 2 2759,0-3-1795,0 4-696,0-2-207,-3 3 1,0 0-3,-4 0 0,-1 0-57,-1 0 0,0 3 164,0 1 0,2 1-96,-1-1 1,1 2 12,0-2 1,1 2-301,-1 0 1,4-1-36,1-1 299,1 0 1,1 3-82,0-1 1,4 0-5,2-2 0,2 2 27,5-2 1,-1 0 80,5 0 0,0-1 12,2 2 1,-2 0 18,-2 0 0,-2-2 124,0 2 0,-2-3-26,-2 2 0,-1-2 227,-6 2 1,-1-1 39,-3 1 0,-2-1-206,-5 2 0,-4 0-163,-4-3 1,-2 2 26,-2-2 0,3 2-203,-1-1 1,1-1 172,-1 1 53,2-3 0,-4 0 0,1-3 0</inkml:trace>
  <inkml:trace contextRef="#ctx0" brushRef="#br0" timeOffset="8495">4522 77 7930,'2'-6'0,"1"-1"0,-1 2 2204,1 0-1429,-3 2 1,4 3-192,-2 0 1,-1 1-84,1 1 0,-1 3-9,-1 3 1,2 2-290,0 3 0,2 0-181,-2 2 0,2 2-103,-1 2 0,-1 0-438,1 0 0,-3 0-130,2-2 0,1 2 366,-1-2 0,1-2-800,-3 0 1,0-3 153,0-2 0,2-4-850,0 1 1779,3-5 0,10-19 0,5-8 0</inkml:trace>
  <inkml:trace contextRef="#ctx0" brushRef="#br0" timeOffset="8669">4452 180 7930,'-7'-7'0,"1"1"1300,-1-1 1,4 3-593,1 0 0,4 2-455,2 0 1,5 2-297,4 0 0,4 0-314,4 0 0,2 0-409,3 0 1,-1 0 765,1 0 0,22 2 0,6 2 0</inkml:trace>
  <inkml:trace contextRef="#ctx0" brushRef="#br0" timeOffset="9595">4869 141 7908,'0'-3'25,"0"0"329,0 3 0,0 7-267,0 1 1,0 5 7,0-2 1,0 1-140,2 1 1,-1 0-41,1 0 0,2-1-141,0 1 0,0 0 89,0 0 0,0-2-147,3-1 0,0-3 122,1 0 1,0-2 43,0-2 1,0-1 38,0-2 1,0-3-13,0-1 0,0-2 170,1 0 1,-2-4 35,1 0 0,-1-2 47,-3 1 1,2-1-59,-2 2 1,-1-2-30,2-1 1,-4 2 42,1 0 1,1 1 102,-1 0 1,0 0-61,-2 1 1,0 4 365,0-1 48,-2 1-222,1 1-394,-5 1 0,5 4 97,-1 1 0,2 2 14,0 2 0,0 3-19,0-1 1,0 4-160,0-2 0,0 3 42,0 2 1,2-1-81,3 1 0,-2-2-492,2 0 1,-1 0 57,2 0 0,-2-3 579,1 1 0,19-9 0,7 0 0</inkml:trace>
  <inkml:trace contextRef="#ctx0" brushRef="#br0" timeOffset="9906">5247 141 7908,'-6'-3'0,"-1"2"171,1-3 0,-1 2 317,1 0 1,0 1-207,-1 1 1,1 0-39,-1 0 1,1 0-49,0 0 0,0 3-14,2 1 0,-2 0-50,2 0 0,1 1-149,1 4 1,1-2-179,1 2 0,1 0 99,4-1 0,0 4 13,5-2 0,1 2 46,2-1 1,2 1-171,0-2 0,0 0 93,-3 1 1,1-3 72,-3 0 0,-1 0-50,-5-2 1,0 0 4,-2 1 1,-2-1-261,0 1 0,-6-3-8,-5 0 0,-1 0-12,-3 0 1,1-1 81,-1-3 284,2 0 0,-3-9 0,0-1 0</inkml:trace>
  <inkml:trace contextRef="#ctx0" brushRef="#br0" timeOffset="10315">5350 237 7908,'6'0'242,"1"0"174,-1 0 1,0 0-214,1 0 0,-1 0-28,1 0 1,-3 0-97,0 0 1,0 0 32,3 0 0,-1 0-157,1 0 159,-1-2 1,0 1-70,1-1 1,-1-2 1,1 1-213,-1-1 1,-2-1 113,1 3 0,-2-3-67,2 1 1,-3-2-19,-2-1 1,0 3 33,0 0 1,0 0 53,0-3 0,0 2 67,-2 0 0,-3 0 98,-3 3 0,0 0-76,-3 2 1,3 0 122,-3 0 1,2 3-14,-1 1 1,2 2 202,-1 0 0,2 1-99,1 2 0,0-1-225,2 2 0,-1 1-230,3 2 0,0-2 9,2-1 0,2 1-296,3 2 0,3 1 180,3-1 0,-1 0-184,1-4 1,-1 0-19,3-3 0,0 0 510,0-2 0,14-13 0,3-5 0</inkml:trace>
  <inkml:trace contextRef="#ctx0" brushRef="#br0" timeOffset="10861">5715 32 7994,'-6'-6'87,"2"-1"313,-1 1 1,3 0 1558,-2 2-1110,2 1-578,0 3 1,2 3 31,0 1 0,0 5 94,0 1 1,2 3 59,3 2 1,0 2-227,2 2 1,0 0-300,2 0 1,-2 1-62,1-1 1,-1 0-386,0 0 0,-3-2 236,0 1 1,-2-6-270,3 0 1,-4-3-24,1 0-164,-1-5-254,-1-1 619,0-3 1,0-5 160,0-2 1,-2 2 52,0 0 1,-1 1 64,1-2 0,0-1 134,-2 1 0,0-1-32,-3 1 0,0 2 149,-1-1 0,0 1-46,-3-2 1,-2 0 30,-2 2 1,0 1 87,0 3 1,1 0-98,-1 0 1,0 1 130,2 1 1,-1 2-133,3 5 1,2 0 126,1 2 0,1 1-161,3-2 1,2 2 0,4 1 1,2-2 123,5 0 1,1-3-99,3 0 0,0-2 5,2-1 1,1-2-209,4-3 1,-3 0-317,0 0 0,-3-3-211,1 1 1,-3-3-1421,-2 1 2021,4-2 0,14-14 0,5-5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03.004"/>
    </inkml:context>
    <inkml:brush xml:id="br0">
      <inkml:brushProperty name="width" value="0.08571" units="cm"/>
      <inkml:brushProperty name="height" value="0.08571" units="cm"/>
      <inkml:brushProperty name="color" value="#004F8B"/>
    </inkml:brush>
  </inkml:definitions>
  <inkml:trace contextRef="#ctx0" brushRef="#br0">39 93 8031,'4'-10'434,"-1"0"0,-2 1 1,0 1 275,1 3 0,2 5-504,1 5 1,-2 5-1,-3 3 0,0 2-66,0 3 0,0-2-121,0 5 1,0-4-76,0 3 1,-3 0-367,1 3 0,-4-3-560,1 0 1,-1-1 312,1 2 0,-2-3-7,2-3 0,0-3 676,-1-2 0,0-3 0,1-2 0,5-25 0,1-9 0</inkml:trace>
  <inkml:trace contextRef="#ctx0" brushRef="#br0" timeOffset="291">24 101 8031,'0'-15'0,"0"0"0,0 3 327,0 2 665,0 1-870,4 5 0,0 1-100,3 3 1,-2 3-43,0 2 0,0 5 75,3 3 1,2 2-175,0 3 1,1 1 118,-1 3 1,-1 1-71,4 0 1,-1-1-180,3 1 1,3-4-136,0-1 1,2-3 102,-3-2 0,4-3 147,-1-5 1,-1-2 273,-2-3 1,-1-4-95,-4-4 1,1-3 267,-2-4 1,-1-2-102,-3-1 0,1-3 64,-1 1 1,-3-1-176,-1 1 0,-3-2-30,-3 2 0,-1-2-579,-3 0 0,-1 3 10,1 4 0,-1 1-212,1 4 0,1 2 709,1 3 0,7 14 0,-1 0 0</inkml:trace>
  <inkml:trace contextRef="#ctx0" brushRef="#br0" timeOffset="997">454 199 8031,'8'7'-1603,"-1"1"2281,1-1 1,-1-2-88,1-3 0,-1-1-92,1-1 1,-3 0-209,0 0 1,0 0-48,3 0 0,-1-3 6,1 1 0,-1-4 222,1 1-341,-1-2 0,1-1-171,-1-2 1,0 2-31,-2-3 0,-1 3-297,-1 1 0,-2-2-24,1-1 1,-1 2-286,-1-2 228,-3 1 0,-2 3 152,-2 1 0,-1 1-68,1 4 259,-1 0 1,1 4 186,-1 1 0,1 2 104,-1 3 0,4-1-106,1 4 0,0-1 1,1 0 0,-1 3-127,3-3 1,0 2 12,0-2 1,0 2-18,0-1 0,4 0-18,4 0 1,-1-2 103,3-4 0,1 1-9,-1-1 0,4-2 86,-2-3 0,2-1-132,-2-1 1,2-3-33,-1-2 1,0-3 54,0-2 0,-1 2 13,-2-2 0,-2-1 72,2 1 0,-1-1-2,-2 1 0,-3 1 10,-1-1 1,0-1 122,0 1 1,-1 0-45,-2 3 1,0-1 504,0 1-455,0-1 0,0 3-261,0 0-201,0 3 0,0 0 234,0 4 1,0 2 41,0 4 1,0 2-58,0 0 1,0 3-190,0-3 1,1 2 63,2-2 0,-2 3-124,4-3 1,-2 1 213,2-1 0,-3-2-22,3 2 0,-2-2 190,2-3 1,0 1-31,2-4-101,1 1 1,0-3-83,2 0 1,-1 0-136,1 0 1,-2-4 52,0-4 0,-1 1 96,1-3 1,-3-1-17,0 1 1,-3-4 175,4 2 0,-5 0 249,2-1 1,0 3-80,0-2 0,-1 2 137,-2 0 0,0 2-124,0 0 1,-1 3 109,-1 0-854,1 4 219,-2-3 140,3 11 0,0-1 33,0 7 1,0-3-232,0 2 0,2 0 40,1 0 0,2 3-144,0-3 0,2 0 72,1 1 1,-3-2 19,0 2 1,0-2 334,2-4 0,1 1 0,16-11 0,5-2 0</inkml:trace>
  <inkml:trace contextRef="#ctx0" brushRef="#br0" timeOffset="1614">1050 161 8031,'-3'-11'167,"2"3"580,-2-2-554,2 5-107,5-2 1,-3 7 9,4 0 0,0 3 5,3 5 0,-3 2 5,0 0 0,0 3-74,3 0 1,-3 1-78,0 1 0,-3 0 61,3 1 0,-2-4-93,2 1 0,-3-2-152,3 2 1,-2 0 40,2-3 1,-3 0 88,0-2 27,-1 0 24,-1-4 13,0-1 102,0-10 1,0 2-47,0-8 1,0 3 151,0-3 1,0 2 0,0-2 1,0-1-121,0 1 1,0 0-39,0 0 1,1 2-143,1 0 1,2 3-261,4-2 1,0 2 72,2 0 0,0 3-137,2 0 1,1 3 90,2 0 1,-1 1 358,-1 1 0,1 0 0,-2 0 0,2 1 0,-2 1 0,-1 0 0,-3 3 0,-1-1 0,1 1 0,0 1 0,-1-3 0,-3 0 32,-1 0 0,-2-3 560,2 3-268,-2 1 0,1-2 8,-4 3 1,0-3-199,-3 3 1,1-2-43,-1 2 0,-2-1-141,2 1 1,-2 2 154,0-2 1,2 2-146,0 3 0,2-1 25,-2 1 0,4-2-211,-2 0 0,2 2 179,1 0 1,4-1 42,1-4 0,4 2-20,1-2 0,4-2 52,1 0 0,1-2 4,4-1 1,-2 0 104,2 0 0,-1-4 226,1-1 1,-2-4-169,-5-1 0,0-1 80,-3 1 1,-1 1-217,-4-4 0,-1 3-133,-4-2 0,-4 2-866,-1 0 0,-6 2 196,-4 0 743,-3 1 0,-52-4 0,-11-1 0</inkml:trace>
  <inkml:trace contextRef="#ctx0" brushRef="#br0" timeOffset="2481">1570 161 8083,'0'-7'675,"0"-1"-574,4 4 1,-3 0 156,4 4 1,-2 0 0,2 0 0,-3 4 24,3 1 0,-2 2-84,2 3 0,-2 0-1,2 2 1,-3 0-78,3 1 0,-2 0-158,2-3 0,-3 3-47,3 0 0,-3-2-133,0-1 0,-1-2-55,-1 0-203,4-1 60,-4 1 20,4-4 286,-4-1 0,0-3 22,0-3 0,0 1-12,0-3 1,-3 0 75,1-2 0,-1-3 7,3 0 1,0 0-21,0 2 0,-2-2 12,-1 0 0,1 0 68,2 2 0,0-2-15,0 0 1,2-2 136,1 2 1,3-1-69,-1 1 0,4 1 141,1-1 0,3 2-99,0 0 1,1 4 196,1 2 1,0 2-22,0 2 0,0 3 64,0 5 0,0 0-124,-3 5 0,2-1 40,-4 3 1,0 2-107,-3-2 1,0 4-292,-2-4 0,1 1-426,-4-3 0,1-1 207,-3-1 1,0-2-810,0-4 1129,0 1 0,-3-21 0,-2-5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3:59.044"/>
    </inkml:context>
    <inkml:brush xml:id="br0">
      <inkml:brushProperty name="width" value="0.08571" units="cm"/>
      <inkml:brushProperty name="height" value="0.08571" units="cm"/>
      <inkml:brushProperty name="color" value="#004F8B"/>
    </inkml:brush>
  </inkml:definitions>
  <inkml:trace contextRef="#ctx0" brushRef="#br0">286 113 8161,'-13'0'-189,"2"0"0,0 0 1,1 0-1,-1 1 937,-2 2 1,1 1-613,-3 4 1,1 0 56,-3 2 1,1 2-91,1 3 1,-4 2 45,-1 3 0,2-2-155,0 7 0,3-2-185,2 5 1,2-3 39,4 2 0,3-6-26,1-1 0,8-1 114,3-4 1,7 1 15,0-6 0,6-3-39,1-2 1,2-3-23,4 1 1,-1-6-18,3-2 0,1-4 83,-1-1 0,-1-4-4,-1-2 0,0-2 7,-3-5 0,-3 3 256,-4 0 0,-3 0-49,-3-3 0,-2 2-126,-5 1 1,-5-1 29,-5 3 1,-8 3 24,-5 2 1,-5 2-114,-2-2 1,-4 3-171,2 5 1,1 2-96,1 3 1,4 0-888,4 0 1168,4 0 0,39 26 0,13 8 0</inkml:trace>
  <inkml:trace contextRef="#ctx0" brushRef="#br0" timeOffset="788">527 249 8082,'0'-7'325,"0"-1"-36,0 1 1,0 2 290,0 0-142,0 3 63,0-1 0,0 3-472,0 6 1,0 0-266,0 7 0,1-3 144,2 2 0,-3-2-110,3 3 0,-1-1-34,0 0 1,0 2-89,3-1 0,-3-1 52,3 0 1,0-2 28,0 0 1,1-2-6,-1 0 1,2-2 191,1-1 1,-1-1-7,1-4 0,-1 0 0,1 0 1,-1-4 32,1-1 0,-1-2 6,1-3 1,-1 0 175,1-2 1,0 2-54,-1-3 0,-2 3 202,0-2 1,-2 2-57,2 0 0,-4-1 216,2 1-181,-2 0 1,-1 3-147,0-1 14,0 4-181,0 1-400,0 3 0,0 6 230,0 4 0,2 0-27,1 1 1,0-1 116,0 1 1,0-1-118,2 0 1,2-1 178,-2 1 0,1-3 11,2-2 0,-3 1-3,0-3 1,3 2 146,2-3 1,0 0-146,-3-4 1,1 0-45,-1-3 0,2-1 10,1-4 1,-2-1 27,2-2 0,-4-1-7,-1 2 1,0-5 54,3-1 0,-3 0-8,0 0 1,-4 1 82,2-3 0,-2 1 234,-1-1 1,0 2 173,0 2 0,0 0-89,0 1 1,0-2 96,0 4 1,-1 3-138,-2 3 0,3 2 252,-3 2-439,2 2-348,1 5 0,0 3 274,0 6 1,0 4-122,0-2 1,3 5-11,-1 0 0,4 2-121,-1 0 0,1 1-68,-1 0 0,2-1 171,-2 1 0,1-1 51,2-2 0,-3 1-180,0-4 1,-2 1-343,2-3 1,-3-3-358,3-2 233,-3-2 0,2-4 649,-2-1 0,-1-29 0,3-8 0</inkml:trace>
  <inkml:trace contextRef="#ctx0" brushRef="#br0" timeOffset="1080">852 279 8092,'0'-7'268,"-1"-1"163,-2 1 0,2-1-288,-1 1 1,4 2-124,0 0 1,5 2 115,0-2 0,4 3 99,4-3 1,0 3-164,0-1 1,1 3 9,2 0 1,-2 0-135,1 0 1,2 0 22,-1 3 1,0-1-194,0 6 1,-5-1 1,2 5 0,-5 1-125,0 2 0,-2 3 143,-3 2 0,1 0 2,-4 0 0,1 0 110,-3 3 0,0-3 6,3 0 0,-2-1 142,1 1 1,-1-2-95,-1-6 1,3 2 30,-1-4 0,3 0-145,-2-3 0,-1-2-573,-2 0 508,4-3 1,-4 1 214,3-6 0,1-25 0,0-8 0</inkml:trace>
  <inkml:trace contextRef="#ctx0" brushRef="#br0" timeOffset="1322">1078 279 8092,'-1'-10'104,"-1"0"1,0 1 116,0 1 0,1 3 256,1 0 0,1 0-468,2 0 1,1 2 44,3 3 1,4 0-179,2 0 0,4 0 75,0 0 1,4 3 58,-1 2 1,0 3-27,0 2 0,-4-1-154,-1 4 1,-4-1 118,-3 0 0,-4 2-39,-1-1 1,-3 1-51,0 1 0,-5-3-169,-3-2 1,-7 1 178,0-1 0,-4-1 130,1-4 0,-20-11 0,-2-7 0</inkml:trace>
  <inkml:trace contextRef="#ctx0" brushRef="#br0" timeOffset="2098">1372 294 8052,'0'-4'384,"0"-2"884,0 1-1188,0 1 97,0 1 0,0 4-155,0 1 0,0 2 140,0 4 1,0 0-164,0 2 1,0-1-198,0 1 0,0-1 131,0 1 1,2-2-350,1 3 1,0-3 158,0-1 0,-1 0 21,3-2 1,-4 2 97,2-2 1,1-2 5,1 0 0,-1 0 25,1 0 0,0-1 16,3-2 1,-1-1 206,1-1 1,-1-2-123,1-4 0,-1 1 316,-2-1 1,1 0-28,-1 1 0,-1-3 114,-2 0 0,2 0-164,-2 2 1,1 1 128,0-1-125,-2 1-58,2-1-212,-3 0 228,0 4-414,0 1 1,0 4 68,0 1 0,1 2-3,2 4 0,-2 0 38,4-1 0,-2 1-58,2-1 0,-3 2 51,3 1 0,0-2-104,3 2 0,-1-2 72,1-3 1,-1 1 61,1-1 1,0-1 7,-1-2 1,1 2 15,-1-2 1,1 0 87,-1-5 1,1 2-121,-1-4 1,1 0 10,-1-3 0,0-2 59,-2 0 0,2-4 112,-2 2 0,-1-2 23,1-1 1,-3-1 11,0-2 1,0 2 122,1-1 0,-3-3-48,3 0 0,-2 1 174,-1-1 0,-1 2-46,-2-2 0,3 4 208,-3 1 1,1 2-127,0 3 1,1 5 192,-2-3-72,3 5-31,0 0-807,0 13 0,0-3 149,0 8 0,0-1-46,0 4 0,0 0 78,0 2 0,0 5-51,3-3 1,-1 3 55,3 1 0,-3-3-192,3 2 1,0-2 157,3-3 0,-1 1 94,1-4 0,-1 1-11,1-3 1,-1-6-48,1-1 1,0-3-102,-1 0 1,2-2-40,1-3 0,-2-3-226,2-2 1,1-3 17,-1-2 475,3-1 0,-1-15 0,3-1 0</inkml:trace>
  <inkml:trace contextRef="#ctx0" brushRef="#br0" timeOffset="2272">1643 242 9388,'-4'-5'579,"2"0"1,1 2-600,1-2 0,3 3-231,2 0 0,5 1-36,3 1 0,5 0-296,2 0 1,2 0 582,3 0 0,36-7 0,11-1 0</inkml:trace>
  <inkml:trace contextRef="#ctx0" brushRef="#br0" timeOffset="3081">2277 317 7958,'4'-3'0,"0"-1"293,-1-1 605,-2-1-400,2 1-414,-3 1 0,-1 1 14,-1 3 0,-1 0-166,-4 0 1,1 3-180,-4 2 1,1 2 59,-2 1 1,3-1 20,-2 1 0,0 2 99,2 0 1,-1 1-148,4-1 0,2-2 59,0 2 0,2 1-107,1-1 0,5-2 216,2-3 0,2-1-13,3 1 0,0-2 127,0-3 1,2-1-51,-4-1 1,2-1-42,-1-3 0,-2 0-59,-4 1 1,1-4 12,-4-2 1,1 1-47,-3 3 0,-1-1-149,-2 1 0,2-1 178,-4 1 1,3 2 85,-1 0 0,3 0 0,-4 4 0,0 2 0</inkml:trace>
  <inkml:trace contextRef="#ctx0" brushRef="#br0" timeOffset="3440">2473 302 7958,'15'-8'-93,"0"1"39,0-1 0,0 1 244,0-1 1,1 1 71,-1-1 1,0 1-48,0-1 1,-1 0-15,-1-2 1,0 1 34,-3-1 0,-2-1-62,-3 1 0,-4-3-306,2 0 0,-2 2 70,-1-2 1,-1 0-3,-2-2 0,-1 0 36,-3 0 1,-4 3-50,-2-1 1,1 3 149,0-3 1,0 7 5,0-2 0,1 6-60,3-1 1,1 2-13,-1 1 0,0 4 7,1 1 1,2 2 35,0 3 0,3 5 187,0 2 0,1 4-85,1-1 1,0 5-95,0 3 0,3 4-115,2 1 1,2-1-232,0-2 1,1 1 200,0-1 0,-1 2-81,1-2 0,-2-2-125,-1-5 1,1-4-43,-3-1 0,-1-6-539,-2-2-60,0-1 110,0-5 824,-3-1 0,-1-36 0,-4-9 0</inkml:trace>
  <inkml:trace contextRef="#ctx0" brushRef="#br0" timeOffset="3582">2488 385 8056,'0'-8'2337,"0"1"-2083,0 3-170,0-3 1,4 6-150,4-1 1,3 1-176,4 1 1,3 0-517,2 0 1,6 0 755,1 0 0,29 0 0,8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06.839"/>
    </inkml:context>
    <inkml:brush xml:id="br0">
      <inkml:brushProperty name="width" value="0.08571" units="cm"/>
      <inkml:brushProperty name="height" value="0.08571" units="cm"/>
      <inkml:brushProperty name="color" value="#004F8B"/>
    </inkml:brush>
  </inkml:definitions>
  <inkml:trace contextRef="#ctx0" brushRef="#br0">34 129 9134,'3'-7'562,"2"0"-595,2 2 1,-2-2 112,0 2 0,0-1-87,3 1 1,-3-2 154,0 2 0,0-1 0,2-2 0,-2 1-8,0-1 1,-2 1 86,2-1 12,-3 1-158,4-1 0,-5 3-84,2 0 0,-2 3 111,2 0-192,-2 1 0,2 2 156,-3 1 1,0 2 30,0 4 0,0 0-79,0-1 0,0 4 2,0 2 1,0-2-5,0 2 1,0-1-14,0 3 0,0 1-92,0-1 1,3-3 62,-1 1 1,1-1-162,-3 0 0,2 1 86,1-2 1,-1 1-166,-2-2 0,0-2-400,0-3 388,4 0 1,-4 0-273,3 0-3,-2-3-428,-1 1 280,0-3 695,-4 0 0,4 0 0,-10-7 0,1-1 0</inkml:trace>
  <inkml:trace contextRef="#ctx0" brushRef="#br0" timeOffset="243">27 280 8023,'-5'0'-1409,"-1"0"3467,1 0-796,1 0-734,-2 0 1,6 0 22,0 0 1,4 0-177,6 0 1,0 0 13,5 0 0,-1 0-203,6 0 1,0 0 28,3 0 0,0 0-259,-1 0 0,-2 0-342,1 0 0,-5 0-1063,2 0 1,-2 2 326,-1 1 1,-3-1 1121,-2-2 0,-12-3 0,-3-1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09.758"/>
    </inkml:context>
    <inkml:brush xml:id="br0">
      <inkml:brushProperty name="width" value="0.08571" units="cm"/>
      <inkml:brushProperty name="height" value="0.08571" units="cm"/>
      <inkml:brushProperty name="color" value="#004F8B"/>
    </inkml:brush>
  </inkml:definitions>
  <inkml:trace contextRef="#ctx0" brushRef="#br0">8 31 8062,'-1'-5'712,"-1"0"1,1 0-178,-2-3-145,3 4 326,0 1-148,0 3-185,0 7 1,0 1-131,0 7 1,0 3-137,0 3 0,3 4-161,2 2 0,2 3-338,0 0 0,1 0 111,-1 0 0,1 0-316,-1-3 0,1-2-732,0-5 0,-3-1-19,0-4 1338,0-7 0,2-14 0,1-11 0</inkml:trace>
  <inkml:trace contextRef="#ctx0" brushRef="#br0" timeOffset="442">348 212 8097,'0'-12'0,"-1"-1"0,-1 3 147,0 1 1,-4 1 264,1 3 1,-2 2-236,-1 3 1,-2 0 21,0 0 1,-3 3 127,0 2 1,2 4-400,-2 1 1,1 3-332,0-3 0,1 3 162,3 0 0,3 1-71,0 1 0,4 0-145,-2 0 1,2 1 109,1-1 0,1-3 89,2 1 1,1-4 96,3 1 0,1-2 161,-1-3 0,3-2 0,0-3 0,3 0 0,-3 0 0,3-1 0,0-1 0,-2-3 0,-1-2 0,-2-1-80,0 1 0,-1-3 108,1 0 0,-1-3 193,-2 3 0,1-3 7,-4 0 0,1 1 207,-3 0 0,2 0-47,1-1 0,-1 0 600,-2 3-621,0-3 1,0 4 355,0-1-743,0 5 1,1 2 87,2 3 1,-3 1-239,3 1 1,0 3 50,0 5 0,0-1-86,0 4 0,-2 0-131,4 2 0,-2 0-299,2 0 1,-3 0 145,3 0 1,0-1 488,3-1 0,20-6 0,4-3 0</inkml:trace>
  <inkml:trace contextRef="#ctx0" brushRef="#br0" timeOffset="900">544 189 8097,'-5'-14'165,"0"2"773,2 2-483,-3 1 1,5 2 17,-2 2-222,3 5 0,0 5-521,0 2 1,0 3 81,0 0 1,1 1-51,1-1 1,0 2 80,3 3 0,-1-2-150,1-1 1,2-2 111,-2 3 1,-1-3 19,1 2 0,0-2 61,3 0 1,-3-4-7,0-1 1,0-1 130,2 1 0,-2-2-88,0-3 58,1 0 0,1-3 9,1-2 1,-4-2 80,-2 0 1,2-4-27,-2 1 1,1-2 11,-3 2 1,2-3 20,1 3 1,-1 0 119,-2 3 1,3-1 20,-1 0 0,1 1-61,-3-1 0,2 3 51,1 0 1,0 4-98,0-2-65,-2-1 0,5 3 14,-1-1 0,2 4-141,0 3 1,1 3 79,0 2 0,0 1-8,2 5 0,-1-1-206,4 0 0,-3 3 2,2 2 0,-3 0 30,-2 0 0,0 1 191,-4 2 1,-1 1 140,-2-7 0,-4 2-71,-4-4 0,-3 1 144,-4-6 0,-3 0-215,-2-5 0,-2-2-131,-1-3 1,-2 0-684,0 0 1,1-1 805,4-1 0,5-19 0,4-8 0</inkml:trace>
  <inkml:trace contextRef="#ctx0" brushRef="#br0" timeOffset="1317">845 265 8117,'9'0'-2,"1"0"0,-4 0 178,5 0 1,-5 0 29,4 0 1,-1 2-95,2 1 1,-3-1-127,2-2 1,-2 0 20,0 0 1,-1 0 110,1 0 1,0-2 43,-1-1 0,-2-3-63,0 1 1,-3-1-220,0-2 1,-1 1 24,-1-1 1,0 1 119,0-1 0,-3 0-9,-2 1 0,-3 2-77,-2 0 1,1 2 156,-4-2 1,3 4-7,-2-2 0,0 2-56,-1 1 1,3 1-3,2 2 0,0 1 88,1 3 1,-1 3 162,1 1 0,3 2-68,1-1 0,2 3-12,1 0 0,5 0-320,2 0 0,2 3-421,6-1 1,0 0-586,5-4 1,0-3 599,2-2 0,0-4 64,-2-1 1,4-3 458,-4 0 0,3-4 0,-6-3 0,4-21 0,-2-8 0</inkml:trace>
  <inkml:trace contextRef="#ctx0" brushRef="#br0" timeOffset="1643">1139 242 8117,'-4'-12'0,"1"0"256,0 1 630,2 1-240,-3 2 160,4 4-710,0 1 212,0 3-70,0 7 1,4-2-41,1 5 0,-1 1 14,1-1 1,0 0-253,3 1 0,-3-2-365,0 3 1,0 0 184,2 1 1,1 1-125,-1-2 1,1 0-91,-1 1 1,0-4 136,-2 1 0,2 1-4,-2-1 0,-2 0 215,0-2 471,1-4-369,-3 2 0,2-6 90,-3 0 0,0-3-75,0-4 1,-2-1 117,-1 0 1,-2-2 438,2-3 1,1 1-60,2 0 1,0-1 110,0-2 0,3 0-458,2 0 1,5-1-333,3-2 0,7 3-122,3 0 1,5 3-539,2 5 0,1 0 436,5 2 1,-8 2-670,0 3 1043,-7 0 0,-13 7 0,-5 1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08.837"/>
    </inkml:context>
    <inkml:brush xml:id="br0">
      <inkml:brushProperty name="width" value="0.08571" units="cm"/>
      <inkml:brushProperty name="height" value="0.08571" units="cm"/>
      <inkml:brushProperty name="color" value="#004F8B"/>
    </inkml:brush>
  </inkml:definitions>
  <inkml:trace contextRef="#ctx0" brushRef="#br0">174 317 6169,'-1'-5'1994,"-1"0"-1633,1 3 4,-6-1-195,3 3 1,-4 0-27,-2 0 0,1 0-142,-1 0 1,-1 3 100,-2 2 0,1 1-154,0 1 1,2-1-68,-3 4 1,3 1-19,-3-1 0,5 2-13,0-1 0,2 1 87,3-2 1,1 3-57,2-3 1,1-1 106,1-4 0,6 1-39,4-4 1,3 1 4,3-3 0,-1-3 12,3-2 1,0-2 26,3-1 0,-4-2-73,-2 0 1,-2-2-96,-2 2 1,-3-1 35,-5 1 1,1 1-178,-4-1 0,-2 2 91,-5 0 0,-3 3 224,-2 0 0,2 4 0,-10-3 0,2 4 0</inkml:trace>
  <inkml:trace contextRef="#ctx0" brushRef="#br0" timeOffset="412">559 114 8062,'9'-11'-1624,"-1"1"1775,-1-2 0,-2 3 1042,0-1 1,-1 1-691,-4 2 0,0-1-129,0 1 0,-2-1-243,-3 1 0,-1 1-139,-7 1 1,1 4 82,-3-2 1,-1 2-25,-2 1 0,2 1-180,-1 2 0,0-2 132,-1 4 0,3 3-246,0 2 1,1 3 148,4 0 1,2 2 58,3 3 1,4 1-9,-2 4 1,3 0-98,3 2 1,1 0-35,3 2 0,3 1 15,1 2 1,2-2-129,-1-1 0,3-2 165,0 0 1,-3-5-21,-2-3 1,-2-4-119,0-3-21,-4-2-519,-1-3 489,-3-2 1,-2-4 310,-1-1 0,-16-26 0,-2-9 0</inkml:trace>
  <inkml:trace contextRef="#ctx0" brushRef="#br0" timeOffset="551">340 347 8062,'0'-5'-175,"0"0"1,0 3 925,0-3 0,3 3-448,3 0 0,1-2-426,3 2 0,2-1-52,3 3 0,1 0-351,1 0 0,5 3-805,3-1 1331,1 1 0,36-3 0,11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12.464"/>
    </inkml:context>
    <inkml:brush xml:id="br0">
      <inkml:brushProperty name="width" value="0.08571" units="cm"/>
      <inkml:brushProperty name="height" value="0.08571" units="cm"/>
      <inkml:brushProperty name="color" value="#004F8B"/>
    </inkml:brush>
  </inkml:definitions>
  <inkml:trace contextRef="#ctx0" brushRef="#br0">8 144 7788,'-4'-3'442,"0"2"-256,4-3 1,0 4-86,0-3 1,1 2 101,2-1 1,-2 0-39,4 0 1,0 1-13,3-2 56,-1-1 0,1 1-176,0-2 1,-1-2-21,1 2 0,-1 1 69,1-1 0,-1 0 14,1-3 0,-1 1-13,-2-1 1,1 1 78,-1 2 0,-1-3-13,2 3 1,-4-3 82,3 3 1,-3 0 30,0 0 188,-1 0-328,-1 1-264,0 1 466,0 3 0,0 6-213,0 4 0,0 1-20,0 2 0,3-3-62,2 3 0,0-1-90,0 3 0,0 3-87,2-1 0,-2 1 35,0-3 0,-2 0-158,2 0 0,-3 0 10,3-3 1,-3 1-153,1-2 0,-3-1 44,0-3 1,0 1-559,0-1-92,0-3-268,0 0 1057,0-4 1,-6-14 0,-3-2 0</inkml:trace>
  <inkml:trace contextRef="#ctx0" brushRef="#br0" timeOffset="201">61 295 8011,'-5'0'-491,"-1"0"2054,1 0-366,1 0-317,1 0-532,3-3 0,1 2-43,1-2 0,3 2-121,5 1 1,3 0 13,5 0 1,1-2-173,4-1 0,0 1-285,2 2 1,-1 0-1181,1 0 1,-2 0 449,0 0 1,-1 0-582,-2 0 1570,-2-4 0,-9 0 0,-3-3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15.183"/>
    </inkml:context>
    <inkml:brush xml:id="br0">
      <inkml:brushProperty name="width" value="0.08571" units="cm"/>
      <inkml:brushProperty name="height" value="0.08571" units="cm"/>
      <inkml:brushProperty name="color" value="#004F8B"/>
    </inkml:brush>
  </inkml:definitions>
  <inkml:trace contextRef="#ctx0" brushRef="#br0">265 392 8008,'4'0'-179,"0"0"394,-2 0 1,-1 0 264,2-3-232,-2 2 1,-2-5-1,-2 4 1,-1-1-11,-3 3 0,-2-2 14,-1-1 1,-2 1-88,-3 2 1,0 0-42,0 0 0,-1 0-165,-1 0 0,0 1 23,-3 1 1,3 2-227,-1 4 1,2-1 47,1 1 1,1 0-88,2 2 1,1-1 70,3 1 0,4-1-4,1 1 0,3-2-112,0 2 1,0-1 72,0-2 1,4 0 129,3-2 1,2-2-43,3-3 1,1 0 11,2 0 0,0 0 5,0-3 1,0-1 2,0-4 1,-3 3 248,-2 0 1,1 0-83,-1-2 0,0 2 105,-2 0 0,-1 1 356,1-1-144,-1-2 0,-2 3 108,0-1 15,-3 2-207,1 3 0,-4 3 125,-1 2 1,0 2-155,-3 1 1,3 0-19,-3 2 1,1 2-83,-2 3 0,0 1-42,1 1 1,1 0-133,-1 3 0,0 0 13,0 3 1,-1-1-183,1-2 0,-2 2 89,-1-2 1,1-1-109,-1 1 0,3-5 194,0 0 0,1-5 29,-1 0 0,-1-2 32,4 0 23,-1-4 271,3-1 286,0-3 1,1-5-408,1 0 1,3-3-102,2 3 0,2-3-23,1-2 1,1 2-108,4-2 1,1-1-166,2 1 0,-1 0 4,3 2 1,-3-2 3,4 0 0,-5 1-216,2 4 0,-2-1-480,-1 3 1,-3 1-275,-2 2 1168,-2 0 0,-17 7 0,-5 1 0</inkml:trace>
  <inkml:trace contextRef="#ctx0" brushRef="#br0" timeOffset="1712">581 23 8030,'5'0'-357,"-1"0"0,-2 0 1250,3 0 1,-5 2-716,-2 1 1,-4 0 7,-2 0 1,1 1-66,-1 3 0,-2 1 0,0 0 1,-2 0-138,1 2 0,1-1 35,0 4 0,1-1-228,-1 3 1,3 0-239,2 1 1,1-1 46,4 0 0,1 1-202,2 0 0,2-1 235,5-4 0,1 0 367,4-3 0,1 1 0,32-22 0,9 0 0</inkml:trace>
  <inkml:trace contextRef="#ctx0" brushRef="#br0" timeOffset="1970">747 76 8119,'-5'0'848,"0"0"-404,4 0-47,-3-4-29,4 3 718,0-2-1051,0 10 0,0-5 14,0 6 1,0 0-254,0 2 1,0 3 66,0-3 0,0 2-132,0-1 1,0 1-119,0-2 1,0 3-454,0-3 0,0 2-388,0-2 1228,4 0 0,10-9 0,6-2 0</inkml:trace>
  <inkml:trace contextRef="#ctx0" brushRef="#br0" timeOffset="2229">838 23 8011,'0'-8'717,"1"2"-168,1 1-152,2 1 0,4 4-177,-1 0 1,3 4 28,0 1 0,3 1-66,-3 2 1,3 3-1,-3 1 0,2 3-262,-2 0 1,2 0-187,-4 0 1,0 0-196,-5 0 1,-1 0 31,-2 0 1,-1 3-457,-1-1 0,-3-2 884,-2-2 0,-17 0 0,-5 2 0</inkml:trace>
  <inkml:trace contextRef="#ctx0" brushRef="#br0" timeOffset="2787">679 717 7943,'0'4'482,"1"-1"1,1-2 0,1 1 2663,1 0-2772,-2 4 0,1-2-112,-3 4 0,0-1-137,0 1 1,0-1-183,0 1 1,0 3-255,0 1 0,0 0 78,0 1 0,0-1-278,0 3 1,0-2 173,0 0 337,0-4 0,0-2 0,0-3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21.189"/>
    </inkml:context>
    <inkml:brush xml:id="br0">
      <inkml:brushProperty name="width" value="0.08571" units="cm"/>
      <inkml:brushProperty name="height" value="0.08571" units="cm"/>
      <inkml:brushProperty name="color" value="#004F8B"/>
    </inkml:brush>
  </inkml:definitions>
  <inkml:trace contextRef="#ctx0" brushRef="#br0">1 506 8957,'0'-4'803,"0"-2"-702,3 4 1,-2-2 69,1 2 0,-1 0-22,-1-3-144,4 0 1,-1-3-119,2 1 0,1-1-26,-4 1 1,4 2 37,-1 0 1,2 1-145,0-1 1,-2-1 107,0 3 1,0-2-87,3 3 1,0-1 117,-1 3 1,-2 3-49,0-1 1,-2 5 75,2 0 0,-4 2-100,2 3 0,-2 1-3,-1 2 0,0 0 86,0 0 0,0 0-3,0 0 0,-3 0 53,1 0 0,-3 1 13,2-1 0,1-3-27,2 1 0,0-4-61,0 1 161,0 2-66,0-4 1,3 0 99,2-6 0,2-2-101,0-2 1,2 0 1,1-3 0,-2 0-24,2-3 0,-1 1 3,-2-1 0,1 1 50,-1-1 1,1-2-3,-1 0 0,0 0 373,-2 3-299,2-1 1,-6 0-55,4 1 1,-3 2-13,1 0 0,-2 3 38,2 0-62,-2 1-3,5 1 1,-5 3 29,2 2 0,0 2-12,0 0 0,0 1 71,-1 0 1,-1-1-49,2 1 1,-2-1 5,2 1 0,-1 1 29,3-2 1,0 3 14,2-5 0,-1 1 59,2-1 1,-3-2 159,6-3 0,-1 0-62,0 0 1,3-1 141,-3-1 0,3-5 0,-3-3 1,1-4-106,-1 2 1,-2-2-27,2-1 0,-4-1-77,-1 1 1,-3-2-78,0-1 0,-1-2 132,-1 2 0,-2 0-33,-1 0 0,-3 3-763,1 0 0,1 1-1068,-1 4 1,2 0 1641,-2 2 0,14 18 0,0 3 0</inkml:trace>
  <inkml:trace contextRef="#ctx0" brushRef="#br0" timeOffset="822">634 46 8115,'3'-4'1264,"-2"1"-945,3 3 0,-10 0-219,-2 3 0,2-1-73,1 3 1,0 0 66,-3 5 1,1 0-126,2 2 0,-1 2-49,0 3 1,3 0-302,1 3 0,1-2 17,1 2 1,1-3-200,1 4 0,1-6 23,4 1 1,-1-2 273,4-4 1,1-3 265,-1-5 0,3-1 0,0-1 0,28-20 0,8-5 0</inkml:trace>
  <inkml:trace contextRef="#ctx0" brushRef="#br0" timeOffset="1022">815 106 8060,'0'-7'181,"0"-1"1,0 3 389,0 0 0,0 3-373,0-3 42,0 3-130,0-1 1,0 4 21,0 1 0,0 3-169,0 5 0,1-1 117,1 4 1,0-3-214,3 3 1,-2-1 227,2 3 1,-4 0-122,2 0 1,0 0-2423,0-3 2448,3 2 0,5-5 0,4 2 0</inkml:trace>
  <inkml:trace contextRef="#ctx0" brushRef="#br0" timeOffset="1292">913 16 8205,'4'-8'1351,"-3"4"-1157,4 2 0,0 1 60,3 1 1,2 3-15,0 2 0,3 5-56,0 3 0,2 1-1,3 1 1,-5 1-362,2 2 1,-5-2 190,0 5 0,-5-4 78,-2 3 0,-2-3-784,-1 1 0,-5-3 693,-2-3 0,-21 2 0,-8-2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23.554"/>
    </inkml:context>
    <inkml:brush xml:id="br0">
      <inkml:brushProperty name="width" value="0.08571" units="cm"/>
      <inkml:brushProperty name="height" value="0.08571" units="cm"/>
      <inkml:brushProperty name="color" value="#004F8B"/>
    </inkml:brush>
  </inkml:definitions>
  <inkml:trace contextRef="#ctx0" brushRef="#br0">0 30 8069,'0'-5'1190,"0"0"-935,0 3 1,0-2 168,0 2 1,0 1 641,0-3-999,0 11 0,0-2 37,0 5 0,0 1-68,0-1 1,0 3-104,0 0 1,0 1-388,0 1 1,0 1-2,0 2 1,0-2-455,0 1 0,0-2 344,0-2 0,3-2 565,-1-4 0,21-12 0,2-5 0</inkml:trace>
  <inkml:trace contextRef="#ctx0" brushRef="#br0" timeOffset="304">174 15 8224,'0'-4'1955,"1"0"-1256,1 4 0,-1-3-133,2 2 0,-2-1-27,2 4 1,-2 2-203,1 4 1,2 3-125,-2 1 1,3 3-219,-2 0 1,2 0-286,-3 0 0,4 0 152,-1 0 1,-1 0-214,1 0 1,-1-2-389,1-1 1,2-2-2096,-2 0 2834,2 1 0,10-19 0,4-2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25.513"/>
    </inkml:context>
    <inkml:brush xml:id="br0">
      <inkml:brushProperty name="width" value="0.08571" units="cm"/>
      <inkml:brushProperty name="height" value="0.08571" units="cm"/>
      <inkml:brushProperty name="color" value="#004F8B"/>
    </inkml:brush>
  </inkml:definitions>
  <inkml:trace contextRef="#ctx0" brushRef="#br0">16 46 8010,'0'-8'15,"0"3"146,0 0-21,3 4 1,-1-5-167,3 3 0,-3-2 160,3 3 0,-2-1-3,2 3 0,0-2-170,2-1 1,1 1 130,-1 2 1,3 0 11,0 0 0,3 3-50,-3 2 0,3 2-163,-3 0 0,0 2 68,-3 1 0,1-1-235,-1 3 0,-2 1 46,-3 2 0,-2-2 54,-2-1 0,-3 1 127,-2 2 1,-4-1 9,-2-1 1,-1-2 8,-1-1 1,0-1-48,0 1 1,2-2 13,1 0 1,3-3-50,-1 0 0,1-3-166,2 3 1,2-3-171,0 1 448,3-3 0,-2 0 0,4-3 0,34-11 0,8-6 0</inkml:trace>
  <inkml:trace contextRef="#ctx0" brushRef="#br0" timeOffset="243">295 76 8010,'7'0'19,"-2"-1"300,0-1-215,-3 1 1,0-3 24,-4 1 0,-2 2-7,-4-1 1,-2 1-217,0 1 1,-1 2 138,1 1 1,1 3-117,-4-1 1,4 1 104,-1-1 1,2 1-145,0-1 1,3 3 12,0 2 1,3-2-57,-3 2 0,3 1 123,-1-1 0,6 1-95,2-1 0,2-1-145,3 1 0,2-4-30,3-1 300,0-4 0,44-7 0,11-7 0</inkml:trace>
  <inkml:trace contextRef="#ctx0" brushRef="#br0" timeOffset="426">483 129 8010,'0'-4'206,"0"0"0,-1 2 1744,-1-1-1135,1 1-502,-2 2 0,3 3 127,3 2 0,-2 2-251,1 0 1,2 2-1,-2 1 1,3 1-250,-2 1 0,2 2-340,-3-1 1,3 1-239,-2 1 0,3 0-715,-1 1 1,1-2 1352,-1-2 0,8-4 0,0-5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29.290"/>
    </inkml:context>
    <inkml:brush xml:id="br0">
      <inkml:brushProperty name="width" value="0.08571" units="cm"/>
      <inkml:brushProperty name="height" value="0.08571" units="cm"/>
      <inkml:brushProperty name="color" value="#004F8B"/>
    </inkml:brush>
  </inkml:definitions>
  <inkml:trace contextRef="#ctx0" brushRef="#br0">0 116 8037,'0'-8'120,"1"3"85,2 0 0,-2 3 0,1-3 0,2 2-103,-2-2-22,4 0 0,-2-1-61,4 1 0,-3-1 113,0 3 1,0-2-143,2 3 0,1-1 68,-1 3 1,1 0-49,-1 0 0,1 0-17,0 0 0,-3 1-130,0 1 1,0 3-71,2 2 1,0 1 40,-2-1 1,1 3-87,-4 0 0,2 3 63,-2-3 0,-1 3-73,1 0 0,-1-1 87,-1 0 0,0-2 6,0 3 1,0-4-147,0 1 209,0-1 1,1-3 358,2-1 1,1-1-117,3-4 0,1 0-154,-1 0 1,1 0-27,0 0 0,2-3-1,0 1 0,0-4 51,-3 1 0,1 1-11,-1-1 0,1-1 38,-1-1 0,-2 2 164,1 0 1,-4 0-49,3-3 1,-2 1-11,2-1 0,-4 1-30,2-1 1,0 3-130,0 0 0,0 3-366,0 0 280,-3-2-156,7 3 234,-6 1 0,3 4-17,-1 4 1,-3 0-84,3 2 0,0-2-4,0 2 1,3 1-136,-1-1 0,2 0 223,3-2 0,0 0 28,2-1 1,1 0 129,2-2 1,3-2 151,2-3 0,-1-1-127,-2-1 0,2-5 153,-2-3 0,1-3 560,-3 0 1,-3-1-213,-2-1 0,-3-3-7,-2 1 1,-1-2-437,-4 2 1,-1 1-376,-2-2 0,-3 3-161,-4 2 0,-3 0-447,3 3 0,-3 2 785,3 3 0,7 14 0,4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28.252"/>
    </inkml:context>
    <inkml:brush xml:id="br0">
      <inkml:brushProperty name="width" value="0.08571" units="cm"/>
      <inkml:brushProperty name="height" value="0.08571" units="cm"/>
      <inkml:brushProperty name="color" value="#004F8B"/>
    </inkml:brush>
  </inkml:definitions>
  <inkml:trace contextRef="#ctx0" brushRef="#br0">8 120 7836,'-4'-5'445,"2"0"-195,1 4 0,4-3 0,2 4 0,3 0-136,2 0 1,3 0-2,4 0 1,1 0-109,4 0 1,0 0-96,6 0 0,-3 0-275,3 0 1,-4 0-55,1 0 0,-4 0-427,-1 0 0,-4 0 846,-1 0 0,-7 0 0,-4 0 0</inkml:trace>
  <inkml:trace contextRef="#ctx0" brushRef="#br0" timeOffset="243">197 7 8071,'-4'-4'2058,"1"1"-1641,3 6 1,0-1 38,0 3 1,0 2-220,0 3 1,0 4-18,0-2 1,0 0-247,3 1 1,-1 2-318,3 2 1,-1 1-162,1-3 1,1 0-666,-4 0 0,3-1-418,-2-1 1587,3-2 0,4-17 0,6-3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40.309"/>
    </inkml:context>
    <inkml:brush xml:id="br0">
      <inkml:brushProperty name="width" value="0.08571" units="cm"/>
      <inkml:brushProperty name="height" value="0.08571" units="cm"/>
      <inkml:brushProperty name="color" value="#004F8B"/>
    </inkml:brush>
  </inkml:definitions>
  <inkml:trace contextRef="#ctx0" brushRef="#br0">91 38 8068,'0'-7'-266,"0"-1"0,0 1 944,0-1-496,0 4 1,-4 1 4,-1 3 1,1 3 72,-1 2 0,-1 2-153,-4 0 0,2 3-12,-2 0 0,1 6-24,2-1 0,2 3-140,0 0 0,0-2 77,0 5 0,2-4-91,3 3 1,0-2-94,0 2 1,6-3-235,2 0 0,4-3 75,1-2 1,3-3-282,2 2 0,2-6 249,-2-3 0,-1-1 367,-2-1 0,21-27 0,4-6 0</inkml:trace>
  <inkml:trace contextRef="#ctx0" brushRef="#br0" timeOffset="196">294 114 8068,'0'-5'704,"0"0"-838,0 3 355,0-1 0,0 4 30,0 1 1,0 2-137,0 4 1,0 3-173,0 1 0,0 3 73,0 0 0,3 0-133,-1 0 0,3-3-661,-2 1 1,2-1 215,-3 0 0,3-1 562,-2-3 0,9-11 0,1-2 0</inkml:trace>
  <inkml:trace contextRef="#ctx0" brushRef="#br0" timeOffset="447">407 23 8081,'8'0'-30,"-1"-2"0,1-1 255,0 2 1,2 1 362,0 2 0,3 2-238,0 4 0,1 3-96,1 1 1,-2 6-6,-1 2 1,-3 2-407,1 0 0,-2 1-551,-3 0 0,-2-1 185,-3 1 1,0-5 522,0-3 0,-10-3 0,-2-4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5:14.844"/>
    </inkml:context>
    <inkml:brush xml:id="br0">
      <inkml:brushProperty name="width" value="0.08571" units="cm"/>
      <inkml:brushProperty name="height" value="0.08571" units="cm"/>
      <inkml:brushProperty name="color" value="#004F8B"/>
    </inkml:brush>
  </inkml:definitions>
  <inkml:trace contextRef="#ctx0" brushRef="#br0">27 61 7840,'0'-5'19,"0"0"0,0-1 249,0-1-336,0 0 1,0 2 352,3 0 0,1 3-21,4 0 1,0 0-105,2-1 1,1 3-78,1-3 0,3 2-105,-3 1 1,4 4-30,-1 1 0,1-1-182,-6 1 0,0 2 116,-2 3 0,-3 1-72,0-1 0,-3 0 88,0 2 0,-4-2 82,-3 3 1,-5-3-2,0 2 1,-3-2 12,0 0 1,-1-2 111,-1 0 0,0-1-160,0 1 0,2-1-73,1 1 1,2-2-42,-3-1 0,4 2-240,-1-2 0,4-1-137,1 1 546,3-3 0,-4 1 0,11-9 0,0-3 0</inkml:trace>
  <inkml:trace contextRef="#ctx0" brushRef="#br0" timeOffset="190">11 219 9994,'8'0'389,"0"0"0,0 0-227,2 0 1,2 0-210,3 0 0,1 0-374,1 0 0,2 0-61,1 0 0,1 0-519,-4 0 1,1 0 1000,-3 0 0,3-6 0,2-3 0</inkml:trace>
  <inkml:trace contextRef="#ctx0" brushRef="#br0" timeOffset="601">381 23 7580,'0'-7'-1432,"0"2"3328,0 0-705,0 3-630,0-1 0,0 3-127,0 3 1,1 1-169,1 4 0,0 3-64,3 1 1,-3 2-97,0 2 0,2-1 49,-2 0 0,3 0-85,-2 0 0,0 0-86,-1 0 1,-1-1-340,2-1 1,0 0-476,0-3 0,-1 0-937,-2-2-293,4-1 2060,0-2 0,3-19 0,1-7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5:16.709"/>
    </inkml:context>
    <inkml:brush xml:id="br0">
      <inkml:brushProperty name="width" value="0.08571" units="cm"/>
      <inkml:brushProperty name="height" value="0.08571" units="cm"/>
      <inkml:brushProperty name="color" value="#004F8B"/>
    </inkml:brush>
  </inkml:definitions>
  <inkml:trace contextRef="#ctx0" brushRef="#br0">39 46 7784,'5'-5'110,"0"0"0,-4 2-82,2-2 1,0 3 85,0-3 1,3 3-74,-1 0 1,-1-2 117,1 2 1,0-1-12,2 3 0,3-2-4,0-1 1,1 1-49,-1 2 1,0 0-161,2 3 1,-3 1 3,2 4 1,-4 2-144,-2 0 1,1 3 135,-4 0 0,1 1-87,-3 1 0,-1 0 71,-1 0 0,-3 0 79,-5 0 1,0 1-14,-2-1 0,-2-1 34,-3-2 1,1 2 148,-2-4 0,3 0-153,3-2 0,-2-2 22,4-1 0,-2 1-127,1-3 1,4-1-494,2-2-396,3 0 670,-1 0 1,5-3 310,1-2 0,3-2 0,-1 0 0,18-8 0,6-1 0</inkml:trace>
  <inkml:trace contextRef="#ctx0" brushRef="#br0" timeOffset="328">386 38 7812,'10'-2'-291,"0"-1"226,-1 2 0,-1-3 235,0 2 1,-4-2 295,-2 2-27,-1 1-41,-1-2-199,-3 3 0,-1 0-12,-4 0 0,-3 0 7,-1 0 0,-1 1-88,-2 1 0,2 2-4,-5 4 0,2-1-77,1 1 0,0 0 99,0 2 1,1 0-108,1 2 1,1 0 35,4 0 1,-1 3-151,4-3 0,1 2 66,2 2 1,7-2-118,2-2 1,7 2-152,1-4 1,3-3-50,5-2 0,2-3-220,0 1 1,0-3 120,-2 0 0,-1-3-89,-2-2 1,-2-2 535,-6 0 0,-1-1 0,-20 1 0,-5-1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5:18.576"/>
    </inkml:context>
    <inkml:brush xml:id="br0">
      <inkml:brushProperty name="width" value="0.08571" units="cm"/>
      <inkml:brushProperty name="height" value="0.08571" units="cm"/>
      <inkml:brushProperty name="color" value="#004F8B"/>
    </inkml:brush>
  </inkml:definitions>
  <inkml:trace contextRef="#ctx0" brushRef="#br0">1 53 7801,'0'-5'22,"0"0"0,0 3 180,0-3 1,0 2 103,0-2 0,0 4-113,0-6 1,1 3-49,1-1 0,2 1 9,4 2 1,-1 1 4,1-2 0,2 3-130,0 0 0,4 0 67,-2 0 0,0 2-167,0 1 1,-2 2-96,0 0 1,-3 5 111,-2 0 0,1 3-34,-3 0 0,-1-2-6,-2 2 0,-1-3-111,-1 3 1,-2-2 66,-4 2 1,1 0-92,-1-3 0,-3 0 41,-1-2 0,0 0-96,-1-1 0,4 0 123,-1-2 0,2 1-101,0-4 0,0 3-385,1-2 647,3-1 0,-3-2 0,13-6 0,-1-3 0</inkml:trace>
  <inkml:trace contextRef="#ctx0" brushRef="#br0" timeOffset="201">1 219 9207,'7'0'837,"1"0"1,3 0-623,1 0 0,5 0-63,1 0 0,3 0-109,-1 0 1,-1 0-148,1 0 1,-3 0-470,1 0 0,-3 0-790,-3 0 1,-1 0 1362,-3 0 0,-11-3 0,-2-1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6:21.781"/>
    </inkml:context>
    <inkml:brush xml:id="br0">
      <inkml:brushProperty name="width" value="0.08571" units="cm"/>
      <inkml:brushProperty name="height" value="0.08571" units="cm"/>
      <inkml:brushProperty name="color" value="#004F8B"/>
    </inkml:brush>
  </inkml:definitions>
  <inkml:trace contextRef="#ctx0" brushRef="#br0">134 5 8384,'-3'-4'1680,"1"3"-1467,-3 4 0,0 3-100,-2 2 1,-1 0-137,1 4 0,-1 2-415,-2 3 0,1 0 106,-4 2 1,4-1-77,-1 2 0,-1-3 408,2 3 0,-1 6 0,2 5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6:23.063"/>
    </inkml:context>
    <inkml:brush xml:id="br0">
      <inkml:brushProperty name="width" value="0.08571" units="cm"/>
      <inkml:brushProperty name="height" value="0.08571" units="cm"/>
      <inkml:brushProperty name="color" value="#004F8B"/>
    </inkml:brush>
  </inkml:definitions>
  <inkml:trace contextRef="#ctx0" brushRef="#br0">276 455 7888,'5'-1'30,"0"-1"1,-3 0 161,0-3 1,2 3 358,-2-3 39,0 3-217,-2-5 0,0 4 56,-3-2-188,-1-2 1,-3 4-77,-1-2 0,-2-1-102,0 4 1,-3-1 64,1 3 0,-2 0-189,-1 0 0,-1 1-22,-1 2 0,0 1-74,-3 3 1,3 2-132,-3 1 0,4 1 30,-2 4 1,3 0-96,3 0 1,-1 0 25,3 3 1,3-2-93,5 1 0,1-2 79,1-3 0,3 1 83,2-3 0,4-3 261,1-5 1,6-1-28,-1-1 1,1 0-12,-1 0 1,2-3-28,1-2 1,0-2 196,-1-3 1,-2 1-131,0-4 1,0 2 0,-3-2 1,0-1 240,0 2 1,-2-2 330,-1-1 1,-3 1-78,-1 1 1,-2 2 132,2 1-313,-4 2 1,3-1-170,-4 4 1,-1 4-70,-2-2 0,2 3-33,-1 3 0,0 1-202,0 3 1,0 1 103,-3 2 1,3 2-62,-3 3 1,2 2 88,-2 1 0,1 2-68,-1 0 0,-1 2-360,1 0 1,1-1 212,-1-1 1,2 2 23,-2-2 1,3-2 163,0-1 0,-1-4-24,0 0 0,1-4-51,2 1 373,0-5 346,0-2 0,0-4-197,0-1 1,3-2-48,2-4 1,2-2-69,0 0 0,4-3 67,1 1 0,0-3-69,0-2 1,3 1-54,2-2 0,1 0-152,-3 1 0,2-3-189,0 3 1,0 2-899,-5 2 1,2 5 87,-4 1 0,-1 3-277,-1 4 1,-1 1 621,-3 4 1,0 1 574,-4 6 0,-7 14 0,-1 5 0</inkml:trace>
  <inkml:trace contextRef="#ctx0" brushRef="#br0" timeOffset="260">544 768 7909,'0'-8'1313,"0"4"0,0 2-680,0 4 0,0 5-266,0 3 0,-1 3-245,-1-1 0,1 2-42,-2 1 1,3 1-199,0 1 1,-3-1-226,1 1 1,-2-1-512,2-1 1,1 0 302,-1 0 1,0-4 550,-1-1 0,6-15 0,-2-4 0</inkml:trace>
  <inkml:trace contextRef="#ctx0" brushRef="#br0" timeOffset="825">700 53 7951,'-5'-2'291,"0"-1"0,4 0 60,-2 0 0,-1 2-158,-1-1 0,1 1 0,-1 1 1,0 1 45,-2 1 1,0 3-27,2 2 0,-1 2-169,1 4 0,-1 0-235,1 7 0,1-1-473,1 1 1,2 2 119,-1 0 1,4 1-242,3 1 1,3-4 514,2-2 0,1-4 270,4-1 0,20-16 0,5-6 0</inkml:trace>
  <inkml:trace contextRef="#ctx0" brushRef="#br0" timeOffset="1050">894 113 7864,'0'-5'1021,"-3"2"-586,2 0-28,-3 2-350,8 4 1,-3 5-145,4 4 1,-2 2-209,2-1 1,-1 1-82,1 1 0,2 2-376,-3 0 0,2 1 420,-1-3 332,2-1 0,10-2 0,7-1 0</inkml:trace>
  <inkml:trace contextRef="#ctx0" brushRef="#br0" timeOffset="1293">976 1 7876,'-4'0'1784,"0"0"-1455,4 0 18,10 3 0,-1 2-164,9 5 0,-3 2-36,0 3 0,4 4-191,0 3 1,0 4-392,-2 3 1,-3 1-2,-4 0 0,-3-3-602,-7 1 1,-1-5 1037,-2-1 0,-17 0 0,-9-3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6:42.166"/>
    </inkml:context>
    <inkml:brush xml:id="br0">
      <inkml:brushProperty name="width" value="0.08571" units="cm"/>
      <inkml:brushProperty name="height" value="0.08571" units="cm"/>
      <inkml:brushProperty name="color" value="#004F8B"/>
    </inkml:brush>
  </inkml:definitions>
  <inkml:trace contextRef="#ctx0" brushRef="#br0">0 309 7373,'0'-8'505,"0"-1"1,0 3 110,0 0-136,0 4-198,0-6 0,0 8 105,0 0 0,0 4-108,0 5 1,0 4 13,0 1 0,0 4-204,0 3 1,0 1-21,0 5 0,0 0-90,0 3 0,0-2 129,0 4 1,0-2-134,0 2 0,0-3 38,0 0 1,0 0-210,0 0 1,0-5 7,0-1 0,0-4-69,0-5 0,0-1-102,0-4 226,0 0 58,0-4 56,0-1 0,0-11-51,0-2 1,0-2 11,0 2 1,0-2 79,0-1 0,1 0 5,2 3 1,-2-3 15,2 1 0,-1-2-63,1 1 0,-1 2 2,4-1 1,-3 1-40,3 1 1,-3 0-62,3 0 79,0 0 1,5 2-4,1 1 0,1 2-44,-1 4 1,-2 0-119,5 0 0,1 1 91,5 2 0,-3 3 18,3 5 0,-3 0-9,0 4 1,-3 0 57,-1 2 1,-4 0 3,-1-2 0,-4 1 9,-5-1 0,0 1 131,0-2 0,-5-1 30,-4-4 0,-3 0 244,-6 0 0,0-1-165,1-3 1,-4-1-231,0-4 0,-2 0-253,2 0 1,-2 0-154,2 0 1,2-4-456,8-1 1,0-3 883,8-1 0,39-23 0,13-7 0</inkml:trace>
  <inkml:trace contextRef="#ctx0" brushRef="#br0" timeOffset="650">283 36 8462,'-6'0'499,"0"0"0,3 0-223,-3 0 0,2 4-62,-2 1 1,-2 6 26,2 1 1,2 4-91,1-2 0,-1 0 14,1 1 0,0 0-361,3 2 1,4-2-619,2 0 0,2-2-259,1 2 0,2-1 539,1-2 0,3-4 534,-3 1 0,15-12 0,2-6 0</inkml:trace>
  <inkml:trace contextRef="#ctx0" brushRef="#br0" timeOffset="883">477 97 7877,'-4'-4'220,"3"0"189,-3 0-205,4 3 0,0-2-17,0 6 0,0 2 12,0 3 1,1 1-135,2 0 1,-1 3-245,4 0 0,-3 2-483,3-2 1,-1 1 173,1-1 0,-1-3-65,-2 3 0,-1-2 553,4-1 0,-4-4 0,1-1 0</inkml:trace>
  <inkml:trace contextRef="#ctx0" brushRef="#br0" timeOffset="1176">574 0 7877,'9'0'-675,"0"3"746,0 0 1,0 1 486,0-1 0,0-1-125,3 4 0,-1 0-27,4 3 0,-1 3-181,4 3 0,-4 2-12,-2 0 0,-3 1-55,0 0 0,-4 2-114,-2 1 1,-3 0-493,-3-4 1,-2 0 285,-4-2 1,1 0 63,-1-3 98,-4-4 0,-1-8 0,-3-5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6:40.942"/>
    </inkml:context>
    <inkml:brush xml:id="br0">
      <inkml:brushProperty name="width" value="0.08571" units="cm"/>
      <inkml:brushProperty name="height" value="0.08571" units="cm"/>
      <inkml:brushProperty name="color" value="#004F8B"/>
    </inkml:brush>
  </inkml:definitions>
  <inkml:trace contextRef="#ctx0" brushRef="#br0">36 142 5740,'0'-5'0,"0"1"434,0 4 49,-4 0-151,3 0-101,-7 0 1,6 0 149,-4 0 3,4 0 0,-2 0 110,1 0-83,2 0 425,-3 0-809,12 0 1,1 0 35,9 0 0,5 0-66,3 0 1,4 0-123,6 0 1,-1 0-364,0 0 1,0 0 117,-3 0 1,-2 0-297,-7 0 0,-2 0 287,-7 0 0,-4 0 379,-4 0 0,-23-8 0,-4-1 0</inkml:trace>
  <inkml:trace contextRef="#ctx0" brushRef="#br0" timeOffset="308">213 27 7912,'-3'-6'103,"0"1"1,-3 2 623,3-3-381,0 4-22,3-2 541,0 4 0,0 7-459,0 2 0,3 4-264,0-1 1,3 4-100,-3-2 1,3 3 33,-3 1 1,2-2-152,-2-1 1,1 2-772,-1-2 0,-1-2 471,4 2 0,-4-4-1866,1 1 2240,-2-7 0,3-16 0,1-9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6:45.051"/>
    </inkml:context>
    <inkml:brush xml:id="br0">
      <inkml:brushProperty name="width" value="0.08571" units="cm"/>
      <inkml:brushProperty name="height" value="0.08571" units="cm"/>
      <inkml:brushProperty name="color" value="#004F8B"/>
    </inkml:brush>
  </inkml:definitions>
  <inkml:trace contextRef="#ctx0" brushRef="#br0">185 262 7656,'-1'-5'-393,"-2"2"615,2-2 1,-7 4 67,2-2 1,1 2-166,0 1 0,-1 0-11,-3 0 1,-3 0 17,0 0 0,0 4-4,0 2 0,2 2 15,-2 1 0,-1 0 18,2-1 0,-1 4-365,3 0 1,1 0 25,2-3 1,2 2-77,4 1 1,-3 3 28,0-3 0,2-1-93,3-2 0,3-1 129,4-2 1,0 1-39,0-4 0,3 0 81,-1-3 0,4-1-26,-3-2 0,3-2 131,-4-4 1,2 2-34,-1-2 0,-2 2 97,2-4 0,-3 0 1,0-1 0,-3 2 174,0-2 0,-3 0-44,3 0 0,-4-3 159,1 3 0,-2 1-99,-1 2 1,0 0 239,0 0 101,0 0-215,0 4-296,0 2 1,0 4 47,0 1 1,1 4-157,2 6 0,1-1 27,5 4 0,0-2-230,0 2 0,-3 2-77,0-3 1,0 0-224,2 1 0,4-4 185,0 1 1,0-3 381,-3 0 0,7-20 0,3-4 0</inkml:trace>
  <inkml:trace contextRef="#ctx0" brushRef="#br0" timeOffset="395">397 271 7869,'0'-6'-388,"0"0"494,0 0 1,1-2 511,2 2-140,-2 2-113,7 4 0,-6 4-230,4 2 1,-4 2-5,0 1 1,2 1-92,-1 1 0,0 0 24,-3 4 0,3-4-133,0 1 0,0 0 33,-3 0 1,0 0-154,0-3 0,0-1 55,0 1 1,0 0-83,0 0 1,0-3-279,0 0 90,0-4 147,0 2-5,0-4 0,3-7 206,0-2 0,1-2 12,-1 2 1,-1 0-9,4-3 1,-3 2 120,3-2 0,-4-1 37,4 2 0,0-2-54,3 1 0,0 2 58,0-1 0,1 1-41,1 1 0,-1 1 140,2 2 1,1-1-76,-2 4 0,1 0 94,-3 3 0,0 4-93,0 2 1,-1 2 7,-3 1 0,-1 3-142,-4-1 1,1 4-159,2-3 0,-2 4-522,2-2 1,-2-1 204,-1-1 1,0-2-355,0-2 828,0 1 0,4-12 0,1-3 0</inkml:trace>
  <inkml:trace contextRef="#ctx0" brushRef="#br0" timeOffset="938">927 59 7869,'0'-14'287,"0"0"361,0 3 1,0 4 167,0-2-408,0 6 0,3 3-153,0 6 1,3 3 12,-3 2 1,3 3-26,0 4 1,2 3-14,1 3 1,0 1-247,0 2 0,-2 0-105,-1 3 1,2-3-190,-2 3 1,-2-3 158,-1 0 1,-2-1-155,-1 1 1,0-6 126,0-3 0,-1-4-91,-2-6 1,1-2-2,-4 0 0,3-4-5,-3 1 0,3-6-100,-3-3 0,5-2-17,-2 0 1,1-5 25,-1-2 1,2 1 154,-2 0 0,1-1 32,-1-3 1,2 1 79,-2-1 0,-1 3 162,1 1 1,-4 2-223,1-3 1,-2 5 158,0 1 0,-1 2 533,0 4 1,-3 0-60,0 3 0,0 4 114,0 2 0,2 5-210,-2 4 1,3 2 106,4 0 1,-2 4-227,4 0 0,0-1-180,3-2 1,4-1 90,2 1 0,1-4-125,2-2 1,4-3-510,2 0 1,-1-3 281,0 0 0,1-4-2086,3 1 2268,-1-6 0,17-45 0,3-15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6:47.879"/>
    </inkml:context>
    <inkml:brush xml:id="br0">
      <inkml:brushProperty name="width" value="0.08571" units="cm"/>
      <inkml:brushProperty name="height" value="0.08571" units="cm"/>
      <inkml:brushProperty name="color" value="#004F8B"/>
    </inkml:brush>
  </inkml:definitions>
  <inkml:trace contextRef="#ctx0" brushRef="#br0">45 9 7856,'0'-5'699,"0"1"-238,0 4-299,0 8 0,0 1-18,0 6 1,0 1-15,0-1 1,0 2-140,0 0 1,0 1 89,0 0 1,-1-1-90,-2 1 0,1 0-105,-4-1 1,4-3 8,-1-2 27,-2-2 0,3-2-114,-3-3 82,3-1 14,-2-4 1,1-4-135,0-1 0,0-3 115,3-1 1,0-3 21,0 0 0,1-2 12,2 2 1,-1-4 35,4 1 0,-3 2 71,2-2 0,0 1-59,1-1 0,2 0 99,-2 3 1,5-3-54,1 3 0,0 1 124,0 2 1,-2 4-53,2 2 1,-2 2 115,2 1 0,-2 0-3,2 0 0,-2 7-35,-2 2 1,0 5-21,-2 1 0,1 2-39,-4 1 1,0-2 25,-3-1 1,0 2-256,0-3 1,0 2-466,0-1 0,0-2-200,0-1-516,0-2 414,0 3 891,0-8 0,8-17 0,2-8 0</inkml:trace>
  <inkml:trace contextRef="#ctx0" brushRef="#br0" timeOffset="376">354 124 7842,'6'0'16,"0"0"1,-3 0 85,3 0 0,-3 0 473,3 0-288,-1 0 1,4-3-219,0 0 0,0 0 52,0 3 0,3 0-66,-1 0 1,2-1-40,-1-2 1,-2 2-258,1-2 0,-1-2 101,-1-1 0,0 1-129,0 0 1,-1-1 101,-3-3 1,-1 0 67,-4 0 1,0 0 67,0 1 1,-4-1 13,-1 0 1,-3 3 89,-1 0 0,-3 4-4,0-1 0,-2 2 186,2 1 1,-1 0-68,1 0 1,3 5 146,1 4 1,-1 0-132,3 3 0,-1 1 82,1 2 1,1 2-357,2 0 0,2 1-86,-2 0 1,3 2-113,3 1 0,2 2 110,4-2 0,0-3-49,0-4 1,3-3-62,-1 1 1,5-3-171,-1-3 0,-2-2-1,2-4 0,1-4 65,4-2 1,-1-3 373,2-3 0,-7-2 0,19-31 0,0-7 0</inkml:trace>
  <inkml:trace contextRef="#ctx0" brushRef="#br0" timeOffset="768">699 62 7842,'0'-14'0,"0"2"716,0 3 114,0 0-293,0 4-45,0 1-220,0 12 1,0-1-108,0 7 1,0-2-1,0 3 1,0-1-5,0 0 1,2 3-139,1-2 0,3 1-314,-3-2 1,3 2 15,-3-4 1,4 2-217,-1-2 0,2 0 317,0-3 0,1-1 21,0-2 0,0 0-258,0-3 1,0 0-407,-1-3 1,1-4 462,0-1 1,3-3 353,0-1 0,-3-4 0,-4-2 0,0 2 0,1-2 0,1 1 0,-4-1 0,0-1 82,-3 1 1,0 1 143,0 0 1,0 0-27,0-1 1,0 2 165,0 5 0,0-1 470,0 0-209,0 4 1,1 1-245,2 4 0,-2 5-123,2 4 1,-1 1-236,1 4 1,-1 1-35,4 3 0,-3-1-180,2 1 1,-2 0 203,3-1 0,-3 1 17,3 0 1,-3-1-453,3 1 1,0-3-673,3-1 0,-2-3 288,-1 1 1,2-6 803,-2-3 0,2-2 0,32-33 0,8-7 0</inkml:trace>
  <inkml:trace contextRef="#ctx0" brushRef="#br0" timeOffset="1316">1105 62 7842,'0'-9'116,"0"0"0,0 3 598,0 1-467,0 3 1,0-1-41,0 6 0,1 2-37,2 3 1,-2 2-78,2 2 1,0 1-139,0 1 1,1 3 67,-1-2 0,-2 2-100,2 0 1,1 1 9,-1 0 1,0-2-152,-3-1 0,1 1 125,2-5 1,-2 1 60,2-3 0,-2-3 86,-1 0-153,0-4 1,0 1-132,0-6 1,0-5 231,0-4 0,-1-3 92,-2 4 1,2-5-54,-2 1 0,2 1 120,1 0 0,0-1-72,0-3 0,3 4-20,0-1 1,5 4-298,1-1 1,0 3 103,6 0 0,-3 1 158,3 2 1,-1-1-198,4 4 1,2 0-309,-3 3 0,3 0 257,-5 0 0,-2 3 185,2 0 1,-4 3-33,1-3 1,-3 3 215,0-3-209,-4 4 1,2-2 199,-4 3 0,0-2 300,-3 0 0,-1-3-175,-2 3 1,1 0-2,-4 3 1,3 1-222,-3 1 1,1-1 15,0 2 0,1 1-15,4-2 0,0 4-130,0-3 1,0 0-37,0-4 1,4 4 12,1 0 1,4-3 82,3-3 1,2-4 86,3 1 1,4-2 103,0-1 1,0-4-42,0-2 0,-2-3 133,1-3 0,-2 1-94,-4-3 0,-1-1 124,-4-3 1,-4 1-426,-2-1 0,-3 0-218,-3 1 0,-4 2-279,-8 0 0,0 4 255,-9 0 0,1 2-612,-4 3 986,5 2 0,-8 20 0,3 3 0</inkml:trace>
  <inkml:trace contextRef="#ctx0" brushRef="#br0" timeOffset="1875">1732 106 7842,'0'-9'1848,"0"1"-1467,0 3 0,3 5 12,0 6 1,3 1-135,0 2 0,3 1 97,3 2 1,-2-1-175,2 3 0,-3-2-26,0 3 0,-1-4-76,-2 0 0,2-1-170,-2-1 0,-2 0-132,-1 0 1,-2-3-163,-1-1-256,0-3 392,0 6 1,-1-7-529,-2 2 499,2-6 0,-6-2 131,4-4 0,0 1 22,3-1 1,-3 0-19,0 0 0,0 0 138,3 1 1,0-1-45,0 0 1,3 0 144,0 0 0,4-3 5,-1 1 0,-1-1 151,0 3 0,1 0-121,3 0 1,0-1 53,0 1 1,1-1-29,1 7 0,-1 0 24,2 3 0,1 1 164,-1 2 0,3 2 7,0 4 0,-1 1-25,0 1 1,0 3-257,1 4 1,-2-4-139,-5 1 0,1-3-200,0 3 1,-3-2-511,0 2 1,-4-2-33,1-4 0,-2-3-1804,-1-1 2612,0-3 0,0-9 0,0-8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6:53.055"/>
    </inkml:context>
    <inkml:brush xml:id="br0">
      <inkml:brushProperty name="width" value="0.08571" units="cm"/>
      <inkml:brushProperty name="height" value="0.08571" units="cm"/>
      <inkml:brushProperty name="color" value="#004F8B"/>
    </inkml:brush>
  </inkml:definitions>
  <inkml:trace contextRef="#ctx0" brushRef="#br0">284 353 7773,'-9'-14'0,"0"2"555,0 2 1,-1 2-117,-2-1 1,2 3-38,-5 0 1,0 4-233,-2-1 0,-2 2-57,-2 1 1,3 3-7,-3 0 1,5 4-178,2-1 1,3 2-263,-1 0 1,1 4 271,0 0 0,4 3-506,-2-4 1,6 4 241,0-3 0,2 1-376,1-1 324,0-3 0,5 4-2,4-4 1,1-3 175,4 0 1,2-4 104,5 1 1,-2-2 96,5-1 0,-4-3 0,4 0 0,-5-3 0,2 3 0,-5-4 135,-1 1 1,-4 1 485,4-1-5,-4 0 245,2-2 262,-9-1-221,0 4 1,-5 1-509,-2 4 1,2 1-181,-1 2 0,-2 2-230,1 4 0,-1 2-62,1 1 1,2 7-138,-2-2 0,1 6 91,-1-2 1,1 3-91,-4 0 1,3 4-47,-3 2 1,0-1-182,-2-2 1,-4-4 123,0 1 0,0-6 81,3 0 1,1-4 1186,-1-6-98,4-3-188,1-1 0,4-8-365,0-1 1,4-6 64,2-1 0,6-3-43,2 3 1,3-2-91,1 2 1,0-3-646,3 3 1,-2 1 316,5 2 0,-1 0-1394,0 0 1,2 3 384,-5 0 1,4 3 1104,-4-2 0,17-1 0,0-3 0</inkml:trace>
  <inkml:trace contextRef="#ctx0" brushRef="#br0" timeOffset="542">593 26 6938,'0'-6'1394,"0"0"-951,0 4 1,-1-2 15,-2 4 0,-1 1-111,-2 2 0,-2 5 20,2 4 1,-2 4-197,-1-2 1,1 4-107,-1 3 1,3 1-603,0 5 1,4-4 198,-1 1 1,2-2-98,1 2 1,4 0 0,2-3 0,3-4-414,3-6 1,1-2 492,5-3 1,-1 1 353,-3-4 0,19-28 0,0-9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6:52.166"/>
    </inkml:context>
    <inkml:brush xml:id="br0">
      <inkml:brushProperty name="width" value="0.08571" units="cm"/>
      <inkml:brushProperty name="height" value="0.08571" units="cm"/>
      <inkml:brushProperty name="color" value="#004F8B"/>
    </inkml:brush>
  </inkml:definitions>
  <inkml:trace contextRef="#ctx0" brushRef="#br0">97 53 7874,'-6'-8'0,"2"-1"187,0 0 0,1 3-119,3 0 236,0 4-230,0-6 0,1 7 30,2-2 1,1 2-155,5 1 1,0 0 80,0 0 1,3 0-100,0 0 0,3 0 72,0 0 1,-1 3-30,0 0 0,-2 3-109,3-3 0,-4 4 82,0-1 1,-2 2-94,-3 1 0,-2-1 90,-4 1 1,-1 0-145,-2 0 1,-3 1 125,-6 1 1,-1-1 193,-5 2 0,-3 1 185,-3-1 1,2 0-54,2 0 0,-2-2 137,2 2 0,-1-1-108,3 0 0,5-1-7,1 2 0,3-2-124,3-1 1,2-4 14,4 1 0,4-1-54,2 1 0,6 1-240,2-4 1,7 0 185,3-3 1,1 0-719,2 0 0,2 0-935,0 0 1,5 0 1594,-2 0 0,30-16 0,8-3 0</inkml:trace>
  <inkml:trace contextRef="#ctx0" brushRef="#br0" timeOffset="205">512 336 8214,'-6'3'994,"1"0"1,3 4-741,-1-1 0,-1 1-115,1 2 0,-3 3-162,3 0 1,-4 3 18,1-4 0,1 2-133,-1-1 1,3-2-2017,-2 1 2153,3-1 0,13-9 0,9-2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01.626"/>
    </inkml:context>
    <inkml:brush xml:id="br0">
      <inkml:brushProperty name="width" value="0.08571" units="cm"/>
      <inkml:brushProperty name="height" value="0.08571" units="cm"/>
      <inkml:brushProperty name="color" value="#004F8B"/>
    </inkml:brush>
  </inkml:definitions>
  <inkml:trace contextRef="#ctx0" brushRef="#br0">9 177 7730,'0'-5'881,"0"1"0,0 3-661,0-2 6,0 2-226,0-3 0,4-3 0,1-3 0</inkml:trace>
  <inkml:trace contextRef="#ctx0" brushRef="#br0" timeOffset="117">1 45 7730,'0'-9'142,"0"0"1,0 3-294,0 0 0,0 3-748,0-3 162,0 4 737,0-1 0,0 3 0,0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01.022"/>
    </inkml:context>
    <inkml:brush xml:id="br0">
      <inkml:brushProperty name="width" value="0.08571" units="cm"/>
      <inkml:brushProperty name="height" value="0.08571" units="cm"/>
      <inkml:brushProperty name="color" value="#004F8B"/>
    </inkml:brush>
  </inkml:definitions>
  <inkml:trace contextRef="#ctx0" brushRef="#br0">1 35 7730,'4'-4'-56,"0"-1"0,-1-1-8,0 0 1,1 4 277,-1 0 1,2 0-46,4-1 0,1 2 169,1-2 0,-1 3-219,2 3 1,1-1-34,-1 3 0,1 1-8,-4 3 0,1 1-89,-7 2 1,3-1-91,-3 3 0,-1-2-42,-5 3 0,-2-3-47,-4 2 1,-1-3-8,-2 1 0,2 1-110,-5-2 0,4 1-27,-1-3 1,3-3-103,0 0 0,0-1 436,0 1 0,4-2 0,2-1 0,10-6 0,3 2 0</inkml:trace>
  <inkml:trace contextRef="#ctx0" brushRef="#br0" timeOffset="196">18 220 7577,'0'-4'1450,"0"0"-1221,0 4 1,5 0-111,4 0 1,1 0-117,4 0 0,1 0-201,3 0 1,0 0-447,-1 0 0,1 1 644,-1 2 0,17 5 0,3 6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00.220"/>
    </inkml:context>
    <inkml:brush xml:id="br0">
      <inkml:brushProperty name="width" value="0.08571" units="cm"/>
      <inkml:brushProperty name="height" value="0.08571" units="cm"/>
      <inkml:brushProperty name="color" value="#004F8B"/>
    </inkml:brush>
  </inkml:definitions>
  <inkml:trace contextRef="#ctx0" brushRef="#br0">9 169 7721,'-1'-8'0,"-2"2"0,2-2 0,-3 6 314,4-4 573,0 4-234,0-2-139,0 4 0,1 8-369,2 4 0,-2 0-96,2 0 1,2-2-85,1 2 1,-2-1-356,-1 4 0,1-5-367,-1 2 1,3-2 402,-3-1 1,1 0-392,-2-1 0,0 0 179,4-2 566,-4 2 0,10-19 0,-2 0 0</inkml:trace>
  <inkml:trace contextRef="#ctx0" brushRef="#br0" timeOffset="257">124 10 7852,'0'-5'1016,"4"1"-998,2 4 0,2 4 292,1 2 0,2 3-95,1 2 0,3 3 0,-3 4 0,2-1-174,-2 1 0,3 1-262,-3 1 0,-2 0 30,-4 3 1,1-3-258,-4 1 1,0-1 447,-3-2 0,-20 5 0,-4-4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04.789"/>
    </inkml:context>
    <inkml:brush xml:id="br0">
      <inkml:brushProperty name="width" value="0.08571" units="cm"/>
      <inkml:brushProperty name="height" value="0.08571" units="cm"/>
      <inkml:brushProperty name="color" value="#004F8B"/>
    </inkml:brush>
  </inkml:definitions>
  <inkml:trace contextRef="#ctx0" brushRef="#br0">193 105 7881,'4'-11'0,"0"1"164,0 0 1,-3 1 818,1 1-624,-1 0 1,-1 0 221,0 0-220,0 0 1,-1 1-165,-1 1 1,-3 2 26,-3 1 1,-3 2-79,1-1 1,-5 1-102,2 1 0,-2 3 98,-1 3 0,0 1-119,-1 1 0,4 3-83,0 3 0,2-2-196,-2 2 0,3-1-196,-1 3 1,6 0 53,2 0 0,2 0-114,1-3 1,0 1 184,0-3 1,4 0-85,1-3 0,5-4 128,1-1 0,3-2 98,-1-1 1,2-1 178,-2-2 0,2-2-48,-1-6 1,0 2 169,-1-2 1,0 2-58,-3 1 0,-1-2 122,2-1 0,-2 0 20,-1 3 1,-3 1 431,1 2-287,-4-2 84,1 6-195,-3-3 1,0 8-55,0 1 1,-3 3 10,1 3 0,-4-1-102,4 3 1,-2 3-124,1 3 1,3 2-16,-3-2 1,-1 3-235,2 0 0,-4 2 84,4 3 1,-2-5-77,1 2 0,0-5 55,-3 0 1,2-2 217,1-1 1,2-6 476,-1-2-203,1-6 1,1 1 364,0-6 0,1-1-394,1-4 0,3-3 22,3 0 1,1-3 88,2 1 0,0 0-191,3 0 1,1 2-310,-2-2 0,3 2-302,3-2 1,-1 3-608,3-1 0,-2 3 667,2 3 1,-2-2 385,3 5 0,-1 17 0,3 7 0</inkml:trace>
  <inkml:trace contextRef="#ctx0" brushRef="#br0" timeOffset="491">531 370 7881,'0'-5'377,"0"0"52,0-1 421,0-2-183,0 0-394,0 0 0,0 4-84,3 1 0,-1 0-133,3 0 1,-2 0 124,2 3-250,1 0 0,2 0-211,0 0 1,0 0 221,0 0 0,0 0-79,0 0 1,0 1-82,0 2 1,-3-1 11,1 3 0,-1-2 104,3 2 1,-3 0 58,1 3 0,-4-2 47,0-1 0,-1 0 9,-1 3 1,0 0 27,0 0 1,0 1 127,0-1 1,-3 0-104,-3 0 1,2 0 124,-2 0 0,1 0 12,-3 0 0,0-1-32,0-2 0,-3 2 97,1-1-76,-1 1 0,3 1 115,0 0 1,0-4 187,0-1-266,3 2 1,-1-4 123,3 5-179,1-4 1,2 1-192,3-3 1,2 0-107,3 0 0,2 0-273,1 0 0,3 0 130,0 0 1,2 0-227,3 0 1,-2 0-227,1 0 1,-1 0-1598,-1 0 2315,0 0 0,11-3 0,3-2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07.881"/>
    </inkml:context>
    <inkml:brush xml:id="br0">
      <inkml:brushProperty name="width" value="0.08571" units="cm"/>
      <inkml:brushProperty name="height" value="0.08571" units="cm"/>
      <inkml:brushProperty name="color" value="#004F8B"/>
    </inkml:brush>
  </inkml:definitions>
  <inkml:trace contextRef="#ctx0" brushRef="#br0">0 49 9131,'4'-5'671,"1"3"1,2 1-432,2 1 1,2-3-27,3 0 1,2 1-242,2 2 0,0-1-272,4-2 0,-4 2 332,0-1 0,-1 0-33,-1-1 0,0-5 0,0-4 0</inkml:trace>
  <inkml:trace contextRef="#ctx0" brushRef="#br0" timeOffset="174">8 145 8187,'0'-4'1448,"4"-2"-822,1 3 1,3 0-501,3 3 1,3 0 30,4 0 1,5 0-1242,4 0 0,3-1 119,-3-1 965,-4 1 0,11-17 0,0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07.033"/>
    </inkml:context>
    <inkml:brush xml:id="br0">
      <inkml:brushProperty name="width" value="0.08571" units="cm"/>
      <inkml:brushProperty name="height" value="0.08571" units="cm"/>
      <inkml:brushProperty name="color" value="#004F8B"/>
    </inkml:brush>
  </inkml:definitions>
  <inkml:trace contextRef="#ctx0" brushRef="#br0">97 0 7867,'-11'0'234,"1"0"-73,0 0 1,1 0 331,1 0 1,0 2-315,0 4 1,2-1-235,1 6 0,1 1 97,-2 2 0,0 1 25,3 1 1,1 3-164,2-1 0,1 1-146,1-3 0,4 1-184,4 2 0,3-3 14,3 0 0,3-3-273,-1-2 1,5-5 684,-2 2 0,2-5 0,19-14 0,5-6 0</inkml:trace>
  <inkml:trace contextRef="#ctx0" brushRef="#br0" timeOffset="197">306 81 7829,'0'-5'75,"0"1"101,0 1 109,0 2 0,4 4-250,1 5 0,-1 3-17,2-1 1,-2-1-347,2 2 0,1-1-78,-2 1 0,1-2-208,0 1 1,1 2 613,-2-1 0,13-4 0,4-4 0</inkml:trace>
  <inkml:trace contextRef="#ctx0" brushRef="#br0" timeOffset="439">403 8 7867,'0'-4'178,"0"0"0,0 4 397,3 0 1,2 1-270,3 2 0,3 1-112,3 5 1,1 2-46,1 3 1,-1 1-152,-2 1 0,2 1-46,-5 2 0,1-2-192,-3 5 1,-3-2-350,-3 2 0,-1-3 86,-1-2 0,-3-1 503,-3 0 0,-8-4 0,-3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09.665"/>
    </inkml:context>
    <inkml:brush xml:id="br0">
      <inkml:brushProperty name="width" value="0.08571" units="cm"/>
      <inkml:brushProperty name="height" value="0.08571" units="cm"/>
      <inkml:brushProperty name="color" value="#004F8B"/>
    </inkml:brush>
  </inkml:definitions>
  <inkml:trace contextRef="#ctx0" brushRef="#br0">1 499 7858,'0'-8'40,"0"3"60,0-2-40,0 3-209,4-1 1,-1 1 145,2 1 1,3 2 24,-3-2 0,2 2 5,1 1 0,0 0-11,0 0 0,0 3 13,0 0 1,-2 3-157,-1-1 0,-2 3-13,2 0 0,-3 0 45,1 0 1,0 2-57,0 1 0,-1 3 65,-2 0 1,0-2-20,0 2 1,0-2-7,0 2 1,0 1-7,0-2 0,0 0 63,0 0 0,0-2 54,0 2 0,1-5 0,2 3 0,-1-7 0,3 1 0,1-1 0,2-1 0,0 0 0,3-3 0,-2-4 0,2-1 0,0-2 0,0-1 0,3-1 0,-4-2 0,1 2-33,-3-2 1,1 0 0,2 0 1,-5 0 136,2 3 1,-3 0-52,1 0 0,0 0 9,-3 0 0,0 0 103,0 0 27,-2 0-167,2 3-159,-3 2 3,0 3 0,0 6 87,0 2 0,0 2 36,0-2 0,0 1-16,0 2 0,1-2 15,2 1 1,-1 2 3,3-1 1,0-1 65,3-5 1,3 2 147,0-2 1,2-1-13,-2-1 1,4-2 161,1-1 1,0-1 247,3-2 0,-2-2-123,-1-6 0,-2-2 66,-1-3 0,-3-2-174,0-1 0,-4 0-112,-3 3 1,-3-3-126,0 0 0,-3 1-176,-3 2 1,-3 0-167,-2 3 0,-2 2-423,2 6 1,0 1-1978,3 4 2602,4 0 0,4 8 0,4 0 0</inkml:trace>
  <inkml:trace contextRef="#ctx0" brushRef="#br0" timeOffset="2126">660 692 7858,'0'-6'-334,"0"1"1270,0-1-626,0 2-52,0 0-137,0 4 0,4 0-12,1 0 1,2 0-73,1 0 0,3 0 57,0 0 0,3 3-17,-1 0 1,2 2-55,-2-2 1,1 2-176,-3-2 0,0 3-82,-3 0 0,-1-2-40,-2 1 255,-1 1 0,-4 2-11,0 0 1,-6 0-8,-2 0 1,-6 0 58,1 0 1,-2-3 297,-2 1 0,1-1 36,0 3 0,1-3 157,2 1-232,-2-1 1,6 2-129,-2-1 0,5 0 66,0-3 28,5 3-193,-3-2 0,8 1-7,1-3 1,5 2-169,0-1 0,6-1-343,0-2 0,1 0-137,4 0 1,0 0-409,0 0 0,2 0 456,-1 0 1,1 0-228,1 0 780,-3 0 0,5-10 0,-1-4 0</inkml:trace>
  <inkml:trace contextRef="#ctx0" brushRef="#br0" timeOffset="2409">998 700 7858,'-5'-8'-74,"1"0"-150,1 3 1049,2-2 0,-2 5 365,3-3-660,0 3 0,0-1-195,0 6 0,0 1-90,3 4 0,2 1-69,3-1 0,-3 2-46,0 1 0,1 2-146,2-2 0,0 3-286,0-4 0,-3 5 329,1-2 1,-4-1 20,4 2 0,-4-4-15,4 0-33,-5-1 0,7-15 0,-4-4 0</inkml:trace>
  <inkml:trace contextRef="#ctx0" brushRef="#br0" timeOffset="3051">821 57 8105,'-8'0'654,"0"0"-441,0 0 1,0 0 73,0 3 1,0 2 111,3 3 0,-1 1-355,3 1 1,-2 0-11,2 4 1,0-1-118,3 3 1,0 0-85,0 0 0,4 0-279,1 0 0,5 0 174,1 0 0,6-3-148,-1-2 0,5-5 15,1-1 405,1-3 0,33-13 0,9-7 0</inkml:trace>
  <inkml:trace contextRef="#ctx0" brushRef="#br0" timeOffset="3259">1070 121 7913,'0'-8'1020,"0"0"-475,0 3-272,0 2 0,4 3-64,1 0 0,2 3-116,1 3 0,1 4-174,2 0 1,-2 4-180,1-4 1,-1 4-413,-1-4 1,0 5 237,0-2 1,0-1-957,1-2 1390,-1-1 0,-4-4 0,0-2 0</inkml:trace>
  <inkml:trace contextRef="#ctx0" brushRef="#br0" timeOffset="3510">1142 57 7913,'0'-13'313,"0"2"-56,4-1 0,0 4 416,4 0 1,4 3-124,1 5 0,6 1 12,3 2 1,1 4-231,1 4 1,0 3-34,0-1 1,-3 4 80,-3 1 0,-1-1-291,-4 2 0,-4-2-166,-4-1 0,-3 3-340,1 0 0,-3-2-725,-3-3 1,-2 1 635,-6-2 506,2-1 0,-10-4 0,2-4 0</inkml:trace>
  <inkml:trace contextRef="#ctx0" brushRef="#br0" timeOffset="4435">1769 434 7819,'1'-8'-32,"2"0"0,-1 4 31,3 1 0,-2 0 107,2 0 0,-2 0-112,2 3 0,0 1 53,3 2 0,1-1 53,-1 3 1,0 1-103,0 5 1,-1-1 46,-2 3 1,1 0-144,-3 0 0,0 2 129,-3-1 0,0 1-147,0 1 1,-4 0 102,-1 0 0,-2 0-25,-1 0 1,-4-3-101,-1-3 0,0 1 36,0-3 1,0 4-74,0-7 0,1 1-15,4-3 0,3-2-490,-1 2 680,1-3 0,15-17 0,4-6 0</inkml:trace>
  <inkml:trace contextRef="#ctx0" brushRef="#br0" timeOffset="4703">2051 442 7819,'4'-8'523,"2"3"-234,-3 0-306,0 3 1,-4-2 215,-2 4 1,-2 1 71,-6 2 0,1 1-110,-3 4 1,-1 0 0,-2 0 0,1 0 36,2 1 0,-2 1-26,5 1 0,-1 1-341,3-2 0,4 0 11,1 3 0,2 0-188,1 0 0,4 2 175,1-5 0,7 1-29,4-3 0,1 0-168,4 0 1,0-3-279,4-3 0,-1-1 285,0-1 1,0-1 360,0-1 0,-3-3 0,23-31 0,4-8 0</inkml:trace>
  <inkml:trace contextRef="#ctx0" brushRef="#br0" timeOffset="4852">2260 507 7819,'-5'0'2083,"2"1"-1552,3 1 0,0 0-98,0 3 0,0 1 49,0 2 0,3 1-241,2 1 0,3 0-39,0 4 0,1-1-272,1 3 0,-1 0-377,2 0 0,-2 0-1236,-1 0 1,-1 0 1682,-2-3 0,6 2 0,-2-2 0</inkml:trace>
  <inkml:trace contextRef="#ctx0" brushRef="#br0" timeOffset="5195">2702 603 7836,'2'-5'-575,"2"0"819,0 2 1,2-3 639,2 4 0,3-4-419,3 4 1,5-1 23,2 3 1,2-3-221,1 1 0,3-1-124,0 3 1,0 0-404,-3 0 0,-4 0-148,-1 0 0,-3 0-1460,-2 0 1312,-3 0 0,-4-1 554,-1-2 0,-13-5 0,-7-4 0</inkml:trace>
  <inkml:trace contextRef="#ctx0" brushRef="#br0" timeOffset="5394">2879 491 7836,'0'-8'510,"0"0"172,0 0 871,0 3-332,0 1-551,3 12 0,2-2-254,3 7 1,0-2-136,0 2 0,0 1-955,0 2 1,0 3 107,0-1 1,-3 1-185,1-3 1,-4-2 581,4 3 168,-1-7 0,-1 9 0,0-6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6.301"/>
    </inkml:context>
    <inkml:brush xml:id="br0">
      <inkml:brushProperty name="width" value="0.08571" units="cm"/>
      <inkml:brushProperty name="height" value="0.08571" units="cm"/>
      <inkml:brushProperty name="color" value="#004F8B"/>
    </inkml:brush>
  </inkml:definitions>
  <inkml:trace contextRef="#ctx0" brushRef="#br0">0 153 7866,'0'-8'-510,"0"0"0,0 0 902,0 0 1,0 3-101,0 0 0,3 2-46,0-3 0,0 2 127,0-1 0,-1-2-213,3 5 1,0-5-69,4 2 0,1 2 4,1 0 0,1-1-160,-2 2 0,0-1 78,3 3 1,-3 0-159,1 0 0,-2 1 50,-1 2 1,-1-2 1,-1 5 1,0-1-39,-4 3 0,1 3 101,-3-1 1,0 1-22,0-3 0,0 3-80,0 0 1,1 2-128,2-2 1,-2 2 57,5-2 0,-1 2-125,3-2 1,-2 2 51,3-2 0,-3 0 44,4-3 0,2-1 74,-1-2 1,2-1 183,-2-4 0,1 0-94,-2 0 0,0 0 91,3 0 1,-3-4 6,1-1 1,-2-2-59,-1-1 1,-3 0 176,1 0 1,-2 0-10,2 0 0,0 0-35,-4 0 1,2 0-31,-1 3 0,-2-2-2,1 2 1,-1-3 298,-1 0-404,0 4 15,0 0 30,0 4 0,3 1-103,0 2 1,0 1 24,0 1 0,0 2 61,3-2 1,1 5-21,-2 1 1,2-2 64,1-1 1,0-4 3,0 7 0,3-6 40,0 3 0,2-6 170,-2 1 1,3-2-37,0-1 0,1 0 142,1 0 1,-1-6 93,-1-2 1,-2-6-95,-1 1 1,-3-2-138,0-1 0,-1-1-77,-4-2 1,-1 1-153,-2-4 0,-4 5-266,-4-2 1,-1 2-558,-4 1 0,-1 3 365,-2 3 459,4 1 0,11 15 0,6 4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7.110"/>
    </inkml:context>
    <inkml:brush xml:id="br0">
      <inkml:brushProperty name="width" value="0.08571" units="cm"/>
      <inkml:brushProperty name="height" value="0.08571" units="cm"/>
      <inkml:brushProperty name="color" value="#004F8B"/>
    </inkml:brush>
  </inkml:definitions>
  <inkml:trace contextRef="#ctx0" brushRef="#br0">9 73 7557,'0'-8'-673,"0"3"1065,0-1 1,-1 4-5,-2-4 0,2 4 103,-1-4-283,1 1 1,1 0 13,0-1 0,1 4-35,1-4 0,0 4 1,3 0-15,1-3 1,2 4-91,0-1 0,0 1 36,0 1 0,0 0-12,0 0 0,0 2-97,0 1 1,0 3-52,0 0 0,-1 1-126,-1 1 0,-3 1 60,-3 2 0,0-2-80,0 1 1,0 2 95,0-1 1,-3 2 7,-3-2 0,-1 2 129,-1-2 1,0-1-94,0-1 1,0-1 125,0 0 1,0 0-46,0 0 1,3-3 297,-1 0-216,1 1 167,0-2-64,2 3 237,3-6-237,3 3 0,3-4-205,4 0 1,-1 0-265,2 0 0,2 0 102,0 0 1,0 0-157,0 0 0,0-1-186,3-2 0,-2 2-452,-1-1 0,1-2 399,2 1 1,0-2 542,0 2 0,7-6 0,2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7.471"/>
    </inkml:context>
    <inkml:brush xml:id="br0">
      <inkml:brushProperty name="width" value="0.08571" units="cm"/>
      <inkml:brushProperty name="height" value="0.08571" units="cm"/>
      <inkml:brushProperty name="color" value="#004F8B"/>
    </inkml:brush>
  </inkml:definitions>
  <inkml:trace contextRef="#ctx0" brushRef="#br0">21 48 7857,'0'-8'0,"0"0"0,0 0 118,0 0 1,4 3 236,1 3 0,0 0-311,0-1 1,0 2 35,3-1 0,0 2-112,0 2 0,3 3 126,0 3 0,0 0 0,-3 0 0,-1 0-111,-2 0 0,0 0-169,-3 0 1,-1 1 74,2 2 0,-2-2 64,-1 1 0,-4-1 78,-1-1 0,-2 0-24,-1 0 1,-1 0 7,-2 0 1,1 0 97,-3 0 1,3 0 186,-1 1 1,2-4-152,1 0 1,0 0 63,0 0 1,3 2 103,-1-1-68,5-3 1,1 3-113,5-3 1,6 1-2,2-2 1,3-1-646,3 2 1,2-2-225,6-1 0,2 0-1537,3 0 2270,-3 0 0,30-11 0,6-2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8.361"/>
    </inkml:context>
    <inkml:brush xml:id="br0">
      <inkml:brushProperty name="width" value="0.08571" units="cm"/>
      <inkml:brushProperty name="height" value="0.08571" units="cm"/>
      <inkml:brushProperty name="color" value="#004F8B"/>
    </inkml:brush>
  </inkml:definitions>
  <inkml:trace contextRef="#ctx0" brushRef="#br0">73 0 7824,'-6'0'-127,"1"0"1,0 0 1064,-4 0-639,1 0 1,0 4-39,0 1 0,1 3-85,2 3 1,-1-1-27,3 3 1,0 1-106,3 2 1,0 0-214,0 0 0,5 3-551,3-1 0,2-2 168,4-2 1,4-4-138,-2 0 0,4-1 688,-1-1 0,3-3 0,-4-3 0,26-26 0,3-7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8.553"/>
    </inkml:context>
    <inkml:brush xml:id="br0">
      <inkml:brushProperty name="width" value="0.08571" units="cm"/>
      <inkml:brushProperty name="height" value="0.08571" units="cm"/>
      <inkml:brushProperty name="color" value="#004F8B"/>
    </inkml:brush>
  </inkml:definitions>
  <inkml:trace contextRef="#ctx0" brushRef="#br0">1 25 7824,'0'-8'-704,"0"0"1271,0 3 6,0 2-428,3 3 0,2 0-59,3 3 0,0-1-88,0 3 1,-2 2-35,2 3 0,-4-1-219,4 2 1,-2-2 60,2-1 1,0 0-102,0 0 1,-1 0 294,-1 0 0,8-11 0,-1-2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8.770"/>
    </inkml:context>
    <inkml:brush xml:id="br0">
      <inkml:brushProperty name="width" value="0.08571" units="cm"/>
      <inkml:brushProperty name="height" value="0.08571" units="cm"/>
      <inkml:brushProperty name="color" value="#004F8B"/>
    </inkml:brush>
  </inkml:definitions>
  <inkml:trace contextRef="#ctx0" brushRef="#br0">0 48 7311,'0'-8'-1154,"0"0"1578,0 0 577,0 0 1,4 1-573,1 2 1,2 1-95,1 4 1,4 1-71,1 2 0,2 1-13,-2 4 1,2 1 26,-1 2 0,1-1-232,1 3 0,-4 0-204,-1 3 1,-3 1-155,-3-1 1,-1 2-551,-4-2 0,0 1-510,0-3 1371,-4 1 0,-11-6 0,-6-2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9.319"/>
    </inkml:context>
    <inkml:brush xml:id="br0">
      <inkml:brushProperty name="width" value="0.08571" units="cm"/>
      <inkml:brushProperty name="height" value="0.08571" units="cm"/>
      <inkml:brushProperty name="color" value="#004F8B"/>
    </inkml:brush>
  </inkml:definitions>
  <inkml:trace contextRef="#ctx0" brushRef="#br0">23 73 8001,'0'-11'0,"0"-2"588,0 1 0,0 0-315,0 4 0,0 3-58,0-1 0,1 4-56,2 0 1,1 1-88,4 1 0,3 1 95,0 1 1,2 4-126,-2 4 1,1 2 1,-2 1 0,-1 3 1,2-3 1,-2 5-131,-1 1 0,-4-1-20,-1-1 0,-2-1-9,-1 0 1,-4 0-35,-1 0 1,-5-3-153,0 1 0,-5-5-29,2 2 1,-2-3-135,-1-2 0,0-3-96,3-3 1,1 0-264,4 0 822,0 0 0,4-1 0,1-1 0,20-21 0,5-7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9.587"/>
    </inkml:context>
    <inkml:brush xml:id="br0">
      <inkml:brushProperty name="width" value="0.08571" units="cm"/>
      <inkml:brushProperty name="height" value="0.08571" units="cm"/>
      <inkml:brushProperty name="color" value="#004F8B"/>
    </inkml:brush>
  </inkml:definitions>
  <inkml:trace contextRef="#ctx0" brushRef="#br0">105 40 7832,'7'-8'530,"-2"0"-321,-1 0 1,-4 3 142,0-1-189,0 5 0,-4-3 0,-1 4 1,-3 3 33,-3-1 0,1 5-27,-3-2 1,3 3-35,-1 3 0,2-2-89,1 1 0,0 3 66,0 0 0,4 0-129,1 0 1,0 0-64,0 0 1,0 1-37,3-3 0,3 2-138,0-2 0,3 0-37,-1-3 0,3-1-180,3-2 0,-1 2 51,3-5 1,1 1-252,2-3 0,0 0 384,0 0 0,3-1 286,-1-1 0,1-3 0,8-14 0,2-2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19.879"/>
    </inkml:context>
    <inkml:brush xml:id="br0">
      <inkml:brushProperty name="width" value="0.08571" units="cm"/>
      <inkml:brushProperty name="height" value="0.08571" units="cm"/>
      <inkml:brushProperty name="color" value="#004F8B"/>
    </inkml:brush>
  </inkml:definitions>
  <inkml:trace contextRef="#ctx0" brushRef="#br0">9 33 7832,'-5'-8'453,"2"2"751,3 1-791,0 3 0,0-2 389,0 1-743,3 2 1,2-3 112,3 4 1,-2 0-73,2 0 1,-2 4 34,5 1 0,-2 0-115,-1 0 0,1 1 25,2 2 0,-2 0-147,1 0 1,-3 0 11,-2 0 0,-2 1-80,2 1 1,-3-1-116,0 2 1,-1-2 119,-1-1 0,-1 3 63,-1-1 0,-3 1-4,-3-3 0,0-2-26,0-1 0,0 0-98,0 3 1,0-2-202,0-1 1,3-2-658,-1 2-209,1-3 1297,0 5 0,2-6 0,6 2 0,2-3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20.079"/>
    </inkml:context>
    <inkml:brush xml:id="br0">
      <inkml:brushProperty name="width" value="0.08571" units="cm"/>
      <inkml:brushProperty name="height" value="0.08571" units="cm"/>
      <inkml:brushProperty name="color" value="#004F8B"/>
    </inkml:brush>
  </inkml:definitions>
  <inkml:trace contextRef="#ctx0" brushRef="#br0">9 17 7832,'-1'-5'687,"-2"2"76,2-1 429,-2 3-119,3-3-477,3 4 1,5 0-181,2 0 1,2 0-61,-1 0 1,2 0-636,6 0 1,-1 0 31,3 0 0,-2 3-137,2 0 0,-3-1-253,1-2 0,-2 0-2005,-1 0 2642,-4 0 0,-4 4 0,-4 1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21.046"/>
    </inkml:context>
    <inkml:brush xml:id="br0">
      <inkml:brushProperty name="width" value="0.08571" units="cm"/>
      <inkml:brushProperty name="height" value="0.08571" units="cm"/>
      <inkml:brushProperty name="color" value="#004F8B"/>
    </inkml:brush>
  </inkml:definitions>
  <inkml:trace contextRef="#ctx0" brushRef="#br0">0 41 8116,'0'-6'1583,"0"1"-1398,0 3 0,2-4 157,4 3 1,0 1 145,7 2 0,2 0-154,3 0 0,6 0 78,6 0 1,2 0-790,3 0 1,-2 2-233,2 1 1,-3 1-508,-3-2 0,1-1 600,-6 2 0,-2-2-736,-6-1 1252,-3 0 0,-16-15 0,-7-2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21.271"/>
    </inkml:context>
    <inkml:brush xml:id="br0">
      <inkml:brushProperty name="width" value="0.08571" units="cm"/>
      <inkml:brushProperty name="height" value="0.08571" units="cm"/>
      <inkml:brushProperty name="color" value="#004F8B"/>
    </inkml:brush>
  </inkml:definitions>
  <inkml:trace contextRef="#ctx0" brushRef="#br0">9 24 7762,'-4'-8'571,"3"3"940,-2-1-402,3 5 87,0-3-785,3 11 1,2-1-56,3 4 0,-3 3-114,0 0 0,0 2 103,0 1 1,2 1-752,-1-1 1,-2 1-207,1 1 1,-2-1-620,2 2 1,-2 1 389,3-2 0,-2 1 841,1-3 0,24-10 0,2-4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21.838"/>
    </inkml:context>
    <inkml:brush xml:id="br0">
      <inkml:brushProperty name="width" value="0.08571" units="cm"/>
      <inkml:brushProperty name="height" value="0.08571" units="cm"/>
      <inkml:brushProperty name="color" value="#004F8B"/>
    </inkml:brush>
  </inkml:definitions>
  <inkml:trace contextRef="#ctx0" brushRef="#br0">17 37 7762,'-3'-8'0,"-1"0"0,0 0 0,2 0 1315,-1 4 0,3 5-420,0 7 1,1 1-271,1 4 1,2 1-182,1 5 1,2-1-49,-1 3 0,1 0-271,1 0 1,0 3-187,0-3 0,-1 2-3,-2 1 1,2 0-187,-5-3 0,1 1 77,-3-3 1,0 3-346,0-4 1,0-2 138,0-2 1,0-7 65,0 1 1,-1-5-64,-2-1 285,3-1 0,-4-2 203,4-1 0,0-3-114,0-3 0,0-1 92,0-1 1,0 1-41,0-2 1,0-1-40,0 2 0,0-1-42,0 3 1,4-3 43,1 0 0,2 1-239,1 2 0,0 0 8,0 0 1,4 2 3,1 1 1,2 2 80,1-2 0,3 3-17,0-1 1,3 3 73,0 3 1,0 1 18,0 5 0,-3-1 132,-3 0 1,-1 2-81,-1 1 1,-3 1 44,-3-2 0,-3-1 9,-2 2 1,-6-2 169,-2-1 0,-6 0-126,-3 0 0,-2-1-18,-2-1 0,-3-3-320,-3-3 1,1 0-399,1 0 1,0 0-1123,3 0 1765,4 0 0,11-21 0,4-6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22.138"/>
    </inkml:context>
    <inkml:brush xml:id="br0">
      <inkml:brushProperty name="width" value="0.08571" units="cm"/>
      <inkml:brushProperty name="height" value="0.08571" units="cm"/>
      <inkml:brushProperty name="color" value="#004F8B"/>
    </inkml:brush>
  </inkml:definitions>
  <inkml:trace contextRef="#ctx0" brushRef="#br0">81 16 7766,'-4'-4'-674,"0"-3"1,-4 5 2066,0 0 1,0 2-554,0 3 0,0 4-464,0 4 1,0 4-76,3 1 1,-1 1 66,3 4 1,0 1-297,3 2 0,4 0-138,1 0 0,5 0-271,1 0 1,3-3-481,0-3 1,1-1-818,1-4 0,3-1 1634,-1-4 0,8-22 0,-1-5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25.532"/>
    </inkml:context>
    <inkml:brush xml:id="br0">
      <inkml:brushProperty name="width" value="0.08571" units="cm"/>
      <inkml:brushProperty name="height" value="0.08571" units="cm"/>
      <inkml:brushProperty name="color" value="#004F8B"/>
    </inkml:brush>
  </inkml:definitions>
  <inkml:trace contextRef="#ctx0" brushRef="#br0">89 137 7641,'0'8'172,"4"0"1,-3 0-191,5 0 0,-4 0-240,4 0 1,-2 3-372,2-1 0,1 0 629,-2-4 0,2 1 0,15-6 0,4 2 0</inkml:trace>
  <inkml:trace contextRef="#ctx0" brushRef="#br0" timeOffset="352">218 16 7799,'4'-5'278,"0"0"32,-1 2 1,-1 0 24,3 3 0,2 0-19,3 0 1,3 1 176,3 2 1,1 4-220,2 3 1,0 6-69,3 0 1,-3 1-113,-3 4 0,-2 1-269,-1 2 0,-6-3-813,1 1 0,-5-5 212,0 2 0,-6-2-965,-2-1 1741,-2-3 0,-12-5 0,-3-5 0</inkml:trace>
  <inkml:trace contextRef="#ctx0" brushRef="#br0" timeOffset="1208">25 88 7799,'-3'-8'44,"-1"0"1,1 0 301,-1 0 1,-1 3 380,2 0-204,1 3 0,2-2 318,0 4-578,3 0 0,2 3-14,3 0 1,-3 4 1,0 1 0,1 1-64,2 4 0,0 0-78,0 0 1,0 2 10,0-1 0,3 1-163,-1 1 0,1 0 157,-3 0 0,1-1 25,2-1 0,-2 0-657,1-3 1,-1-1 265,-1-2 0,-2-1-74,-1-1 265,-3-3-28,1-3-88,-3 0 90,0-3 1,-1-2 85,-1-3 1,0 3 8,-3 0 0,3-1 147,-1-2 0,0 0-22,0 0 1,-2 0-24,2 0 1,-3-1-21,0-2 0,-1 2 138,-1-1 0,3 1-56,-1 1 0,1 0 123,-3 0 1,0 0-140,0 0 1,3 2 95,-1 1 1,4 2-317,-4-2-49,4 3-270,-1-1 317,3 3 1,1 0-284,1 3-47,3 2 0,3 5-503,0 1 0,0 0 311,0-3 588,0 0 0,7 11 0,2 2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29.545"/>
    </inkml:context>
    <inkml:brush xml:id="br0">
      <inkml:brushProperty name="width" value="0.08571" units="cm"/>
      <inkml:brushProperty name="height" value="0.08571" units="cm"/>
      <inkml:brushProperty name="color" value="#004F8B"/>
    </inkml:brush>
  </inkml:definitions>
  <inkml:trace contextRef="#ctx0" brushRef="#br0">105 25 7858,'-5'-7'0,"0"1"571,2 0-580,0 5 289,3-3 131,0 4-248,3 0 0,2 1 12,3 2 0,3-3-3,-1 3 1,4-1-11,-3 1 0,3-3-36,-1 3 0,0-1-100,0 1 1,-3-2-82,1 1 0,-2 2 21,-1-2 1,0 1-33,0-3 296,-4 4 21,3-3-57,-6 6 13,3-6 2,-4 6 0,0-5-1,0 3 22,0 0 0,-3 6-121,0 0 0,1 0-97,2 0 0,-3-1 44,0 3 1,1 2-108,2 3 1,-3 2 46,0 1 1,1 3-81,2-3 0,0 5 47,0 1 0,0 2-136,0-2 0,-3 0-6,0-3 0,1 0 51,2 0 1,0 0 49,0 0 1,-3 0-22,0-3 0,0 1-8,0-3 1,2 5 27,-2-2 0,0 0-1,0-3 1,0-1 26,0 3 0,1 0 7,-3 0 1,2 0 14,-2-3 0,3 0 86,-1 4 1,0-2 11,0 2 0,-2-2-19,2-1 1,0-2-29,3 2 0,-2 1-13,-1 2 0,0-3-1,3 0 1,0-1-24,0 1 1,0-2-3,0 1 0,0-1 12,0-1 1,-1 1 18,-1 2 1,1-2-1,-2 2 0,2-2 10,1-1 0,-1 0 5,-1 0 0,1 0 10,-2 0 0,2-2 12,1-1 1,0 0-129,0 3 0,0 0 74,0-3 0,0 1-3,0-3 0,0 1-38,0-2 1,0-1-12,0 2 1,0-2 4,0-1 1,0 0-15,0 0 1,0 0 5,0 0 26,0 0 0,0 0 33,0 0 1,0-2 8,0-1 1,0-2-2,0 2 0,0-2 18,0 2 0,0-2 243,0 2-215,0-3 0,-2 5 109,-1-2 1,-1-1-115,2-1 1,0 0 16,-4 0 0,0 0-367,-5 0 0,3-2 2,-3 2 0,-2-2-125,0-1 1,-2 0-169,-1 0 0,0 0 593,3 0 0,5-15 0,4-3 0</inkml:trace>
  <inkml:trace contextRef="#ctx0" brushRef="#br0" timeOffset="864">258 531 7253,'-8'0'-1139,"0"3"1507,0 0 280,0 0 0,-1-3 15,1 0-503,0 0 0,3 0 244,0 0-51,3 0 59,-2 0-179,11 0 0,0 0-26,6 0 1,1 0-69,5 0 1,3 0-105,4 0 0,3 0 42,3 0 1,4 0 30,1 0 1,4 0 36,1 0 1,3 0-7,3 0 1,-3 0-172,-2 3 0,-6-1-186,-2 3 0,-6-3-743,-5 1 217,-7 1-598,-9-3 413,-5 3 300,-6-4 0,-2-1 629,-3-2 0,3 1 0,0-3 0,2 0 0,-2 0 0,-1-6 0,-2 2 0</inkml:trace>
  <inkml:trace contextRef="#ctx0" brushRef="#br0" timeOffset="1739">748 475 7759,'-8'0'-802,"0"0"1,3-2 1118,-1-1 0,2-1 2144,-2 2-1410,-1 1-224,6-3-690,-2 4 1,7 0 37,4 0 0,4 3-13,4-1 1,4 5-97,1-2 1,2 3-200,1 3 1,0-2-81,-3 2 1,1-3-313,-3 0 1,0 1 292,-3-1 0,-4 2-75,-4 1 1,-4 0 230,-4-3 1,-2 1 69,-3 1 0,-4-1 171,-7 2 0,-4-2-141,-1-1 1,0-1 115,0-1 1,3 1-44,-1-2 1,2-1 159,1 2 0,1-3 1,2 2-325,-3-3-610,7 1-41,-2-3-354,6 0 759,2 0 1,4-1 2,1-1 1,0-3 190,4-3 1,-4-1 68,4-1 0,-4-2 74,4-2 0,-5 0 351,2 3 1,-1-2 129,1 2 0,-3-3-173,3 1 0,-2 1-13,-1 1 1,0 0-96,0 0 0,-3 0-84,1 3 0,-2 3-16,1 0 1,3 2 127,-3-2-281,-2 3-151,4-2 0,-2 5 14,3 2 0,1-1 62,1 3 0,3-1-64,3 2 0,3 1-75,-1-2 0,5 2-52,-2 1 0,2 0 115,1 0 1,0-2 21,1-1 1,-2 0 92,-2 0 1,1 1 13,-3-3 1,0 2-105,-3-2 0,-3 0 317,1-3 757,-5 0-723,-8 0 1,0 0 76,-9 0 1,2 0-103,-2 0 0,0 1 47,-1 1 1,2-1-40,2 2 0,1-2 1,4-1 0,0 2-417,0 1-171,0 0 98,4 0 0,1-1 90,6 3 0,5-3-56,5 1 0,0-2 65,0-1 1,0 0-69,3 0 0,1 0 148,-1 0 1,-4 0-8,-1 0 0,-1 0 195,0 0 0,-3 0 238,1 0-71,-6 0 1,2 1-19,-4 1 0,-1-1 93,-2 2 0,-1-2-82,-4-1 0,0 3-8,0-1 1,-1 2-88,-2-2 0,2 0 13,-2 4 1,3-4-179,0 4 0,-1-5-119,1 2-312,4 2 313,-3-1 1,6 1-194,-2 1 207,2-4 113,5 1 0,0-3 48,4 0 0,0 0-93,1 0 0,-1-3 137,0 1 1,0-4-105,0 4 1,-3-2-145,0 1 0,-2 3-175,2-3-468,-3 2 116,2 1 560,-4 0 1,-29 11 0,-7 2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32.535"/>
    </inkml:context>
    <inkml:brush xml:id="br0">
      <inkml:brushProperty name="width" value="0.08571" units="cm"/>
      <inkml:brushProperty name="height" value="0.08571" units="cm"/>
      <inkml:brushProperty name="color" value="#004F8B"/>
    </inkml:brush>
  </inkml:definitions>
  <inkml:trace contextRef="#ctx0" brushRef="#br0">-259 582 7724,'0'-12'-1741,"0"3"2725,0-1 0,0 3-306,0 2 0,-1 1-259,-2-2 1,-1 0-204,-4 3 0,0 1-123,0 2 0,-4-3 47,-1 0 1,-2 1-105,-1 5 0,-1 2 18,-2 6 0,2-2-61,-2 2 0,5 1-229,0 2 0,5 1-10,-2 1 1,3 0-153,3 0 1,1 0 59,4 0 1,0-1-205,0-1 0,4 0 185,4-3 1,1-3 7,5-3 1,-1-3 216,3 1 1,0-2 111,0-1 0,0-4 134,-3-1 0,2-5-37,-1-1 1,-3 0 276,0 3 0,-3 0-59,-3 0 1,2 0 529,-1 0-220,-3 0 29,4 0-406,-6 4 0,6 1-103,-5 6 0,1 1-78,-3 4 0,0 6 33,0 3 0,0 4-180,0 0 1,0 3 26,0 0 1,0 3-163,0 3 1,0 0 30,0 0 0,-3-3-83,1-3 0,-5-3 711,2-2 0,1-6-10,2-2 446,-3-6 64,4-1 522,-2-4-1062,3-4 0,1 0-162,1-4 1,3 0-140,3 0 1,4 0-149,1-1 0,3 1-853,3 0 1,1 0-50,4 0 1,1 0-577,2 0 0,1 0 592,1 0 951,-1 0 0,-7-3 0,-2-2 0</inkml:trace>
  <inkml:trace contextRef="#ctx0" brushRef="#br0" timeOffset="642">-548 277 7827,'-5'0'1042,"2"0"162,3 0-1070,10 0 1,-3 0-76,10 0 1,0 0-120,5 0 0,2 0-309,3 0 1,-1 0 129,3 0 1,-1 0-209,-1 0 0,-2 0-387,-6 0 1,-4 0 833,-4 0 0,-9-11 0,-3-3 0</inkml:trace>
  <inkml:trace contextRef="#ctx0" brushRef="#br0" timeOffset="909">-331 188 7747,'-5'-1'255,"3"-1"141,-3 1-210,4-3 0,-2 4 29,6 0 0,4 1-1,4 2 1,3-1-20,0 3 1,1 0 12,1 3 1,-3 0-51,1 0 1,-4 0-124,0 0 1,-2 1-126,-2 2 0,-3-2 2,-3 2 1,-4 1 20,-4 2 1,-5-2-166,-6 1 1,-1-2-462,-4 3 1,3-4 319,3 4 373,4-5 0,10 7 0,5-4 0</inkml:trace>
  <inkml:trace contextRef="#ctx0" brushRef="#br0" timeOffset="1353">95 244 7863,'0'-8'1121,"0"4"0,-4 0-668,-1 4 0,-2 4-118,-1 1 1,0 3 41,-1 3 0,1 0-219,0 5 0,1-2 25,2 5 1,-1 1-183,3 2 1,1 0-250,5 0 0,1 1-565,4-2 0,4 2 30,1-2 0,3-4-304,0-4 1,1-3 555,1 1 1,-1-6 530,2-2 0,23-20 0,5-5 0</inkml:trace>
  <inkml:trace contextRef="#ctx0" brushRef="#br0" timeOffset="1576">320 333 6111,'-4'-5'1859,"3"2"1,-2 4-1405,3 1 1,1 4-242,1 4 1,0 0-105,3 4 1,0-4 102,0 4 1,0-1-13,-3 3 1,0-1 12,4-1 0,-4 0-1,4-3 1,-5 2-214,2-2 0,9-11 0,1-5 0</inkml:trace>
  <inkml:trace contextRef="#ctx0" brushRef="#br0" timeOffset="1810">360 261 7747,'0'-9'290,"0"5"1,3 0 450,3 4 1,1 0-181,1 0 0,4 5 70,1 3 0,5 4-207,1 4 0,-1 0-210,-2 0 1,1 3-128,-1-1 0,-1 5-273,-2-2 0,-4 0-485,-3 0 1,-5-1-43,2 2 0,-2-2-2101,-1-4 2814,-4-4 0,-7-7 0,-6-6 0</inkml:trace>
  <inkml:trace contextRef="#ctx0" brushRef="#br0" timeOffset="6131">2444 16 7838,'0'-4'583,"0"-1"-293,0 3-35,0 1 19,0-3-128,-3 4 1,1 0-53,-3 0 1,-1 0-13,-2 0 1,-1 0 2,-1 0 0,0 0 15,-3 0 0,2 0-68,-2 0 1,1 0 67,-1 0 1,-2 0-171,1 0 1,3 0 37,0 0 1,2 1 48,2 2 0,-1-2-6,0 1-170,3-1 81,2-1 945,3 0-634,0 4-93,0-3 18,0 2-8,0 1-104,0-3 0,0 3-17,0-1-74,0-2 0,-1 5 35,-2-4-5,2 5 1,-2-3 0,3 4 0,0 0 17,0 0 1,0 0-5,0 0 1,0 3-12,0 2 1,0 0-8,0 0 1,0 0 2,0 3 0,0 1-22,0 1 1,0-1-4,0 2 1,0 0-29,0 0 0,0 0-10,0 0 0,0-3 4,0 3 0,0-2-9,0 2 0,0-2 11,0 1 0,0-1-6,0-1 0,0 0 68,0 0 1,0 0-42,0-1 1,0-1 12,0-1 0,0 0-4,0 3 1,0-2 2,0 2 0,0-5-12,0 5 1,0-2-2,0-1 0,0 2-5,0-2 1,0 1 15,0-1 0,0 2-58,0-1 0,0-1 26,0 3 0,-3-5 1,0 5 1,1-2 12,2 2 1,-3 1-3,1 1 1,-1-4 53,3 2 0,-3-2 4,1 2 0,-2 0-17,1 0 0,3 0 13,-3 0 1,-1-1 78,2-2 1,-2 2-41,2-2 1,1 1 15,-2 0 1,2 1-13,1-2 0,-2-1 7,-1 1 0,0-2-28,3 2 1,0-2 3,0 2 0,-1-2-42,-1 2 1,1-1-4,-2 1 0,2 2-3,1-1 0,-1-2-10,-1 1 1,1 0 0,-2 3 0,2-1 77,1-1 1,-2 1 1,-1-2 1,0-1-2,3 1 1,-2 0 116,-1 0 0,0 2-104,0-2 0,2 0 19,-2 0 0,2-3-11,-2 4 0,2-4-60,-2 3 1,3-3-12,0 1 1,-3 0 9,0 0 1,1 2-120,2-2 1,0 2 83,0-3 0,-3 4-16,0-4 0,1 4 46,2 0 0,-3-3-12,0 0 0,0 0 35,0 0 0,2 2-34,-1-3 0,1 4 9,1-4 1,-3 1 59,1-3 1,-1 2 127,3 1 1,0 0-206,0-4 0,-3 2 0,1 2 0,-1-2-20,3 1 1,-1 0 51,-2 1 0,3-3-26,-3 3 1,1 0 24,-1 0 1,3 0-7,-3-3 1,2-1 27,1 1 1,-1 3 11,-1 0 1,1-1 0,-2-2 1,2 0 12,1 0 0,0 0-87,0 0 0,-3 0 16,1 0 1,-1 0-21,3 0 40,0 0 0,0 0-10,0-1-7,0 1 1,-2 0 4,-1 0 1,0 0 1,3 0 0,0-3 0,0 1 1,-1-2-11,-1 1 3,1 2 21,-3-2 0,4 0 12,0 0 0,0-3 42,-3 5-26,2-6 1,-3 4 64,4-3 46,0-1 0,0 4 11,0-3 191,0-1 462,0 3-265,0-1-143,0-2-228,4 3 0,0-4-54,4 0 0,0 0-105,0 0 1,0 0-50,0 0 1,3 0-276,-1 0 0,3 0-163,-2 0 0,2 0-424,-2 0 0,0-3-1404,0 0 2300,-2-3 0,-5-2 0,-5-4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42.251"/>
    </inkml:context>
    <inkml:brush xml:id="br0">
      <inkml:brushProperty name="width" value="0.08571" units="cm"/>
      <inkml:brushProperty name="height" value="0.08571" units="cm"/>
      <inkml:brushProperty name="color" value="#004F8B"/>
    </inkml:brush>
  </inkml:definitions>
  <inkml:trace contextRef="#ctx0" brushRef="#br0">1 84 8762,'0'-5'147,"0"-1"1,2 4-199,1-4 0,2 4 120,-2-4 1,3 4-93,-1-3 0,2 0 12,1 0 0,0-1-120,0 3 0,0-1-113,0 2 0,-3 1 31,1-2 1,-2 3 9,1 3 1,1 1 109,-3 4 1,0 1 1,-3 2 0,0 4-19,0 3 0,0 4 20,0-1 1,-1 2-5,-2 1 0,1 3 18,-3-1 1,3-2 12,0-3 1,1-4 28,1-1 1,0-1 86,0-5 0,0 1-77,0-3 0,3-4 84,3-1 0,1-2-96,1-1 0,2-4 15,1-1 1,0-2-56,0-1 0,-2-1 65,1-1 1,-1 0-4,-1-3 0,0 2 45,0-2 0,0 0 118,0-3 1,-1 1-99,-2 1 0,1 0 150,-3 4 1,2-3-88,-2 2 47,0 0-149,0 7-44,-2 0 0,2 5 50,-3 2 1,0 4-39,-3 4 0,2 2-24,-2-3 1,3 5-4,0-2 0,0 1-128,0-1 1,0 2 116,0-2 0,0 1-8,3 0 1,1-2 189,1-1 1,2-5-103,-2 2 1,3-3 133,3 0 1,-2-1 94,1-4 1,2-6 228,-2-2 0,3-6-78,-2 1 1,1-4 119,-2-2 1,-1-3-114,1 1 0,-2-2-28,-2-1 0,0 3-366,-3 0 1,0-3 60,0-2 1,-2 3-685,1 4 1,-1 3-321,-1 3-357,0-2 1285,-3 6 0,-2 15 0,-3 8 0</inkml:trace>
  <inkml:trace contextRef="#ctx0" brushRef="#br0" timeOffset="1835">517 274 9951,'0'8'191,"0"0"1,0 3-94,0-1 0,0 5-107,0-2 0,0 2-185,0 1 0,0 0 38,0-1 1,0 1-213,0 0 0,0-1 27,0-2 0,0-1-165,0-4 1,-3 0-89,0 0 0,1-3 594,2 0 0,0-3 0,10-23 0,3-10 0</inkml:trace>
  <inkml:trace contextRef="#ctx0" brushRef="#br0" timeOffset="2116">628 290 7795,'5'0'0,"0"0"0,-2 0 214,2 0 47,-3 0 0,1 1 13,-3 2 0,3-1 109,0 3 0,-1 0-119,-2 3 0,0 0-80,0 0 0,0 3-70,0 3 1,0 1-46,0 1 0,-2-1-158,-1 1 0,0 0 25,3 0 0,0-1-61,0-2 0,0 0-178,0-3 0,0-1-413,-3 2 1,2-5 192,-2-1 523,3-3 0,-4-9 0,0-6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46.420"/>
    </inkml:context>
    <inkml:brush xml:id="br0">
      <inkml:brushProperty name="width" value="0.08571" units="cm"/>
      <inkml:brushProperty name="height" value="0.08571" units="cm"/>
      <inkml:brushProperty name="color" value="#004F8B"/>
    </inkml:brush>
  </inkml:definitions>
  <inkml:trace contextRef="#ctx0" brushRef="#br0">87 8 7767,'4'0'-34,"0"1"101,-4 1 108,0-1 203,0 3-215,-4-1 1,0-1 29,-4 3 0,1 1-25,2 2 1,-5 0-50,2-1 1,-2 5 16,2 1 0,1 2-101,2 1 1,-1 0-150,3 0 1,-2 2 16,2 1 1,1 2-235,5-2 1,4-4-242,4-1 1,3-5 100,-1 2 1,1-1 62,-1-2 1,2-1 407,-1-4 0,22-16 0,6-1 0</inkml:trace>
  <inkml:trace contextRef="#ctx0" brushRef="#br0" timeOffset="240">262 119 7477,'3'-4'-160,"-2"0"0,3 4 1603,-1 0-1041,-2 0 0,2 1-155,-3 2 0,1 2-267,2 5 0,-2 0-200,1 3 1,-1 0-294,-1 0 1,0 2 169,0-2 1,1-1-277,2-2 1,-2-1 305,1-1 313,-1 0 0,3-11 0,0-2 0</inkml:trace>
  <inkml:trace contextRef="#ctx0" brushRef="#br0" timeOffset="491">333 16 7767,'8'-3'38,"0"0"0,0 0 446,0 0 0,-2 2-162,2-1 0,-2 2-41,5 2 1,0 4 115,0 4 1,2 0-201,-3 3 1,4 3-171,-4 3 1,1 0-93,-3 0 0,-3-2-262,0 4 1,-3 0-551,1 0 0,-3-2 271,-3-3 1,-1-3-556,-4 1 1161,0-5 0,-11-8 0,-2-6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48.670"/>
    </inkml:context>
    <inkml:brush xml:id="br0">
      <inkml:brushProperty name="width" value="0.08571" units="cm"/>
      <inkml:brushProperty name="height" value="0.08571" units="cm"/>
      <inkml:brushProperty name="color" value="#004F8B"/>
    </inkml:brush>
  </inkml:definitions>
  <inkml:trace contextRef="#ctx0" brushRef="#br0">0 484 7737,'0'-8'-186,"0"0"1,0 3 160,0 0 1,3 2 235,0-2-198,3-1 1,-2 1 71,4 0 0,-3 2-19,1-2 1,-1 3 81,3 0 1,0 1 9,0 1 1,0-3-274,0 0 44,0 1 0,-4 5-47,-1 3 1,0 1 127,0 1 1,0 0-117,-3 3 1,-3-1 78,0 3 0,-2 1-42,2 5 1,1-5 15,2 2 1,-3-2-128,0 2 1,1-1 1,2 1 1,0-1 64,0-2 1,0 2 32,0-5 0,0 1-21,0-3 172,0 0-107,0 0 1,1-4 12,1-1 0,3-3 34,3-3 1,0-1 130,3-4 0,-1 0-62,3 0 1,-3-3-20,0 1 1,0-5 93,1 2 0,-3 1-73,3-1 1,-2 0 4,-1 0 0,0-1-18,0 3 0,-3 1 7,0 2 0,0 0 4,0 0-7,-2 4-150,1 0 56,-3 4 1,2 4 20,-3 1 0,1 3 6,2 2 0,-2 0-1,1 3 0,-1-2-10,-1 2 1,3-2-4,0 2 0,-1-3 31,-2 0 1,4-1 4,1-1 0,-1 0 179,2 0 1,-1-1 39,3-2 0,0-1 58,0-4 1,2-1-45,1-2 1,2-1 159,-2-4 0,-1-4-108,-2-1 0,3-2 48,-1-1 0,-2 0-121,-2-3 0,-4 1 11,4-3 1,-5 0-430,2-3 1,-2 1-207,-1 2 0,0-1-452,0 4 0,0 0 109,0 5 0,1 2-1456,1 6 2183,3 1 0,17 29 0,4 6 0</inkml:trace>
  <inkml:trace contextRef="#ctx0" brushRef="#br0" timeOffset="817">588 659 7487,'8'-3'18,"0"1"0,-3-2 87,0 1 0,-2 2 207,2-1-252,0 1 1,3 1 83,0 0 1,0 0-126,0 0 1,-2 0-52,-1 0 1,-3 0 33,4 0 1,-4 3-100,0 3 1,-1 1 110,-1 1 0,-1 0-63,-1 0 0,-3 2 50,-3 1 0,0 2-146,0-2 0,-1 2-55,-1-3 1,1 4 53,-2-4 0,3 1-80,0-3 1,0 0-175,0 0 205,0 0-4,0 0 199,0-4 0,4 3 0,0-6 0,4 2 0,0-3 0,0-3 0,1 2 0,2-2 0,-3 2 177,3-2 106,2 2 1,-4-5 2,5 3 1,-4 0 81,4 0 0,-4 2-130,3-1 0,1 1 58,2 1 0,0-1-102,0-2 0,0 2 39,3-1 0,0 1-309,3 1 1,1 0-244,-2 0 1,1 0-373,-1 0 0,1 0 300,-3 0 1,0 2-494,0 1 884,-2 0 0,2-3 0,-3 0 0</inkml:trace>
  <inkml:trace contextRef="#ctx0" brushRef="#br0" timeOffset="1050">826 643 8117,'0'-5'1682,"0"-1"-979,0 5-61,0-3-447,0 11 0,3 1-120,-1 5 0,4 2-93,0-1 0,1-2-276,1 1 1,-3 0-189,0 3 0,1-3-609,2 1 0,-1-5 1091,-2 2 0,5-2 0,-1-1 0</inkml:trace>
  <inkml:trace contextRef="#ctx0" brushRef="#br0" timeOffset="1511">739 48 7853,'-8'-4'824,"0"3"0,1 1-405,1 5 0,0 3-146,4-1 0,-4 5-248,4 1 1,-1 2 61,3 1 1,0 1-179,0 1 1,3 3-200,-1 2 0,5-1-262,1-1 1,1-4 131,4 2 1,1-5-381,1-1 0,1-4 222,0-1 578,4-4 0,3-21 0,6-5 0</inkml:trace>
  <inkml:trace contextRef="#ctx0" brushRef="#br0" timeOffset="1717">929 127 7752,'0'-5'0,"0"-1"0,0 4 384,0-4 656,0 5-578,0-3 0,4 5-269,1 2 1,2 4-372,1 3 0,0 4-155,0 0 0,0 1-436,0 1 0,0-1 383,0-2 0,0 1-607,-1-4 993,-2 1 0,5-3 0,-1 0 0</inkml:trace>
  <inkml:trace contextRef="#ctx0" brushRef="#br0" timeOffset="1934">1016 16 8159,'8'-5'840,"0"-1"0,3 4-685,0 0 1,3 5 410,-1 5 1,4 4-253,2 4 0,2 0-235,-2 3 1,-2 1-368,-3 4 1,0 0-642,-4 0 1,0-1 685,-5-2 243,-1 2 0,-22-3 0,-4 4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51.907"/>
    </inkml:context>
    <inkml:brush xml:id="br0">
      <inkml:brushProperty name="width" value="0.08571" units="cm"/>
      <inkml:brushProperty name="height" value="0.08571" units="cm"/>
      <inkml:brushProperty name="color" value="#004F8B"/>
    </inkml:brush>
  </inkml:definitions>
  <inkml:trace contextRef="#ctx0" brushRef="#br0">1 398 7704,'0'-8'-104,"0"3"0,0-1 238,0 0 0,0 2-48,0-1 1,1 0 328,1 0-184,-1-2 1,5 2-271,-3-3 0,3 3-21,-1 0 0,0 2-22,0-2 0,1 3 42,5-1 0,-5 3-143,2 0 0,-2 0 74,2 0 1,-1 0-35,-2 3 1,-1 2 79,-4 2 0,3 2 2,-1 2 0,1-1-5,-3 3 0,0 0-44,0 3 1,0 0-12,0 0 1,0 0 62,0-1 0,0 1 4,0 0 0,1 0-59,1 0 0,0-1-8,3-2 0,-2-1 59,2-4 1,-2 0 61,2-1 0,1-2 0,2-3 0,-1-1 0,1-1 0,0-1 0,0-1 0,0-3 0,0-2 0,-1-2 0,-1-2 0,0 2 12,-4-1 0,4-3 77,-4 0 1,4-1-21,-4 1 0,2 0 7,-2 3 0,-1 1-19,2-2 73,1 3-80,-3 0 1,4 3-32,-3 3 1,-1 2-4,2 2 0,-2 0 57,-1 3 1,0 3-13,0 3 1,0 2-47,0-2 1,1 3 6,1-1 1,-1-1-31,2 2 0,-2-4 30,2 3 0,1-3-1,1 1 0,2-2 146,-2-2 0,2-2 183,1-3 1,3-1 1,-1-1 0,1-3 174,-3-2 1,3-5-152,-1-1 0,0-5 14,-5 0 1,1-3-266,-3 1 0,0 0 85,-3-3 1,0 0-1,0-3 0,0 4-628,0 1 0,0 3-859,0 3 0,0 1-86,0 4 1364,0 1 0,7 16 0,1 5 0</inkml:trace>
  <inkml:trace contextRef="#ctx0" brushRef="#br0" timeOffset="581">493 581 7705,'-4'-5'184,"3"1"321,-1 1-463,1 2 1,2-3 98,1 1 0,3 2-144,3-1 0,-2 1 24,2 1 1,-2 0 10,5 0 1,-3 0-17,0 0 1,0 0-204,0 0 1,0 2 98,0 1 1,-3 3-22,-3-1 1,-1 3-10,-1-1 0,-1 4-31,-1 0 0,-3 0 155,-3 0 1,-1-2 23,-1 5 0,0-5 156,-3 2 1,3-2-99,0-1 1,1 0 89,1 3 0,1-5 34,1 2-122,-1-2 0,7 2-55,-3 0 0,3-3 2,3-3 1,4 2-113,3-2 1,2 1-52,-2-3 0,3 0-263,2 0 0,1 0-17,0 0 0,-2-1-149,2-1 0,-5 1 555,2-2 0,0-1 0,10-11 0,6-7 0</inkml:trace>
  <inkml:trace contextRef="#ctx0" brushRef="#br0" timeOffset="790">747 588 7629,'4'0'335,"0"1"410,-4 2 0,1-2-249,1 1 0,0 2-204,3-1 0,-2 3-120,2-1 0,-2 5-221,2 0 1,-2 5-320,2-2 0,-3 2-166,1 1 1,0 0-607,0-1 1,-1 0 1139,-2-1 0,4 1 0,0-3 0</inkml:trace>
  <inkml:trace contextRef="#ctx0" brushRef="#br0" timeOffset="1198">660 41 7728,'-8'0'411,"0"0"0,2 1-43,1 1 1,0 3-2,-3 3 0,3 0-141,-1 3 0,4 1-39,0 4 1,1 1-81,1 1 0,0 3-169,0 3 0,3-3-60,3 0 0,4-3-320,4 0 0,1-1-536,0-1 1,1-5 313,0-3 1,0-1 663,0-4 0,10-22 0,4-7 0</inkml:trace>
  <inkml:trace contextRef="#ctx0" brushRef="#br0" timeOffset="1423">850 112 7728,'-4'-8'1222,"0"4"1,5 0-1061,2 4 0,1 5-50,4 3 1,0 0 1,0 2 0,0 2-129,0 2 1,0-2-192,0 1 1,0 1-508,-1 1 1,-1-2-376,-1-3 1,-2-1 1087,2-1 0,0-11 0,3-2 0</inkml:trace>
  <inkml:trace contextRef="#ctx0" brushRef="#br0" timeOffset="1970">1001 17 7752,'3'-5'0,"0"0"618,1 2 0,2 0-157,2 3 0,3 1-48,2 2 0,0 4-145,0 7 0,0 1-68,3 1 0,-3-1-103,1 1 0,-5 3-129,2-1 0,-6 4-115,-2 0 0,-2-3-350,-1 0 0,-1-3-700,-2 0 1,-2-1 170,-6-2 1026,2-1 0,-9-15 0,1-2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7:55.098"/>
    </inkml:context>
    <inkml:brush xml:id="br0">
      <inkml:brushProperty name="width" value="0.08571" units="cm"/>
      <inkml:brushProperty name="height" value="0.08571" units="cm"/>
      <inkml:brushProperty name="color" value="#004F8B"/>
    </inkml:brush>
  </inkml:definitions>
  <inkml:trace contextRef="#ctx0" brushRef="#br0">1 373 7674,'0'-5'-412,"0"0"0,0 2 512,0-2 0,0 2 408,0-2 1,0 2-217,0-2 0,0 2-163,0-2 0,0 2-145,0-2 0,2 2 84,1-2 1,3 2-134,-1-2 0,0 3 53,0 0 0,0 0-123,3-1 0,0 2 44,0-1 0,0 2-150,0 2 0,-3 0 99,1 3 0,-5 1 114,2 2 1,-2 2-1,-1 1 1,2 3-57,1-1 1,0 2-71,-3 1 0,1 0 31,1 0 1,-1 0-123,2-1 1,0 1 153,0 0 0,1-3-19,-2 1 1,-1-5 348,2 2-146,1-2 1,-2-2 23,3-2 1,-2-1-107,2-4 1,-2-4 142,2-1 0,0-2-111,3-1 1,0-1-14,0-2 1,0 0 58,0-2 0,0-1-12,0 3 0,-3-2-145,1 2 0,-4 1 32,3 2 1,-3 0-138,1 0 40,-2 0-221,2 4 267,-2 0 0,4 7 10,-3-1 0,-1 4 17,2 0 1,0 3-2,0 2 1,2 0-12,-2 0 1,0-1 71,0 3 0,-1-3 0,3 0 0,-1 2 0,2-2 0,1-2 0,-2-2 0,2-2 147,1 1 1,-3-1 214,1-4 0,-1-1 71,3-2 1,0-5 289,0-5 0,0-2-374,0-1 0,-4-1 42,-1-1 0,-2-1-140,-1-3 0,0-1-41,0 2 1,0 1 24,0-1 0,-3 3-726,0 0 1,1 4-2009,2 4 2499,0 5 0,21 12 0,5 6 0</inkml:trace>
  <inkml:trace contextRef="#ctx0" brushRef="#br0" timeOffset="492">532 500 7852,'4'-8'512,"0"0"1,4 4-210,0 1 0,0 2-109,0 1 1,-1 1-253,-2 2 0,2-1-129,-1 3 1,-3 0-140,0 3 1,0 3 210,0-1 1,0 2-30,-3-2 0,-4-1 18,-1 2 0,-1-2 97,0-1 0,-1 2 41,2 1 0,-2-1-85,-1-2 1,0 0 188,0 0 1,0 0 64,0 0 1,3 0 47,0 0 0,3-3 73,-1 0-197,3 1 1,0-1-140,0 0 1,3-3-187,2 1 0,5-2 93,1-1 0,2 0-131,-3 0 1,5-3-517,-2 0 0,2-3 171,1 1 603,-4 1 0,31-24 0,5-3 0</inkml:trace>
  <inkml:trace contextRef="#ctx0" brushRef="#br0" timeOffset="818">763 508 7681,'0'-8'112,"0"0"1,0 3 252,0 0 1,3 3-175,2-1 1,0 2-90,0 1 1,1 1-185,5 2 0,-2 1 68,1 4 1,-1 0-162,-1 0 1,0 0-52,0 0 0,-4 0 99,-1 0 1,1 0 24,-2 0 1,1 0 124,-3 0 0,-1 0 107,-2 0 0,0-1-35,-3 1 1,-1-2 209,2-1 0,-2 0-44,-1 3 1,0-3 453,0 1-373,0-1-297,0 3 0,4 0-166,1 0 0,3-3 63,3 0 1,1-2-152,4 2 0,4-3-281,1 1 0,2-2-539,1-1 1,2 0 1028,1 0 0,35-18 0,6-4 0</inkml:trace>
  <inkml:trace contextRef="#ctx0" brushRef="#br0" timeOffset="1227">636 56 7681,'0'-6'0,"0"2"429,3 0 139,-2-2 1,2 5-209,-6-1 0,1 2-57,-3 2 1,0 4-67,-3 4 1,2 0-94,1 3 0,2-2-94,-2 2 0,3 0-87,0 3 1,2 0-219,2 0 0,3 1 90,3 1 1,2-1-232,1 1 1,3-4-571,-1-4 1,2-1 315,1-1 0,0-1 7,0-2 643,3-1 0,12-25 0,6-6 0</inkml:trace>
  <inkml:trace contextRef="#ctx0" brushRef="#br0" timeOffset="1459">874 87 7681,'0'-10'244,"0"-1"1,0 3 1028,0 3-466,0 3-451,0-1 0,0 4-188,0 1 1,3 3 11,3 3 1,1 0-110,1 3 0,0-2-182,-1 1 1,1 2-205,0-2 0,0 4-207,0-4 1,0 2-664,0-2 0,-1-1 642,-2 2 0,2-2 543,-5-2 0,4-6 0,-1-2 0</inkml:trace>
  <inkml:trace contextRef="#ctx0" brushRef="#br0" timeOffset="1701">953 0 7681,'8'0'271,"3"0"141,-1 0 1,2 0 40,-2 0 1,3 1 248,3 2 0,-1 1-95,1 4 1,3 3 152,-1-1 1,1 7-232,-3-1 1,-1 4-310,-2-1 0,-2 0-304,-6-1 1,-1 0-397,-1 3 1,-2-3-689,1 0 0,-1-2 1168,-1-2 0,-21 1 0,-5-3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8:04.398"/>
    </inkml:context>
    <inkml:brush xml:id="br0">
      <inkml:brushProperty name="width" value="0.08571" units="cm"/>
      <inkml:brushProperty name="height" value="0.08571" units="cm"/>
      <inkml:brushProperty name="color" value="#004F8B"/>
    </inkml:brush>
  </inkml:definitions>
  <inkml:trace contextRef="#ctx0" brushRef="#br0">17 89 7729,'-7'-3'-132,"1"-3"670,4-1-273,1 3 1,2 0-98,1 4 1,1 0-30,5 0 0,-2 0-125,5 0 0,-2 0 100,-1 0 1,1 0-72,2 0 0,-2 0-107,1 0 0,-1 1 39,0 2 1,-1-3-77,0 3 209,0-2 0,0 0 326,0 2-299,-4-2 31,4 2 224,-8-3-162,8 0-92,-8 0 0,4 1-42,-4 2 0,1-2-33,2 1 1,-2 0 68,1 1-142,-1-2 1,0 5 40,2-3 1,-2 0-12,1 0 0,-1-1 105,-1 3 0,3-2-13,0 2 1,-1 1-13,-2 2 0,0-3-11,0 0 0,0 1 1,0 2 0,0 3-44,0-1 1,0 2 13,0-1 0,1 0-14,2 3 0,-2 1-90,1-2 0,-1 3 58,-1 0 0,0 1-145,0 2 0,0-2 33,0 2 1,0 0 14,0 0 1,0 3-95,0-4 1,0 4 138,0-3 1,0 0-14,0 0 1,-1 1 47,-1 2 1,1-3 3,-2-3 0,1 1 13,0 2 1,1-2 23,-2 2 0,2-2-20,1-1 1,-3-2 11,1-1 0,-1 1-126,3 2 1,0 0 20,0 0 0,0 0-128,0 0 0,0 0 86,0 1 0,0-4 9,0 0 0,0 1 98,0 2 1,0-1 2,0-1 1,0 1-16,0-2 0,0 0 122,0 0 0,0-2-65,0 3 1,0-5-27,0 2 1,0 1 16,0-1 0,0 2-52,0-2 1,0 0-76,0 0 1,0-1 76,0 3 0,0 0-12,0 0 1,0 0 119,0-2 0,0-1-4,0 3 0,0-2-26,0 2 0,0-3-6,0 1 0,0-1 124,0 0 1,0 0-168,0 4 1,0-4 13,0 0 0,0 2-31,0-1 1,0 2-125,0-2 1,-3 1 7,1-2 0,-1-1 99,3 2 1,0-1 18,0 1 1,0-2 11,0 1 0,0 0-1,0 1 0,0-2 18,0 2 1,0-2 114,0-1 1,0 1-102,0 2 1,0-2 16,0 1 0,0 0-11,0 1 1,0-2-2,0 2 1,0 0-3,0 0 0,0 0-7,0-3 1,0 3-7,0-1 0,0 1 23,0-3 1,0 3 6,0 0 1,0-1 9,0-1 1,0 1 76,0 1 0,0 0 16,0-3 0,0 0-135,0 0 0,0 3 5,0-1 0,0 1 15,0-3 0,0 0-13,0 0 0,0 1-9,0-1 0,0 2-95,0 1 1,0 0 49,0-3 1,0 0-8,0 0 0,0 0 4,0 0 1,0 0 21,0 0 1,0 0 59,0 0 1,0 1-51,0-1 1,0 0 1,0 0 0,0 0 16,0 0 0,0 0 4,0 0 1,0 0-22,0 0 0,0-3-2,0 1 0,0-1 4,0 3 1,0 0-6,0 0 0,0-2 33,0-1 0,0 1-28,0 2-3,0 0 1,0 0 15,0 0-1,0 0 1,0 0-10,0 0 1,-1-1 114,-2-1 1,3-2-93,-3-1 374,2-2-77,-3 6-208,4-3 0,-7 2-62,5-1 0,-4-2 1,3 2 0,-3-3-13,1 1 1,0 0-96,0 0 0,-1 0-362,-5-3 1,1 0-707,-3 0 0,2-1-1818,-3-2 2936,5-1 0,-14-37 0,2-7 0</inkml:trace>
  <inkml:trace contextRef="#ctx0" brushRef="#br0" timeOffset="1983">509 436 7965,'1'-4'558,"1"1"0,-1 1-360,2-1 1,-2 2 162,-1-5-164,0 4 130,4-5-225,0 3 1,4-2 50,0 1 0,0 3-52,0 0 0,-2 1-32,-1 1 0,3 0-120,3 0 1,0 1-232,-3 1 0,0 3 61,0 3 1,-1 3-93,-2 3 1,2 1 114,-5 1 0,1 0 0,-3 1 1,-4 2 125,-1 3 0,-3-2 16,-3 2 0,1-4-36,-3 1 1,0-5 91,0-1 0,-1-3 94,3 1 1,0-2-90,3-1 1,0-3-185,0-3-152,3-1-62,-2-1 0,6-3 74,-1-3 1,2-4 12,2 0 1,2-2 305,1 1 0,2 2 0,-1-2 0,33-15 0,10-5 0</inkml:trace>
  <inkml:trace contextRef="#ctx0" brushRef="#br0" timeOffset="2257">807 412 7239,'0'-8'-846,"0"3"2521,0-2-875,0 3-441,-3-1 1,-2 2-146,-3 3 1,0 0-144,0 3 1,2 2 42,-2 3 1,1 1 35,-3 1 1,1 0-138,1 4 1,0-4 32,3 4 0,-1-2-167,3 2 1,-2 1 118,2-1 1,0-2-6,3 2 1,1-4 19,2 4 1,-1-4-99,3 0 0,1-3-165,2-2 0,1-3-75,1 1 0,-1-3-157,2 0 0,1 0 132,-2 0 1,4-2-294,-3-1 643,3-3 0,13-13 0,7-7 0</inkml:trace>
  <inkml:trace contextRef="#ctx0" brushRef="#br0" timeOffset="2499">936 517 7736,'4'-5'229,"-3"-2"0,3 6 387,-1-2 1,-1 3 433,3 0-451,-3 0 1,4 0-115,-3 3 0,2 3-147,-2 4 1,2 0-150,-2 4 0,0-1-145,-3 3 1,2 3-211,1 0 0,0 2-286,-3-2 1,1 3-594,1-4 0,-1 4 522,2-3 523,-2-4 0,-8 7 0,-2 0 0</inkml:trace>
  <inkml:trace contextRef="#ctx0" brushRef="#br0" timeOffset="3123">622 1461 7660,'5'-4'-341,"1"-1"0,0-3 576,1 0 1,-2 3 257,1 0 1,-1 3-245,3-1 1,0 2-120,0 1 1,3 0-112,0 0 1,0 0 92,0 0 1,-2 6-42,2 3 1,-2 1-145,-1 1 1,-4 2 43,-1 3 1,-2 0-36,-1 0 0,0 0 112,0 0 1,-4 3 1,-4 0 0,-1-1-42,-5-5 0,3 2-83,-2-1 0,3-2 34,-1-2 1,0-2-320,0-2-408,0 1-953,3-6 1721,4 2 0,11-24 0,6-6 0</inkml:trace>
  <inkml:trace contextRef="#ctx0" brushRef="#br0" timeOffset="3390">888 1461 7660,'-1'-5'150,"-2"2"0,2 2 322,-5 1 0,1 1-190,-3 2 1,-3 2 26,0 3 0,1 1-72,1 1 0,1 2-24,0 1 0,3 3-202,0-3 1,3 2 45,-1 1 0,2 1-20,1-1 0,1-1-69,2-2 0,2 2-332,6-5 1,-1 0-17,3-4 1,-2-3-379,2-3 0,1 0 253,2 0 1,-3 0-23,1 0 0,-4-3 527,0-3 0,-1-1 0,3-12 0,1-2 0</inkml:trace>
  <inkml:trace contextRef="#ctx0" brushRef="#br0" timeOffset="3802">1017 1565 7660,'5'-5'55,"-3"0"289,-1 3-175,3-5 1,-2 6-12,3-2 0,-2-1-13,2 2 1,-2-1-17,2 3 1,0 0-114,3 0 1,1 0 79,-1 0 1,-3 3-73,0-1 0,1 5 44,2-2 1,0 0-205,0 0 0,-3 0 58,1 3 1,-4 0 121,4-3 1,-4 2 28,0-1 0,-1 1 21,-1 1 1,0 0 12,0 0 1,-3 0-59,1 0 0,-5 0 28,2 0 1,-2 0-25,-1 0 0,2-1-86,1-1 0,0 1 165,-3-2 1,0 3-30,0 0 1,2-3 102,1 0 0,3-2-57,-1 2-76,-1 1 1,3-1 129,-2 1-79,6-5 1,2 6-139,6-5 0,-1 1-205,3-3 0,1 3-833,2-1 0,3 1 503,0-3 0,2 0-827,-2 0 1376,0-3 0,26-16 0,7-7 0</inkml:trace>
  <inkml:trace contextRef="#ctx0" brushRef="#br0" timeOffset="5836">493 25 6834,'-6'-5'481,"1"2"0,2 3-202,-2 0 0,2 0-141,-2 0 0,2 0 121,-2 0-146,-1 0 0,-2 0 3,0 0 0,3 0-10,-1 3 0,4-2 78,-4 2-95,1-2 1,0 0-112,-1 1 95,1-1 1,0 3 219,-1-4 11,4 3-159,-5-2 0,6 4 200,-1-3-66,1-1 31,1 3-43,0-1-161,-4 2 0,3 0-28,-1 1 123,1-1-206,1 3 1,0 0 71,0 0 0,-3 0 7,0 0 0,1 0 1,2 1 0,0-1-3,0 0 1,0 0-16,0 0 0,0 3-8,0 3 0,0-2-83,0 2 0,0-3 19,0 2 1,-3 1-76,0 2 1,1 0 79,2 0 0,0 0-97,0 0 0,-3 0 89,0 0 0,0 1-3,3-1 1,0 0 2,0 0 0,0 0 3,0 0 0,0-2-60,0-1 1,0 1 0,0 2 0,0 0-106,0 0 0,0-3 82,0 1 0,0-1-151,0 3 1,3 0 175,0-3 0,0 1-7,-3-3 0,0 3 12,0-4 1,0 5 11,0-2 0,0-1 126,0-1 1,2 1-41,1 2 1,0-3-31,-3 0 0,0 2 23,0 0 0,0 0 3,0 0 1,0-2-7,0 2 0,0-3-6,0 1 0,0 1 3,0 2 1,0-2 0,0 2 1,0-4-17,0 0 1,0 3-36,0 0 1,0 0-67,0 0 0,0-2 61,0 3 1,0-4-9,0 4 0,0-3 24,0 2 0,0 0-13,0 0 1,0 0 59,0-3 0,0 2 7,0 1 0,0 0 34,0-2 0,-1-1-39,-2 3 0,2-3 15,-2 1 1,3 0-29,0 0 1,0 1 6,0-2 0,0 0 16,0 4 0,0-4 0,0 0 0,-3 2 9,0-1 1,0 0-3,3 0 1,0-2 6,0 2 0,-2-1-21,-1 0 1,0-1 5,3 2 0,0 1-47,0-1 0,0 0-6,0 0 1,-2-2-14,-1 2 0,0-2-13,3-1 0,0 3 45,0-1 0,0 1-12,0-3 0,0 1 93,0 2 0,-2-2-66,-1 2 0,0-2 6,3-1 1,0 0-13,0 0 1,0 0 7,0 0 1,0 0 8,0 0 0,0 0 10,0 0 0,0 0-305,0 0 150,0 4 0,-1 0 130,-1 1 1,1-1-35,-2-4 1,2 0 75,1 0 0,-1 0-39,-1 0 0,1 0 84,-2 0 0,2 0-84,1 0 1,0 0 15,0 0 1,0 0-16,0 1 0,0-1-2,0 0 1,-1 0-43,-1 0 0,1 0 24,-2 0 1,2 0-8,1 0 1,0 0 22,0 0 1,0 0-3,0 0 1,0 0 46,0 0 0,-3 1 8,1-1 1,-1 0-26,3 0 0,0 0 8,0 0 1,-1 0-28,-2 0 0,3 0 1,-3 0 0,2-3-127,1 1 0,0-1 43,0 3 0,0 0-5,0 0 51,0 1 0,0-1-16,0 0 1,-3 0 52,1 0 1,-1-3 92,3 1 1,0-1-45,0 3 1,0-3-27,0 1-9,0-1 1,0 3 17,0 0 0,0-2-7,0-1 1,0-2 47,0 2 0,0-2 103,0 2-121,0 1 0,0-1 15,0 0 1,0-2 28,0 2 0,1-3-8,1 1 0,-1-1 289,2 0-287,-2-1 1,0 5-1,2-3 0,-3 1-26,3-2 1,-1 0 92,1 4-74,-3-5-176,4 7 0,-1-7-395,-1 5 0,2-4-158,-1 0 1,-2-1-1426,5-1 1141,-1 0 0,3 0-411,0 0 1,1-3 1315,2-3 0,12-23 0,7-5 0</inkml:trace>
  <inkml:trace contextRef="#ctx0" brushRef="#br0" timeOffset="7512">1219 0 8435,'-5'0'910,"2"0"-336,3 0-416,7 0 0,-2 0 7,6 0 0,-2 3-41,-1 0 0,3 0 50,0-3 0,-1 0-3,-2 0 1,-1 0 61,-1 3 1,1-2 190,-2 2-137,3 1 0,-1 1-75,-2 3 1,0-3-18,-3 0 1,-1 1-40,2 2 0,-2 3 25,-1-1 0,1 4-49,1-3 1,-1 3-127,2-1 1,-2 3-68,-1 0 0,3 3-7,-1-1 0,2 1 14,-1-3 0,-3 3 23,3 0 1,1 1 19,-2-1 1,2-2 22,-1 1 0,-2 0 2,1 1 0,-1-2-10,-1 2 0,0-2 2,0-1 0,0 0-38,0 0 0,0 1 13,0-1 1,0 0-4,0 0 1,0 1-6,0 2 1,0-2-9,0 2 1,0-2 1,0-1 1,0 0-3,0 0 1,-1 0 7,-1 0 1,1 1-4,-2 2 1,2-2 45,1 2 1,0-2-17,0-1 1,0 0 3,0 1 0,0 0 4,0 1 1,0-3 3,0 1 1,0-2 40,0 2 1,0 0 6,0 1 1,0-1-51,0 0 1,0-1 4,0-1 0,0 1-24,0-2 1,0 2 7,0-2 1,0 2-3,0-1 0,0-2 2,0 2 0,0-1-5,0 3 0,0-2 31,0-1 0,0 1 0,0 2 0,0-1 32,0-2 0,0 2 13,0-5 0,0 5-39,0-2 0,0 0-1,0 0 1,0-2 5,0 2 0,0 0 2,0 0 1,0 0-3,0-2 1,0-2-3,0 1 0,0 2-8,0-1 1,0 1 4,0-2 0,0-1 2,0 2 0,0-2-10,0-1 0,0 3-25,0 0 1,0-1-4,0-2 1,0 1-31,0 2 1,0-2-9,0 2 0,0-1 76,0 0 0,0-1-1,0 2 0,0 1 15,0-1 0,0 2 7,0-2 0,0 0-48,0 0 0,0-2 41,0 2 1,0 1 9,0-2 1,0 2-71,0-1 0,0-2-89,0 1 0,0-1 57,0-1 1,0 3-20,0 0 1,0 0 19,0-3 0,0 1-14,0 1 0,0-1 142,0 2 0,0 1-68,0-1 1,0-1-37,0-2 1,0 1 23,0-1 1,0 0 14,0 0 0,0 0-57,0 0 1,0 0-2,0 0 0,0 0-2,0 0 0,0 0-18,0 0 0,0 0 132,0 0 1,0 0-84,0 1 1,0-4 2,0 0 1,0 1 34,0 2 0,0-3 8,0 0 0,0 1-26,0 2 1,0-3 37,0 1-87,0-5 0,-1 6-67,-2-5 93,3 1 42,-4 1 4,0-3-38,0 2 1,-4-2-2,0 2 0,0-2-207,0 1 1,0-1-268,0-1 1,-1 1-307,1 2 0,0-2-649,0 1 1,1-2 1434,2-2 0,-2-24 0,2-9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8:28.994"/>
    </inkml:context>
    <inkml:brush xml:id="br0">
      <inkml:brushProperty name="width" value="0.08571" units="cm"/>
      <inkml:brushProperty name="height" value="0.08571" units="cm"/>
      <inkml:brushProperty name="color" value="#004F8B"/>
    </inkml:brush>
  </inkml:definitions>
  <inkml:trace contextRef="#ctx0" brushRef="#br0">294 1037 7738,'11'0'-143,"0"0"1,-1-2 0,-2 0-1,-1-2 2143,2 2-1388,-4 1-350,5 1 1,-10 0 148,0 0 0,-5 0-181,-6 0 1,-5 0-1,-3 0 1,-3 1-123,-3 3 1,-2-3 52,-3 2 1,0-1-120,4-2 0,0 0-229,4 0 1,0 0-479,0 0 1,5 0 18,2 0 0,3 0-1822,1 0 2468,5 0 0,40-15 0,15-3 0</inkml:trace>
  <inkml:trace contextRef="#ctx0" brushRef="#br0" timeOffset="240">228 937 7738,'-8'-7'369,"1"0"0,3 4 1099,-3 0-937,4 1 0,-2 7 35,5 3 0,0 1-214,0 2 0,0 2-130,0 1 0,0 0-131,0 4 0,0-3-183,0 3 0,2-3-1011,1 3 1,-1-4 138,1 1 0,2-3 964,-1-1 0,4-15 0,-1-3 0</inkml:trace>
  <inkml:trace contextRef="#ctx0" brushRef="#br0" timeOffset="1910">922 11 9022,'-6'0'901,"-4"-4"-762,4 2 0,-5-3-122,0 5 1,4 0-54,-1 0 0,1 0 50,-4 0 0,0 0 37,0 0 1,0 0 54,0 0 0,-4 0-7,0 0 0,1 0 66,3 0-70,0 0 0,0 4-4,0 0 1,3-1 114,1-3 14,4 0 1,-3 0-10,3 0 164,1 0-295,-2 0 0,4 2 62,0 1-41,0-1 0,0 4-1,0-3 0,0 0-1,0 4 1,1-3 88,2 3-137,-1 1 0,3 3-6,-5 0 0,3 3 4,1 1 1,1 1-7,-2-1 1,-1 1-93,1 2 1,0 3 118,0-3 0,-1 3-13,1 1 1,-1 0-152,-2 0 0,1 4 69,3-1 1,-3 2 2,2-1 0,-1-1 3,-2 4 0,0-3 1,0 3 0,0-3-33,0 3 0,0-3-5,0 3 1,0-4 33,0 1 1,0 1-9,0-2 0,0 2-12,0-1 0,0-3-9,0 3 1,0-2-53,0 2 1,0-3 98,0 3 1,-4-3 2,0 0 1,1 2 7,3 1 1,-4 0 95,0-4 1,1 0-78,3 0 1,-2 0 83,-1 0 1,1 0-79,-1 0 1,2-4 16,1 1 0,0-1-52,0 4 0,0 0 22,0 0 1,-4-1-5,0-2 0,1 1-19,3-1 1,0 0-10,0 0 1,0 2 5,0-3 1,0 1-2,0 0 0,0 0 39,0-4 1,0 4 2,0-5 0,-4 6-79,0-2 0,1-1 58,3 2 1,-4-5 0,0 5 0,0-2-45,4 1 1,0 2-6,0-5 1,0 1 24,0-2 1,0-2-5,0 3 1,0 1 5,0-1 0,-1 0-9,-2-4 0,1 1 37,-1 2 0,1-1-35,2 1 0,0-1 0,0-2 0,-3 3 18,-1 1 1,0 0 5,4-4-2,0 0 1,0 0 8,0 0-68,0 0-4,0 0 15,0 0 0,0 0 1,0 0 0,0-4-9,0 1 0,0-1-18,0 4 1,0-4-12,0 1 0,0-5 100,0 5 6,-4-1-68,2 4 0,-3-3-31,5-1 329,0-5-176,0 8 0,0-7-33,0 4 1,0-3 21,0 3-31,0-5 1,-1 7 92,-2-5 20,1 4 0,-3-5 42,5 4-81,0-5 1,0 5 173,0-4-128,0-1-52,0 2-31,0-4-178,0 5 134,0-3 0,4 4-156,0-3 72,-1-1-265,2 2-244,1-4 1,5 0 41,0 0 0,1 0-140,-1 0 1,1-4-200,2-4 0,0 2 858,4-1 0,30-30 0,11-11 0</inkml:trace>
  <inkml:trace contextRef="#ctx0" brushRef="#br0" timeOffset="2933">1187 265 7493,'-11'0'-189,"4"0"1112,-2 0-421,7 0 288,-2 0 456,-1 0-395,3-5 15,-2 4-230,4-4-254,0 5 0,0 5-98,0 2 0,0 3 17,0 1 0,0 5-153,0 2 0,0 4-82,0 4 0,1 6-226,2 5 1,0-1 32,4-2 1,-4 2-186,0 1 1,2-1 32,-1-7 1,0 2 54,-4-6 1,0-3-45,0-3 1,0-6 88,0 2 1,0-7-26,0 0 63,0-6 326,0 3-205,0-5 124,0-5 0,0 3-58,0-6 1,0 5 19,0-5-22,0 1 1,0-4 8,0 0-23,0 0 1,0 0 16,0 0 0,0 0 2,0 0 1,0 0 25,0 0 0,0 0 10,0 0 0,1 0-50,2 0 1,-1 3-49,1 1 0,2 0-256,-1-4 161,5 0 0,-3 1-124,5 3 1,1 2 50,3 5 0,-2 0-123,5 0 1,-3 1 75,4 3 1,-6 5-56,2 6 0,1 1 312,-2-1 1,0 1-48,-7 2 0,2 3 53,-6-3 0,1-1 96,-4 2 0,-1-5 274,-3 5 0,-3-6-139,-8 2 0,-1-3 35,-2-1 0,-3 0-210,3 0 1,-2-3-257,2-1 0,-2-5-695,5 2 0,-3-3-22,3-1 1,4 0-395,4 0 1,4-1 1275,0-3 0,31-26 0,9-12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8:36.163"/>
    </inkml:context>
    <inkml:brush xml:id="br0">
      <inkml:brushProperty name="width" value="0.08571" units="cm"/>
      <inkml:brushProperty name="height" value="0.08571" units="cm"/>
      <inkml:brushProperty name="color" value="#004F8B"/>
    </inkml:brush>
  </inkml:definitions>
  <inkml:trace contextRef="#ctx0" brushRef="#br0">11 21 6666,'0'-6'3011,"-4"-4"-2583,2 9 1,-3-3-85,5 8 0,0-2-198,0 6 1,2-1 12,1 4 0,-1 4 0,1-1 0,0 5-118,0-5 1,-1 5-81,1-4 0,0 3-346,0-3 1,-1 3-15,1-3 1,-2-1-1389,-1-3 1787,0 5 0,5-8 0,2 1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8:37.071"/>
    </inkml:context>
    <inkml:brush xml:id="br0">
      <inkml:brushProperty name="width" value="0.08571" units="cm"/>
      <inkml:brushProperty name="height" value="0.08571" units="cm"/>
      <inkml:brushProperty name="color" value="#004F8B"/>
    </inkml:brush>
  </inkml:definitions>
  <inkml:trace contextRef="#ctx0" brushRef="#br0">1 34 6697,'0'-6'2448,"0"-4"-2270,0 9 0,0-5 13,0 2 1,1 3 136,3-3-294,2 3 1,5 1 56,0 0 0,0 0-132,0 0 1,0 0 35,0 0-155,0 5 1,0 1 29,0 5 1,-5 0 114,-2 0 0,-3 1-65,-1 3 0,0-3 84,0 3 1,-5 1-23,-2-1 0,1 1-56,-2-2 0,1-2 6,-4 3 1,0-3-312,0-1-505,0 0-8,0 1-147,0-1 1039,5-5 0,-4-1 0,19-5 0,-2 0 0</inkml:trace>
  <inkml:trace contextRef="#ctx0" brushRef="#br0" timeOffset="184">12 255 7650,'0'-7'1362,"0"3"-581,0-1-329,0 3 1,1-2-134,3 4 0,-2 0-137,6 0 1,3 0-125,3 0 0,6 0-195,-2 0 1,4 0 28,4 0 0,-1 0-221,4 0 0,-5-4 177,2 0 152,-3 0 0,-1 0 0,1-3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8:38.789"/>
    </inkml:context>
    <inkml:brush xml:id="br0">
      <inkml:brushProperty name="width" value="0.08571" units="cm"/>
      <inkml:brushProperty name="height" value="0.08571" units="cm"/>
      <inkml:brushProperty name="color" value="#004F8B"/>
    </inkml:brush>
  </inkml:definitions>
  <inkml:trace contextRef="#ctx0" brushRef="#br0">364 871 7670,'0'-6'488,"0"-4"1,2 9 134,1-3 168,-1 3-494,2 1 1,-4 1-66,0 3 1,2 3-108,1 8 0,-1-1-121,1 4 0,0 0-73,0 4 1,-1-1-259,1-2 1,0 1 298,0-1 1,-1-2-1185,1 1-1149,3-4 2361,1 2 0,4-25 0,0-4 0</inkml:trace>
  <inkml:trace contextRef="#ctx0" brushRef="#br0" timeOffset="892">298 89 9416,'-10'1'643,"3"2"-510,-3 4 0,4 7-154,-5 1 0,5 1-13,2-1 0,-1-2-232,2 5 1,-1 1 44,4 3 0,1 0-217,3 0 1,2-4 69,5 1 1,0-5-222,0 5 0,4-7 325,0-1 1,4-1 263,0-6 0,0-1 0,0-3 0,6-15 0,-1-3 0</inkml:trace>
  <inkml:trace contextRef="#ctx0" brushRef="#br0" timeOffset="1109">486 188 7211,'0'-6'-475,"0"1"3637,0 5-2946,5 0 0,-3 5-196,5 2 1,-1 6-209,2 2 0,0 0-168,-4-4 1,3 4-485,-3-1 1,5 1 190,-2-4 0,-2 1 649,-1 3 0,2 2 0,0 5 0</inkml:trace>
  <inkml:trace contextRef="#ctx0" brushRef="#br0" timeOffset="1343">607 89 7954,'1'-10'1110,"3"2"-510,-3 3-163,9 5 1,-4 2-170,5 1 1,4 5-35,-1 6 1,2 0-358,-1 4 1,-1 1-307,4 3 1,-5 0-509,2 0 0,-3 1 747,-1 3 0,-5-3 190,-2 3 0,-32 7 0,-9 1 0</inkml:trace>
  <inkml:trace contextRef="#ctx0" brushRef="#br0" timeOffset="2293">1 1742 7668,'0'-7'-786,"0"-1"0,0 5 1495,0-5 1,0 5 263,0-5-233,0 6-72,0-3-210,0 5 1,3 1-169,1 3 0,1 3 47,-1 8 1,-3-1-155,2 4 1,2 0-92,-1 4 0,0 0 6,-4 0 1,3 4-175,1 0 0,0 3 20,-4-3 0,0 0-53,0-4 1,0 0-145,0 0 0,0 0 48,0 0 0,0-5-36,0-2 0,0-7-36,0 0 156,-5-6 40,4 3-62,-4-5 90,5 0 0,0-5 30,0-2 1,0 1 69,0-2 0,0 1-19,0-4 1,0 0 110,0 0 0,0-1-79,0-3 1,3 3 69,1-3 0,3 3-215,-3 1 0,5 1 6,-2 3 1,-1-3-171,1 2 1,1 4 158,3 0 0,1 1-51,3 0 1,-2 2 26,6-3 1,-6 6-155,2 2 0,1 5 193,-2-2 1,1 4 4,-4 4 1,-1-3 274,-3 3 1,-2 0-12,-5 0 0,0 0 126,0-4 0,-5 0-153,-2 0 1,-3 0-73,-1 0 0,-4-1-133,1-3 0,-5 2-159,5-6 0,-2 1-154,1-4 0,3 0-498,-3 0 0,6 0-341,2 0 1190,0 0 0,15-15 0,6-3 0</inkml:trace>
  <inkml:trace contextRef="#ctx0" brushRef="#br0" timeOffset="2688">375 2095 7668,'0'-6'1542,"2"-3"-786,1 6-400,-1-1 0,4 4-67,-3 0-231,-1 0 0,7 0 58,-1 0-256,2 0 1,1 0 233,0 0 1,0 1-180,0 3 1,0-2-499,0 6 1,-2-5 400,-1 5 1,2-2 83,-3 1 63,-2 3 0,1-5 182,-2 2-75,-3 3 0,3-5 109,-8 2 0,1 2-60,-4-6 1,0 6-24,-4-2 0,-4 0 74,0 0 0,1-3-37,3 3 1,0-3-2,0 3 0,1-3-63,2 3-126,-1 0 0,4 4 100,-3 0-140,3-5 0,10 3-352,3-5 1,3 3-146,3-3 1,4-1-374,4-3 1,0 0 229,0 0 735,0 0 0,15-9 0,3-4 0</inkml:trace>
  <inkml:trace contextRef="#ctx0" brushRef="#br0" timeOffset="3179">342 1500 8033,'-6'5'934,"-4"-4"1,8 9-699,-5-3 1,3 3 23,-3 1 1,4 3-69,-1 1 0,3 5-306,1-2 1,0 3-368,0 1 0,1 0 104,3 0 1,4-4-465,6 1 1,0-6 362,4 2 0,-3-3-284,3-1 762,0-5 0,39-25 0,8-12 0</inkml:trace>
  <inkml:trace contextRef="#ctx0" brushRef="#br0" timeOffset="3402">563 1544 6676,'0'-6'2594,"0"2"-2163,0 8 1,4 2-356,-1 5 0,5 0-220,-5 0 1,6 1-196,-2 3 1,2 1 100,-2 2 0,2 2-139,-6-6 1,5 2 6,-5-1 0,5-3-773,-5 3 1143,1-8 0,6-12 0,2-7 0</inkml:trace>
  <inkml:trace contextRef="#ctx0" brushRef="#br0" timeOffset="3653">673 1467 7653,'6'-11'-404,"4"0"1,-8 1 773,6 2 0,-1 3 661,4 5 0,0 0-285,0 0 1,4 7-298,0 4 1,1 1-95,-2 6 0,2 1-217,3 3 1,-2 0-143,-3 0 0,-3 0 0,0 0 0,-1 4-178,-6-1 0,0 0-190,-4-7 1,-2 3-567,-1-3 0,-3-3-1413,-5-4 2351,0 0 0,-25-34 0,-6-3 0</inkml:trace>
  <inkml:trace contextRef="#ctx0" brushRef="#br0" timeOffset="5365">1048 22 7746,'0'-6'305,"0"1"0,0 4 521,0-3-543,0 3 0,1-4 157,3 5-214,-3 0 1,9 0-26,-3 0 0,-1 0 52,2 0 0,-5 0 511,5 0-104,-1 0-147,4 0-356,0 0 0,-4 0 156,1 0 25,-6 0-152,8 0 0,-8 2 161,6 1 38,-6-2-212,8 9 0,-7-5-48,4 3 0,-5-2 134,2-3-126,2 3 0,-5 5-4,3 0 1,1-3-73,-1-1 0,-1 1 42,-3 3 0,0 0-134,0 0 1,1 3 96,3 1 0,-3 1-18,3-1 1,-1 1-100,0 2 1,-2 3 67,3-3 1,-1 3-77,0 1 1,-2-1 5,3-3 0,-3 3 35,-1-3 1,4 3-17,0 1 0,-1-1-104,-3-3 0,0 3 102,0-2 1,0 1-8,0 3 0,0-5 37,0 0 1,0-3 4,0 3 0,0 1 5,0 3 0,0-4 1,0 1 0,0-5 7,0 5 0,0-5 23,0 5 0,0-5 100,0 5 0,4-6-56,0 2 0,-1 1 6,-3-1 1,0 3-33,0-3 1,0 3-20,0-3 1,0 3-5,0-3 0,0 3-2,0-3 0,0 4-4,0 0 0,0-2 41,0 1 0,0-1-4,0 2 0,0 2 2,0-3 0,0 2 2,0-2 1,0 2-44,0-6 0,0 6 35,0-2 0,4 2-165,0-2 0,-1 2 52,-3-5 1,0 4-54,0 0 1,4 0 87,0 0 0,-1 1-17,-3-1 1,4-2 54,0 1 0,-1-1 83,-3 2 0,0 2-20,0-3 0,2-1-73,1 1 0,-1 0 130,1 0 0,-2-1-115,-1-2 0,0-2 7,0 6 0,0-2-18,0 1 0,0 2-10,0-5 1,0 3-25,0-3 0,4 3-141,0-3 0,0 4 85,-4 0 1,0-3 58,0-2 1,0 2-7,0-1 0,0 3 25,0-3 1,0 0-2,0-4 0,0 3-33,0 1 0,0 0 3,0-4 0,0 1-12,0 3 0,0-3 3,0 3 0,0-3 38,0-1 1,0 0-24,0 0 0,0 0-56,0 0 31,0 0 0,0 0-60,0 0 146,0 0-11,0 0 1,0 0 8,0 0 1,0-3 12,0-1 1,0-3-116,0 3 0,0-3 66,0 3 0,0-3-108,0 3 1,0-3-77,0 3 46,0 0 110,0 4 0,0-3-19,0-1 0,0-3 71,0 3 104,0-4 1,0 3-128,0-3 1,-2-1 99,-1 1 1,0-1 219,-4-2 0,3 0-257,-3 0 0,-1 3-42,-3 1 0,-1 0-44,-3-4 1,2 0-170,-5 0 0,4 0-254,-1 0 1,0 0-1578,0 0-1137,0 0 3166,4 0 0,25-20 0,5-5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4:19.210"/>
    </inkml:context>
    <inkml:brush xml:id="br0">
      <inkml:brushProperty name="width" value="0.08571" units="cm"/>
      <inkml:brushProperty name="height" value="0.08571" units="cm"/>
      <inkml:brushProperty name="color" value="#004F8B"/>
    </inkml:brush>
  </inkml:definitions>
  <inkml:trace contextRef="#ctx0" brushRef="#br0">38 482 8209,'1'-4'731,"1"2"1,0 1-511,3 1 1,0 0-18,3 0 1,0 0-109,2 0 0,-1 0-193,4 0 0,2-1-138,2-1 1,2 1-546,-1-2 1,-2 2 300,4 1 1,-5 0 478,0 0 0,-2 0 0,2 0 0</inkml:trace>
  <inkml:trace contextRef="#ctx0" brushRef="#br0" timeOffset="217">0 588 7403,'0'4'1031,"0"0"1,4-4-603,1 3 1,4-2-257,1 1 1,6-1-84,-1-1 1,8 0-179,2 0 1,4-1-446,1-1 1,0 1 532,0-2 0,7-7 0,2-3 0</inkml:trace>
  <inkml:trace contextRef="#ctx0" brushRef="#br0" timeOffset="-148451.74">703 20 7731,'0'-7'356,"0"3"-132,0 0 237,0 3 0,0-2 1,0 11-252,0 2 0,0 7 43,0 0 0,0 2 121,0 2 1,0 3-249,0 4 1,0 1-139,0 3 0,0 0-106,0 0 0,0 1 119,0 1 1,0-4-15,0 0 1,-2-5 44,0-2 0,-1-1-137,1 1 0,1-5 84,-4-1 0,3-3-104,-2-1 1,2 0 82,-2 0 1,2-1-110,0-1 0,1-2-92,-2-3 0,3-1-272,-2-1-56,1 0-132,1 0-508,0-1 376,0-3 835,0-6 0,0 4 0,0-5 0,2 2 0,0-1 0,0 0 0,1-4 0,1 0 0</inkml:trace>
  <inkml:trace contextRef="#ctx0" brushRef="#br0" timeOffset="-148027.74">697 495 7669,'-4'-3'43,"1"2"268,1-1-145,1-2 0,-2 3 25,3-3 0,0 1 25,0-1 0,1 2-80,1-2 0,-1-1-8,4-1 0,0 0-98,3-1 1,0 0 80,3-1 0,-1 0-150,0 0 0,3 0-4,-3-1 0,2 2-7,1-1 1,-1 1 69,-1 0 0,1 3-25,-1 0 0,-2 2-23,0 0 1,-2 2-96,2 2 1,-3 4 69,2 3 1,-4 3 104,2 0 0,-4 2 121,1 3 0,-2-2-55,1 2 1,-1 0 171,1 0 1,-1-1-131,-1-1 1,0-1 64,0 3 1,0 0-103,0 0 0,0-1 9,0-4 0,0 1-347,0 0 0,-1-3-169,-1-1 0,1-2-377,-1-1 1,1 1 149,1-1 1,0 0 610,-3-2 0,0-1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9:05.640"/>
    </inkml:context>
    <inkml:brush xml:id="br0">
      <inkml:brushProperty name="width" value="0.08571" units="cm"/>
      <inkml:brushProperty name="height" value="0.08571" units="cm"/>
      <inkml:brushProperty name="color" value="#004F8B"/>
    </inkml:brush>
  </inkml:definitions>
  <inkml:trace contextRef="#ctx0" brushRef="#br0">128 1 7719,'-3'6'-322,"0"-1"393,3-1 0,-2-2-118,0 2 0,0-2 92,2 3 1,-1-2 35,-1 1 1,1 2 13,-1-2 1,-1 2-5,1 1 1,0 0-4,2 1 1,-2-1-37,-1 2 0,1-1 41,-1 0 1,2 0-6,-3 3 0,2-3-13,0 3 0,-1-1-12,1 1 0,-2 1 7,2-1 1,-2 0-96,1 0 1,-1 1 64,2-2 1,-1 0-4,1 1 1,1 0-18,-1 2 0,-1-3-84,1 1 1,0 0 26,2 2 1,-1-1-52,-1 1 0,1-1 57,-1-1 1,1 1-12,-1-1 0,1 0 74,-1 0 0,-1 0 3,1-2 0,-1 2 43,1 0 1,1-1-76,-1 1 1,1-3 129,1 3 0,-2-3-80,0 3 0,0 0-28,2 2 0,-1-1-36,-1-2 0,1 3-10,-1-3 1,2 2 4,0 1 0,0 0-111,0 0 1,-1 0 62,-1 0 1,1-1 19,-1 1 0,1 0-11,1 0 0,0 0 15,0-1 1,0 1-4,0 0 1,0 0 42,0 0 0,0 0 96,0-1 1,0-1-22,0 0 1,0 0-36,0 1 1,1 1 9,1 0 0,-1 0-41,1 0 0,-1-1 6,-1 1 1,0 1-48,0 1 0,0-4-6,0 2 1,0-2 32,0 2 1,2-2-9,0 0 1,0-1 21,-2 0 1,2 2-10,0-1 0,0 1 46,-2-2 0,1 2-35,1-1 1,-1 2 8,1 2 1,0-2-12,0 2 0,-2-1 9,2-1 0,-1 0 35,-1-1 0,2 3-5,0-3 1,1 3 49,-1-5 1,-1 3-67,1-1 0,1 1 7,-1 0 0,1-1 23,-1-1 1,-1 1 7,1-1 1,1 1 11,-1 1 1,2-3 4,-1 1 0,1-3 11,-2 3 1,2-1 83,-2 1 1,3-2 17,-3-2 1,1-1-97,-1 0 0,-2 1 63,3-1 0,-2 1 5,1-1 1,-1-2-59,1 1 58,-1-1-150,-1-1-71,0 0-3128,0-3 3177,0-5 0,-6-14 0,-1-8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9:07.949"/>
    </inkml:context>
    <inkml:brush xml:id="br0">
      <inkml:brushProperty name="width" value="0.08571" units="cm"/>
      <inkml:brushProperty name="height" value="0.08571" units="cm"/>
      <inkml:brushProperty name="color" value="#004F8B"/>
    </inkml:brush>
  </inkml:definitions>
  <inkml:trace contextRef="#ctx0" brushRef="#br0">20 13 7682,'-1'-4'424,"-1"2"-77,1-1 52,-2 2 312,3-2 1,2 4-583,1 1 1,-1 1 14,1 4 0,-2-2-80,3 1 0,0-1 81,0 4 1,1 0-135,-3 0 1,3 2 68,-1 0 1,0 0 10,0 0 1,1 2-28,1-1 1,0 1 0,1 2 0,-1-1 13,-2-1 1,1 0-4,0 2 0,0-1-171,2 1 1,-4-2 102,0 0 0,-1 0-56,1 0 1,1 0 31,-2 2 1,0-1 16,-2 1 0,0-2-12,0 0 1,0 1-9,0 1 1,0-4 21,0 2 1,2-2-7,0 2 0,1 0-6,-3 0 0,0-3 4,0 1 1,0-2 1,0 1 1,0 1-21,2 2 0,-1-3-2,1 1 0,-1-1 3,-1 1 0,0 2-5,0 0 1,0-3-2,0 3 0,0-2-7,0 2 0,0 0 49,0 0 0,0-1-33,0-1 1,-1 1 39,-1-1 1,1-1-37,-1 0 1,2 0 3,0 1 1,-3 1 35,1-1 1,0-1 80,2 0 0,-1 0-53,-1 1 1,2 1 11,-3-1 0,2-1 5,-1 0 1,1 1-1,-1 2 0,1-2 100,-2-1 0,3-1-104,-2 2 0,-1-1-3,1 0 1,-1 2-14,1-4 0,1 2 2,-1-2 1,-1 0-23,1 3 1,0-3-82,2 3 1,-2-3-71,-1 3 0,1-3 39,-1 0 0,3 2 13,-2-2 0,0 4 90,0-2 1,1 0 93,-4-2 0,4 1-63,-1 0 1,-1 2 17,1-3 0,-1 3-27,1-3 0,1 1 18,-1-3 0,-1 1 53,1-1 0,-1 3-53,1-1 0,1 1 8,-1-3 0,1 1 79,-2-1-77,3 1 1,-3-1 36,3 0-59,-3 1 1,2-1 11,-1 1 1,1-3 5,-1 0 0,1-2-77,-1 3 0,1-3 64,1 2 0,-1-2-155,-1 2 102,2-2-476,-3 4-371,3-6-412,0 6-127,0-5 789,0 2 1,-9-23-1,-2-5 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9:09.484"/>
    </inkml:context>
    <inkml:brush xml:id="br0">
      <inkml:brushProperty name="width" value="0.08571" units="cm"/>
      <inkml:brushProperty name="height" value="0.08571" units="cm"/>
      <inkml:brushProperty name="color" value="#004F8B"/>
    </inkml:brush>
  </inkml:definitions>
  <inkml:trace contextRef="#ctx0" brushRef="#br0">1 193 7734,'0'-4'-850,"0"-1"1374,0 4 366,0-2 0,0 8-688,0 2 0,2 1-18,0 1 0,2 1 13,-2 2 1,2 4-106,-1 1 0,1 3-44,-2 1 0,3 2-112,-1 5 1,0 1 50,0 3 1,-2 1-147,0-1 0,-1-1 34,1-1 0,-1-2-68,1-2 1,-1-6 77,-1-3 1,0-3 55,0-4 1,0 2 6,0-4 1,0 1-29,0-3 0,-1-1-70,-1-1 0,1-2-12,-1 2 5,1-2-4,1 3-19,0-4-100,0 2 328,0-9 0,0 2-104,0-5 1,1 2 4,1-2 0,1 1 0,1-3 1,2 1 9,-2-3 1,2 2 51,0 1 1,1-1 116,-1-2 0,1 2-70,-1 1 1,0 2 146,-2-1 0,4 2-31,-2 1 0,2 0-78,-1 2 0,-1 1-8,0 3 0,1 0 21,-1 0 1,1 3 4,-1 1 1,1 4-31,-1 0 1,-2 5-11,0-1 0,-1 2-15,1 3 1,-3-3 7,1 1 1,0 1-184,0-1 0,-1 0-164,1-2 1,-1 0-211,-1-1 0,0 1 123,0 0 1,0-3-110,0-1 0,0-2 476,0-1 0,2-5 0,2-2 0</inkml:trace>
  <inkml:trace contextRef="#ctx0" brushRef="#br0" timeOffset="740">379 1 7759,'-4'6'0,"-1"0"132,0-2 0,2 4 273,-1-2 1,2 6-80,0 0 0,-1 5 108,1 4 1,0 3-211,2 4 1,0 4-41,0 4 0,1 4-69,1 0 1,1 7-195,4 0 1,-1 0-43,1 0 0,1-1 12,1-2 0,2 1-132,0-3 1,1-1 119,1-5 0,0 1-45,-1-2 0,3 1 82,0-2 1,0 0 8,-2-4 0,-1-2 20,-1-2 0,0 1 206,-2-2 0,2 0 30,-3-6 1,1-3-346,-3-1 1,0 0-406,1-2 1,-3-1 133,0-6 435,-2-2 0,1-10 0,-3-5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9:11.525"/>
    </inkml:context>
    <inkml:brush xml:id="br0">
      <inkml:brushProperty name="width" value="0.08571" units="cm"/>
      <inkml:brushProperty name="height" value="0.08571" units="cm"/>
      <inkml:brushProperty name="color" value="#004F8B"/>
    </inkml:brush>
  </inkml:definitions>
  <inkml:trace contextRef="#ctx0" brushRef="#br0">0 6 7206,'7'0'-1104,"-3"0"1334,0 0 1,-2 0 489,0-2 0,-1 1 154,1-1-84,-1 1 242,5 1-593,-3 0 1,4 5-94,-1 1 1,3 5-62,-1 0 1,4 7 157,1 6 1,3 7-264,3 8 0,0 6-155,1 9 1,-3 4 2,0 9 0,-6-3-238,-3 3 0,-4-3-171,-6-2 1,-6-1 381,-4-1 0,-2-7 314,-3-2 1,2-8-159,-2-4 1,3-1 70,-1-1 0,3-7-168,2-2 1,2-7 44,-1-2 1,2-2-490,1-5 1,1-4-708,1-1 1,2-5 1090,-2 0 0,-3-18 0,-3-6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9:33.123"/>
    </inkml:context>
    <inkml:brush xml:id="br0">
      <inkml:brushProperty name="width" value="0.08571" units="cm"/>
      <inkml:brushProperty name="height" value="0.08571" units="cm"/>
      <inkml:brushProperty name="color" value="#004F8B"/>
    </inkml:brush>
  </inkml:definitions>
  <inkml:trace contextRef="#ctx0" brushRef="#br0">33 20 7466,'-7'-7'2629,"4"4"-2137,0 0-5,3 3-258,6 0 1,0 0-142,5 0 1,3 0 25,-1 0 1,3 0-39,-1 0 1,5-2-120,0 0 0,2-1-355,0 3 0,0 0-30,-2 0 1,2 0-435,-5 0 1,-2 0-1057,-4 0 1104,-4 0 814,3 0 0,-27 3 0,-5 1 0</inkml:trace>
  <inkml:trace contextRef="#ctx0" brushRef="#br0" timeOffset="255">7 186 7775,'-3'-2'1828,"0"1"-1642,3-2 0,3 3 291,1 0 1,2 0-153,3 0 1,1 0-169,3 0 0,2-1-148,3-1 1,2 1-260,2-1 1,1 2-248,-2 0 1,1 0-660,-3 0 0,-3 0 1156,-1 0 0,-7-6 0,-2-1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9:34.403"/>
    </inkml:context>
    <inkml:brush xml:id="br0">
      <inkml:brushProperty name="width" value="0.08571" units="cm"/>
      <inkml:brushProperty name="height" value="0.08571" units="cm"/>
      <inkml:brushProperty name="color" value="#004F8B"/>
    </inkml:brush>
  </inkml:definitions>
  <inkml:trace contextRef="#ctx0" brushRef="#br0">39 14 7754,'0'-7'616,"0"4"-386,0 0 1,0 3 281,2 0-327,-1 0 1,2 3-1,-3 4 0,0 0 14,0 4 1,2 2-26,0 4 0,0 2-150,-2 3 0,0-1-5,0 5 1,0 1-86,0 5 1,0 0 46,0 0 1,0 1-82,-2 1 1,0-2-2,-2 0 0,2-2-135,-3-5 0,2-3 103,-1-3 0,-1 0 26,2-4 0,-1 0-22,2-2 1,-2-3-176,2-2 1,-1-1-87,1 0 1,1-3-294,-1 0-255,1-2 938,1 1 0,3-18 0,1-2 0</inkml:trace>
  <inkml:trace contextRef="#ctx0" brushRef="#br0" timeOffset="503">13 398 7754,'0'-4'-501,"0"0"1,2 2 478,0-3 0,0 3 283,-2-2 1,1 2-64,1-2 1,0 2 131,2-3 1,-2 3-178,2-2 0,-2 2-6,3-3 1,-1 1 10,2-2 0,1 1-51,-1 1 0,1 0-114,2-3 0,-1 1 98,2 0 1,-1-1-154,2 1 1,-3-1 118,3 1 0,-3 2-106,0-1 0,2 2 75,-2-1 0,1 0-1,-3 2-4,1 1 0,-1-2 46,0 3 1,-1 2 4,-1 1 0,-3 2-3,1-1 1,1 2 1,-1 0 0,1 3-62,-1-1 0,-1 3 4,1 0 1,1 2-5,-1 2 0,0-1-95,-2 0 1,0 3 13,0 0 0,0 2 48,0 0 0,0 0-2,0 0 1,0 0 65,-2 1 1,1 0 106,-1 0 1,-1 0-63,1-5 0,0 0 151,2-3 0,-1 3-168,-1-3 0,1 0 27,-1-6-554,1 1 331,1-1 0,1-2-1844,1-2 1073,-1-2 899,4-5 0,2-8 0,3-7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9:37.583"/>
    </inkml:context>
    <inkml:brush xml:id="br0">
      <inkml:brushProperty name="width" value="0.08571" units="cm"/>
      <inkml:brushProperty name="height" value="0.08571" units="cm"/>
      <inkml:brushProperty name="color" value="#004F8B"/>
    </inkml:brush>
  </inkml:definitions>
  <inkml:trace contextRef="#ctx0" brushRef="#br0">405 1 7742,'-4'0'394,"-1"3"1,3 0-247,-2 4 1,2-3-17,-2 0 0,1 0-13,-1 3 0,1-1-60,-2 1 1,0-1 35,0 1 1,0 0-17,1 1 1,-2-1-16,2 2 0,-1-1-7,1 0 0,-2-1-2,2 2 1,0 0-6,0 0 1,0 1-35,0-1 1,-2 0-14,2 0 0,1-1 58,-2 2 0,2-1-35,-2 2 0,0-3-3,1 3 0,0-3-6,0 0 0,2 1-8,-3 0 0,3 2-12,-2-3 0,2 2-2,-3-2 0,3-1 16,-2 2 1,3 0-9,-2 0 1,1 0-22,-1-1 1,-1 0 30,2 0 0,-1 1 4,1 0 1,1-1-19,-4-1 1,4 1-1,-1 1 1,-1 0-6,1-3 0,0 3 0,2-1 1,-2 1-2,-1 0 1,1-2-5,-1 2 0,3 0-76,-2-1 1,-1 2 75,1-2 1,-1-1-4,1 2 1,1 0-14,-1 0 1,0 1 3,0-1 0,1-1 10,-1-1 1,-1 1-1,1 1 1,-1 2-1,1-3 1,2 1-1,-3-3 0,2 3 33,-1-1 0,1 3 19,-1-2 1,1 1 3,-2-1 0,3 0-33,-2 0 1,-1-2 5,1 4 1,0-3-13,2 1 1,-3 0-1,1-1 1,-1 2-24,1-2 1,2-1-8,-3 2 1,2 0-18,-1 0 0,1 1 13,-1-1 0,1 2-12,-2-3 1,3 4 36,-2-2 1,-1 0 1,1 1 1,-1-3-4,3 3 1,-2-2 4,0 1 1,0 0 28,2 1 0,-2-1 7,0-1 1,-1-2-34,1 4 1,1-1 20,-1 1 1,0 1 4,0-1 0,2-1-26,-2 0 0,-1 1-2,1 2 0,-1-1-9,3-1 0,-2 1-4,0-2 1,0 2 20,2-2 1,-2 3-5,0-3 1,0 0 17,2 1 0,-3-2 3,1 1 0,0-1 6,2 1 1,-2-1-30,0 2 1,0-3 2,2 0 0,0 1-8,0 0 1,-2 2-2,-1-3 0,1 3-19,2-3 0,0 3-7,-3-2 1,3 2-11,-2 0 1,1-2 33,1 0 1,-1 0-4,-1-1 0,1 2-9,-1-2 1,1-1-1,1 2 0,0-1 1,0 0 1,0-1 0,-2 2 0,1-1 5,-1 0 0,1 0 0,1 3 1,0-3 24,0 3 0,-2-2-16,0 1 1,0-1-1,2 2 0,0-3 21,0 3 0,-2-3 5,-1 0 1,1 0 3,2 1 1,0-2 7,0 1 0,0 2-16,0-2 1,0 3 5,0-3 0,0 3-38,0-2 0,-2 2 18,0 0 1,0-1 0,2 0 0,0 0 1,0 1 1,0-1-4,0-1 1,0-2 45,0 1 1,0 1 0,0 0 1,0 2 20,0-3 0,0 1 17,0-3 0,0 3-81,0-1 1,0 1-33,0-3 1,0 1 24,0 2 0,0-2 2,0 2 1,0 0-8,0-1 1,0 1-14,0-3 0,0 3-4,0 0 0,0 1 7,0-1 1,0 0-6,0 0 0,0-2 20,0 4 1,0-3-5,0 1 0,0 0 98,0-1 0,2 3-79,0-2 1,0 0 3,-2-1 0,0 0 27,0 3 0,0-3 1,0 3 1,0-3-34,0 1 1,0 1-3,0 0 1,2 0-6,1 1 1,-1-3-11,-2 3 0,0-2-7,0 1 1,0-1 5,0 2 1,2-4 1,0 2 0,0 0 26,-2 0 0,0 2-1,0-3 0,0 1 19,0 0 0,2-1 77,0 2 1,0-2-70,-2 1 0,1 0-14,1 0 1,-1 1-40,1-1 0,-1 2 25,-1-3 0,1 3-5,1-3 0,-2 3 23,3-2 0,-3 1-9,0-1 0,2 2 0,1-3 0,-1 1 5,-2 0 1,0-1 10,3 2 1,-3-2-14,2 1 1,-1-1 5,-1 0 0,2-1 50,0 2 1,1-2 87,-3-1 1,0 1-130,0-1 1,2 1 53,0-1-49,0 1 0,-1-1-2,1 0 0,-1 1 13,1-1-168,-2 1-245,0-1-176,0 0-139,0-2-183,0-1-997,0-3 1841,0-6 0,-5-32 0,-2-14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19:42.645"/>
    </inkml:context>
    <inkml:brush xml:id="br0">
      <inkml:brushProperty name="width" value="0.08571" units="cm"/>
      <inkml:brushProperty name="height" value="0.08571" units="cm"/>
      <inkml:brushProperty name="color" value="#004F8B"/>
    </inkml:brush>
  </inkml:definitions>
  <inkml:trace contextRef="#ctx0" brushRef="#br0">1 1 7831,'6'0'177,"-2"0"-325,-1 0 260,-1 0 88,-1 3 0,3-3 34,-2 2-110,-2-1 1,5 0-21,-2 1 1,-1-1-115,1 1 0,-2-1 44,3 1 1,-2-1 39,3 1 0,-3 1-31,2-1 1,-2 1-12,3-1 0,-3 0-13,2 2 0,0-2 24,0 2 0,1-2-2,-3 3 0,2-3 46,-2 2 0,3-2-28,-3 3 1,2-3 70,-2 2-68,3 0 0,-2 3-4,1-1 1,1-2 19,-3 1 1,3-1 2,-3 2 1,3-1-1,-1-1 0,0 0 100,0 3-94,0-1 0,2 0 54,-2 1-114,2-1 1,-3 1 13,1-1 1,0 0-3,-2 1 0,-1-1-22,3-2 1,-2 2-21,0-2 1,1 1 153,-1 2-74,3-1 1,-2 1-37,1-1 0,0 1 16,-2-1 1,-1 0 9,3 1 0,-1-1-39,1 1 0,-2-1 4,2 0 0,-2-1 9,0-1 0,1 2-14,2 0 0,-2 4-6,2-3 1,-3 0-6,2 0 0,-2-1 34,2 1 1,-1-1-17,1 0 0,-2 1 3,2-1 1,-2 1-10,3-1 1,-3 1 2,2-1 1,-2 0-9,2 1 1,0 1 5,0 1-15,2-1 1,-3-1-1,1-1 1,1 3 27,-3-1 1,3 1 0,-3-3 0,1 1 5,-1-1 1,-1 1-35,3-1 0,-2 0 1,3 1 0,-4-1 4,1 1 0,1-1-6,-1 0 0,3 1-30,-3-1 0,1 1-10,-1-1 1,-2 1-7,3-1 0,-3 1 61,0 2 0,2-2-6,1 1 1,-1-1 2,-2 0 0,0-1 2,0 1 0,2 0-19,0 1 0,0-1 3,-2 2 0,2-2-21,0 0 0,1-1-5,-1 0 0,-1 3-77,1-1 1,1 1 80,-1-3 0,1 1-6,-1-1 0,-1 1-3,1-1 1,-1 1-1,-1-1 1,0 0-14,0 1 0,2-1 1,0 1 1,0-1 20,-2 0 0,0 1 3,0-1 0,0 1 87,0-1 1,0 0-42,0 1 0,0-1 7,0 1 1,0-1 24,0 1 0,0-1 11,0 0 1,0 2-52,0 0 0,0-1 2,0 2 1,0-2 4,0-1 0,0 1-1,0-1 1,0 3-87,0-1 0,0 1 79,0-3 1,0 3-76,0-1 1,2 1 36,0-3 1,1 3-4,-3-1 1,0 1 51,0-3 1,2 3 6,0-1 0,0 1-10,-2-3 1,0 3 3,0 0 0,0-1-14,0-2 1,0 2-2,0 0 1,0-1-4,0 2 1,0-1-1,0 0 1,0-1-1,0 2 1,0 0-2,0 0 0,0-1-4,0-1 0,0 0-1,0 1 1,0 0-3,0 3 1,0-3 6,0 0 0,0 0 4,0 1 0,0-2 56,0 1 0,0 2-55,0-2 1,0 1-27,0 0 1,0-2 23,0 2 0,0 0-4,0-1 1,0 1 6,0-3 0,0 3-3,0 0 1,0-1-14,0-1 0,0-1 4,0 0 1,0 1 6,0-1 1,-1 1-5,-1-1 1,1 0 2,-1 1 0,2 1-21,0 1 0,0-1-4,0-1 0,0 0 4,0 2 0,0-2-1,0 1 0,0 2-5,0-2 1,0 1 0,0-3 0,0 3-5,0-1 0,0 1 6,0-3 0,0 1-2,0 2 1,0-2-33,0 1 1,0 0-5,0-2 1,-1 0 13,-1 1 1,1-1-6,-1 1 0,-1-1-35,1 1 0,-1-1 44,1 0 0,1 1-52,-1-1 0,-1 1 54,1-1 1,-1 1-25,1 2 25,1-2 0,-1 4 2,2-2 0,0-1-13,0-1 1,0-1-1,0 1 0,0-1 53,0 0 1,0 1 48,0-1-8,0 1 0,-3-1-67,1 0 0,0-1-1,2-1 90,0 0 60,0 3 0,-1-1-115,-1 1 1,2-3 4,-3 0 0,3-2-34,0 2 0,0-1 24,0 1 0,0-2-4,0 2 0,0-2 17,0 3 1,0-3 1,0 2 1,0-2-45,0 3 1,0-3-4,0 2 0,0-2 49,0 2-22,0 1 0,0 1-41,0 0 0,-2-1-26,-1-1 0,1 0-9,2 3 0,0-3 37,-3 0 1,3 1-9,-2 1 1,1-2-15,1 1 11,0-1 0,0 2 34,0 1 0,-1-3 1,-1 0 32,1 0 1,-2 3 317,3-1-211,0 1 1,-2-1-120,0 1 1,0-3 9,2 0 1,-1 0-25,-1 0 1,1 2 14,-1-2 1,2 2 1,-1 0-12,-1 0 1,1-1 1,-1-1 1,1 0 31,1 3-32,-3-1 0,3 0-3,-2 1 0,-1-1-2,1 1 1,-1-3-38,1 0 1,1 1-35,-1 1 23,1 0 1,-1 1-49,0-1 113,0 1 0,-1-1 8,1 0 1,0 1 156,2-1-190,-3 1 1,2-1 2,-3 1 0,2-1 0,0 0 1,1 0 5,-2-2 1,3 2-33,-2-2 0,-1 2-122,1 0 1,-1-1 119,3-1 0,0 0-10,-2 0 0,1 2 120,-1-2 1,1-1 3,1 2-32,-3-1 0,3 2-38,-3 1 1,1-3 12,-1 0 0,1 1 48,-1 1 1,3-2 84,-2 1 0,0-2-103,0 1 0,1 2 64,-1-2-20,-1 2 1,1 0-23,-2 1-53,2-1 0,-3 1-22,3-1 1,-1-2-1,1 1 13,2-1 0,-4 0 16,2 1-110,1-4 0,-2 4-78,1-3-315,1 0-927,-2-2 0,11-23 0,3-5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0:10.608"/>
    </inkml:context>
    <inkml:brush xml:id="br0">
      <inkml:brushProperty name="width" value="0.08571" units="cm"/>
      <inkml:brushProperty name="height" value="0.08571" units="cm"/>
      <inkml:brushProperty name="color" value="#004F8B"/>
    </inkml:brush>
  </inkml:definitions>
  <inkml:trace contextRef="#ctx0" brushRef="#br0">201 66 7672,'0'-5'886,"-1"2"180,-1 0-779,2 1 0,-3 2 163,3 2 1,-3 2-207,1 3 0,-2 1-47,2 1 0,-3 3-30,0-1 1,-1 4-126,0 3 0,-1-2-40,1 2 0,-3 1-277,0 3 1,-2 0-531,3-2 0,-2 0 264,1-1 0,2-1-27,-2-1 1,2-4-407,0 0-36,1-4 1010,-1-3 0,4-12 0,0-5 0</inkml:trace>
  <inkml:trace contextRef="#ctx0" brushRef="#br0" timeOffset="258">63 125 7672,'-3'-10'176,"-2"3"264,3-2-131,-4 5 336,6 1-132,-3 3-135,9 6 1,-4 1-112,4 6 1,2 0-158,0 0 0,3 1-138,-2 2 0,3-2-93,-1 4 1,1-2-300,1 2 1,0 1 216,0-2 0,-2 0-105,0 1 0,-2-4-96,2 1 1,-4-4-1038,0-2 648,-1-2 793,-5-3 0,-10-16 0,-5-6 0</inkml:trace>
  <inkml:trace contextRef="#ctx0" brushRef="#br0" timeOffset="466">31 262 7672,'-7'-2'0,"1"-1"627,-1-2 955,3-1-798,-2 6-239,6-3-309,3 3 1,2 0-101,6 0 1,3 0-147,3 0 0,3 0-233,2 0 0,2 0-490,4 0 1,1 0 277,2 0 0,-1 0 455,-3 0 0,12 0 0,-1 0 0</inkml:trace>
  <inkml:trace contextRef="#ctx0" brushRef="#br0" timeOffset="1125">713 118 7676,'-3'-6'0,"2"1"0,-1 1 0,-1 2 634,2-3 963,-2 4-1183,3 4 0,0 1-66,0 5 0,0 1-101,0 1 0,0 4-6,0 0 0,0 3-310,0 0 0,-2 1 13,-1 0 0,1 1 51,-1 0 1,0 1-170,-1 1 0,-2-1-297,2-3 0,0 0 122,0-2 0,0-2-235,0-3 1,-1-2-155,3-2-146,-1-3 510,0-1 0,3-8 138,-2-2 1,1-5 73,1-1 0,2-1 140,0-3 0,1-1 22,-1-1 0,0-3 43,2 0 0,-2-2-84,3 2 0,-1-1 208,3 2 1,-3 0 186,0-1 1,1 0-24,1 3 0,1 0 214,-1 6 1,1 3-121,0 1 1,-1 3-54,1 1 1,-1 3 10,1 2 0,-1 3-114,1 4 1,2 2-63,-1 4 1,3 1-55,-2 1 1,3 2-57,-1 3 0,1 2-355,1 0 1,-2 0-134,0-3 1,-3 1-354,1 0 1,-2-1 342,0 1 1,-4-3-183,0-2 1,-3-2 95,0-2 487,-3-1 0,-12-16 0,-6-2 0</inkml:trace>
  <inkml:trace contextRef="#ctx0" brushRef="#br0" timeOffset="1275">700 282 8141,'-3'-6'1069,"2"1"-883,-1 1-468,1-1 1,5 1-2,3 0 1,3 2-249,5 0 1,3 1 530,3 1 0,32 3 0,10 1 0</inkml:trace>
  <inkml:trace contextRef="#ctx0" brushRef="#br0" timeOffset="1667">1172 164 7689,'-4'-2'-21,"0"0"0,-1-1 75,-1 3 0,-1-2-144,0 0 0,1 0 159,-1 2 0,-1 0-41,-1 0 0,0 1 116,3 1-177,-1-1 1,0 4 78,1-3 0,1 2 4,1-2-211,3 4 95,-2-3 1,3 4 76,0-1 0,3-1 20,1-1 0,3 0-2,1 3 0,0 0-25,3-1 1,0 1 7,2 2 1,3-2 39,-1 2 1,0-1 7,-2 1 1,-2-2-1,0 2 1,-3-1 25,1 1 0,-2-2-3,-3 2 1,-1-2-84,-3 0 1,-1-1 5,-1 1 0,-5-1-149,-4 1 0,-1-1-264,-1-2 1,-2 1 105,-1-3 0,1 1-299,2-3 600,0 0 0,8-12 0,3-3 0</inkml:trace>
  <inkml:trace contextRef="#ctx0" brushRef="#br0" timeOffset="2044">1415 177 7689,'-4'-6'34,"-1"-1"1,3 3 589,-2-1 0,2 2-305,-3-2 0,2 2-315,-2 0 88,-1 3 0,3-3-199,-4 3 173,1 3 0,-1 0-9,0 4 1,2-3-15,0 1 0,0-1 16,3 3-71,-3-1 1,4 1 18,-1-1 1,1 1-99,1-1 1,3 1 11,1 0 1,4-1-186,1 1 1,3-1 84,-1 1 0,-1-1-131,1 1 0,0-1 88,2 1 1,-1 0 66,-1-1 0,0 3 186,-3 0 1,-1-1-12,-1-1 0,0 0 76,-4-1 0,0 1-50,-4-1 0,-2 0 146,-2-2 0,-6 2-198,-1-1 1,-3-2-214,1-1 0,-1 1-74,-1-1 0,1 0 293,2-2 0,22-9 0,4-2 0</inkml:trace>
  <inkml:trace contextRef="#ctx0" brushRef="#br0" timeOffset="2592">1592 223 7689,'-6'-3'104,"-1"0"206,0-1 277,4-2 929,-3 5-929,5-2 1,-2 4-324,3 1 1,0 2-129,0 3 1,3 1 2,-1 1 0,1 3-113,-1-1 1,-1 1-75,4 1 1,-1 0-337,3 0 0,-1 1-343,1-1 1,0 0 383,2 0 1,-2-3-154,2-1 1,-2-2 199,0 0 0,-1-4 133,1 0 1,-1-3 13,1 0 0,-3-1 133,1-4 1,-3 0-76,2-6 1,-2 0 88,3-2 0,-3 1 10,2 1 0,-2-1 82,0 1 0,-1-2 243,2 0 0,-3 0-5,3 0 1,-3 2 154,0 0 0,0 3 127,0-1 223,0 2-351,-3 3-342,3 1 0,-3 4 35,3 1 1,0 2-62,0 3 0,0 0-168,3 2 1,0 1-153,4 3 1,-1 0-259,1 0 0,0 0 10,2 0 1,-2 0-408,2-2 1,-2 1 336,0-1 1,-1-1-81,1-2 1,-1 0 603,-2-2 0,2-2 0,1-13 0,3-6 0</inkml:trace>
  <inkml:trace contextRef="#ctx0" brushRef="#br0" timeOffset="3209">1861 236 7689,'-6'-6'2799,"2"-1"-2458,1 3 180,3 2-205,6 7 1,-2 0-235,5 3 1,-2 2-30,-3-1 0,3 2-149,-2-3 1,2 3 50,-3-2 0,0 3-133,0-1 0,-2-2 55,0 0 1,-1 0 73,2 0-74,-3 0 1,3-3-314,-3 1 120,0-3-166,0-1-255,0-3 423,0-6 0,0 1 7,0-6 1,0 2 219,0-2 0,0 2 114,0-2 0,1 1 4,1-1 0,-1-1 247,1 1 0,2 1-184,0-1 1,0 1-2,0-1 0,0 1 470,3 4-390,0-1 1,-1 3-90,1 2 1,-1 1-41,1 1 1,-1 3-15,1 2 0,-3 1-25,1 3 1,-3-1-20,2 3 0,-2 0-7,3 2 0,-3-2 19,2 0 1,-1 0-7,1 2 0,-3-3 12,2-1 1,0 0-11,-1 0 116,0 0 8,-2-3-149,0-2 2,0-1-535,0-3 324,0-6 1,0 2 40,0-5 1,0 2 154,0 0 0,2-2-27,0 1 0,0-3 41,-2 2 1,1 0 105,1 0 1,-1 1 9,1-3 0,0 3 191,0-1 0,-1 2 16,4 0 1,-3 1-68,2-1 1,-2 1-14,3-1 1,-3 3-88,2-1 0,-1 4 128,1-1-166,0 1 0,2 2 2,-1 1 1,0 1-42,0 4 1,0 0-17,-1-1 0,1 3 12,-2 0 1,1 2-123,-2-3 1,1 3-265,-1-2 0,0 2 55,2-2 0,-2 2-80,0-3 0,1 1-159,-1-2 0,2-1-397,-2 1 0,3-1 240,0-2 682,1-1 0,3-9 0,1-1 0</inkml:trace>
  <inkml:trace contextRef="#ctx0" brushRef="#br0" timeOffset="3426">2281 230 7689,'0'-7'2198,"1"1"-1312,1 2-461,-1 1 0,2 3-112,0 0 0,-2 2 86,3 0 1,-1 6-136,1-2 0,0 3-36,0 0 0,1 0-266,-3 2 0,3 2-116,-3-3 0,2 3-774,-2 0 0,1 0 592,-1 0 1,-1-3-15,1-1-1289,2-2 1639,-3 0 0,2-21 0,-3-5 0</inkml:trace>
  <inkml:trace contextRef="#ctx0" brushRef="#br0" timeOffset="3559">2261 46 7689,'-10'-13'305,"1"0"578,5 3-1460,-2 3 577,6 4 0,5 9 0,6 1 0</inkml:trace>
  <inkml:trace contextRef="#ctx0" brushRef="#br0" timeOffset="4235">2465 230 7689,'-7'-3'1021,"1"1"-292,-1-3 268,3 2-130,2-1-391,2 1 0,0 3-171,2 0 1,0 1 359,2 1-620,1 2 0,1 3 60,1 2 1,-3-2-53,1 2 1,-2 0-1,2 0 1,0 0-194,-3 0 0,1-1-84,-1 3 1,-1-1-236,1 1 0,1-1 247,-1-4 0,0 1-291,-2-1 422,0 1-178,0-3-32,0-2 0,2-3 138,1-3 1,-1-1-85,-2-4 1,0-1 106,0-1 1,0-1-7,0-1 1,2 0 102,0 0 0,1-1 152,-1-2 0,0 3 189,2-3 0,-2 5-73,3 0 1,-2 3 103,2-1 0,0 2-132,0 3 0,1 1 23,0 3 1,1 2-140,-1 2 1,1 1 1,-1 6 1,2 0-92,0 2 0,0 3-216,1 2 0,-2-2-885,-1-1 0,1 1 210,-1-1 1,-1 3-49,-1-3 1,1 0 936,1-4 0,1-2 0,8-8 0,3-2 0</inkml:trace>
  <inkml:trace contextRef="#ctx0" brushRef="#br0" timeOffset="4736">2845 230 7689,'0'-13'0,"0"2"725,0 3 1,0 0-67,0-1 1,-2 2 4,0-2 0,-2 1-313,1 2 1,-2 2-132,1-1 0,-4 4-76,-1-1 1,0 1-102,3 1 0,-3 2 25,0 0 1,1 3-215,1 0 0,0 0-333,1 2 0,0 2 61,2 0 1,-1 0-149,2 0 1,1-2 151,2 2 1,0 0-116,0 0 0,0 2 135,0-2 1,2-1 148,1-1 1,2 0 76,-1-1 0,2 0 24,0-2 0,1-1 204,0-3 0,0 0-3,2 0 0,-2 0 61,2 0 1,0-2 21,0 0 1,0-3 106,-3 0 1,0 2-62,-2-2 1,2 3 134,-4-2 0,2 2 91,-2-3-85,3 4-4,-1-2-132,3 3-116,-1 0 1,1 3 73,-1 1 0,1 2-9,-1 1 0,0 0-35,-1 2 0,0 0-5,0 2 0,1 4-94,0-2 1,0 2 84,-2 0 0,-1 0 349,-3 2 1,-3-1-24,-1 1 0,-5-3 83,-2-1 0,-2-3-232,-2-3 0,-3 0-238,-3-1 1,-1-2-196,-2-2 1,1-2-378,-1-2 0,1-3 131,4-3 0,3 0-1145,5-3 1556,5 0 0,38-14 0,8-3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0:17.044"/>
    </inkml:context>
    <inkml:brush xml:id="br0">
      <inkml:brushProperty name="width" value="0.08571" units="cm"/>
      <inkml:brushProperty name="height" value="0.08571" units="cm"/>
      <inkml:brushProperty name="color" value="#004F8B"/>
    </inkml:brush>
  </inkml:definitions>
  <inkml:trace contextRef="#ctx0" brushRef="#br0">0 46 7676,'0'-6'1660,"0"-1"-862,0 4-41,0-3-161,0 5 48,0-2-415,0 9 0,0-1 95,0 6 0,0 1-180,0 3 0,0 2-100,0 2 1,0 2-84,0 1 1,0 1-63,0 3 1,0 0-54,0-2 0,0 1 93,0-4 0,0 3-51,0-2 0,0-3-107,0-3 1,0-3-528,0-2 188,0 1-46,0-5 504,0 0 0,0-5 52,0-4 1,0-2-27,0-2 1,0-3-35,0 0 1,0-2 108,0 0 0,0 0-39,0 0 0,1 1 142,1-4 0,0 2-80,2 1 1,-2-1-16,3 4 1,-1-3-37,3 2 1,-1 0 45,1 3 0,2 0 2,2 1 0,2 3 4,0 2 0,0 0 97,0 0 0,0 2-120,0 3 1,0 4 10,0 2 0,-2 2 2,-3 2 1,-3-1 8,-3 1 0,-1 2-21,-1 0 1,-3-1 7,-2-3 0,-3 0-4,-3-2 1,-2-2-144,0 0 0,0-2-191,0-3 0,1-1 32,1-3 0,1 0-149,4 0 1,0-3 11,1-1 0,2-4 432,3-1 0,27-23 0,5-4 0</inkml:trace>
  <inkml:trace contextRef="#ctx0" brushRef="#br0" timeOffset="284">355 217 9062,'-7'3'551,"3"-2"-333,-1 4 1,1 1-65,-3 3 0,1 3 24,-1-1 1,1 1-127,-1 1 1,4-1-182,0-1 1,3 2 91,0-2 0,0 0-182,3 0 0,1-4 171,5-5 1,1-1 68,3-1 1,-1-3 171,-1-2 1,2-3-193,-2-3 0,-2-4-155,0 0 0,-3-3-117,-1 3 1,-2 0-401,-3 2 0,-1 2 209,-1 0 1,-2 4 461,-2 0 0,-16 12 0,-2 6 0</inkml:trace>
  <inkml:trace contextRef="#ctx0" brushRef="#br0" timeOffset="644">538 40 7676,'-2'-11'624,"0"0"0,-2 5 634,1-1-410,1 5 109,2-1-507,0 12 0,0-3 53,0 7 0,1 2-250,1 2 0,1 3-72,1 2 1,2-1-270,-4 3 0,1 1-369,-1 3 1,-1-1 466,1 1 0,-1-1-644,-1 0 1,0-4-1133,0-1 0,0-5 918,0-4 1,-3-4-259,-2-4 1106,-1-2 0,0-21 0,-1-4 0</inkml:trace>
  <inkml:trace contextRef="#ctx0" brushRef="#br0" timeOffset="1112">466 164 7676,'0'-6'472,"0"-1"0,0 3-308,0 0 0,0-1-103,0-1 0,3 0 73,2 1 0,3 0 32,0 0 0,5-1-25,0 0 0,3-3-140,4 0 1,-1 3 34,1 1 0,-1 2 63,-2-2 1,2 2-101,-4 3 1,-3 2 98,-3 2 0,-2 1-86,-3 6 1,-1 0 119,-3 2 0,0 3-13,0 2 1,-2 1-37,-1 0 0,-1 3-30,2 0 1,-2 0-119,1-2 0,1-1 19,2 1 0,-2-1-71,0-1 1,0-3 29,2-4 33,3 1-6,0-4 1,4-2-12,-1-4 1,1-2-98,-1-2 1,3-4-175,0-2 1,0-3 128,0 2 1,-2-3 100,2 1 1,-2 0 116,0 0 0,0 0-18,-1 3 0,1 0 185,2 0 0,-4 3-57,2 0 39,-2 4 0,2-2 106,-1 3 1,-2 5 180,1 1 1,-2 2-48,2-1 0,1 3 171,-2 0 0,0 0-249,0-1 0,-2 0-350,3 0 1,-1 0-304,3-3 1,-3 0 76,0-2 0,1-1-349,1-3 1,2 0 608,0 0 0,5-11 0,4-4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0:19.623"/>
    </inkml:context>
    <inkml:brush xml:id="br0">
      <inkml:brushProperty name="width" value="0.08571" units="cm"/>
      <inkml:brushProperty name="height" value="0.08571" units="cm"/>
      <inkml:brushProperty name="color" value="#004F8B"/>
    </inkml:brush>
  </inkml:definitions>
  <inkml:trace contextRef="#ctx0" brushRef="#br0">39 171 8126,'0'-4'1524,"0"1"-1132,0 3-238,0 6 1,0-2-13,0 5 1,0 0-7,0 0 0,-1 3-103,-1-1 0,1 1-14,-1 1 1,-1 0-106,1 1 1,-3-1 5,3 3 0,-2-5-109,2 3 0,-3-6 18,3 1 1,0-2-139,2 0 134,-3-3 1,2-2-18,-1-4 1,2-2-151,2-3 0,0-2 124,2-2 1,-2-1 41,3-2 0,-2 1 103,2 0 0,1 0 109,-2 0 0,2 1-27,0 1 1,1-2 34,-1 2 0,2 2 133,0 0 1,0 2 58,3 0 1,-2 4 210,2 0 1,-3 3-175,1 3 1,-2 1 11,0 5 0,-1 1-221,-2 3 0,1 2-116,-3 1 1,0 1-63,-2-2 1,0 3-317,0-3 1,0 0 156,0-4 1,-2 0-1116,0-2 219,0 3 1169,2-5 0,3-9 0,0-6 0</inkml:trace>
  <inkml:trace contextRef="#ctx0" brushRef="#br0" timeOffset="394">275 230 7667,'4'0'0,"1"0"157,-1 0 1,3 0 308,-1 0 1,1 0-242,-1 0 1,3 0-125,0 3 1,2-3-67,-3 2 1,2-1-210,-1-1 0,-1 0-108,3 0 0,-3-2 67,0 0 0,-1-3-104,-3 0 0,2 0 128,-1-2 1,-3 0 94,1 1 1,-3-1 40,0 1 0,-3-2 86,-1 0 0,-4 3 32,-1-2 1,-2 4 206,0-1 1,-2 2 152,-3 0 0,5 4-195,-2 3 0,2 0 228,0 2 1,0 0-123,3 2 0,3 1 1,-2 3 1,5 1-124,0 2 1,1 0-119,1 4 1,5-2-83,2-1 0,4-2-236,-1 3 0,5-6-576,0 1 0,3-4 103,-3 0 0,3-5-234,-3-2 1,2-4 608,-1-2 0,1-4 322,-1-1 0,-1-5 0,-2 1 0,6-28 0,1-5 0</inkml:trace>
  <inkml:trace contextRef="#ctx0" brushRef="#br0" timeOffset="752">570 164 7751,'-3'-4'924,"3"1"-245,-6 3 0,5 3-115,-1 2 1,1 3-238,1 1 0,0 2-104,0 0 1,0 4-147,0 0 1,0 0-176,0-2 1,3 3 131,1-1 0,2 3-131,1-3 1,-2-2-124,1-2 0,-1-3-368,4 1 1,-1-3 3,-2-1 0,1-2 106,-1-3 0,1-3-54,-1-2 0,3-1 195,0-3 1,0-1 111,-3-3 0,1 0 96,-1-1 0,1-1 122,-1 0 0,1-1 13,0 0 0,-3 3-23,0-3 1,1 1 236,1 2 1,-2-1 599,-2 5 0,-1 1 903,2 4-834,-3-2-23,3 5-565,-3 4 1,0 4-75,0 4 0,0 1-73,0-1 1,0 1-103,0 2 1,0-1-46,0 0 0,3 0-256,-1 0 0,2 0-736,-2 0 0,3-2 42,0 0 1,-2-3-195,2 1 1,0-2 1136,4 0 0,7-12 0,4-3 0</inkml:trace>
  <inkml:trace contextRef="#ctx0" brushRef="#br0" timeOffset="1332">879 171 7667,'4'-5'-195,"0"1"1198,-2 2-650,4-1 1,-5 6 5,3 2 0,-1 1-188,1 3 0,-2 1-141,3 3 0,-4 1 53,1-1 1,1 1-112,-1 1 1,1-1-5,-1 4 1,-1-3 96,1 3 1,-1-4 8,-1 2 1,0-5 272,0-3 286,0 0-501,0-5 1,0-1-22,0-4 0,0-1 83,0-4 1,1-2 77,1-2 0,-1-2-24,4 0 0,-1 0-92,3 0 0,0 0-101,2 0 1,-1-3-70,3 1 0,0 0-214,2 4 0,-1-1-156,-1 1 1,1 2-400,-1 0 1,1 4 192,-1 0 0,1 4-357,-1-1 0,-1 1 421,-1 1 0,-2 1 61,-1 1 1,3-1 464,0 1 0,0 1 33,-3-1 1,-1 0 10,-1-2 0,0 2 282,3 1 736,-3-1-744,1 1 0,-4 0 208,1 4 0,-1-2-191,-1 2 0,-3-2-65,-1 3 0,0 2-58,0-1 1,-1 2-203,-1 0 1,1-1-249,1 1 0,3 0 137,-2-1 1,0 2 108,1-3 1,0 2 23,2-2 0,3-1-3,1-1 0,1-3 50,1-2 0,0-2 12,5 0 1,0 0 91,2-2 1,0-2-57,0-3 1,1-2 134,-1-2 0,-1-1-28,-1-2 0,-2 1 191,-2 0 0,-1 0-206,-2 0 1,-1 0-144,-3 0 0,-1 0-869,-1 2 1,-4 0-153,-5 2 0,-2 1-583,0 4 1,-2 1 1527,0 3 0,-9 8 0,-1 3 0</inkml:trace>
  <inkml:trace contextRef="#ctx0" brushRef="#br0" timeOffset="1882">1417 230 7667,'-5'-1'-1570,"1"-1"2246,-1 1 1827,2-5-1730,0 5 0,4 1-342,1 5 1,-1 1-82,4 0 0,-3 3-139,2 0 1,-2 2-130,3 0 0,-3 2-30,2 0 0,-2 0-153,0 0 1,1 0 96,-1 0 0,0-2-69,-2-3 0,0 0-284,0-2 23,0 1 123,0-4 1,0 0 47,0-6 1,0-2-54,0-4 1,0-4 145,0 0 0,2 0-5,1-2 1,0-1 56,-1 0 1,-1 0-6,4 1 0,-1 1 239,2-4 1,1 3 8,0 0 0,2 2 15,2 2 1,1 2-86,2 2 0,-1 3 39,0 2 0,-2 2-120,0 2 0,-3 4-77,0 3 0,1 5 55,-2-1 1,-2 2-142,-5 1 0,1-2-353,1 4 0,-2-3-149,3 2 0,-3-2-404,0 0 1,0-1-283,0-1 116,3-2 1161,1-2 0,17-20 0,4-4 0</inkml:trace>
  <inkml:trace contextRef="#ctx0" brushRef="#br0" timeOffset="2224">1817 164 7667,'0'-7'-403,"0"1"0,0-1 510,0 1 1106,0-1 1,-3 3-681,-2 0 1,0 2-82,-2 0 1,0 2-253,-2 2 1,1 1-165,-3 1 0,3 2 58,-1-1 1,2 1-136,0 3 0,1-1-35,-1 3 0,4-3-133,1 1 0,1 0-267,1 0 0,1 0 191,1 0 0,1-2-153,4 2 1,2-2 71,-1 0 1,5-1-6,0 1 0,0 0 212,2-1 1,-2 1 70,-2-1 1,2 1 277,-2-1 1,-2 1-49,0 0 0,-2-1 50,-3 1 0,1-1 157,-3 1 0,0-1 343,-2 1 1,-3-1-217,-1 1 1,-5 0 149,-2-1 1,-1-2-479,-1-2 0,0-1-398,0-1 1,-3 0-1388,1 0 1,-2-3 345,1-2 1291,1 0 0,5-14 0,0-2 0</inkml:trace>
  <inkml:trace contextRef="#ctx0" brushRef="#br0" timeOffset="3074">2302 190 10407,'5'2'967,"-1"2"0,0 1-897,3 6 0,-3 0-86,1 2 1,-1 1-51,3 1 1,-3 0-239,0 2 1,-2-2-579,0 0 0,0-1 208,0-1 0,-2-2-1350,3-3 2024,-3 0 0,-8-22 0,-3-5 0</inkml:trace>
  <inkml:trace contextRef="#ctx0" brushRef="#br0" timeOffset="3239">2348 98 7637,'-2'-10'-991,"0"1"638,0 2 1,2 1 352,0-1 0,0 3 0,14 13 0,4 6 0</inkml:trace>
  <inkml:trace contextRef="#ctx0" brushRef="#br0" timeOffset="3534">2479 315 7637,'0'7'1060,"0"-1"1,0-2-162,-2 1-251,1-1 164,-2 3-411,3-4-362,0 3-60,0-5 0,0 1-240,0-4 0,0-2-191,0-2 1,0-3 97,0 0 1,1-2 39,1 3 1,-1-4 194,4 1 0,-1-1 50,3 1 1,0 0-29,2 2 0,-1-2 146,3 2 1,-3 1 122,3 4 1,0-1 207,2 3 0,3-1 219,-1 3 1,0 3-223,-2 2 0,0 1-41,-2 3 1,0 0-372,-2 2 0,-2 2-354,-3-2 1,-3 1 113,2 1 1,-3 0-244,0-2 0,0 0 216,0-2 302,0 0 0,6-6 0,2 0 0</inkml:trace>
  <inkml:trace contextRef="#ctx0" brushRef="#br0" timeOffset="3910">3129 33 7637,'-2'-9'0,"-1"0"835,-1 1 1211,3 4-1015,-2 1-541,3 9 1,1 1 223,1 6 1,1 1-204,4 1 1,0 4-70,2 3 0,-1 2-546,3-2 1,-2 3-457,2-1 0,-3 4-124,3 0 0,-3 1-816,-2-3 1,-2-3 615,-4-1 0,0-2-1023,0-3 1907,-3-4 0,-4-12 0,-3-5 0</inkml:trace>
  <inkml:trace contextRef="#ctx0" brushRef="#br0" timeOffset="4345">3431 210 7637,'0'-13'0,"0"0"733,0 3 1083,0 0-1326,-3 3 1,-1 4-9,-2 1 0,-3 2-480,0 2 1,-2 1 12,0 4 1,0 3 24,0 0 0,3 3 150,0 0 1,0 0 23,2 0 0,1 3-573,1-1 1,3 0-800,-2-2 0,3 0 634,0 1 0,0-4-37,0 1 1,3-3 58,1-2 0,4 0 165,1-4 1,0 0 202,0-2 0,-1 0 110,3-2 0,-2-3 24,2-4 0,-3 1 0,3-3 0,-3 3-26,1-3 0,-2 0 156,0-2 1,-1 0 146,1-1 1,-3 1 238,1 0 0,-2 0-233,2 0 0,-2 1 73,-3 1 1,2 1 25,0 4 1,0 1 395,-2 1-499,0 2 1,0 0 19,0 4 0,0 4-150,0 3 0,0 0-24,0 0 0,0 1-426,0 4 1,1-1 253,1 0 0,0-1-950,2-1 1,-2 2 505,3-3 1,-1 1 259,3 0 1,-1-3-198,1 0 428,-1 0 0,15-8 0,4 0 0</inkml:trace>
  <inkml:trace contextRef="#ctx0" brushRef="#br0" timeOffset="4787">3634 171 7637,'-3'-7'398,"-3"0"-17,4 1 90,0 2-256,2 1 0,0 4 188,0 1 1,0 3-245,0 3 1,0 0-23,0 3 1,2 0-144,0 2 0,4 1-253,-2-1 1,0-1-42,0-1 1,-2 1 147,2-1 0,1 1-4,1-1 0,-1-2 92,-1-2 0,1 1 25,1-1 0,1 0-4,-1-5 1,1 0 20,-1-2 0,3-1 18,0-1 0,0-4 9,-3-2 1,0-3-65,-2 2 1,2-3 129,-1 1 0,-2-1 138,2-1 1,-4 1-125,1 1 1,1-2 47,-1 2 0,1 1-60,-1-1 0,-1 3 23,1-1 1,1 4-24,-1 1 1,1 2-2,0 0 1,-2 2 2,3 2 1,-1 3-116,1 4 0,0-1 183,0 2 1,2 4-22,-2 4 0,0 0 126,0 0 1,-2 3-99,3-2 0,-3 3-23,2 0 1,-2 1 26,0 4 1,-1-4 102,-1-1 1,-3-2-125,-2 0 0,-1-4-23,-3-3 0,-3-3-854,-4-6 1,0-1 411,1-3 0,-1-2-2400,-1-2 2732,3-3 0,11-27 0,3-4 0</inkml:trace>
  <inkml:trace contextRef="#ctx0" brushRef="#br0" timeOffset="5459">3929 230 7639,'0'4'620,"0"0"-495,0-2 0,3 2 77,2-2 1,1-2-146,3 3 1,-2 0-79,2-1 0,-1 0-169,1-2 0,-2 0 88,2 0 1,-2-1-85,0-1 0,-3-2 232,0-2 1,-2-1-14,0 1 1,-1-2 462,-1 0 0,-3 0-201,-1 0 1,-2-2-30,-1 1 1,0 1-7,-2 4 0,2-1-15,-2 3 0,1-1-68,-1 3 1,2 1-77,-2 1 0,4 3 19,1 4 0,0 1-160,0 3 0,1 2-132,3 0 0,1 4-251,4-2 0,0 0-17,6 0 0,0-2-63,5 0 1,-2-2-316,4-2 0,-3-2 369,3-4 1,-4-3 448,1-2 0,-1-1 0,-1-3 0,0-1 0,-2-4 0,0-1 0,-2-1 0,0-1 0,-2-1 0,-1 0 0,1 3 0,-4-3 0,-1 2 0,-1-1 0,-1-1 0,0 0 47,0 2 1,-1 0 300,-1 2 0,2-1 0,-3 2 1,3 0 601,0 0-205,0 3 64,-3-1-622,2 6 0,-2 0-27,3 4 1,2 2-52,0 0 1,3 4-91,-3 1 1,3 1-156,-1 1 1,0 1-19,1 2 1,-1-3-141,2 3 0,0-2 86,-1 2 0,0-3 1,-3 3 1,2-2 146,-2-1 1,1-2 230,-3 0 1,0-6 807,0 2-623,0-5-296,0 1 0,-3-4 324,-2-4 1,0 0 441,-2-6 1,3 0-181,-1-2 1,4 0-263,-1 0 0,1 0-281,1 0 1,1 0-334,4-1 1,2-1-448,6 0 1,4 0 233,3 1 0,1 2-453,3 1 1,1 2 383,-3 2 512,0 0 0,-2 7 0,-1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0:39.876"/>
    </inkml:context>
    <inkml:brush xml:id="br0">
      <inkml:brushProperty name="width" value="0.08571" units="cm"/>
      <inkml:brushProperty name="height" value="0.08571" units="cm"/>
      <inkml:brushProperty name="color" value="#004F8B"/>
    </inkml:brush>
  </inkml:definitions>
  <inkml:trace contextRef="#ctx0" brushRef="#br0">13 26 7806,'-2'-5'1111,"0"1"-191,0 3-530,2-5 0,-1 5 252,-1-4-84,1 4 295,-2-2-572,3 12 1,1-1-42,1 9 1,-1 1-76,4 3 1,-2 5-26,2 4 1,-1 2 56,-1 2 0,1 1-233,-2 2 1,2-1-389,-2-4 0,1-1 222,-3-6 1,0-4-145,0-2 1,0-4-10,0-3-53,0-5 262,-3-4 0,2-3 32,-1-3 0,1-1-186,1-4 0,0-2 21,0-3 0,0-1 128,0-1 0,2 1 57,0-3 1,3 2-17,0-2 0,0 3 70,2-1 0,-1 3 158,1 2 1,0 2-124,1-1 0,0 5 100,3 2 0,0 1 239,1 1 1,1 5-165,0 1 1,-2 6-127,-1 1 0,-2 0-156,1 1 1,0 3-275,0 0 0,-3-1-98,-2-1 1,-2-2-419,0 0 0,1 0 902,-1 0 0,6-6 0,-1-2 0</inkml:trace>
  <inkml:trace contextRef="#ctx0" brushRef="#br0" timeOffset="408">481 250 7705,'-6'-4'-76,"-1"0"0,1 0 377,0 0 1,-1 1 474,1 3 1,-1 3-387,-2 1 0,2 3-154,-2 1 0,2 2-212,1 3 0,-1 0 5,1 2 0,0-1-47,2 1 1,-1 1-29,3-1 0,0 2-306,2-2 1,0 0 46,3-3 0,-1-1-233,3 0 1,0-3 169,0 0 1,1-4 66,3-1 1,-2-5 195,1 0 1,0-5 4,1 0 1,-2-3 45,1-1 0,0-1 0,-2-1 0,-2-2 226,0 0 0,0 0 31,0 0 1,1 1 152,-3-1 0,3 2 148,-3 0 1,0 3-206,-2 1 1,0 4 272,0 1-446,0 2 0,0 0 22,0 4 1,0 4-52,0 3 1,0 2-258,0 0 1,2-1-34,0 1 0,0-1-242,-2 3 0,3 0-372,-1 0 0,1-1 359,-1-2 1,-1 2 52,3-4 0,-1 2 395,1-3 0,14-8 0,7-6 0</inkml:trace>
  <inkml:trace contextRef="#ctx0" brushRef="#br0" timeOffset="990">629 282 7705,'0'-6'159,"-1"-1"240,-1 1 77,1 0 32,-2 2 1,3 2-258,0 4 1,0 2-88,0 2 0,0 3 0,0 2 0,2 1-177,1 1 0,-1 1-234,1 0 1,-2 1 191,3 2 0,-2-2 32,3 2 1,-2-3-30,2 1 1,1-1-76,0-2 0,1-2 251,1-4 1,2-2-225,-2-4 0,4-2-198,-2-2 0,2-4 46,1-7 1,0-1-107,0-3 0,-3-1 163,-2 1 1,-1 3 81,0 1 0,-4 1-6,0 1 1,-1 3-159,1-1 435,-1 3 1,-2 1-110,3 3 1,-2 2 185,3 0 0,-2 2 10,0 2 1,1 2 59,-1 2 1,2-1-117,-2 2 1,3-2-76,-3 3 1,2 0 102,-2 1 1,3-2 70,-1 1 0,2 2-159,0-2 1,-1 0-179,-1-4 1,1 2-15,4-2 0,-2-1-49,1-1 1,0-1-47,1-1 0,-2 0-17,4 0 1,-2-3-142,1-1 1,-1-2 90,2 0 0,-4-3 17,2 1 1,-3-2 107,-1 2 1,0 1-66,-3-2 0,0 0 25,-2 0 0,0 1 82,0 1 0,-3 3 225,-1 0 1,-4 2 38,-1 0 1,-2 1 211,0 1 0,-1 3 283,-1 2 0,1 1 531,-1 3 1,0 1-529,0 2 0,3 0-286,2 1 0,-2 0 260,2 4 1,2 2-261,4 1 1,2-1-153,2 2 0,5 1-348,6-3 0,5-1-349,3-5 0,3-3-214,0-2 1,1-1-921,1-3 1,-4-4 322,0-4 0,-3-7 122,-2-2 1120,-1-4 0,-6-14 0,-1-6 0</inkml:trace>
  <inkml:trace contextRef="#ctx0" brushRef="#br0" timeOffset="1749">1629 141 7664,'0'-9'509,"0"-2"0,-2 2-219,0 0 1,0 4 498,2 1-545,-3 3 1,2-1 101,-1 4 1,2 1 135,2 4 0,0 3-80,2 3 1,0 2-47,3 4 1,1 4-313,1 3 0,-1 2-214,-1 4 0,-2 1-115,0-1 0,0 2-395,-3 0 0,0 0 300,-2-5 0,-2-3-256,0-4 0,-3-8-1508,3-1 1181,-3-7 963,5-6 0,-12-41 0,2-15 0</inkml:trace>
  <inkml:trace contextRef="#ctx0" brushRef="#br0" timeOffset="2382">1565 282 7186,'-3'-9'-1075,"3"2"1335,-3-2 0,3 4 797,0 1 0,0 0-628,3-3 1,2 1-177,4 0 0,4-1-159,0 1 1,4-1 61,0 1 1,4 2 48,0-1 0,4 1-65,-2-2 1,-3 2-109,-1 2 1,-4 1-76,0 1 1,-1 5-343,-1 2 1,-4 4 360,-3 2 1,-2 3 84,-4 3 1,0 1-51,0 1 1,0 1 100,0 2 0,0 0 156,0-3 0,-2 3-163,0-3 1,-3 1-43,3-3 0,-1-3-24,1-1 0,2-2-269,-3-2 17,3-2-29,3-5 0,2-2-131,4-4 0,0-3-20,0-3 1,-2-2-200,4-3 0,0-2 282,2 0 0,-3-3 92,1 1 0,-2 1 83,1 1 0,-2 1 166,1 1 0,-2-1 110,-1 6 178,1-1 0,-1 5 22,0 2 1,-2 3-21,-2 3 1,1 1 136,-1 6 0,1 0-135,-1 2 0,0-1-12,2 1 1,-2-1-160,2-1 1,1 0-150,1-2 0,0 1 105,1-4 0,-1 1-139,1-4 1,2-1-272,2-2 0,1-1 72,1-1 1,-1-2-54,1-5 1,2-1-31,0-3 1,0-2-164,-2 0 1,0 0 103,0 3 1,-1-3 17,-2 0 1,2 0 139,-4 2 1,-1 2 224,-3 0 0,-3 4 342,2-2 0,-6 5-158,-1 2 1,-2 1 51,-3 1 1,1 1 156,-2 1 0,0 2 319,-1 5 0,-1-2-107,1 4 0,2-2 270,0 1 1,2 2-365,1 3 0,2-2 49,-1 2 1,4 1-173,-1-1 1,2 1-193,2-1 1,4-2-162,5 2 1,4-2-245,2-2 0,2-5-478,3-4 1,-2-1 30,4-1 1,-3-4-801,0-2 0,-1-4 490,-1-5 955,-3 1 0,-3-7 0,-3 1 0</inkml:trace>
  <inkml:trace contextRef="#ctx0" brushRef="#br0" timeOffset="3192">2944 276 7645,'6'-7'0,"-1"1"616,-1 0 0,-2 0 239,3 2-670,-4-2 1,1 5 17,-4-4 0,-2 4-12,-5-1 0,1 1-51,-5 1 0,1 0-95,-5 0 1,0 1 61,0 1 1,-1-1-67,3 4 0,-2-1-6,2 2 0,1 1-22,3-1 67,-1 0 1,6 2-259,-1 0 0,4-1-337,3 2 0,3-2 301,1-1 0,4 1-50,3-1 0,3 1 129,1 2 0,2-2 19,-2 2 0,3 0 35,-1-1 1,-1 2 147,-1-2 0,1-1 19,-1 2 1,0-1-21,-3 0 1,-2-1 199,-1 2 1,-2-3-18,0-1 0,-4 2 107,-1 0 1,-1-1-54,-1-2 1,-6 0 73,-2 3 0,-4-1-503,-3 0 0,-3 0 109,-3-2 0,1 1-232,-1-3 0,-1 1-207,0-3 1,4 0-422,3 0 1,3-3 256,3-1 1,1-4 619,6-1 0,43-17 0,12-1 0</inkml:trace>
  <inkml:trace contextRef="#ctx0" brushRef="#br0" timeOffset="3592">3291 353 7645,'2'-11'-776,"0"0"0,0 4 1159,-2-2 0,-3 2 674,-1 1 1,-2 0-542,0 2 1,-3 1-21,1 3 0,-4 0-268,2 0 0,-3 3-6,1 1 0,-1 2 24,3 3 0,-2 1-96,4 3 1,-1-1-71,3 1 0,2 2-32,-1 0 0,4 0-223,-1-2 0,2 0 2,2 0 0,2-3-192,5 1 0,0-4-19,2 0 0,2-4 174,-1-3 1,1 0-94,2 0 1,-1-1 148,-2-1 0,1-2 79,-3-5 1,0 2-31,-1-4 1,-3 0 103,1-2 1,-2 3 38,-3-1 1,3 0 231,-3-1 1,1 2 782,-1 1-472,-1 2-95,1 0-449,-2 4 0,3 3-187,2 4 0,0 3 98,2 1 0,-1 2-161,1 3 1,1 0-262,1 0 1,1-1-475,-1 1 1,2 0 334,0 0 0,-1-3 613,1-2 0,-1-3 0,3-2 0</inkml:trace>
  <inkml:trace contextRef="#ctx0" brushRef="#br0" timeOffset="4216">3489 346 7651,'0'-6'1311,"-2"2"-871,0-1-168,0 4-32,2 4 0,3 1-19,1 5 1,2 0-73,0 0 0,0 2-46,-2 0 0,3-1-123,-2 0 1,3 1 10,-4 2 0,4-2-145,-4-1 1,1-1 86,-1 1 1,1-2 62,-3 1 1,3-4 438,-3-1-348,0-2 1,-1 0-178,1-2 1,-2 0 16,2-2 0,-1-3-174,-1-3 0,1 0 142,1-3 1,-1 3-80,1 0 1,-1-2 100,-1-1 0,0 1-3,0-1 1,0 1 182,0-3 1,0 2-47,0 1 0,2 0 53,0-1 1,3 2-19,-1 2 1,2 1 86,0-1 1,1 4-125,-1 1 0,3 1 28,-1 1 1,3 1 144,-3 1 0,3 4 146,-2 2 0,-1 1-104,-1 0 1,-1-1-116,0 2 0,0 1 6,-2 2 0,1-2 22,-2-1 1,-1-1 8,-2 2 0,0-4-169,0 2 1,0-2-443,0-1-65,0 1-437,0-4-174,0 0-344,0-3 905,0-5 1,0 0 405,0-3 1,0-1 138,3 0 0,-2 0 151,3 0 1,-1 1-58,4-2 1,-4-1 183,6-2 1,-3 2-105,5 1 0,-3 0 26,3-1 0,0 2 62,2 2 0,-3 4-52,1 1 1,-3 2 81,3 2 0,-3 2-137,1 5 1,-2 1-27,-1 2 1,-2 1-131,1 0 1,-2 0-177,1 0 1,0-1-144,-2-1 1,0 0-374,2-2 0,-1-1-9,2-2 1,0-2 256,0-2 0,0-1 440,2-1 0,8-12 0,2-2 0</inkml:trace>
  <inkml:trace contextRef="#ctx0" brushRef="#br0" timeOffset="4576">4028 334 10558,'7'0'500,"-1"0"-406,0 0 1,3 0-122,0 0 1,-1 0 21,-1 0 1,-1 0-182,0 0 0,3 0-73,-1 0 1,1-3 136,-3-2 0,1 0 21,-1-2 0,1 0 85,-1-1 1,-2 1 1,-2-2 1,-2 0 97,0 0 1,0 1 197,-2 4 1,-4-1-80,-3 3 1,-2 0 151,0 2 0,-3 3 533,-1 1 1,0 4-220,2 0 1,0 6 19,1-1 1,2 3-218,1-1 0,5 3-55,2-1 1,2 2-205,5 0 1,2 0-117,8 0 0,2-5-271,2-1 0,2-5-446,1-1 0,0-4-880,-1-3 1,-3-1-48,1-1 1,-2-2-1969,1-5 3515,-3-1 0,-8-5 0,-1-2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0:50.104"/>
    </inkml:context>
    <inkml:brush xml:id="br0">
      <inkml:brushProperty name="width" value="0.08571" units="cm"/>
      <inkml:brushProperty name="height" value="0.08571" units="cm"/>
      <inkml:brushProperty name="color" value="#004F8B"/>
    </inkml:brush>
  </inkml:definitions>
  <inkml:trace contextRef="#ctx0" brushRef="#br0">148 168 7686,'9'-5'77,"0"1"1,2 1 80,0-2 0,1 0-75,1 0 1,-1 0 151,1-2 1,-1 2-26,-1 0 1,0-3-97,-5 2 1,-1-3-105,-5 1 1,-1-1 95,-1-2 0,-4-1-41,-5 1 0,-4 2 55,-2 0 0,-4 2-20,0 1 1,0 0 111,1 2 1,1 1-22,0 3 1,0 1-12,2 1 1,2 2-67,5 5 1,1 1 20,5 5 0,-1 5-15,3 3 1,0 3-78,4 2 1,4 1-90,3 3 1,2 2-160,0 0 1,-1 3-162,0-3 1,0-3 31,1-3 1,0 0-283,-5-3 1,-1-1 159,-5-7 1,0-2-883,0-4 944,-3-2 0,0-6 394,-4-3 0,4-3 0,-6-23 0,2-6 0</inkml:trace>
  <inkml:trace contextRef="#ctx0" brushRef="#br0" timeOffset="443">20 328 7698,'0'-10'0,"-3"0"256,-1 2 531,1 0-336,-3-1-79,6 3-242,-3 2 1,6 1-87,1 3 1,5 2-69,1 1 1,3 1 30,2-2 1,4 3 2,2-1 0,3 2-46,0 0 1,0 1-297,-1-1 0,0 0 139,-4-2 1,-2 2-30,0-2 1,-6 2 147,0 0 0,-4 1 195,-2-1 0,0 1 77,-3-1 0,2 0-29,-2 1 0,1-1-26,-1 1 0,-1-3-31,4 0 1,-1 0 163,2 0 1,1 1-194,-1-3 0,3 0-161,-1-2 1,3 0-18,-2 0 1,2 0-195,0-3 1,-2 2 84,0-3 0,0-1 111,-1-1 1,1-1 161,-3-2 1,1 2-93,-1-1 0,-2-2 70,1 2 1,-2-1 1,2 3 0,0 0 179,0 2 0,0 0 82,-1 2-198,1 2 0,-1-3-154,2 6 1,-1-2-51,-1 3 1,-2 1-147,2 4 0,0-1 106,0 2 1,2-2-123,-2 1 0,0 0-137,0-1 0,0 3-373,3-2 1,0-1 763,1-1 0,0-1 0,15-5 0,1-2 0</inkml:trace>
  <inkml:trace contextRef="#ctx0" brushRef="#br0" timeOffset="837">662 334 8105,'-4'0'2123,"1"0"-1985,3 0 1,0 3 24,0 2 0,2 0-160,0 2 1,3 0 3,0 1 0,-2 0-20,2 0 1,-2 1 66,1 0 0,2 2-163,-2-3 1,-1 1 195,-1-3 210,2 1-134,-3-1 270,4-2-927,-4-2 307,2-2 1,-2-2-87,1 0 0,-2-3 220,3 1 0,-1-4 39,1-1 1,1 1 12,-2 1 0,3 0 131,-1-1 1,2 1-129,0-2 0,2 1 10,0 0 0,0 1 83,3 1 1,-1 0 7,3 4 0,0 0-7,0 2 0,-1 0-118,-1 0 1,0 3-125,-2 1 0,-1 5-76,-2 1 0,1 0-248,-1 1 0,-1 0 76,-1 1 1,-3 1-105,1 0 0,0-2-569,0 0 1067,-1-4 0,7 5 0,-1-2 0</inkml:trace>
  <inkml:trace contextRef="#ctx0" brushRef="#br0" timeOffset="1118">1130 328 7698,'-3'-10'313,"-1"2"0,-2 1 476,0 3 1,-1 1-290,1 3 1,-1 0 107,-2 0 1,0 1-192,-2 4 1,-1 0 7,1 5 1,2-1-198,0 2 0,3-1-149,2 3 1,1 0-57,3 0 0,1 0-78,4-1 0,0 3-249,8-2 1,1 0-179,6-4 0,2 1-542,1-4 1,4 1 594,-2-5 1,2 0 46,-6-2 0,0 0-318,-1-2 0,-1-5 700,0-4 0,-5-15 0,-2-5 0</inkml:trace>
  <inkml:trace contextRef="#ctx0" brushRef="#br0" timeOffset="1359">1265 129 7699,'-7'-9'0,"1"3"274,-1-1 0,3 1 413,0 4 1,2 1-267,0 3 0,1 2-49,1 5 0,1 1-59,1 3 1,3 2 63,3 2 1,0 3-34,3 1 0,-1 2-146,3 3 0,0-1-133,0 1 0,-1-1-249,-1 1 1,-2-2-516,-3-1 0,0-3 156,-2-1 1,-1-3-518,-3-5 0,-1-2 429,-1-3 1,1-2-764,-3-2 1394,2-1 0,-1-4 0,3-1 0,0-2 0,-3-6 0,0-2 0</inkml:trace>
  <inkml:trace contextRef="#ctx0" brushRef="#br0" timeOffset="1584">1309 373 7699,'-7'-3'314,"0"-1"0,3-2 62,0 0 1,1-1 110,3 1 1,0 2-189,0-1 1,3 3 6,1-2 0,4 3-133,3-2 0,2 3 12,2 0 0,-1 0-9,3 0 0,0 0-78,3 0 1,-3 3 21,0 1 1,-1 4-12,1 0 1,-1 4-95,-3-2 1,-3 0 72,-2 1 1,-1 0-20,0 1 1,-3 1-122,0 0 0,-2-2-253,0 0 0,1-4-165,-1 2 0,0-2-1210,-2-1 230,3-2 0,1-1 1450,2-3 0,3-9 0,1-1 0</inkml:trace>
  <inkml:trace contextRef="#ctx0" brushRef="#br0" timeOffset="1770">1476 174 7699,'-10'-27'584,"2"1"0,1 3-194,0 6-247,4 4-374,0 7 0,3 5 231,3 3 0,17 29 0,8 4 0</inkml:trace>
  <inkml:trace contextRef="#ctx0" brushRef="#br0" timeOffset="2368">1746 334 7725,'0'-6'755,"0"0"1,0-1-268,0 1 0,-3 2-138,-2-1 1,-1 4-103,-3-1 0,2 2 59,-4 2 1,0 1-154,-2 4 1,1 0-116,-1 2 1,2 0 41,0 1 1,4 3-10,1-3 0,0 2-110,4 1 0,0-1-105,2-1 0,1 0-68,1-2 0,2 0-25,5-3 1,1 0-230,2-2 1,4-1 77,1-3 0,1 0-188,-1 0 0,1-3 181,-3-1 0,-1-3 125,-3-1 0,0 0 264,-2-3 1,-1 0 53,-4-1 0,1-1 198,-3 0 1,0 2-19,-2-2 0,-1 3 253,-1-2 1,-1 3-152,-1 1 0,1 0 625,3 2-782,-3 2 8,3 2 1,-2 2-52,4 2 1,-1 3-18,3 3 0,1 0-131,1 3 1,1-1 55,-1 3 1,0-2-135,-2 0 1,2-1 111,-2 3 0,2 0 12,0 0 1,0-1-195,-2-1 1,1 0-37,-3-2 1,2-1-85,-1-1 400,-1-4 262,-2 0-485,0-3-100,-3-6 0,1 0 79,-2-5 0,2 1-81,-2 2 0,2 0 183,0-3 0,-1 3 15,1-3 0,0 1 131,2-1 0,0-1 30,0 1 1,1 1 146,1 0 0,1-2-9,4-1 0,1-1 191,1 3 1,4 2-19,0 0 0,4 5 68,1 2 1,0 2-95,1 5 1,1 2-241,-1 8 1,-1 2-322,-1 2 0,-2 0 22,-4 1 1,0-3-163,-2 3 1,-1-5-543,-4 2 1,1-3-2306,-3-1 3114,3-3 0,-4-1 0,2-3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0:46.327"/>
    </inkml:context>
    <inkml:brush xml:id="br0">
      <inkml:brushProperty name="width" value="0.08571" units="cm"/>
      <inkml:brushProperty name="height" value="0.08571" units="cm"/>
      <inkml:brushProperty name="color" value="#004F8B"/>
    </inkml:brush>
  </inkml:definitions>
  <inkml:trace contextRef="#ctx0" brushRef="#br0">128 282 7794,'3'-6'199,"0"2"55,-3-1 0,2 3-23,0-2 1,3 2 308,-3-2 255,0-1-301,-2-1-273,0-1 0,-3 3-51,-1 0 0,-3 2-46,-1 0 0,-1 2 19,-2 2 0,-1 2-190,1 2 1,-1 1 65,-1-1 0,1 4 0,1 0 0,0 3-194,2 2 1,3-1-30,2 3 1,2-2-184,0 2 1,2-2 62,2 0 0,3-2-87,3 0 1,2-3 75,3-1 1,2-3-63,0-2 0,2-1 94,-2-3 1,0-3 75,-2-4 0,-3 0 3,-2-4 0,-1 1 113,0-3 1,-1 0 132,-2 0 0,-1 0 26,-3 0 1,0 0 204,0-2 0,-2 4 263,-1-2 0,-1 2-174,2 0 1,0 2 685,2 3-471,0-1-259,0 4 1,1 1-146,1 4 0,0 1-12,4 4 0,-1 2-87,4 2 1,-1 1-248,0 3 0,-1-1-134,2 1 0,0 1-678,0-1 1,1 0 76,-1-3 0,2-2 928,-3-1 0,4-2 0,6-12 0,6-3 0</inkml:trace>
  <inkml:trace contextRef="#ctx0" brushRef="#br0" timeOffset="454">474 250 7794,'-6'-12'0,"-1"1"0,1 3 683,0 4 1,-1-1-152,1 3 1,-1-1-104,1 3 0,-1 3-179,1 2 1,0 3-20,-1 3 1,1 1-86,2 1 1,1 0-120,3 2 1,0-1 27,0 4 1,1-2-247,1 1 0,2 1-745,2-3 0,1 2 234,-1-2 0,3-1-58,2-3 1,1-2 351,1-2 1,0-4 73,0-1 1,2-2 333,0-2 0,-1-4 0,-1-5 0,0-2 0,0-2 0,0-1 0,0-3 0,-3-1 0,1 1 0,-3 2 0,0 0 0,-3-2 0,0-3 0,-3 1 51,2 2 1,-3-3 109,2 1 0,-3-1 77,0 3 1,0 4 640,-3 2-197,3 0-337,-6 6 1,5 1 30,-1 6 0,2 4-22,0 4 1,0 2-107,0 3 0,0 3-123,0 1 0,2 3-142,0 2 1,3 2-44,-1 0 1,2-2-259,0 2 0,-2-3 147,1 3 1,-1-1-178,2 0 1,1-4-518,-1-4 0,1-1-173,-1-1 413,0-3 625,1-4 0,8-40 0,2-12 0</inkml:trace>
  <inkml:trace contextRef="#ctx0" brushRef="#br0" timeOffset="692">635 276 7794,'0'-6'269,"0"1"33,0 1 1,0 2-30,0-2 0,5 2-33,4 0 1,5 1 132,3 1 1,5 0-97,1 0 0,0 0 80,0 0 1,-2 3-224,0 1 1,-3 3-143,-4 1 0,-2 0 60,-1 3 1,-6 0-115,2 1 0,-3 1-18,0 0 1,0 0-167,-2 0 0,-1-1-272,4-1 0,-3-2-58,2-3 0,-2 0-1612,2-2 2188,1-1 0,15-29 0,5-6 0</inkml:trace>
  <inkml:trace contextRef="#ctx0" brushRef="#br0" timeOffset="863">859 32 7794,'-6'-5'0,"-1"0"0,1 2 0,2 9 0,1 1 0</inkml:trace>
  <inkml:trace contextRef="#ctx0" brushRef="#br0" timeOffset="1387">987 270 7794,'0'-7'0,"0"3"0,1 0 747,1 1-372,-1-2 0,2 5-71,0-2 1,-2 2-130,3 5 0,-2 0-1,3 5 1,-1 2-53,2 3 1,1-1-113,-1 3 0,1 1-318,2 3 0,-1-2 33,2 1 0,1-1-233,2-2 1,-1-1 400,-1-1 1,1-5 80,-1-1 1,0-5-4,0-2 1,0-5 188,-2-3 1,1-4-43,-1-5 1,-1-1 241,-4-4 1,1 1-58,-3 0 0,0 0-345,-2-1 1,0 3-412,0 0 1,0 3 9,0-1 0,0 4-1182,0 3 1045,0 4 580,0 1 0,23 17 0,6 4 0</inkml:trace>
  <inkml:trace contextRef="#ctx0" brushRef="#br0" timeOffset="2226">1411 321 7794,'0'-7'1778,"0"1"-1364,0 0 0,-3 2-129,-2 2 1,-1 1-37,-2 1 1,0 2-90,0 2 0,1 0-134,0 5 1,1 1 100,-1 0 1,2 2-77,1 1 1,-1 0-394,2 0 1,1 1-53,2 0 0,0 0-104,0 1 0,1-4 272,1 0 1,2-5-20,2 0 0,1-4 81,2 0 1,-1-1 29,2-1 0,0-3-62,1-4 0,2-1-59,0-3 1,-3-2 225,3 0 1,-4 0 57,2-1 0,-3-1 201,0 0 0,-3 2-16,-3-2 0,1 3 147,-1 2 1,-1 0-60,-3-1 0,1 2 141,-4 5 1,3 1-209,-2 3 0,2 1-220,-2 1 0,2 2 49,0 5 1,1-1 18,1 3 1,0-1-170,0 3 1,1 0 38,1 0 1,1 0-117,1-1 0,3-1 72,-1 0 0,1-1 47,1 0 0,1 0-80,0-4 0,2 0-123,-3-2 0,1 1-39,0-3 1,-2 0 24,2-4 1,-1 0 17,0-2 1,-1-1 31,2-4 0,-2 0-160,-1-2 0,-1-2 185,-1 1 0,0-1 37,3-2 1,-3 1 22,0-1 0,-2 0 154,0-2 1,-2 0 24,0-2 1,0-2 159,0-1 0,0-2 250,0 0 1,0 2-136,-2 1 0,0 2 221,-2 2 0,2 2 288,-3 4-270,1 5 0,0 3-247,0 3 1,2 3-177,0 4 0,1 2-9,1 4 1,0 3 56,0 3 1,3 1-105,1 4 1,2-1-68,1 3 1,-3 0-249,0-1 1,0 1-60,3 0 1,-2-3-221,0 1 0,0-4 276,-3-1 0,1-1-27,-1-3 1,-1 0-464,1-5 21,-2-3 475,3-2 0,-1-5-99,2 0 1,0-2-230,0-5 0,1-1 333,-3-1 1,2-2 218,-2 3 0,1-3 16,-3 3 0,2-4-103,0 2 1,0 0 578,-2-1 1,0 2-95,0-1 0,0 0 264,0-1 1,2 0-300,0 2 1,0 0 171,-2 0 0,3 2-146,1-2 1,0 2-4,0 1 1,3 0-93,1 2 0,4 1-47,-2 3 1,2 0-104,1 0 0,1 4-1,1 2 0,-2 3-127,-1 4 0,1 0 87,-5 0 1,3 2-126,-3 0 0,0 2-232,-4-2 0,0 1-370,-2-2 1,-1 0 106,1 1 0,-2-4-356,-2-3 1,1-3-1475,-1 0 2347,-2-4 0,4-10 0,-3-5 0</inkml:trace>
  <inkml:trace contextRef="#ctx0" brushRef="#br0" timeOffset="2402">1898 71 7794,'-12'-17'498,"1"2"1,0 3 726,2 1 0,1 2-1426,1 5 0,2 2-147,0 4 0,3 2 348,2 2 0,8 12 0,3 2 0</inkml:trace>
  <inkml:trace contextRef="#ctx0" brushRef="#br0" timeOffset="2993">2129 327 7794,'-13'-7'679,"0"-1"175,1 6 0,-1-2-327,0 2 0,0 2 19,0 5 1,0 1-302,1 3 0,2 1-201,1 2 1,3 3-64,1 0 0,2 0 30,3-2 0,2 0-580,2 0 0,1-1 217,6-1 0,-3-3-95,3-3 1,-1 0 134,1-3 1,1 0-82,-1-2 1,1-3 110,1-1 1,-3-4 34,-2-1 1,1 0 177,0 0 0,-1 0 82,-1-2 0,-1-1 191,1 2 0,-2-2 57,0-1 1,0 0 156,-3 0 1,1 2-133,-1 1 0,-2 2 169,3-1 1,-3 4 97,0 1-252,0 3 1,0-2-14,0 6 0,0 0-39,0 4 1,2 0-187,1 1 0,1 2 78,-2 0 1,3 2-187,-1-1 0,2 1 37,0 1 1,1 0 126,-1 0 1,1-1-44,2 1 0,-2-2-8,2 0 0,-4-3-606,-1 0 1,-3-3-62,1-1 230,-1-2 646,-1 1 1,0-8-313,0-2 1,-1-1-181,-1 2 0,2-1 126,-3-2 1,3 1 16,0-2 1,0 2 101,0-1 0,0 0 109,0 1 0,0-4-91,3 1 1,0 1-44,4 0 1,-1 1 146,0-1 1,4 2-41,0-1 1,2 5 133,1 2 1,2 1-23,0 1 0,3 3 141,-1 1 1,1 5-263,-1 1 0,-1 3-428,-3 2 0,1-1-644,-1 1 1,-1-2 741,-4 0 0,-3 0-872,-1 0 0,-1-1 1099,0-1 0,-10 1 0,-4-2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0:53.948"/>
    </inkml:context>
    <inkml:brush xml:id="br0">
      <inkml:brushProperty name="width" value="0.08571" units="cm"/>
      <inkml:brushProperty name="height" value="0.08571" units="cm"/>
      <inkml:brushProperty name="color" value="#004F8B"/>
    </inkml:brush>
  </inkml:definitions>
  <inkml:trace contextRef="#ctx0" brushRef="#br0">106 340 10825,'-2'8'475,"-3"1"1,0 2-137,-2 0 0,0 1-333,-1 1 1,0 2-367,-3 0 0,1 0-448,-1-2 0,2-1 129,3 1 1,-2-3 678,1-1 0,5-2 0,6-1 0</inkml:trace>
  <inkml:trace contextRef="#ctx0" brushRef="#br0" timeOffset="559">325 231 7344,'-4'-7'-875,"-2"4"1198,2 1 0,0 1 802,0 1 1,1 3-688,-2 1 0,0 4-121,3 0 1,0 5-182,2-1 1,0 1-127,0 2 1,3-1 2,1-1 0,2-1-83,0 1 1,3 0-276,-1 0 1,2-3 42,-2-2 0,-1-1-263,2 0 0,-2-1 334,-1-2 0,1-2-29,-1-4 1,1-2 76,2-2 1,-1-3 7,2-2 0,-2-1 132,1-1 0,0-2 26,0 0 0,-1 0 157,-1 2 0,-1 0-92,0 1 0,-1 1 110,-1 0 0,-2 4-5,2 1-48,-2-1-75,1 7 0,-3-3 62,0 6 1,0 0 269,0 4 1,0 1-125,0 1 0,0 2-140,0 0 0,0 0-36,0 0 0,0 2-56,0 0 1,0-3 47,0 3 1,3-2-8,1-1 1,2 0 221,0-1 1,1-5 222,2 0 1,-2-2 284,4-2 0,0-4-369,2-2 1,-1-3-233,-1-4 0,0-3-231,-3-1 0,1-1-376,-3-2 1,-1 3-184,-1 0 0,-3 2-812,2-2 0,-3 1 1426,0-1 0,9-22 0,1-2 0</inkml:trace>
  <inkml:trace contextRef="#ctx0" brushRef="#br0" timeOffset="1151">761 83 7787,'0'-6'2431,"0"-1"-1970,0 4 1,0 1 45,0 4 0,0 2-142,3 5 1,-2 1 107,3 5 0,-2 2-447,3 2 1,-2 0-191,2 0 1,0 4-115,-3 0 1,0 1 199,-2 0 0,0 2-104,0-2 1,0-2-34,0-4 1,-1-3-802,-1-2 574,1-3 553,-4-4 16,4-3 1,-2-6-147,3-1 1,0-4-266,0 0 0,3-4 169,1 2 1,0-2-68,0-1 1,0 0 42,3 0 0,1 0-168,1 0 0,0 1 109,0-1 1,-2 3 159,4 1 0,-2 2 95,1 1 0,-2 0 132,1 2 0,-2 1 129,-1 3 1,1 3-148,-1 1 1,-2 4 105,1 0 0,-3 4-129,2-1 1,-2 1-38,2 0 1,-1 1-173,1 0 0,-2-2 124,2-1 1,-2-1-268,3 2 0,-2-3-10,2 0 1,-2-4-428,-1-1 225,2 0 0,2-3-203,1 0 1,-3-3 202,0-3 0,0-1 66,3-2 0,-1-1 350,1-3 0,-1 3 0,1-1 0,-1 2 0,0-1 0,0 0 0,-2-1 0,2 1 0,-2 2 0,1 0 258,0 0 1,-2 3 984,-1 1-390,-1 2-264,2-1 1,-1 6-152,0 1 0,1 4-95,-1 1 1,-1 2-34,1-3 0,1 3-173,-1 0 0,3-1-161,-1 1 1,0 0-248,0 1 1,0-1-534,0 0 0,2-3 131,-2 0 1,2-1-440,0 0 0,-2-4 1112,1-1 0,2-18 0,3-5 0</inkml:trace>
  <inkml:trace contextRef="#ctx0" brushRef="#br0" timeOffset="1320">1069 51 7733,'-7'-13'348,"1"0"1,1 3-739,1 2-249,3 4 1,0 2-4,3 4 642,3 1 0,4 15 0,5 3 0</inkml:trace>
  <inkml:trace contextRef="#ctx0" brushRef="#br0" timeOffset="1593">1319 231 7733,'-7'-7'319,"1"1"1,-1 2 471,1 2 1,0 1-497,-1 1 0,0 4-184,-1 2 0,3 4 146,-2 3 1,3-1 77,0 1 1,1 1-239,3 1 1,0-1-128,0 3 0,5-2-246,4 2 0,2-3 106,2 1 1,3-1-144,1-1 0,2-5-212,0-2 0,0-4-440,0 0 1,1-1 451,2-1 1,-5-6 512,3-2 0,-5-26 0,0-8 0</inkml:trace>
  <inkml:trace contextRef="#ctx0" brushRef="#br0" timeOffset="1996">1486 77 7852,'-7'-4'356,"1"-1"-136,-1 0 1,3 2 944,0 1-801,2-1 0,-1 3-30,3 0 0,0 3-41,0 6 0,3-1 140,2 5 0,0-1-58,2 5 1,1 1-253,1 1 1,0 1-202,0 1 0,-2 1 12,4 2 0,-3 0-295,1-3 0,-3 1 214,-2-3 0,0-1-91,-2 0 0,-1-3-29,1-5 1,-2-1-106,0-2 1,0-4-245,-2 0 342,1-3 1,-2-3 66,3-1 0,1-2 63,1 0 0,-1-3 109,4-2 1,-3 1-56,2-1 1,-3 1 68,2-3 0,-1 1-27,1 1 0,1-1 118,-2 1 0,1 1 332,-1 0 0,1 2-203,1-1 0,2 2 391,-2 1 0,2 2-139,0 2 1,1 1-24,-1 1 0,0 5-146,1 2 0,1 3-232,1 1 0,0 1 57,-3 1 0,0 0-126,1 0 0,0 0-1117,1-1 0,0 1 67,0 0 1,-1-3-1279,0-1 2347,-4-2 0,3-7 0,-3 0 0</inkml:trace>
  <inkml:trace contextRef="#ctx0" brushRef="#br0" timeOffset="2276">2056 250 9976,'0'6'1556,"1"3"-905,1-1 0,2 5-450,2-1 1,3 1-318,-1 2 1,2 1-262,-2-1 0,-1 0-606,2-2 0,-3-1-483,-2-2-723,2 0 2189,-5-7 0,5-20 0,-3-8 0</inkml:trace>
  <inkml:trace contextRef="#ctx0" brushRef="#br0" timeOffset="2440">2076 102 7733,'-10'-6'71,"0"0"0,5-1 738,0 1-1271,3 2-1171,2 1 1633,5 3 0,17 6 0,8 1 0</inkml:trace>
  <inkml:trace contextRef="#ctx0" brushRef="#br0" timeOffset="2719">2326 186 7733,'-10'0'0,"-2"-2"172,1 0 1,0-1 333,0 3 1,1 0-226,1 0 1,2 0-62,-1 0 1,3 3-237,0 2 1,4 0 34,-1 2 0,1-1 33,1 0 0,2 2-80,2 0 0,1-1-237,6 2 0,-1 0 199,3 0 1,0 1-65,0-1 0,2-1-237,0-1 1,0 0 98,0 2 1,-3-2 319,0 1 0,-2 1 96,0 0 1,-2 0 164,-2-3 1,-2 3 35,-4-1-114,0 1 1,-5-3-199,-2 0 1,-4-1-65,1-1 0,-2-3-370,-1 2 0,-1-3 397,-1 0 0,-10-11 0,-5-3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0:58.376"/>
    </inkml:context>
    <inkml:brush xml:id="br0">
      <inkml:brushProperty name="width" value="0.08571" units="cm"/>
      <inkml:brushProperty name="height" value="0.08571" units="cm"/>
      <inkml:brushProperty name="color" value="#004F8B"/>
    </inkml:brush>
  </inkml:definitions>
  <inkml:trace contextRef="#ctx0" brushRef="#br0">154 33 7751,'-6'-7'0,"0"1"203,-1-1 1,0 2 326,-2 0 1,2 3-411,-1 2 1,-2 0 116,2 2 1,-3 2 38,0 2 0,1 1-17,-1 2 0,3 2 12,-3 4 1,3-1-120,0 3 0,3 0-138,3 2 0,1-2 44,1 1 1,4-1-323,2 5 0,4-5 65,5 0 0,2-3-151,2-1 1,3-3-369,2-1 0,-2-3 127,2-2 1,-3-1-249,3-3 0,-3-1 839,3-1 0,-4-2 0,-1-5 0,-3 2 0,-11-13 0,-3-1 0</inkml:trace>
  <inkml:trace contextRef="#ctx0" brushRef="#br0" timeOffset="250">366 135 7751,'0'-10'-808,"0"2"0,0 1 1999,0 0-753,0 1 1,-3 0-211,-1 2 1,-2 1-26,0 3 0,-1 3-26,1 1 1,0 2-31,-1 0 0,-1 3 25,2 2 1,-2 1-72,4 1 1,1 2-161,1 0 0,1 0 67,1-2 0,3 1 62,1-1 1,5 0 26,1-4 0,3-1-30,2-4 0,1-1-99,1-3 0,-1-3 39,-3-1 1,-4-5-92,-3-4 1,0-1-262,-4-3 1,-1 2-495,-3-2 1,-1 3 17,-4-1 1,-1 0 820,2 2 0,4-4 0,6 3 0</inkml:trace>
  <inkml:trace contextRef="#ctx0" brushRef="#br0" timeOffset="942">514 90 7759,'0'-3'1448,"2"3"-944,0 4 1,3 2-187,-1 3 0,2 1-214,0 3 1,1 0-25,-1 2 1,0 0-181,1 2 1,-3-3 100,0 1 1,-1-2-72,1 0 1,-3-3-265,1-1-329,-1-2 607,-1-4-33,0 0 0,0-8 34,0-1 0,0-3 58,0 1 1,0-2 25,0-3 1,0 0 10,0 0 1,1 1 17,1-1 1,-1 0-88,1 0 1,1 2-32,-1 1 1,3-1-23,-1-2 1,1 3 71,-1 2 1,2 3 7,-2 0 0,2 4 25,0-1 1,1 1 86,-1 1 1,1 3-62,-1 1 0,0 4 127,1 1 0,-1 2-115,1 0 1,-2 1 25,0 1 1,0-1-128,0 1 1,0 0-44,2 0 0,-3-1-207,0-1 1,-2 0 117,0-2 0,1-1-30,-1-1 1,0-3 22,-2 0 260,-3-2-145,0 0 0,-2-4 0,1-3 0,3 1 37,-1-2 0,-1 1-20,1-4 0,-1 1 45,3 0 0,0-2 38,0 0 0,0-2-11,0 4 1,0-3 0,0 3 0,0-4 134,0 1 0,0 2-105,0-2 0,3 3 123,-1-1 1,3 2 0,-1 1 1,2 0-67,0 2 1,1 1 21,2 3 0,-1 1 9,2 1 0,0 2 117,1 5 0,0 1-146,-2 3 0,2 0-141,-3 2 0,1-1 42,0 1 0,-2-2-173,2 0 0,-2 0-692,-1 0 1,1-3 118,-1 1 0,0-4-761,1 0 1491,-4-1 0,6-20 0,-2-1 0</inkml:trace>
  <inkml:trace contextRef="#ctx0" brushRef="#br0" timeOffset="1567">898 110 7759,'0'-10'301,"0"1"0,0 2 450,0 0 0,0 3-194,0 0-325,0 3 1,3 1 0,-1 4 0,2 2-62,-2 3 0,3 1 12,-1 3 1,0-1-44,0 1 0,0 1-124,3 1 0,-1-2-84,1 2 0,-1-1-339,1-1 0,-3-1-264,0-2 1,0 2 352,0-4 1,-1 1-186,0-3 359,-3-2 209,3-1-252,-3-9 0,0 2 39,0-5 1,0 0-20,0 0 1,0-1-50,0 1 0,-2-2 119,0 0 1,0 1-23,2-1 0,0 1-35,0-3 1,0 2 143,0 0 0,0 2 202,0-2 0,0-1-41,3 4 1,0-1 127,4 3 1,-1 0-58,0 2 0,1 1 61,-1 3 0,1 0-40,-1 0 1,1 5-71,-1 1 1,0 5-44,1 0 0,-3 1-22,0 1 1,1 0 13,1-1 0,0 3-76,-2 0 1,2-2-121,-2-2 0,0-1 42,0 1 1,-2 0-311,2-2 200,-2-1-18,0-4-237,-2-2 115,0-2 16,0-5 0,0 1 54,0-5 1,0 0-104,0 0 0,0 1 42,0 1 0,0-1 55,0-1 1,0-2 339,0 3 1,0-3 82,0 3 1,0-3 220,0 2 1,0-1-212,0 1 1,3 1 122,-1 1 1,2 1-73,-2-1 0,3 4 107,-1 1 0,2 1-83,1 1 0,-1 3-224,0 1 0,1 5-178,-1 1 0,1 2-132,-1 1 0,0 0-187,1 0 0,-1 0-26,1 0 1,-1-3-399,1 1 1,-1-3 466,0 3 0,1-5 388,-1 0 0,1-4 0,10-4 0,4-6 0</inkml:trace>
  <inkml:trace contextRef="#ctx0" brushRef="#br0" timeOffset="1850">1418 103 7759,'-6'-6'0,"-2"-1"0,0 1 0,1 2 271,-2 2 1,-1 1 440,0 1 0,0 3-296,-1 2 0,1 2-109,-1 2 1,0 2-213,5 0 1,-2 2 79,4 2 0,-1-2-260,1 2 0,1 0-117,3 0 1,3-2-158,1 2 1,2-4 141,3-3 0,3-1-59,3-3 0,2-1 196,-2-3 1,0-1 26,-2-1 0,0-2 177,0-5 0,-3 1-215,-2-2 1,-2-1-271,-1-2 1,-2-2-101,-3 0 1,-1 0-288,-1 2 1,-1 1 747,-1-1 0,-16 0 0,-2 0 0</inkml:trace>
  <inkml:trace contextRef="#ctx0" brushRef="#br0" timeOffset="2321">1424 52 7810,'3'-4'423,"-1"1"80,2 3 0,-2 1 22,2 1 0,1 4-74,1 3 0,-2 1-26,1-1 1,-2 2-258,1 0 1,1 3-227,-2 1 1,1 0 17,-2-2 0,0 0-166,-2 0 0,0-3-108,0 1-33,0-3 1,0 1-25,0-3 111,0-2 178,0-1-54,0-9 0,-1 2 31,-1-5 1,2 2 47,-3 1 0,3-3 17,0 1 0,0-3 6,0 2 0,0-2-19,0 0 1,0-1 54,0-1 1,2 3-31,0-1 0,3 0 4,-1-2 1,2 1 94,0-1 0,3 1 198,-1 1 1,1 2-86,-3 2 0,3 4 137,-1 1 0,1 1-12,-3 1 0,1 6 103,-1 2 0,1 4-110,-1 3 1,-2 0-155,1 2 0,-4-1-95,1 1 1,1 0-135,-1-3 1,0 0-430,-2 1-1,0-2-93,0-2 1,0 0-643,0-3 1,0 1 460,0-3 785,0-2 0,6-10 0,1-4 0</inkml:trace>
  <inkml:trace contextRef="#ctx0" brushRef="#br0" timeOffset="2576">1758 263 7759,'6'0'0,"1"0"1089,-1 0-637,-2 0-2425,-1 0 1973,-3 0 0,-15-5 0,-3-2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04.799"/>
    </inkml:context>
    <inkml:brush xml:id="br0">
      <inkml:brushProperty name="width" value="0.08571" units="cm"/>
      <inkml:brushProperty name="height" value="0.08571" units="cm"/>
      <inkml:brushProperty name="color" value="#004F8B"/>
    </inkml:brush>
  </inkml:definitions>
  <inkml:trace contextRef="#ctx0" brushRef="#br0">7 78 8090,'0'-7'192,"0"3"19,0 0-9,-3 2-199,3-1 187,-3 3-60,3 3 1,0 1 43,0 2 0,2 1-77,0 2 1,3-2-130,-1 2 1,0 0 96,0-1 1,0 2-184,3-2 1,-1-1 165,1 2 1,-1-2-147,0-1 1,3 1 110,-1-1 0,4-1-108,-1-1 0,1-3 13,1 1 1,2-2 80,-1-2 1,4-1-98,-1-4 0,5 1 122,1-1 0,0 1 1,1 0 1,-2-1 84,3 1 0,0-1 205,5 1 0,-3 0-257,-2 2 0,0 1-32,-3 3 0,0 0 13,-1 0 1,-4 2-74,0 0 1,-2 3 26,-3 0 1,-1 0-2,0 2 0,-1-1-29,0 1 0,0-1 3,-4 0 1,0-1-21,1-1 0,-3 0 83,0 0 29,-2 2 132,4-6 59,-3 3 0,4-3-98,-1 0 0,-2 0-117,1 0 1,0 0 12,3 0 1,-1 0-46,2 0 0,-2 0-134,-1 0 1,3-2 40,-1 0 1,1-1-160,-3 1 0,1 0 123,-1-2 1,1 2-97,-1-2 0,3 0 171,-1 0 1,3-2 4,-3 2 1,4-1 89,-2 1 1,3-1-43,2 2 1,1-1 162,1 2 1,1-2-68,-3 2 1,3 0 141,-1 2 0,3 0-130,-1 0 1,2-3-52,-4 1 0,1 0 21,1 2 1,3 0-25,-1 0 1,1 0-10,-3 0 1,0 0 53,0 0 0,3-1-11,-1-1 0,0 2-82,-1-3 1,-1 3 3,0 0 1,0 0-105,-2 0 0,1 0 88,-3 0 1,0 0-7,-3 0 0,3 0 42,0 0 0,0 0-12,-2 0 1,1 0-19,1 0 0,0 0-5,2 0 1,1 0-7,-3 0 0,2 0 6,-2 0 0,2 0-73,-2 0 0,2 0 76,-2 0 1,0 0-5,-2 0 0,0 0 10,0 0 1,0 0-7,0 0 1,-1 0 50,1 0 1,0 0 17,0 0 1,2-1 6,0-1 0,3 1-49,-1-1 1,-1 1-56,1 1 1,-2-2 27,2 0 1,-2 0-2,2 2 1,-2 0 3,0 0 1,-2 0-8,0 0 0,0 0-12,0 0 0,-3 0-4,1 0 0,-2-1-18,1-1 0,1 1 0,2-1 1,-1 1-8,-1 1 0,1 0 40,-2 0 1,3 0-1,2-2 0,-1 1-1,1-1 1,-2 1 0,0 1 1,0 0-5,0 0 0,-1 0 4,-2 0 0,3-2-1,-3 0 1,0 0 6,1 2 1,0 0 3,1 0 1,1 0 8,-3 0 0,3 0 30,0 0 1,0 0-41,2 0 0,-2 0-3,0 0 1,0 0 0,0 0 1,0 0-1,-1 0 0,1 0-18,0 0 0,0 0-5,0 0 1,-1 0 20,-1 0 0,1 0-4,-2 0 0,2 0-1,1 0 0,0 0-10,0 0 1,0 0 1,0 0 1,-1 0 1,1 0 0,-1 0-1,-1 0 0,1 0 13,-1 0 0,-1 0-3,1 0 0,-3 0 11,3 0 1,-3 0-56,3 0 0,-2 0-2,1 0 0,0 0 20,1 0 1,1 0-6,-1 0 1,0 0 26,0 0 1,1 0-2,-1 0 1,-2 0-7,-1 0 0,2 0 3,-2 0 1,1 0 41,-3 0 0,1 0-24,-1 0 4,0 0 0,3 0-11,0 0 1,0 0 4,-1 0 1,2 0-5,0 0 1,2 0-4,-1 0 1,1 0 24,1 0 1,0 0-24,0 0 1,-3 0 103,-2 0 1,0 0-82,1 0 1,-2 0 4,1 0 0,-3 0-27,0 0 1,-1 0-1,2 0 1,3 0-48,-1 0 0,2 0-12,-2 0 1,2 0-5,0 0 1,2 0 57,-1 0 0,-1 0-41,1 0 0,-1 0 1,0 0 0,2 0-24,-4 2 1,3-1 53,-2 1 1,0-1 1,-1-1 1,-1 0 15,2 0 1,-1 0 6,0 0 0,0 0 26,3 0 1,-2 0 8,1 0 0,0 0-14,1 0 0,1 0-21,-1 0 0,-1 0-41,0 0 1,-1 0-40,2 0 0,-3 0-129,3 0 0,-3 0 86,0 0 1,0 0-101,1 0 0,-2 0 195,4 0 0,-3 0-7,1 0 1,0 0-2,-1 0 0,2 0 81,-2 0 1,-1 0 103,2 0 0,-2 0-102,-1 0 1,1 0 158,-1 0 1,-2 0-75,1 0 0,-3-1 361,2-1-339,0 1 1,3-2 141,-1 1 0,3 1-64,-1-1 0,1-2-94,-3 0 0,3 1-67,-1-2 1,1 3-209,-3-2 1,-1 0-400,-1-3 0,-3 3 208,2 0 317,-3 2 0,-28-12 0,-8 0 0</inkml:trace>
  <inkml:trace contextRef="#ctx0" brushRef="#br0" timeOffset="1381">527 841 7754,'0'-7'677,"0"4"-166,0-3 265,0 6-254,0-6 234,0 5-91,0-2 0,0 9-440,2 2 1,-1 2 14,1 0 0,-1 3-25,-1 2 0,1 3-46,1-1 1,-1 2-91,1 0 0,-2 3-49,0 2 1,1 0-228,1 2 0,-1 1-45,1 0 0,-1 0-255,-1 0 1,2-3 65,0-3 0,0-1 169,-2 0 1,0-7-106,0-2 174,0-3 252,0-5-31,0 0 0,0-4 177,0-1 1,0-1-104,0-4 0,2 0-63,1-1 1,2 0-51,-1-3 0,2 0-15,0-4 1,0 3-6,1-3 1,-1 2-4,1-4 1,1 0-89,1-3 0,0 0 119,0-1 1,-2 0-10,4-2 0,-2 1 87,1-1 0,-2 3 206,1 1 1,-2 4 10,-1 5 1,0 4 46,-2 0-269,2 3 0,-3 1 43,1 4 0,2 3 27,-2 3 1,0 2-4,0 3 1,0 1-12,3 1 0,-1 1-106,0 3 1,0 0-178,-2 1 0,1-3-196,-3 0 1,3 1 170,-3 2 0,2 0 1,-2-5 1,0 2 125,-2-2 0,3-1-31,-1-3 0,2-2 31,-2-3 158,3 1 1,-1-4-75,2-1 1,-2-1 358,1-1-150,-1 0 1,2-2-58,1 0 1,-2-3-12,0 1 0,0-1-59,0 0 1,-2 0-8,2 0 0,-2-2 63,1-2 0,2 0 145,-2 0 1,1-1 35,0-3 1,0 0 221,0-2 1,0-2 189,2-2 0,-1-2-353,1-1 1,-1-2-196,0 1 0,1-2-109,-1 2 1,0-1-212,-2 2 0,2 2 148,-2 3 0,0 1-63,0 3 1,-3 2-304,2 1 1,-1 4-1629,1 0-1379,-1 1 731,-2-2 1165,0 4 0,-2 0 535,-1 6 902,-2 0 0,-1 15 0,-4 3 0</inkml:trace>
  <inkml:trace contextRef="#ctx0" brushRef="#br0" timeOffset="2198">1335 495 7891,'0'-4'1772,"0"1"-1308,-3 3 0,-1 0-171,-2 0 1,0 1 19,-1 1 0,1 2-97,-1 5 0,-1 1 0,-1 3 0,-1 0-3,1 2 1,3 2 13,1 5 0,4-2-435,-1 4 0,1-1-615,1 0 0,3-1 235,1-3 0,5 0-436,1-2 0,0-2 109,1-4 0,2-3 915,2-3 0,23-14 0,3-5 0</inkml:trace>
  <inkml:trace contextRef="#ctx0" brushRef="#br0" timeOffset="2448">1502 597 7870,'0'-6'1271,"-3"-1"-865,2 4-229,-2 0 0,3 4 111,0 1 0,0 3 111,0 4 1,0 2-244,0 0 1,2 1-183,0-2 1,3 2-227,-3-1 0,2 3-115,-2 1 0,1 0-458,-1-2 0,-1 0 281,1 0 1,-1-1-210,-1-2 0,0 0 753,0-4 0,3-8 0,0-2 0</inkml:trace>
  <inkml:trace contextRef="#ctx0" brushRef="#br0" timeOffset="2707">1572 507 7870,'1'-4'834,"1"0"0,-1 2-506,4 0 1,1 2 36,3 0 0,4 5 203,0 1 1,2 5-171,0 2 0,0 1-12,0 3 0,-1 0-276,-5 2 1,-1 3-175,-1 2 1,-4-2-113,-3-1 1,-3-2-342,-4-1 0,-1-1-324,-1-2 1,-2 0 95,0-5 745,2 0 0,0-7 0,2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09.457"/>
    </inkml:context>
    <inkml:brush xml:id="br0">
      <inkml:brushProperty name="width" value="0.08571" units="cm"/>
      <inkml:brushProperty name="height" value="0.08571" units="cm"/>
      <inkml:brushProperty name="color" value="#004F8B"/>
    </inkml:brush>
  </inkml:definitions>
  <inkml:trace contextRef="#ctx0" brushRef="#br0">20 1 8468,'-6'0'476,"2"0"0,-1 0-316,3 3 0,0 0-90,2 3 1,0 1 133,0-1 0,0 1 26,0 2 0,3-2-278,1 2 1,0-2-390,0-1 0,2 0 214,3-2 1,2 1 105,-3-3 0,4 0 17,-2-2 1,5 0 129,2 0 1,3-2 101,1-3 1,4 0-84,3-2 0,3 2 110,1 0 1,-2 0-175,2 3 1,-4 0-14,0 2 0,-2 0 21,0 0 0,-3 4-229,-2 2 1,-4 1 38,-2 4 0,-4-3 114,-3 3 0,-1-3-18,-3 0 0,-1 0 47,-3-2 0,0-2-26,0 0 112,0-2 146,3 1 1,-2-4 26,3-1 1,-2-2-77,3-2 1,-1-3-52,2 1 0,1-1 45,-1 0 0,3 3-4,-1-1 0,4 1 13,-2 1 0,3 3 6,2 0 1,-1 1 9,4 1 1,2 0 166,3 0 0,3 3-227,2 4 1,1-1-13,3 3 1,3-1-140,1 0 1,3-1 103,1 2 1,-1 0-153,2 0 0,0-2 145,0-2 0,1 0 13,1 0 1,-3-2 35,2-1 1,0-2 194,-1 0 0,3 0-17,-2 0 0,-3 0-20,-3 0 1,0 0 121,-2-2 0,-1-3-7,-5-3 0,-3 1 174,-6-2 1,-4 0-304,-2 0 0,-1 1-276,-6 1 1,0 2-70,-4 0-207,-1 2 1,2 3-1615,-1 0 0,0 1 547,2 1 0,-3 2 1392,2 2 0,-11 6 0,-3 2 0</inkml:trace>
  <inkml:trace contextRef="#ctx0" brushRef="#br0" timeOffset="867">630 738 8085,'0'-6'0,"-1"-1"620,-1 1 0,1 0 221,-1-1 282,1 4-215,1 0-90,0 3-397,0 5 1,0 3-49,0 4 1,2 2 145,0 1 1,3 2-190,-3 4 0,2 2-88,-2 0 0,0 2-138,-2-1 1,0 0-142,0 2 1,0 2-221,0 0 1,-2-3 166,0-1 1,-3-6-76,1 2 1,0-6 54,0-1-128,0-3-177,0-7 321,1 0 0,3-6-28,0-1 0,0-2 80,0 0 0,0-3 0,0 1 1,1-4 18,1 2 0,-1 0-1,1-1 1,1 0-48,-1-1 0,2 1-101,-2 0 1,3 3-114,0-3 0,0 2 58,2-1 1,0 2-109,1-1 0,0 4 68,3 1 0,2 3 124,2-2 1,0 3-1,0 0 0,-1 3 74,1 1 1,-2 4 47,0 0 1,-3 4 249,-1-2 0,-3 3 103,-1 2 1,-3-1-90,-2 1 1,0-2 39,-2 0 0,-3 0-160,-3 0 1,-2-1-69,-3-2 1,-1 0-274,-1-4 1,1 1-454,-3-1 1,1-2 224,-1-2 0,-1-2-287,3 0 1,0-2 732,2-3 0,6-20 0,1-7 0</inkml:trace>
  <inkml:trace contextRef="#ctx0" brushRef="#br0" timeOffset="1345">585 546 7479,'4'-2'556,"0"0"1,1-1-261,4 3 1,1 0-156,3 0 0,3 0-111,3 0 1,1 1-19,4 1 1,1 0-284,0 2 0,-1-3-28,-4 2 0,-2-2-265,-1 1 0,-2-1 31,-4 1 0,-2-2 533,-2-2 0,-3 0 0,0-2 0,-2-12 0,1-4 0</inkml:trace>
  <inkml:trace contextRef="#ctx0" brushRef="#br0" timeOffset="1603">803 469 8363,'0'-4'429,"0"1"-232,3 3 1,0 1 50,4 1 0,2 0-2,2 2 1,1 2-15,0 3 0,1 0 73,0 0 0,-1 0 0,-1 2 0,-3 1-289,-3-1 0,-2-1-18,-3 0 1,-3 0-330,-2 1 358,-3 1-166,-2-5 1,-5 2-162,0-2 1,-1-1-369,1 1 0,4-1 668,-2 0 0,10 1 0,1-1 0</inkml:trace>
  <inkml:trace contextRef="#ctx0" brushRef="#br0" timeOffset="2151">1168 495 7236,'7'-3'842,"-4"2"0,-1-2-299,-4 3 0,-1 0 11,-4 0 0,-2 3-211,-2 1 1,-1 3 71,-1 1 0,1 2-156,-1 3 0,1 1-13,1 1 0,0 1-331,5 3 0,-1 3-205,5 2 1,1-1-322,5 0 0,3-2 113,6 0 1,3-4-467,1-2 1,1-2 298,2-2 1,-1-5-605,0-4 1269,3-1 0,1-18 0,3-4 0</inkml:trace>
  <inkml:trace contextRef="#ctx0" brushRef="#br0" timeOffset="2351">1386 591 7919,'-2'-7'2856,"1"1"-1823,-2 2-288,3 2-276,0 10 1,2-2-287,0 7 1,3-2-221,-3 2 0,2 2-320,-2 0 1,1 0-84,-1-2 1,-1-1-566,1 1 0,-1 0 222,2 0 0,-3-3-359,2-2 1,-1 0 1141,-1-2 0,6-14 0,1-3 0</inkml:trace>
  <inkml:trace contextRef="#ctx0" brushRef="#br0" timeOffset="2610">1476 482 7919,'7'0'708,"-1"0"1,3 0-116,-1 0 1,4 3-8,1 4 0,1 2-75,3 4 1,-1 0 70,1 2 1,-1 2-280,-3 2 1,-1 2-220,-1 1 0,-3-1-53,-4-2 0,-4-2-221,-4-2 1,-4-2-684,-3 0 1,-1-1-231,-1-1 1,1-4-1967,1-3 3069,-1 1 0,8-8 0,-2-1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22.083"/>
    </inkml:context>
    <inkml:brush xml:id="br0">
      <inkml:brushProperty name="width" value="0.08571" units="cm"/>
      <inkml:brushProperty name="height" value="0.08571" units="cm"/>
      <inkml:brushProperty name="color" value="#004F8B"/>
    </inkml:brush>
  </inkml:definitions>
  <inkml:trace contextRef="#ctx0" brushRef="#br0">1 0 7090,'4'3'242,"-2"1"1,1 0-198,-1 0 1,0 0 9,1 0 0,-2 2-2,3-2 0,-2 0 1,3 0 1,-3-3 13,2 1 0,-2 1-60,3-1 1,-3 0-24,2-2 1,0 0-53,3 0 1,-1 0 17,1 0 0,-1 0-47,0 0 0,1 0 88,2-2 0,-1 0-9,3-2 1,-3 2 52,3-2 1,0 2 3,4 0 1,-1 1 44,4 1 1,-1 0 177,2 0 0,-1 0-189,-1 0 1,2 2-52,-2 1 1,1 2-12,-1-1 0,-2-1-16,-4 2 1,0-1-160,-2 2 0,-4-1 108,-3-1-225,-1-3 181,-1 2 59,3-3 0,-2 0 64,4 0 1,0-1 14,3-1 1,0-1 16,3-1 0,-3-1-21,3 3 1,0-3 1,2 1 0,0 0 1,2 0 0,-1 3 2,3-2 0,1 3 30,1 0 0,0 0 94,0 0 1,3 0-15,-1 0 1,1 0 6,0 0 1,0 2 57,4 0 0,0 0-84,-1-2 0,-1 0 111,-1 0 1,0 0-138,1 0 0,-2-1-1,-3-1 0,-3 1-33,-1-3 0,-2-3-436,-2-1 1,-3 1-784,-3 3 1148,-2 2 0,-15 2 0,-2 4 0</inkml:trace>
  <inkml:trace contextRef="#ctx0" brushRef="#br0" timeOffset="815">277 770 7948,'-3'-4'226,"2"-1"-5,-5 1-48,6 0 0,-2-1-71,4 3 1,-1 0 113,3 2 1,1 0 26,1 0 1,3 0-92,2 0 1,-1 1-136,1 1 0,-1-1 136,3 4 0,-1 2-157,-1 4 0,1 1-266,-4 1 0,0-1 201,-4 1 1,1 2-93,-3 0 0,0 2 8,-4-2 0,-3 0 101,-3-2 0,-2 0 52,-3 0 1,-2-3 19,0-2 0,-1-1-85,1-3 1,2 1 21,-2-3 1,3 2-386,2-2 0,2 1-14,-1-3 0,4-1-144,1-1 1,3-2 585,-1-2 0,1-1 0,27-13 0,6-5 0</inkml:trace>
  <inkml:trace contextRef="#ctx0" brushRef="#br0" timeOffset="1081">597 789 7922,'0'-3'-485,"-2"0"0,-2 3 530,-2 0 0,-4 0 394,0 0 1,-2 0-100,-1 0 1,-1 3 164,-1 1 1,2 4-157,-2 0 0,1 1 56,1 0 1,4-1-200,3 3 0,0-1-61,4 3 0,3 0-145,3 0 0,5-1-31,4-1 0,3-1-255,6-2 1,-2-2-165,4 1 0,-3-1-527,0-4 1,0 0 388,0-2 588,-4 0 0,10-29 0,-3-6 0</inkml:trace>
  <inkml:trace contextRef="#ctx0" brushRef="#br0" timeOffset="1484">341 545 7922,'-3'-5'-116,"-1"0"1,0 1 1512,0 1-709,3-2-493,-2 5 1,6-3-24,1 3 0,5 0-124,4 0 1,3 0 45,3 0 0,3 0-175,1 0 1,5 2-571,2 0 0,-1 2 402,-2-2 1,-1 1-757,-2-1 1,-2-1 198,-3 1 806,-6-1 0,-6-1 0,-8 0 0</inkml:trace>
  <inkml:trace contextRef="#ctx0" brushRef="#br0" timeOffset="1749">604 456 7922,'-4'-3'0,"-1"-2"0,4 3 215,-2-4 0,4 5 365,1-1 0,2 1-262,5 1 0,1 1-148,3 1 1,2 2 5,-1 2 0,1 1 27,-2-1 0,-1 1 16,-4 2 0,0-1-93,-6 2 1,0-1-175,-5 1 1,-2 0-65,-4 1 0,-5 1-264,-1-4 0,-1 1 0,-1-3 0,2 3-784,0-1 1160,0 1 0,30-11 0,5-3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28.194"/>
    </inkml:context>
    <inkml:brush xml:id="br0">
      <inkml:brushProperty name="width" value="0.08571" units="cm"/>
      <inkml:brushProperty name="height" value="0.08571" units="cm"/>
      <inkml:brushProperty name="color" value="#004F8B"/>
    </inkml:brush>
  </inkml:definitions>
  <inkml:trace contextRef="#ctx0" brushRef="#br0">116 78 6840,'0'-7'-448,"0"1"1534,0-1-773,0 4 1,0-1 140,0 2 281,0 1 489,0-1 0,0 7-1056,0 1 1,0 4-117,0-1 1,-1 4 80,-1 0 0,0 4-131,-5 0 0,2 5-47,-3 1 0,-2 3 120,-1 2 0,-1 1-192,-1 3 0,2-3 15,1-1 1,2-5-12,-1-1 0,5-5-12,2-2 102,1-2 1,6-3-88,2-4 0,3-2-162,1-4 0,2 0 39,2 0 1,-1-3-188,3-2 1,0 0-196,2-2 0,1 0 615,-1-1 0,23-19 0,6-8 0</inkml:trace>
  <inkml:trace contextRef="#ctx0" brushRef="#br0" timeOffset="453">532 232 7861,'-2'-10'0,"0"3"254,-2-1 0,2 3 1075,-2 0-876,-1 4 0,-2-2-51,-1 3 1,0 1-367,0 1 1,-2 4 63,-1 2 0,1 4 12,0-2 0,1 2 2,-2 1 0,3 0-122,0 0 1,1 0-68,0 0 0,3-1-314,0 1 0,2-1 124,0-1 1,2 0-93,0-2 0,0 0-79,2-3 1,2 0 124,2-2 1,3-1-39,-1-3 1,4-3 124,-1-1 0,1-5-130,3-2 0,-1-1 184,1 0 0,-2-1 104,0 3 0,-2-2-24,0 1 0,-4-1 209,2-1 0,-3 0 203,-1 0 0,0 3-205,-3-1 1,0 3-64,-2 0 248,0 3 83,0 0 1,0 5-213,0 0 0,0 2-122,0 5 0,0 2-58,0 2 1,0 1-212,0 1 0,0 0-236,0-1 0,1 2 200,1 1 0,-1-2-386,4 2 640,-4-1 0,25-4 0,2-1 0</inkml:trace>
  <inkml:trace contextRef="#ctx0" brushRef="#br0" timeOffset="868">712 187 7861,'0'-9'444,"0"1"740,0-1-948,0 3-95,0 2 0,0 2-33,0 4 0,0 2 23,0 5 1,0-1-145,0 2 1,0 0 89,0 1 0,0 1-79,0-1 1,0 1-79,0 1 1,0-2-416,0-1 0,1 0 13,1 1 0,-1-1 197,1-2 0,1 0 122,-1 0 0,3-1 77,-1-3 1,2-1 14,3-3 0,-2 0-26,2 0 1,-2-2 93,-1-2 1,3 0 31,-1-5 1,1 0 178,-3 0 1,1-2-18,-1 0 0,1-1-48,-1-1 0,-2 3 56,1-1 1,-1 2-70,2-1 1,0 2-34,-2-1 0,2 5-14,-2 2 0,0 1 20,0 1 0,0 3 3,3 1 1,-3 5-10,0 2 0,-2 1 272,3 0 0,-4 4 15,1 1 1,-1 2 34,-1 0 1,-1 1-97,-1 1 1,-5 0 59,-6 3 1,-3-4-461,-3 2 1,-3-2-341,-1-1 0,-4-1 106,-1-1 0,0-4-971,2-4 1282,3-5 0,7-21 0,4-8 0</inkml:trace>
  <inkml:trace contextRef="#ctx0" brushRef="#br0" timeOffset="1591">1026 289 7032,'7'3'1575,"0"-2"-1426,1 1 1,0-1-221,3-1 0,0 0 101,2 0 1,-1 0-96,-2 0 0,2-3 2,-1-1 0,-1 0-190,1 0 1,-4 0 193,-1-3 0,-2-1-77,-4-1 1,0 0 206,0 3 1,-3 0-17,-1-1 0,-5 4 171,-1 1 1,-3 1-44,1 1 0,-1 0 55,0 0 1,0 3-100,0 1 1,3 4 140,-1 0 0,3 4-134,0-2 1,3 3 11,0-1 0,4 2-295,-1 1 1,2-2-9,2 2 0,2-1 9,5-1 1,1-1-108,2-1 1,4-3-346,1-4 1,4-1 123,0-3 0,3-1-97,-3-3 1,0-1 560,-4-6 0,1-1 0,-3-2 0,1-1 0,-3-2 0,-1 3 0,-3-1 0,-2 1 0,1 2 0,-3-1 15,0 3 1,-4 0 105,1 4 0,-1 0 594,-1-1 540,0 1-570,0 2-222,0 1 1,0 11-335,0 0 1,1 3-1,1-3 1,-2 2-50,3 0 0,-3 2-224,0-1 0,0 2 45,0 2 0,0-1-44,0 3 1,0-2 185,0-1 1,-2 0 35,0-1 1,-1 1 175,1-1 0,1 0-74,-4-4 0,3-1 1172,-2-4-842,2 2 0,0-6 3,2 0 1,0-6-141,0-5 0,3-1-167,4-3 1,2-2-85,4-5 0,0 0-109,2-1 1,2-4-578,2 4 0,0-3-127,0 5 0,1-1-588,-1 3 1,-1 3 478,-1 3 0,-2 6-859,-4 5 1658,-2 2 0,-8 11 0,-2 3 0</inkml:trace>
  <inkml:trace contextRef="#ctx0" brushRef="#br0" timeOffset="2341">2027 180 7732,'-4'0'948,"2"0"-481,2 0-247,2-3 1,2 2-122,2-3 0,2 0 59,0-3 0,0 0-12,3-2 0,-1 2-12,3-4 0,-2 2-156,0-1 1,-2 2 55,2-1 0,-2 2-119,-2 1 212,-4-1 46,3 1-212,-5 2 240,2 1-109,-9 12 1,2-3 21,-2 7 1,0 1 97,1 3 0,2-1-164,1 1 0,1 1-85,-1 4 0,1-2-27,-1 4 0,1-4-222,1 2 0,0-2-38,0-1 1,2-2-65,0 0 0,1-5-922,-3-2 231,0-2-153,0-1 1232,0-4 0,-6-17 0,-1-7 0</inkml:trace>
  <inkml:trace contextRef="#ctx0" brushRef="#br0" timeOffset="2524">2021 366 7758,'-7'0'0,"3"0"1957,0 0-752,2 0-409,-1 0 1,7 2-279,2 1 1,2 1-309,5-2 0,1 2-149,5-2 0,1 1-268,2-3 1,-2 0-512,4 0 1,-1 0-1247,0 0 0,1-1 1964,-5-1 0,2-5 0,-5-3 0</inkml:trace>
  <inkml:trace contextRef="#ctx0" brushRef="#br0" timeOffset="3069">2880 257 7811,'4'-3'1520,"-2"-1"-1302,-2-2 1,0 2 12,-2 0 1,0 3-63,-2-2 1,-1 3-13,-4 0 0,-1 3 27,-2 1 0,-1 1 0,0 2 0,-2 1-31,0 1 0,1 2-118,3 0 0,0 2-92,2 2 1,3-2-221,4 2 1,2-3 93,0-2 1,3-2 173,4 1 0,2-5 43,4-2 0,2-1-106,2-1 0,1-5-112,-1-1 0,-1-5-58,-3 0 1,-1-1 88,-1-1 0,-1-1-281,-3 1 1,0-1 150,-5 3 1,0 0-610,-2 0 0,0 0 892,0 2 0,-8 1 0,-3 1 0</inkml:trace>
  <inkml:trace contextRef="#ctx0" brushRef="#br0" timeOffset="3667">2989 232 7811,'4'0'1250,"1"0"1,-3 3-812,2 1 1,-2 2-73,2 3 0,-1 0-268,1 2 0,-2 1-163,2-1 1,-2 0 110,3 0 1,-2 1-188,2-2 0,0 0-52,0-2 0,0-3 87,2-1 1,-1-2-231,0 0 229,1-1 0,1-4-150,1-1 0,0-4 101,-3-1 1,0-2-99,1 0 0,1-1 147,1-1 1,-1 0-11,-1 1 0,-1 1 171,1 0 1,-1 3-46,1-3 1,-3 3-35,0 0 0,-2 3-107,3 3 87,-4-1 1,2 3 42,0 0 1,-3 2 81,2 5 0,-1 0-57,-1 2 1,0-2 102,0 1 1,2 1 67,0 0 0,1 2-64,-1-3 0,0 2-44,2-2 1,0-1-34,3 2 1,-1-2 18,1-1 1,0-2-45,1-2 1,0-1-8,3-1 1,-3-1-88,3-1 1,0-4-194,2-2 0,-3-4-183,1 2 0,-2-5 173,1 0 1,0-2-30,1 2 1,-2-2 38,-2 2 1,-1-3 55,0 1 1,-1-1 85,-1-2 1,0 1 124,0 0 1,1 0 23,-3-1 1,0 7 678,-2 2 204,0 3-602,0 5 1,0 4 19,0 5 1,-1 3-17,-1 4 0,1 3-118,-3 1 0,1 1-83,-1 2 1,2 0 16,-2 1 0,0-1-56,0 1 1,-1 1-130,3 0 0,-3-1-131,3-2 0,-1 2-62,1-2 0,2 1-99,-2-5 0,1-1-153,1-3 1,0-2-338,0-2 1,1-4 245,1 0 587,-2-6 0,15-17 0,-1-8 0</inkml:trace>
  <inkml:trace contextRef="#ctx0" brushRef="#br0" timeOffset="3967">3348 219 7811,'0'-7'0,"0"1"0,0 2 579,0-1 1,1 2-266,1-1 1,5-1-264,3 2 0,5-1 106,2 2 1,4-1-145,0 1 1,1 1 162,-3-1 0,0 2 50,0 0 0,-2 2 11,-2 3 0,-4 1 10,-3 3 1,-1 3-282,0 3 0,-4 3 170,-1-1 0,-1 3 67,-1 2 0,-1 3-67,-1 0 0,1-1-148,-4 1 0,4 0 67,-1 0 0,1-1-158,1-1 1,0-4 133,0 0 1,0-5-37,0-1 0,2-1-1656,0-3 948,1-1 0,-1-5-213,0-3 1,0-1 380,-2-6 0,0 2 185,0-6 1,0 0 359,0-4 0,-3-16 0,0-6 0</inkml:trace>
  <inkml:trace contextRef="#ctx0" brushRef="#br0" timeOffset="4167">3573 277 7811,'-4'-10'0,"-1"3"278,3-1 0,0 0 422,2 2 1,1 0-289,1-1 1,1 4-148,4 1 1,2 0 83,2 0 0,1 1-154,1-1 1,0 2 12,2 2 1,-1 2-35,4 2 0,-2 1-107,1 2 0,-4 1 104,-5 3 0,-1 0-117,-3 2 0,-2-1 23,-4 1 0,-2-2-158,-5-3 0,-3 2-389,-3-4 1,-2 1-462,2-3 0,-2-2 931,2 1 0,0-15 0,2-2 0</inkml:trace>
  <inkml:trace contextRef="#ctx0" brushRef="#br0" timeOffset="4909">3842 257 7824,'-3'4'829,"-2"2"-513,3-2 1,-1 2-156,3 0 1,0 1-1,0 2 1,3 0-354,1 2 1,0 1 69,0-2 0,1 2-79,1-1 0,0-2 74,1-3 1,-3 1-141,0-1 0,1-2 34,1-2 1,1-2 101,-1 0 0,0-2 41,1-3 0,-1-1 17,1-3 1,-1-1 25,0-2 1,0 1 104,-2 0 1,2 0 91,-2-1 0,2-1-19,0 0 0,0 3-100,-2 1 0,2 2-2,-2 1 30,-1-1-64,3 4 0,-5 1 1,1 4 1,1 1-2,-1 4 1,0 0 34,-2 2 0,1-2-9,1 4 0,-1-2-16,4 1 0,-1-2-20,2 1 1,1-2-45,2-1 0,-2 1-115,2-1 0,0-2 57,-1-2 1,3-1 7,-2-1 0,-1 0 16,-1 0 0,1-5-4,1-2 1,-1-1-118,-1-1 0,-1 1 119,0-3 1,1 1 45,-1-3 1,1 0 101,-1 0 1,0-2 86,-2 0 1,1-2 0,-3-1 1,3 0 178,-3-1 0,0-1 28,-2 1 1,0 1 375,0 1 0,0-1 728,0 6-673,0 0-495,0 6 0,-2 3-49,0 3 1,-1 6-1,3 4 0,-2 3-37,0 2 0,0 2-104,2 2 0,0 1-245,0 1 1,0-1-74,0 1 1,2 2-316,0-2 0,3-2 161,0-2 1,0 0-232,2 3 1,-1-4 249,0-1 0,3-2-87,0-2 0,0-3 25,-1-4 1,0-1 12,3-3 1,-3-1-205,3-4 612,-3 1 0,13-34 0,-1-4 0</inkml:trace>
  <inkml:trace contextRef="#ctx0" brushRef="#br0" timeOffset="5076">4137 155 7839,'-6'-7'1096,"-1"1"242,4-1 1,1 4-887,7 1 1,5 1-208,7 1 1,4 0-765,3 0 1,1 0-367,0 0 0,1 0 885,0 0 0,14-9 0,3-1 0</inkml:trace>
  <inkml:trace contextRef="#ctx0" brushRef="#br0" timeOffset="6230">4843 225 7778,'-1'-5'911,"-1"0"-936,1 2 425,-2 3-168,3 3 1,3 1-65,-1 2 0,0 4-1,-2 0 1,2 4-59,0 1 1,0 3 15,-2-4 1,1 4-137,1-1 0,-1 1-25,1-1 1,-1 1-22,-1-3 0,0-2 143,0-2-22,0-4 19,-3 0 1,1-4 3,-2-3 0,3-2-224,-1-2 1,1-1-82,1-6 1,0-1-86,0-3 1,3-3 35,1 1 0,4-2-122,3 0 1,1 0 141,1-1 0,3 1 84,1 0 0,-1 0-28,1 2 0,-2 3 0,0 5 201,-5 1-120,0 7 1,-7 1 175,-1 4 0,1 3 28,-1 1 1,1 0-21,-1 3 0,0-1-67,2 1 1,0 0 63,3-2 1,-1-1-95,0-1 0,3 0 14,0 0 1,1 1 126,-1-4 0,-1-1-159,-1 2 1,1-4-10,1 1 1,-1-1 3,-1-1 1,-1-1-102,1-1 0,-1-1 90,1-4 0,-1 1-12,0-1 0,1 0 53,-1-1 1,0 1 10,-2-2 1,-1 0 10,-3 0 1,0-2 64,0 0 1,0 1 203,0-1 1,-3 6-102,-1-2 0,-3 3 123,-1 0 0,-1 1-28,-2 3 0,0 3 137,2 1 1,-2 4-45,3 0 1,-1 4 111,3-1 1,2 1-98,-1 0 0,4 2-203,-1 1 1,1-1-99,1 3 1,1-2-65,1 2 1,2 0-265,5 0 1,1 0-238,5-4 0,2 0-604,2-4 0,3-3 486,2-4 607,0-2 0,22-25 0,5-7 0</inkml:trace>
  <inkml:trace contextRef="#ctx0" brushRef="#br0" timeOffset="6696">5645 7 8211,'0'-3'1328,"0"0"0,0 3-980,0 3 0,0 2 146,0 4 1,0 5-305,2 1 1,1 6-158,2 2 0,0 2-18,0 1 1,0 2-222,2-1 0,-2 1-69,0-5 1,-3-2 7,-2-3 1,0-1-891,0-5 513,0 0 289,0-9 0,-2 0 113,-3-3 1,2-3-116,-2-1 1,1-2 62,-2 0 1,2-3 170,-1-2 1,-1 1 118,-3-1 1,0 3-74,0-3 0,-1 1 119,-2 0 0,-1 0 76,0 4 0,0 2 283,0-1 0,-2 4-85,0-1 1,0 2 136,3 5 0,2 0 83,1 5 1,1 3-267,1 2 0,2 1-115,5-1 1,1-1-6,1 3 1,4-3-162,5 1 0,4-2-224,2-2 1,4-3-493,0-3 0,3-2 83,-3-3 0,3-2-445,-3-2 0,-2-3 1089,-2-6 0,18-28 0,5-8 0</inkml:trace>
  <inkml:trace contextRef="#ctx0" brushRef="#br0" timeOffset="7054">5805 180 7821,'0'-4'-259,"0"0"1,-1 0 1878,-1 0-1184,1 1 0,-1 6-19,2 1 0,0 2-218,0 0 0,0 4-42,0 0 1,0 2-24,0 1 1,0 0-100,2 0 0,1 0-238,1 2 1,2-1 18,-2 1 0,2-2-207,1 0 1,-1-2 257,0 0 0,1-3-31,-1 0 0,3-4 108,-1-2 0,2-2-2,-2-2 1,0-2-168,3-4 1,-3-2-179,0-3 1,1 0 111,0 0 0,-1 0 226,-4 0 0,2 1 186,-2-1 1,0-1-6,0-1 0,-1 4 241,2-2 1,0 4-90,-3 1 1,2 1 539,-2 0-569,0 4 0,0 1 73,1 4 0,-1 2 106,-2 5 1,0-2-143,0 4 1,0 0-235,3 2 1,-3-1-57,2 1 0,0 2-265,0 0 0,-1 0-139,4-2 1,-1 0-569,2 0 0,1 0 657,-1-1 0,4-2-88,0-1 417,5-5 0,10-7 0,5-4 0</inkml:trace>
  <inkml:trace contextRef="#ctx0" brushRef="#br0" timeOffset="7490">6305 193 7821,'-10'-3'574,"1"3"163,3-3 0,-4 6-222,0 1 1,0 2-47,-1 3 1,3 1-247,0 3 0,3 0-27,0 2 0,4 1-257,-1 1 0,1 1-10,1-3 0,1 0 11,1-2 1,4-1-25,2-2 1,1-1-357,0-5 1,2 1 3,4-3 1,-1 0-336,3-2 0,-2-2 326,2-3 1,-2-1-89,2-3 0,2 0 303,0-2 0,2-1 113,-4 2 1,-1-3 158,1 1 0,-3-1-110,1 0 1,-1 1 96,-1 1 0,-3-1 40,-2 1 1,-1 1 252,-3 0 1,1 2-12,-3-1 0,0 4 123,-2 1 1,-1 3-53,-1-2 1,-3 3-68,-4 3 0,-2 0 363,0 4 1,0 1-211,0 1 1,0 2-195,2 0 0,0 3-16,3 1 0,0 0 59,-1-2 1,3 0-179,0 2 1,2-1-124,0 1 0,4-2-552,2 0 0,5-1 360,2-1 1,2-2-591,1-5 1,3-1-210,2-3 1,3-4-1519,-1-2 2493,3-4 0,33-37 0,12-8 0</inkml:trace>
  <inkml:trace contextRef="#ctx0" brushRef="#br0" timeOffset="7761">6863 155 7821,'-6'-5'1122,"-1"1"1,1 3-724,0-1 0,-3 3-120,0 1 1,0 5 132,1 0 0,1 3-339,-2-2 1,5 4-250,2-2 1,1 2-75,1-2 0,3 4-382,1-3 1,2 2 66,3-2 1,1-1 423,3 1 1,0-2 220,-1 2 1,-1 1 33,0-4 0,-3 1 247,0 0 1,-3-2 113,-1 2 0,-3-2 493,-1-1 1,-3 2-477,-6-2 1,-2 2-91,-4-3 0,-1 0-1350,-3-1 1,-3-1-141,1 0 0,-3-3 1088,3 2 0,11-7 0,5-2 0</inkml:trace>
  <inkml:trace contextRef="#ctx0" brushRef="#br0" timeOffset="8104">7376 71 7872,'-4'-6'-160,"0"-1"1,2 3 569,-3 0 0,4 3 607,-1 1 1,1 4-215,1 7 0,2 1-410,0 5 0,6 3-208,-2 3 0,3 2-220,-1 1 1,0 2-329,3 2 1,-4-1-225,2 1 0,-3-3-634,-1 1 1,-2-4 782,-3-3 1,0-4-113,0-5 550,0-2 0,-6-15 0,-1-3 0</inkml:trace>
  <inkml:trace contextRef="#ctx0" brushRef="#br0" timeOffset="8480">7287 232 7872,'0'-7'281,"0"1"384,0-1 1,0 1-523,2 0 1,0 2 33,2 2 0,1 1-200,4 1 1,1 0-76,2 0 0,2 0-107,1 0 1,-1 2 227,3 0 0,2 3-66,0 0 0,2 0 117,-4-1 1,-1 4-58,-1-2 1,0 2-66,-3-2 1,2 2 27,-6 0 0,2 0 9,-2 3 0,0-3-67,3 3 1,-3-3-197,0 3 1,2-3 191,1 1 0,1 0 21,1-1 0,0 0-68,-1-3 0,1-3-164,0-2 0,2 0 792,0 0 0,0 0-249,-2-2 0,-2-3 154,-1-3 1,-2-2-174,1 0 1,-5-2 798,-2 1 1,-2-1-358,-2-1 1,-5-1-288,-3 1 1,-5-1-458,-2 3 1,-2 2-451,0 0 1,0 5-350,-1 2 1,4 1 869,1 1 0,-1 14 0,-1 4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38.364"/>
    </inkml:context>
    <inkml:brush xml:id="br0">
      <inkml:brushProperty name="width" value="0.08571" units="cm"/>
      <inkml:brushProperty name="height" value="0.08571" units="cm"/>
      <inkml:brushProperty name="color" value="#004F8B"/>
    </inkml:brush>
  </inkml:definitions>
  <inkml:trace contextRef="#ctx0" brushRef="#br0">13 167 7776,'0'-6'1239,"0"2"-1025,0-1 0,0 4-669,-2-1-211,1 1 163,-2 1 1,0 3 0,0 0 0</inkml:trace>
  <inkml:trace contextRef="#ctx0" brushRef="#br0" timeOffset="150">20 39 7736,'0'-10'417,"0"1"666,-3 2-1387,2 1-723,-2 2 1,4 1 600,1 3 1,2 0 425,2 0 0,9 3 0,2 1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40.583"/>
    </inkml:context>
    <inkml:brush xml:id="br0">
      <inkml:brushProperty name="width" value="0.08571" units="cm"/>
      <inkml:brushProperty name="height" value="0.08571" units="cm"/>
      <inkml:brushProperty name="color" value="#004F8B"/>
    </inkml:brush>
  </inkml:definitions>
  <inkml:trace contextRef="#ctx0" brushRef="#br0">277 385 7805,'0'-7'188,"0"1"0,0-1 340,0-2 0,-1 4-85,-1-1-271,1 1 1,-4-1 82,0-1 0,0 4-14,-2 0 1,-2 3-167,-2 0 0,-2 0 10,-2 0 0,1 3-96,-3 1 1,0 4 48,-2 0 0,2 4-207,-1 1 0,4 0 16,-1 2 1,5 1-73,1-1 1,2 0 109,0 0 1,4-1-60,1 1 1,1-2-129,1-3 0,5 0 74,1-4 1,5 0 53,0-2 1,3-2 41,1-4 1,2-2 124,-2-2 1,0 0-44,-2-1 0,0-2 122,0-2 0,-1 1-54,1 0 1,-2 0 92,0-1 0,-4 1 197,2 1 0,-4 2 132,-1-1 32,-2 1-104,1 3-67,-3 1-132,0 12 0,-1-1 13,-1 6 0,1 3-85,-1 0 0,1 2-83,1 0 0,0 3-215,0 1 0,0 4-25,0 1 1,0-1-134,0-3 0,0 1 143,0-2 0,-1 2-7,-1-2 0,-1-2 151,-4-3 1,1-3 130,-1-5 0,2-1-104,1-2 204,-2-4 1,3 0 485,-1-6 0,1 0-303,3-4 0,0 0-98,0-1 1,1-2 49,1-3 0,2 0-95,5 0 1,0 0-38,4 1 0,0 0-106,0 1 0,2-1-37,0 4 0,3-1-225,-1 3 0,1 2-209,2 2 0,-1 2-210,0 0 0,-3 0-476,-1 0 1,-1 0-204,-1 0 1304,0 2 0,-9 2 0,-2 2 0</inkml:trace>
  <inkml:trace contextRef="#ctx0" brushRef="#br0" timeOffset="658">33 115 7805,'-6'-4'272,"-1"0"615,1 3-592,-1-5 72,4 5-158,0-2 0,4 3 1,4 0 0,0 2-2,8 1 0,0-1-16,6-2 1,0 0-107,4 3 1,1-3-202,2 2 1,-3-1-450,1-1 1,-2-1-503,2-1 1,-2 2 408,-3-3 0,-2 0 657,-2-1 0,-10-11 0,-3-2 0</inkml:trace>
  <inkml:trace contextRef="#ctx0" brushRef="#br0" timeOffset="875">258 0 7805,'-10'0'248,"2"0"527,4 0-397,3 0-326,-2 0 0,6 2 287,4 0 1,0 3 34,4 0 0,0 0 10,4 2 1,-2 0-222,0 1 0,-3 0-76,-1 3 0,-4-3-34,1 3 0,-3-1-221,-1 1 0,-5 1 6,-4-1 1,-5 1-143,-5 1 0,1-3-2113,-1 1 2417,2-3 0,0 1 0,2-3 0</inkml:trace>
  <inkml:trace contextRef="#ctx0" brushRef="#br0" timeOffset="1294">707 64 7814,'3'0'831,"0"0"0,-4 0-424,-1 0 1,-4 0-4,-2 0 1,-4 4-202,2 2 0,-2 2-50,-1 5 0,2-1-208,0 5 1,4 1-26,1 3 0,2 2-18,4 3 0,5-1-285,3-2 1,4-1-621,7-2 0,-1-4 421,6-1 1,0-7 581,4-4 0,10-14 0,4-4 0</inkml:trace>
  <inkml:trace contextRef="#ctx0" brushRef="#br0" timeOffset="1525">957 122 7814,'0'-7'622,"0"4"985,0-3-1086,0 6 1,3 0-173,1 4 1,2 4-566,0 0 1,0 4-75,1-2 0,-1 2-302,1 1 1,-2 0 294,0 0 1,0 0-200,0 0 0,0-1-55,2-2 0,-1 0 551,0-4 0,9-14 0,3-3 0</inkml:trace>
  <inkml:trace contextRef="#ctx0" brushRef="#br0" timeOffset="1759">1104 13 9230,'11'1'1271,"0"1"1,2 2-848,4 5 0,2 1 16,0 5 0,2 2-263,-2 2 0,0 0-292,-6 0 0,0 1-187,-7 2 1,1-2-583,-4 1 0,-2-2 395,-3-2 1,-4-2-1141,-2-4 1629,-4-2 0,-4-5 0,-3-1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47.345"/>
    </inkml:context>
    <inkml:brush xml:id="br0">
      <inkml:brushProperty name="width" value="0.08571" units="cm"/>
      <inkml:brushProperty name="height" value="0.08571" units="cm"/>
      <inkml:brushProperty name="color" value="#004F8B"/>
    </inkml:brush>
  </inkml:definitions>
  <inkml:trace contextRef="#ctx0" brushRef="#br0">45 384 7729,'8'-6'-811,"-2"-1"1,1 3 1068,-5 0 0,1 2 1362,-1 0-857,-1-1-531,2 2 1,-3-1 24,0 4 0,0 2-49,0 2 0,-3 3-1,-1 2 1,-2 4-16,0 2 0,-1 2-91,1 3 1,-1-2-8,1 4 0,0 1-159,2 3 1,-2 4-253,2-2 1,1 1 154,1-3 1,1-4-22,-1 2 0,1-6-6,-1-1 0,3-3-77,1-5 1,3-4 117,0-3 1,0-3 70,2-1 0,-1-3 3,0-3 0,2-4 19,0 0 0,0-2-77,3-1 1,-3-1 92,3-1 0,-3-1 98,0-3 0,2-1-74,-2 1 0,1 0 91,0 0 0,-1-1-23,2-2 0,-2 3 176,1 0 1,-2 2-136,-1 5 0,1 2-12,-1 1 1,-1 3-141,-1 1 1,-2 3 28,2 2 0,-2 2-53,3 3 1,-4 3 83,1 0 0,-1 6-24,-1-2 1,0 5-24,0-2 0,0 3-10,0-1 1,0 1-38,0 2 0,0-3-3,0 3 0,1-5 16,1 5 0,1-6 127,4 1 0,-1-3 141,1-1 1,2-6-89,2-1 1,1-3 93,0-1 1,-1-3 139,0-4 1,0-3 312,1-5 1,1-1-112,0-3 0,-1-1 69,-1 1 0,-2-2-232,-3-1 0,1-2-223,-1 1 0,0-4-244,-2-1 0,0-1-71,-2 1 0,-1 0-337,1-2 1,-1-1 135,-1 4 0,2 5-1045,0 4 505,0 7 0,-2 5 905,0 6 0,3 32 0,0 10 0</inkml:trace>
  <inkml:trace contextRef="#ctx0" brushRef="#br0" timeOffset="519">699 51 7935,'-2'-5'0,"-1"2"597,0 0 1,-2 1-378,-1 2 1,-1 1-126,1 1 0,0 4 98,-1 5 0,-1 2-13,2 2 1,-2 1-136,4 3 1,0 3-131,0 2 1,3-2-290,1-1 1,4-1 327,4 0 0,1-3 107,4 0 1,-2-4-638,4 0 0,-1-4-557,-1-4 1,2 0 1132,-1-3 0,13-26 0,0-8 0</inkml:trace>
  <inkml:trace contextRef="#ctx0" brushRef="#br0" timeOffset="748">879 115 7754,'4'-4'272,"0"2"559,-2-1-343,1 2-261,-1 4 0,-1 3-172,1 5 0,1 1-183,-1-1 0,1 1-552,-1 3 1,-1-1 219,1 1 1,1-2-17,-1 0 1,0-1 166,-2-1 309,3 1 0,3-13 0,4-1 0</inkml:trace>
  <inkml:trace contextRef="#ctx0" brushRef="#br0" timeOffset="942">988 31 7754,'0'-6'385,"0"0"149,0-1 1,3 3-251,1 0 1,2 2-197,3 0 0,1 5 227,3 3 1,0 2 151,2 5 0,-2-1-494,0 5 1,-1 0 74,-4 3 0,0 0-980,-3 1 0,-3 0 145,-2 2 0,-5-2-870,-4 0 1657,-2-1 0,-11-1 0,-1 1 0</inkml:trace>
  <inkml:trace contextRef="#ctx0" brushRef="#br0" timeOffset="1310">1328 545 7749,'0'-7'186,"0"1"0,3 0 251,1 2 1,2-1 0,3 3 0,1-1-79,3 3 1,0 1-288,2 1 0,-1 2-195,1 2 0,0 3 106,-3-1 0,2 4-120,-5-1 0,-3 1 154,-2 0 1,-2 1-64,0 0 1,-4 0-175,-3 0 0,-3 0 63,-3-1 1,-4 1-146,-2-3 1,1-1-64,-1-2 1,2-1-59,0-2 0,3 1-313,1-3 736,2 0 0,5-2 0,15-11 0,7-4 0</inkml:trace>
  <inkml:trace contextRef="#ctx0" brushRef="#br0" timeOffset="1584">1655 519 7749,'-7'0'0,"-1"0"359,-1 0 0,-2 3 19,0 1 0,-1 2-35,-1 0 1,1 3-102,1 2 1,0 1-1,3 1 1,1 0-42,3 0 1,2 0 12,0-1 1,4 1-289,3 0 1,1-1-382,3-1 0,3-2-561,3-3 0,0-2 321,0-2 1,1-1-379,1-1 1073,2 0 0,14-14 0,8-4 0</inkml:trace>
  <inkml:trace contextRef="#ctx0" brushRef="#br0" timeOffset="1859">1462 339 7750,'-2'-9'0,"1"4"451,-1-1 0,2 1-146,2 1 0,2 1-288,5 3 1,1 0 162,5 0 1,2 0-119,5 0 0,3 1-90,5 1 1,1 0-305,-1 2 0,1-3-135,-4 1 0,-4-1-440,-6-1 0,-3 0 907,-1 0 0,-9-8 0,-2-3 0</inkml:trace>
  <inkml:trace contextRef="#ctx0" brushRef="#br0" timeOffset="2075">1725 230 7246,'0'4'-96,"0"-1"455,0 0 1,0-2-106,0 3 0,1-2 77,1 3 1,2-1 173,2 2 1,1 1 6,-1 2 1,0-1-227,1 3 1,-1-3-260,-2 3 0,-1-1-66,-3 3 0,-1-1-246,-1-1 1,-5 1 75,-3-4 0,-5 3-257,-2-3 1,0 0 465,0-4 0,3-4 0,-2-3 0</inkml:trace>
  <inkml:trace contextRef="#ctx0" brushRef="#br0" timeOffset="2553">2476 718 7750,'6'-5'166,"-1"2"0,-2-1 1885,0 1-1673,-1 1 0,-3-1-70,-1 3 0,-4 0 194,-5 0 0,-6-2-196,-2 0 0,-5 0-274,1 2 0,-3 0-23,-2 0 1,2-2-269,-2 0 1,5 0-198,1 2 1,3 0-592,2 0 1,4 0-1017,5 0 1091,3 0 972,2 0 0,20 3 0,5 0 0</inkml:trace>
  <inkml:trace contextRef="#ctx0" brushRef="#br0" timeOffset="2784">2283 641 7750,'0'-7'770,"0"1"0,3 2-296,-1-1 0,1 4 50,-1-1 0,1 4 13,1 2 0,2 2 161,-2 0 1,1 4-540,2 0 1,-1 0-144,1 1 0,-1 0-175,1 4 0,-2-3-321,0 1 1,0-2-648,-3 2 0,0-3 257,-2 1 1,2-1 869,0 1 0,9-8 0,-1-3 0</inkml:trace>
  <inkml:trace contextRef="#ctx0" brushRef="#br0" timeOffset="3326">2745 346 7772,'1'-7'434,"1"1"723,-1-1-308,2 4-343,0 0 0,-2 6 78,3 1 1,-2 7-208,3 2 0,-1 4-11,2 0 0,1 6-216,-1 0 0,1 6-107,-1-4 0,3 5-83,-1 0 1,0 1-362,-4-1 0,1-2-232,-3-5 1,1-1 273,-1-3 0,-1-3 73,1-3 0,-1-5-47,-1-4 448,0-2-173,0 0 189,0-7 1,0 0-130,0-3 0,3-1-150,1 0 1,0-2 76,0 3 1,0-4 63,3 2 0,-3 0-12,0-1 1,0 2 69,0-1 1,2 1 176,-2-1 0,2 2-162,0-1 1,-1 2-23,1 1 0,-1 1-19,4 1 0,0 3-18,0-1 1,2 1-161,0 1 1,1 3 50,1 1 1,-1 2-66,-1 3 0,0 1 122,-2 3 0,-2 2 24,-2 0 0,-2 0 40,-3 0 1,-3-1 170,-2 1 1,-4-4-103,-4 0 1,0-3-11,-4 0 0,0-3-285,-3-3 0,-1-2 114,0 0 0,-1 0-943,3 0 1,3-2 79,1-3 956,1 0 0,21-16 0,5-3 0</inkml:trace>
  <inkml:trace contextRef="#ctx0" brushRef="#br0" timeOffset="3677">2675 173 7797,'0'-7'213,"0"1"0,0-1 116,0 1 0,0 2-79,3 2 0,1 1 88,4 1 1,1 0-150,4 0 0,1 0-112,5 0 0,3 3 129,2 2 1,1-2 25,0 1 0,1 0-157,0 0 1,-3 0-209,-2-2 1,-3-1-2749,-1 1 2881,-6-1 0,1-13 0,-5-2 0</inkml:trace>
  <inkml:trace contextRef="#ctx0" brushRef="#br0" timeOffset="3911">2989 76 7797,'0'-4'-1805,"0"0"3681,0 2-1192,0-3 0,0 5-183,0 0 1,3 2-193,1 5 0,4 0-2,0 2 1,1 1-56,-3 2 1,1 1-1,-1 0 1,-1 0-269,-1 0 0,-3 0 101,-1-1 1,-6 0-683,-5-1 1,-3-2-300,-1-2 0,-3-1-1746,1-2 2642,1-1 0,-5-9 0,1-1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45.135"/>
    </inkml:context>
    <inkml:brush xml:id="br0">
      <inkml:brushProperty name="width" value="0.08571" units="cm"/>
      <inkml:brushProperty name="height" value="0.08571" units="cm"/>
      <inkml:brushProperty name="color" value="#004F8B"/>
    </inkml:brush>
  </inkml:definitions>
  <inkml:trace contextRef="#ctx0" brushRef="#br0">7 173 7733,'0'-6'192,"0"0"0,0-1 848,0 1-424,0-1-214,0 1 46,2 2-212,-1 2 1,4 3 41,-3 3 0,0 2 86,-2 7 1,0 0-150,0 6 1,0 2-50,0 7 1,0 1-105,0 3 0,0 3-31,-3 2 0,2 1-244,-3 3 0,2 0-60,-3 2 1,4-5-286,-1-6 0,1-4 138,1-4 0,0-8-129,0-5 501,0-6 1,0-3-5,0-4 1,1-4-41,1-3 1,-1-4-25,4 0 1,-3-2 149,2 0 1,-2 1-56,2-3 0,1 3 19,1-1 1,1-1 33,-1 1 0,0 1-15,1 3 1,0 0 198,1 2 1,2-2-8,3 3 1,0 2-7,0 4 0,2 1-2,0 1 1,2 6 157,-2 2 1,2 4-192,-2 1 1,-3 2-170,-3 2 1,-1 2-74,-1 0 1,0 0-379,-5-2 0,0 0-401,-2-4 0,0 0 88,0-4 0,-1-1-740,-1-4 1505,2-1 0,-3-17 0,3-4 0</inkml:trace>
  <inkml:trace contextRef="#ctx0" brushRef="#br0" timeOffset="1075">828 26 7766,'0'-7'421,"0"1"141,0 0 0,-1 2-259,-1 2 0,-5 3-185,-3 3 0,-5 4 218,-3 10 1,-3 2 194,-2 8 0,-4 6-106,-1 5 1,-2 9 81,5 4 0,-1 4-277,7 4 0,2-3-196,6 1 0,5-4-213,4-5 1,7-4-18,3-4 0,4-6-300,3-5 1,-1-4 214,4-7 0,-1-3-326,2-1 0,-1-4 276,0-3 331,-6-1 0,0-14 0,-2-5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44.001"/>
    </inkml:context>
    <inkml:brush xml:id="br0">
      <inkml:brushProperty name="width" value="0.08571" units="cm"/>
      <inkml:brushProperty name="height" value="0.08571" units="cm"/>
      <inkml:brushProperty name="color" value="#004F8B"/>
    </inkml:brush>
  </inkml:definitions>
  <inkml:trace contextRef="#ctx0" brushRef="#br0">26 33 7719,'0'-6'1072,"0"-1"0,3 4-674,1 0 0,5 1-113,1-1 0,6 1 68,3-1 0,4 3-437,5-2 1,-2 1-431,2 1 1,-2 0 20,-3 0 0,-3 0-565,-3 0 0,-3 0-102,-1 0 1160,-3 0 0,-13 6 0,-1 1 0</inkml:trace>
  <inkml:trace contextRef="#ctx0" brushRef="#br0" timeOffset="205">13 136 7719,'-6'-1'1163,"2"-1"0,2 1-453,4-1 0,5 1-267,6 1 1,4-2-251,7 0 0,2-1-140,6 1 1,3-1-454,1-1 1,-1 1-1815,-3 3 2214,-3 0 0,-15 0 0,-2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5T22:21:53.156"/>
    </inkml:context>
    <inkml:brush xml:id="br0">
      <inkml:brushProperty name="width" value="0.08571" units="cm"/>
      <inkml:brushProperty name="height" value="0.08571" units="cm"/>
      <inkml:brushProperty name="color" value="#004F8B"/>
    </inkml:brush>
  </inkml:definitions>
  <inkml:trace contextRef="#ctx0" brushRef="#br0">19 52 7767,'-2'-12'0,"0"1"833,0 2-459,-1 2 0,1 2 719,-2 0-559,3 2 0,-2 3-114,6 0 0,1 3-22,4 2 0,1 0 17,4 2 0,2 3 209,6 2 0,5 8-208,4 8 0,5 8-5,3 9 1,3 4-151,2 7 0,-2 3-69,-7 3 1,-10-3-659,-16-8 0,-8-2 69,-8-2 0,-5-4-282,-6-4 0,-3-6 358,1-9 0,-3-3-53,0-4 0,0-1-256,0-3 0,3-3-294,4 1 0,2-3 924,4 0 0,10-6 0,6-3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2088" cy="350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2400" y="0"/>
            <a:ext cx="4002088" cy="350838"/>
          </a:xfrm>
          <a:prstGeom prst="rect">
            <a:avLst/>
          </a:prstGeom>
        </p:spPr>
        <p:txBody>
          <a:bodyPr vert="horz" lIns="91440" tIns="45720" rIns="91440" bIns="45720" rtlCol="0"/>
          <a:lstStyle>
            <a:lvl1pPr algn="r">
              <a:defRPr sz="1200"/>
            </a:lvl1pPr>
          </a:lstStyle>
          <a:p>
            <a:fld id="{8C22FB6A-490F-4111-A206-DEEE4C4B3FDD}" type="datetimeFigureOut">
              <a:rPr lang="en-US" smtClean="0"/>
              <a:t>9/25/26</a:t>
            </a:fld>
            <a:endParaRPr lang="en-US"/>
          </a:p>
        </p:txBody>
      </p:sp>
      <p:sp>
        <p:nvSpPr>
          <p:cNvPr id="4" name="Slide Image Placeholder 3"/>
          <p:cNvSpPr>
            <a:spLocks noGrp="1" noRot="1" noChangeAspect="1"/>
          </p:cNvSpPr>
          <p:nvPr>
            <p:ph type="sldImg" idx="2"/>
          </p:nvPr>
        </p:nvSpPr>
        <p:spPr>
          <a:xfrm>
            <a:off x="2516188" y="876300"/>
            <a:ext cx="4203700" cy="23653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3925" y="3373438"/>
            <a:ext cx="7388225" cy="2760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9563"/>
            <a:ext cx="4002088" cy="3508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2400" y="6659563"/>
            <a:ext cx="4002088" cy="350837"/>
          </a:xfrm>
          <a:prstGeom prst="rect">
            <a:avLst/>
          </a:prstGeom>
        </p:spPr>
        <p:txBody>
          <a:bodyPr vert="horz" lIns="91440" tIns="45720" rIns="91440" bIns="45720" rtlCol="0" anchor="b"/>
          <a:lstStyle>
            <a:lvl1pPr algn="r">
              <a:defRPr sz="1200"/>
            </a:lvl1pPr>
          </a:lstStyle>
          <a:p>
            <a:fld id="{4728B74E-131A-480B-93D4-B718A5EEA7A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Welcome and Introductions</a:t>
            </a:r>
          </a:p>
          <a:p>
            <a:endParaRPr lang="en-US" dirty="0"/>
          </a:p>
        </p:txBody>
      </p:sp>
      <p:sp>
        <p:nvSpPr>
          <p:cNvPr id="4" name="Slide Number Placeholder 3"/>
          <p:cNvSpPr>
            <a:spLocks noGrp="1"/>
          </p:cNvSpPr>
          <p:nvPr>
            <p:ph type="sldNum" sz="quarter" idx="10"/>
          </p:nvPr>
        </p:nvSpPr>
        <p:spPr/>
        <p:txBody>
          <a:bodyPr/>
          <a:lstStyle/>
          <a:p>
            <a:fld id="{4728B74E-131A-480B-93D4-B718A5EEA7A9}" type="slidenum">
              <a:rPr lang="en-US" smtClean="0"/>
              <a:t>1</a:t>
            </a:fld>
            <a:endParaRPr lang="en-US"/>
          </a:p>
        </p:txBody>
      </p:sp>
    </p:spTree>
    <p:extLst>
      <p:ext uri="{BB962C8B-B14F-4D97-AF65-F5344CB8AC3E}">
        <p14:creationId xmlns:p14="http://schemas.microsoft.com/office/powerpoint/2010/main" val="307105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28B74E-131A-480B-93D4-B718A5EEA7A9}" type="slidenum">
              <a:rPr lang="en-US" smtClean="0"/>
              <a:t>2</a:t>
            </a:fld>
            <a:endParaRPr lang="en-US"/>
          </a:p>
        </p:txBody>
      </p:sp>
    </p:spTree>
    <p:extLst>
      <p:ext uri="{BB962C8B-B14F-4D97-AF65-F5344CB8AC3E}">
        <p14:creationId xmlns:p14="http://schemas.microsoft.com/office/powerpoint/2010/main" val="23002047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P logo (green on white)">
    <p:spTree>
      <p:nvGrpSpPr>
        <p:cNvPr id="1" name=""/>
        <p:cNvGrpSpPr/>
        <p:nvPr/>
      </p:nvGrpSpPr>
      <p:grpSpPr>
        <a:xfrm>
          <a:off x="0" y="0"/>
          <a:ext cx="0" cy="0"/>
          <a:chOff x="0" y="0"/>
          <a:chExt cx="0" cy="0"/>
        </a:xfrm>
      </p:grpSpPr>
      <p:pic>
        <p:nvPicPr>
          <p:cNvPr id="2" name="Picture 3">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C183D7F6-B498-43B3-948B-1728B52AA6E4}">
                <adec:decorative xmlns:adec="http://schemas.microsoft.com/office/drawing/2017/decorative" val="1"/>
              </a:ext>
            </a:extLst>
          </p:cNvPr>
          <p:cNvSpPr/>
          <p:nvPr userDrawn="1"/>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TextBox 3"/>
          <p:cNvSpPr txBox="1">
            <a:spLocks noChangeArrowheads="1"/>
          </p:cNvSpPr>
          <p:nvPr userDrawn="1"/>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spTree>
    <p:custDataLst>
      <p:tags r:id="rId1"/>
    </p:custDataLst>
    <p:extLst>
      <p:ext uri="{BB962C8B-B14F-4D97-AF65-F5344CB8AC3E}">
        <p14:creationId xmlns:p14="http://schemas.microsoft.com/office/powerpoint/2010/main" val="132060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P logo (white on green)">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5">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9619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P logo (white on black)">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5">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2685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ustang Way (on white)">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6">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3763"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1005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stang Way (on green)">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400"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49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ustang Way (on black)">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400"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3867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mall first (on white)">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97175"/>
            <a:ext cx="7699375"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629176" y="2796888"/>
            <a:ext cx="7792510" cy="1277277"/>
          </a:xfrm>
        </p:spPr>
        <p:txBody>
          <a:bodyPr anchor="t">
            <a:normAutofit/>
          </a:bodyPr>
          <a:lstStyle>
            <a:lvl1pPr algn="l">
              <a:defRPr sz="4000" b="1" i="0" cap="none">
                <a:solidFill>
                  <a:schemeClr val="tx1"/>
                </a:solidFill>
                <a:latin typeface="+mj-lt"/>
              </a:defRPr>
            </a:lvl1pPr>
          </a:lstStyle>
          <a:p>
            <a:r>
              <a:rPr lang="en-US"/>
              <a:t>Click to edit Master title style</a:t>
            </a:r>
          </a:p>
        </p:txBody>
      </p:sp>
      <p:sp>
        <p:nvSpPr>
          <p:cNvPr id="8" name="Text Placeholder 2"/>
          <p:cNvSpPr>
            <a:spLocks noGrp="1"/>
          </p:cNvSpPr>
          <p:nvPr>
            <p:ph type="body" idx="1"/>
          </p:nvPr>
        </p:nvSpPr>
        <p:spPr>
          <a:xfrm>
            <a:off x="629176" y="1586575"/>
            <a:ext cx="7792510" cy="1125140"/>
          </a:xfrm>
        </p:spPr>
        <p:txBody>
          <a:bodyPr anchor="b">
            <a:normAutofit/>
          </a:bodyPr>
          <a:lstStyle>
            <a:lvl1pPr marL="0" indent="0">
              <a:buNone/>
              <a:defRPr sz="2400" b="0" i="1" baseline="0">
                <a:solidFill>
                  <a:schemeClr val="tx1">
                    <a:tint val="75000"/>
                  </a:schemeClr>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4D28C2B7-260A-4959-9A53-DAB58A9ED79E}" type="datetime1">
              <a:rPr lang="en-US" smtClean="0"/>
              <a:t>9/25/26</a:t>
            </a:fld>
            <a:endParaRPr lang="en-US"/>
          </a:p>
        </p:txBody>
      </p:sp>
      <p:sp>
        <p:nvSpPr>
          <p:cNvPr id="9"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D92EBE0-0249-4044-84F4-57F8D69799D7}" type="slidenum">
              <a:rPr lang="en-US"/>
              <a:pPr/>
              <a:t>‹#›</a:t>
            </a:fld>
            <a:endParaRPr lang="en-US"/>
          </a:p>
        </p:txBody>
      </p:sp>
    </p:spTree>
    <p:custDataLst>
      <p:tags r:id="rId1"/>
    </p:custDataLst>
    <p:extLst>
      <p:ext uri="{BB962C8B-B14F-4D97-AF65-F5344CB8AC3E}">
        <p14:creationId xmlns:p14="http://schemas.microsoft.com/office/powerpoint/2010/main" val="3128315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mall first (on gree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97175"/>
            <a:ext cx="7699375" cy="0"/>
          </a:xfrm>
          <a:prstGeom prst="line">
            <a:avLst/>
          </a:prstGeom>
          <a:ln w="285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629176" y="2796888"/>
            <a:ext cx="7792510" cy="1277277"/>
          </a:xfrm>
        </p:spPr>
        <p:txBody>
          <a:bodyPr anchor="t">
            <a:normAutofit/>
          </a:bodyPr>
          <a:lstStyle>
            <a:lvl1pPr algn="l">
              <a:defRPr sz="4000" b="1" i="0" cap="none">
                <a:solidFill>
                  <a:srgbClr val="FFFFFF"/>
                </a:solidFill>
                <a:latin typeface="+mj-lt"/>
              </a:defRPr>
            </a:lvl1pPr>
          </a:lstStyle>
          <a:p>
            <a:r>
              <a:rPr lang="en-US"/>
              <a:t>Click to edit Master title style</a:t>
            </a:r>
          </a:p>
        </p:txBody>
      </p:sp>
      <p:sp>
        <p:nvSpPr>
          <p:cNvPr id="8" name="Text Placeholder 2"/>
          <p:cNvSpPr>
            <a:spLocks noGrp="1"/>
          </p:cNvSpPr>
          <p:nvPr>
            <p:ph type="body" idx="1"/>
          </p:nvPr>
        </p:nvSpPr>
        <p:spPr>
          <a:xfrm>
            <a:off x="629176" y="1586575"/>
            <a:ext cx="7792510" cy="1125140"/>
          </a:xfrm>
        </p:spPr>
        <p:txBody>
          <a:bodyPr anchor="b">
            <a:normAutofit/>
          </a:bodyPr>
          <a:lstStyle>
            <a:lvl1pPr marL="0" indent="0">
              <a:buNone/>
              <a:defRPr sz="2400" b="0" i="1" baseline="0">
                <a:solidFill>
                  <a:srgbClr val="FFFFFF"/>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8044B52-DC41-452D-81DE-C4050E96D070}" type="datetime1">
              <a:rPr lang="en-US" smtClean="0"/>
              <a:t>9/25/26</a:t>
            </a:fld>
            <a:endParaRPr lang="en-US"/>
          </a:p>
        </p:txBody>
      </p:sp>
      <p:sp>
        <p:nvSpPr>
          <p:cNvPr id="9"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7EB4627-764E-4956-AAA8-9BF00A666F4A}" type="slidenum">
              <a:rPr lang="en-US"/>
              <a:pPr/>
              <a:t>‹#›</a:t>
            </a:fld>
            <a:endParaRPr lang="en-US"/>
          </a:p>
        </p:txBody>
      </p:sp>
    </p:spTree>
    <p:custDataLst>
      <p:tags r:id="rId1"/>
    </p:custDataLst>
    <p:extLst>
      <p:ext uri="{BB962C8B-B14F-4D97-AF65-F5344CB8AC3E}">
        <p14:creationId xmlns:p14="http://schemas.microsoft.com/office/powerpoint/2010/main" val="28209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large first (on white)">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89238"/>
            <a:ext cx="7699375"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3"/>
          </p:nvPr>
        </p:nvSpPr>
        <p:spPr>
          <a:xfrm>
            <a:off x="722316" y="2848823"/>
            <a:ext cx="7792510" cy="954209"/>
          </a:xfrm>
        </p:spPr>
        <p:txBody>
          <a:bodyPr>
            <a:normAutofit/>
          </a:bodyPr>
          <a:lstStyle>
            <a:lvl1pPr marL="0" indent="0" algn="r">
              <a:buNone/>
              <a:defRPr sz="2400" b="0" i="1" baseline="0">
                <a:solidFill>
                  <a:schemeClr val="tx1">
                    <a:tint val="75000"/>
                  </a:schemeClr>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1" name="Title 1"/>
          <p:cNvSpPr>
            <a:spLocks noGrp="1"/>
          </p:cNvSpPr>
          <p:nvPr>
            <p:ph type="title"/>
          </p:nvPr>
        </p:nvSpPr>
        <p:spPr>
          <a:xfrm>
            <a:off x="629176" y="1989546"/>
            <a:ext cx="7792510" cy="1277277"/>
          </a:xfrm>
        </p:spPr>
        <p:txBody>
          <a:bodyPr anchor="t">
            <a:normAutofit/>
          </a:bodyPr>
          <a:lstStyle>
            <a:lvl1pPr algn="l">
              <a:defRPr sz="4000" b="1" i="0" cap="none">
                <a:solidFill>
                  <a:schemeClr val="tx1"/>
                </a:solidFill>
                <a:latin typeface="+mj-lt"/>
              </a:defRPr>
            </a:lvl1pPr>
          </a:lstStyle>
          <a:p>
            <a:r>
              <a:rPr lang="en-US"/>
              <a:t>Click to edit Master title style</a:t>
            </a:r>
          </a:p>
        </p:txBody>
      </p:sp>
      <p:sp>
        <p:nvSpPr>
          <p:cNvPr id="6" name="Date Placeholder 3"/>
          <p:cNvSpPr>
            <a:spLocks noGrp="1"/>
          </p:cNvSpPr>
          <p:nvPr>
            <p:ph type="dt" sz="half" idx="1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2D73FC4-C9B9-4C51-AA51-ADA91826A3DD}" type="datetime1">
              <a:rPr lang="en-US" smtClean="0"/>
              <a:t>9/25/26</a:t>
            </a:fld>
            <a:endParaRPr lang="en-US"/>
          </a:p>
        </p:txBody>
      </p:sp>
      <p:sp>
        <p:nvSpPr>
          <p:cNvPr id="7" name="Slide Number Placeholder 5"/>
          <p:cNvSpPr>
            <a:spLocks noGrp="1"/>
          </p:cNvSpPr>
          <p:nvPr>
            <p:ph type="sldNum" sz="quarter" idx="1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674670A-36EC-42D0-9FB9-ADC0562D6DC7}" type="slidenum">
              <a:rPr lang="en-US"/>
              <a:pPr/>
              <a:t>‹#›</a:t>
            </a:fld>
            <a:endParaRPr lang="en-US"/>
          </a:p>
        </p:txBody>
      </p:sp>
    </p:spTree>
    <p:custDataLst>
      <p:tags r:id="rId1"/>
    </p:custDataLst>
    <p:extLst>
      <p:ext uri="{BB962C8B-B14F-4D97-AF65-F5344CB8AC3E}">
        <p14:creationId xmlns:p14="http://schemas.microsoft.com/office/powerpoint/2010/main" val="369441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large first (on gree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89238"/>
            <a:ext cx="7699375" cy="0"/>
          </a:xfrm>
          <a:prstGeom prst="line">
            <a:avLst/>
          </a:prstGeom>
          <a:ln w="285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3"/>
          </p:nvPr>
        </p:nvSpPr>
        <p:spPr>
          <a:xfrm>
            <a:off x="722316" y="2848823"/>
            <a:ext cx="7792510" cy="954209"/>
          </a:xfrm>
        </p:spPr>
        <p:txBody>
          <a:bodyPr>
            <a:normAutofit/>
          </a:bodyPr>
          <a:lstStyle>
            <a:lvl1pPr marL="0" indent="0" algn="r">
              <a:buNone/>
              <a:defRPr sz="2400" b="0" i="1" baseline="0">
                <a:solidFill>
                  <a:srgbClr val="FFFFFF"/>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0" name="Title 1"/>
          <p:cNvSpPr>
            <a:spLocks noGrp="1"/>
          </p:cNvSpPr>
          <p:nvPr>
            <p:ph type="title"/>
          </p:nvPr>
        </p:nvSpPr>
        <p:spPr>
          <a:xfrm>
            <a:off x="629176" y="1989546"/>
            <a:ext cx="7792510" cy="1277277"/>
          </a:xfrm>
        </p:spPr>
        <p:txBody>
          <a:bodyPr anchor="t">
            <a:normAutofit/>
          </a:bodyPr>
          <a:lstStyle>
            <a:lvl1pPr algn="l">
              <a:defRPr sz="4000" b="1" i="0" cap="none">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6" name="Date Placeholder 3"/>
          <p:cNvSpPr>
            <a:spLocks noGrp="1"/>
          </p:cNvSpPr>
          <p:nvPr>
            <p:ph type="dt" sz="half" idx="1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0BD1211A-9CE7-4E8F-9AB3-FC229049A63C}" type="datetime1">
              <a:rPr lang="en-US" smtClean="0"/>
              <a:t>9/25/26</a:t>
            </a:fld>
            <a:endParaRPr lang="en-US"/>
          </a:p>
        </p:txBody>
      </p:sp>
      <p:sp>
        <p:nvSpPr>
          <p:cNvPr id="7" name="Slide Number Placeholder 5"/>
          <p:cNvSpPr>
            <a:spLocks noGrp="1"/>
          </p:cNvSpPr>
          <p:nvPr>
            <p:ph type="sldNum" sz="quarter" idx="1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ECA8F18-7321-4B36-A83D-9376A560E5CB}" type="slidenum">
              <a:rPr lang="en-US"/>
              <a:pPr/>
              <a:t>‹#›</a:t>
            </a:fld>
            <a:endParaRPr lang="en-US"/>
          </a:p>
        </p:txBody>
      </p:sp>
    </p:spTree>
    <p:custDataLst>
      <p:tags r:id="rId1"/>
    </p:custDataLst>
    <p:extLst>
      <p:ext uri="{BB962C8B-B14F-4D97-AF65-F5344CB8AC3E}">
        <p14:creationId xmlns:p14="http://schemas.microsoft.com/office/powerpoint/2010/main" val="326028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one colum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8318119" cy="3650177"/>
          </a:xfrm>
        </p:spPr>
        <p:txBody>
          <a:bodyPr/>
          <a:lstStyle>
            <a:lvl1pPr>
              <a:defRPr sz="2000">
                <a:solidFill>
                  <a:srgbClr val="595959"/>
                </a:solidFill>
                <a:latin typeface="Arial" panose="020B0604020202020204" pitchFamily="34" charset="0"/>
                <a:cs typeface="Arial" panose="020B0604020202020204" pitchFamily="34" charset="0"/>
              </a:defRPr>
            </a:lvl1pPr>
            <a:lvl2pPr>
              <a:defRPr sz="2000">
                <a:solidFill>
                  <a:srgbClr val="595959"/>
                </a:solidFill>
                <a:latin typeface="Arial" panose="020B0604020202020204" pitchFamily="34" charset="0"/>
                <a:cs typeface="Arial" panose="020B0604020202020204" pitchFamily="34" charset="0"/>
              </a:defRPr>
            </a:lvl2pPr>
            <a:lvl3pPr>
              <a:defRPr sz="2000">
                <a:solidFill>
                  <a:srgbClr val="595959"/>
                </a:solidFill>
                <a:latin typeface="Arial" panose="020B0604020202020204" pitchFamily="34" charset="0"/>
                <a:cs typeface="Arial" panose="020B0604020202020204" pitchFamily="34" charset="0"/>
              </a:defRPr>
            </a:lvl3pPr>
            <a:lvl4pPr>
              <a:defRPr sz="2000">
                <a:solidFill>
                  <a:srgbClr val="595959"/>
                </a:solidFill>
                <a:latin typeface="Arial" panose="020B0604020202020204" pitchFamily="34" charset="0"/>
                <a:cs typeface="Arial" panose="020B0604020202020204" pitchFamily="34" charset="0"/>
              </a:defRPr>
            </a:lvl4pPr>
            <a:lvl5pPr>
              <a:defRPr sz="2000">
                <a:solidFill>
                  <a:srgbClr val="59595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3578"/>
          <a:stretch/>
        </p:blipFill>
        <p:spPr>
          <a:xfrm>
            <a:off x="8291512" y="4771619"/>
            <a:ext cx="852488" cy="342123"/>
          </a:xfrm>
          <a:prstGeom prst="rect">
            <a:avLst/>
          </a:prstGeom>
        </p:spPr>
      </p:pic>
      <p:sp>
        <p:nvSpPr>
          <p:cNvPr id="8" name="TextBox 7"/>
          <p:cNvSpPr txBox="1"/>
          <p:nvPr userDrawn="1"/>
        </p:nvSpPr>
        <p:spPr>
          <a:xfrm>
            <a:off x="4014441" y="4788791"/>
            <a:ext cx="4181258" cy="307777"/>
          </a:xfrm>
          <a:prstGeom prst="rect">
            <a:avLst/>
          </a:prstGeom>
          <a:noFill/>
        </p:spPr>
        <p:txBody>
          <a:bodyPr wrap="square" rtlCol="0">
            <a:spAutoFit/>
          </a:bodyPr>
          <a:lstStyle/>
          <a:p>
            <a:pPr algn="r"/>
            <a:r>
              <a:rPr lang="en-US" sz="1400" b="0" i="1" dirty="0">
                <a:solidFill>
                  <a:schemeClr val="bg1">
                    <a:lumMod val="95000"/>
                  </a:schemeClr>
                </a:solidFill>
              </a:rPr>
              <a:t>ME 4452 Machine Learning in Mechanical Engineering</a:t>
            </a:r>
          </a:p>
        </p:txBody>
      </p:sp>
      <p:cxnSp>
        <p:nvCxnSpPr>
          <p:cNvPr id="10" name="Straight Connector 9">
            <a:extLst>
              <a:ext uri="{C183D7F6-B498-43B3-948B-1728B52AA6E4}">
                <adec:decorative xmlns:adec="http://schemas.microsoft.com/office/drawing/2017/decorative" val="1"/>
              </a:ext>
            </a:extLst>
          </p:cNvPr>
          <p:cNvCxnSpPr/>
          <p:nvPr userDrawn="1"/>
        </p:nvCxnSpPr>
        <p:spPr>
          <a:xfrm>
            <a:off x="8261032" y="4794992"/>
            <a:ext cx="0" cy="295169"/>
          </a:xfrm>
          <a:prstGeom prst="line">
            <a:avLst/>
          </a:prstGeom>
          <a:ln w="9525">
            <a:solidFill>
              <a:schemeClr val="bg1">
                <a:lumMod val="95000"/>
              </a:schemeClr>
            </a:solidFill>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87554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 text, one column">
    <p:bg>
      <p:bgPr>
        <a:solidFill>
          <a:schemeClr val="tx2"/>
        </a:solidFill>
        <a:effectLst/>
      </p:bgPr>
    </p:bg>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8318119" cy="3650177"/>
          </a:xfrm>
        </p:spPr>
        <p:txBody>
          <a:bodyPr/>
          <a:lstStyle>
            <a:lvl1pPr>
              <a:defRPr sz="2000">
                <a:solidFill>
                  <a:schemeClr val="bg1"/>
                </a:solidFill>
                <a:latin typeface="Arial" panose="020B0604020202020204" pitchFamily="34" charset="0"/>
                <a:cs typeface="Arial" panose="020B0604020202020204" pitchFamily="34" charset="0"/>
              </a:defRPr>
            </a:lvl1pPr>
            <a:lvl2pPr>
              <a:defRPr sz="2000">
                <a:solidFill>
                  <a:schemeClr val="bg1"/>
                </a:solidFill>
                <a:latin typeface="Arial" panose="020B0604020202020204" pitchFamily="34" charset="0"/>
                <a:cs typeface="Arial" panose="020B0604020202020204" pitchFamily="34" charset="0"/>
              </a:defRPr>
            </a:lvl2pPr>
            <a:lvl3pPr>
              <a:defRPr sz="2000">
                <a:solidFill>
                  <a:schemeClr val="bg1"/>
                </a:solidFill>
                <a:latin typeface="Arial" panose="020B0604020202020204" pitchFamily="34" charset="0"/>
                <a:cs typeface="Arial" panose="020B0604020202020204" pitchFamily="34" charset="0"/>
              </a:defRPr>
            </a:lvl3pPr>
            <a:lvl4pPr>
              <a:defRPr sz="2000">
                <a:solidFill>
                  <a:schemeClr val="bg1"/>
                </a:solidFill>
                <a:latin typeface="Arial" panose="020B0604020202020204" pitchFamily="34" charset="0"/>
                <a:cs typeface="Arial" panose="020B0604020202020204" pitchFamily="34" charset="0"/>
              </a:defRPr>
            </a:lvl4pPr>
            <a:lvl5pPr>
              <a:defRPr sz="2000">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3578"/>
          <a:stretch/>
        </p:blipFill>
        <p:spPr>
          <a:xfrm>
            <a:off x="8291512" y="4771619"/>
            <a:ext cx="852488" cy="342123"/>
          </a:xfrm>
          <a:prstGeom prst="rect">
            <a:avLst/>
          </a:prstGeom>
        </p:spPr>
      </p:pic>
      <p:cxnSp>
        <p:nvCxnSpPr>
          <p:cNvPr id="7" name="Straight Connector 6">
            <a:extLst>
              <a:ext uri="{C183D7F6-B498-43B3-948B-1728B52AA6E4}">
                <adec:decorative xmlns:adec="http://schemas.microsoft.com/office/drawing/2017/decorative" val="1"/>
              </a:ext>
            </a:extLst>
          </p:cNvPr>
          <p:cNvCxnSpPr/>
          <p:nvPr userDrawn="1"/>
        </p:nvCxnSpPr>
        <p:spPr>
          <a:xfrm>
            <a:off x="8261032" y="4794992"/>
            <a:ext cx="0" cy="295169"/>
          </a:xfrm>
          <a:prstGeom prst="line">
            <a:avLst/>
          </a:prstGeom>
          <a:ln w="9525">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8" name="TextBox 7"/>
          <p:cNvSpPr txBox="1"/>
          <p:nvPr userDrawn="1"/>
        </p:nvSpPr>
        <p:spPr>
          <a:xfrm>
            <a:off x="5000131" y="4788791"/>
            <a:ext cx="3195568" cy="307777"/>
          </a:xfrm>
          <a:prstGeom prst="rect">
            <a:avLst/>
          </a:prstGeom>
          <a:noFill/>
        </p:spPr>
        <p:txBody>
          <a:bodyPr wrap="square" rtlCol="0">
            <a:spAutoFit/>
          </a:bodyPr>
          <a:lstStyle/>
          <a:p>
            <a:pPr algn="r"/>
            <a:r>
              <a:rPr lang="en-US" sz="1400" b="0" i="1">
                <a:solidFill>
                  <a:schemeClr val="bg1">
                    <a:lumMod val="95000"/>
                  </a:schemeClr>
                </a:solidFill>
              </a:rPr>
              <a:t>Department Name Here</a:t>
            </a:r>
          </a:p>
        </p:txBody>
      </p:sp>
    </p:spTree>
    <p:custDataLst>
      <p:tags r:id="rId1"/>
    </p:custDataLst>
    <p:extLst>
      <p:ext uri="{BB962C8B-B14F-4D97-AF65-F5344CB8AC3E}">
        <p14:creationId xmlns:p14="http://schemas.microsoft.com/office/powerpoint/2010/main" val="175757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ext, two columns">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1372973"/>
            <a:ext cx="3944283" cy="3182602"/>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27"/>
          </p:nvPr>
        </p:nvSpPr>
        <p:spPr>
          <a:xfrm>
            <a:off x="4783707" y="1372973"/>
            <a:ext cx="3944283" cy="3182602"/>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3" name="Text Placeholder 2"/>
          <p:cNvSpPr>
            <a:spLocks noGrp="1"/>
          </p:cNvSpPr>
          <p:nvPr>
            <p:ph type="body" idx="1"/>
          </p:nvPr>
        </p:nvSpPr>
        <p:spPr>
          <a:xfrm>
            <a:off x="4783970" y="850858"/>
            <a:ext cx="3944020" cy="384603"/>
          </a:xfrm>
        </p:spPr>
        <p:txBody>
          <a:bodyPr anchor="b">
            <a:normAutofit/>
          </a:bodyPr>
          <a:lstStyle>
            <a:lvl1pPr marL="0" indent="0">
              <a:buNone/>
              <a:defRPr sz="2100" b="1" i="1" baseline="0">
                <a:solidFill>
                  <a:srgbClr val="29551A"/>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6" name="Text Placeholder 2"/>
          <p:cNvSpPr>
            <a:spLocks noGrp="1"/>
          </p:cNvSpPr>
          <p:nvPr>
            <p:ph type="body" idx="30"/>
          </p:nvPr>
        </p:nvSpPr>
        <p:spPr>
          <a:xfrm>
            <a:off x="423863" y="850858"/>
            <a:ext cx="3944020" cy="384603"/>
          </a:xfrm>
        </p:spPr>
        <p:txBody>
          <a:bodyPr anchor="b">
            <a:normAutofit/>
          </a:bodyPr>
          <a:lstStyle>
            <a:lvl1pPr marL="0" indent="0">
              <a:buNone/>
              <a:defRPr sz="2100" b="1" i="1" baseline="0">
                <a:solidFill>
                  <a:srgbClr val="29551A"/>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3"/>
          <p:cNvSpPr>
            <a:spLocks noGrp="1"/>
          </p:cNvSpPr>
          <p:nvPr>
            <p:ph type="dt" sz="half" idx="3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771C787-8B4C-4AFC-AB2B-E8B32E4F9E13}" type="datetime1">
              <a:rPr lang="en-US" smtClean="0"/>
              <a:t>9/25/26</a:t>
            </a:fld>
            <a:endParaRPr lang="en-US"/>
          </a:p>
        </p:txBody>
      </p:sp>
      <p:sp>
        <p:nvSpPr>
          <p:cNvPr id="10" name="Slide Number Placeholder 5"/>
          <p:cNvSpPr>
            <a:spLocks noGrp="1"/>
          </p:cNvSpPr>
          <p:nvPr>
            <p:ph type="sldNum" sz="quarter" idx="3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F65B8BC-C975-44DF-9EAB-CC5566988564}" type="slidenum">
              <a:rPr lang="en-US"/>
              <a:pPr/>
              <a:t>‹#›</a:t>
            </a:fld>
            <a:endParaRPr lang="en-US"/>
          </a:p>
        </p:txBody>
      </p:sp>
    </p:spTree>
    <p:custDataLst>
      <p:tags r:id="rId1"/>
    </p:custDataLst>
    <p:extLst>
      <p:ext uri="{BB962C8B-B14F-4D97-AF65-F5344CB8AC3E}">
        <p14:creationId xmlns:p14="http://schemas.microsoft.com/office/powerpoint/2010/main" val="2655774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photo (1)">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1"/>
          </p:nvPr>
        </p:nvSpPr>
        <p:spPr>
          <a:xfrm>
            <a:off x="0" y="591285"/>
            <a:ext cx="9144000" cy="4108974"/>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5"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7C35B14C-DC21-45FD-96B5-A57C3FAFCC49}" type="datetime1">
              <a:rPr lang="en-US" smtClean="0"/>
              <a:t>9/25/26</a:t>
            </a:fld>
            <a:endParaRPr lang="en-US"/>
          </a:p>
        </p:txBody>
      </p:sp>
      <p:sp>
        <p:nvSpPr>
          <p:cNvPr id="6"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30BC5C7-E9D8-4217-A430-5196F1B45A1B}" type="slidenum">
              <a:rPr lang="en-US"/>
              <a:pPr/>
              <a:t>‹#›</a:t>
            </a:fld>
            <a:endParaRPr lang="en-US"/>
          </a:p>
        </p:txBody>
      </p:sp>
    </p:spTree>
    <p:custDataLst>
      <p:tags r:id="rId1"/>
    </p:custDataLst>
    <p:extLst>
      <p:ext uri="{BB962C8B-B14F-4D97-AF65-F5344CB8AC3E}">
        <p14:creationId xmlns:p14="http://schemas.microsoft.com/office/powerpoint/2010/main" val="4205122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screen photo (1)">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1"/>
          </p:nvPr>
        </p:nvSpPr>
        <p:spPr>
          <a:xfrm>
            <a:off x="0" y="0"/>
            <a:ext cx="9144000"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E73F47F-18AB-43F9-8F50-A370BCA2D027}" type="datetime1">
              <a:rPr lang="en-US" smtClean="0"/>
              <a:t>9/25/26</a:t>
            </a:fld>
            <a:endParaRPr lang="en-US"/>
          </a:p>
        </p:txBody>
      </p:sp>
      <p:sp>
        <p:nvSpPr>
          <p:cNvPr id="5"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ABDAD4C-F747-4892-9E02-B351A9363283}" type="slidenum">
              <a:rPr lang="en-US"/>
              <a:pPr/>
              <a:t>‹#›</a:t>
            </a:fld>
            <a:endParaRPr lang="en-US"/>
          </a:p>
        </p:txBody>
      </p:sp>
    </p:spTree>
    <p:extLst>
      <p:ext uri="{BB962C8B-B14F-4D97-AF65-F5344CB8AC3E}">
        <p14:creationId xmlns:p14="http://schemas.microsoft.com/office/powerpoint/2010/main" val="4105858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photo (2)">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
          <p:cNvSpPr>
            <a:spLocks noGrp="1"/>
          </p:cNvSpPr>
          <p:nvPr>
            <p:ph type="pic" idx="39"/>
          </p:nvPr>
        </p:nvSpPr>
        <p:spPr>
          <a:xfrm>
            <a:off x="1"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0"/>
          </p:nvPr>
        </p:nvSpPr>
        <p:spPr>
          <a:xfrm>
            <a:off x="4590289"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F6F468F2-F510-45C5-B43F-D0119B9D67AB}" type="datetime1">
              <a:rPr lang="en-US" smtClean="0"/>
              <a:t>9/25/26</a:t>
            </a:fld>
            <a:endParaRPr lang="en-US"/>
          </a:p>
        </p:txBody>
      </p:sp>
      <p:sp>
        <p:nvSpPr>
          <p:cNvPr id="7" name="Slide Number Placeholder 5"/>
          <p:cNvSpPr>
            <a:spLocks noGrp="1"/>
          </p:cNvSpPr>
          <p:nvPr>
            <p:ph type="sldNum" sz="quarter" idx="4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2DF5F8B-1960-4890-8C1E-FCDF926B53CB}" type="slidenum">
              <a:rPr lang="en-US"/>
              <a:pPr/>
              <a:t>‹#›</a:t>
            </a:fld>
            <a:endParaRPr lang="en-US"/>
          </a:p>
        </p:txBody>
      </p:sp>
    </p:spTree>
    <p:extLst>
      <p:ext uri="{BB962C8B-B14F-4D97-AF65-F5344CB8AC3E}">
        <p14:creationId xmlns:p14="http://schemas.microsoft.com/office/powerpoint/2010/main" val="93206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screen photos (2)">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
          <p:cNvSpPr>
            <a:spLocks noGrp="1"/>
          </p:cNvSpPr>
          <p:nvPr>
            <p:ph type="pic" idx="39"/>
          </p:nvPr>
        </p:nvSpPr>
        <p:spPr>
          <a:xfrm>
            <a:off x="1"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0"/>
          </p:nvPr>
        </p:nvSpPr>
        <p:spPr>
          <a:xfrm>
            <a:off x="4590289"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5" name="Date Placeholder 3"/>
          <p:cNvSpPr>
            <a:spLocks noGrp="1"/>
          </p:cNvSpPr>
          <p:nvPr>
            <p:ph type="dt" sz="half" idx="4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F2B1312-F3D9-46A4-A38C-8A8E391D2291}" type="datetime1">
              <a:rPr lang="en-US" smtClean="0"/>
              <a:t>9/25/26</a:t>
            </a:fld>
            <a:endParaRPr lang="en-US"/>
          </a:p>
        </p:txBody>
      </p:sp>
      <p:sp>
        <p:nvSpPr>
          <p:cNvPr id="6" name="Slide Number Placeholder 5"/>
          <p:cNvSpPr>
            <a:spLocks noGrp="1"/>
          </p:cNvSpPr>
          <p:nvPr>
            <p:ph type="sldNum" sz="quarter" idx="4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03CD76E-11F5-4F71-855B-93A5E04DA0F7}" type="slidenum">
              <a:rPr lang="en-US"/>
              <a:pPr/>
              <a:t>‹#›</a:t>
            </a:fld>
            <a:endParaRPr lang="en-US"/>
          </a:p>
        </p:txBody>
      </p:sp>
    </p:spTree>
    <p:extLst>
      <p:ext uri="{BB962C8B-B14F-4D97-AF65-F5344CB8AC3E}">
        <p14:creationId xmlns:p14="http://schemas.microsoft.com/office/powerpoint/2010/main" val="370411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photo (3)">
    <p:spTree>
      <p:nvGrpSpPr>
        <p:cNvPr id="1" name=""/>
        <p:cNvGrpSpPr/>
        <p:nvPr/>
      </p:nvGrpSpPr>
      <p:grpSpPr>
        <a:xfrm>
          <a:off x="0" y="0"/>
          <a:ext cx="0" cy="0"/>
          <a:chOff x="0" y="0"/>
          <a:chExt cx="0" cy="0"/>
        </a:xfrm>
      </p:grpSpPr>
      <p:sp>
        <p:nvSpPr>
          <p:cNvPr id="6" name="Rectangle 5">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591283"/>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2"/>
          </p:nvPr>
        </p:nvSpPr>
        <p:spPr>
          <a:xfrm>
            <a:off x="4590289" y="2661147"/>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4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704BD63-F5AC-48AD-8254-910A4091EB66}" type="datetime1">
              <a:rPr lang="en-US" smtClean="0"/>
              <a:t>9/25/26</a:t>
            </a:fld>
            <a:endParaRPr lang="en-US"/>
          </a:p>
        </p:txBody>
      </p:sp>
      <p:sp>
        <p:nvSpPr>
          <p:cNvPr id="8" name="Slide Number Placeholder 5"/>
          <p:cNvSpPr>
            <a:spLocks noGrp="1"/>
          </p:cNvSpPr>
          <p:nvPr>
            <p:ph type="sldNum" sz="quarter" idx="4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912C530F-F3F6-443B-A1B9-1325A18A852B}" type="slidenum">
              <a:rPr lang="en-US"/>
              <a:pPr/>
              <a:t>‹#›</a:t>
            </a:fld>
            <a:endParaRPr lang="en-US"/>
          </a:p>
        </p:txBody>
      </p:sp>
    </p:spTree>
    <p:extLst>
      <p:ext uri="{BB962C8B-B14F-4D97-AF65-F5344CB8AC3E}">
        <p14:creationId xmlns:p14="http://schemas.microsoft.com/office/powerpoint/2010/main" val="344004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screen photos (3)">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0"/>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2"/>
          </p:nvPr>
        </p:nvSpPr>
        <p:spPr>
          <a:xfrm>
            <a:off x="4590289"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6" name="Date Placeholder 3"/>
          <p:cNvSpPr>
            <a:spLocks noGrp="1"/>
          </p:cNvSpPr>
          <p:nvPr>
            <p:ph type="dt" sz="half" idx="4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59122519-350A-4416-BA27-CADC4D4FF918}" type="datetime1">
              <a:rPr lang="en-US" smtClean="0"/>
              <a:t>9/25/26</a:t>
            </a:fld>
            <a:endParaRPr lang="en-US"/>
          </a:p>
        </p:txBody>
      </p:sp>
      <p:sp>
        <p:nvSpPr>
          <p:cNvPr id="7" name="Slide Number Placeholder 5"/>
          <p:cNvSpPr>
            <a:spLocks noGrp="1"/>
          </p:cNvSpPr>
          <p:nvPr>
            <p:ph type="sldNum" sz="quarter" idx="4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F2F584E-2F61-4D96-A427-222AAD1B5336}" type="slidenum">
              <a:rPr lang="en-US"/>
              <a:pPr/>
              <a:t>‹#›</a:t>
            </a:fld>
            <a:endParaRPr lang="en-US"/>
          </a:p>
        </p:txBody>
      </p:sp>
    </p:spTree>
    <p:extLst>
      <p:ext uri="{BB962C8B-B14F-4D97-AF65-F5344CB8AC3E}">
        <p14:creationId xmlns:p14="http://schemas.microsoft.com/office/powerpoint/2010/main" val="85950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photo (6)">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591284"/>
            <a:ext cx="4553712" cy="2039111"/>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2"/>
          </p:nvPr>
        </p:nvSpPr>
        <p:spPr>
          <a:xfrm>
            <a:off x="4590289" y="2661147"/>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0"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Picture Placeholder 2"/>
          <p:cNvSpPr>
            <a:spLocks noGrp="1"/>
          </p:cNvSpPr>
          <p:nvPr>
            <p:ph type="pic" idx="46"/>
          </p:nvPr>
        </p:nvSpPr>
        <p:spPr>
          <a:xfrm>
            <a:off x="2295144"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3" name="Date Placeholder 3"/>
          <p:cNvSpPr>
            <a:spLocks noGrp="1"/>
          </p:cNvSpPr>
          <p:nvPr>
            <p:ph type="dt" sz="half" idx="4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C31BB4D-A3FD-4DC6-A152-9228FEFA00F4}" type="datetime1">
              <a:rPr lang="en-US" smtClean="0"/>
              <a:t>9/25/26</a:t>
            </a:fld>
            <a:endParaRPr lang="en-US"/>
          </a:p>
        </p:txBody>
      </p:sp>
      <p:sp>
        <p:nvSpPr>
          <p:cNvPr id="17" name="Slide Number Placeholder 5"/>
          <p:cNvSpPr>
            <a:spLocks noGrp="1"/>
          </p:cNvSpPr>
          <p:nvPr>
            <p:ph type="sldNum" sz="quarter" idx="4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A9B3B996-7AF6-4BC9-9324-7E488133B3A9}" type="slidenum">
              <a:rPr lang="en-US"/>
              <a:pPr/>
              <a:t>‹#›</a:t>
            </a:fld>
            <a:endParaRPr lang="en-US"/>
          </a:p>
        </p:txBody>
      </p:sp>
    </p:spTree>
    <p:extLst>
      <p:ext uri="{BB962C8B-B14F-4D97-AF65-F5344CB8AC3E}">
        <p14:creationId xmlns:p14="http://schemas.microsoft.com/office/powerpoint/2010/main" val="231587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screen photos (6)">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0"/>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0"/>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3"/>
          </p:nvPr>
        </p:nvSpPr>
        <p:spPr>
          <a:xfrm>
            <a:off x="6885433" y="0"/>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Picture Placeholder 2"/>
          <p:cNvSpPr>
            <a:spLocks noGrp="1"/>
          </p:cNvSpPr>
          <p:nvPr>
            <p:ph type="pic" idx="46"/>
          </p:nvPr>
        </p:nvSpPr>
        <p:spPr>
          <a:xfrm>
            <a:off x="4590289"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47"/>
          </p:nvPr>
        </p:nvSpPr>
        <p:spPr>
          <a:xfrm>
            <a:off x="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8"/>
          </p:nvPr>
        </p:nvSpPr>
        <p:spPr>
          <a:xfrm>
            <a:off x="2295144"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Date Placeholder 3"/>
          <p:cNvSpPr>
            <a:spLocks noGrp="1"/>
          </p:cNvSpPr>
          <p:nvPr>
            <p:ph type="dt" sz="half" idx="49"/>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3E351CA-C82C-4663-93DF-2CA6F191E599}" type="datetime1">
              <a:rPr lang="en-US" smtClean="0"/>
              <a:t>9/25/26</a:t>
            </a:fld>
            <a:endParaRPr lang="en-US"/>
          </a:p>
        </p:txBody>
      </p:sp>
      <p:sp>
        <p:nvSpPr>
          <p:cNvPr id="13" name="Slide Number Placeholder 5"/>
          <p:cNvSpPr>
            <a:spLocks noGrp="1"/>
          </p:cNvSpPr>
          <p:nvPr>
            <p:ph type="sldNum" sz="quarter" idx="50"/>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C3968613-2F53-4FB9-9064-B0746BA197E8}" type="slidenum">
              <a:rPr lang="en-US"/>
              <a:pPr/>
              <a:t>‹#›</a:t>
            </a:fld>
            <a:endParaRPr lang="en-US"/>
          </a:p>
        </p:txBody>
      </p:sp>
    </p:spTree>
    <p:extLst>
      <p:ext uri="{BB962C8B-B14F-4D97-AF65-F5344CB8AC3E}">
        <p14:creationId xmlns:p14="http://schemas.microsoft.com/office/powerpoint/2010/main" val="3104202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photo (8)">
    <p:spTree>
      <p:nvGrpSpPr>
        <p:cNvPr id="1" name=""/>
        <p:cNvGrpSpPr/>
        <p:nvPr/>
      </p:nvGrpSpPr>
      <p:grpSpPr>
        <a:xfrm>
          <a:off x="0" y="0"/>
          <a:ext cx="0" cy="0"/>
          <a:chOff x="0" y="0"/>
          <a:chExt cx="0" cy="0"/>
        </a:xfrm>
      </p:grpSpPr>
      <p:sp>
        <p:nvSpPr>
          <p:cNvPr id="13" name="Rectangle 12">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Picture Placeholder 2"/>
          <p:cNvSpPr>
            <a:spLocks noGrp="1"/>
          </p:cNvSpPr>
          <p:nvPr>
            <p:ph type="pic" idx="41"/>
          </p:nvPr>
        </p:nvSpPr>
        <p:spPr>
          <a:xfrm>
            <a:off x="4590289"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0"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Picture Placeholder 2"/>
          <p:cNvSpPr>
            <a:spLocks noGrp="1"/>
          </p:cNvSpPr>
          <p:nvPr>
            <p:ph type="pic" idx="46"/>
          </p:nvPr>
        </p:nvSpPr>
        <p:spPr>
          <a:xfrm>
            <a:off x="2295144"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7"/>
          </p:nvPr>
        </p:nvSpPr>
        <p:spPr>
          <a:xfrm>
            <a:off x="0"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8"/>
          </p:nvPr>
        </p:nvSpPr>
        <p:spPr>
          <a:xfrm>
            <a:off x="2295144"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8" name="Picture Placeholder 2"/>
          <p:cNvSpPr>
            <a:spLocks noGrp="1"/>
          </p:cNvSpPr>
          <p:nvPr>
            <p:ph type="pic" idx="49"/>
          </p:nvPr>
        </p:nvSpPr>
        <p:spPr>
          <a:xfrm>
            <a:off x="4590288"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Picture Placeholder 2"/>
          <p:cNvSpPr>
            <a:spLocks noGrp="1"/>
          </p:cNvSpPr>
          <p:nvPr>
            <p:ph type="pic" idx="50"/>
          </p:nvPr>
        </p:nvSpPr>
        <p:spPr>
          <a:xfrm>
            <a:off x="6885432"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9" name="Date Placeholder 3"/>
          <p:cNvSpPr>
            <a:spLocks noGrp="1"/>
          </p:cNvSpPr>
          <p:nvPr>
            <p:ph type="dt" sz="half" idx="5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39B5916C-A037-4F53-A414-564B4EEC9E1B}" type="datetime1">
              <a:rPr lang="en-US" smtClean="0"/>
              <a:t>9/25/26</a:t>
            </a:fld>
            <a:endParaRPr lang="en-US"/>
          </a:p>
        </p:txBody>
      </p:sp>
      <p:sp>
        <p:nvSpPr>
          <p:cNvPr id="20" name="Slide Number Placeholder 5"/>
          <p:cNvSpPr>
            <a:spLocks noGrp="1"/>
          </p:cNvSpPr>
          <p:nvPr>
            <p:ph type="sldNum" sz="quarter" idx="5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995253CE-9904-4998-823A-D3AFE445E1E2}" type="slidenum">
              <a:rPr lang="en-US"/>
              <a:pPr/>
              <a:t>‹#›</a:t>
            </a:fld>
            <a:endParaRPr lang="en-US"/>
          </a:p>
        </p:txBody>
      </p:sp>
    </p:spTree>
    <p:extLst>
      <p:ext uri="{BB962C8B-B14F-4D97-AF65-F5344CB8AC3E}">
        <p14:creationId xmlns:p14="http://schemas.microsoft.com/office/powerpoint/2010/main" val="122498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ull screen photos (8)">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Picture Placeholder 2"/>
          <p:cNvSpPr>
            <a:spLocks noGrp="1"/>
          </p:cNvSpPr>
          <p:nvPr>
            <p:ph type="pic" idx="41"/>
          </p:nvPr>
        </p:nvSpPr>
        <p:spPr>
          <a:xfrm>
            <a:off x="4590289"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7"/>
          </p:nvPr>
        </p:nvSpPr>
        <p:spPr>
          <a:xfrm>
            <a:off x="0"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8"/>
          </p:nvPr>
        </p:nvSpPr>
        <p:spPr>
          <a:xfrm>
            <a:off x="2295144"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9"/>
          </p:nvPr>
        </p:nvSpPr>
        <p:spPr>
          <a:xfrm>
            <a:off x="4590289"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50"/>
          </p:nvPr>
        </p:nvSpPr>
        <p:spPr>
          <a:xfrm>
            <a:off x="6885433"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51"/>
          </p:nvPr>
        </p:nvSpPr>
        <p:spPr>
          <a:xfrm>
            <a:off x="0"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5" name="Picture Placeholder 2"/>
          <p:cNvSpPr>
            <a:spLocks noGrp="1"/>
          </p:cNvSpPr>
          <p:nvPr>
            <p:ph type="pic" idx="52"/>
          </p:nvPr>
        </p:nvSpPr>
        <p:spPr>
          <a:xfrm>
            <a:off x="2295144"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3" name="Date Placeholder 3"/>
          <p:cNvSpPr>
            <a:spLocks noGrp="1"/>
          </p:cNvSpPr>
          <p:nvPr>
            <p:ph type="dt" sz="half" idx="5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E7C0071-1FD0-47FF-A4AA-2148D9E25892}" type="datetime1">
              <a:rPr lang="en-US" smtClean="0"/>
              <a:t>9/25/26</a:t>
            </a:fld>
            <a:endParaRPr lang="en-US"/>
          </a:p>
        </p:txBody>
      </p:sp>
      <p:sp>
        <p:nvSpPr>
          <p:cNvPr id="14" name="Slide Number Placeholder 5"/>
          <p:cNvSpPr>
            <a:spLocks noGrp="1"/>
          </p:cNvSpPr>
          <p:nvPr>
            <p:ph type="sldNum" sz="quarter" idx="5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07A2222B-2BEB-48DC-B544-2F3217AEB914}" type="slidenum">
              <a:rPr lang="en-US"/>
              <a:pPr/>
              <a:t>‹#›</a:t>
            </a:fld>
            <a:endParaRPr lang="en-US"/>
          </a:p>
        </p:txBody>
      </p:sp>
    </p:spTree>
    <p:extLst>
      <p:ext uri="{BB962C8B-B14F-4D97-AF65-F5344CB8AC3E}">
        <p14:creationId xmlns:p14="http://schemas.microsoft.com/office/powerpoint/2010/main" val="315322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text left, photo right (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Picture Placeholder 2"/>
          <p:cNvSpPr>
            <a:spLocks noGrp="1"/>
          </p:cNvSpPr>
          <p:nvPr>
            <p:ph type="pic" idx="43"/>
          </p:nvPr>
        </p:nvSpPr>
        <p:spPr>
          <a:xfrm>
            <a:off x="4590288" y="1749"/>
            <a:ext cx="4553712" cy="469851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0C53833-DFE9-45F3-9A06-63816F630DBF}" type="datetime1">
              <a:rPr lang="en-US" smtClean="0"/>
              <a:t>9/25/26</a:t>
            </a:fld>
            <a:endParaRPr lang="en-US"/>
          </a:p>
        </p:txBody>
      </p:sp>
      <p:sp>
        <p:nvSpPr>
          <p:cNvPr id="7" name="Slide Number Placeholder 5"/>
          <p:cNvSpPr>
            <a:spLocks noGrp="1"/>
          </p:cNvSpPr>
          <p:nvPr>
            <p:ph type="sldNum" sz="quarter" idx="4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0547C88-426F-4B95-8EF2-ABB470937AB7}" type="slidenum">
              <a:rPr lang="en-US"/>
              <a:pPr/>
              <a:t>‹#›</a:t>
            </a:fld>
            <a:endParaRPr lang="en-US"/>
          </a:p>
        </p:txBody>
      </p:sp>
    </p:spTree>
    <p:extLst>
      <p:ext uri="{BB962C8B-B14F-4D97-AF65-F5344CB8AC3E}">
        <p14:creationId xmlns:p14="http://schemas.microsoft.com/office/powerpoint/2010/main" val="318390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text right, photo left (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Picture Placeholder 2"/>
          <p:cNvSpPr>
            <a:spLocks noGrp="1"/>
          </p:cNvSpPr>
          <p:nvPr>
            <p:ph type="pic" idx="43"/>
          </p:nvPr>
        </p:nvSpPr>
        <p:spPr>
          <a:xfrm>
            <a:off x="0" y="1749"/>
            <a:ext cx="4553712" cy="469851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C0F3201-D3AC-4B80-BAA2-70789CD27765}" type="datetime1">
              <a:rPr lang="en-US" smtClean="0"/>
              <a:t>9/25/26</a:t>
            </a:fld>
            <a:endParaRPr lang="en-US"/>
          </a:p>
        </p:txBody>
      </p:sp>
      <p:sp>
        <p:nvSpPr>
          <p:cNvPr id="7" name="Slide Number Placeholder 5"/>
          <p:cNvSpPr>
            <a:spLocks noGrp="1"/>
          </p:cNvSpPr>
          <p:nvPr>
            <p:ph type="sldNum" sz="quarter" idx="4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8063367-8FD0-4EFA-9B8F-D392316BCEF1}" type="slidenum">
              <a:rPr lang="en-US"/>
              <a:pPr/>
              <a:t>‹#›</a:t>
            </a:fld>
            <a:endParaRPr lang="en-US"/>
          </a:p>
        </p:txBody>
      </p:sp>
    </p:spTree>
    <p:extLst>
      <p:ext uri="{BB962C8B-B14F-4D97-AF65-F5344CB8AC3E}">
        <p14:creationId xmlns:p14="http://schemas.microsoft.com/office/powerpoint/2010/main" val="1685628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text left, photos right (3)">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2"/>
          <p:cNvSpPr>
            <a:spLocks noGrp="1"/>
          </p:cNvSpPr>
          <p:nvPr>
            <p:ph type="pic" idx="43"/>
          </p:nvPr>
        </p:nvSpPr>
        <p:spPr>
          <a:xfrm>
            <a:off x="4590288"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44"/>
          </p:nvPr>
        </p:nvSpPr>
        <p:spPr>
          <a:xfrm>
            <a:off x="4590288"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5"/>
          </p:nvPr>
        </p:nvSpPr>
        <p:spPr>
          <a:xfrm>
            <a:off x="688608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8"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8" name="Date Placeholder 3"/>
          <p:cNvSpPr>
            <a:spLocks noGrp="1"/>
          </p:cNvSpPr>
          <p:nvPr>
            <p:ph type="dt" sz="half" idx="46"/>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5BD1A5F-979B-4B06-9411-BCF73A709CFC}" type="datetime1">
              <a:rPr lang="en-US" smtClean="0"/>
              <a:t>9/25/26</a:t>
            </a:fld>
            <a:endParaRPr lang="en-US"/>
          </a:p>
        </p:txBody>
      </p:sp>
      <p:sp>
        <p:nvSpPr>
          <p:cNvPr id="9" name="Slide Number Placeholder 5"/>
          <p:cNvSpPr>
            <a:spLocks noGrp="1"/>
          </p:cNvSpPr>
          <p:nvPr>
            <p:ph type="sldNum" sz="quarter" idx="47"/>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1F8ED6C-9AC5-4882-95C1-FC3FECECD545}" type="slidenum">
              <a:rPr lang="en-US"/>
              <a:pPr/>
              <a:t>‹#›</a:t>
            </a:fld>
            <a:endParaRPr lang="en-US"/>
          </a:p>
        </p:txBody>
      </p:sp>
    </p:spTree>
    <p:extLst>
      <p:ext uri="{BB962C8B-B14F-4D97-AF65-F5344CB8AC3E}">
        <p14:creationId xmlns:p14="http://schemas.microsoft.com/office/powerpoint/2010/main" val="25312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text right, photos left (3)">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2"/>
          <p:cNvSpPr>
            <a:spLocks noGrp="1"/>
          </p:cNvSpPr>
          <p:nvPr>
            <p:ph type="pic" idx="43"/>
          </p:nvPr>
        </p:nvSpPr>
        <p:spPr>
          <a:xfrm>
            <a:off x="0"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9" name="Picture Placeholder 2"/>
          <p:cNvSpPr>
            <a:spLocks noGrp="1"/>
          </p:cNvSpPr>
          <p:nvPr>
            <p:ph type="pic" idx="44"/>
          </p:nvPr>
        </p:nvSpPr>
        <p:spPr>
          <a:xfrm>
            <a:off x="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5"/>
          </p:nvPr>
        </p:nvSpPr>
        <p:spPr>
          <a:xfrm>
            <a:off x="2295792"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3"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11" name="Date Placeholder 3"/>
          <p:cNvSpPr>
            <a:spLocks noGrp="1"/>
          </p:cNvSpPr>
          <p:nvPr>
            <p:ph type="dt" sz="half" idx="46"/>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311C50E9-50BF-46F6-B8B5-6B981E2391CC}" type="datetime1">
              <a:rPr lang="en-US" smtClean="0"/>
              <a:t>9/25/26</a:t>
            </a:fld>
            <a:endParaRPr lang="en-US"/>
          </a:p>
        </p:txBody>
      </p:sp>
      <p:sp>
        <p:nvSpPr>
          <p:cNvPr id="12" name="Slide Number Placeholder 5"/>
          <p:cNvSpPr>
            <a:spLocks noGrp="1"/>
          </p:cNvSpPr>
          <p:nvPr>
            <p:ph type="sldNum" sz="quarter" idx="47"/>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469214E2-411F-4CCB-9AB1-176E7EF56AD8}" type="slidenum">
              <a:rPr lang="en-US"/>
              <a:pPr/>
              <a:t>‹#›</a:t>
            </a:fld>
            <a:endParaRPr lang="en-US"/>
          </a:p>
        </p:txBody>
      </p:sp>
    </p:spTree>
    <p:extLst>
      <p:ext uri="{BB962C8B-B14F-4D97-AF65-F5344CB8AC3E}">
        <p14:creationId xmlns:p14="http://schemas.microsoft.com/office/powerpoint/2010/main" val="3603853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text left, photos right (4)">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Picture Placeholder 2"/>
          <p:cNvSpPr>
            <a:spLocks noGrp="1"/>
          </p:cNvSpPr>
          <p:nvPr>
            <p:ph type="pic" idx="44"/>
          </p:nvPr>
        </p:nvSpPr>
        <p:spPr>
          <a:xfrm>
            <a:off x="4590288"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5"/>
          </p:nvPr>
        </p:nvSpPr>
        <p:spPr>
          <a:xfrm>
            <a:off x="688608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6"/>
          </p:nvPr>
        </p:nvSpPr>
        <p:spPr>
          <a:xfrm>
            <a:off x="4590288"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7"/>
          </p:nvPr>
        </p:nvSpPr>
        <p:spPr>
          <a:xfrm>
            <a:off x="688608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0"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9" name="Date Placeholder 3"/>
          <p:cNvSpPr>
            <a:spLocks noGrp="1"/>
          </p:cNvSpPr>
          <p:nvPr>
            <p:ph type="dt" sz="half" idx="48"/>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AF0F807-10E6-412A-9E8A-7578CC54180E}" type="datetime1">
              <a:rPr lang="en-US" smtClean="0"/>
              <a:t>9/25/26</a:t>
            </a:fld>
            <a:endParaRPr lang="en-US"/>
          </a:p>
        </p:txBody>
      </p:sp>
      <p:sp>
        <p:nvSpPr>
          <p:cNvPr id="10" name="Slide Number Placeholder 5"/>
          <p:cNvSpPr>
            <a:spLocks noGrp="1"/>
          </p:cNvSpPr>
          <p:nvPr>
            <p:ph type="sldNum" sz="quarter" idx="49"/>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5B71A1D6-CBC1-4D43-99C1-B8E922BEC27A}" type="slidenum">
              <a:rPr lang="en-US"/>
              <a:pPr/>
              <a:t>‹#›</a:t>
            </a:fld>
            <a:endParaRPr lang="en-US"/>
          </a:p>
        </p:txBody>
      </p:sp>
    </p:spTree>
    <p:extLst>
      <p:ext uri="{BB962C8B-B14F-4D97-AF65-F5344CB8AC3E}">
        <p14:creationId xmlns:p14="http://schemas.microsoft.com/office/powerpoint/2010/main" val="93169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 text right, photos left (4)">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2"/>
          <p:cNvSpPr>
            <a:spLocks noGrp="1"/>
          </p:cNvSpPr>
          <p:nvPr>
            <p:ph type="pic" idx="44"/>
          </p:nvPr>
        </p:nvSpPr>
        <p:spPr>
          <a:xfrm>
            <a:off x="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2295792"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6"/>
          </p:nvPr>
        </p:nvSpPr>
        <p:spPr>
          <a:xfrm>
            <a:off x="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7"/>
          </p:nvPr>
        </p:nvSpPr>
        <p:spPr>
          <a:xfrm>
            <a:off x="2295792"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0"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9" name="Date Placeholder 3"/>
          <p:cNvSpPr>
            <a:spLocks noGrp="1"/>
          </p:cNvSpPr>
          <p:nvPr>
            <p:ph type="dt" sz="half" idx="48"/>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9159CAF-A62E-4CC4-B611-E3F701ED0C7E}" type="datetime1">
              <a:rPr lang="en-US" smtClean="0"/>
              <a:t>9/25/26</a:t>
            </a:fld>
            <a:endParaRPr lang="en-US"/>
          </a:p>
        </p:txBody>
      </p:sp>
      <p:sp>
        <p:nvSpPr>
          <p:cNvPr id="10" name="Slide Number Placeholder 5"/>
          <p:cNvSpPr>
            <a:spLocks noGrp="1"/>
          </p:cNvSpPr>
          <p:nvPr>
            <p:ph type="sldNum" sz="quarter" idx="49"/>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39A1D63-2D20-4501-9B59-5B207FF26C7B}" type="slidenum">
              <a:rPr lang="en-US"/>
              <a:pPr/>
              <a:t>‹#›</a:t>
            </a:fld>
            <a:endParaRPr lang="en-US"/>
          </a:p>
        </p:txBody>
      </p:sp>
    </p:spTree>
    <p:extLst>
      <p:ext uri="{BB962C8B-B14F-4D97-AF65-F5344CB8AC3E}">
        <p14:creationId xmlns:p14="http://schemas.microsoft.com/office/powerpoint/2010/main" val="362803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left, bar graph right">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2" name="Chart 4"/>
          <p:cNvGraphicFramePr>
            <a:graphicFrameLocks/>
          </p:cNvGraphicFramePr>
          <p:nvPr/>
        </p:nvGraphicFramePr>
        <p:xfrm>
          <a:off x="4797425" y="904875"/>
          <a:ext cx="3944938" cy="3651250"/>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0407DD2-95E4-42A3-B6BB-CD714D017AD7}" type="datetime1">
              <a:rPr lang="en-US" smtClean="0"/>
              <a:t>9/25/26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CD770F84-B03B-4446-8121-43BDF0660468}" type="slidenum">
              <a:rPr lang="en-US"/>
              <a:pPr/>
              <a:t>‹#›</a:t>
            </a:fld>
            <a:endParaRPr lang="en-US"/>
          </a:p>
        </p:txBody>
      </p:sp>
    </p:spTree>
    <p:extLst>
      <p:ext uri="{BB962C8B-B14F-4D97-AF65-F5344CB8AC3E}">
        <p14:creationId xmlns:p14="http://schemas.microsoft.com/office/powerpoint/2010/main" val="124754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right, bar graph left">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3943350"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783707"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872F6A1-975A-49A4-9945-50AF390241BA}" type="datetime1">
              <a:rPr lang="en-US" smtClean="0"/>
              <a:t>9/25/26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35E862A-697B-4840-A5B5-5FEEF4E48EDF}" type="slidenum">
              <a:rPr lang="en-US"/>
              <a:pPr/>
              <a:t>‹#›</a:t>
            </a:fld>
            <a:endParaRPr lang="en-US"/>
          </a:p>
        </p:txBody>
      </p:sp>
    </p:spTree>
    <p:extLst>
      <p:ext uri="{BB962C8B-B14F-4D97-AF65-F5344CB8AC3E}">
        <p14:creationId xmlns:p14="http://schemas.microsoft.com/office/powerpoint/2010/main" val="189799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bar graph">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8304212"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EAE188A-4D63-400D-ABBD-D2D012BDCD15}" type="datetime1">
              <a:rPr lang="en-US" smtClean="0"/>
              <a:t>9/25/26</a:t>
            </a:fld>
            <a:endParaRPr lang="en-US"/>
          </a:p>
        </p:txBody>
      </p:sp>
      <p:sp>
        <p:nvSpPr>
          <p:cNvPr id="7"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2A97726B-1234-427D-89E0-501CF7381A9A}" type="slidenum">
              <a:rPr lang="en-US"/>
              <a:pPr/>
              <a:t>‹#›</a:t>
            </a:fld>
            <a:endParaRPr lang="en-US"/>
          </a:p>
        </p:txBody>
      </p:sp>
    </p:spTree>
    <p:extLst>
      <p:ext uri="{BB962C8B-B14F-4D97-AF65-F5344CB8AC3E}">
        <p14:creationId xmlns:p14="http://schemas.microsoft.com/office/powerpoint/2010/main" val="96333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left, line graph right">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graphicFrame>
        <p:nvGraphicFramePr>
          <p:cNvPr id="2" name="Chart 5"/>
          <p:cNvGraphicFramePr>
            <a:graphicFrameLocks/>
          </p:cNvGraphicFramePr>
          <p:nvPr/>
        </p:nvGraphicFramePr>
        <p:xfrm>
          <a:off x="4797425" y="904875"/>
          <a:ext cx="3944938"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14"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4405EEA-9A0A-4B19-94E3-702F602CEF4E}" type="datetime1">
              <a:rPr lang="en-US" smtClean="0"/>
              <a:t>9/25/26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E1BC488-4F9B-486E-BEAF-B2B891EC7A21}" type="slidenum">
              <a:rPr lang="en-US"/>
              <a:pPr/>
              <a:t>‹#›</a:t>
            </a:fld>
            <a:endParaRPr lang="en-US"/>
          </a:p>
        </p:txBody>
      </p:sp>
    </p:spTree>
    <p:extLst>
      <p:ext uri="{BB962C8B-B14F-4D97-AF65-F5344CB8AC3E}">
        <p14:creationId xmlns:p14="http://schemas.microsoft.com/office/powerpoint/2010/main" val="174042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right, line graph left">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3943350"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783707"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AF6D083A-4B13-46FE-893B-68D7CDF39AD3}" type="datetime1">
              <a:rPr lang="en-US" smtClean="0"/>
              <a:t>9/25/26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B0A966F-C68B-4C02-98F2-62145451C283}" type="slidenum">
              <a:rPr lang="en-US"/>
              <a:pPr/>
              <a:t>‹#›</a:t>
            </a:fld>
            <a:endParaRPr lang="en-US"/>
          </a:p>
        </p:txBody>
      </p:sp>
    </p:spTree>
    <p:extLst>
      <p:ext uri="{BB962C8B-B14F-4D97-AF65-F5344CB8AC3E}">
        <p14:creationId xmlns:p14="http://schemas.microsoft.com/office/powerpoint/2010/main" val="7546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 line graph">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8304212"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1C89CDC-80D8-4542-9161-88E0E6FE50AF}" type="datetime1">
              <a:rPr lang="en-US" smtClean="0"/>
              <a:t>9/25/26</a:t>
            </a:fld>
            <a:endParaRPr lang="en-US"/>
          </a:p>
        </p:txBody>
      </p:sp>
      <p:sp>
        <p:nvSpPr>
          <p:cNvPr id="7"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5CA62FE-4E2D-42B2-9D14-7EC377471995}" type="slidenum">
              <a:rPr lang="en-US"/>
              <a:pPr/>
              <a:t>‹#›</a:t>
            </a:fld>
            <a:endParaRPr lang="en-US"/>
          </a:p>
        </p:txBody>
      </p:sp>
    </p:spTree>
    <p:extLst>
      <p:ext uri="{BB962C8B-B14F-4D97-AF65-F5344CB8AC3E}">
        <p14:creationId xmlns:p14="http://schemas.microsoft.com/office/powerpoint/2010/main" val="250687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allout text left, photo right (1) (on white)">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Picture Placeholder 20"/>
          <p:cNvSpPr>
            <a:spLocks noGrp="1"/>
          </p:cNvSpPr>
          <p:nvPr>
            <p:ph type="pic" sz="quarter" idx="15"/>
          </p:nvPr>
        </p:nvSpPr>
        <p:spPr>
          <a:xfrm>
            <a:off x="4636012"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Tree>
    <p:extLst>
      <p:ext uri="{BB962C8B-B14F-4D97-AF65-F5344CB8AC3E}">
        <p14:creationId xmlns:p14="http://schemas.microsoft.com/office/powerpoint/2010/main" val="159832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allout text right, photo left (1) (on white)">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4626129"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Picture Placeholder 20"/>
          <p:cNvSpPr>
            <a:spLocks noGrp="1"/>
          </p:cNvSpPr>
          <p:nvPr>
            <p:ph type="pic" sz="quarter" idx="15"/>
          </p:nvPr>
        </p:nvSpPr>
        <p:spPr>
          <a:xfrm>
            <a:off x="3"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Tree>
    <p:extLst>
      <p:ext uri="{BB962C8B-B14F-4D97-AF65-F5344CB8AC3E}">
        <p14:creationId xmlns:p14="http://schemas.microsoft.com/office/powerpoint/2010/main" val="69350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allout text left, photos right (2) (on white)">
    <p:spTree>
      <p:nvGrpSpPr>
        <p:cNvPr id="1" name=""/>
        <p:cNvGrpSpPr/>
        <p:nvPr/>
      </p:nvGrpSpPr>
      <p:grpSpPr>
        <a:xfrm>
          <a:off x="0" y="0"/>
          <a:ext cx="0" cy="0"/>
          <a:chOff x="0" y="0"/>
          <a:chExt cx="0" cy="0"/>
        </a:xfrm>
      </p:grpSpPr>
      <p:sp>
        <p:nvSpPr>
          <p:cNvPr id="8" name="Picture Placeholder 20"/>
          <p:cNvSpPr>
            <a:spLocks noGrp="1"/>
          </p:cNvSpPr>
          <p:nvPr>
            <p:ph type="pic" sz="quarter" idx="15"/>
          </p:nvPr>
        </p:nvSpPr>
        <p:spPr>
          <a:xfrm>
            <a:off x="4636012"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4636012" y="1728664"/>
            <a:ext cx="4507991" cy="3414836"/>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23"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57849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allout text right, photos left (2) (on white)">
    <p:spTree>
      <p:nvGrpSpPr>
        <p:cNvPr id="1" name=""/>
        <p:cNvGrpSpPr/>
        <p:nvPr/>
      </p:nvGrpSpPr>
      <p:grpSpPr>
        <a:xfrm>
          <a:off x="0" y="0"/>
          <a:ext cx="0" cy="0"/>
          <a:chOff x="0" y="0"/>
          <a:chExt cx="0" cy="0"/>
        </a:xfrm>
      </p:grpSpPr>
      <p:sp>
        <p:nvSpPr>
          <p:cNvPr id="8" name="Picture Placeholder 20"/>
          <p:cNvSpPr>
            <a:spLocks noGrp="1"/>
          </p:cNvSpPr>
          <p:nvPr>
            <p:ph type="pic" sz="quarter" idx="15"/>
          </p:nvPr>
        </p:nvSpPr>
        <p:spPr>
          <a:xfrm>
            <a:off x="3"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3" y="1728664"/>
            <a:ext cx="4507991" cy="3414836"/>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5" name="Text Placeholder 8"/>
          <p:cNvSpPr>
            <a:spLocks noGrp="1"/>
          </p:cNvSpPr>
          <p:nvPr>
            <p:ph type="body" idx="24"/>
          </p:nvPr>
        </p:nvSpPr>
        <p:spPr>
          <a:xfrm>
            <a:off x="4626129"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90478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allout text left, photo right (1) (on black)">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userDrawn="1"/>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C183D7F6-B498-43B3-948B-1728B52AA6E4}">
                <adec:decorative xmlns:adec="http://schemas.microsoft.com/office/drawing/2017/decorative" val="1"/>
              </a:ext>
            </a:extLst>
          </p:cNvPr>
          <p:cNvSpPr/>
          <p:nvPr/>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4636012"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1"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46256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allout text right, photo left (1) (on black)">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userDrawn="1"/>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C183D7F6-B498-43B3-948B-1728B52AA6E4}">
                <adec:decorative xmlns:adec="http://schemas.microsoft.com/office/drawing/2017/decorative" val="1"/>
              </a:ext>
            </a:extLst>
          </p:cNvPr>
          <p:cNvSpPr/>
          <p:nvPr/>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3"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1" name="Text Placeholder 8"/>
          <p:cNvSpPr>
            <a:spLocks noGrp="1"/>
          </p:cNvSpPr>
          <p:nvPr>
            <p:ph type="body" idx="10"/>
          </p:nvPr>
        </p:nvSpPr>
        <p:spPr>
          <a:xfrm>
            <a:off x="4642565"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21863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allout text left, photos right (2) (on black)">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userDrawn="1"/>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C183D7F6-B498-43B3-948B-1728B52AA6E4}">
                <adec:decorative xmlns:adec="http://schemas.microsoft.com/office/drawing/2017/decorative" val="1"/>
              </a:ext>
            </a:extLst>
          </p:cNvPr>
          <p:cNvSpPr/>
          <p:nvPr/>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4636012"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4636012" y="1732788"/>
            <a:ext cx="4507991" cy="3410712"/>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6"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545813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llout text right, photos left (2) (on black)">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userDrawn="1"/>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C183D7F6-B498-43B3-948B-1728B52AA6E4}">
                <adec:decorative xmlns:adec="http://schemas.microsoft.com/office/drawing/2017/decorative" val="1"/>
              </a:ext>
            </a:extLst>
          </p:cNvPr>
          <p:cNvSpPr/>
          <p:nvPr/>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3180"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3180" y="1732788"/>
            <a:ext cx="4507991" cy="3410712"/>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7" name="Text Placeholder 8"/>
          <p:cNvSpPr>
            <a:spLocks noGrp="1"/>
          </p:cNvSpPr>
          <p:nvPr>
            <p:ph type="body" idx="24"/>
          </p:nvPr>
        </p:nvSpPr>
        <p:spPr>
          <a:xfrm>
            <a:off x="4642565"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81981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allout text (black on white)">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userDrawn="1"/>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CF076B5-DE80-4212-89E0-8468B8E49686}" type="datetime1">
              <a:rPr lang="en-US" smtClean="0"/>
              <a:t>9/25/26</a:t>
            </a:fld>
            <a:endParaRPr lang="en-US"/>
          </a:p>
        </p:txBody>
      </p:sp>
      <p:sp>
        <p:nvSpPr>
          <p:cNvPr id="5"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DF768FB-1179-4F15-B986-28BC8D5DD812}" type="slidenum">
              <a:rPr lang="en-US"/>
              <a:pPr/>
              <a:t>‹#›</a:t>
            </a:fld>
            <a:endParaRPr lang="en-US"/>
          </a:p>
        </p:txBody>
      </p:sp>
    </p:spTree>
    <p:extLst>
      <p:ext uri="{BB962C8B-B14F-4D97-AF65-F5344CB8AC3E}">
        <p14:creationId xmlns:p14="http://schemas.microsoft.com/office/powerpoint/2010/main" val="250753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allout text (white on green)">
    <p:bg>
      <p:bgPr>
        <a:solidFill>
          <a:srgbClr val="143B1E"/>
        </a:solidFill>
        <a:effectLst/>
      </p:bgPr>
    </p:bg>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924E081-C21B-4512-A36B-8A680E10DB92}" type="datetime1">
              <a:rPr lang="en-US" smtClean="0"/>
              <a:t>9/25/26</a:t>
            </a:fld>
            <a:endParaRPr lang="en-US"/>
          </a:p>
        </p:txBody>
      </p:sp>
      <p:sp>
        <p:nvSpPr>
          <p:cNvPr id="4"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A88F2E9-B851-4DFA-93C4-86BB45129EEB}" type="slidenum">
              <a:rPr lang="en-US"/>
              <a:pPr/>
              <a:t>‹#›</a:t>
            </a:fld>
            <a:endParaRPr lang="en-US"/>
          </a:p>
        </p:txBody>
      </p:sp>
    </p:spTree>
    <p:extLst>
      <p:ext uri="{BB962C8B-B14F-4D97-AF65-F5344CB8AC3E}">
        <p14:creationId xmlns:p14="http://schemas.microsoft.com/office/powerpoint/2010/main" val="205998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allout text (white on black)">
    <p:bg>
      <p:bgPr>
        <a:solidFill>
          <a:srgbClr val="191919"/>
        </a:solidFill>
        <a:effectLst/>
      </p:bgPr>
    </p:bg>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D7CA327-0034-42B2-B548-D933C5E8C997}" type="datetime1">
              <a:rPr lang="en-US" smtClean="0"/>
              <a:t>9/25/26</a:t>
            </a:fld>
            <a:endParaRPr lang="en-US"/>
          </a:p>
        </p:txBody>
      </p:sp>
      <p:sp>
        <p:nvSpPr>
          <p:cNvPr id="4"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47D816C-1382-4552-849F-5EAB9818A052}" type="slidenum">
              <a:rPr lang="en-US"/>
              <a:pPr/>
              <a:t>‹#›</a:t>
            </a:fld>
            <a:endParaRPr lang="en-US"/>
          </a:p>
        </p:txBody>
      </p:sp>
    </p:spTree>
    <p:extLst>
      <p:ext uri="{BB962C8B-B14F-4D97-AF65-F5344CB8AC3E}">
        <p14:creationId xmlns:p14="http://schemas.microsoft.com/office/powerpoint/2010/main" val="325531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46188"/>
            <a:ext cx="8229600" cy="334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48"/>
    </p:custDataLst>
  </p:cSld>
  <p:clrMap bg1="lt1" tx1="dk1" bg2="lt2" tx2="dk2" accent1="accent1" accent2="accent2" accent3="accent3" accent4="accent4" accent5="accent5" accent6="accent6" hlink="hlink" folHlink="folHlink"/>
  <p:sldLayoutIdLst>
    <p:sldLayoutId id="2147484745" r:id="rId1"/>
    <p:sldLayoutId id="2147484746" r:id="rId2"/>
    <p:sldLayoutId id="2147484747" r:id="rId3"/>
    <p:sldLayoutId id="2147484748" r:id="rId4"/>
    <p:sldLayoutId id="2147484749" r:id="rId5"/>
    <p:sldLayoutId id="2147484750" r:id="rId6"/>
    <p:sldLayoutId id="2147484751" r:id="rId7"/>
    <p:sldLayoutId id="2147484752" r:id="rId8"/>
    <p:sldLayoutId id="2147484753" r:id="rId9"/>
    <p:sldLayoutId id="2147484754" r:id="rId10"/>
    <p:sldLayoutId id="2147484755" r:id="rId11"/>
    <p:sldLayoutId id="2147484786" r:id="rId12"/>
    <p:sldLayoutId id="2147484756" r:id="rId13"/>
    <p:sldLayoutId id="2147484757" r:id="rId14"/>
    <p:sldLayoutId id="2147484758" r:id="rId15"/>
    <p:sldLayoutId id="2147484759" r:id="rId16"/>
    <p:sldLayoutId id="2147484760" r:id="rId17"/>
    <p:sldLayoutId id="2147484761" r:id="rId18"/>
    <p:sldLayoutId id="2147484762" r:id="rId19"/>
    <p:sldLayoutId id="2147484763" r:id="rId20"/>
    <p:sldLayoutId id="2147484764" r:id="rId21"/>
    <p:sldLayoutId id="2147484765" r:id="rId22"/>
    <p:sldLayoutId id="2147484766" r:id="rId23"/>
    <p:sldLayoutId id="2147484767" r:id="rId24"/>
    <p:sldLayoutId id="2147484768" r:id="rId25"/>
    <p:sldLayoutId id="2147484769" r:id="rId26"/>
    <p:sldLayoutId id="2147484770" r:id="rId27"/>
    <p:sldLayoutId id="2147484771" r:id="rId28"/>
    <p:sldLayoutId id="2147484772" r:id="rId29"/>
    <p:sldLayoutId id="2147484773" r:id="rId30"/>
    <p:sldLayoutId id="2147484774" r:id="rId31"/>
    <p:sldLayoutId id="2147484775" r:id="rId32"/>
    <p:sldLayoutId id="2147484776" r:id="rId33"/>
    <p:sldLayoutId id="2147484777" r:id="rId34"/>
    <p:sldLayoutId id="2147484778" r:id="rId35"/>
    <p:sldLayoutId id="2147484741" r:id="rId36"/>
    <p:sldLayoutId id="2147484742" r:id="rId37"/>
    <p:sldLayoutId id="2147484743" r:id="rId38"/>
    <p:sldLayoutId id="2147484744" r:id="rId39"/>
    <p:sldLayoutId id="2147484779" r:id="rId40"/>
    <p:sldLayoutId id="2147484780" r:id="rId41"/>
    <p:sldLayoutId id="2147484781" r:id="rId42"/>
    <p:sldLayoutId id="2147484782" r:id="rId43"/>
    <p:sldLayoutId id="2147484783" r:id="rId44"/>
    <p:sldLayoutId id="2147484784" r:id="rId45"/>
    <p:sldLayoutId id="2147484785" r:id="rId4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ctr" defTabSz="457200" rtl="0" eaLnBrk="1" fontAlgn="base" hangingPunct="1">
        <a:spcBef>
          <a:spcPct val="0"/>
        </a:spcBef>
        <a:spcAft>
          <a:spcPct val="0"/>
        </a:spcAft>
        <a:defRPr sz="2400" b="1" kern="1200">
          <a:solidFill>
            <a:srgbClr val="29551A"/>
          </a:solidFill>
          <a:latin typeface="+mj-lt"/>
          <a:ea typeface="MS PGothic" pitchFamily="34" charset="-128"/>
          <a:cs typeface="ＭＳ Ｐゴシック" charset="0"/>
        </a:defRPr>
      </a:lvl1pPr>
      <a:lvl2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2pPr>
      <a:lvl3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3pPr>
      <a:lvl4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4pPr>
      <a:lvl5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5pPr>
      <a:lvl6pPr marL="4572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ＭＳ Ｐゴシック" charset="0"/>
        </a:defRPr>
      </a:lvl1pPr>
      <a:lvl2pPr marL="742950" indent="-28575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2pPr>
      <a:lvl3pPr marL="11430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3pPr>
      <a:lvl4pPr marL="16002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4pPr>
      <a:lvl5pPr marL="20574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8.org&amp;utm_campaign=parser&amp;utm_content=thumbnail"/><Relationship Id="rId2" Type="http://schemas.openxmlformats.org/officeDocument/2006/relationships/image" Target="../media/image7.jpg"/><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com"/><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17" Type="http://schemas.openxmlformats.org/officeDocument/2006/relationships/image" Target="../media/image70.png"/><Relationship Id="rId21" Type="http://schemas.openxmlformats.org/officeDocument/2006/relationships/image" Target="../media/image22.png"/><Relationship Id="rId42" Type="http://schemas.openxmlformats.org/officeDocument/2006/relationships/customXml" Target="../ink/ink21.xml"/><Relationship Id="rId47" Type="http://schemas.openxmlformats.org/officeDocument/2006/relationships/image" Target="../media/image35.png"/><Relationship Id="rId63" Type="http://schemas.openxmlformats.org/officeDocument/2006/relationships/image" Target="../media/image43.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56.png"/><Relationship Id="rId112" Type="http://schemas.openxmlformats.org/officeDocument/2006/relationships/customXml" Target="../ink/ink56.xml"/><Relationship Id="rId16" Type="http://schemas.openxmlformats.org/officeDocument/2006/relationships/customXml" Target="../ink/ink8.xml"/><Relationship Id="rId107" Type="http://schemas.openxmlformats.org/officeDocument/2006/relationships/image" Target="../media/image65.png"/><Relationship Id="rId11" Type="http://schemas.openxmlformats.org/officeDocument/2006/relationships/image" Target="../media/image17.png"/><Relationship Id="rId32" Type="http://schemas.openxmlformats.org/officeDocument/2006/relationships/customXml" Target="../ink/ink16.xml"/><Relationship Id="rId37" Type="http://schemas.openxmlformats.org/officeDocument/2006/relationships/image" Target="../media/image30.png"/><Relationship Id="rId53" Type="http://schemas.openxmlformats.org/officeDocument/2006/relationships/image" Target="../media/image38.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51.png"/><Relationship Id="rId102" Type="http://schemas.openxmlformats.org/officeDocument/2006/relationships/customXml" Target="../ink/ink51.xml"/><Relationship Id="rId123" Type="http://schemas.openxmlformats.org/officeDocument/2006/relationships/image" Target="../media/image73.png"/><Relationship Id="rId128" Type="http://schemas.openxmlformats.org/officeDocument/2006/relationships/customXml" Target="../ink/ink64.xml"/><Relationship Id="rId5" Type="http://schemas.openxmlformats.org/officeDocument/2006/relationships/image" Target="../media/image14.png"/><Relationship Id="rId90" Type="http://schemas.openxmlformats.org/officeDocument/2006/relationships/customXml" Target="../ink/ink45.xml"/><Relationship Id="rId95" Type="http://schemas.openxmlformats.org/officeDocument/2006/relationships/image" Target="../media/image59.png"/><Relationship Id="rId22" Type="http://schemas.openxmlformats.org/officeDocument/2006/relationships/customXml" Target="../ink/ink11.xml"/><Relationship Id="rId27" Type="http://schemas.openxmlformats.org/officeDocument/2006/relationships/image" Target="../media/image25.png"/><Relationship Id="rId43" Type="http://schemas.openxmlformats.org/officeDocument/2006/relationships/image" Target="../media/image33.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46.png"/><Relationship Id="rId113" Type="http://schemas.openxmlformats.org/officeDocument/2006/relationships/image" Target="../media/image68.png"/><Relationship Id="rId118" Type="http://schemas.openxmlformats.org/officeDocument/2006/relationships/customXml" Target="../ink/ink59.xml"/><Relationship Id="rId80" Type="http://schemas.openxmlformats.org/officeDocument/2006/relationships/customXml" Target="../ink/ink40.xml"/><Relationship Id="rId85" Type="http://schemas.openxmlformats.org/officeDocument/2006/relationships/image" Target="../media/image54.png"/><Relationship Id="rId12" Type="http://schemas.openxmlformats.org/officeDocument/2006/relationships/customXml" Target="../ink/ink6.xml"/><Relationship Id="rId17" Type="http://schemas.openxmlformats.org/officeDocument/2006/relationships/image" Target="../media/image20.png"/><Relationship Id="rId33" Type="http://schemas.openxmlformats.org/officeDocument/2006/relationships/image" Target="../media/image28.png"/><Relationship Id="rId38" Type="http://schemas.openxmlformats.org/officeDocument/2006/relationships/customXml" Target="../ink/ink19.xml"/><Relationship Id="rId59" Type="http://schemas.openxmlformats.org/officeDocument/2006/relationships/image" Target="../media/image41.png"/><Relationship Id="rId103" Type="http://schemas.openxmlformats.org/officeDocument/2006/relationships/image" Target="../media/image63.png"/><Relationship Id="rId108" Type="http://schemas.openxmlformats.org/officeDocument/2006/relationships/customXml" Target="../ink/ink54.xml"/><Relationship Id="rId124" Type="http://schemas.openxmlformats.org/officeDocument/2006/relationships/customXml" Target="../ink/ink62.xml"/><Relationship Id="rId129" Type="http://schemas.openxmlformats.org/officeDocument/2006/relationships/image" Target="../media/image76.png"/><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49.png"/><Relationship Id="rId91" Type="http://schemas.openxmlformats.org/officeDocument/2006/relationships/image" Target="../media/image57.png"/><Relationship Id="rId96" Type="http://schemas.openxmlformats.org/officeDocument/2006/relationships/customXml" Target="../ink/ink48.xml"/><Relationship Id="rId1" Type="http://schemas.openxmlformats.org/officeDocument/2006/relationships/slideLayout" Target="../slideLayouts/slideLayout11.xml"/><Relationship Id="rId6" Type="http://schemas.openxmlformats.org/officeDocument/2006/relationships/customXml" Target="../ink/ink3.xml"/><Relationship Id="rId23" Type="http://schemas.openxmlformats.org/officeDocument/2006/relationships/image" Target="../media/image23.png"/><Relationship Id="rId28" Type="http://schemas.openxmlformats.org/officeDocument/2006/relationships/customXml" Target="../ink/ink14.xml"/><Relationship Id="rId49" Type="http://schemas.openxmlformats.org/officeDocument/2006/relationships/image" Target="../media/image36.png"/><Relationship Id="rId114" Type="http://schemas.openxmlformats.org/officeDocument/2006/relationships/customXml" Target="../ink/ink57.xml"/><Relationship Id="rId119" Type="http://schemas.openxmlformats.org/officeDocument/2006/relationships/image" Target="../media/image71.png"/><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44.png"/><Relationship Id="rId81" Type="http://schemas.openxmlformats.org/officeDocument/2006/relationships/image" Target="../media/image52.png"/><Relationship Id="rId86" Type="http://schemas.openxmlformats.org/officeDocument/2006/relationships/customXml" Target="../ink/ink43.xml"/><Relationship Id="rId13" Type="http://schemas.openxmlformats.org/officeDocument/2006/relationships/image" Target="../media/image18.png"/><Relationship Id="rId18" Type="http://schemas.openxmlformats.org/officeDocument/2006/relationships/customXml" Target="../ink/ink9.xml"/><Relationship Id="rId39" Type="http://schemas.openxmlformats.org/officeDocument/2006/relationships/image" Target="../media/image31.png"/><Relationship Id="rId109" Type="http://schemas.openxmlformats.org/officeDocument/2006/relationships/image" Target="../media/image66.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9.png"/><Relationship Id="rId76" Type="http://schemas.openxmlformats.org/officeDocument/2006/relationships/customXml" Target="../ink/ink38.xml"/><Relationship Id="rId97" Type="http://schemas.openxmlformats.org/officeDocument/2006/relationships/image" Target="../media/image60.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74.png"/><Relationship Id="rId7" Type="http://schemas.openxmlformats.org/officeDocument/2006/relationships/image" Target="../media/image15.png"/><Relationship Id="rId71" Type="http://schemas.openxmlformats.org/officeDocument/2006/relationships/image" Target="../media/image47.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26.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34.png"/><Relationship Id="rId66" Type="http://schemas.openxmlformats.org/officeDocument/2006/relationships/customXml" Target="../ink/ink33.xml"/><Relationship Id="rId87" Type="http://schemas.openxmlformats.org/officeDocument/2006/relationships/image" Target="../media/image55.png"/><Relationship Id="rId110" Type="http://schemas.openxmlformats.org/officeDocument/2006/relationships/customXml" Target="../ink/ink55.xml"/><Relationship Id="rId115" Type="http://schemas.openxmlformats.org/officeDocument/2006/relationships/image" Target="../media/image69.png"/><Relationship Id="rId61" Type="http://schemas.openxmlformats.org/officeDocument/2006/relationships/image" Target="../media/image42.png"/><Relationship Id="rId82" Type="http://schemas.openxmlformats.org/officeDocument/2006/relationships/customXml" Target="../ink/ink41.xml"/><Relationship Id="rId19" Type="http://schemas.openxmlformats.org/officeDocument/2006/relationships/image" Target="../media/image21.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9.png"/><Relationship Id="rId56" Type="http://schemas.openxmlformats.org/officeDocument/2006/relationships/customXml" Target="../ink/ink28.xml"/><Relationship Id="rId77" Type="http://schemas.openxmlformats.org/officeDocument/2006/relationships/image" Target="../media/image50.png"/><Relationship Id="rId100" Type="http://schemas.openxmlformats.org/officeDocument/2006/relationships/customXml" Target="../ink/ink50.xml"/><Relationship Id="rId105" Type="http://schemas.openxmlformats.org/officeDocument/2006/relationships/image" Target="../media/image64.png"/><Relationship Id="rId126" Type="http://schemas.openxmlformats.org/officeDocument/2006/relationships/customXml" Target="../ink/ink63.xml"/><Relationship Id="rId8" Type="http://schemas.openxmlformats.org/officeDocument/2006/relationships/customXml" Target="../ink/ink4.xml"/><Relationship Id="rId51" Type="http://schemas.openxmlformats.org/officeDocument/2006/relationships/image" Target="../media/image37.png"/><Relationship Id="rId72" Type="http://schemas.openxmlformats.org/officeDocument/2006/relationships/customXml" Target="../ink/ink36.xml"/><Relationship Id="rId93" Type="http://schemas.openxmlformats.org/officeDocument/2006/relationships/image" Target="../media/image58.png"/><Relationship Id="rId98" Type="http://schemas.openxmlformats.org/officeDocument/2006/relationships/customXml" Target="../ink/ink49.xml"/><Relationship Id="rId121" Type="http://schemas.openxmlformats.org/officeDocument/2006/relationships/image" Target="../media/image72.png"/><Relationship Id="rId3" Type="http://schemas.openxmlformats.org/officeDocument/2006/relationships/image" Target="../media/image13.png"/><Relationship Id="rId25" Type="http://schemas.openxmlformats.org/officeDocument/2006/relationships/image" Target="../media/image24.png"/><Relationship Id="rId46" Type="http://schemas.openxmlformats.org/officeDocument/2006/relationships/customXml" Target="../ink/ink23.xml"/><Relationship Id="rId67" Type="http://schemas.openxmlformats.org/officeDocument/2006/relationships/image" Target="../media/image45.png"/><Relationship Id="rId116" Type="http://schemas.openxmlformats.org/officeDocument/2006/relationships/customXml" Target="../ink/ink58.xml"/><Relationship Id="rId20" Type="http://schemas.openxmlformats.org/officeDocument/2006/relationships/customXml" Target="../ink/ink10.xml"/><Relationship Id="rId41" Type="http://schemas.openxmlformats.org/officeDocument/2006/relationships/image" Target="../media/image32.png"/><Relationship Id="rId62" Type="http://schemas.openxmlformats.org/officeDocument/2006/relationships/customXml" Target="../ink/ink31.xml"/><Relationship Id="rId83" Type="http://schemas.openxmlformats.org/officeDocument/2006/relationships/image" Target="../media/image53.png"/><Relationship Id="rId88" Type="http://schemas.openxmlformats.org/officeDocument/2006/relationships/customXml" Target="../ink/ink44.xml"/><Relationship Id="rId111" Type="http://schemas.openxmlformats.org/officeDocument/2006/relationships/image" Target="../media/image67.png"/><Relationship Id="rId15" Type="http://schemas.openxmlformats.org/officeDocument/2006/relationships/image" Target="../media/image19.png"/><Relationship Id="rId36" Type="http://schemas.openxmlformats.org/officeDocument/2006/relationships/customXml" Target="../ink/ink18.xml"/><Relationship Id="rId57" Type="http://schemas.openxmlformats.org/officeDocument/2006/relationships/image" Target="../media/image40.png"/><Relationship Id="rId106" Type="http://schemas.openxmlformats.org/officeDocument/2006/relationships/customXml" Target="../ink/ink53.xml"/><Relationship Id="rId127" Type="http://schemas.openxmlformats.org/officeDocument/2006/relationships/image" Target="../media/image75.png"/><Relationship Id="rId10" Type="http://schemas.openxmlformats.org/officeDocument/2006/relationships/customXml" Target="../ink/ink5.xml"/><Relationship Id="rId31" Type="http://schemas.openxmlformats.org/officeDocument/2006/relationships/image" Target="../media/image27.png"/><Relationship Id="rId52" Type="http://schemas.openxmlformats.org/officeDocument/2006/relationships/customXml" Target="../ink/ink26.xml"/><Relationship Id="rId73" Type="http://schemas.openxmlformats.org/officeDocument/2006/relationships/image" Target="../media/image48.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61.png"/><Relationship Id="rId101" Type="http://schemas.openxmlformats.org/officeDocument/2006/relationships/image" Target="../media/image62.png"/><Relationship Id="rId122" Type="http://schemas.openxmlformats.org/officeDocument/2006/relationships/customXml" Target="../ink/ink61.xml"/><Relationship Id="rId4" Type="http://schemas.openxmlformats.org/officeDocument/2006/relationships/customXml" Target="../ink/ink2.xml"/><Relationship Id="rId9" Type="http://schemas.openxmlformats.org/officeDocument/2006/relationships/image" Target="../media/image16.png"/><Relationship Id="rId26" Type="http://schemas.openxmlformats.org/officeDocument/2006/relationships/customXml" Target="../ink/ink13.xml"/></Relationships>
</file>

<file path=ppt/slides/_rels/slide8.xml.rels><?xml version="1.0" encoding="UTF-8" standalone="yes"?>
<Relationships xmlns="http://schemas.openxmlformats.org/package/2006/relationships"><Relationship Id="rId26" Type="http://schemas.openxmlformats.org/officeDocument/2006/relationships/customXml" Target="../ink/ink77.xml"/><Relationship Id="rId21" Type="http://schemas.openxmlformats.org/officeDocument/2006/relationships/image" Target="../media/image86.png"/><Relationship Id="rId42" Type="http://schemas.openxmlformats.org/officeDocument/2006/relationships/customXml" Target="../ink/ink85.xml"/><Relationship Id="rId47" Type="http://schemas.openxmlformats.org/officeDocument/2006/relationships/image" Target="../media/image99.png"/><Relationship Id="rId63" Type="http://schemas.openxmlformats.org/officeDocument/2006/relationships/image" Target="../media/image107.png"/><Relationship Id="rId68" Type="http://schemas.openxmlformats.org/officeDocument/2006/relationships/customXml" Target="../ink/ink98.xml"/><Relationship Id="rId7" Type="http://schemas.openxmlformats.org/officeDocument/2006/relationships/image" Target="../media/image79.png"/><Relationship Id="rId71" Type="http://schemas.openxmlformats.org/officeDocument/2006/relationships/image" Target="../media/image111.png"/><Relationship Id="rId2" Type="http://schemas.openxmlformats.org/officeDocument/2006/relationships/customXml" Target="../ink/ink65.xml"/><Relationship Id="rId16" Type="http://schemas.openxmlformats.org/officeDocument/2006/relationships/customXml" Target="../ink/ink72.xml"/><Relationship Id="rId29" Type="http://schemas.openxmlformats.org/officeDocument/2006/relationships/image" Target="../media/image90.png"/><Relationship Id="rId11" Type="http://schemas.openxmlformats.org/officeDocument/2006/relationships/image" Target="../media/image81.png"/><Relationship Id="rId24" Type="http://schemas.openxmlformats.org/officeDocument/2006/relationships/customXml" Target="../ink/ink76.xml"/><Relationship Id="rId32" Type="http://schemas.openxmlformats.org/officeDocument/2006/relationships/customXml" Target="../ink/ink80.xml"/><Relationship Id="rId37" Type="http://schemas.openxmlformats.org/officeDocument/2006/relationships/image" Target="../media/image94.png"/><Relationship Id="rId40" Type="http://schemas.openxmlformats.org/officeDocument/2006/relationships/customXml" Target="../ink/ink84.xml"/><Relationship Id="rId45" Type="http://schemas.openxmlformats.org/officeDocument/2006/relationships/image" Target="../media/image98.png"/><Relationship Id="rId53" Type="http://schemas.openxmlformats.org/officeDocument/2006/relationships/image" Target="../media/image102.png"/><Relationship Id="rId58" Type="http://schemas.openxmlformats.org/officeDocument/2006/relationships/customXml" Target="../ink/ink93.xml"/><Relationship Id="rId66" Type="http://schemas.openxmlformats.org/officeDocument/2006/relationships/customXml" Target="../ink/ink97.xml"/><Relationship Id="rId5" Type="http://schemas.openxmlformats.org/officeDocument/2006/relationships/image" Target="../media/image78.png"/><Relationship Id="rId61" Type="http://schemas.openxmlformats.org/officeDocument/2006/relationships/image" Target="../media/image106.png"/><Relationship Id="rId19" Type="http://schemas.openxmlformats.org/officeDocument/2006/relationships/image" Target="../media/image85.png"/><Relationship Id="rId14" Type="http://schemas.openxmlformats.org/officeDocument/2006/relationships/customXml" Target="../ink/ink71.xml"/><Relationship Id="rId22" Type="http://schemas.openxmlformats.org/officeDocument/2006/relationships/customXml" Target="../ink/ink75.xml"/><Relationship Id="rId27" Type="http://schemas.openxmlformats.org/officeDocument/2006/relationships/image" Target="../media/image89.png"/><Relationship Id="rId30" Type="http://schemas.openxmlformats.org/officeDocument/2006/relationships/customXml" Target="../ink/ink79.xml"/><Relationship Id="rId35" Type="http://schemas.openxmlformats.org/officeDocument/2006/relationships/image" Target="../media/image93.png"/><Relationship Id="rId43" Type="http://schemas.openxmlformats.org/officeDocument/2006/relationships/image" Target="../media/image97.png"/><Relationship Id="rId48" Type="http://schemas.openxmlformats.org/officeDocument/2006/relationships/customXml" Target="../ink/ink88.xml"/><Relationship Id="rId56" Type="http://schemas.openxmlformats.org/officeDocument/2006/relationships/customXml" Target="../ink/ink92.xml"/><Relationship Id="rId64" Type="http://schemas.openxmlformats.org/officeDocument/2006/relationships/customXml" Target="../ink/ink96.xml"/><Relationship Id="rId69" Type="http://schemas.openxmlformats.org/officeDocument/2006/relationships/image" Target="../media/image110.png"/><Relationship Id="rId8" Type="http://schemas.openxmlformats.org/officeDocument/2006/relationships/customXml" Target="../ink/ink68.xml"/><Relationship Id="rId51" Type="http://schemas.openxmlformats.org/officeDocument/2006/relationships/image" Target="../media/image101.png"/><Relationship Id="rId3" Type="http://schemas.openxmlformats.org/officeDocument/2006/relationships/image" Target="../media/image77.png"/><Relationship Id="rId12" Type="http://schemas.openxmlformats.org/officeDocument/2006/relationships/customXml" Target="../ink/ink70.xml"/><Relationship Id="rId17" Type="http://schemas.openxmlformats.org/officeDocument/2006/relationships/image" Target="../media/image84.png"/><Relationship Id="rId25" Type="http://schemas.openxmlformats.org/officeDocument/2006/relationships/image" Target="../media/image88.png"/><Relationship Id="rId33" Type="http://schemas.openxmlformats.org/officeDocument/2006/relationships/image" Target="../media/image92.png"/><Relationship Id="rId38" Type="http://schemas.openxmlformats.org/officeDocument/2006/relationships/customXml" Target="../ink/ink83.xml"/><Relationship Id="rId46" Type="http://schemas.openxmlformats.org/officeDocument/2006/relationships/customXml" Target="../ink/ink87.xml"/><Relationship Id="rId59" Type="http://schemas.openxmlformats.org/officeDocument/2006/relationships/image" Target="../media/image105.png"/><Relationship Id="rId67" Type="http://schemas.openxmlformats.org/officeDocument/2006/relationships/image" Target="../media/image109.png"/><Relationship Id="rId20" Type="http://schemas.openxmlformats.org/officeDocument/2006/relationships/customXml" Target="../ink/ink74.xml"/><Relationship Id="rId41" Type="http://schemas.openxmlformats.org/officeDocument/2006/relationships/image" Target="../media/image96.png"/><Relationship Id="rId54" Type="http://schemas.openxmlformats.org/officeDocument/2006/relationships/customXml" Target="../ink/ink91.xml"/><Relationship Id="rId62" Type="http://schemas.openxmlformats.org/officeDocument/2006/relationships/customXml" Target="../ink/ink95.xml"/><Relationship Id="rId70" Type="http://schemas.openxmlformats.org/officeDocument/2006/relationships/customXml" Target="../ink/ink99.xml"/><Relationship Id="rId1" Type="http://schemas.openxmlformats.org/officeDocument/2006/relationships/slideLayout" Target="../slideLayouts/slideLayout11.xml"/><Relationship Id="rId6" Type="http://schemas.openxmlformats.org/officeDocument/2006/relationships/customXml" Target="../ink/ink67.xml"/><Relationship Id="rId15" Type="http://schemas.openxmlformats.org/officeDocument/2006/relationships/image" Target="../media/image83.png"/><Relationship Id="rId23" Type="http://schemas.openxmlformats.org/officeDocument/2006/relationships/image" Target="../media/image87.png"/><Relationship Id="rId28" Type="http://schemas.openxmlformats.org/officeDocument/2006/relationships/customXml" Target="../ink/ink78.xml"/><Relationship Id="rId36" Type="http://schemas.openxmlformats.org/officeDocument/2006/relationships/customXml" Target="../ink/ink82.xml"/><Relationship Id="rId49" Type="http://schemas.openxmlformats.org/officeDocument/2006/relationships/image" Target="../media/image100.png"/><Relationship Id="rId57" Type="http://schemas.openxmlformats.org/officeDocument/2006/relationships/image" Target="../media/image104.png"/><Relationship Id="rId10" Type="http://schemas.openxmlformats.org/officeDocument/2006/relationships/customXml" Target="../ink/ink69.xml"/><Relationship Id="rId31" Type="http://schemas.openxmlformats.org/officeDocument/2006/relationships/image" Target="../media/image91.png"/><Relationship Id="rId44" Type="http://schemas.openxmlformats.org/officeDocument/2006/relationships/customXml" Target="../ink/ink86.xml"/><Relationship Id="rId52" Type="http://schemas.openxmlformats.org/officeDocument/2006/relationships/customXml" Target="../ink/ink90.xml"/><Relationship Id="rId60" Type="http://schemas.openxmlformats.org/officeDocument/2006/relationships/customXml" Target="../ink/ink94.xml"/><Relationship Id="rId65" Type="http://schemas.openxmlformats.org/officeDocument/2006/relationships/image" Target="../media/image108.png"/><Relationship Id="rId4" Type="http://schemas.openxmlformats.org/officeDocument/2006/relationships/customXml" Target="../ink/ink66.xml"/><Relationship Id="rId9" Type="http://schemas.openxmlformats.org/officeDocument/2006/relationships/image" Target="../media/image80.png"/><Relationship Id="rId13" Type="http://schemas.openxmlformats.org/officeDocument/2006/relationships/image" Target="../media/image82.png"/><Relationship Id="rId18" Type="http://schemas.openxmlformats.org/officeDocument/2006/relationships/customXml" Target="../ink/ink73.xml"/><Relationship Id="rId39" Type="http://schemas.openxmlformats.org/officeDocument/2006/relationships/image" Target="../media/image95.png"/><Relationship Id="rId34" Type="http://schemas.openxmlformats.org/officeDocument/2006/relationships/customXml" Target="../ink/ink81.xml"/><Relationship Id="rId50" Type="http://schemas.openxmlformats.org/officeDocument/2006/relationships/customXml" Target="../ink/ink89.xml"/><Relationship Id="rId55" Type="http://schemas.openxmlformats.org/officeDocument/2006/relationships/image" Target="../media/image103.png"/></Relationships>
</file>

<file path=ppt/slides/_rels/slide9.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3.png"/><Relationship Id="rId7" Type="http://schemas.openxmlformats.org/officeDocument/2006/relationships/image" Target="../media/image116.png"/><Relationship Id="rId2" Type="http://schemas.openxmlformats.org/officeDocument/2006/relationships/image" Target="../media/image112.png"/><Relationship Id="rId1" Type="http://schemas.openxmlformats.org/officeDocument/2006/relationships/slideLayout" Target="../slideLayouts/slideLayout11.xml"/><Relationship Id="rId6" Type="http://schemas.openxmlformats.org/officeDocument/2006/relationships/image" Target="../media/image115.png"/><Relationship Id="rId5" Type="http://schemas.openxmlformats.org/officeDocument/2006/relationships/image" Target="../media/image12.png"/><Relationship Id="rId4" Type="http://schemas.openxmlformats.org/officeDocument/2006/relationships/image" Target="../media/image114.png"/></Relationships>
</file>

<file path=ppt/slides/_rels/slide1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120.png"/><Relationship Id="rId7" Type="http://schemas.openxmlformats.org/officeDocument/2006/relationships/image" Target="../media/image123.png"/><Relationship Id="rId2" Type="http://schemas.openxmlformats.org/officeDocument/2006/relationships/image" Target="../media/image112.png"/><Relationship Id="rId1" Type="http://schemas.openxmlformats.org/officeDocument/2006/relationships/slideLayout" Target="../slideLayouts/slideLayout11.xml"/><Relationship Id="rId6" Type="http://schemas.openxmlformats.org/officeDocument/2006/relationships/image" Target="../media/image122.png"/><Relationship Id="rId5" Type="http://schemas.openxmlformats.org/officeDocument/2006/relationships/image" Target="../media/image119.png"/><Relationship Id="rId4" Type="http://schemas.openxmlformats.org/officeDocument/2006/relationships/image" Target="../media/image121.png"/></Relationships>
</file>

<file path=ppt/slides/_rels/slide12.xml.rels><?xml version="1.0" encoding="UTF-8" standalone="yes"?>
<Relationships xmlns="http://schemas.openxmlformats.org/package/2006/relationships"><Relationship Id="rId2" Type="http://schemas.openxmlformats.org/officeDocument/2006/relationships/image" Target="../media/image125.emf"/><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png"/><Relationship Id="rId3" Type="http://schemas.openxmlformats.org/officeDocument/2006/relationships/image" Target="../media/image128.png"/><Relationship Id="rId7" Type="http://schemas.openxmlformats.org/officeDocument/2006/relationships/image" Target="../media/image130.png"/><Relationship Id="rId12" Type="http://schemas.openxmlformats.org/officeDocument/2006/relationships/image" Target="../media/image136.png"/><Relationship Id="rId17" Type="http://schemas.openxmlformats.org/officeDocument/2006/relationships/image" Target="../media/image140.png"/><Relationship Id="rId2" Type="http://schemas.openxmlformats.org/officeDocument/2006/relationships/image" Target="../media/image127.png"/><Relationship Id="rId16" Type="http://schemas.openxmlformats.org/officeDocument/2006/relationships/image" Target="../media/image131.png"/><Relationship Id="rId1" Type="http://schemas.openxmlformats.org/officeDocument/2006/relationships/slideLayout" Target="../slideLayouts/slideLayout11.xml"/><Relationship Id="rId6" Type="http://schemas.openxmlformats.org/officeDocument/2006/relationships/image" Target="../media/image129.png"/><Relationship Id="rId11" Type="http://schemas.openxmlformats.org/officeDocument/2006/relationships/image" Target="../media/image135.png"/><Relationship Id="rId5" Type="http://schemas.openxmlformats.org/officeDocument/2006/relationships/image" Target="../media/image126.png"/><Relationship Id="rId15" Type="http://schemas.openxmlformats.org/officeDocument/2006/relationships/image" Target="../media/image139.png"/><Relationship Id="rId10" Type="http://schemas.openxmlformats.org/officeDocument/2006/relationships/image" Target="../media/image134.png"/><Relationship Id="rId4" Type="http://schemas.openxmlformats.org/officeDocument/2006/relationships/image" Target="../media/image12.png"/><Relationship Id="rId9" Type="http://schemas.openxmlformats.org/officeDocument/2006/relationships/image" Target="../media/image133.png"/><Relationship Id="rId14" Type="http://schemas.openxmlformats.org/officeDocument/2006/relationships/image" Target="../media/image138.png"/></Relationships>
</file>

<file path=ppt/slides/_rels/slide14.xml.rels><?xml version="1.0" encoding="UTF-8" standalone="yes"?>
<Relationships xmlns="http://schemas.openxmlformats.org/package/2006/relationships"><Relationship Id="rId117" Type="http://schemas.openxmlformats.org/officeDocument/2006/relationships/image" Target="../media/image199.png"/><Relationship Id="rId21" Type="http://schemas.openxmlformats.org/officeDocument/2006/relationships/image" Target="../media/image151.png"/><Relationship Id="rId42" Type="http://schemas.openxmlformats.org/officeDocument/2006/relationships/customXml" Target="../ink/ink120.xml"/><Relationship Id="rId63" Type="http://schemas.openxmlformats.org/officeDocument/2006/relationships/image" Target="../media/image172.png"/><Relationship Id="rId84" Type="http://schemas.openxmlformats.org/officeDocument/2006/relationships/customXml" Target="../ink/ink141.xml"/><Relationship Id="rId138" Type="http://schemas.openxmlformats.org/officeDocument/2006/relationships/customXml" Target="../ink/ink168.xml"/><Relationship Id="rId159" Type="http://schemas.openxmlformats.org/officeDocument/2006/relationships/image" Target="../media/image220.png"/><Relationship Id="rId170" Type="http://schemas.openxmlformats.org/officeDocument/2006/relationships/customXml" Target="../ink/ink184.xml"/><Relationship Id="rId107" Type="http://schemas.openxmlformats.org/officeDocument/2006/relationships/image" Target="../media/image194.png"/><Relationship Id="rId11" Type="http://schemas.openxmlformats.org/officeDocument/2006/relationships/image" Target="../media/image146.png"/><Relationship Id="rId32" Type="http://schemas.openxmlformats.org/officeDocument/2006/relationships/customXml" Target="../ink/ink115.xml"/><Relationship Id="rId53" Type="http://schemas.openxmlformats.org/officeDocument/2006/relationships/image" Target="../media/image167.png"/><Relationship Id="rId74" Type="http://schemas.openxmlformats.org/officeDocument/2006/relationships/customXml" Target="../ink/ink136.xml"/><Relationship Id="rId128" Type="http://schemas.openxmlformats.org/officeDocument/2006/relationships/customXml" Target="../ink/ink163.xml"/><Relationship Id="rId149" Type="http://schemas.openxmlformats.org/officeDocument/2006/relationships/image" Target="../media/image215.png"/><Relationship Id="rId5" Type="http://schemas.openxmlformats.org/officeDocument/2006/relationships/image" Target="../media/image143.png"/><Relationship Id="rId95" Type="http://schemas.openxmlformats.org/officeDocument/2006/relationships/image" Target="../media/image188.png"/><Relationship Id="rId160" Type="http://schemas.openxmlformats.org/officeDocument/2006/relationships/customXml" Target="../ink/ink179.xml"/><Relationship Id="rId22" Type="http://schemas.openxmlformats.org/officeDocument/2006/relationships/customXml" Target="../ink/ink110.xml"/><Relationship Id="rId43" Type="http://schemas.openxmlformats.org/officeDocument/2006/relationships/image" Target="../media/image162.png"/><Relationship Id="rId64" Type="http://schemas.openxmlformats.org/officeDocument/2006/relationships/customXml" Target="../ink/ink131.xml"/><Relationship Id="rId118" Type="http://schemas.openxmlformats.org/officeDocument/2006/relationships/customXml" Target="../ink/ink158.xml"/><Relationship Id="rId139" Type="http://schemas.openxmlformats.org/officeDocument/2006/relationships/image" Target="../media/image210.png"/><Relationship Id="rId85" Type="http://schemas.openxmlformats.org/officeDocument/2006/relationships/image" Target="../media/image183.png"/><Relationship Id="rId150" Type="http://schemas.openxmlformats.org/officeDocument/2006/relationships/customXml" Target="../ink/ink174.xml"/><Relationship Id="rId171" Type="http://schemas.openxmlformats.org/officeDocument/2006/relationships/image" Target="../media/image226.png"/><Relationship Id="rId12" Type="http://schemas.openxmlformats.org/officeDocument/2006/relationships/customXml" Target="../ink/ink105.xml"/><Relationship Id="rId33" Type="http://schemas.openxmlformats.org/officeDocument/2006/relationships/image" Target="../media/image157.png"/><Relationship Id="rId108" Type="http://schemas.openxmlformats.org/officeDocument/2006/relationships/customXml" Target="../ink/ink153.xml"/><Relationship Id="rId129" Type="http://schemas.openxmlformats.org/officeDocument/2006/relationships/image" Target="../media/image205.png"/><Relationship Id="rId54" Type="http://schemas.openxmlformats.org/officeDocument/2006/relationships/customXml" Target="../ink/ink126.xml"/><Relationship Id="rId70" Type="http://schemas.openxmlformats.org/officeDocument/2006/relationships/customXml" Target="../ink/ink134.xml"/><Relationship Id="rId75" Type="http://schemas.openxmlformats.org/officeDocument/2006/relationships/image" Target="../media/image178.png"/><Relationship Id="rId91" Type="http://schemas.openxmlformats.org/officeDocument/2006/relationships/image" Target="../media/image186.png"/><Relationship Id="rId96" Type="http://schemas.openxmlformats.org/officeDocument/2006/relationships/customXml" Target="../ink/ink147.xml"/><Relationship Id="rId140" Type="http://schemas.openxmlformats.org/officeDocument/2006/relationships/customXml" Target="../ink/ink169.xml"/><Relationship Id="rId145" Type="http://schemas.openxmlformats.org/officeDocument/2006/relationships/image" Target="../media/image213.png"/><Relationship Id="rId161" Type="http://schemas.openxmlformats.org/officeDocument/2006/relationships/image" Target="../media/image221.png"/><Relationship Id="rId166" Type="http://schemas.openxmlformats.org/officeDocument/2006/relationships/customXml" Target="../ink/ink182.xml"/><Relationship Id="rId1" Type="http://schemas.openxmlformats.org/officeDocument/2006/relationships/slideLayout" Target="../slideLayouts/slideLayout11.xml"/><Relationship Id="rId6" Type="http://schemas.openxmlformats.org/officeDocument/2006/relationships/customXml" Target="../ink/ink102.xml"/><Relationship Id="rId23" Type="http://schemas.openxmlformats.org/officeDocument/2006/relationships/image" Target="../media/image152.png"/><Relationship Id="rId28" Type="http://schemas.openxmlformats.org/officeDocument/2006/relationships/customXml" Target="../ink/ink113.xml"/><Relationship Id="rId49" Type="http://schemas.openxmlformats.org/officeDocument/2006/relationships/image" Target="../media/image165.png"/><Relationship Id="rId114" Type="http://schemas.openxmlformats.org/officeDocument/2006/relationships/customXml" Target="../ink/ink156.xml"/><Relationship Id="rId119" Type="http://schemas.openxmlformats.org/officeDocument/2006/relationships/image" Target="../media/image200.png"/><Relationship Id="rId44" Type="http://schemas.openxmlformats.org/officeDocument/2006/relationships/customXml" Target="../ink/ink121.xml"/><Relationship Id="rId60" Type="http://schemas.openxmlformats.org/officeDocument/2006/relationships/customXml" Target="../ink/ink129.xml"/><Relationship Id="rId65" Type="http://schemas.openxmlformats.org/officeDocument/2006/relationships/image" Target="../media/image173.png"/><Relationship Id="rId81" Type="http://schemas.openxmlformats.org/officeDocument/2006/relationships/image" Target="../media/image181.png"/><Relationship Id="rId86" Type="http://schemas.openxmlformats.org/officeDocument/2006/relationships/customXml" Target="../ink/ink142.xml"/><Relationship Id="rId130" Type="http://schemas.openxmlformats.org/officeDocument/2006/relationships/customXml" Target="../ink/ink164.xml"/><Relationship Id="rId135" Type="http://schemas.openxmlformats.org/officeDocument/2006/relationships/image" Target="../media/image208.png"/><Relationship Id="rId151" Type="http://schemas.openxmlformats.org/officeDocument/2006/relationships/image" Target="../media/image216.png"/><Relationship Id="rId156" Type="http://schemas.openxmlformats.org/officeDocument/2006/relationships/customXml" Target="../ink/ink177.xml"/><Relationship Id="rId13" Type="http://schemas.openxmlformats.org/officeDocument/2006/relationships/image" Target="../media/image147.png"/><Relationship Id="rId18" Type="http://schemas.openxmlformats.org/officeDocument/2006/relationships/customXml" Target="../ink/ink108.xml"/><Relationship Id="rId39" Type="http://schemas.openxmlformats.org/officeDocument/2006/relationships/image" Target="../media/image160.png"/><Relationship Id="rId109" Type="http://schemas.openxmlformats.org/officeDocument/2006/relationships/image" Target="../media/image195.png"/><Relationship Id="rId34" Type="http://schemas.openxmlformats.org/officeDocument/2006/relationships/customXml" Target="../ink/ink116.xml"/><Relationship Id="rId50" Type="http://schemas.openxmlformats.org/officeDocument/2006/relationships/customXml" Target="../ink/ink124.xml"/><Relationship Id="rId55" Type="http://schemas.openxmlformats.org/officeDocument/2006/relationships/image" Target="../media/image168.png"/><Relationship Id="rId76" Type="http://schemas.openxmlformats.org/officeDocument/2006/relationships/customXml" Target="../ink/ink137.xml"/><Relationship Id="rId97" Type="http://schemas.openxmlformats.org/officeDocument/2006/relationships/image" Target="../media/image189.png"/><Relationship Id="rId104" Type="http://schemas.openxmlformats.org/officeDocument/2006/relationships/customXml" Target="../ink/ink151.xml"/><Relationship Id="rId120" Type="http://schemas.openxmlformats.org/officeDocument/2006/relationships/customXml" Target="../ink/ink159.xml"/><Relationship Id="rId125" Type="http://schemas.openxmlformats.org/officeDocument/2006/relationships/image" Target="../media/image203.png"/><Relationship Id="rId141" Type="http://schemas.openxmlformats.org/officeDocument/2006/relationships/image" Target="../media/image211.png"/><Relationship Id="rId146" Type="http://schemas.openxmlformats.org/officeDocument/2006/relationships/customXml" Target="../ink/ink172.xml"/><Relationship Id="rId167" Type="http://schemas.openxmlformats.org/officeDocument/2006/relationships/image" Target="../media/image224.png"/><Relationship Id="rId7" Type="http://schemas.openxmlformats.org/officeDocument/2006/relationships/image" Target="../media/image144.png"/><Relationship Id="rId71" Type="http://schemas.openxmlformats.org/officeDocument/2006/relationships/image" Target="../media/image176.png"/><Relationship Id="rId92" Type="http://schemas.openxmlformats.org/officeDocument/2006/relationships/customXml" Target="../ink/ink145.xml"/><Relationship Id="rId162" Type="http://schemas.openxmlformats.org/officeDocument/2006/relationships/customXml" Target="../ink/ink180.xml"/><Relationship Id="rId2" Type="http://schemas.openxmlformats.org/officeDocument/2006/relationships/customXml" Target="../ink/ink100.xml"/><Relationship Id="rId29" Type="http://schemas.openxmlformats.org/officeDocument/2006/relationships/image" Target="../media/image155.png"/><Relationship Id="rId24" Type="http://schemas.openxmlformats.org/officeDocument/2006/relationships/customXml" Target="../ink/ink111.xml"/><Relationship Id="rId40" Type="http://schemas.openxmlformats.org/officeDocument/2006/relationships/customXml" Target="../ink/ink119.xml"/><Relationship Id="rId45" Type="http://schemas.openxmlformats.org/officeDocument/2006/relationships/image" Target="../media/image163.png"/><Relationship Id="rId66" Type="http://schemas.openxmlformats.org/officeDocument/2006/relationships/customXml" Target="../ink/ink132.xml"/><Relationship Id="rId87" Type="http://schemas.openxmlformats.org/officeDocument/2006/relationships/image" Target="../media/image184.png"/><Relationship Id="rId110" Type="http://schemas.openxmlformats.org/officeDocument/2006/relationships/customXml" Target="../ink/ink154.xml"/><Relationship Id="rId115" Type="http://schemas.openxmlformats.org/officeDocument/2006/relationships/image" Target="../media/image198.png"/><Relationship Id="rId131" Type="http://schemas.openxmlformats.org/officeDocument/2006/relationships/image" Target="../media/image206.png"/><Relationship Id="rId136" Type="http://schemas.openxmlformats.org/officeDocument/2006/relationships/customXml" Target="../ink/ink167.xml"/><Relationship Id="rId157" Type="http://schemas.openxmlformats.org/officeDocument/2006/relationships/image" Target="../media/image219.png"/><Relationship Id="rId61" Type="http://schemas.openxmlformats.org/officeDocument/2006/relationships/image" Target="../media/image171.png"/><Relationship Id="rId82" Type="http://schemas.openxmlformats.org/officeDocument/2006/relationships/customXml" Target="../ink/ink140.xml"/><Relationship Id="rId152" Type="http://schemas.openxmlformats.org/officeDocument/2006/relationships/customXml" Target="../ink/ink175.xml"/><Relationship Id="rId19" Type="http://schemas.openxmlformats.org/officeDocument/2006/relationships/image" Target="../media/image150.png"/><Relationship Id="rId14" Type="http://schemas.openxmlformats.org/officeDocument/2006/relationships/customXml" Target="../ink/ink106.xml"/><Relationship Id="rId30" Type="http://schemas.openxmlformats.org/officeDocument/2006/relationships/customXml" Target="../ink/ink114.xml"/><Relationship Id="rId35" Type="http://schemas.openxmlformats.org/officeDocument/2006/relationships/image" Target="../media/image158.png"/><Relationship Id="rId56" Type="http://schemas.openxmlformats.org/officeDocument/2006/relationships/customXml" Target="../ink/ink127.xml"/><Relationship Id="rId77" Type="http://schemas.openxmlformats.org/officeDocument/2006/relationships/image" Target="../media/image179.png"/><Relationship Id="rId100" Type="http://schemas.openxmlformats.org/officeDocument/2006/relationships/customXml" Target="../ink/ink149.xml"/><Relationship Id="rId105" Type="http://schemas.openxmlformats.org/officeDocument/2006/relationships/image" Target="../media/image193.png"/><Relationship Id="rId126" Type="http://schemas.openxmlformats.org/officeDocument/2006/relationships/customXml" Target="../ink/ink162.xml"/><Relationship Id="rId147" Type="http://schemas.openxmlformats.org/officeDocument/2006/relationships/image" Target="../media/image214.png"/><Relationship Id="rId168" Type="http://schemas.openxmlformats.org/officeDocument/2006/relationships/customXml" Target="../ink/ink183.xml"/><Relationship Id="rId8" Type="http://schemas.openxmlformats.org/officeDocument/2006/relationships/customXml" Target="../ink/ink103.xml"/><Relationship Id="rId51" Type="http://schemas.openxmlformats.org/officeDocument/2006/relationships/image" Target="../media/image166.png"/><Relationship Id="rId72" Type="http://schemas.openxmlformats.org/officeDocument/2006/relationships/customXml" Target="../ink/ink135.xml"/><Relationship Id="rId93" Type="http://schemas.openxmlformats.org/officeDocument/2006/relationships/image" Target="../media/image187.png"/><Relationship Id="rId98" Type="http://schemas.openxmlformats.org/officeDocument/2006/relationships/customXml" Target="../ink/ink148.xml"/><Relationship Id="rId121" Type="http://schemas.openxmlformats.org/officeDocument/2006/relationships/image" Target="../media/image201.png"/><Relationship Id="rId142" Type="http://schemas.openxmlformats.org/officeDocument/2006/relationships/customXml" Target="../ink/ink170.xml"/><Relationship Id="rId163" Type="http://schemas.openxmlformats.org/officeDocument/2006/relationships/image" Target="../media/image222.png"/><Relationship Id="rId3" Type="http://schemas.openxmlformats.org/officeDocument/2006/relationships/image" Target="../media/image142.png"/><Relationship Id="rId25" Type="http://schemas.openxmlformats.org/officeDocument/2006/relationships/image" Target="../media/image153.png"/><Relationship Id="rId46" Type="http://schemas.openxmlformats.org/officeDocument/2006/relationships/customXml" Target="../ink/ink122.xml"/><Relationship Id="rId67" Type="http://schemas.openxmlformats.org/officeDocument/2006/relationships/image" Target="../media/image174.png"/><Relationship Id="rId116" Type="http://schemas.openxmlformats.org/officeDocument/2006/relationships/customXml" Target="../ink/ink157.xml"/><Relationship Id="rId137" Type="http://schemas.openxmlformats.org/officeDocument/2006/relationships/image" Target="../media/image209.png"/><Relationship Id="rId158" Type="http://schemas.openxmlformats.org/officeDocument/2006/relationships/customXml" Target="../ink/ink178.xml"/><Relationship Id="rId20" Type="http://schemas.openxmlformats.org/officeDocument/2006/relationships/customXml" Target="../ink/ink109.xml"/><Relationship Id="rId41" Type="http://schemas.openxmlformats.org/officeDocument/2006/relationships/image" Target="../media/image161.png"/><Relationship Id="rId62" Type="http://schemas.openxmlformats.org/officeDocument/2006/relationships/customXml" Target="../ink/ink130.xml"/><Relationship Id="rId83" Type="http://schemas.openxmlformats.org/officeDocument/2006/relationships/image" Target="../media/image182.png"/><Relationship Id="rId88" Type="http://schemas.openxmlformats.org/officeDocument/2006/relationships/customXml" Target="../ink/ink143.xml"/><Relationship Id="rId111" Type="http://schemas.openxmlformats.org/officeDocument/2006/relationships/image" Target="../media/image196.png"/><Relationship Id="rId132" Type="http://schemas.openxmlformats.org/officeDocument/2006/relationships/customXml" Target="../ink/ink165.xml"/><Relationship Id="rId153" Type="http://schemas.openxmlformats.org/officeDocument/2006/relationships/image" Target="../media/image217.png"/><Relationship Id="rId15" Type="http://schemas.openxmlformats.org/officeDocument/2006/relationships/image" Target="../media/image148.png"/><Relationship Id="rId36" Type="http://schemas.openxmlformats.org/officeDocument/2006/relationships/customXml" Target="../ink/ink117.xml"/><Relationship Id="rId57" Type="http://schemas.openxmlformats.org/officeDocument/2006/relationships/image" Target="../media/image169.png"/><Relationship Id="rId106" Type="http://schemas.openxmlformats.org/officeDocument/2006/relationships/customXml" Target="../ink/ink152.xml"/><Relationship Id="rId127" Type="http://schemas.openxmlformats.org/officeDocument/2006/relationships/image" Target="../media/image204.png"/><Relationship Id="rId10" Type="http://schemas.openxmlformats.org/officeDocument/2006/relationships/customXml" Target="../ink/ink104.xml"/><Relationship Id="rId31" Type="http://schemas.openxmlformats.org/officeDocument/2006/relationships/image" Target="../media/image156.png"/><Relationship Id="rId52" Type="http://schemas.openxmlformats.org/officeDocument/2006/relationships/customXml" Target="../ink/ink125.xml"/><Relationship Id="rId73" Type="http://schemas.openxmlformats.org/officeDocument/2006/relationships/image" Target="../media/image177.png"/><Relationship Id="rId78" Type="http://schemas.openxmlformats.org/officeDocument/2006/relationships/customXml" Target="../ink/ink138.xml"/><Relationship Id="rId94" Type="http://schemas.openxmlformats.org/officeDocument/2006/relationships/customXml" Target="../ink/ink146.xml"/><Relationship Id="rId99" Type="http://schemas.openxmlformats.org/officeDocument/2006/relationships/image" Target="../media/image190.png"/><Relationship Id="rId101" Type="http://schemas.openxmlformats.org/officeDocument/2006/relationships/image" Target="../media/image191.png"/><Relationship Id="rId122" Type="http://schemas.openxmlformats.org/officeDocument/2006/relationships/customXml" Target="../ink/ink160.xml"/><Relationship Id="rId143" Type="http://schemas.openxmlformats.org/officeDocument/2006/relationships/image" Target="../media/image212.png"/><Relationship Id="rId148" Type="http://schemas.openxmlformats.org/officeDocument/2006/relationships/customXml" Target="../ink/ink173.xml"/><Relationship Id="rId164" Type="http://schemas.openxmlformats.org/officeDocument/2006/relationships/customXml" Target="../ink/ink181.xml"/><Relationship Id="rId169" Type="http://schemas.openxmlformats.org/officeDocument/2006/relationships/image" Target="../media/image225.png"/><Relationship Id="rId4" Type="http://schemas.openxmlformats.org/officeDocument/2006/relationships/customXml" Target="../ink/ink101.xml"/><Relationship Id="rId9" Type="http://schemas.openxmlformats.org/officeDocument/2006/relationships/image" Target="../media/image145.png"/><Relationship Id="rId26" Type="http://schemas.openxmlformats.org/officeDocument/2006/relationships/customXml" Target="../ink/ink112.xml"/><Relationship Id="rId47" Type="http://schemas.openxmlformats.org/officeDocument/2006/relationships/image" Target="../media/image164.png"/><Relationship Id="rId68" Type="http://schemas.openxmlformats.org/officeDocument/2006/relationships/customXml" Target="../ink/ink133.xml"/><Relationship Id="rId89" Type="http://schemas.openxmlformats.org/officeDocument/2006/relationships/image" Target="../media/image185.png"/><Relationship Id="rId112" Type="http://schemas.openxmlformats.org/officeDocument/2006/relationships/customXml" Target="../ink/ink155.xml"/><Relationship Id="rId133" Type="http://schemas.openxmlformats.org/officeDocument/2006/relationships/image" Target="../media/image207.png"/><Relationship Id="rId154" Type="http://schemas.openxmlformats.org/officeDocument/2006/relationships/customXml" Target="../ink/ink176.xml"/><Relationship Id="rId16" Type="http://schemas.openxmlformats.org/officeDocument/2006/relationships/customXml" Target="../ink/ink107.xml"/><Relationship Id="rId37" Type="http://schemas.openxmlformats.org/officeDocument/2006/relationships/image" Target="../media/image159.png"/><Relationship Id="rId58" Type="http://schemas.openxmlformats.org/officeDocument/2006/relationships/customXml" Target="../ink/ink128.xml"/><Relationship Id="rId79" Type="http://schemas.openxmlformats.org/officeDocument/2006/relationships/image" Target="../media/image180.png"/><Relationship Id="rId102" Type="http://schemas.openxmlformats.org/officeDocument/2006/relationships/customXml" Target="../ink/ink150.xml"/><Relationship Id="rId123" Type="http://schemas.openxmlformats.org/officeDocument/2006/relationships/image" Target="../media/image202.png"/><Relationship Id="rId144" Type="http://schemas.openxmlformats.org/officeDocument/2006/relationships/customXml" Target="../ink/ink171.xml"/><Relationship Id="rId90" Type="http://schemas.openxmlformats.org/officeDocument/2006/relationships/customXml" Target="../ink/ink144.xml"/><Relationship Id="rId165" Type="http://schemas.openxmlformats.org/officeDocument/2006/relationships/image" Target="../media/image223.png"/><Relationship Id="rId27" Type="http://schemas.openxmlformats.org/officeDocument/2006/relationships/image" Target="../media/image154.png"/><Relationship Id="rId48" Type="http://schemas.openxmlformats.org/officeDocument/2006/relationships/customXml" Target="../ink/ink123.xml"/><Relationship Id="rId69" Type="http://schemas.openxmlformats.org/officeDocument/2006/relationships/image" Target="../media/image175.png"/><Relationship Id="rId113" Type="http://schemas.openxmlformats.org/officeDocument/2006/relationships/image" Target="../media/image197.png"/><Relationship Id="rId134" Type="http://schemas.openxmlformats.org/officeDocument/2006/relationships/customXml" Target="../ink/ink166.xml"/><Relationship Id="rId80" Type="http://schemas.openxmlformats.org/officeDocument/2006/relationships/customXml" Target="../ink/ink139.xml"/><Relationship Id="rId155" Type="http://schemas.openxmlformats.org/officeDocument/2006/relationships/image" Target="../media/image218.png"/><Relationship Id="rId17" Type="http://schemas.openxmlformats.org/officeDocument/2006/relationships/image" Target="../media/image149.png"/><Relationship Id="rId38" Type="http://schemas.openxmlformats.org/officeDocument/2006/relationships/customXml" Target="../ink/ink118.xml"/><Relationship Id="rId59" Type="http://schemas.openxmlformats.org/officeDocument/2006/relationships/image" Target="../media/image170.png"/><Relationship Id="rId103" Type="http://schemas.openxmlformats.org/officeDocument/2006/relationships/image" Target="../media/image192.png"/><Relationship Id="rId124" Type="http://schemas.openxmlformats.org/officeDocument/2006/relationships/customXml" Target="../ink/ink16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What is AI and Machine Learning?">
    <p:spTree>
      <p:nvGrpSpPr>
        <p:cNvPr id="1" name=""/>
        <p:cNvGrpSpPr/>
        <p:nvPr/>
      </p:nvGrpSpPr>
      <p:grpSpPr>
        <a:xfrm>
          <a:off x="0" y="0"/>
          <a:ext cx="0" cy="0"/>
          <a:chOff x="0" y="0"/>
          <a:chExt cx="0" cy="0"/>
        </a:xfrm>
      </p:grpSpPr>
      <p:sp>
        <p:nvSpPr>
          <p:cNvPr id="2" name="Text Placeholder 1"/>
          <p:cNvSpPr>
            <a:spLocks noGrp="1"/>
          </p:cNvSpPr>
          <p:nvPr>
            <p:ph type="body" idx="13"/>
          </p:nvPr>
        </p:nvSpPr>
        <p:spPr/>
        <p:txBody>
          <a:bodyPr>
            <a:normAutofit/>
          </a:bodyPr>
          <a:lstStyle/>
          <a:p>
            <a:r>
              <a:rPr lang="en-US" sz="1600" dirty="0"/>
              <a:t>Instructor: Mohammad Hasan</a:t>
            </a:r>
          </a:p>
          <a:p>
            <a:r>
              <a:rPr lang="en-US" sz="1600" dirty="0"/>
              <a:t>Office: 13-240</a:t>
            </a:r>
          </a:p>
          <a:p>
            <a:r>
              <a:rPr lang="en-US" sz="1600" dirty="0"/>
              <a:t>09/18/26</a:t>
            </a:r>
          </a:p>
        </p:txBody>
      </p:sp>
      <p:sp>
        <p:nvSpPr>
          <p:cNvPr id="3" name="Title 2"/>
          <p:cNvSpPr>
            <a:spLocks noGrp="1"/>
          </p:cNvSpPr>
          <p:nvPr>
            <p:ph type="title"/>
          </p:nvPr>
        </p:nvSpPr>
        <p:spPr>
          <a:xfrm>
            <a:off x="629176" y="1600724"/>
            <a:ext cx="7792510" cy="1277277"/>
          </a:xfrm>
        </p:spPr>
        <p:txBody>
          <a:bodyPr>
            <a:normAutofit/>
          </a:bodyPr>
          <a:lstStyle/>
          <a:p>
            <a:r>
              <a:rPr lang="en-US" sz="2800" dirty="0"/>
              <a:t>Introduction to Neural Networks (1)</a:t>
            </a:r>
          </a:p>
        </p:txBody>
      </p:sp>
    </p:spTree>
    <p:custDataLst>
      <p:tags r:id="rId1"/>
    </p:custDataLst>
    <p:extLst>
      <p:ext uri="{BB962C8B-B14F-4D97-AF65-F5344CB8AC3E}">
        <p14:creationId xmlns:p14="http://schemas.microsoft.com/office/powerpoint/2010/main" val="409625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Overview">
    <p:spTree>
      <p:nvGrpSpPr>
        <p:cNvPr id="1" name=""/>
        <p:cNvGrpSpPr/>
        <p:nvPr/>
      </p:nvGrpSpPr>
      <p:grpSpPr>
        <a:xfrm>
          <a:off x="0" y="0"/>
          <a:ext cx="0" cy="0"/>
          <a:chOff x="0" y="0"/>
          <a:chExt cx="0" cy="0"/>
        </a:xfrm>
      </p:grpSpPr>
      <p:sp>
        <p:nvSpPr>
          <p:cNvPr id="2" name="Content Placeholder 1"/>
          <p:cNvSpPr>
            <a:spLocks noGrp="1"/>
          </p:cNvSpPr>
          <p:nvPr>
            <p:ph idx="26"/>
          </p:nvPr>
        </p:nvSpPr>
        <p:spPr/>
        <p:txBody>
          <a:bodyPr/>
          <a:lstStyle/>
          <a:p>
            <a:r>
              <a:rPr lang="en-US" dirty="0"/>
              <a:t>Universal Approximators</a:t>
            </a:r>
          </a:p>
          <a:p>
            <a:endParaRPr lang="en-US" dirty="0"/>
          </a:p>
          <a:p>
            <a:r>
              <a:rPr lang="en-US" dirty="0"/>
              <a:t>Biological Neurons</a:t>
            </a:r>
          </a:p>
          <a:p>
            <a:endParaRPr lang="en-US" dirty="0"/>
          </a:p>
          <a:p>
            <a:r>
              <a:rPr lang="en-US" dirty="0"/>
              <a:t>Artificial Neurons</a:t>
            </a:r>
          </a:p>
          <a:p>
            <a:endParaRPr lang="en-US" dirty="0"/>
          </a:p>
          <a:p>
            <a:r>
              <a:rPr lang="en-US" dirty="0"/>
              <a:t>Neural Networks</a:t>
            </a:r>
          </a:p>
          <a:p>
            <a:endParaRPr lang="en-US" dirty="0"/>
          </a:p>
        </p:txBody>
      </p:sp>
      <p:sp>
        <p:nvSpPr>
          <p:cNvPr id="3" name="Title 2"/>
          <p:cNvSpPr>
            <a:spLocks noGrp="1"/>
          </p:cNvSpPr>
          <p:nvPr>
            <p:ph type="title"/>
          </p:nvPr>
        </p:nvSpPr>
        <p:spPr/>
        <p:txBody>
          <a:bodyPr/>
          <a:lstStyle/>
          <a:p>
            <a:r>
              <a:rPr lang="en-US" dirty="0"/>
              <a:t>Overview</a:t>
            </a:r>
          </a:p>
        </p:txBody>
      </p:sp>
      <p:sp>
        <p:nvSpPr>
          <p:cNvPr id="5" name="TextBox 4">
            <a:extLst>
              <a:ext uri="{FF2B5EF4-FFF2-40B4-BE49-F238E27FC236}">
                <a16:creationId xmlns:a16="http://schemas.microsoft.com/office/drawing/2014/main" id="{8ED21F68-F379-2CEB-B79D-D7DFCF008B3F}"/>
              </a:ext>
              <a:ext uri="{C183D7F6-B498-43B3-948B-1728B52AA6E4}">
                <adec:decorative xmlns:adec="http://schemas.microsoft.com/office/drawing/2017/decorative" val="1"/>
              </a:ext>
            </a:extLst>
          </p:cNvPr>
          <p:cNvSpPr txBox="1"/>
          <p:nvPr/>
        </p:nvSpPr>
        <p:spPr bwMode="auto">
          <a:xfrm>
            <a:off x="6117021" y="49661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none" lIns="91440" tIns="45720" rIns="91440" bIns="45720" numCol="1" rtlCol="0" anchor="t" anchorCtr="0" compatLnSpc="1">
            <a:prstTxWarp prst="textNoShape">
              <a:avLst/>
            </a:prstTxWarp>
            <a:normAutofit fontScale="25000" lnSpcReduction="20000"/>
          </a:bodyPr>
          <a:lstStyle/>
          <a:p>
            <a:endParaRPr lang="en-US" sz="2800">
              <a:solidFill>
                <a:srgbClr val="29551A"/>
              </a:solidFill>
            </a:endParaRPr>
          </a:p>
        </p:txBody>
      </p:sp>
      <p:sp>
        <p:nvSpPr>
          <p:cNvPr id="6" name="TextBox 5">
            <a:extLst>
              <a:ext uri="{FF2B5EF4-FFF2-40B4-BE49-F238E27FC236}">
                <a16:creationId xmlns:a16="http://schemas.microsoft.com/office/drawing/2014/main" id="{0338198D-9296-08EF-03DC-11B15B97FFB7}"/>
              </a:ext>
              <a:ext uri="{C183D7F6-B498-43B3-948B-1728B52AA6E4}">
                <adec:decorative xmlns:adec="http://schemas.microsoft.com/office/drawing/2017/decorative" val="1"/>
              </a:ext>
            </a:extLst>
          </p:cNvPr>
          <p:cNvSpPr txBox="1"/>
          <p:nvPr/>
        </p:nvSpPr>
        <p:spPr bwMode="auto">
          <a:xfrm>
            <a:off x="5691352" y="4918841"/>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none" lIns="91440" tIns="45720" rIns="91440" bIns="45720" numCol="1" rtlCol="0" anchor="t" anchorCtr="0" compatLnSpc="1">
            <a:prstTxWarp prst="textNoShape">
              <a:avLst/>
            </a:prstTxWarp>
            <a:normAutofit fontScale="25000" lnSpcReduction="20000"/>
          </a:bodyPr>
          <a:lstStyle/>
          <a:p>
            <a:endParaRPr lang="en-US" sz="2800">
              <a:solidFill>
                <a:srgbClr val="29551A"/>
              </a:solidFill>
            </a:endParaRPr>
          </a:p>
        </p:txBody>
      </p:sp>
    </p:spTree>
    <p:extLst>
      <p:ext uri="{BB962C8B-B14F-4D97-AF65-F5344CB8AC3E}">
        <p14:creationId xmlns:p14="http://schemas.microsoft.com/office/powerpoint/2010/main" val="311088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D63FC08-569F-5666-8E52-C78CDE71A1FF}"/>
                  </a:ext>
                </a:extLst>
              </p:cNvPr>
              <p:cNvSpPr>
                <a:spLocks noGrp="1"/>
              </p:cNvSpPr>
              <p:nvPr>
                <p:ph idx="26"/>
              </p:nvPr>
            </p:nvSpPr>
            <p:spPr>
              <a:xfrm>
                <a:off x="423600" y="698665"/>
                <a:ext cx="8318119" cy="3968751"/>
              </a:xfrm>
            </p:spPr>
            <p:txBody>
              <a:bodyPr/>
              <a:lstStyle/>
              <a:p>
                <a:r>
                  <a:rPr lang="en-US" dirty="0"/>
                  <a:t>The goal of machine learning is to create good models for regression and classification:</a:t>
                </a:r>
              </a:p>
              <a:p>
                <a:pPr marL="0" indent="0">
                  <a:buNone/>
                </a:pPr>
                <a14:m>
                  <m:oMathPara xmlns:m="http://schemas.openxmlformats.org/officeDocument/2006/math">
                    <m:oMath>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𝑦</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ℎ</m:t>
                          </m:r>
                        </m:e>
                        <m:sub>
                          <m:r>
                            <a:rPr lang="en-US" b="0" i="1" dirty="0" smtClean="0">
                              <a:latin typeface="Cambria Math" panose="02040503050406030204" pitchFamily="18" charset="0"/>
                            </a:rPr>
                            <m:t>𝜃</m:t>
                          </m:r>
                        </m:sub>
                      </m:sSub>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1" dirty="0" smtClean="0">
                          <a:latin typeface="Cambria Math" panose="02040503050406030204" pitchFamily="18" charset="0"/>
                        </a:rPr>
                        <m:t>)</m:t>
                      </m:r>
                    </m:oMath>
                  </m:oMathPara>
                </a14:m>
                <a:endParaRPr lang="en-US" dirty="0"/>
              </a:p>
              <a:p>
                <a:pPr marL="0" indent="0">
                  <a:buNone/>
                </a:pPr>
                <a:endParaRPr lang="en-US" dirty="0"/>
              </a:p>
              <a:p>
                <a:r>
                  <a:rPr lang="en-US" dirty="0"/>
                  <a:t>An obvious way to do this is using universal approximators:</a:t>
                </a:r>
              </a:p>
              <a:p>
                <a:pPr marL="0" indent="0">
                  <a:buNone/>
                </a:pPr>
                <a:endParaRPr lang="en-US" dirty="0"/>
              </a:p>
              <a:p>
                <a:pPr lvl="1">
                  <a:buFontTx/>
                  <a:buChar char="-"/>
                </a:pPr>
                <a:r>
                  <a:rPr lang="en-US" dirty="0"/>
                  <a:t>Polynomials (Taylor Series)</a:t>
                </a:r>
              </a:p>
              <a:p>
                <a:pPr lvl="1">
                  <a:buFontTx/>
                  <a:buChar char="-"/>
                </a:pPr>
                <a:r>
                  <a:rPr lang="en-US" dirty="0"/>
                  <a:t>Sinusoidal functions (Fourier Series)</a:t>
                </a:r>
              </a:p>
              <a:p>
                <a:pPr lvl="1">
                  <a:buFontTx/>
                  <a:buChar char="-"/>
                </a:pPr>
                <a:r>
                  <a:rPr lang="en-US" dirty="0"/>
                  <a:t>Eigenfunctions (Like vibration </a:t>
                </a:r>
                <a:r>
                  <a:rPr lang="en-US" dirty="0" err="1"/>
                  <a:t>modeshapes</a:t>
                </a:r>
                <a:r>
                  <a:rPr lang="en-US" dirty="0"/>
                  <a:t> – domain specific)</a:t>
                </a:r>
              </a:p>
              <a:p>
                <a:pPr lvl="1">
                  <a:buFontTx/>
                  <a:buChar char="-"/>
                </a:pPr>
                <a:endParaRPr lang="en-US" dirty="0"/>
              </a:p>
              <a:p>
                <a:pPr>
                  <a:buFont typeface="Wingdings" pitchFamily="2" charset="2"/>
                  <a:buChar char="v"/>
                </a:pPr>
                <a:r>
                  <a:rPr lang="en-US" dirty="0"/>
                  <a:t>Polynomials are good but they suffer from high variance.</a:t>
                </a:r>
              </a:p>
            </p:txBody>
          </p:sp>
        </mc:Choice>
        <mc:Fallback xmlns="">
          <p:sp>
            <p:nvSpPr>
              <p:cNvPr id="2" name="Content Placeholder 1">
                <a:extLst>
                  <a:ext uri="{FF2B5EF4-FFF2-40B4-BE49-F238E27FC236}">
                    <a16:creationId xmlns:a16="http://schemas.microsoft.com/office/drawing/2014/main" id="{0D63FC08-569F-5666-8E52-C78CDE71A1FF}"/>
                  </a:ext>
                </a:extLst>
              </p:cNvPr>
              <p:cNvSpPr>
                <a:spLocks noGrp="1" noRot="1" noChangeAspect="1" noMove="1" noResize="1" noEditPoints="1" noAdjustHandles="1" noChangeArrowheads="1" noChangeShapeType="1" noTextEdit="1"/>
              </p:cNvSpPr>
              <p:nvPr>
                <p:ph idx="26"/>
              </p:nvPr>
            </p:nvSpPr>
            <p:spPr>
              <a:xfrm>
                <a:off x="423600" y="698665"/>
                <a:ext cx="8318119" cy="3968751"/>
              </a:xfrm>
              <a:blipFill>
                <a:blip r:embed="rId2"/>
                <a:stretch>
                  <a:fillRect l="-659" t="-768" r="-806" b="-199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F5E13A0-F572-7C70-0D95-5DBB40CEE365}"/>
              </a:ext>
            </a:extLst>
          </p:cNvPr>
          <p:cNvSpPr>
            <a:spLocks noGrp="1"/>
          </p:cNvSpPr>
          <p:nvPr>
            <p:ph type="title"/>
          </p:nvPr>
        </p:nvSpPr>
        <p:spPr/>
        <p:txBody>
          <a:bodyPr/>
          <a:lstStyle/>
          <a:p>
            <a:r>
              <a:rPr lang="en-US" dirty="0"/>
              <a:t>Universal Approximators</a:t>
            </a:r>
          </a:p>
        </p:txBody>
      </p:sp>
    </p:spTree>
    <p:extLst>
      <p:ext uri="{BB962C8B-B14F-4D97-AF65-F5344CB8AC3E}">
        <p14:creationId xmlns:p14="http://schemas.microsoft.com/office/powerpoint/2010/main" val="2475805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6047E0-4B66-A3BE-40DF-F93439DB85B4}"/>
              </a:ext>
            </a:extLst>
          </p:cNvPr>
          <p:cNvSpPr>
            <a:spLocks noGrp="1"/>
          </p:cNvSpPr>
          <p:nvPr>
            <p:ph idx="26"/>
          </p:nvPr>
        </p:nvSpPr>
        <p:spPr>
          <a:xfrm>
            <a:off x="423600" y="905398"/>
            <a:ext cx="5143665" cy="3650177"/>
          </a:xfrm>
        </p:spPr>
        <p:txBody>
          <a:bodyPr/>
          <a:lstStyle/>
          <a:p>
            <a:r>
              <a:rPr lang="en-US" dirty="0"/>
              <a:t>Best solutions are often </a:t>
            </a:r>
            <a:r>
              <a:rPr lang="en-US" strike="sngStrike" dirty="0"/>
              <a:t>plagiarized from</a:t>
            </a:r>
            <a:r>
              <a:rPr lang="en-US" dirty="0"/>
              <a:t> inspired by nature.</a:t>
            </a:r>
          </a:p>
          <a:p>
            <a:endParaRPr lang="en-US" dirty="0"/>
          </a:p>
          <a:p>
            <a:r>
              <a:rPr lang="en-US" dirty="0"/>
              <a:t>Brain structures are very well-adapted to learning and generalizing.</a:t>
            </a:r>
          </a:p>
          <a:p>
            <a:endParaRPr lang="en-US" dirty="0"/>
          </a:p>
          <a:p>
            <a:r>
              <a:rPr lang="en-US" dirty="0"/>
              <a:t>Mimicking the human brain has been an implicit goal for AI and ML researchers since the field of computing has started.</a:t>
            </a:r>
          </a:p>
          <a:p>
            <a:endParaRPr lang="en-US" dirty="0"/>
          </a:p>
          <a:p>
            <a:endParaRPr lang="en-US" dirty="0"/>
          </a:p>
        </p:txBody>
      </p:sp>
      <p:sp>
        <p:nvSpPr>
          <p:cNvPr id="3" name="Title 2">
            <a:extLst>
              <a:ext uri="{FF2B5EF4-FFF2-40B4-BE49-F238E27FC236}">
                <a16:creationId xmlns:a16="http://schemas.microsoft.com/office/drawing/2014/main" id="{6FC442A2-DACF-FB76-BBDC-451AFFEC882F}"/>
              </a:ext>
            </a:extLst>
          </p:cNvPr>
          <p:cNvSpPr>
            <a:spLocks noGrp="1"/>
          </p:cNvSpPr>
          <p:nvPr>
            <p:ph type="title"/>
          </p:nvPr>
        </p:nvSpPr>
        <p:spPr/>
        <p:txBody>
          <a:bodyPr>
            <a:normAutofit fontScale="90000"/>
          </a:bodyPr>
          <a:lstStyle/>
          <a:p>
            <a:r>
              <a:rPr lang="en-US" dirty="0"/>
              <a:t>Neural Networks as Universal Approximators</a:t>
            </a:r>
          </a:p>
        </p:txBody>
      </p:sp>
      <p:grpSp>
        <p:nvGrpSpPr>
          <p:cNvPr id="13" name="Group 12">
            <a:extLst>
              <a:ext uri="{FF2B5EF4-FFF2-40B4-BE49-F238E27FC236}">
                <a16:creationId xmlns:a16="http://schemas.microsoft.com/office/drawing/2014/main" id="{6C273017-B861-4CAA-9E9D-B028BA57E3E2}"/>
              </a:ext>
            </a:extLst>
          </p:cNvPr>
          <p:cNvGrpSpPr/>
          <p:nvPr/>
        </p:nvGrpSpPr>
        <p:grpSpPr>
          <a:xfrm>
            <a:off x="5685666" y="2454358"/>
            <a:ext cx="3271920" cy="2207703"/>
            <a:chOff x="5685666" y="2454358"/>
            <a:chExt cx="3271920" cy="2207703"/>
          </a:xfrm>
        </p:grpSpPr>
        <p:pic>
          <p:nvPicPr>
            <p:cNvPr id="9" name="Picture 8" descr="How did Obama give himself a Presidential Medal of Freedom ...">
              <a:extLst>
                <a:ext uri="{FF2B5EF4-FFF2-40B4-BE49-F238E27FC236}">
                  <a16:creationId xmlns:a16="http://schemas.microsoft.com/office/drawing/2014/main" id="{5C64A3E2-6794-AC08-EA3E-23EBC06704EF}"/>
                </a:ext>
              </a:extLst>
            </p:cNvPr>
            <p:cNvPicPr>
              <a:picLocks noChangeAspect="1"/>
            </p:cNvPicPr>
            <p:nvPr/>
          </p:nvPicPr>
          <p:blipFill>
            <a:blip r:embed="rId2"/>
            <a:stretch>
              <a:fillRect/>
            </a:stretch>
          </p:blipFill>
          <p:spPr>
            <a:xfrm>
              <a:off x="5685666" y="2454358"/>
              <a:ext cx="3271920" cy="2014276"/>
            </a:xfrm>
            <a:prstGeom prst="rect">
              <a:avLst/>
            </a:prstGeom>
          </p:spPr>
        </p:pic>
        <p:sp>
          <p:nvSpPr>
            <p:cNvPr id="10" name="Rectangle 9">
              <a:extLst>
                <a:ext uri="{FF2B5EF4-FFF2-40B4-BE49-F238E27FC236}">
                  <a16:creationId xmlns:a16="http://schemas.microsoft.com/office/drawing/2014/main" id="{23367EC4-2B2E-F7BA-0830-C5B6E4452A35}"/>
                </a:ext>
              </a:extLst>
            </p:cNvPr>
            <p:cNvSpPr/>
            <p:nvPr/>
          </p:nvSpPr>
          <p:spPr>
            <a:xfrm>
              <a:off x="5804452" y="3021496"/>
              <a:ext cx="1606163" cy="373711"/>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Human brain</a:t>
              </a:r>
            </a:p>
          </p:txBody>
        </p:sp>
        <p:sp>
          <p:nvSpPr>
            <p:cNvPr id="11" name="Rectangle 10">
              <a:extLst>
                <a:ext uri="{FF2B5EF4-FFF2-40B4-BE49-F238E27FC236}">
                  <a16:creationId xmlns:a16="http://schemas.microsoft.com/office/drawing/2014/main" id="{72301056-4878-25D4-9E59-E8D021B32D61}"/>
                </a:ext>
              </a:extLst>
            </p:cNvPr>
            <p:cNvSpPr/>
            <p:nvPr/>
          </p:nvSpPr>
          <p:spPr>
            <a:xfrm>
              <a:off x="7114237" y="2647785"/>
              <a:ext cx="1606163" cy="373711"/>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Human brain</a:t>
              </a:r>
            </a:p>
          </p:txBody>
        </p:sp>
        <p:sp>
          <p:nvSpPr>
            <p:cNvPr id="12" name="Rectangle 11">
              <a:extLst>
                <a:ext uri="{FF2B5EF4-FFF2-40B4-BE49-F238E27FC236}">
                  <a16:creationId xmlns:a16="http://schemas.microsoft.com/office/drawing/2014/main" id="{B51507B8-1CE7-D5FA-35AE-3CE9B061DCE9}"/>
                </a:ext>
              </a:extLst>
            </p:cNvPr>
            <p:cNvSpPr/>
            <p:nvPr/>
          </p:nvSpPr>
          <p:spPr>
            <a:xfrm>
              <a:off x="5804451" y="4138393"/>
              <a:ext cx="1606163" cy="523668"/>
            </a:xfrm>
            <a:prstGeom prst="rect">
              <a:avLst/>
            </a:prstGeom>
            <a:solidFill>
              <a:srgbClr val="FFFF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ysClr val="windowText" lastClr="000000"/>
                  </a:solidFill>
                </a:rPr>
                <a:t>Most power architecture for learning</a:t>
              </a:r>
            </a:p>
          </p:txBody>
        </p:sp>
      </p:grpSp>
    </p:spTree>
    <p:extLst>
      <p:ext uri="{BB962C8B-B14F-4D97-AF65-F5344CB8AC3E}">
        <p14:creationId xmlns:p14="http://schemas.microsoft.com/office/powerpoint/2010/main" val="324145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985A19-9DDF-339E-71A4-32776AB4B995}"/>
              </a:ext>
            </a:extLst>
          </p:cNvPr>
          <p:cNvSpPr>
            <a:spLocks noGrp="1"/>
          </p:cNvSpPr>
          <p:nvPr>
            <p:ph idx="26"/>
          </p:nvPr>
        </p:nvSpPr>
        <p:spPr>
          <a:xfrm>
            <a:off x="423601" y="824478"/>
            <a:ext cx="6171518" cy="3650177"/>
          </a:xfrm>
        </p:spPr>
        <p:txBody>
          <a:bodyPr/>
          <a:lstStyle/>
          <a:p>
            <a:r>
              <a:rPr lang="en-US" dirty="0"/>
              <a:t>The human brain is made different specialized regions.</a:t>
            </a:r>
          </a:p>
          <a:p>
            <a:endParaRPr lang="en-US" dirty="0"/>
          </a:p>
          <a:p>
            <a:r>
              <a:rPr lang="en-US" dirty="0"/>
              <a:t>Each region is constructed from a type of cells called </a:t>
            </a:r>
            <a:r>
              <a:rPr lang="en-US" i="1" dirty="0"/>
              <a:t>neuron</a:t>
            </a:r>
            <a:r>
              <a:rPr lang="en-US" dirty="0"/>
              <a:t>.</a:t>
            </a:r>
          </a:p>
          <a:p>
            <a:endParaRPr lang="en-US" dirty="0"/>
          </a:p>
          <a:p>
            <a:r>
              <a:rPr lang="en-US" dirty="0"/>
              <a:t>Neurons “fire” when excited, sending a signal through the axon to connected neurons.</a:t>
            </a:r>
          </a:p>
          <a:p>
            <a:endParaRPr lang="en-US" dirty="0"/>
          </a:p>
          <a:p>
            <a:r>
              <a:rPr lang="en-US" dirty="0"/>
              <a:t>Neurons connect to each other through synaptic terminals.</a:t>
            </a:r>
          </a:p>
        </p:txBody>
      </p:sp>
      <p:sp>
        <p:nvSpPr>
          <p:cNvPr id="3" name="Title 2">
            <a:extLst>
              <a:ext uri="{FF2B5EF4-FFF2-40B4-BE49-F238E27FC236}">
                <a16:creationId xmlns:a16="http://schemas.microsoft.com/office/drawing/2014/main" id="{D8B93007-F1E5-6206-4256-5B97BF3B4BD5}"/>
              </a:ext>
            </a:extLst>
          </p:cNvPr>
          <p:cNvSpPr>
            <a:spLocks noGrp="1"/>
          </p:cNvSpPr>
          <p:nvPr>
            <p:ph type="title"/>
          </p:nvPr>
        </p:nvSpPr>
        <p:spPr/>
        <p:txBody>
          <a:bodyPr/>
          <a:lstStyle/>
          <a:p>
            <a:r>
              <a:rPr lang="en-US" dirty="0"/>
              <a:t>Biological Neurons</a:t>
            </a:r>
          </a:p>
        </p:txBody>
      </p:sp>
      <p:pic>
        <p:nvPicPr>
          <p:cNvPr id="4" name="Picture 3" descr="Brain Anatomy and How the Brain Works | Johns Hopkins Medicine">
            <a:extLst>
              <a:ext uri="{FF2B5EF4-FFF2-40B4-BE49-F238E27FC236}">
                <a16:creationId xmlns:a16="http://schemas.microsoft.com/office/drawing/2014/main" id="{4421B912-A685-C413-66AB-A696EA130F9F}"/>
              </a:ext>
            </a:extLst>
          </p:cNvPr>
          <p:cNvPicPr>
            <a:picLocks noChangeAspect="1"/>
          </p:cNvPicPr>
          <p:nvPr/>
        </p:nvPicPr>
        <p:blipFill>
          <a:blip r:embed="rId2"/>
          <a:stretch>
            <a:fillRect/>
          </a:stretch>
        </p:blipFill>
        <p:spPr>
          <a:xfrm>
            <a:off x="6948352" y="721645"/>
            <a:ext cx="1896294" cy="1422221"/>
          </a:xfrm>
          <a:prstGeom prst="rect">
            <a:avLst/>
          </a:prstGeom>
        </p:spPr>
      </p:pic>
      <p:pic>
        <p:nvPicPr>
          <p:cNvPr id="5" name="Picture 4">
            <a:extLst>
              <a:ext uri="{FF2B5EF4-FFF2-40B4-BE49-F238E27FC236}">
                <a16:creationId xmlns:a16="http://schemas.microsoft.com/office/drawing/2014/main" id="{8F9602D4-3AF9-7E53-AD06-CD8BAB44409C}"/>
              </a:ext>
            </a:extLst>
          </p:cNvPr>
          <p:cNvPicPr>
            <a:picLocks noChangeAspect="1"/>
          </p:cNvPicPr>
          <p:nvPr/>
        </p:nvPicPr>
        <p:blipFill>
          <a:blip r:embed="rId3"/>
          <a:stretch>
            <a:fillRect/>
          </a:stretch>
        </p:blipFill>
        <p:spPr>
          <a:xfrm>
            <a:off x="6948352" y="2143866"/>
            <a:ext cx="1896875" cy="1224347"/>
          </a:xfrm>
          <a:prstGeom prst="rect">
            <a:avLst/>
          </a:prstGeom>
        </p:spPr>
      </p:pic>
      <p:pic>
        <p:nvPicPr>
          <p:cNvPr id="7" name="Picture 6" descr="BIOLOGICAL NEURAL NETWORKS">
            <a:extLst>
              <a:ext uri="{FF2B5EF4-FFF2-40B4-BE49-F238E27FC236}">
                <a16:creationId xmlns:a16="http://schemas.microsoft.com/office/drawing/2014/main" id="{FF5F9336-78B9-DC59-2966-AF420323EF4F}"/>
              </a:ext>
            </a:extLst>
          </p:cNvPr>
          <p:cNvPicPr>
            <a:picLocks noChangeAspect="1"/>
          </p:cNvPicPr>
          <p:nvPr/>
        </p:nvPicPr>
        <p:blipFill>
          <a:blip r:embed="rId4"/>
          <a:stretch>
            <a:fillRect/>
          </a:stretch>
        </p:blipFill>
        <p:spPr>
          <a:xfrm>
            <a:off x="6948352" y="3368213"/>
            <a:ext cx="2183270" cy="1304845"/>
          </a:xfrm>
          <a:prstGeom prst="rect">
            <a:avLst/>
          </a:prstGeom>
        </p:spPr>
      </p:pic>
    </p:spTree>
    <p:extLst>
      <p:ext uri="{BB962C8B-B14F-4D97-AF65-F5344CB8AC3E}">
        <p14:creationId xmlns:p14="http://schemas.microsoft.com/office/powerpoint/2010/main" val="2617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50928E-9E74-7223-4658-D153588B126B}"/>
              </a:ext>
            </a:extLst>
          </p:cNvPr>
          <p:cNvSpPr>
            <a:spLocks noGrp="1"/>
          </p:cNvSpPr>
          <p:nvPr>
            <p:ph idx="26"/>
          </p:nvPr>
        </p:nvSpPr>
        <p:spPr>
          <a:xfrm>
            <a:off x="423601" y="905398"/>
            <a:ext cx="5588782" cy="3650177"/>
          </a:xfrm>
        </p:spPr>
        <p:txBody>
          <a:bodyPr/>
          <a:lstStyle/>
          <a:p>
            <a:r>
              <a:rPr lang="en-US" dirty="0"/>
              <a:t>Voltage signal reaches a neuron.</a:t>
            </a:r>
          </a:p>
          <a:p>
            <a:endParaRPr lang="en-US" dirty="0"/>
          </a:p>
          <a:p>
            <a:r>
              <a:rPr lang="en-US" dirty="0"/>
              <a:t>Depending on the voltage value, it may </a:t>
            </a:r>
            <a:r>
              <a:rPr lang="en-US" i="1" dirty="0"/>
              <a:t>activate</a:t>
            </a:r>
            <a:r>
              <a:rPr lang="en-US" dirty="0"/>
              <a:t> the neuron or fail to activate the neuron.</a:t>
            </a:r>
          </a:p>
          <a:p>
            <a:endParaRPr lang="en-US" dirty="0"/>
          </a:p>
          <a:p>
            <a:r>
              <a:rPr lang="en-US" dirty="0"/>
              <a:t>The neuron fires, generating action potential.</a:t>
            </a:r>
          </a:p>
          <a:p>
            <a:endParaRPr lang="en-US" dirty="0"/>
          </a:p>
          <a:p>
            <a:r>
              <a:rPr lang="en-US" dirty="0"/>
              <a:t>The neuronal response is a function of time. The response differs based on the neuron type.</a:t>
            </a:r>
          </a:p>
        </p:txBody>
      </p:sp>
      <p:sp>
        <p:nvSpPr>
          <p:cNvPr id="3" name="Title 2">
            <a:extLst>
              <a:ext uri="{FF2B5EF4-FFF2-40B4-BE49-F238E27FC236}">
                <a16:creationId xmlns:a16="http://schemas.microsoft.com/office/drawing/2014/main" id="{2D7398F8-5D94-9BC8-4F64-03EE32F1E1AB}"/>
              </a:ext>
            </a:extLst>
          </p:cNvPr>
          <p:cNvSpPr>
            <a:spLocks noGrp="1"/>
          </p:cNvSpPr>
          <p:nvPr>
            <p:ph type="title"/>
          </p:nvPr>
        </p:nvSpPr>
        <p:spPr/>
        <p:txBody>
          <a:bodyPr/>
          <a:lstStyle/>
          <a:p>
            <a:r>
              <a:rPr lang="en-US" dirty="0"/>
              <a:t>Neuronal Activation</a:t>
            </a:r>
          </a:p>
        </p:txBody>
      </p:sp>
      <p:pic>
        <p:nvPicPr>
          <p:cNvPr id="4" name="Picture 3" descr="Activation Functions — The Science of Machine Learning &amp; AI">
            <a:extLst>
              <a:ext uri="{FF2B5EF4-FFF2-40B4-BE49-F238E27FC236}">
                <a16:creationId xmlns:a16="http://schemas.microsoft.com/office/drawing/2014/main" id="{81B5ABFB-0D34-011B-D9A9-6D2E6F5BC997}"/>
              </a:ext>
            </a:extLst>
          </p:cNvPr>
          <p:cNvPicPr>
            <a:picLocks noChangeAspect="1"/>
          </p:cNvPicPr>
          <p:nvPr/>
        </p:nvPicPr>
        <p:blipFill>
          <a:blip r:embed="rId2"/>
          <a:stretch>
            <a:fillRect/>
          </a:stretch>
        </p:blipFill>
        <p:spPr>
          <a:xfrm>
            <a:off x="6134607" y="1959275"/>
            <a:ext cx="2793258" cy="2770173"/>
          </a:xfrm>
          <a:prstGeom prst="rect">
            <a:avLst/>
          </a:prstGeom>
        </p:spPr>
      </p:pic>
      <p:pic>
        <p:nvPicPr>
          <p:cNvPr id="5" name="Picture 4" descr="Where Did The Image Of The 'Neuron Activation' Monkey Come From? The Origin  Of The 'Monkey Sees Action' Meme Explained">
            <a:extLst>
              <a:ext uri="{FF2B5EF4-FFF2-40B4-BE49-F238E27FC236}">
                <a16:creationId xmlns:a16="http://schemas.microsoft.com/office/drawing/2014/main" id="{4FA56CDA-388E-9F00-FE39-686AF255213D}"/>
              </a:ext>
            </a:extLst>
          </p:cNvPr>
          <p:cNvPicPr>
            <a:picLocks noChangeAspect="1"/>
          </p:cNvPicPr>
          <p:nvPr/>
        </p:nvPicPr>
        <p:blipFill>
          <a:blip r:embed="rId3"/>
          <a:stretch>
            <a:fillRect/>
          </a:stretch>
        </p:blipFill>
        <p:spPr>
          <a:xfrm>
            <a:off x="6514546" y="703391"/>
            <a:ext cx="2033380" cy="1143776"/>
          </a:xfrm>
          <a:prstGeom prst="rect">
            <a:avLst/>
          </a:prstGeom>
        </p:spPr>
      </p:pic>
    </p:spTree>
    <p:extLst>
      <p:ext uri="{BB962C8B-B14F-4D97-AF65-F5344CB8AC3E}">
        <p14:creationId xmlns:p14="http://schemas.microsoft.com/office/powerpoint/2010/main" val="242309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F5975FD-6377-39AD-D72E-9F63B90B6F79}"/>
              </a:ext>
            </a:extLst>
          </p:cNvPr>
          <p:cNvGrpSpPr/>
          <p:nvPr/>
        </p:nvGrpSpPr>
        <p:grpSpPr>
          <a:xfrm>
            <a:off x="403189" y="1608814"/>
            <a:ext cx="8070574" cy="2631882"/>
            <a:chOff x="403189" y="1608814"/>
            <a:chExt cx="8070574" cy="2631882"/>
          </a:xfrm>
        </p:grpSpPr>
        <p:cxnSp>
          <p:nvCxnSpPr>
            <p:cNvPr id="6" name="Straight Connector 5">
              <a:extLst>
                <a:ext uri="{FF2B5EF4-FFF2-40B4-BE49-F238E27FC236}">
                  <a16:creationId xmlns:a16="http://schemas.microsoft.com/office/drawing/2014/main" id="{8B66C5EF-52D7-5FB9-5FFE-5FE5A2A76D11}"/>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F2AB3AD-9945-A201-26D9-22FE27E77461}"/>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D9F8159-4335-3720-11CD-EE5D08D33E5A}"/>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E97ACC4-5DBE-0836-38AC-BB6C039EDFE3}"/>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240A9A-EDC9-A416-F310-848ADA8E1CE6}"/>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1EA651F-4FC7-B67D-16B0-D5B4667DEE45}"/>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
        <p:nvSpPr>
          <p:cNvPr id="2" name="Content Placeholder 1">
            <a:extLst>
              <a:ext uri="{FF2B5EF4-FFF2-40B4-BE49-F238E27FC236}">
                <a16:creationId xmlns:a16="http://schemas.microsoft.com/office/drawing/2014/main" id="{89127701-610A-3BA0-E3AE-709D8DA6EB05}"/>
              </a:ext>
            </a:extLst>
          </p:cNvPr>
          <p:cNvSpPr>
            <a:spLocks noGrp="1"/>
          </p:cNvSpPr>
          <p:nvPr>
            <p:ph idx="26"/>
          </p:nvPr>
        </p:nvSpPr>
        <p:spPr>
          <a:xfrm>
            <a:off x="403189" y="746661"/>
            <a:ext cx="8318119" cy="3650177"/>
          </a:xfrm>
        </p:spPr>
        <p:txBody>
          <a:bodyPr/>
          <a:lstStyle/>
          <a:p>
            <a:r>
              <a:rPr lang="en-US" dirty="0"/>
              <a:t>An arbitrary neuron (called a perceptron) is modeled the following way:</a:t>
            </a:r>
          </a:p>
        </p:txBody>
      </p:sp>
      <p:sp>
        <p:nvSpPr>
          <p:cNvPr id="3" name="Title 2">
            <a:extLst>
              <a:ext uri="{FF2B5EF4-FFF2-40B4-BE49-F238E27FC236}">
                <a16:creationId xmlns:a16="http://schemas.microsoft.com/office/drawing/2014/main" id="{68E07736-D147-70AF-52C4-2FBFC1FDC643}"/>
              </a:ext>
            </a:extLst>
          </p:cNvPr>
          <p:cNvSpPr>
            <a:spLocks noGrp="1"/>
          </p:cNvSpPr>
          <p:nvPr>
            <p:ph type="title"/>
          </p:nvPr>
        </p:nvSpPr>
        <p:spPr/>
        <p:txBody>
          <a:bodyPr/>
          <a:lstStyle/>
          <a:p>
            <a:r>
              <a:rPr lang="en-US" dirty="0"/>
              <a:t>Artificial Neurons</a:t>
            </a:r>
          </a:p>
        </p:txBody>
      </p:sp>
      <mc:AlternateContent xmlns:mc="http://schemas.openxmlformats.org/markup-compatibility/2006" xmlns:p14="http://schemas.microsoft.com/office/powerpoint/2010/main">
        <mc:Choice Requires="p14">
          <p:contentPart p14:bwMode="auto" r:id="rId2">
            <p14:nvContentPartPr>
              <p14:cNvPr id="34" name="Ink 33">
                <a:extLst>
                  <a:ext uri="{FF2B5EF4-FFF2-40B4-BE49-F238E27FC236}">
                    <a16:creationId xmlns:a16="http://schemas.microsoft.com/office/drawing/2014/main" id="{10C368DC-3CF4-5C45-5AA5-6BBD0A99C3FF}"/>
                  </a:ext>
                </a:extLst>
              </p14:cNvPr>
              <p14:cNvContentPartPr/>
              <p14:nvPr/>
            </p14:nvContentPartPr>
            <p14:xfrm>
              <a:off x="998573" y="1673313"/>
              <a:ext cx="645120" cy="258480"/>
            </p14:xfrm>
          </p:contentPart>
        </mc:Choice>
        <mc:Fallback xmlns="">
          <p:pic>
            <p:nvPicPr>
              <p:cNvPr id="34" name="Ink 33">
                <a:extLst>
                  <a:ext uri="{FF2B5EF4-FFF2-40B4-BE49-F238E27FC236}">
                    <a16:creationId xmlns:a16="http://schemas.microsoft.com/office/drawing/2014/main" id="{10C368DC-3CF4-5C45-5AA5-6BBD0A99C3FF}"/>
                  </a:ext>
                </a:extLst>
              </p:cNvPr>
              <p:cNvPicPr/>
              <p:nvPr/>
            </p:nvPicPr>
            <p:blipFill>
              <a:blip r:embed="rId3"/>
              <a:stretch>
                <a:fillRect/>
              </a:stretch>
            </p:blipFill>
            <p:spPr>
              <a:xfrm>
                <a:off x="983102" y="1657833"/>
                <a:ext cx="675703"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9" name="Ink 38">
                <a:extLst>
                  <a:ext uri="{FF2B5EF4-FFF2-40B4-BE49-F238E27FC236}">
                    <a16:creationId xmlns:a16="http://schemas.microsoft.com/office/drawing/2014/main" id="{EBD92ADE-C860-7E5E-2062-B5395F61B605}"/>
                  </a:ext>
                </a:extLst>
              </p14:cNvPr>
              <p14:cNvContentPartPr/>
              <p14:nvPr/>
            </p14:nvContentPartPr>
            <p14:xfrm>
              <a:off x="1597613" y="1679433"/>
              <a:ext cx="319680" cy="424440"/>
            </p14:xfrm>
          </p:contentPart>
        </mc:Choice>
        <mc:Fallback xmlns="">
          <p:pic>
            <p:nvPicPr>
              <p:cNvPr id="39" name="Ink 38">
                <a:extLst>
                  <a:ext uri="{FF2B5EF4-FFF2-40B4-BE49-F238E27FC236}">
                    <a16:creationId xmlns:a16="http://schemas.microsoft.com/office/drawing/2014/main" id="{EBD92ADE-C860-7E5E-2062-B5395F61B605}"/>
                  </a:ext>
                </a:extLst>
              </p:cNvPr>
              <p:cNvPicPr/>
              <p:nvPr/>
            </p:nvPicPr>
            <p:blipFill>
              <a:blip r:embed="rId5"/>
              <a:stretch>
                <a:fillRect/>
              </a:stretch>
            </p:blipFill>
            <p:spPr>
              <a:xfrm>
                <a:off x="1582150" y="1663953"/>
                <a:ext cx="350246"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a:extLst>
                  <a:ext uri="{FF2B5EF4-FFF2-40B4-BE49-F238E27FC236}">
                    <a16:creationId xmlns:a16="http://schemas.microsoft.com/office/drawing/2014/main" id="{E63329E6-E85B-1D39-BBA7-581FB5D1D48C}"/>
                  </a:ext>
                </a:extLst>
              </p14:cNvPr>
              <p14:cNvContentPartPr/>
              <p14:nvPr/>
            </p14:nvContentPartPr>
            <p14:xfrm>
              <a:off x="1748093" y="1688793"/>
              <a:ext cx="175320" cy="399960"/>
            </p14:xfrm>
          </p:contentPart>
        </mc:Choice>
        <mc:Fallback xmlns="">
          <p:pic>
            <p:nvPicPr>
              <p:cNvPr id="43" name="Ink 42">
                <a:extLst>
                  <a:ext uri="{FF2B5EF4-FFF2-40B4-BE49-F238E27FC236}">
                    <a16:creationId xmlns:a16="http://schemas.microsoft.com/office/drawing/2014/main" id="{E63329E6-E85B-1D39-BBA7-581FB5D1D48C}"/>
                  </a:ext>
                </a:extLst>
              </p:cNvPr>
              <p:cNvPicPr/>
              <p:nvPr/>
            </p:nvPicPr>
            <p:blipFill>
              <a:blip r:embed="rId7"/>
              <a:stretch>
                <a:fillRect/>
              </a:stretch>
            </p:blipFill>
            <p:spPr>
              <a:xfrm>
                <a:off x="1732613" y="1673313"/>
                <a:ext cx="20592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8" name="Ink 47">
                <a:extLst>
                  <a:ext uri="{FF2B5EF4-FFF2-40B4-BE49-F238E27FC236}">
                    <a16:creationId xmlns:a16="http://schemas.microsoft.com/office/drawing/2014/main" id="{0EA4E181-7FF4-65D8-07F7-5426C303356D}"/>
                  </a:ext>
                </a:extLst>
              </p14:cNvPr>
              <p14:cNvContentPartPr/>
              <p14:nvPr/>
            </p14:nvContentPartPr>
            <p14:xfrm>
              <a:off x="1013693" y="1990113"/>
              <a:ext cx="597960" cy="150480"/>
            </p14:xfrm>
          </p:contentPart>
        </mc:Choice>
        <mc:Fallback xmlns="">
          <p:pic>
            <p:nvPicPr>
              <p:cNvPr id="48" name="Ink 47">
                <a:extLst>
                  <a:ext uri="{FF2B5EF4-FFF2-40B4-BE49-F238E27FC236}">
                    <a16:creationId xmlns:a16="http://schemas.microsoft.com/office/drawing/2014/main" id="{0EA4E181-7FF4-65D8-07F7-5426C303356D}"/>
                  </a:ext>
                </a:extLst>
              </p:cNvPr>
              <p:cNvPicPr/>
              <p:nvPr/>
            </p:nvPicPr>
            <p:blipFill>
              <a:blip r:embed="rId9"/>
              <a:stretch>
                <a:fillRect/>
              </a:stretch>
            </p:blipFill>
            <p:spPr>
              <a:xfrm>
                <a:off x="998213" y="1974633"/>
                <a:ext cx="6285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4" name="Ink 53">
                <a:extLst>
                  <a:ext uri="{FF2B5EF4-FFF2-40B4-BE49-F238E27FC236}">
                    <a16:creationId xmlns:a16="http://schemas.microsoft.com/office/drawing/2014/main" id="{8B6156E1-5C70-DD7D-525C-00204AB391FA}"/>
                  </a:ext>
                </a:extLst>
              </p14:cNvPr>
              <p14:cNvContentPartPr/>
              <p14:nvPr/>
            </p14:nvContentPartPr>
            <p14:xfrm>
              <a:off x="1646573" y="2269473"/>
              <a:ext cx="274320" cy="375120"/>
            </p14:xfrm>
          </p:contentPart>
        </mc:Choice>
        <mc:Fallback xmlns="">
          <p:pic>
            <p:nvPicPr>
              <p:cNvPr id="54" name="Ink 53">
                <a:extLst>
                  <a:ext uri="{FF2B5EF4-FFF2-40B4-BE49-F238E27FC236}">
                    <a16:creationId xmlns:a16="http://schemas.microsoft.com/office/drawing/2014/main" id="{8B6156E1-5C70-DD7D-525C-00204AB391FA}"/>
                  </a:ext>
                </a:extLst>
              </p:cNvPr>
              <p:cNvPicPr/>
              <p:nvPr/>
            </p:nvPicPr>
            <p:blipFill>
              <a:blip r:embed="rId11"/>
              <a:stretch>
                <a:fillRect/>
              </a:stretch>
            </p:blipFill>
            <p:spPr>
              <a:xfrm>
                <a:off x="1631073" y="2254008"/>
                <a:ext cx="304960" cy="40569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2" name="Ink 71">
                <a:extLst>
                  <a:ext uri="{FF2B5EF4-FFF2-40B4-BE49-F238E27FC236}">
                    <a16:creationId xmlns:a16="http://schemas.microsoft.com/office/drawing/2014/main" id="{3012C657-670B-0D80-64F3-36EEDE65B7CC}"/>
                  </a:ext>
                </a:extLst>
              </p14:cNvPr>
              <p14:cNvContentPartPr/>
              <p14:nvPr/>
            </p14:nvContentPartPr>
            <p14:xfrm>
              <a:off x="1640453" y="3175953"/>
              <a:ext cx="304560" cy="433440"/>
            </p14:xfrm>
          </p:contentPart>
        </mc:Choice>
        <mc:Fallback xmlns="">
          <p:pic>
            <p:nvPicPr>
              <p:cNvPr id="72" name="Ink 71">
                <a:extLst>
                  <a:ext uri="{FF2B5EF4-FFF2-40B4-BE49-F238E27FC236}">
                    <a16:creationId xmlns:a16="http://schemas.microsoft.com/office/drawing/2014/main" id="{3012C657-670B-0D80-64F3-36EEDE65B7CC}"/>
                  </a:ext>
                </a:extLst>
              </p:cNvPr>
              <p:cNvPicPr/>
              <p:nvPr/>
            </p:nvPicPr>
            <p:blipFill>
              <a:blip r:embed="rId13"/>
              <a:stretch>
                <a:fillRect/>
              </a:stretch>
            </p:blipFill>
            <p:spPr>
              <a:xfrm>
                <a:off x="1624973" y="3160486"/>
                <a:ext cx="335160" cy="464015"/>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4" name="Ink 73">
                <a:extLst>
                  <a:ext uri="{FF2B5EF4-FFF2-40B4-BE49-F238E27FC236}">
                    <a16:creationId xmlns:a16="http://schemas.microsoft.com/office/drawing/2014/main" id="{3B40A921-4915-B7B3-B97F-C33741AAEC3F}"/>
                  </a:ext>
                </a:extLst>
              </p14:cNvPr>
              <p14:cNvContentPartPr/>
              <p14:nvPr/>
            </p14:nvContentPartPr>
            <p14:xfrm>
              <a:off x="1038533" y="2527593"/>
              <a:ext cx="617760" cy="138600"/>
            </p14:xfrm>
          </p:contentPart>
        </mc:Choice>
        <mc:Fallback xmlns="">
          <p:pic>
            <p:nvPicPr>
              <p:cNvPr id="74" name="Ink 73">
                <a:extLst>
                  <a:ext uri="{FF2B5EF4-FFF2-40B4-BE49-F238E27FC236}">
                    <a16:creationId xmlns:a16="http://schemas.microsoft.com/office/drawing/2014/main" id="{3B40A921-4915-B7B3-B97F-C33741AAEC3F}"/>
                  </a:ext>
                </a:extLst>
              </p:cNvPr>
              <p:cNvPicPr/>
              <p:nvPr/>
            </p:nvPicPr>
            <p:blipFill>
              <a:blip r:embed="rId15"/>
              <a:stretch>
                <a:fillRect/>
              </a:stretch>
            </p:blipFill>
            <p:spPr>
              <a:xfrm>
                <a:off x="1023062" y="2512113"/>
                <a:ext cx="648342"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5" name="Ink 74">
                <a:extLst>
                  <a:ext uri="{FF2B5EF4-FFF2-40B4-BE49-F238E27FC236}">
                    <a16:creationId xmlns:a16="http://schemas.microsoft.com/office/drawing/2014/main" id="{32055840-35A4-9F2F-C790-A97DAD7CCCA9}"/>
                  </a:ext>
                </a:extLst>
              </p14:cNvPr>
              <p14:cNvContentPartPr/>
              <p14:nvPr/>
            </p14:nvContentPartPr>
            <p14:xfrm>
              <a:off x="1011893" y="2318433"/>
              <a:ext cx="637920" cy="95760"/>
            </p14:xfrm>
          </p:contentPart>
        </mc:Choice>
        <mc:Fallback xmlns="">
          <p:pic>
            <p:nvPicPr>
              <p:cNvPr id="75" name="Ink 74">
                <a:extLst>
                  <a:ext uri="{FF2B5EF4-FFF2-40B4-BE49-F238E27FC236}">
                    <a16:creationId xmlns:a16="http://schemas.microsoft.com/office/drawing/2014/main" id="{32055840-35A4-9F2F-C790-A97DAD7CCCA9}"/>
                  </a:ext>
                </a:extLst>
              </p:cNvPr>
              <p:cNvPicPr/>
              <p:nvPr/>
            </p:nvPicPr>
            <p:blipFill>
              <a:blip r:embed="rId17"/>
              <a:stretch>
                <a:fillRect/>
              </a:stretch>
            </p:blipFill>
            <p:spPr>
              <a:xfrm>
                <a:off x="996413" y="2302953"/>
                <a:ext cx="6685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6" name="Ink 75">
                <a:extLst>
                  <a:ext uri="{FF2B5EF4-FFF2-40B4-BE49-F238E27FC236}">
                    <a16:creationId xmlns:a16="http://schemas.microsoft.com/office/drawing/2014/main" id="{B8D7137D-F89F-B556-E61B-620BCA628609}"/>
                  </a:ext>
                </a:extLst>
              </p14:cNvPr>
              <p14:cNvContentPartPr/>
              <p14:nvPr/>
            </p14:nvContentPartPr>
            <p14:xfrm>
              <a:off x="1655933" y="3590673"/>
              <a:ext cx="252360" cy="15840"/>
            </p14:xfrm>
          </p:contentPart>
        </mc:Choice>
        <mc:Fallback xmlns="">
          <p:pic>
            <p:nvPicPr>
              <p:cNvPr id="76" name="Ink 75">
                <a:extLst>
                  <a:ext uri="{FF2B5EF4-FFF2-40B4-BE49-F238E27FC236}">
                    <a16:creationId xmlns:a16="http://schemas.microsoft.com/office/drawing/2014/main" id="{B8D7137D-F89F-B556-E61B-620BCA628609}"/>
                  </a:ext>
                </a:extLst>
              </p:cNvPr>
              <p:cNvPicPr/>
              <p:nvPr/>
            </p:nvPicPr>
            <p:blipFill>
              <a:blip r:embed="rId19"/>
              <a:stretch>
                <a:fillRect/>
              </a:stretch>
            </p:blipFill>
            <p:spPr>
              <a:xfrm>
                <a:off x="1640431" y="3575193"/>
                <a:ext cx="283004"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9" name="Ink 78">
                <a:extLst>
                  <a:ext uri="{FF2B5EF4-FFF2-40B4-BE49-F238E27FC236}">
                    <a16:creationId xmlns:a16="http://schemas.microsoft.com/office/drawing/2014/main" id="{BD4FADA7-30E7-E505-A678-A79F4D292E6D}"/>
                  </a:ext>
                </a:extLst>
              </p14:cNvPr>
              <p14:cNvContentPartPr/>
              <p14:nvPr/>
            </p14:nvContentPartPr>
            <p14:xfrm>
              <a:off x="1775813" y="3378633"/>
              <a:ext cx="74160" cy="92520"/>
            </p14:xfrm>
          </p:contentPart>
        </mc:Choice>
        <mc:Fallback xmlns="">
          <p:pic>
            <p:nvPicPr>
              <p:cNvPr id="79" name="Ink 78">
                <a:extLst>
                  <a:ext uri="{FF2B5EF4-FFF2-40B4-BE49-F238E27FC236}">
                    <a16:creationId xmlns:a16="http://schemas.microsoft.com/office/drawing/2014/main" id="{BD4FADA7-30E7-E505-A678-A79F4D292E6D}"/>
                  </a:ext>
                </a:extLst>
              </p:cNvPr>
              <p:cNvPicPr/>
              <p:nvPr/>
            </p:nvPicPr>
            <p:blipFill>
              <a:blip r:embed="rId21"/>
              <a:stretch>
                <a:fillRect/>
              </a:stretch>
            </p:blipFill>
            <p:spPr>
              <a:xfrm>
                <a:off x="1760333" y="3363153"/>
                <a:ext cx="1047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7" name="Ink 86">
                <a:extLst>
                  <a:ext uri="{FF2B5EF4-FFF2-40B4-BE49-F238E27FC236}">
                    <a16:creationId xmlns:a16="http://schemas.microsoft.com/office/drawing/2014/main" id="{051F0385-4B49-A060-3457-2DC30EBBE713}"/>
                  </a:ext>
                </a:extLst>
              </p14:cNvPr>
              <p14:cNvContentPartPr/>
              <p14:nvPr/>
            </p14:nvContentPartPr>
            <p14:xfrm>
              <a:off x="866453" y="3197193"/>
              <a:ext cx="758880" cy="137520"/>
            </p14:xfrm>
          </p:contentPart>
        </mc:Choice>
        <mc:Fallback xmlns="">
          <p:pic>
            <p:nvPicPr>
              <p:cNvPr id="87" name="Ink 86">
                <a:extLst>
                  <a:ext uri="{FF2B5EF4-FFF2-40B4-BE49-F238E27FC236}">
                    <a16:creationId xmlns:a16="http://schemas.microsoft.com/office/drawing/2014/main" id="{051F0385-4B49-A060-3457-2DC30EBBE713}"/>
                  </a:ext>
                </a:extLst>
              </p:cNvPr>
              <p:cNvPicPr/>
              <p:nvPr/>
            </p:nvPicPr>
            <p:blipFill>
              <a:blip r:embed="rId23"/>
              <a:stretch>
                <a:fillRect/>
              </a:stretch>
            </p:blipFill>
            <p:spPr>
              <a:xfrm>
                <a:off x="850973" y="3181672"/>
                <a:ext cx="789480" cy="168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0" name="Ink 89">
                <a:extLst>
                  <a:ext uri="{FF2B5EF4-FFF2-40B4-BE49-F238E27FC236}">
                    <a16:creationId xmlns:a16="http://schemas.microsoft.com/office/drawing/2014/main" id="{EBAAD72D-2A70-7FBA-9198-9B85827D32FA}"/>
                  </a:ext>
                </a:extLst>
              </p14:cNvPr>
              <p14:cNvContentPartPr/>
              <p14:nvPr/>
            </p14:nvContentPartPr>
            <p14:xfrm>
              <a:off x="1195493" y="3513993"/>
              <a:ext cx="452880" cy="70920"/>
            </p14:xfrm>
          </p:contentPart>
        </mc:Choice>
        <mc:Fallback xmlns="">
          <p:pic>
            <p:nvPicPr>
              <p:cNvPr id="90" name="Ink 89">
                <a:extLst>
                  <a:ext uri="{FF2B5EF4-FFF2-40B4-BE49-F238E27FC236}">
                    <a16:creationId xmlns:a16="http://schemas.microsoft.com/office/drawing/2014/main" id="{EBAAD72D-2A70-7FBA-9198-9B85827D32FA}"/>
                  </a:ext>
                </a:extLst>
              </p:cNvPr>
              <p:cNvPicPr/>
              <p:nvPr/>
            </p:nvPicPr>
            <p:blipFill>
              <a:blip r:embed="rId25"/>
              <a:stretch>
                <a:fillRect/>
              </a:stretch>
            </p:blipFill>
            <p:spPr>
              <a:xfrm>
                <a:off x="1180025" y="3498513"/>
                <a:ext cx="483456"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4" name="Ink 93">
                <a:extLst>
                  <a:ext uri="{FF2B5EF4-FFF2-40B4-BE49-F238E27FC236}">
                    <a16:creationId xmlns:a16="http://schemas.microsoft.com/office/drawing/2014/main" id="{1AE3663B-F14A-E3A5-709E-F55ED3259F0E}"/>
                  </a:ext>
                </a:extLst>
              </p14:cNvPr>
              <p14:cNvContentPartPr/>
              <p14:nvPr/>
            </p14:nvContentPartPr>
            <p14:xfrm>
              <a:off x="946013" y="3569073"/>
              <a:ext cx="298440" cy="150480"/>
            </p14:xfrm>
          </p:contentPart>
        </mc:Choice>
        <mc:Fallback xmlns="">
          <p:pic>
            <p:nvPicPr>
              <p:cNvPr id="94" name="Ink 93">
                <a:extLst>
                  <a:ext uri="{FF2B5EF4-FFF2-40B4-BE49-F238E27FC236}">
                    <a16:creationId xmlns:a16="http://schemas.microsoft.com/office/drawing/2014/main" id="{1AE3663B-F14A-E3A5-709E-F55ED3259F0E}"/>
                  </a:ext>
                </a:extLst>
              </p:cNvPr>
              <p:cNvPicPr/>
              <p:nvPr/>
            </p:nvPicPr>
            <p:blipFill>
              <a:blip r:embed="rId27"/>
              <a:stretch>
                <a:fillRect/>
              </a:stretch>
            </p:blipFill>
            <p:spPr>
              <a:xfrm>
                <a:off x="930533" y="3553593"/>
                <a:ext cx="3290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98" name="Ink 97">
                <a:extLst>
                  <a:ext uri="{FF2B5EF4-FFF2-40B4-BE49-F238E27FC236}">
                    <a16:creationId xmlns:a16="http://schemas.microsoft.com/office/drawing/2014/main" id="{02BECDC4-1412-7E63-80A9-F680C565E7DD}"/>
                  </a:ext>
                </a:extLst>
              </p14:cNvPr>
              <p14:cNvContentPartPr/>
              <p14:nvPr/>
            </p14:nvContentPartPr>
            <p14:xfrm>
              <a:off x="2445773" y="2417073"/>
              <a:ext cx="286200" cy="418320"/>
            </p14:xfrm>
          </p:contentPart>
        </mc:Choice>
        <mc:Fallback xmlns="">
          <p:pic>
            <p:nvPicPr>
              <p:cNvPr id="98" name="Ink 97">
                <a:extLst>
                  <a:ext uri="{FF2B5EF4-FFF2-40B4-BE49-F238E27FC236}">
                    <a16:creationId xmlns:a16="http://schemas.microsoft.com/office/drawing/2014/main" id="{02BECDC4-1412-7E63-80A9-F680C565E7DD}"/>
                  </a:ext>
                </a:extLst>
              </p:cNvPr>
              <p:cNvPicPr/>
              <p:nvPr/>
            </p:nvPicPr>
            <p:blipFill>
              <a:blip r:embed="rId29"/>
              <a:stretch>
                <a:fillRect/>
              </a:stretch>
            </p:blipFill>
            <p:spPr>
              <a:xfrm>
                <a:off x="2430293" y="2401593"/>
                <a:ext cx="31680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9" name="Ink 98">
                <a:extLst>
                  <a:ext uri="{FF2B5EF4-FFF2-40B4-BE49-F238E27FC236}">
                    <a16:creationId xmlns:a16="http://schemas.microsoft.com/office/drawing/2014/main" id="{0E71E1F0-44FD-8B24-3BF6-C4A2AC02DD53}"/>
                  </a:ext>
                </a:extLst>
              </p14:cNvPr>
              <p14:cNvContentPartPr/>
              <p14:nvPr/>
            </p14:nvContentPartPr>
            <p14:xfrm>
              <a:off x="2454773" y="2822433"/>
              <a:ext cx="270720" cy="3600"/>
            </p14:xfrm>
          </p:contentPart>
        </mc:Choice>
        <mc:Fallback xmlns="">
          <p:pic>
            <p:nvPicPr>
              <p:cNvPr id="99" name="Ink 98">
                <a:extLst>
                  <a:ext uri="{FF2B5EF4-FFF2-40B4-BE49-F238E27FC236}">
                    <a16:creationId xmlns:a16="http://schemas.microsoft.com/office/drawing/2014/main" id="{0E71E1F0-44FD-8B24-3BF6-C4A2AC02DD53}"/>
                  </a:ext>
                </a:extLst>
              </p:cNvPr>
              <p:cNvPicPr/>
              <p:nvPr/>
            </p:nvPicPr>
            <p:blipFill>
              <a:blip r:embed="rId31"/>
              <a:stretch>
                <a:fillRect/>
              </a:stretch>
            </p:blipFill>
            <p:spPr>
              <a:xfrm>
                <a:off x="2439293" y="2805233"/>
                <a:ext cx="301320" cy="37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3" name="Ink 102">
                <a:extLst>
                  <a:ext uri="{FF2B5EF4-FFF2-40B4-BE49-F238E27FC236}">
                    <a16:creationId xmlns:a16="http://schemas.microsoft.com/office/drawing/2014/main" id="{AA0676D2-6201-A45F-F422-F32F07A14A12}"/>
                  </a:ext>
                </a:extLst>
              </p14:cNvPr>
              <p14:cNvContentPartPr/>
              <p14:nvPr/>
            </p14:nvContentPartPr>
            <p14:xfrm>
              <a:off x="2528573" y="2524353"/>
              <a:ext cx="147960" cy="200160"/>
            </p14:xfrm>
          </p:contentPart>
        </mc:Choice>
        <mc:Fallback xmlns="">
          <p:pic>
            <p:nvPicPr>
              <p:cNvPr id="103" name="Ink 102">
                <a:extLst>
                  <a:ext uri="{FF2B5EF4-FFF2-40B4-BE49-F238E27FC236}">
                    <a16:creationId xmlns:a16="http://schemas.microsoft.com/office/drawing/2014/main" id="{AA0676D2-6201-A45F-F422-F32F07A14A12}"/>
                  </a:ext>
                </a:extLst>
              </p:cNvPr>
              <p:cNvPicPr/>
              <p:nvPr/>
            </p:nvPicPr>
            <p:blipFill>
              <a:blip r:embed="rId33"/>
              <a:stretch>
                <a:fillRect/>
              </a:stretch>
            </p:blipFill>
            <p:spPr>
              <a:xfrm>
                <a:off x="2513093" y="2508873"/>
                <a:ext cx="1785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07" name="Ink 106">
                <a:extLst>
                  <a:ext uri="{FF2B5EF4-FFF2-40B4-BE49-F238E27FC236}">
                    <a16:creationId xmlns:a16="http://schemas.microsoft.com/office/drawing/2014/main" id="{CE059A9E-0F2C-9B2E-94EA-B50A282196FE}"/>
                  </a:ext>
                </a:extLst>
              </p14:cNvPr>
              <p14:cNvContentPartPr/>
              <p14:nvPr/>
            </p14:nvContentPartPr>
            <p14:xfrm>
              <a:off x="1923413" y="1900833"/>
              <a:ext cx="464400" cy="682200"/>
            </p14:xfrm>
          </p:contentPart>
        </mc:Choice>
        <mc:Fallback xmlns="">
          <p:pic>
            <p:nvPicPr>
              <p:cNvPr id="107" name="Ink 106">
                <a:extLst>
                  <a:ext uri="{FF2B5EF4-FFF2-40B4-BE49-F238E27FC236}">
                    <a16:creationId xmlns:a16="http://schemas.microsoft.com/office/drawing/2014/main" id="{CE059A9E-0F2C-9B2E-94EA-B50A282196FE}"/>
                  </a:ext>
                </a:extLst>
              </p:cNvPr>
              <p:cNvPicPr/>
              <p:nvPr/>
            </p:nvPicPr>
            <p:blipFill>
              <a:blip r:embed="rId35"/>
              <a:stretch>
                <a:fillRect/>
              </a:stretch>
            </p:blipFill>
            <p:spPr>
              <a:xfrm>
                <a:off x="1907933" y="1885361"/>
                <a:ext cx="495000" cy="712784"/>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2" name="Ink 111">
                <a:extLst>
                  <a:ext uri="{FF2B5EF4-FFF2-40B4-BE49-F238E27FC236}">
                    <a16:creationId xmlns:a16="http://schemas.microsoft.com/office/drawing/2014/main" id="{414B5EC0-7074-3E5E-153C-2A24DD109ECB}"/>
                  </a:ext>
                </a:extLst>
              </p14:cNvPr>
              <p14:cNvContentPartPr/>
              <p14:nvPr/>
            </p14:nvContentPartPr>
            <p14:xfrm>
              <a:off x="1996853" y="2831793"/>
              <a:ext cx="396720" cy="538200"/>
            </p14:xfrm>
          </p:contentPart>
        </mc:Choice>
        <mc:Fallback xmlns="">
          <p:pic>
            <p:nvPicPr>
              <p:cNvPr id="112" name="Ink 111">
                <a:extLst>
                  <a:ext uri="{FF2B5EF4-FFF2-40B4-BE49-F238E27FC236}">
                    <a16:creationId xmlns:a16="http://schemas.microsoft.com/office/drawing/2014/main" id="{414B5EC0-7074-3E5E-153C-2A24DD109ECB}"/>
                  </a:ext>
                </a:extLst>
              </p:cNvPr>
              <p:cNvPicPr/>
              <p:nvPr/>
            </p:nvPicPr>
            <p:blipFill>
              <a:blip r:embed="rId37"/>
              <a:stretch>
                <a:fillRect/>
              </a:stretch>
            </p:blipFill>
            <p:spPr>
              <a:xfrm>
                <a:off x="1981373" y="2816313"/>
                <a:ext cx="427320" cy="568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3" name="Ink 112">
                <a:extLst>
                  <a:ext uri="{FF2B5EF4-FFF2-40B4-BE49-F238E27FC236}">
                    <a16:creationId xmlns:a16="http://schemas.microsoft.com/office/drawing/2014/main" id="{3E663DD0-6D75-9886-6D41-D800C00921AA}"/>
                  </a:ext>
                </a:extLst>
              </p14:cNvPr>
              <p14:cNvContentPartPr/>
              <p14:nvPr/>
            </p14:nvContentPartPr>
            <p14:xfrm>
              <a:off x="1769693" y="2764113"/>
              <a:ext cx="3600" cy="15840"/>
            </p14:xfrm>
          </p:contentPart>
        </mc:Choice>
        <mc:Fallback xmlns="">
          <p:pic>
            <p:nvPicPr>
              <p:cNvPr id="113" name="Ink 112">
                <a:extLst>
                  <a:ext uri="{FF2B5EF4-FFF2-40B4-BE49-F238E27FC236}">
                    <a16:creationId xmlns:a16="http://schemas.microsoft.com/office/drawing/2014/main" id="{3E663DD0-6D75-9886-6D41-D800C00921AA}"/>
                  </a:ext>
                </a:extLst>
              </p:cNvPr>
              <p:cNvPicPr/>
              <p:nvPr/>
            </p:nvPicPr>
            <p:blipFill>
              <a:blip r:embed="rId39"/>
              <a:stretch>
                <a:fillRect/>
              </a:stretch>
            </p:blipFill>
            <p:spPr>
              <a:xfrm>
                <a:off x="1754213" y="2748273"/>
                <a:ext cx="34200" cy="47152"/>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4" name="Ink 113">
                <a:extLst>
                  <a:ext uri="{FF2B5EF4-FFF2-40B4-BE49-F238E27FC236}">
                    <a16:creationId xmlns:a16="http://schemas.microsoft.com/office/drawing/2014/main" id="{15197389-5ED0-8C20-48A8-28AC1AE4E828}"/>
                  </a:ext>
                </a:extLst>
              </p14:cNvPr>
              <p14:cNvContentPartPr/>
              <p14:nvPr/>
            </p14:nvContentPartPr>
            <p14:xfrm>
              <a:off x="1778693" y="2899473"/>
              <a:ext cx="6480" cy="15840"/>
            </p14:xfrm>
          </p:contentPart>
        </mc:Choice>
        <mc:Fallback xmlns="">
          <p:pic>
            <p:nvPicPr>
              <p:cNvPr id="114" name="Ink 113">
                <a:extLst>
                  <a:ext uri="{FF2B5EF4-FFF2-40B4-BE49-F238E27FC236}">
                    <a16:creationId xmlns:a16="http://schemas.microsoft.com/office/drawing/2014/main" id="{15197389-5ED0-8C20-48A8-28AC1AE4E828}"/>
                  </a:ext>
                </a:extLst>
              </p:cNvPr>
              <p:cNvPicPr/>
              <p:nvPr/>
            </p:nvPicPr>
            <p:blipFill>
              <a:blip r:embed="rId41"/>
              <a:stretch>
                <a:fillRect/>
              </a:stretch>
            </p:blipFill>
            <p:spPr>
              <a:xfrm>
                <a:off x="1763213" y="2883993"/>
                <a:ext cx="370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15" name="Ink 114">
                <a:extLst>
                  <a:ext uri="{FF2B5EF4-FFF2-40B4-BE49-F238E27FC236}">
                    <a16:creationId xmlns:a16="http://schemas.microsoft.com/office/drawing/2014/main" id="{90E22F3F-00CB-DE1F-CB4A-A5C12AC751D4}"/>
                  </a:ext>
                </a:extLst>
              </p14:cNvPr>
              <p14:cNvContentPartPr/>
              <p14:nvPr/>
            </p14:nvContentPartPr>
            <p14:xfrm>
              <a:off x="1788053" y="3052833"/>
              <a:ext cx="6480" cy="6480"/>
            </p14:xfrm>
          </p:contentPart>
        </mc:Choice>
        <mc:Fallback xmlns="">
          <p:pic>
            <p:nvPicPr>
              <p:cNvPr id="115" name="Ink 114">
                <a:extLst>
                  <a:ext uri="{FF2B5EF4-FFF2-40B4-BE49-F238E27FC236}">
                    <a16:creationId xmlns:a16="http://schemas.microsoft.com/office/drawing/2014/main" id="{90E22F3F-00CB-DE1F-CB4A-A5C12AC751D4}"/>
                  </a:ext>
                </a:extLst>
              </p:cNvPr>
              <p:cNvPicPr/>
              <p:nvPr/>
            </p:nvPicPr>
            <p:blipFill>
              <a:blip r:embed="rId43"/>
              <a:stretch>
                <a:fillRect/>
              </a:stretch>
            </p:blipFill>
            <p:spPr>
              <a:xfrm>
                <a:off x="1772573" y="3037353"/>
                <a:ext cx="3708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16" name="Ink 115">
                <a:extLst>
                  <a:ext uri="{FF2B5EF4-FFF2-40B4-BE49-F238E27FC236}">
                    <a16:creationId xmlns:a16="http://schemas.microsoft.com/office/drawing/2014/main" id="{4EDBD605-1414-1F88-846C-95F4F8C5426A}"/>
                  </a:ext>
                </a:extLst>
              </p14:cNvPr>
              <p14:cNvContentPartPr/>
              <p14:nvPr/>
            </p14:nvContentPartPr>
            <p14:xfrm>
              <a:off x="2279813" y="2668713"/>
              <a:ext cx="12600" cy="12600"/>
            </p14:xfrm>
          </p:contentPart>
        </mc:Choice>
        <mc:Fallback xmlns="">
          <p:pic>
            <p:nvPicPr>
              <p:cNvPr id="116" name="Ink 115">
                <a:extLst>
                  <a:ext uri="{FF2B5EF4-FFF2-40B4-BE49-F238E27FC236}">
                    <a16:creationId xmlns:a16="http://schemas.microsoft.com/office/drawing/2014/main" id="{4EDBD605-1414-1F88-846C-95F4F8C5426A}"/>
                  </a:ext>
                </a:extLst>
              </p:cNvPr>
              <p:cNvPicPr/>
              <p:nvPr/>
            </p:nvPicPr>
            <p:blipFill>
              <a:blip r:embed="rId45"/>
              <a:stretch>
                <a:fillRect/>
              </a:stretch>
            </p:blipFill>
            <p:spPr>
              <a:xfrm>
                <a:off x="2264333" y="2653233"/>
                <a:ext cx="432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17" name="Ink 116">
                <a:extLst>
                  <a:ext uri="{FF2B5EF4-FFF2-40B4-BE49-F238E27FC236}">
                    <a16:creationId xmlns:a16="http://schemas.microsoft.com/office/drawing/2014/main" id="{5D68429D-0456-DD79-0D9E-92E9BD75F8C0}"/>
                  </a:ext>
                </a:extLst>
              </p14:cNvPr>
              <p14:cNvContentPartPr/>
              <p14:nvPr/>
            </p14:nvContentPartPr>
            <p14:xfrm>
              <a:off x="2288813" y="2739633"/>
              <a:ext cx="9720" cy="9720"/>
            </p14:xfrm>
          </p:contentPart>
        </mc:Choice>
        <mc:Fallback xmlns="">
          <p:pic>
            <p:nvPicPr>
              <p:cNvPr id="117" name="Ink 116">
                <a:extLst>
                  <a:ext uri="{FF2B5EF4-FFF2-40B4-BE49-F238E27FC236}">
                    <a16:creationId xmlns:a16="http://schemas.microsoft.com/office/drawing/2014/main" id="{5D68429D-0456-DD79-0D9E-92E9BD75F8C0}"/>
                  </a:ext>
                </a:extLst>
              </p:cNvPr>
              <p:cNvPicPr/>
              <p:nvPr/>
            </p:nvPicPr>
            <p:blipFill>
              <a:blip r:embed="rId47"/>
              <a:stretch>
                <a:fillRect/>
              </a:stretch>
            </p:blipFill>
            <p:spPr>
              <a:xfrm>
                <a:off x="2272738" y="2724153"/>
                <a:ext cx="41497"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8" name="Ink 117">
                <a:extLst>
                  <a:ext uri="{FF2B5EF4-FFF2-40B4-BE49-F238E27FC236}">
                    <a16:creationId xmlns:a16="http://schemas.microsoft.com/office/drawing/2014/main" id="{DB50548D-F93F-B341-62FD-AE762FB0A8A2}"/>
                  </a:ext>
                </a:extLst>
              </p14:cNvPr>
              <p14:cNvContentPartPr/>
              <p14:nvPr/>
            </p14:nvContentPartPr>
            <p14:xfrm>
              <a:off x="2307173" y="2807313"/>
              <a:ext cx="6480" cy="3600"/>
            </p14:xfrm>
          </p:contentPart>
        </mc:Choice>
        <mc:Fallback xmlns="">
          <p:pic>
            <p:nvPicPr>
              <p:cNvPr id="118" name="Ink 117">
                <a:extLst>
                  <a:ext uri="{FF2B5EF4-FFF2-40B4-BE49-F238E27FC236}">
                    <a16:creationId xmlns:a16="http://schemas.microsoft.com/office/drawing/2014/main" id="{DB50548D-F93F-B341-62FD-AE762FB0A8A2}"/>
                  </a:ext>
                </a:extLst>
              </p:cNvPr>
              <p:cNvPicPr/>
              <p:nvPr/>
            </p:nvPicPr>
            <p:blipFill>
              <a:blip r:embed="rId49"/>
              <a:stretch>
                <a:fillRect/>
              </a:stretch>
            </p:blipFill>
            <p:spPr>
              <a:xfrm>
                <a:off x="2291693" y="2791833"/>
                <a:ext cx="370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22" name="Ink 121">
                <a:extLst>
                  <a:ext uri="{FF2B5EF4-FFF2-40B4-BE49-F238E27FC236}">
                    <a16:creationId xmlns:a16="http://schemas.microsoft.com/office/drawing/2014/main" id="{407F564B-8559-447A-3EDB-F0AFA6593892}"/>
                  </a:ext>
                </a:extLst>
              </p14:cNvPr>
              <p14:cNvContentPartPr/>
              <p14:nvPr/>
            </p14:nvContentPartPr>
            <p14:xfrm>
              <a:off x="2737373" y="2589153"/>
              <a:ext cx="218520" cy="80280"/>
            </p14:xfrm>
          </p:contentPart>
        </mc:Choice>
        <mc:Fallback xmlns="">
          <p:pic>
            <p:nvPicPr>
              <p:cNvPr id="122" name="Ink 121">
                <a:extLst>
                  <a:ext uri="{FF2B5EF4-FFF2-40B4-BE49-F238E27FC236}">
                    <a16:creationId xmlns:a16="http://schemas.microsoft.com/office/drawing/2014/main" id="{407F564B-8559-447A-3EDB-F0AFA6593892}"/>
                  </a:ext>
                </a:extLst>
              </p:cNvPr>
              <p:cNvPicPr/>
              <p:nvPr/>
            </p:nvPicPr>
            <p:blipFill>
              <a:blip r:embed="rId51"/>
              <a:stretch>
                <a:fillRect/>
              </a:stretch>
            </p:blipFill>
            <p:spPr>
              <a:xfrm>
                <a:off x="2721893" y="2573673"/>
                <a:ext cx="2491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24" name="Ink 123">
                <a:extLst>
                  <a:ext uri="{FF2B5EF4-FFF2-40B4-BE49-F238E27FC236}">
                    <a16:creationId xmlns:a16="http://schemas.microsoft.com/office/drawing/2014/main" id="{72561A36-61C6-CB21-1CDC-4FD85F956C28}"/>
                  </a:ext>
                </a:extLst>
              </p14:cNvPr>
              <p14:cNvContentPartPr/>
              <p14:nvPr/>
            </p14:nvContentPartPr>
            <p14:xfrm>
              <a:off x="2976095" y="2466884"/>
              <a:ext cx="364680" cy="361440"/>
            </p14:xfrm>
          </p:contentPart>
        </mc:Choice>
        <mc:Fallback xmlns="">
          <p:pic>
            <p:nvPicPr>
              <p:cNvPr id="124" name="Ink 123">
                <a:extLst>
                  <a:ext uri="{FF2B5EF4-FFF2-40B4-BE49-F238E27FC236}">
                    <a16:creationId xmlns:a16="http://schemas.microsoft.com/office/drawing/2014/main" id="{72561A36-61C6-CB21-1CDC-4FD85F956C28}"/>
                  </a:ext>
                </a:extLst>
              </p:cNvPr>
              <p:cNvPicPr/>
              <p:nvPr/>
            </p:nvPicPr>
            <p:blipFill>
              <a:blip r:embed="rId53"/>
              <a:stretch>
                <a:fillRect/>
              </a:stretch>
            </p:blipFill>
            <p:spPr>
              <a:xfrm>
                <a:off x="2960600" y="2451404"/>
                <a:ext cx="39531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27" name="Ink 126">
                <a:extLst>
                  <a:ext uri="{FF2B5EF4-FFF2-40B4-BE49-F238E27FC236}">
                    <a16:creationId xmlns:a16="http://schemas.microsoft.com/office/drawing/2014/main" id="{AB61E0E7-94AD-FD8C-042B-3169C501D856}"/>
                  </a:ext>
                </a:extLst>
              </p14:cNvPr>
              <p14:cNvContentPartPr/>
              <p14:nvPr/>
            </p14:nvContentPartPr>
            <p14:xfrm>
              <a:off x="3352261" y="2579599"/>
              <a:ext cx="311040" cy="89640"/>
            </p14:xfrm>
          </p:contentPart>
        </mc:Choice>
        <mc:Fallback xmlns="">
          <p:pic>
            <p:nvPicPr>
              <p:cNvPr id="127" name="Ink 126">
                <a:extLst>
                  <a:ext uri="{FF2B5EF4-FFF2-40B4-BE49-F238E27FC236}">
                    <a16:creationId xmlns:a16="http://schemas.microsoft.com/office/drawing/2014/main" id="{AB61E0E7-94AD-FD8C-042B-3169C501D856}"/>
                  </a:ext>
                </a:extLst>
              </p:cNvPr>
              <p:cNvPicPr/>
              <p:nvPr/>
            </p:nvPicPr>
            <p:blipFill>
              <a:blip r:embed="rId55"/>
              <a:stretch>
                <a:fillRect/>
              </a:stretch>
            </p:blipFill>
            <p:spPr>
              <a:xfrm>
                <a:off x="3336781" y="2564119"/>
                <a:ext cx="34164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40" name="Ink 139">
                <a:extLst>
                  <a:ext uri="{FF2B5EF4-FFF2-40B4-BE49-F238E27FC236}">
                    <a16:creationId xmlns:a16="http://schemas.microsoft.com/office/drawing/2014/main" id="{10F08D3D-7CD2-B382-DCDD-28888DF9DA1D}"/>
                  </a:ext>
                </a:extLst>
              </p14:cNvPr>
              <p14:cNvContentPartPr/>
              <p14:nvPr/>
            </p14:nvContentPartPr>
            <p14:xfrm>
              <a:off x="3430381" y="2818279"/>
              <a:ext cx="509400" cy="290880"/>
            </p14:xfrm>
          </p:contentPart>
        </mc:Choice>
        <mc:Fallback xmlns="">
          <p:pic>
            <p:nvPicPr>
              <p:cNvPr id="140" name="Ink 139">
                <a:extLst>
                  <a:ext uri="{FF2B5EF4-FFF2-40B4-BE49-F238E27FC236}">
                    <a16:creationId xmlns:a16="http://schemas.microsoft.com/office/drawing/2014/main" id="{10F08D3D-7CD2-B382-DCDD-28888DF9DA1D}"/>
                  </a:ext>
                </a:extLst>
              </p:cNvPr>
              <p:cNvPicPr/>
              <p:nvPr/>
            </p:nvPicPr>
            <p:blipFill>
              <a:blip r:embed="rId57"/>
              <a:stretch>
                <a:fillRect/>
              </a:stretch>
            </p:blipFill>
            <p:spPr>
              <a:xfrm>
                <a:off x="3414901" y="2802799"/>
                <a:ext cx="54000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60" name="Ink 159">
                <a:extLst>
                  <a:ext uri="{FF2B5EF4-FFF2-40B4-BE49-F238E27FC236}">
                    <a16:creationId xmlns:a16="http://schemas.microsoft.com/office/drawing/2014/main" id="{C17490C9-E722-08CA-C049-DB5FCC51E5EA}"/>
                  </a:ext>
                </a:extLst>
              </p14:cNvPr>
              <p14:cNvContentPartPr/>
              <p14:nvPr/>
            </p14:nvContentPartPr>
            <p14:xfrm>
              <a:off x="2946181" y="1961479"/>
              <a:ext cx="698400" cy="437040"/>
            </p14:xfrm>
          </p:contentPart>
        </mc:Choice>
        <mc:Fallback xmlns="">
          <p:pic>
            <p:nvPicPr>
              <p:cNvPr id="160" name="Ink 159">
                <a:extLst>
                  <a:ext uri="{FF2B5EF4-FFF2-40B4-BE49-F238E27FC236}">
                    <a16:creationId xmlns:a16="http://schemas.microsoft.com/office/drawing/2014/main" id="{C17490C9-E722-08CA-C049-DB5FCC51E5EA}"/>
                  </a:ext>
                </a:extLst>
              </p:cNvPr>
              <p:cNvPicPr/>
              <p:nvPr/>
            </p:nvPicPr>
            <p:blipFill>
              <a:blip r:embed="rId59"/>
              <a:stretch>
                <a:fillRect/>
              </a:stretch>
            </p:blipFill>
            <p:spPr>
              <a:xfrm>
                <a:off x="2930701" y="1945999"/>
                <a:ext cx="729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75" name="Ink 174">
                <a:extLst>
                  <a:ext uri="{FF2B5EF4-FFF2-40B4-BE49-F238E27FC236}">
                    <a16:creationId xmlns:a16="http://schemas.microsoft.com/office/drawing/2014/main" id="{0E01100E-93F2-54E6-4088-116EC91EBB24}"/>
                  </a:ext>
                </a:extLst>
              </p14:cNvPr>
              <p14:cNvContentPartPr/>
              <p14:nvPr/>
            </p14:nvContentPartPr>
            <p14:xfrm>
              <a:off x="5816770" y="1447724"/>
              <a:ext cx="1509840" cy="219600"/>
            </p14:xfrm>
          </p:contentPart>
        </mc:Choice>
        <mc:Fallback xmlns="">
          <p:pic>
            <p:nvPicPr>
              <p:cNvPr id="175" name="Ink 174">
                <a:extLst>
                  <a:ext uri="{FF2B5EF4-FFF2-40B4-BE49-F238E27FC236}">
                    <a16:creationId xmlns:a16="http://schemas.microsoft.com/office/drawing/2014/main" id="{0E01100E-93F2-54E6-4088-116EC91EBB24}"/>
                  </a:ext>
                </a:extLst>
              </p:cNvPr>
              <p:cNvPicPr/>
              <p:nvPr/>
            </p:nvPicPr>
            <p:blipFill>
              <a:blip r:embed="rId61"/>
              <a:stretch>
                <a:fillRect/>
              </a:stretch>
            </p:blipFill>
            <p:spPr>
              <a:xfrm>
                <a:off x="5801286" y="1432269"/>
                <a:ext cx="1540447" cy="25015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79" name="Ink 178">
                <a:extLst>
                  <a:ext uri="{FF2B5EF4-FFF2-40B4-BE49-F238E27FC236}">
                    <a16:creationId xmlns:a16="http://schemas.microsoft.com/office/drawing/2014/main" id="{4FF568BE-D96C-C014-93E8-7A669FA31BB7}"/>
                  </a:ext>
                </a:extLst>
              </p14:cNvPr>
              <p14:cNvContentPartPr/>
              <p14:nvPr/>
            </p14:nvContentPartPr>
            <p14:xfrm>
              <a:off x="2561781" y="2840569"/>
              <a:ext cx="63000" cy="996480"/>
            </p14:xfrm>
          </p:contentPart>
        </mc:Choice>
        <mc:Fallback xmlns="">
          <p:pic>
            <p:nvPicPr>
              <p:cNvPr id="179" name="Ink 178">
                <a:extLst>
                  <a:ext uri="{FF2B5EF4-FFF2-40B4-BE49-F238E27FC236}">
                    <a16:creationId xmlns:a16="http://schemas.microsoft.com/office/drawing/2014/main" id="{4FF568BE-D96C-C014-93E8-7A669FA31BB7}"/>
                  </a:ext>
                </a:extLst>
              </p:cNvPr>
              <p:cNvPicPr/>
              <p:nvPr/>
            </p:nvPicPr>
            <p:blipFill>
              <a:blip r:embed="rId63"/>
              <a:stretch>
                <a:fillRect/>
              </a:stretch>
            </p:blipFill>
            <p:spPr>
              <a:xfrm>
                <a:off x="2546301" y="2825089"/>
                <a:ext cx="93600" cy="1027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80" name="Ink 179">
                <a:extLst>
                  <a:ext uri="{FF2B5EF4-FFF2-40B4-BE49-F238E27FC236}">
                    <a16:creationId xmlns:a16="http://schemas.microsoft.com/office/drawing/2014/main" id="{97D6E5E3-337F-4226-E6F9-4041E75548B0}"/>
                  </a:ext>
                </a:extLst>
              </p14:cNvPr>
              <p14:cNvContentPartPr/>
              <p14:nvPr/>
            </p14:nvContentPartPr>
            <p14:xfrm>
              <a:off x="2107821" y="3832009"/>
              <a:ext cx="478080" cy="17280"/>
            </p14:xfrm>
          </p:contentPart>
        </mc:Choice>
        <mc:Fallback xmlns="">
          <p:pic>
            <p:nvPicPr>
              <p:cNvPr id="180" name="Ink 179">
                <a:extLst>
                  <a:ext uri="{FF2B5EF4-FFF2-40B4-BE49-F238E27FC236}">
                    <a16:creationId xmlns:a16="http://schemas.microsoft.com/office/drawing/2014/main" id="{97D6E5E3-337F-4226-E6F9-4041E75548B0}"/>
                  </a:ext>
                </a:extLst>
              </p:cNvPr>
              <p:cNvPicPr/>
              <p:nvPr/>
            </p:nvPicPr>
            <p:blipFill>
              <a:blip r:embed="rId65"/>
              <a:stretch>
                <a:fillRect/>
              </a:stretch>
            </p:blipFill>
            <p:spPr>
              <a:xfrm>
                <a:off x="2092341" y="3816529"/>
                <a:ext cx="5086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82" name="Ink 181">
                <a:extLst>
                  <a:ext uri="{FF2B5EF4-FFF2-40B4-BE49-F238E27FC236}">
                    <a16:creationId xmlns:a16="http://schemas.microsoft.com/office/drawing/2014/main" id="{CDA9876F-2A76-0533-0DB8-75E7F7BE5D14}"/>
                  </a:ext>
                </a:extLst>
              </p14:cNvPr>
              <p14:cNvContentPartPr/>
              <p14:nvPr/>
            </p14:nvContentPartPr>
            <p14:xfrm>
              <a:off x="1931781" y="3764329"/>
              <a:ext cx="87120" cy="128520"/>
            </p14:xfrm>
          </p:contentPart>
        </mc:Choice>
        <mc:Fallback xmlns="">
          <p:pic>
            <p:nvPicPr>
              <p:cNvPr id="182" name="Ink 181">
                <a:extLst>
                  <a:ext uri="{FF2B5EF4-FFF2-40B4-BE49-F238E27FC236}">
                    <a16:creationId xmlns:a16="http://schemas.microsoft.com/office/drawing/2014/main" id="{CDA9876F-2A76-0533-0DB8-75E7F7BE5D14}"/>
                  </a:ext>
                </a:extLst>
              </p:cNvPr>
              <p:cNvPicPr/>
              <p:nvPr/>
            </p:nvPicPr>
            <p:blipFill>
              <a:blip r:embed="rId67"/>
              <a:stretch>
                <a:fillRect/>
              </a:stretch>
            </p:blipFill>
            <p:spPr>
              <a:xfrm>
                <a:off x="1916365" y="3748806"/>
                <a:ext cx="117594" cy="159206"/>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85" name="Ink 184">
                <a:extLst>
                  <a:ext uri="{FF2B5EF4-FFF2-40B4-BE49-F238E27FC236}">
                    <a16:creationId xmlns:a16="http://schemas.microsoft.com/office/drawing/2014/main" id="{1EBC4DD8-809E-67EC-0C77-EBFA00C70645}"/>
                  </a:ext>
                </a:extLst>
              </p14:cNvPr>
              <p14:cNvContentPartPr/>
              <p14:nvPr/>
            </p14:nvContentPartPr>
            <p14:xfrm>
              <a:off x="6409789" y="2119422"/>
              <a:ext cx="635400" cy="531360"/>
            </p14:xfrm>
          </p:contentPart>
        </mc:Choice>
        <mc:Fallback xmlns="">
          <p:pic>
            <p:nvPicPr>
              <p:cNvPr id="185" name="Ink 184">
                <a:extLst>
                  <a:ext uri="{FF2B5EF4-FFF2-40B4-BE49-F238E27FC236}">
                    <a16:creationId xmlns:a16="http://schemas.microsoft.com/office/drawing/2014/main" id="{1EBC4DD8-809E-67EC-0C77-EBFA00C70645}"/>
                  </a:ext>
                </a:extLst>
              </p:cNvPr>
              <p:cNvPicPr/>
              <p:nvPr/>
            </p:nvPicPr>
            <p:blipFill>
              <a:blip r:embed="rId69"/>
              <a:stretch>
                <a:fillRect/>
              </a:stretch>
            </p:blipFill>
            <p:spPr>
              <a:xfrm>
                <a:off x="6394309" y="2103942"/>
                <a:ext cx="666000" cy="561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91" name="Ink 190">
                <a:extLst>
                  <a:ext uri="{FF2B5EF4-FFF2-40B4-BE49-F238E27FC236}">
                    <a16:creationId xmlns:a16="http://schemas.microsoft.com/office/drawing/2014/main" id="{FCE11081-3233-B285-0694-EAA438825C73}"/>
                  </a:ext>
                </a:extLst>
              </p14:cNvPr>
              <p14:cNvContentPartPr/>
              <p14:nvPr/>
            </p14:nvContentPartPr>
            <p14:xfrm>
              <a:off x="5631829" y="1981182"/>
              <a:ext cx="797040" cy="307440"/>
            </p14:xfrm>
          </p:contentPart>
        </mc:Choice>
        <mc:Fallback xmlns="">
          <p:pic>
            <p:nvPicPr>
              <p:cNvPr id="191" name="Ink 190">
                <a:extLst>
                  <a:ext uri="{FF2B5EF4-FFF2-40B4-BE49-F238E27FC236}">
                    <a16:creationId xmlns:a16="http://schemas.microsoft.com/office/drawing/2014/main" id="{FCE11081-3233-B285-0694-EAA438825C73}"/>
                  </a:ext>
                </a:extLst>
              </p:cNvPr>
              <p:cNvPicPr/>
              <p:nvPr/>
            </p:nvPicPr>
            <p:blipFill>
              <a:blip r:embed="rId71"/>
              <a:stretch>
                <a:fillRect/>
              </a:stretch>
            </p:blipFill>
            <p:spPr>
              <a:xfrm>
                <a:off x="5616349" y="1965702"/>
                <a:ext cx="82764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97" name="Ink 196">
                <a:extLst>
                  <a:ext uri="{FF2B5EF4-FFF2-40B4-BE49-F238E27FC236}">
                    <a16:creationId xmlns:a16="http://schemas.microsoft.com/office/drawing/2014/main" id="{B3EACD61-D185-56F5-C105-AE601C62B02F}"/>
                  </a:ext>
                </a:extLst>
              </p14:cNvPr>
              <p14:cNvContentPartPr/>
              <p14:nvPr/>
            </p14:nvContentPartPr>
            <p14:xfrm>
              <a:off x="5375509" y="1881822"/>
              <a:ext cx="162000" cy="88200"/>
            </p14:xfrm>
          </p:contentPart>
        </mc:Choice>
        <mc:Fallback xmlns="">
          <p:pic>
            <p:nvPicPr>
              <p:cNvPr id="197" name="Ink 196">
                <a:extLst>
                  <a:ext uri="{FF2B5EF4-FFF2-40B4-BE49-F238E27FC236}">
                    <a16:creationId xmlns:a16="http://schemas.microsoft.com/office/drawing/2014/main" id="{B3EACD61-D185-56F5-C105-AE601C62B02F}"/>
                  </a:ext>
                </a:extLst>
              </p:cNvPr>
              <p:cNvPicPr/>
              <p:nvPr/>
            </p:nvPicPr>
            <p:blipFill>
              <a:blip r:embed="rId73"/>
              <a:stretch>
                <a:fillRect/>
              </a:stretch>
            </p:blipFill>
            <p:spPr>
              <a:xfrm>
                <a:off x="5360029" y="1866342"/>
                <a:ext cx="1926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98" name="Ink 197">
                <a:extLst>
                  <a:ext uri="{FF2B5EF4-FFF2-40B4-BE49-F238E27FC236}">
                    <a16:creationId xmlns:a16="http://schemas.microsoft.com/office/drawing/2014/main" id="{8138BF40-690E-9381-B340-C11619F24435}"/>
                  </a:ext>
                </a:extLst>
              </p14:cNvPr>
              <p14:cNvContentPartPr/>
              <p14:nvPr/>
            </p14:nvContentPartPr>
            <p14:xfrm>
              <a:off x="6001189" y="1947702"/>
              <a:ext cx="153000" cy="119160"/>
            </p14:xfrm>
          </p:contentPart>
        </mc:Choice>
        <mc:Fallback xmlns="">
          <p:pic>
            <p:nvPicPr>
              <p:cNvPr id="198" name="Ink 197">
                <a:extLst>
                  <a:ext uri="{FF2B5EF4-FFF2-40B4-BE49-F238E27FC236}">
                    <a16:creationId xmlns:a16="http://schemas.microsoft.com/office/drawing/2014/main" id="{8138BF40-690E-9381-B340-C11619F24435}"/>
                  </a:ext>
                </a:extLst>
              </p:cNvPr>
              <p:cNvPicPr/>
              <p:nvPr/>
            </p:nvPicPr>
            <p:blipFill>
              <a:blip r:embed="rId75"/>
              <a:stretch>
                <a:fillRect/>
              </a:stretch>
            </p:blipFill>
            <p:spPr>
              <a:xfrm>
                <a:off x="5985709" y="1932222"/>
                <a:ext cx="1836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01" name="Ink 200">
                <a:extLst>
                  <a:ext uri="{FF2B5EF4-FFF2-40B4-BE49-F238E27FC236}">
                    <a16:creationId xmlns:a16="http://schemas.microsoft.com/office/drawing/2014/main" id="{CD62249D-6313-165C-5FD0-23BB49D4DB5D}"/>
                  </a:ext>
                </a:extLst>
              </p14:cNvPr>
              <p14:cNvContentPartPr/>
              <p14:nvPr/>
            </p14:nvContentPartPr>
            <p14:xfrm>
              <a:off x="5640829" y="2313462"/>
              <a:ext cx="778680" cy="74160"/>
            </p14:xfrm>
          </p:contentPart>
        </mc:Choice>
        <mc:Fallback xmlns="">
          <p:pic>
            <p:nvPicPr>
              <p:cNvPr id="201" name="Ink 200">
                <a:extLst>
                  <a:ext uri="{FF2B5EF4-FFF2-40B4-BE49-F238E27FC236}">
                    <a16:creationId xmlns:a16="http://schemas.microsoft.com/office/drawing/2014/main" id="{CD62249D-6313-165C-5FD0-23BB49D4DB5D}"/>
                  </a:ext>
                </a:extLst>
              </p:cNvPr>
              <p:cNvPicPr/>
              <p:nvPr/>
            </p:nvPicPr>
            <p:blipFill>
              <a:blip r:embed="rId77"/>
              <a:stretch>
                <a:fillRect/>
              </a:stretch>
            </p:blipFill>
            <p:spPr>
              <a:xfrm>
                <a:off x="5625342" y="2297982"/>
                <a:ext cx="809294"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06" name="Ink 205">
                <a:extLst>
                  <a:ext uri="{FF2B5EF4-FFF2-40B4-BE49-F238E27FC236}">
                    <a16:creationId xmlns:a16="http://schemas.microsoft.com/office/drawing/2014/main" id="{39AA8068-F78B-4417-B506-ED1988A1E095}"/>
                  </a:ext>
                </a:extLst>
              </p14:cNvPr>
              <p14:cNvContentPartPr/>
              <p14:nvPr/>
            </p14:nvContentPartPr>
            <p14:xfrm>
              <a:off x="5317549" y="2288262"/>
              <a:ext cx="215280" cy="129600"/>
            </p14:xfrm>
          </p:contentPart>
        </mc:Choice>
        <mc:Fallback xmlns="">
          <p:pic>
            <p:nvPicPr>
              <p:cNvPr id="206" name="Ink 205">
                <a:extLst>
                  <a:ext uri="{FF2B5EF4-FFF2-40B4-BE49-F238E27FC236}">
                    <a16:creationId xmlns:a16="http://schemas.microsoft.com/office/drawing/2014/main" id="{39AA8068-F78B-4417-B506-ED1988A1E095}"/>
                  </a:ext>
                </a:extLst>
              </p:cNvPr>
              <p:cNvPicPr/>
              <p:nvPr/>
            </p:nvPicPr>
            <p:blipFill>
              <a:blip r:embed="rId79"/>
              <a:stretch>
                <a:fillRect/>
              </a:stretch>
            </p:blipFill>
            <p:spPr>
              <a:xfrm>
                <a:off x="5302043" y="2272782"/>
                <a:ext cx="245931"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12" name="Ink 211">
                <a:extLst>
                  <a:ext uri="{FF2B5EF4-FFF2-40B4-BE49-F238E27FC236}">
                    <a16:creationId xmlns:a16="http://schemas.microsoft.com/office/drawing/2014/main" id="{C2D7C61D-D419-E9CC-4552-C31E84C42C67}"/>
                  </a:ext>
                </a:extLst>
              </p14:cNvPr>
              <p14:cNvContentPartPr/>
              <p14:nvPr/>
            </p14:nvContentPartPr>
            <p14:xfrm>
              <a:off x="5899669" y="2422182"/>
              <a:ext cx="14040" cy="129240"/>
            </p14:xfrm>
          </p:contentPart>
        </mc:Choice>
        <mc:Fallback xmlns="">
          <p:pic>
            <p:nvPicPr>
              <p:cNvPr id="212" name="Ink 211">
                <a:extLst>
                  <a:ext uri="{FF2B5EF4-FFF2-40B4-BE49-F238E27FC236}">
                    <a16:creationId xmlns:a16="http://schemas.microsoft.com/office/drawing/2014/main" id="{C2D7C61D-D419-E9CC-4552-C31E84C42C67}"/>
                  </a:ext>
                </a:extLst>
              </p:cNvPr>
              <p:cNvPicPr/>
              <p:nvPr/>
            </p:nvPicPr>
            <p:blipFill>
              <a:blip r:embed="rId81"/>
              <a:stretch>
                <a:fillRect/>
              </a:stretch>
            </p:blipFill>
            <p:spPr>
              <a:xfrm>
                <a:off x="5884576" y="2406745"/>
                <a:ext cx="43875" cy="159755"/>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13" name="Ink 212">
                <a:extLst>
                  <a:ext uri="{FF2B5EF4-FFF2-40B4-BE49-F238E27FC236}">
                    <a16:creationId xmlns:a16="http://schemas.microsoft.com/office/drawing/2014/main" id="{34527BC9-00F6-EF20-C53A-3BABD95E6A09}"/>
                  </a:ext>
                </a:extLst>
              </p14:cNvPr>
              <p14:cNvContentPartPr/>
              <p14:nvPr/>
            </p14:nvContentPartPr>
            <p14:xfrm>
              <a:off x="5793469" y="2214102"/>
              <a:ext cx="226800" cy="90720"/>
            </p14:xfrm>
          </p:contentPart>
        </mc:Choice>
        <mc:Fallback xmlns="">
          <p:pic>
            <p:nvPicPr>
              <p:cNvPr id="213" name="Ink 212">
                <a:extLst>
                  <a:ext uri="{FF2B5EF4-FFF2-40B4-BE49-F238E27FC236}">
                    <a16:creationId xmlns:a16="http://schemas.microsoft.com/office/drawing/2014/main" id="{34527BC9-00F6-EF20-C53A-3BABD95E6A09}"/>
                  </a:ext>
                </a:extLst>
              </p:cNvPr>
              <p:cNvPicPr/>
              <p:nvPr/>
            </p:nvPicPr>
            <p:blipFill>
              <a:blip r:embed="rId83"/>
              <a:stretch>
                <a:fillRect/>
              </a:stretch>
            </p:blipFill>
            <p:spPr>
              <a:xfrm>
                <a:off x="5777989" y="2198560"/>
                <a:ext cx="257400" cy="121442"/>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19" name="Ink 218">
                <a:extLst>
                  <a:ext uri="{FF2B5EF4-FFF2-40B4-BE49-F238E27FC236}">
                    <a16:creationId xmlns:a16="http://schemas.microsoft.com/office/drawing/2014/main" id="{98736FE7-50C9-5176-C78B-753A19CF9565}"/>
                  </a:ext>
                </a:extLst>
              </p14:cNvPr>
              <p14:cNvContentPartPr/>
              <p14:nvPr/>
            </p14:nvContentPartPr>
            <p14:xfrm>
              <a:off x="5774749" y="2454222"/>
              <a:ext cx="609840" cy="323640"/>
            </p14:xfrm>
          </p:contentPart>
        </mc:Choice>
        <mc:Fallback xmlns="">
          <p:pic>
            <p:nvPicPr>
              <p:cNvPr id="219" name="Ink 218">
                <a:extLst>
                  <a:ext uri="{FF2B5EF4-FFF2-40B4-BE49-F238E27FC236}">
                    <a16:creationId xmlns:a16="http://schemas.microsoft.com/office/drawing/2014/main" id="{98736FE7-50C9-5176-C78B-753A19CF9565}"/>
                  </a:ext>
                </a:extLst>
              </p:cNvPr>
              <p:cNvPicPr/>
              <p:nvPr/>
            </p:nvPicPr>
            <p:blipFill>
              <a:blip r:embed="rId85"/>
              <a:stretch>
                <a:fillRect/>
              </a:stretch>
            </p:blipFill>
            <p:spPr>
              <a:xfrm>
                <a:off x="5759269" y="2438742"/>
                <a:ext cx="64044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24" name="Ink 223">
                <a:extLst>
                  <a:ext uri="{FF2B5EF4-FFF2-40B4-BE49-F238E27FC236}">
                    <a16:creationId xmlns:a16="http://schemas.microsoft.com/office/drawing/2014/main" id="{3D753449-912A-A5C6-EB2A-E080A8FCF7F0}"/>
                  </a:ext>
                </a:extLst>
              </p14:cNvPr>
              <p14:cNvContentPartPr/>
              <p14:nvPr/>
            </p14:nvContentPartPr>
            <p14:xfrm>
              <a:off x="5481709" y="2777502"/>
              <a:ext cx="247320" cy="103320"/>
            </p14:xfrm>
          </p:contentPart>
        </mc:Choice>
        <mc:Fallback xmlns="">
          <p:pic>
            <p:nvPicPr>
              <p:cNvPr id="224" name="Ink 223">
                <a:extLst>
                  <a:ext uri="{FF2B5EF4-FFF2-40B4-BE49-F238E27FC236}">
                    <a16:creationId xmlns:a16="http://schemas.microsoft.com/office/drawing/2014/main" id="{3D753449-912A-A5C6-EB2A-E080A8FCF7F0}"/>
                  </a:ext>
                </a:extLst>
              </p:cNvPr>
              <p:cNvPicPr/>
              <p:nvPr/>
            </p:nvPicPr>
            <p:blipFill>
              <a:blip r:embed="rId87"/>
              <a:stretch>
                <a:fillRect/>
              </a:stretch>
            </p:blipFill>
            <p:spPr>
              <a:xfrm>
                <a:off x="5466251" y="2762022"/>
                <a:ext cx="277876"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27" name="Ink 226">
                <a:extLst>
                  <a:ext uri="{FF2B5EF4-FFF2-40B4-BE49-F238E27FC236}">
                    <a16:creationId xmlns:a16="http://schemas.microsoft.com/office/drawing/2014/main" id="{96FF2FCA-B68D-C8B9-6A77-10B1925D30DA}"/>
                  </a:ext>
                </a:extLst>
              </p14:cNvPr>
              <p14:cNvContentPartPr/>
              <p14:nvPr/>
            </p14:nvContentPartPr>
            <p14:xfrm>
              <a:off x="5989669" y="2688582"/>
              <a:ext cx="203400" cy="100800"/>
            </p14:xfrm>
          </p:contentPart>
        </mc:Choice>
        <mc:Fallback xmlns="">
          <p:pic>
            <p:nvPicPr>
              <p:cNvPr id="227" name="Ink 226">
                <a:extLst>
                  <a:ext uri="{FF2B5EF4-FFF2-40B4-BE49-F238E27FC236}">
                    <a16:creationId xmlns:a16="http://schemas.microsoft.com/office/drawing/2014/main" id="{96FF2FCA-B68D-C8B9-6A77-10B1925D30DA}"/>
                  </a:ext>
                </a:extLst>
              </p:cNvPr>
              <p:cNvPicPr/>
              <p:nvPr/>
            </p:nvPicPr>
            <p:blipFill>
              <a:blip r:embed="rId89"/>
              <a:stretch>
                <a:fillRect/>
              </a:stretch>
            </p:blipFill>
            <p:spPr>
              <a:xfrm>
                <a:off x="5974216" y="2673102"/>
                <a:ext cx="233946"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32" name="Ink 231">
                <a:extLst>
                  <a:ext uri="{FF2B5EF4-FFF2-40B4-BE49-F238E27FC236}">
                    <a16:creationId xmlns:a16="http://schemas.microsoft.com/office/drawing/2014/main" id="{66534E79-CE7C-3350-F515-B6C0A2C876A9}"/>
                  </a:ext>
                </a:extLst>
              </p14:cNvPr>
              <p14:cNvContentPartPr/>
              <p14:nvPr/>
            </p14:nvContentPartPr>
            <p14:xfrm>
              <a:off x="5878789" y="2572302"/>
              <a:ext cx="522360" cy="718200"/>
            </p14:xfrm>
          </p:contentPart>
        </mc:Choice>
        <mc:Fallback xmlns="">
          <p:pic>
            <p:nvPicPr>
              <p:cNvPr id="232" name="Ink 231">
                <a:extLst>
                  <a:ext uri="{FF2B5EF4-FFF2-40B4-BE49-F238E27FC236}">
                    <a16:creationId xmlns:a16="http://schemas.microsoft.com/office/drawing/2014/main" id="{66534E79-CE7C-3350-F515-B6C0A2C876A9}"/>
                  </a:ext>
                </a:extLst>
              </p:cNvPr>
              <p:cNvPicPr/>
              <p:nvPr/>
            </p:nvPicPr>
            <p:blipFill>
              <a:blip r:embed="rId91"/>
              <a:stretch>
                <a:fillRect/>
              </a:stretch>
            </p:blipFill>
            <p:spPr>
              <a:xfrm>
                <a:off x="5863309" y="2556822"/>
                <a:ext cx="552960" cy="748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46" name="Ink 245">
                <a:extLst>
                  <a:ext uri="{FF2B5EF4-FFF2-40B4-BE49-F238E27FC236}">
                    <a16:creationId xmlns:a16="http://schemas.microsoft.com/office/drawing/2014/main" id="{CA8BB1DE-C439-830F-6EB8-9D778F40D5AF}"/>
                  </a:ext>
                </a:extLst>
              </p14:cNvPr>
              <p14:cNvContentPartPr/>
              <p14:nvPr/>
            </p14:nvContentPartPr>
            <p14:xfrm>
              <a:off x="7259749" y="2479782"/>
              <a:ext cx="1304640" cy="188640"/>
            </p14:xfrm>
          </p:contentPart>
        </mc:Choice>
        <mc:Fallback xmlns="">
          <p:pic>
            <p:nvPicPr>
              <p:cNvPr id="246" name="Ink 245">
                <a:extLst>
                  <a:ext uri="{FF2B5EF4-FFF2-40B4-BE49-F238E27FC236}">
                    <a16:creationId xmlns:a16="http://schemas.microsoft.com/office/drawing/2014/main" id="{CA8BB1DE-C439-830F-6EB8-9D778F40D5AF}"/>
                  </a:ext>
                </a:extLst>
              </p:cNvPr>
              <p:cNvPicPr/>
              <p:nvPr/>
            </p:nvPicPr>
            <p:blipFill>
              <a:blip r:embed="rId93"/>
              <a:stretch>
                <a:fillRect/>
              </a:stretch>
            </p:blipFill>
            <p:spPr>
              <a:xfrm>
                <a:off x="7244273" y="2464302"/>
                <a:ext cx="1335232"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47" name="Ink 246">
                <a:extLst>
                  <a:ext uri="{FF2B5EF4-FFF2-40B4-BE49-F238E27FC236}">
                    <a16:creationId xmlns:a16="http://schemas.microsoft.com/office/drawing/2014/main" id="{A54C6AAB-A35A-1FF9-9AA0-752A249E01F6}"/>
                  </a:ext>
                </a:extLst>
              </p14:cNvPr>
              <p14:cNvContentPartPr/>
              <p14:nvPr/>
            </p14:nvContentPartPr>
            <p14:xfrm>
              <a:off x="7100269" y="2320302"/>
              <a:ext cx="466560" cy="72000"/>
            </p14:xfrm>
          </p:contentPart>
        </mc:Choice>
        <mc:Fallback xmlns="">
          <p:pic>
            <p:nvPicPr>
              <p:cNvPr id="247" name="Ink 246">
                <a:extLst>
                  <a:ext uri="{FF2B5EF4-FFF2-40B4-BE49-F238E27FC236}">
                    <a16:creationId xmlns:a16="http://schemas.microsoft.com/office/drawing/2014/main" id="{A54C6AAB-A35A-1FF9-9AA0-752A249E01F6}"/>
                  </a:ext>
                </a:extLst>
              </p:cNvPr>
              <p:cNvPicPr/>
              <p:nvPr/>
            </p:nvPicPr>
            <p:blipFill>
              <a:blip r:embed="rId95"/>
              <a:stretch>
                <a:fillRect/>
              </a:stretch>
            </p:blipFill>
            <p:spPr>
              <a:xfrm>
                <a:off x="7084777" y="2304822"/>
                <a:ext cx="497184"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68" name="Ink 267">
                <a:extLst>
                  <a:ext uri="{FF2B5EF4-FFF2-40B4-BE49-F238E27FC236}">
                    <a16:creationId xmlns:a16="http://schemas.microsoft.com/office/drawing/2014/main" id="{8B4B0E0B-1957-0F9D-9B2A-07AB207D14BD}"/>
                  </a:ext>
                </a:extLst>
              </p14:cNvPr>
              <p14:cNvContentPartPr/>
              <p14:nvPr/>
            </p14:nvContentPartPr>
            <p14:xfrm>
              <a:off x="3477287" y="3532895"/>
              <a:ext cx="1765800" cy="217080"/>
            </p14:xfrm>
          </p:contentPart>
        </mc:Choice>
        <mc:Fallback xmlns="">
          <p:pic>
            <p:nvPicPr>
              <p:cNvPr id="268" name="Ink 267">
                <a:extLst>
                  <a:ext uri="{FF2B5EF4-FFF2-40B4-BE49-F238E27FC236}">
                    <a16:creationId xmlns:a16="http://schemas.microsoft.com/office/drawing/2014/main" id="{8B4B0E0B-1957-0F9D-9B2A-07AB207D14BD}"/>
                  </a:ext>
                </a:extLst>
              </p:cNvPr>
              <p:cNvPicPr/>
              <p:nvPr/>
            </p:nvPicPr>
            <p:blipFill>
              <a:blip r:embed="rId97"/>
              <a:stretch>
                <a:fillRect/>
              </a:stretch>
            </p:blipFill>
            <p:spPr>
              <a:xfrm>
                <a:off x="3461807" y="3517415"/>
                <a:ext cx="179640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83" name="Ink 282">
                <a:extLst>
                  <a:ext uri="{FF2B5EF4-FFF2-40B4-BE49-F238E27FC236}">
                    <a16:creationId xmlns:a16="http://schemas.microsoft.com/office/drawing/2014/main" id="{2AF65C9E-3743-17D2-5D16-2F83A5E0D425}"/>
                  </a:ext>
                </a:extLst>
              </p14:cNvPr>
              <p14:cNvContentPartPr/>
              <p14:nvPr/>
            </p14:nvContentPartPr>
            <p14:xfrm>
              <a:off x="5446851" y="3512015"/>
              <a:ext cx="1217520" cy="201240"/>
            </p14:xfrm>
          </p:contentPart>
        </mc:Choice>
        <mc:Fallback xmlns="">
          <p:pic>
            <p:nvPicPr>
              <p:cNvPr id="283" name="Ink 282">
                <a:extLst>
                  <a:ext uri="{FF2B5EF4-FFF2-40B4-BE49-F238E27FC236}">
                    <a16:creationId xmlns:a16="http://schemas.microsoft.com/office/drawing/2014/main" id="{2AF65C9E-3743-17D2-5D16-2F83A5E0D425}"/>
                  </a:ext>
                </a:extLst>
              </p:cNvPr>
              <p:cNvPicPr/>
              <p:nvPr/>
            </p:nvPicPr>
            <p:blipFill>
              <a:blip r:embed="rId99"/>
              <a:stretch>
                <a:fillRect/>
              </a:stretch>
            </p:blipFill>
            <p:spPr>
              <a:xfrm>
                <a:off x="5431366" y="3496535"/>
                <a:ext cx="1248129"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92" name="Ink 291">
                <a:extLst>
                  <a:ext uri="{FF2B5EF4-FFF2-40B4-BE49-F238E27FC236}">
                    <a16:creationId xmlns:a16="http://schemas.microsoft.com/office/drawing/2014/main" id="{AC9A22A1-FE33-B3A9-3EA2-27035858ECF5}"/>
                  </a:ext>
                </a:extLst>
              </p14:cNvPr>
              <p14:cNvContentPartPr/>
              <p14:nvPr/>
            </p14:nvContentPartPr>
            <p14:xfrm>
              <a:off x="6811611" y="3526775"/>
              <a:ext cx="717480" cy="209160"/>
            </p14:xfrm>
          </p:contentPart>
        </mc:Choice>
        <mc:Fallback xmlns="">
          <p:pic>
            <p:nvPicPr>
              <p:cNvPr id="292" name="Ink 291">
                <a:extLst>
                  <a:ext uri="{FF2B5EF4-FFF2-40B4-BE49-F238E27FC236}">
                    <a16:creationId xmlns:a16="http://schemas.microsoft.com/office/drawing/2014/main" id="{AC9A22A1-FE33-B3A9-3EA2-27035858ECF5}"/>
                  </a:ext>
                </a:extLst>
              </p:cNvPr>
              <p:cNvPicPr/>
              <p:nvPr/>
            </p:nvPicPr>
            <p:blipFill>
              <a:blip r:embed="rId101"/>
              <a:stretch>
                <a:fillRect/>
              </a:stretch>
            </p:blipFill>
            <p:spPr>
              <a:xfrm>
                <a:off x="6796131" y="3511295"/>
                <a:ext cx="74808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296" name="Ink 295">
                <a:extLst>
                  <a:ext uri="{FF2B5EF4-FFF2-40B4-BE49-F238E27FC236}">
                    <a16:creationId xmlns:a16="http://schemas.microsoft.com/office/drawing/2014/main" id="{1EAF26F9-730B-759F-1412-21F8D2712300}"/>
                  </a:ext>
                </a:extLst>
              </p14:cNvPr>
              <p14:cNvContentPartPr/>
              <p14:nvPr/>
            </p14:nvContentPartPr>
            <p14:xfrm>
              <a:off x="5495451" y="3978215"/>
              <a:ext cx="243000" cy="150480"/>
            </p14:xfrm>
          </p:contentPart>
        </mc:Choice>
        <mc:Fallback xmlns="">
          <p:pic>
            <p:nvPicPr>
              <p:cNvPr id="296" name="Ink 295">
                <a:extLst>
                  <a:ext uri="{FF2B5EF4-FFF2-40B4-BE49-F238E27FC236}">
                    <a16:creationId xmlns:a16="http://schemas.microsoft.com/office/drawing/2014/main" id="{1EAF26F9-730B-759F-1412-21F8D2712300}"/>
                  </a:ext>
                </a:extLst>
              </p:cNvPr>
              <p:cNvPicPr/>
              <p:nvPr/>
            </p:nvPicPr>
            <p:blipFill>
              <a:blip r:embed="rId103"/>
              <a:stretch>
                <a:fillRect/>
              </a:stretch>
            </p:blipFill>
            <p:spPr>
              <a:xfrm>
                <a:off x="5479948" y="3962735"/>
                <a:ext cx="273645"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04" name="Ink 303">
                <a:extLst>
                  <a:ext uri="{FF2B5EF4-FFF2-40B4-BE49-F238E27FC236}">
                    <a16:creationId xmlns:a16="http://schemas.microsoft.com/office/drawing/2014/main" id="{2BE62F3E-53CA-61F1-BCB3-1672E8E95C05}"/>
                  </a:ext>
                </a:extLst>
              </p14:cNvPr>
              <p14:cNvContentPartPr/>
              <p14:nvPr/>
            </p14:nvContentPartPr>
            <p14:xfrm>
              <a:off x="5952651" y="3967415"/>
              <a:ext cx="727920" cy="189000"/>
            </p14:xfrm>
          </p:contentPart>
        </mc:Choice>
        <mc:Fallback xmlns="">
          <p:pic>
            <p:nvPicPr>
              <p:cNvPr id="304" name="Ink 303">
                <a:extLst>
                  <a:ext uri="{FF2B5EF4-FFF2-40B4-BE49-F238E27FC236}">
                    <a16:creationId xmlns:a16="http://schemas.microsoft.com/office/drawing/2014/main" id="{2BE62F3E-53CA-61F1-BCB3-1672E8E95C05}"/>
                  </a:ext>
                </a:extLst>
              </p:cNvPr>
              <p:cNvPicPr/>
              <p:nvPr/>
            </p:nvPicPr>
            <p:blipFill>
              <a:blip r:embed="rId105"/>
              <a:stretch>
                <a:fillRect/>
              </a:stretch>
            </p:blipFill>
            <p:spPr>
              <a:xfrm>
                <a:off x="5937163" y="3951964"/>
                <a:ext cx="758535" cy="219542"/>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10" name="Ink 309">
                <a:extLst>
                  <a:ext uri="{FF2B5EF4-FFF2-40B4-BE49-F238E27FC236}">
                    <a16:creationId xmlns:a16="http://schemas.microsoft.com/office/drawing/2014/main" id="{9230EE17-6E6C-1257-0337-7275D75383CC}"/>
                  </a:ext>
                </a:extLst>
              </p14:cNvPr>
              <p14:cNvContentPartPr/>
              <p14:nvPr/>
            </p14:nvContentPartPr>
            <p14:xfrm>
              <a:off x="6853371" y="3980735"/>
              <a:ext cx="376560" cy="161640"/>
            </p14:xfrm>
          </p:contentPart>
        </mc:Choice>
        <mc:Fallback xmlns="">
          <p:pic>
            <p:nvPicPr>
              <p:cNvPr id="310" name="Ink 309">
                <a:extLst>
                  <a:ext uri="{FF2B5EF4-FFF2-40B4-BE49-F238E27FC236}">
                    <a16:creationId xmlns:a16="http://schemas.microsoft.com/office/drawing/2014/main" id="{9230EE17-6E6C-1257-0337-7275D75383CC}"/>
                  </a:ext>
                </a:extLst>
              </p:cNvPr>
              <p:cNvPicPr/>
              <p:nvPr/>
            </p:nvPicPr>
            <p:blipFill>
              <a:blip r:embed="rId107"/>
              <a:stretch>
                <a:fillRect/>
              </a:stretch>
            </p:blipFill>
            <p:spPr>
              <a:xfrm>
                <a:off x="6837906" y="3965289"/>
                <a:ext cx="407131" cy="192172"/>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13" name="Ink 312">
                <a:extLst>
                  <a:ext uri="{FF2B5EF4-FFF2-40B4-BE49-F238E27FC236}">
                    <a16:creationId xmlns:a16="http://schemas.microsoft.com/office/drawing/2014/main" id="{269F4D33-576D-F41C-793C-35759D089400}"/>
                  </a:ext>
                </a:extLst>
              </p14:cNvPr>
              <p14:cNvContentPartPr/>
              <p14:nvPr/>
            </p14:nvContentPartPr>
            <p14:xfrm>
              <a:off x="3751794" y="3737654"/>
              <a:ext cx="1354680" cy="79560"/>
            </p14:xfrm>
          </p:contentPart>
        </mc:Choice>
        <mc:Fallback xmlns="">
          <p:pic>
            <p:nvPicPr>
              <p:cNvPr id="313" name="Ink 312">
                <a:extLst>
                  <a:ext uri="{FF2B5EF4-FFF2-40B4-BE49-F238E27FC236}">
                    <a16:creationId xmlns:a16="http://schemas.microsoft.com/office/drawing/2014/main" id="{269F4D33-576D-F41C-793C-35759D089400}"/>
                  </a:ext>
                </a:extLst>
              </p:cNvPr>
              <p:cNvPicPr/>
              <p:nvPr/>
            </p:nvPicPr>
            <p:blipFill>
              <a:blip r:embed="rId109"/>
              <a:stretch>
                <a:fillRect/>
              </a:stretch>
            </p:blipFill>
            <p:spPr>
              <a:xfrm>
                <a:off x="3736314" y="3722174"/>
                <a:ext cx="138528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17" name="Ink 316">
                <a:extLst>
                  <a:ext uri="{FF2B5EF4-FFF2-40B4-BE49-F238E27FC236}">
                    <a16:creationId xmlns:a16="http://schemas.microsoft.com/office/drawing/2014/main" id="{284421D9-6478-30FD-1F96-986F73D45236}"/>
                  </a:ext>
                </a:extLst>
              </p14:cNvPr>
              <p14:cNvContentPartPr/>
              <p14:nvPr/>
            </p14:nvContentPartPr>
            <p14:xfrm>
              <a:off x="239533" y="4462308"/>
              <a:ext cx="134640" cy="104760"/>
            </p14:xfrm>
          </p:contentPart>
        </mc:Choice>
        <mc:Fallback xmlns="">
          <p:pic>
            <p:nvPicPr>
              <p:cNvPr id="317" name="Ink 316">
                <a:extLst>
                  <a:ext uri="{FF2B5EF4-FFF2-40B4-BE49-F238E27FC236}">
                    <a16:creationId xmlns:a16="http://schemas.microsoft.com/office/drawing/2014/main" id="{284421D9-6478-30FD-1F96-986F73D45236}"/>
                  </a:ext>
                </a:extLst>
              </p:cNvPr>
              <p:cNvPicPr/>
              <p:nvPr/>
            </p:nvPicPr>
            <p:blipFill>
              <a:blip r:embed="rId111"/>
              <a:stretch>
                <a:fillRect/>
              </a:stretch>
            </p:blipFill>
            <p:spPr>
              <a:xfrm>
                <a:off x="224053" y="4446775"/>
                <a:ext cx="165240" cy="135466"/>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37" name="Ink 336">
                <a:extLst>
                  <a:ext uri="{FF2B5EF4-FFF2-40B4-BE49-F238E27FC236}">
                    <a16:creationId xmlns:a16="http://schemas.microsoft.com/office/drawing/2014/main" id="{DEEAB8CB-5F2A-5B8C-7D28-14CFB1F3A5BA}"/>
                  </a:ext>
                </a:extLst>
              </p14:cNvPr>
              <p14:cNvContentPartPr/>
              <p14:nvPr/>
            </p14:nvContentPartPr>
            <p14:xfrm>
              <a:off x="502333" y="4388148"/>
              <a:ext cx="1647000" cy="298800"/>
            </p14:xfrm>
          </p:contentPart>
        </mc:Choice>
        <mc:Fallback xmlns="">
          <p:pic>
            <p:nvPicPr>
              <p:cNvPr id="337" name="Ink 336">
                <a:extLst>
                  <a:ext uri="{FF2B5EF4-FFF2-40B4-BE49-F238E27FC236}">
                    <a16:creationId xmlns:a16="http://schemas.microsoft.com/office/drawing/2014/main" id="{DEEAB8CB-5F2A-5B8C-7D28-14CFB1F3A5BA}"/>
                  </a:ext>
                </a:extLst>
              </p:cNvPr>
              <p:cNvPicPr/>
              <p:nvPr/>
            </p:nvPicPr>
            <p:blipFill>
              <a:blip r:embed="rId113"/>
              <a:stretch>
                <a:fillRect/>
              </a:stretch>
            </p:blipFill>
            <p:spPr>
              <a:xfrm>
                <a:off x="486850" y="4372668"/>
                <a:ext cx="1677607"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45" name="Ink 344">
                <a:extLst>
                  <a:ext uri="{FF2B5EF4-FFF2-40B4-BE49-F238E27FC236}">
                    <a16:creationId xmlns:a16="http://schemas.microsoft.com/office/drawing/2014/main" id="{3A46B7AF-6819-E2DA-BD7C-E2F53145B72F}"/>
                  </a:ext>
                </a:extLst>
              </p14:cNvPr>
              <p14:cNvContentPartPr/>
              <p14:nvPr/>
            </p14:nvContentPartPr>
            <p14:xfrm>
              <a:off x="2256912" y="4397148"/>
              <a:ext cx="926280" cy="216360"/>
            </p14:xfrm>
          </p:contentPart>
        </mc:Choice>
        <mc:Fallback xmlns="">
          <p:pic>
            <p:nvPicPr>
              <p:cNvPr id="345" name="Ink 344">
                <a:extLst>
                  <a:ext uri="{FF2B5EF4-FFF2-40B4-BE49-F238E27FC236}">
                    <a16:creationId xmlns:a16="http://schemas.microsoft.com/office/drawing/2014/main" id="{3A46B7AF-6819-E2DA-BD7C-E2F53145B72F}"/>
                  </a:ext>
                </a:extLst>
              </p:cNvPr>
              <p:cNvPicPr/>
              <p:nvPr/>
            </p:nvPicPr>
            <p:blipFill>
              <a:blip r:embed="rId115"/>
              <a:stretch>
                <a:fillRect/>
              </a:stretch>
            </p:blipFill>
            <p:spPr>
              <a:xfrm>
                <a:off x="2241438" y="4381694"/>
                <a:ext cx="956868" cy="246909"/>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54" name="Ink 353">
                <a:extLst>
                  <a:ext uri="{FF2B5EF4-FFF2-40B4-BE49-F238E27FC236}">
                    <a16:creationId xmlns:a16="http://schemas.microsoft.com/office/drawing/2014/main" id="{1B723C11-60C1-C12F-891A-7576407EF479}"/>
                  </a:ext>
                </a:extLst>
              </p14:cNvPr>
              <p14:cNvContentPartPr/>
              <p14:nvPr/>
            </p14:nvContentPartPr>
            <p14:xfrm>
              <a:off x="3343032" y="4424868"/>
              <a:ext cx="806400" cy="257400"/>
            </p14:xfrm>
          </p:contentPart>
        </mc:Choice>
        <mc:Fallback xmlns="">
          <p:pic>
            <p:nvPicPr>
              <p:cNvPr id="354" name="Ink 353">
                <a:extLst>
                  <a:ext uri="{FF2B5EF4-FFF2-40B4-BE49-F238E27FC236}">
                    <a16:creationId xmlns:a16="http://schemas.microsoft.com/office/drawing/2014/main" id="{1B723C11-60C1-C12F-891A-7576407EF479}"/>
                  </a:ext>
                </a:extLst>
              </p:cNvPr>
              <p:cNvPicPr/>
              <p:nvPr/>
            </p:nvPicPr>
            <p:blipFill>
              <a:blip r:embed="rId117"/>
              <a:stretch>
                <a:fillRect/>
              </a:stretch>
            </p:blipFill>
            <p:spPr>
              <a:xfrm>
                <a:off x="3327552" y="4409388"/>
                <a:ext cx="8370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57" name="Ink 356">
                <a:extLst>
                  <a:ext uri="{FF2B5EF4-FFF2-40B4-BE49-F238E27FC236}">
                    <a16:creationId xmlns:a16="http://schemas.microsoft.com/office/drawing/2014/main" id="{D92C6775-DA4C-14F1-47C9-3334A55CB3DF}"/>
                  </a:ext>
                </a:extLst>
              </p14:cNvPr>
              <p14:cNvContentPartPr/>
              <p14:nvPr/>
            </p14:nvContentPartPr>
            <p14:xfrm>
              <a:off x="4256573" y="4469508"/>
              <a:ext cx="208440" cy="154440"/>
            </p14:xfrm>
          </p:contentPart>
        </mc:Choice>
        <mc:Fallback xmlns="">
          <p:pic>
            <p:nvPicPr>
              <p:cNvPr id="357" name="Ink 356">
                <a:extLst>
                  <a:ext uri="{FF2B5EF4-FFF2-40B4-BE49-F238E27FC236}">
                    <a16:creationId xmlns:a16="http://schemas.microsoft.com/office/drawing/2014/main" id="{D92C6775-DA4C-14F1-47C9-3334A55CB3DF}"/>
                  </a:ext>
                </a:extLst>
              </p:cNvPr>
              <p:cNvPicPr/>
              <p:nvPr/>
            </p:nvPicPr>
            <p:blipFill>
              <a:blip r:embed="rId119"/>
              <a:stretch>
                <a:fillRect/>
              </a:stretch>
            </p:blipFill>
            <p:spPr>
              <a:xfrm>
                <a:off x="4241093" y="4454028"/>
                <a:ext cx="2390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92" name="Ink 391">
                <a:extLst>
                  <a:ext uri="{FF2B5EF4-FFF2-40B4-BE49-F238E27FC236}">
                    <a16:creationId xmlns:a16="http://schemas.microsoft.com/office/drawing/2014/main" id="{A006AF4D-0D6E-4E53-C86F-F0C4E4FD2641}"/>
                  </a:ext>
                </a:extLst>
              </p14:cNvPr>
              <p14:cNvContentPartPr/>
              <p14:nvPr/>
            </p14:nvContentPartPr>
            <p14:xfrm>
              <a:off x="4569865" y="4511735"/>
              <a:ext cx="720720" cy="151920"/>
            </p14:xfrm>
          </p:contentPart>
        </mc:Choice>
        <mc:Fallback xmlns="">
          <p:pic>
            <p:nvPicPr>
              <p:cNvPr id="392" name="Ink 391">
                <a:extLst>
                  <a:ext uri="{FF2B5EF4-FFF2-40B4-BE49-F238E27FC236}">
                    <a16:creationId xmlns:a16="http://schemas.microsoft.com/office/drawing/2014/main" id="{A006AF4D-0D6E-4E53-C86F-F0C4E4FD2641}"/>
                  </a:ext>
                </a:extLst>
              </p:cNvPr>
              <p:cNvPicPr/>
              <p:nvPr/>
            </p:nvPicPr>
            <p:blipFill>
              <a:blip r:embed="rId121"/>
              <a:stretch>
                <a:fillRect/>
              </a:stretch>
            </p:blipFill>
            <p:spPr>
              <a:xfrm>
                <a:off x="4554385" y="4496218"/>
                <a:ext cx="751320" cy="182593"/>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404" name="Ink 403">
                <a:extLst>
                  <a:ext uri="{FF2B5EF4-FFF2-40B4-BE49-F238E27FC236}">
                    <a16:creationId xmlns:a16="http://schemas.microsoft.com/office/drawing/2014/main" id="{EE5402AC-7895-D07C-2D86-55E50016E9EB}"/>
                  </a:ext>
                </a:extLst>
              </p14:cNvPr>
              <p14:cNvContentPartPr/>
              <p14:nvPr/>
            </p14:nvContentPartPr>
            <p14:xfrm>
              <a:off x="5458582" y="4514255"/>
              <a:ext cx="1164240" cy="180360"/>
            </p14:xfrm>
          </p:contentPart>
        </mc:Choice>
        <mc:Fallback xmlns="">
          <p:pic>
            <p:nvPicPr>
              <p:cNvPr id="404" name="Ink 403">
                <a:extLst>
                  <a:ext uri="{FF2B5EF4-FFF2-40B4-BE49-F238E27FC236}">
                    <a16:creationId xmlns:a16="http://schemas.microsoft.com/office/drawing/2014/main" id="{EE5402AC-7895-D07C-2D86-55E50016E9EB}"/>
                  </a:ext>
                </a:extLst>
              </p:cNvPr>
              <p:cNvPicPr/>
              <p:nvPr/>
            </p:nvPicPr>
            <p:blipFill>
              <a:blip r:embed="rId123"/>
              <a:stretch>
                <a:fillRect/>
              </a:stretch>
            </p:blipFill>
            <p:spPr>
              <a:xfrm>
                <a:off x="5443102" y="4498775"/>
                <a:ext cx="119484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423" name="Ink 422">
                <a:extLst>
                  <a:ext uri="{FF2B5EF4-FFF2-40B4-BE49-F238E27FC236}">
                    <a16:creationId xmlns:a16="http://schemas.microsoft.com/office/drawing/2014/main" id="{0F237D18-E8CF-CB11-D320-5232F61DB7A0}"/>
                  </a:ext>
                </a:extLst>
              </p14:cNvPr>
              <p14:cNvContentPartPr/>
              <p14:nvPr/>
            </p14:nvContentPartPr>
            <p14:xfrm>
              <a:off x="6774851" y="4532975"/>
              <a:ext cx="1658160" cy="180000"/>
            </p14:xfrm>
          </p:contentPart>
        </mc:Choice>
        <mc:Fallback xmlns="">
          <p:pic>
            <p:nvPicPr>
              <p:cNvPr id="423" name="Ink 422">
                <a:extLst>
                  <a:ext uri="{FF2B5EF4-FFF2-40B4-BE49-F238E27FC236}">
                    <a16:creationId xmlns:a16="http://schemas.microsoft.com/office/drawing/2014/main" id="{0F237D18-E8CF-CB11-D320-5232F61DB7A0}"/>
                  </a:ext>
                </a:extLst>
              </p:cNvPr>
              <p:cNvPicPr/>
              <p:nvPr/>
            </p:nvPicPr>
            <p:blipFill>
              <a:blip r:embed="rId125"/>
              <a:stretch>
                <a:fillRect/>
              </a:stretch>
            </p:blipFill>
            <p:spPr>
              <a:xfrm>
                <a:off x="6759371" y="4517526"/>
                <a:ext cx="1688760" cy="210539"/>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424" name="Ink 423">
                <a:extLst>
                  <a:ext uri="{FF2B5EF4-FFF2-40B4-BE49-F238E27FC236}">
                    <a16:creationId xmlns:a16="http://schemas.microsoft.com/office/drawing/2014/main" id="{14C0315F-D11B-0003-DD7E-18D8097B60BC}"/>
                  </a:ext>
                </a:extLst>
              </p14:cNvPr>
              <p14:cNvContentPartPr/>
              <p14:nvPr/>
            </p14:nvContentPartPr>
            <p14:xfrm>
              <a:off x="3111749" y="2565433"/>
              <a:ext cx="106920" cy="158040"/>
            </p14:xfrm>
          </p:contentPart>
        </mc:Choice>
        <mc:Fallback xmlns="">
          <p:pic>
            <p:nvPicPr>
              <p:cNvPr id="424" name="Ink 423">
                <a:extLst>
                  <a:ext uri="{FF2B5EF4-FFF2-40B4-BE49-F238E27FC236}">
                    <a16:creationId xmlns:a16="http://schemas.microsoft.com/office/drawing/2014/main" id="{14C0315F-D11B-0003-DD7E-18D8097B60BC}"/>
                  </a:ext>
                </a:extLst>
              </p:cNvPr>
              <p:cNvPicPr/>
              <p:nvPr/>
            </p:nvPicPr>
            <p:blipFill>
              <a:blip r:embed="rId127"/>
              <a:stretch>
                <a:fillRect/>
              </a:stretch>
            </p:blipFill>
            <p:spPr>
              <a:xfrm>
                <a:off x="3096269" y="2549953"/>
                <a:ext cx="13752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425" name="Ink 424">
                <a:extLst>
                  <a:ext uri="{FF2B5EF4-FFF2-40B4-BE49-F238E27FC236}">
                    <a16:creationId xmlns:a16="http://schemas.microsoft.com/office/drawing/2014/main" id="{CC76F6D2-1C99-4C51-C63C-E1B65091ED29}"/>
                  </a:ext>
                </a:extLst>
              </p14:cNvPr>
              <p14:cNvContentPartPr/>
              <p14:nvPr/>
            </p14:nvContentPartPr>
            <p14:xfrm>
              <a:off x="6657749" y="2273473"/>
              <a:ext cx="106920" cy="190440"/>
            </p14:xfrm>
          </p:contentPart>
        </mc:Choice>
        <mc:Fallback xmlns="">
          <p:pic>
            <p:nvPicPr>
              <p:cNvPr id="425" name="Ink 424">
                <a:extLst>
                  <a:ext uri="{FF2B5EF4-FFF2-40B4-BE49-F238E27FC236}">
                    <a16:creationId xmlns:a16="http://schemas.microsoft.com/office/drawing/2014/main" id="{CC76F6D2-1C99-4C51-C63C-E1B65091ED29}"/>
                  </a:ext>
                </a:extLst>
              </p:cNvPr>
              <p:cNvPicPr/>
              <p:nvPr/>
            </p:nvPicPr>
            <p:blipFill>
              <a:blip r:embed="rId129"/>
              <a:stretch>
                <a:fillRect/>
              </a:stretch>
            </p:blipFill>
            <p:spPr>
              <a:xfrm>
                <a:off x="6642269" y="2257993"/>
                <a:ext cx="137520" cy="221040"/>
              </a:xfrm>
              <a:prstGeom prst="rect">
                <a:avLst/>
              </a:prstGeom>
            </p:spPr>
          </p:pic>
        </mc:Fallback>
      </mc:AlternateContent>
    </p:spTree>
    <p:extLst>
      <p:ext uri="{BB962C8B-B14F-4D97-AF65-F5344CB8AC3E}">
        <p14:creationId xmlns:p14="http://schemas.microsoft.com/office/powerpoint/2010/main" val="248713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243635-9B7A-2FA6-733C-B7F0335A1D2E}"/>
              </a:ext>
            </a:extLst>
          </p:cNvPr>
          <p:cNvSpPr>
            <a:spLocks noGrp="1"/>
          </p:cNvSpPr>
          <p:nvPr>
            <p:ph idx="26"/>
          </p:nvPr>
        </p:nvSpPr>
        <p:spPr>
          <a:xfrm>
            <a:off x="423600" y="905398"/>
            <a:ext cx="8318119" cy="1066525"/>
          </a:xfrm>
        </p:spPr>
        <p:txBody>
          <a:bodyPr/>
          <a:lstStyle/>
          <a:p>
            <a:r>
              <a:rPr lang="en-US" dirty="0"/>
              <a:t>If the activation function is removed, the dynamics of a single neuron turns into a multivariate linear regression model.</a:t>
            </a:r>
          </a:p>
          <a:p>
            <a:r>
              <a:rPr lang="en-US" dirty="0"/>
              <a:t>There are two commonly used neuronal activation functions:</a:t>
            </a:r>
          </a:p>
        </p:txBody>
      </p:sp>
      <p:sp>
        <p:nvSpPr>
          <p:cNvPr id="3" name="Title 2">
            <a:extLst>
              <a:ext uri="{FF2B5EF4-FFF2-40B4-BE49-F238E27FC236}">
                <a16:creationId xmlns:a16="http://schemas.microsoft.com/office/drawing/2014/main" id="{C1321A57-B693-65E9-9E8F-B6293887B273}"/>
              </a:ext>
            </a:extLst>
          </p:cNvPr>
          <p:cNvSpPr>
            <a:spLocks noGrp="1"/>
          </p:cNvSpPr>
          <p:nvPr>
            <p:ph type="title"/>
          </p:nvPr>
        </p:nvSpPr>
        <p:spPr/>
        <p:txBody>
          <a:bodyPr/>
          <a:lstStyle/>
          <a:p>
            <a:r>
              <a:rPr lang="en-US" dirty="0"/>
              <a:t>Activation Functions</a:t>
            </a:r>
          </a:p>
        </p:txBody>
      </p:sp>
      <p:grpSp>
        <p:nvGrpSpPr>
          <p:cNvPr id="4" name="Group 3">
            <a:extLst>
              <a:ext uri="{FF2B5EF4-FFF2-40B4-BE49-F238E27FC236}">
                <a16:creationId xmlns:a16="http://schemas.microsoft.com/office/drawing/2014/main" id="{C11E886E-4C6A-290E-1DB2-89831295AF64}"/>
              </a:ext>
            </a:extLst>
          </p:cNvPr>
          <p:cNvGrpSpPr/>
          <p:nvPr/>
        </p:nvGrpSpPr>
        <p:grpSpPr>
          <a:xfrm>
            <a:off x="403189" y="2634532"/>
            <a:ext cx="8070574" cy="1606164"/>
            <a:chOff x="403189" y="2634532"/>
            <a:chExt cx="8070574" cy="1606164"/>
          </a:xfrm>
        </p:grpSpPr>
        <p:cxnSp>
          <p:nvCxnSpPr>
            <p:cNvPr id="7" name="Straight Connector 6">
              <a:extLst>
                <a:ext uri="{FF2B5EF4-FFF2-40B4-BE49-F238E27FC236}">
                  <a16:creationId xmlns:a16="http://schemas.microsoft.com/office/drawing/2014/main" id="{29A5EAE7-F32F-60EE-F871-0D25F41B84D9}"/>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767405A-A15C-0C5D-DFE7-5278812A9729}"/>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BDA46A6-2617-4065-46DD-3B09AA53E4B1}"/>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BD00907-48D2-35A3-3149-F62D385CF176}"/>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38C31802-64B9-5B0D-C16A-820396C52AFF}"/>
                  </a:ext>
                </a:extLst>
              </p14:cNvPr>
              <p14:cNvContentPartPr/>
              <p14:nvPr/>
            </p14:nvContentPartPr>
            <p14:xfrm>
              <a:off x="632756" y="2502935"/>
              <a:ext cx="83160" cy="58320"/>
            </p14:xfrm>
          </p:contentPart>
        </mc:Choice>
        <mc:Fallback xmlns="">
          <p:pic>
            <p:nvPicPr>
              <p:cNvPr id="11" name="Ink 10">
                <a:extLst>
                  <a:ext uri="{FF2B5EF4-FFF2-40B4-BE49-F238E27FC236}">
                    <a16:creationId xmlns:a16="http://schemas.microsoft.com/office/drawing/2014/main" id="{38C31802-64B9-5B0D-C16A-820396C52AFF}"/>
                  </a:ext>
                </a:extLst>
              </p:cNvPr>
              <p:cNvPicPr/>
              <p:nvPr/>
            </p:nvPicPr>
            <p:blipFill>
              <a:blip r:embed="rId3"/>
              <a:stretch>
                <a:fillRect/>
              </a:stretch>
            </p:blipFill>
            <p:spPr>
              <a:xfrm>
                <a:off x="617276" y="2487455"/>
                <a:ext cx="1137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3" name="Ink 32">
                <a:extLst>
                  <a:ext uri="{FF2B5EF4-FFF2-40B4-BE49-F238E27FC236}">
                    <a16:creationId xmlns:a16="http://schemas.microsoft.com/office/drawing/2014/main" id="{73F3AB7A-E65D-9C57-FB86-CE49FEAF12C0}"/>
                  </a:ext>
                </a:extLst>
              </p14:cNvPr>
              <p14:cNvContentPartPr/>
              <p14:nvPr/>
            </p14:nvContentPartPr>
            <p14:xfrm>
              <a:off x="879716" y="2415095"/>
              <a:ext cx="1547280" cy="185040"/>
            </p14:xfrm>
          </p:contentPart>
        </mc:Choice>
        <mc:Fallback xmlns="">
          <p:pic>
            <p:nvPicPr>
              <p:cNvPr id="33" name="Ink 32">
                <a:extLst>
                  <a:ext uri="{FF2B5EF4-FFF2-40B4-BE49-F238E27FC236}">
                    <a16:creationId xmlns:a16="http://schemas.microsoft.com/office/drawing/2014/main" id="{73F3AB7A-E65D-9C57-FB86-CE49FEAF12C0}"/>
                  </a:ext>
                </a:extLst>
              </p:cNvPr>
              <p:cNvPicPr/>
              <p:nvPr/>
            </p:nvPicPr>
            <p:blipFill>
              <a:blip r:embed="rId5"/>
              <a:stretch>
                <a:fillRect/>
              </a:stretch>
            </p:blipFill>
            <p:spPr>
              <a:xfrm>
                <a:off x="864240" y="2399615"/>
                <a:ext cx="1577873"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8" name="Ink 47">
                <a:extLst>
                  <a:ext uri="{FF2B5EF4-FFF2-40B4-BE49-F238E27FC236}">
                    <a16:creationId xmlns:a16="http://schemas.microsoft.com/office/drawing/2014/main" id="{044FDC3A-B47C-19A4-B0CD-D02C7199F32D}"/>
                  </a:ext>
                </a:extLst>
              </p14:cNvPr>
              <p14:cNvContentPartPr/>
              <p14:nvPr/>
            </p14:nvContentPartPr>
            <p14:xfrm>
              <a:off x="2532836" y="2419775"/>
              <a:ext cx="867600" cy="162000"/>
            </p14:xfrm>
          </p:contentPart>
        </mc:Choice>
        <mc:Fallback xmlns="">
          <p:pic>
            <p:nvPicPr>
              <p:cNvPr id="48" name="Ink 47">
                <a:extLst>
                  <a:ext uri="{FF2B5EF4-FFF2-40B4-BE49-F238E27FC236}">
                    <a16:creationId xmlns:a16="http://schemas.microsoft.com/office/drawing/2014/main" id="{044FDC3A-B47C-19A4-B0CD-D02C7199F32D}"/>
                  </a:ext>
                </a:extLst>
              </p:cNvPr>
              <p:cNvPicPr/>
              <p:nvPr/>
            </p:nvPicPr>
            <p:blipFill>
              <a:blip r:embed="rId7"/>
              <a:stretch>
                <a:fillRect/>
              </a:stretch>
            </p:blipFill>
            <p:spPr>
              <a:xfrm>
                <a:off x="2517350" y="2404295"/>
                <a:ext cx="898213"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5" name="Ink 54">
                <a:extLst>
                  <a:ext uri="{FF2B5EF4-FFF2-40B4-BE49-F238E27FC236}">
                    <a16:creationId xmlns:a16="http://schemas.microsoft.com/office/drawing/2014/main" id="{D83F64FB-98B8-81E2-54B5-194D894A2036}"/>
                  </a:ext>
                </a:extLst>
              </p14:cNvPr>
              <p14:cNvContentPartPr/>
              <p14:nvPr/>
            </p14:nvContentPartPr>
            <p14:xfrm>
              <a:off x="918956" y="2953295"/>
              <a:ext cx="503640" cy="158760"/>
            </p14:xfrm>
          </p:contentPart>
        </mc:Choice>
        <mc:Fallback xmlns="">
          <p:pic>
            <p:nvPicPr>
              <p:cNvPr id="55" name="Ink 54">
                <a:extLst>
                  <a:ext uri="{FF2B5EF4-FFF2-40B4-BE49-F238E27FC236}">
                    <a16:creationId xmlns:a16="http://schemas.microsoft.com/office/drawing/2014/main" id="{D83F64FB-98B8-81E2-54B5-194D894A2036}"/>
                  </a:ext>
                </a:extLst>
              </p:cNvPr>
              <p:cNvPicPr/>
              <p:nvPr/>
            </p:nvPicPr>
            <p:blipFill>
              <a:blip r:embed="rId9"/>
              <a:stretch>
                <a:fillRect/>
              </a:stretch>
            </p:blipFill>
            <p:spPr>
              <a:xfrm>
                <a:off x="903476" y="2937815"/>
                <a:ext cx="5342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6" name="Ink 55">
                <a:extLst>
                  <a:ext uri="{FF2B5EF4-FFF2-40B4-BE49-F238E27FC236}">
                    <a16:creationId xmlns:a16="http://schemas.microsoft.com/office/drawing/2014/main" id="{252B1371-3A93-7182-2658-0DEFC366CC1D}"/>
                  </a:ext>
                </a:extLst>
              </p14:cNvPr>
              <p14:cNvContentPartPr/>
              <p14:nvPr/>
            </p14:nvContentPartPr>
            <p14:xfrm>
              <a:off x="2015516" y="2713175"/>
              <a:ext cx="28080" cy="99720"/>
            </p14:xfrm>
          </p:contentPart>
        </mc:Choice>
        <mc:Fallback xmlns="">
          <p:pic>
            <p:nvPicPr>
              <p:cNvPr id="56" name="Ink 55">
                <a:extLst>
                  <a:ext uri="{FF2B5EF4-FFF2-40B4-BE49-F238E27FC236}">
                    <a16:creationId xmlns:a16="http://schemas.microsoft.com/office/drawing/2014/main" id="{252B1371-3A93-7182-2658-0DEFC366CC1D}"/>
                  </a:ext>
                </a:extLst>
              </p:cNvPr>
              <p:cNvPicPr/>
              <p:nvPr/>
            </p:nvPicPr>
            <p:blipFill>
              <a:blip r:embed="rId11"/>
              <a:stretch>
                <a:fillRect/>
              </a:stretch>
            </p:blipFill>
            <p:spPr>
              <a:xfrm>
                <a:off x="2000036" y="2697695"/>
                <a:ext cx="586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3" name="Ink 62">
                <a:extLst>
                  <a:ext uri="{FF2B5EF4-FFF2-40B4-BE49-F238E27FC236}">
                    <a16:creationId xmlns:a16="http://schemas.microsoft.com/office/drawing/2014/main" id="{41E6AAEB-FAFC-5CF6-69D5-E2955D7DBCF1}"/>
                  </a:ext>
                </a:extLst>
              </p14:cNvPr>
              <p14:cNvContentPartPr/>
              <p14:nvPr/>
            </p14:nvContentPartPr>
            <p14:xfrm>
              <a:off x="1641476" y="2898935"/>
              <a:ext cx="893880" cy="223200"/>
            </p14:xfrm>
          </p:contentPart>
        </mc:Choice>
        <mc:Fallback xmlns="">
          <p:pic>
            <p:nvPicPr>
              <p:cNvPr id="63" name="Ink 62">
                <a:extLst>
                  <a:ext uri="{FF2B5EF4-FFF2-40B4-BE49-F238E27FC236}">
                    <a16:creationId xmlns:a16="http://schemas.microsoft.com/office/drawing/2014/main" id="{41E6AAEB-FAFC-5CF6-69D5-E2955D7DBCF1}"/>
                  </a:ext>
                </a:extLst>
              </p:cNvPr>
              <p:cNvPicPr/>
              <p:nvPr/>
            </p:nvPicPr>
            <p:blipFill>
              <a:blip r:embed="rId13"/>
              <a:stretch>
                <a:fillRect/>
              </a:stretch>
            </p:blipFill>
            <p:spPr>
              <a:xfrm>
                <a:off x="1625996" y="2883430"/>
                <a:ext cx="924480" cy="25384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4" name="Ink 63">
                <a:extLst>
                  <a:ext uri="{FF2B5EF4-FFF2-40B4-BE49-F238E27FC236}">
                    <a16:creationId xmlns:a16="http://schemas.microsoft.com/office/drawing/2014/main" id="{4AB1F64F-C1E1-7BF9-E349-86CABFA835F6}"/>
                  </a:ext>
                </a:extLst>
              </p14:cNvPr>
              <p14:cNvContentPartPr/>
              <p14:nvPr/>
            </p14:nvContentPartPr>
            <p14:xfrm>
              <a:off x="2248796" y="2946095"/>
              <a:ext cx="88200" cy="51120"/>
            </p14:xfrm>
          </p:contentPart>
        </mc:Choice>
        <mc:Fallback xmlns="">
          <p:pic>
            <p:nvPicPr>
              <p:cNvPr id="64" name="Ink 63">
                <a:extLst>
                  <a:ext uri="{FF2B5EF4-FFF2-40B4-BE49-F238E27FC236}">
                    <a16:creationId xmlns:a16="http://schemas.microsoft.com/office/drawing/2014/main" id="{4AB1F64F-C1E1-7BF9-E349-86CABFA835F6}"/>
                  </a:ext>
                </a:extLst>
              </p:cNvPr>
              <p:cNvPicPr/>
              <p:nvPr/>
            </p:nvPicPr>
            <p:blipFill>
              <a:blip r:embed="rId15"/>
              <a:stretch>
                <a:fillRect/>
              </a:stretch>
            </p:blipFill>
            <p:spPr>
              <a:xfrm>
                <a:off x="2233253" y="2930615"/>
                <a:ext cx="118925"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8" name="Ink 67">
                <a:extLst>
                  <a:ext uri="{FF2B5EF4-FFF2-40B4-BE49-F238E27FC236}">
                    <a16:creationId xmlns:a16="http://schemas.microsoft.com/office/drawing/2014/main" id="{F83DC786-4FD2-FA04-9689-F542E0378B8B}"/>
                  </a:ext>
                </a:extLst>
              </p14:cNvPr>
              <p14:cNvContentPartPr/>
              <p14:nvPr/>
            </p14:nvContentPartPr>
            <p14:xfrm>
              <a:off x="810360" y="3213935"/>
              <a:ext cx="2755080" cy="1184760"/>
            </p14:xfrm>
          </p:contentPart>
        </mc:Choice>
        <mc:Fallback xmlns="">
          <p:pic>
            <p:nvPicPr>
              <p:cNvPr id="68" name="Ink 67">
                <a:extLst>
                  <a:ext uri="{FF2B5EF4-FFF2-40B4-BE49-F238E27FC236}">
                    <a16:creationId xmlns:a16="http://schemas.microsoft.com/office/drawing/2014/main" id="{F83DC786-4FD2-FA04-9689-F542E0378B8B}"/>
                  </a:ext>
                </a:extLst>
              </p:cNvPr>
              <p:cNvPicPr/>
              <p:nvPr/>
            </p:nvPicPr>
            <p:blipFill>
              <a:blip r:embed="rId17"/>
              <a:stretch>
                <a:fillRect/>
              </a:stretch>
            </p:blipFill>
            <p:spPr>
              <a:xfrm>
                <a:off x="794880" y="3198455"/>
                <a:ext cx="2785680" cy="1215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0" name="Ink 79">
                <a:extLst>
                  <a:ext uri="{FF2B5EF4-FFF2-40B4-BE49-F238E27FC236}">
                    <a16:creationId xmlns:a16="http://schemas.microsoft.com/office/drawing/2014/main" id="{6C80A834-86F5-D2A2-B43A-AE25B12058CD}"/>
                  </a:ext>
                </a:extLst>
              </p14:cNvPr>
              <p14:cNvContentPartPr/>
              <p14:nvPr/>
            </p14:nvContentPartPr>
            <p14:xfrm>
              <a:off x="1731600" y="3410495"/>
              <a:ext cx="1524240" cy="28080"/>
            </p14:xfrm>
          </p:contentPart>
        </mc:Choice>
        <mc:Fallback xmlns="">
          <p:pic>
            <p:nvPicPr>
              <p:cNvPr id="80" name="Ink 79">
                <a:extLst>
                  <a:ext uri="{FF2B5EF4-FFF2-40B4-BE49-F238E27FC236}">
                    <a16:creationId xmlns:a16="http://schemas.microsoft.com/office/drawing/2014/main" id="{6C80A834-86F5-D2A2-B43A-AE25B12058CD}"/>
                  </a:ext>
                </a:extLst>
              </p:cNvPr>
              <p:cNvPicPr/>
              <p:nvPr/>
            </p:nvPicPr>
            <p:blipFill>
              <a:blip r:embed="rId19"/>
              <a:stretch>
                <a:fillRect/>
              </a:stretch>
            </p:blipFill>
            <p:spPr>
              <a:xfrm>
                <a:off x="1716120" y="3395015"/>
                <a:ext cx="15548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8" name="Ink 87">
                <a:extLst>
                  <a:ext uri="{FF2B5EF4-FFF2-40B4-BE49-F238E27FC236}">
                    <a16:creationId xmlns:a16="http://schemas.microsoft.com/office/drawing/2014/main" id="{09D6CDC1-1765-2738-EB71-C6F7ED751C3B}"/>
                  </a:ext>
                </a:extLst>
              </p14:cNvPr>
              <p14:cNvContentPartPr/>
              <p14:nvPr/>
            </p14:nvContentPartPr>
            <p14:xfrm>
              <a:off x="801000" y="3410495"/>
              <a:ext cx="889200" cy="30240"/>
            </p14:xfrm>
          </p:contentPart>
        </mc:Choice>
        <mc:Fallback xmlns="">
          <p:pic>
            <p:nvPicPr>
              <p:cNvPr id="88" name="Ink 87">
                <a:extLst>
                  <a:ext uri="{FF2B5EF4-FFF2-40B4-BE49-F238E27FC236}">
                    <a16:creationId xmlns:a16="http://schemas.microsoft.com/office/drawing/2014/main" id="{09D6CDC1-1765-2738-EB71-C6F7ED751C3B}"/>
                  </a:ext>
                </a:extLst>
              </p:cNvPr>
              <p:cNvPicPr/>
              <p:nvPr/>
            </p:nvPicPr>
            <p:blipFill>
              <a:blip r:embed="rId21"/>
              <a:stretch>
                <a:fillRect/>
              </a:stretch>
            </p:blipFill>
            <p:spPr>
              <a:xfrm>
                <a:off x="785520" y="3395015"/>
                <a:ext cx="9198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5" name="Ink 94">
                <a:extLst>
                  <a:ext uri="{FF2B5EF4-FFF2-40B4-BE49-F238E27FC236}">
                    <a16:creationId xmlns:a16="http://schemas.microsoft.com/office/drawing/2014/main" id="{66C69334-B151-617F-DD48-77FA7C01FCCD}"/>
                  </a:ext>
                </a:extLst>
              </p14:cNvPr>
              <p14:cNvContentPartPr/>
              <p14:nvPr/>
            </p14:nvContentPartPr>
            <p14:xfrm>
              <a:off x="1659960" y="3206015"/>
              <a:ext cx="455040" cy="77400"/>
            </p14:xfrm>
          </p:contentPart>
        </mc:Choice>
        <mc:Fallback xmlns="">
          <p:pic>
            <p:nvPicPr>
              <p:cNvPr id="95" name="Ink 94">
                <a:extLst>
                  <a:ext uri="{FF2B5EF4-FFF2-40B4-BE49-F238E27FC236}">
                    <a16:creationId xmlns:a16="http://schemas.microsoft.com/office/drawing/2014/main" id="{66C69334-B151-617F-DD48-77FA7C01FCCD}"/>
                  </a:ext>
                </a:extLst>
              </p:cNvPr>
              <p:cNvPicPr/>
              <p:nvPr/>
            </p:nvPicPr>
            <p:blipFill>
              <a:blip r:embed="rId23"/>
              <a:stretch>
                <a:fillRect/>
              </a:stretch>
            </p:blipFill>
            <p:spPr>
              <a:xfrm>
                <a:off x="1644480" y="3190607"/>
                <a:ext cx="485640" cy="107858"/>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6" name="Ink 95">
                <a:extLst>
                  <a:ext uri="{FF2B5EF4-FFF2-40B4-BE49-F238E27FC236}">
                    <a16:creationId xmlns:a16="http://schemas.microsoft.com/office/drawing/2014/main" id="{F9346DB1-4122-A38B-98AD-CF6E7AC84124}"/>
                  </a:ext>
                </a:extLst>
              </p14:cNvPr>
              <p14:cNvContentPartPr/>
              <p14:nvPr/>
            </p14:nvContentPartPr>
            <p14:xfrm>
              <a:off x="3588120" y="4174775"/>
              <a:ext cx="79920" cy="62640"/>
            </p14:xfrm>
          </p:contentPart>
        </mc:Choice>
        <mc:Fallback xmlns="">
          <p:pic>
            <p:nvPicPr>
              <p:cNvPr id="96" name="Ink 95">
                <a:extLst>
                  <a:ext uri="{FF2B5EF4-FFF2-40B4-BE49-F238E27FC236}">
                    <a16:creationId xmlns:a16="http://schemas.microsoft.com/office/drawing/2014/main" id="{F9346DB1-4122-A38B-98AD-CF6E7AC84124}"/>
                  </a:ext>
                </a:extLst>
              </p:cNvPr>
              <p:cNvPicPr/>
              <p:nvPr/>
            </p:nvPicPr>
            <p:blipFill>
              <a:blip r:embed="rId25"/>
              <a:stretch>
                <a:fillRect/>
              </a:stretch>
            </p:blipFill>
            <p:spPr>
              <a:xfrm>
                <a:off x="3572640" y="4159295"/>
                <a:ext cx="1105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9" name="Ink 98">
                <a:extLst>
                  <a:ext uri="{FF2B5EF4-FFF2-40B4-BE49-F238E27FC236}">
                    <a16:creationId xmlns:a16="http://schemas.microsoft.com/office/drawing/2014/main" id="{E68E4B3B-D099-3E99-B55D-7C86DC6F6274}"/>
                  </a:ext>
                </a:extLst>
              </p14:cNvPr>
              <p14:cNvContentPartPr/>
              <p14:nvPr/>
            </p14:nvContentPartPr>
            <p14:xfrm>
              <a:off x="662400" y="3394295"/>
              <a:ext cx="74160" cy="87840"/>
            </p14:xfrm>
          </p:contentPart>
        </mc:Choice>
        <mc:Fallback xmlns="">
          <p:pic>
            <p:nvPicPr>
              <p:cNvPr id="99" name="Ink 98">
                <a:extLst>
                  <a:ext uri="{FF2B5EF4-FFF2-40B4-BE49-F238E27FC236}">
                    <a16:creationId xmlns:a16="http://schemas.microsoft.com/office/drawing/2014/main" id="{E68E4B3B-D099-3E99-B55D-7C86DC6F6274}"/>
                  </a:ext>
                </a:extLst>
              </p:cNvPr>
              <p:cNvPicPr/>
              <p:nvPr/>
            </p:nvPicPr>
            <p:blipFill>
              <a:blip r:embed="rId27"/>
              <a:stretch>
                <a:fillRect/>
              </a:stretch>
            </p:blipFill>
            <p:spPr>
              <a:xfrm>
                <a:off x="646920" y="3378878"/>
                <a:ext cx="104760" cy="118315"/>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0" name="Ink 99">
                <a:extLst>
                  <a:ext uri="{FF2B5EF4-FFF2-40B4-BE49-F238E27FC236}">
                    <a16:creationId xmlns:a16="http://schemas.microsoft.com/office/drawing/2014/main" id="{85245D97-B368-6B49-7F85-EBA2ACAC4D6D}"/>
                  </a:ext>
                </a:extLst>
              </p14:cNvPr>
              <p14:cNvContentPartPr/>
              <p14:nvPr/>
            </p14:nvContentPartPr>
            <p14:xfrm>
              <a:off x="1680840" y="3765815"/>
              <a:ext cx="34920" cy="30240"/>
            </p14:xfrm>
          </p:contentPart>
        </mc:Choice>
        <mc:Fallback xmlns="">
          <p:pic>
            <p:nvPicPr>
              <p:cNvPr id="100" name="Ink 99">
                <a:extLst>
                  <a:ext uri="{FF2B5EF4-FFF2-40B4-BE49-F238E27FC236}">
                    <a16:creationId xmlns:a16="http://schemas.microsoft.com/office/drawing/2014/main" id="{85245D97-B368-6B49-7F85-EBA2ACAC4D6D}"/>
                  </a:ext>
                </a:extLst>
              </p:cNvPr>
              <p:cNvPicPr/>
              <p:nvPr/>
            </p:nvPicPr>
            <p:blipFill>
              <a:blip r:embed="rId29"/>
              <a:stretch>
                <a:fillRect/>
              </a:stretch>
            </p:blipFill>
            <p:spPr>
              <a:xfrm>
                <a:off x="1665518" y="3750335"/>
                <a:ext cx="65208"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1" name="Ink 100">
                <a:extLst>
                  <a:ext uri="{FF2B5EF4-FFF2-40B4-BE49-F238E27FC236}">
                    <a16:creationId xmlns:a16="http://schemas.microsoft.com/office/drawing/2014/main" id="{7C7435EE-F383-B916-91AF-307229DECB75}"/>
                  </a:ext>
                </a:extLst>
              </p14:cNvPr>
              <p14:cNvContentPartPr/>
              <p14:nvPr/>
            </p14:nvContentPartPr>
            <p14:xfrm>
              <a:off x="798840" y="3463415"/>
              <a:ext cx="1882440" cy="593640"/>
            </p14:xfrm>
          </p:contentPart>
        </mc:Choice>
        <mc:Fallback xmlns="">
          <p:pic>
            <p:nvPicPr>
              <p:cNvPr id="101" name="Ink 100">
                <a:extLst>
                  <a:ext uri="{FF2B5EF4-FFF2-40B4-BE49-F238E27FC236}">
                    <a16:creationId xmlns:a16="http://schemas.microsoft.com/office/drawing/2014/main" id="{7C7435EE-F383-B916-91AF-307229DECB75}"/>
                  </a:ext>
                </a:extLst>
              </p:cNvPr>
              <p:cNvPicPr/>
              <p:nvPr/>
            </p:nvPicPr>
            <p:blipFill>
              <a:blip r:embed="rId31"/>
              <a:stretch>
                <a:fillRect/>
              </a:stretch>
            </p:blipFill>
            <p:spPr>
              <a:xfrm>
                <a:off x="783360" y="3447935"/>
                <a:ext cx="1913040" cy="624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6" name="Ink 105">
                <a:extLst>
                  <a:ext uri="{FF2B5EF4-FFF2-40B4-BE49-F238E27FC236}">
                    <a16:creationId xmlns:a16="http://schemas.microsoft.com/office/drawing/2014/main" id="{366A8741-DBEF-22DE-036A-810C160392EA}"/>
                  </a:ext>
                </a:extLst>
              </p14:cNvPr>
              <p14:cNvContentPartPr/>
              <p14:nvPr/>
            </p14:nvContentPartPr>
            <p14:xfrm>
              <a:off x="1295640" y="3678335"/>
              <a:ext cx="257760" cy="127440"/>
            </p14:xfrm>
          </p:contentPart>
        </mc:Choice>
        <mc:Fallback xmlns="">
          <p:pic>
            <p:nvPicPr>
              <p:cNvPr id="106" name="Ink 105">
                <a:extLst>
                  <a:ext uri="{FF2B5EF4-FFF2-40B4-BE49-F238E27FC236}">
                    <a16:creationId xmlns:a16="http://schemas.microsoft.com/office/drawing/2014/main" id="{366A8741-DBEF-22DE-036A-810C160392EA}"/>
                  </a:ext>
                </a:extLst>
              </p:cNvPr>
              <p:cNvPicPr/>
              <p:nvPr/>
            </p:nvPicPr>
            <p:blipFill>
              <a:blip r:embed="rId33"/>
              <a:stretch>
                <a:fillRect/>
              </a:stretch>
            </p:blipFill>
            <p:spPr>
              <a:xfrm>
                <a:off x="1280160" y="3662855"/>
                <a:ext cx="2883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1" name="Ink 120">
                <a:extLst>
                  <a:ext uri="{FF2B5EF4-FFF2-40B4-BE49-F238E27FC236}">
                    <a16:creationId xmlns:a16="http://schemas.microsoft.com/office/drawing/2014/main" id="{1AF93A64-DA25-7BA6-8B54-AC2ADEACE64F}"/>
                  </a:ext>
                </a:extLst>
              </p14:cNvPr>
              <p14:cNvContentPartPr/>
              <p14:nvPr/>
            </p14:nvContentPartPr>
            <p14:xfrm>
              <a:off x="5285473" y="2391880"/>
              <a:ext cx="665280" cy="185040"/>
            </p14:xfrm>
          </p:contentPart>
        </mc:Choice>
        <mc:Fallback xmlns="">
          <p:pic>
            <p:nvPicPr>
              <p:cNvPr id="121" name="Ink 120">
                <a:extLst>
                  <a:ext uri="{FF2B5EF4-FFF2-40B4-BE49-F238E27FC236}">
                    <a16:creationId xmlns:a16="http://schemas.microsoft.com/office/drawing/2014/main" id="{1AF93A64-DA25-7BA6-8B54-AC2ADEACE64F}"/>
                  </a:ext>
                </a:extLst>
              </p:cNvPr>
              <p:cNvPicPr/>
              <p:nvPr/>
            </p:nvPicPr>
            <p:blipFill>
              <a:blip r:embed="rId35"/>
              <a:stretch>
                <a:fillRect/>
              </a:stretch>
            </p:blipFill>
            <p:spPr>
              <a:xfrm>
                <a:off x="5269993" y="2376370"/>
                <a:ext cx="695880" cy="2157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2" name="Ink 121">
                <a:extLst>
                  <a:ext uri="{FF2B5EF4-FFF2-40B4-BE49-F238E27FC236}">
                    <a16:creationId xmlns:a16="http://schemas.microsoft.com/office/drawing/2014/main" id="{7ECA774E-6184-8608-89D8-3E06AE6A0262}"/>
                  </a:ext>
                </a:extLst>
              </p14:cNvPr>
              <p14:cNvContentPartPr/>
              <p14:nvPr/>
            </p14:nvContentPartPr>
            <p14:xfrm>
              <a:off x="4964353" y="2468200"/>
              <a:ext cx="156240" cy="118440"/>
            </p14:xfrm>
          </p:contentPart>
        </mc:Choice>
        <mc:Fallback xmlns="">
          <p:pic>
            <p:nvPicPr>
              <p:cNvPr id="122" name="Ink 121">
                <a:extLst>
                  <a:ext uri="{FF2B5EF4-FFF2-40B4-BE49-F238E27FC236}">
                    <a16:creationId xmlns:a16="http://schemas.microsoft.com/office/drawing/2014/main" id="{7ECA774E-6184-8608-89D8-3E06AE6A0262}"/>
                  </a:ext>
                </a:extLst>
              </p:cNvPr>
              <p:cNvPicPr/>
              <p:nvPr/>
            </p:nvPicPr>
            <p:blipFill>
              <a:blip r:embed="rId37"/>
              <a:stretch>
                <a:fillRect/>
              </a:stretch>
            </p:blipFill>
            <p:spPr>
              <a:xfrm>
                <a:off x="4948837" y="2452673"/>
                <a:ext cx="186911" cy="149133"/>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6" name="Ink 135">
                <a:extLst>
                  <a:ext uri="{FF2B5EF4-FFF2-40B4-BE49-F238E27FC236}">
                    <a16:creationId xmlns:a16="http://schemas.microsoft.com/office/drawing/2014/main" id="{4056746E-7D44-973C-1744-9EBBEB5EA4E6}"/>
                  </a:ext>
                </a:extLst>
              </p14:cNvPr>
              <p14:cNvContentPartPr/>
              <p14:nvPr/>
            </p14:nvContentPartPr>
            <p14:xfrm>
              <a:off x="6077382" y="2421935"/>
              <a:ext cx="457560" cy="166680"/>
            </p14:xfrm>
          </p:contentPart>
        </mc:Choice>
        <mc:Fallback xmlns="">
          <p:pic>
            <p:nvPicPr>
              <p:cNvPr id="136" name="Ink 135">
                <a:extLst>
                  <a:ext uri="{FF2B5EF4-FFF2-40B4-BE49-F238E27FC236}">
                    <a16:creationId xmlns:a16="http://schemas.microsoft.com/office/drawing/2014/main" id="{4056746E-7D44-973C-1744-9EBBEB5EA4E6}"/>
                  </a:ext>
                </a:extLst>
              </p:cNvPr>
              <p:cNvPicPr/>
              <p:nvPr/>
            </p:nvPicPr>
            <p:blipFill>
              <a:blip r:embed="rId39"/>
              <a:stretch>
                <a:fillRect/>
              </a:stretch>
            </p:blipFill>
            <p:spPr>
              <a:xfrm>
                <a:off x="6061902" y="2406455"/>
                <a:ext cx="4881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50" name="Ink 149">
                <a:extLst>
                  <a:ext uri="{FF2B5EF4-FFF2-40B4-BE49-F238E27FC236}">
                    <a16:creationId xmlns:a16="http://schemas.microsoft.com/office/drawing/2014/main" id="{8F68C567-6AB9-AE88-84A2-F69939C28147}"/>
                  </a:ext>
                </a:extLst>
              </p14:cNvPr>
              <p14:cNvContentPartPr/>
              <p14:nvPr/>
            </p14:nvContentPartPr>
            <p14:xfrm>
              <a:off x="7097982" y="2424455"/>
              <a:ext cx="603000" cy="214920"/>
            </p14:xfrm>
          </p:contentPart>
        </mc:Choice>
        <mc:Fallback xmlns="">
          <p:pic>
            <p:nvPicPr>
              <p:cNvPr id="150" name="Ink 149">
                <a:extLst>
                  <a:ext uri="{FF2B5EF4-FFF2-40B4-BE49-F238E27FC236}">
                    <a16:creationId xmlns:a16="http://schemas.microsoft.com/office/drawing/2014/main" id="{8F68C567-6AB9-AE88-84A2-F69939C28147}"/>
                  </a:ext>
                </a:extLst>
              </p:cNvPr>
              <p:cNvPicPr/>
              <p:nvPr/>
            </p:nvPicPr>
            <p:blipFill>
              <a:blip r:embed="rId41"/>
              <a:stretch>
                <a:fillRect/>
              </a:stretch>
            </p:blipFill>
            <p:spPr>
              <a:xfrm>
                <a:off x="7082502" y="2408975"/>
                <a:ext cx="63360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51" name="Ink 150">
                <a:extLst>
                  <a:ext uri="{FF2B5EF4-FFF2-40B4-BE49-F238E27FC236}">
                    <a16:creationId xmlns:a16="http://schemas.microsoft.com/office/drawing/2014/main" id="{F28FB380-BDE7-56B8-196F-2E1B36A2002D}"/>
                  </a:ext>
                </a:extLst>
              </p14:cNvPr>
              <p14:cNvContentPartPr/>
              <p14:nvPr/>
            </p14:nvContentPartPr>
            <p14:xfrm>
              <a:off x="6638622" y="2435975"/>
              <a:ext cx="323640" cy="159840"/>
            </p14:xfrm>
          </p:contentPart>
        </mc:Choice>
        <mc:Fallback xmlns="">
          <p:pic>
            <p:nvPicPr>
              <p:cNvPr id="151" name="Ink 150">
                <a:extLst>
                  <a:ext uri="{FF2B5EF4-FFF2-40B4-BE49-F238E27FC236}">
                    <a16:creationId xmlns:a16="http://schemas.microsoft.com/office/drawing/2014/main" id="{F28FB380-BDE7-56B8-196F-2E1B36A2002D}"/>
                  </a:ext>
                </a:extLst>
              </p:cNvPr>
              <p:cNvPicPr/>
              <p:nvPr/>
            </p:nvPicPr>
            <p:blipFill>
              <a:blip r:embed="rId43"/>
              <a:stretch>
                <a:fillRect/>
              </a:stretch>
            </p:blipFill>
            <p:spPr>
              <a:xfrm>
                <a:off x="6623142" y="2420495"/>
                <a:ext cx="3542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58" name="Ink 157">
                <a:extLst>
                  <a:ext uri="{FF2B5EF4-FFF2-40B4-BE49-F238E27FC236}">
                    <a16:creationId xmlns:a16="http://schemas.microsoft.com/office/drawing/2014/main" id="{26FFEFA2-76FD-E4BE-8D9F-208904200727}"/>
                  </a:ext>
                </a:extLst>
              </p14:cNvPr>
              <p14:cNvContentPartPr/>
              <p14:nvPr/>
            </p14:nvContentPartPr>
            <p14:xfrm>
              <a:off x="7827651" y="2525975"/>
              <a:ext cx="18720" cy="72000"/>
            </p14:xfrm>
          </p:contentPart>
        </mc:Choice>
        <mc:Fallback xmlns="">
          <p:pic>
            <p:nvPicPr>
              <p:cNvPr id="158" name="Ink 157">
                <a:extLst>
                  <a:ext uri="{FF2B5EF4-FFF2-40B4-BE49-F238E27FC236}">
                    <a16:creationId xmlns:a16="http://schemas.microsoft.com/office/drawing/2014/main" id="{26FFEFA2-76FD-E4BE-8D9F-208904200727}"/>
                  </a:ext>
                </a:extLst>
              </p:cNvPr>
              <p:cNvPicPr/>
              <p:nvPr/>
            </p:nvPicPr>
            <p:blipFill>
              <a:blip r:embed="rId45"/>
              <a:stretch>
                <a:fillRect/>
              </a:stretch>
            </p:blipFill>
            <p:spPr>
              <a:xfrm>
                <a:off x="7812463" y="2510495"/>
                <a:ext cx="48743"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65" name="Ink 164">
                <a:extLst>
                  <a:ext uri="{FF2B5EF4-FFF2-40B4-BE49-F238E27FC236}">
                    <a16:creationId xmlns:a16="http://schemas.microsoft.com/office/drawing/2014/main" id="{7A31F41A-39DD-5ABC-FD83-08C0095A7A34}"/>
                  </a:ext>
                </a:extLst>
              </p14:cNvPr>
              <p14:cNvContentPartPr/>
              <p14:nvPr/>
            </p14:nvContentPartPr>
            <p14:xfrm>
              <a:off x="5181904" y="2944044"/>
              <a:ext cx="595800" cy="174600"/>
            </p14:xfrm>
          </p:contentPart>
        </mc:Choice>
        <mc:Fallback xmlns="">
          <p:pic>
            <p:nvPicPr>
              <p:cNvPr id="165" name="Ink 164">
                <a:extLst>
                  <a:ext uri="{FF2B5EF4-FFF2-40B4-BE49-F238E27FC236}">
                    <a16:creationId xmlns:a16="http://schemas.microsoft.com/office/drawing/2014/main" id="{7A31F41A-39DD-5ABC-FD83-08C0095A7A34}"/>
                  </a:ext>
                </a:extLst>
              </p:cNvPr>
              <p:cNvPicPr/>
              <p:nvPr/>
            </p:nvPicPr>
            <p:blipFill>
              <a:blip r:embed="rId47"/>
              <a:stretch>
                <a:fillRect/>
              </a:stretch>
            </p:blipFill>
            <p:spPr>
              <a:xfrm>
                <a:off x="5166424" y="2928564"/>
                <a:ext cx="6264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75" name="Ink 174">
                <a:extLst>
                  <a:ext uri="{FF2B5EF4-FFF2-40B4-BE49-F238E27FC236}">
                    <a16:creationId xmlns:a16="http://schemas.microsoft.com/office/drawing/2014/main" id="{D61A4DDC-1F3B-21A3-EC7B-8A806A26A16D}"/>
                  </a:ext>
                </a:extLst>
              </p14:cNvPr>
              <p14:cNvContentPartPr/>
              <p14:nvPr/>
            </p14:nvContentPartPr>
            <p14:xfrm>
              <a:off x="5922064" y="2922084"/>
              <a:ext cx="1206720" cy="228240"/>
            </p14:xfrm>
          </p:contentPart>
        </mc:Choice>
        <mc:Fallback xmlns="">
          <p:pic>
            <p:nvPicPr>
              <p:cNvPr id="175" name="Ink 174">
                <a:extLst>
                  <a:ext uri="{FF2B5EF4-FFF2-40B4-BE49-F238E27FC236}">
                    <a16:creationId xmlns:a16="http://schemas.microsoft.com/office/drawing/2014/main" id="{D61A4DDC-1F3B-21A3-EC7B-8A806A26A16D}"/>
                  </a:ext>
                </a:extLst>
              </p:cNvPr>
              <p:cNvPicPr/>
              <p:nvPr/>
            </p:nvPicPr>
            <p:blipFill>
              <a:blip r:embed="rId49"/>
              <a:stretch>
                <a:fillRect/>
              </a:stretch>
            </p:blipFill>
            <p:spPr>
              <a:xfrm>
                <a:off x="5906589" y="2906580"/>
                <a:ext cx="1237311" cy="258888"/>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80" name="Ink 179">
                <a:extLst>
                  <a:ext uri="{FF2B5EF4-FFF2-40B4-BE49-F238E27FC236}">
                    <a16:creationId xmlns:a16="http://schemas.microsoft.com/office/drawing/2014/main" id="{6F9467A6-D9BD-C4B1-6D81-0C173742DCE5}"/>
                  </a:ext>
                </a:extLst>
              </p14:cNvPr>
              <p14:cNvContentPartPr/>
              <p14:nvPr/>
            </p14:nvContentPartPr>
            <p14:xfrm>
              <a:off x="4865124" y="3218615"/>
              <a:ext cx="2542680" cy="1134360"/>
            </p14:xfrm>
          </p:contentPart>
        </mc:Choice>
        <mc:Fallback xmlns="">
          <p:pic>
            <p:nvPicPr>
              <p:cNvPr id="180" name="Ink 179">
                <a:extLst>
                  <a:ext uri="{FF2B5EF4-FFF2-40B4-BE49-F238E27FC236}">
                    <a16:creationId xmlns:a16="http://schemas.microsoft.com/office/drawing/2014/main" id="{6F9467A6-D9BD-C4B1-6D81-0C173742DCE5}"/>
                  </a:ext>
                </a:extLst>
              </p:cNvPr>
              <p:cNvPicPr/>
              <p:nvPr/>
            </p:nvPicPr>
            <p:blipFill>
              <a:blip r:embed="rId51"/>
              <a:stretch>
                <a:fillRect/>
              </a:stretch>
            </p:blipFill>
            <p:spPr>
              <a:xfrm>
                <a:off x="4849644" y="3203130"/>
                <a:ext cx="2573280" cy="116497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86" name="Ink 185">
                <a:extLst>
                  <a:ext uri="{FF2B5EF4-FFF2-40B4-BE49-F238E27FC236}">
                    <a16:creationId xmlns:a16="http://schemas.microsoft.com/office/drawing/2014/main" id="{896A3C82-89DD-B697-37AB-4A0FCA64F120}"/>
                  </a:ext>
                </a:extLst>
              </p14:cNvPr>
              <p14:cNvContentPartPr/>
              <p14:nvPr/>
            </p14:nvContentPartPr>
            <p14:xfrm>
              <a:off x="5003724" y="3227975"/>
              <a:ext cx="394560" cy="205920"/>
            </p14:xfrm>
          </p:contentPart>
        </mc:Choice>
        <mc:Fallback xmlns="">
          <p:pic>
            <p:nvPicPr>
              <p:cNvPr id="186" name="Ink 185">
                <a:extLst>
                  <a:ext uri="{FF2B5EF4-FFF2-40B4-BE49-F238E27FC236}">
                    <a16:creationId xmlns:a16="http://schemas.microsoft.com/office/drawing/2014/main" id="{896A3C82-89DD-B697-37AB-4A0FCA64F120}"/>
                  </a:ext>
                </a:extLst>
              </p:cNvPr>
              <p:cNvPicPr/>
              <p:nvPr/>
            </p:nvPicPr>
            <p:blipFill>
              <a:blip r:embed="rId53"/>
              <a:stretch>
                <a:fillRect/>
              </a:stretch>
            </p:blipFill>
            <p:spPr>
              <a:xfrm>
                <a:off x="4988244" y="3212495"/>
                <a:ext cx="42516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89" name="Ink 188">
                <a:extLst>
                  <a:ext uri="{FF2B5EF4-FFF2-40B4-BE49-F238E27FC236}">
                    <a16:creationId xmlns:a16="http://schemas.microsoft.com/office/drawing/2014/main" id="{B49EED4E-A104-74D1-5868-5149DE61550E}"/>
                  </a:ext>
                </a:extLst>
              </p14:cNvPr>
              <p14:cNvContentPartPr/>
              <p14:nvPr/>
            </p14:nvContentPartPr>
            <p14:xfrm>
              <a:off x="4904240" y="3572135"/>
              <a:ext cx="1644480" cy="655920"/>
            </p14:xfrm>
          </p:contentPart>
        </mc:Choice>
        <mc:Fallback xmlns="">
          <p:pic>
            <p:nvPicPr>
              <p:cNvPr id="189" name="Ink 188">
                <a:extLst>
                  <a:ext uri="{FF2B5EF4-FFF2-40B4-BE49-F238E27FC236}">
                    <a16:creationId xmlns:a16="http://schemas.microsoft.com/office/drawing/2014/main" id="{B49EED4E-A104-74D1-5868-5149DE61550E}"/>
                  </a:ext>
                </a:extLst>
              </p:cNvPr>
              <p:cNvPicPr/>
              <p:nvPr/>
            </p:nvPicPr>
            <p:blipFill>
              <a:blip r:embed="rId55"/>
              <a:stretch>
                <a:fillRect/>
              </a:stretch>
            </p:blipFill>
            <p:spPr>
              <a:xfrm>
                <a:off x="4888760" y="3556663"/>
                <a:ext cx="1675080" cy="686503"/>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07" name="Ink 206">
                <a:extLst>
                  <a:ext uri="{FF2B5EF4-FFF2-40B4-BE49-F238E27FC236}">
                    <a16:creationId xmlns:a16="http://schemas.microsoft.com/office/drawing/2014/main" id="{7CBC5AB2-6104-F510-6218-1ECF465CFC81}"/>
                  </a:ext>
                </a:extLst>
              </p14:cNvPr>
              <p14:cNvContentPartPr/>
              <p14:nvPr/>
            </p14:nvContentPartPr>
            <p14:xfrm>
              <a:off x="6292040" y="3879215"/>
              <a:ext cx="7200" cy="362880"/>
            </p14:xfrm>
          </p:contentPart>
        </mc:Choice>
        <mc:Fallback xmlns="">
          <p:pic>
            <p:nvPicPr>
              <p:cNvPr id="207" name="Ink 206">
                <a:extLst>
                  <a:ext uri="{FF2B5EF4-FFF2-40B4-BE49-F238E27FC236}">
                    <a16:creationId xmlns:a16="http://schemas.microsoft.com/office/drawing/2014/main" id="{7CBC5AB2-6104-F510-6218-1ECF465CFC81}"/>
                  </a:ext>
                </a:extLst>
              </p:cNvPr>
              <p:cNvPicPr/>
              <p:nvPr/>
            </p:nvPicPr>
            <p:blipFill>
              <a:blip r:embed="rId57"/>
              <a:stretch>
                <a:fillRect/>
              </a:stretch>
            </p:blipFill>
            <p:spPr>
              <a:xfrm>
                <a:off x="6276560" y="3863735"/>
                <a:ext cx="3780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08" name="Ink 207">
                <a:extLst>
                  <a:ext uri="{FF2B5EF4-FFF2-40B4-BE49-F238E27FC236}">
                    <a16:creationId xmlns:a16="http://schemas.microsoft.com/office/drawing/2014/main" id="{22739174-08B5-A3D8-F4BC-DF76480EFC44}"/>
                  </a:ext>
                </a:extLst>
              </p14:cNvPr>
              <p14:cNvContentPartPr/>
              <p14:nvPr/>
            </p14:nvContentPartPr>
            <p14:xfrm>
              <a:off x="5435600" y="3687335"/>
              <a:ext cx="866160" cy="141120"/>
            </p14:xfrm>
          </p:contentPart>
        </mc:Choice>
        <mc:Fallback xmlns="">
          <p:pic>
            <p:nvPicPr>
              <p:cNvPr id="208" name="Ink 207">
                <a:extLst>
                  <a:ext uri="{FF2B5EF4-FFF2-40B4-BE49-F238E27FC236}">
                    <a16:creationId xmlns:a16="http://schemas.microsoft.com/office/drawing/2014/main" id="{22739174-08B5-A3D8-F4BC-DF76480EFC44}"/>
                  </a:ext>
                </a:extLst>
              </p:cNvPr>
              <p:cNvPicPr/>
              <p:nvPr/>
            </p:nvPicPr>
            <p:blipFill>
              <a:blip r:embed="rId59"/>
              <a:stretch>
                <a:fillRect/>
              </a:stretch>
            </p:blipFill>
            <p:spPr>
              <a:xfrm>
                <a:off x="5420120" y="3671855"/>
                <a:ext cx="89676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12" name="Ink 211">
                <a:extLst>
                  <a:ext uri="{FF2B5EF4-FFF2-40B4-BE49-F238E27FC236}">
                    <a16:creationId xmlns:a16="http://schemas.microsoft.com/office/drawing/2014/main" id="{52712EBE-577E-CFC4-1DA0-9BB9BB317E1E}"/>
                  </a:ext>
                </a:extLst>
              </p14:cNvPr>
              <p14:cNvContentPartPr/>
              <p14:nvPr/>
            </p14:nvContentPartPr>
            <p14:xfrm>
              <a:off x="6287360" y="4333895"/>
              <a:ext cx="5040" cy="72000"/>
            </p14:xfrm>
          </p:contentPart>
        </mc:Choice>
        <mc:Fallback xmlns="">
          <p:pic>
            <p:nvPicPr>
              <p:cNvPr id="212" name="Ink 211">
                <a:extLst>
                  <a:ext uri="{FF2B5EF4-FFF2-40B4-BE49-F238E27FC236}">
                    <a16:creationId xmlns:a16="http://schemas.microsoft.com/office/drawing/2014/main" id="{52712EBE-577E-CFC4-1DA0-9BB9BB317E1E}"/>
                  </a:ext>
                </a:extLst>
              </p:cNvPr>
              <p:cNvPicPr/>
              <p:nvPr/>
            </p:nvPicPr>
            <p:blipFill>
              <a:blip r:embed="rId61"/>
              <a:stretch>
                <a:fillRect/>
              </a:stretch>
            </p:blipFill>
            <p:spPr>
              <a:xfrm>
                <a:off x="6271880" y="4318415"/>
                <a:ext cx="3564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13" name="Ink 212">
                <a:extLst>
                  <a:ext uri="{FF2B5EF4-FFF2-40B4-BE49-F238E27FC236}">
                    <a16:creationId xmlns:a16="http://schemas.microsoft.com/office/drawing/2014/main" id="{E7FDB7D4-9EB3-C864-19B4-EE110C73F53F}"/>
                  </a:ext>
                </a:extLst>
              </p14:cNvPr>
              <p14:cNvContentPartPr/>
              <p14:nvPr/>
            </p14:nvContentPartPr>
            <p14:xfrm>
              <a:off x="5266873" y="3641255"/>
              <a:ext cx="14040" cy="99720"/>
            </p14:xfrm>
          </p:contentPart>
        </mc:Choice>
        <mc:Fallback xmlns="">
          <p:pic>
            <p:nvPicPr>
              <p:cNvPr id="213" name="Ink 212">
                <a:extLst>
                  <a:ext uri="{FF2B5EF4-FFF2-40B4-BE49-F238E27FC236}">
                    <a16:creationId xmlns:a16="http://schemas.microsoft.com/office/drawing/2014/main" id="{E7FDB7D4-9EB3-C864-19B4-EE110C73F53F}"/>
                  </a:ext>
                </a:extLst>
              </p:cNvPr>
              <p:cNvPicPr/>
              <p:nvPr/>
            </p:nvPicPr>
            <p:blipFill>
              <a:blip r:embed="rId63"/>
              <a:stretch>
                <a:fillRect/>
              </a:stretch>
            </p:blipFill>
            <p:spPr>
              <a:xfrm>
                <a:off x="5251780" y="3625719"/>
                <a:ext cx="43875" cy="130431"/>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14" name="Ink 213">
                <a:extLst>
                  <a:ext uri="{FF2B5EF4-FFF2-40B4-BE49-F238E27FC236}">
                    <a16:creationId xmlns:a16="http://schemas.microsoft.com/office/drawing/2014/main" id="{0CEB47DA-FBBB-1E31-4E5B-982A7AF60767}"/>
                  </a:ext>
                </a:extLst>
              </p14:cNvPr>
              <p14:cNvContentPartPr/>
              <p14:nvPr/>
            </p14:nvContentPartPr>
            <p14:xfrm>
              <a:off x="988200" y="2634407"/>
              <a:ext cx="450720" cy="14040"/>
            </p14:xfrm>
          </p:contentPart>
        </mc:Choice>
        <mc:Fallback xmlns="">
          <p:pic>
            <p:nvPicPr>
              <p:cNvPr id="214" name="Ink 213">
                <a:extLst>
                  <a:ext uri="{FF2B5EF4-FFF2-40B4-BE49-F238E27FC236}">
                    <a16:creationId xmlns:a16="http://schemas.microsoft.com/office/drawing/2014/main" id="{0CEB47DA-FBBB-1E31-4E5B-982A7AF60767}"/>
                  </a:ext>
                </a:extLst>
              </p:cNvPr>
              <p:cNvPicPr/>
              <p:nvPr/>
            </p:nvPicPr>
            <p:blipFill>
              <a:blip r:embed="rId65"/>
              <a:stretch>
                <a:fillRect/>
              </a:stretch>
            </p:blipFill>
            <p:spPr>
              <a:xfrm>
                <a:off x="972720" y="2618927"/>
                <a:ext cx="4813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44" name="Ink 243">
                <a:extLst>
                  <a:ext uri="{FF2B5EF4-FFF2-40B4-BE49-F238E27FC236}">
                    <a16:creationId xmlns:a16="http://schemas.microsoft.com/office/drawing/2014/main" id="{3246A5E2-4D6B-6C01-DB15-26BF96B93799}"/>
                  </a:ext>
                </a:extLst>
              </p14:cNvPr>
              <p14:cNvContentPartPr/>
              <p14:nvPr/>
            </p14:nvContentPartPr>
            <p14:xfrm>
              <a:off x="1135800" y="2078927"/>
              <a:ext cx="2163960" cy="324720"/>
            </p14:xfrm>
          </p:contentPart>
        </mc:Choice>
        <mc:Fallback xmlns="">
          <p:pic>
            <p:nvPicPr>
              <p:cNvPr id="244" name="Ink 243">
                <a:extLst>
                  <a:ext uri="{FF2B5EF4-FFF2-40B4-BE49-F238E27FC236}">
                    <a16:creationId xmlns:a16="http://schemas.microsoft.com/office/drawing/2014/main" id="{3246A5E2-4D6B-6C01-DB15-26BF96B93799}"/>
                  </a:ext>
                </a:extLst>
              </p:cNvPr>
              <p:cNvPicPr/>
              <p:nvPr/>
            </p:nvPicPr>
            <p:blipFill>
              <a:blip r:embed="rId67"/>
              <a:stretch>
                <a:fillRect/>
              </a:stretch>
            </p:blipFill>
            <p:spPr>
              <a:xfrm>
                <a:off x="1120320" y="2063447"/>
                <a:ext cx="219456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45" name="Ink 244">
                <a:extLst>
                  <a:ext uri="{FF2B5EF4-FFF2-40B4-BE49-F238E27FC236}">
                    <a16:creationId xmlns:a16="http://schemas.microsoft.com/office/drawing/2014/main" id="{DF76D66B-EC2F-C62F-21A4-63675587BAA3}"/>
                  </a:ext>
                </a:extLst>
              </p14:cNvPr>
              <p14:cNvContentPartPr/>
              <p14:nvPr/>
            </p14:nvContentPartPr>
            <p14:xfrm>
              <a:off x="5451673" y="2627495"/>
              <a:ext cx="1355760" cy="18720"/>
            </p14:xfrm>
          </p:contentPart>
        </mc:Choice>
        <mc:Fallback xmlns="">
          <p:pic>
            <p:nvPicPr>
              <p:cNvPr id="245" name="Ink 244">
                <a:extLst>
                  <a:ext uri="{FF2B5EF4-FFF2-40B4-BE49-F238E27FC236}">
                    <a16:creationId xmlns:a16="http://schemas.microsoft.com/office/drawing/2014/main" id="{DF76D66B-EC2F-C62F-21A4-63675587BAA3}"/>
                  </a:ext>
                </a:extLst>
              </p:cNvPr>
              <p:cNvPicPr/>
              <p:nvPr/>
            </p:nvPicPr>
            <p:blipFill>
              <a:blip r:embed="rId69"/>
              <a:stretch>
                <a:fillRect/>
              </a:stretch>
            </p:blipFill>
            <p:spPr>
              <a:xfrm>
                <a:off x="5436193" y="2612015"/>
                <a:ext cx="13863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70" name="Ink 269">
                <a:extLst>
                  <a:ext uri="{FF2B5EF4-FFF2-40B4-BE49-F238E27FC236}">
                    <a16:creationId xmlns:a16="http://schemas.microsoft.com/office/drawing/2014/main" id="{DF74AF1E-570C-0482-78FB-1365B82CFF90}"/>
                  </a:ext>
                </a:extLst>
              </p14:cNvPr>
              <p14:cNvContentPartPr/>
              <p14:nvPr/>
            </p14:nvContentPartPr>
            <p14:xfrm>
              <a:off x="5719513" y="2066615"/>
              <a:ext cx="2089800" cy="251640"/>
            </p14:xfrm>
          </p:contentPart>
        </mc:Choice>
        <mc:Fallback xmlns="">
          <p:pic>
            <p:nvPicPr>
              <p:cNvPr id="270" name="Ink 269">
                <a:extLst>
                  <a:ext uri="{FF2B5EF4-FFF2-40B4-BE49-F238E27FC236}">
                    <a16:creationId xmlns:a16="http://schemas.microsoft.com/office/drawing/2014/main" id="{DF74AF1E-570C-0482-78FB-1365B82CFF90}"/>
                  </a:ext>
                </a:extLst>
              </p:cNvPr>
              <p:cNvPicPr/>
              <p:nvPr/>
            </p:nvPicPr>
            <p:blipFill>
              <a:blip r:embed="rId71"/>
              <a:stretch>
                <a:fillRect/>
              </a:stretch>
            </p:blipFill>
            <p:spPr>
              <a:xfrm>
                <a:off x="5704036" y="2051135"/>
                <a:ext cx="2120395" cy="282240"/>
              </a:xfrm>
              <a:prstGeom prst="rect">
                <a:avLst/>
              </a:prstGeom>
            </p:spPr>
          </p:pic>
        </mc:Fallback>
      </mc:AlternateContent>
    </p:spTree>
    <p:extLst>
      <p:ext uri="{BB962C8B-B14F-4D97-AF65-F5344CB8AC3E}">
        <p14:creationId xmlns:p14="http://schemas.microsoft.com/office/powerpoint/2010/main" val="115246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DF0281-B575-1722-8A5E-1947BD2258FA}"/>
              </a:ext>
            </a:extLst>
          </p:cNvPr>
          <p:cNvSpPr>
            <a:spLocks noGrp="1"/>
          </p:cNvSpPr>
          <p:nvPr>
            <p:ph idx="26"/>
          </p:nvPr>
        </p:nvSpPr>
        <p:spPr>
          <a:xfrm>
            <a:off x="419625" y="738414"/>
            <a:ext cx="4943530" cy="3650177"/>
          </a:xfrm>
        </p:spPr>
        <p:txBody>
          <a:bodyPr/>
          <a:lstStyle/>
          <a:p>
            <a:r>
              <a:rPr lang="en-US" dirty="0"/>
              <a:t>Inputs feed to each neuron. Connection weights are implied with each line connection.</a:t>
            </a:r>
          </a:p>
          <a:p>
            <a:endParaRPr lang="en-US" dirty="0"/>
          </a:p>
          <a:p>
            <a:r>
              <a:rPr lang="en-US" dirty="0"/>
              <a:t>For brevity, biases are not shown (every neuron may have a bias).</a:t>
            </a:r>
          </a:p>
          <a:p>
            <a:endParaRPr lang="en-US" dirty="0"/>
          </a:p>
          <a:p>
            <a:r>
              <a:rPr lang="en-US" dirty="0"/>
              <a:t>Each neuron produces an output.</a:t>
            </a:r>
          </a:p>
          <a:p>
            <a:endParaRPr lang="en-US" dirty="0"/>
          </a:p>
          <a:p>
            <a:r>
              <a:rPr lang="en-US" dirty="0"/>
              <a:t>The outputs can be used for regression or classification (</a:t>
            </a:r>
            <a:r>
              <a:rPr lang="en-US" dirty="0" err="1"/>
              <a:t>softmax</a:t>
            </a:r>
            <a:r>
              <a:rPr lang="en-US" dirty="0"/>
              <a:t> needed).</a:t>
            </a:r>
          </a:p>
        </p:txBody>
      </p:sp>
      <p:sp>
        <p:nvSpPr>
          <p:cNvPr id="3" name="Title 2">
            <a:extLst>
              <a:ext uri="{FF2B5EF4-FFF2-40B4-BE49-F238E27FC236}">
                <a16:creationId xmlns:a16="http://schemas.microsoft.com/office/drawing/2014/main" id="{B21FF226-32EE-C590-21A4-F95343CC881B}"/>
              </a:ext>
            </a:extLst>
          </p:cNvPr>
          <p:cNvSpPr>
            <a:spLocks noGrp="1"/>
          </p:cNvSpPr>
          <p:nvPr>
            <p:ph type="title"/>
          </p:nvPr>
        </p:nvSpPr>
        <p:spPr/>
        <p:txBody>
          <a:bodyPr/>
          <a:lstStyle/>
          <a:p>
            <a:r>
              <a:rPr lang="en-US" dirty="0"/>
              <a:t>Single-Layer Perceptron Example</a:t>
            </a:r>
          </a:p>
        </p:txBody>
      </p:sp>
      <p:sp>
        <p:nvSpPr>
          <p:cNvPr id="4" name="Oval 3">
            <a:extLst>
              <a:ext uri="{FF2B5EF4-FFF2-40B4-BE49-F238E27FC236}">
                <a16:creationId xmlns:a16="http://schemas.microsoft.com/office/drawing/2014/main" id="{8709F955-5633-CB6B-D9FF-DB5466573886}"/>
              </a:ext>
            </a:extLst>
          </p:cNvPr>
          <p:cNvSpPr/>
          <p:nvPr/>
        </p:nvSpPr>
        <p:spPr>
          <a:xfrm>
            <a:off x="6893781" y="1381942"/>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2D1BB16-D954-DE0C-D8E5-B62DE28FE087}"/>
              </a:ext>
            </a:extLst>
          </p:cNvPr>
          <p:cNvSpPr/>
          <p:nvPr/>
        </p:nvSpPr>
        <p:spPr>
          <a:xfrm>
            <a:off x="6893781" y="2403187"/>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E8DFBB9-DDDF-FB01-A706-5ED42F8F8251}"/>
              </a:ext>
            </a:extLst>
          </p:cNvPr>
          <p:cNvSpPr/>
          <p:nvPr/>
        </p:nvSpPr>
        <p:spPr>
          <a:xfrm>
            <a:off x="6893781" y="3427604"/>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6D3731B-84EB-32C4-6761-40620F8921CA}"/>
              </a:ext>
            </a:extLst>
          </p:cNvPr>
          <p:cNvCxnSpPr>
            <a:cxnSpLocks/>
            <a:endCxn id="4" idx="2"/>
          </p:cNvCxnSpPr>
          <p:nvPr/>
        </p:nvCxnSpPr>
        <p:spPr>
          <a:xfrm>
            <a:off x="5899868" y="1612530"/>
            <a:ext cx="993913"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1E5C29F-CA6B-072A-975C-06AADF55AD87}"/>
              </a:ext>
            </a:extLst>
          </p:cNvPr>
          <p:cNvCxnSpPr>
            <a:cxnSpLocks/>
            <a:endCxn id="5" idx="2"/>
          </p:cNvCxnSpPr>
          <p:nvPr/>
        </p:nvCxnSpPr>
        <p:spPr>
          <a:xfrm>
            <a:off x="5899868" y="1612530"/>
            <a:ext cx="993913" cy="10212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FF40023-5272-CDA0-7997-AF48BBA45DD2}"/>
              </a:ext>
            </a:extLst>
          </p:cNvPr>
          <p:cNvCxnSpPr>
            <a:cxnSpLocks/>
            <a:endCxn id="6" idx="2"/>
          </p:cNvCxnSpPr>
          <p:nvPr/>
        </p:nvCxnSpPr>
        <p:spPr>
          <a:xfrm>
            <a:off x="5899868" y="1612530"/>
            <a:ext cx="993913" cy="204566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8710FAA-B0C2-F41A-5BFB-64F1FBAFF4EB}"/>
              </a:ext>
            </a:extLst>
          </p:cNvPr>
          <p:cNvCxnSpPr>
            <a:cxnSpLocks/>
            <a:endCxn id="4" idx="2"/>
          </p:cNvCxnSpPr>
          <p:nvPr/>
        </p:nvCxnSpPr>
        <p:spPr>
          <a:xfrm flipV="1">
            <a:off x="5971430" y="1612530"/>
            <a:ext cx="922351" cy="70130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6284D4D-5373-14E5-5A57-56F7F1DE1841}"/>
              </a:ext>
            </a:extLst>
          </p:cNvPr>
          <p:cNvCxnSpPr>
            <a:cxnSpLocks/>
            <a:endCxn id="5" idx="2"/>
          </p:cNvCxnSpPr>
          <p:nvPr/>
        </p:nvCxnSpPr>
        <p:spPr>
          <a:xfrm>
            <a:off x="5971430" y="2313830"/>
            <a:ext cx="922351" cy="3199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CEFA79D-07DD-E272-9CCA-EAF4043A1146}"/>
              </a:ext>
            </a:extLst>
          </p:cNvPr>
          <p:cNvCxnSpPr>
            <a:cxnSpLocks/>
            <a:endCxn id="6" idx="2"/>
          </p:cNvCxnSpPr>
          <p:nvPr/>
        </p:nvCxnSpPr>
        <p:spPr>
          <a:xfrm>
            <a:off x="5971430" y="2313830"/>
            <a:ext cx="922351" cy="134436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AA67575-5F23-FDFE-4B4E-0978F9B21D0F}"/>
              </a:ext>
            </a:extLst>
          </p:cNvPr>
          <p:cNvCxnSpPr>
            <a:cxnSpLocks/>
            <a:endCxn id="5" idx="2"/>
          </p:cNvCxnSpPr>
          <p:nvPr/>
        </p:nvCxnSpPr>
        <p:spPr>
          <a:xfrm flipV="1">
            <a:off x="5971430" y="2633775"/>
            <a:ext cx="922351" cy="2305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FFF3170-3BB2-7EA2-40D9-AAE84155A83E}"/>
              </a:ext>
            </a:extLst>
          </p:cNvPr>
          <p:cNvCxnSpPr>
            <a:cxnSpLocks/>
            <a:endCxn id="4" idx="2"/>
          </p:cNvCxnSpPr>
          <p:nvPr/>
        </p:nvCxnSpPr>
        <p:spPr>
          <a:xfrm flipV="1">
            <a:off x="5971430" y="1612530"/>
            <a:ext cx="922351" cy="12518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87AF3FDF-D92A-024A-DE51-A605BF9E33B5}"/>
              </a:ext>
            </a:extLst>
          </p:cNvPr>
          <p:cNvCxnSpPr>
            <a:cxnSpLocks/>
            <a:endCxn id="6" idx="2"/>
          </p:cNvCxnSpPr>
          <p:nvPr/>
        </p:nvCxnSpPr>
        <p:spPr>
          <a:xfrm>
            <a:off x="5971430" y="2864362"/>
            <a:ext cx="922351" cy="79383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FA3AFBE6-CDFA-608D-81C0-9570184E8A69}"/>
              </a:ext>
            </a:extLst>
          </p:cNvPr>
          <p:cNvCxnSpPr>
            <a:cxnSpLocks/>
            <a:endCxn id="4" idx="2"/>
          </p:cNvCxnSpPr>
          <p:nvPr/>
        </p:nvCxnSpPr>
        <p:spPr>
          <a:xfrm flipV="1">
            <a:off x="5971430" y="1612530"/>
            <a:ext cx="922351" cy="190194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9399618-E796-D067-E6C8-EFDB5AC42C25}"/>
              </a:ext>
            </a:extLst>
          </p:cNvPr>
          <p:cNvCxnSpPr>
            <a:cxnSpLocks/>
            <a:endCxn id="5" idx="2"/>
          </p:cNvCxnSpPr>
          <p:nvPr/>
        </p:nvCxnSpPr>
        <p:spPr>
          <a:xfrm flipV="1">
            <a:off x="5971430" y="2633775"/>
            <a:ext cx="922351" cy="89719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A69DB03-04E2-BCFC-7974-65CD581EF69C}"/>
              </a:ext>
            </a:extLst>
          </p:cNvPr>
          <p:cNvCxnSpPr>
            <a:cxnSpLocks/>
            <a:endCxn id="6" idx="2"/>
          </p:cNvCxnSpPr>
          <p:nvPr/>
        </p:nvCxnSpPr>
        <p:spPr>
          <a:xfrm>
            <a:off x="5971430" y="3514477"/>
            <a:ext cx="922351" cy="14371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B03DBBD8-243A-1412-2FD5-4C10D867E25D}"/>
              </a:ext>
            </a:extLst>
          </p:cNvPr>
          <p:cNvCxnSpPr>
            <a:cxnSpLocks/>
            <a:stCxn id="4" idx="6"/>
          </p:cNvCxnSpPr>
          <p:nvPr/>
        </p:nvCxnSpPr>
        <p:spPr>
          <a:xfrm>
            <a:off x="7350981" y="1612530"/>
            <a:ext cx="608275"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FD597B63-3005-5669-5A74-B2EA53198C70}"/>
              </a:ext>
            </a:extLst>
          </p:cNvPr>
          <p:cNvCxnSpPr>
            <a:cxnSpLocks/>
            <a:stCxn id="5" idx="6"/>
          </p:cNvCxnSpPr>
          <p:nvPr/>
        </p:nvCxnSpPr>
        <p:spPr>
          <a:xfrm>
            <a:off x="7350981" y="2633775"/>
            <a:ext cx="663934"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EEC89CB-CEA9-2E02-9E6F-CB21CE2DBC3C}"/>
              </a:ext>
            </a:extLst>
          </p:cNvPr>
          <p:cNvCxnSpPr>
            <a:cxnSpLocks/>
            <a:stCxn id="6" idx="6"/>
          </p:cNvCxnSpPr>
          <p:nvPr/>
        </p:nvCxnSpPr>
        <p:spPr>
          <a:xfrm>
            <a:off x="7350981" y="3658192"/>
            <a:ext cx="608275"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90001334-98F7-201C-B08D-75FB45857583}"/>
                  </a:ext>
                </a:extLst>
              </p:cNvPr>
              <p:cNvSpPr/>
              <p:nvPr/>
            </p:nvSpPr>
            <p:spPr>
              <a:xfrm>
                <a:off x="8034793" y="1381942"/>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xmlns="">
          <p:sp>
            <p:nvSpPr>
              <p:cNvPr id="54" name="Rectangle 53">
                <a:extLst>
                  <a:ext uri="{FF2B5EF4-FFF2-40B4-BE49-F238E27FC236}">
                    <a16:creationId xmlns:a16="http://schemas.microsoft.com/office/drawing/2014/main" id="{90001334-98F7-201C-B08D-75FB45857583}"/>
                  </a:ext>
                </a:extLst>
              </p:cNvPr>
              <p:cNvSpPr>
                <a:spLocks noRot="1" noChangeAspect="1" noMove="1" noResize="1" noEditPoints="1" noAdjustHandles="1" noChangeArrowheads="1" noChangeShapeType="1" noTextEdit="1"/>
              </p:cNvSpPr>
              <p:nvPr/>
            </p:nvSpPr>
            <p:spPr>
              <a:xfrm>
                <a:off x="8034793" y="1381942"/>
                <a:ext cx="381663" cy="373711"/>
              </a:xfrm>
              <a:prstGeom prst="rect">
                <a:avLst/>
              </a:prstGeom>
              <a:blipFill>
                <a:blip r:embed="rId2"/>
                <a:stretch>
                  <a:fillRect l="-9524" b="-655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19B99CF8-4C6D-E227-4C1E-C12D1A8D0680}"/>
                  </a:ext>
                </a:extLst>
              </p:cNvPr>
              <p:cNvSpPr/>
              <p:nvPr/>
            </p:nvSpPr>
            <p:spPr>
              <a:xfrm>
                <a:off x="8034793" y="2384894"/>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xmlns="">
          <p:sp>
            <p:nvSpPr>
              <p:cNvPr id="55" name="Rectangle 54">
                <a:extLst>
                  <a:ext uri="{FF2B5EF4-FFF2-40B4-BE49-F238E27FC236}">
                    <a16:creationId xmlns:a16="http://schemas.microsoft.com/office/drawing/2014/main" id="{19B99CF8-4C6D-E227-4C1E-C12D1A8D0680}"/>
                  </a:ext>
                </a:extLst>
              </p:cNvPr>
              <p:cNvSpPr>
                <a:spLocks noRot="1" noChangeAspect="1" noMove="1" noResize="1" noEditPoints="1" noAdjustHandles="1" noChangeArrowheads="1" noChangeShapeType="1" noTextEdit="1"/>
              </p:cNvSpPr>
              <p:nvPr/>
            </p:nvSpPr>
            <p:spPr>
              <a:xfrm>
                <a:off x="8034793" y="2384894"/>
                <a:ext cx="381663" cy="373711"/>
              </a:xfrm>
              <a:prstGeom prst="rect">
                <a:avLst/>
              </a:prstGeom>
              <a:blipFill>
                <a:blip r:embed="rId3"/>
                <a:stretch>
                  <a:fillRect l="-9524" b="-483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0370B8A7-D8CF-7801-C430-98F4FB829727}"/>
                  </a:ext>
                </a:extLst>
              </p:cNvPr>
              <p:cNvSpPr/>
              <p:nvPr/>
            </p:nvSpPr>
            <p:spPr>
              <a:xfrm>
                <a:off x="8004867" y="3434278"/>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3</m:t>
                          </m:r>
                        </m:sub>
                      </m:sSub>
                    </m:oMath>
                  </m:oMathPara>
                </a14:m>
                <a:endParaRPr lang="en-US" dirty="0">
                  <a:solidFill>
                    <a:sysClr val="windowText" lastClr="000000"/>
                  </a:solidFill>
                </a:endParaRPr>
              </a:p>
            </p:txBody>
          </p:sp>
        </mc:Choice>
        <mc:Fallback xmlns="">
          <p:sp>
            <p:nvSpPr>
              <p:cNvPr id="56" name="Rectangle 55">
                <a:extLst>
                  <a:ext uri="{FF2B5EF4-FFF2-40B4-BE49-F238E27FC236}">
                    <a16:creationId xmlns:a16="http://schemas.microsoft.com/office/drawing/2014/main" id="{0370B8A7-D8CF-7801-C430-98F4FB829727}"/>
                  </a:ext>
                </a:extLst>
              </p:cNvPr>
              <p:cNvSpPr>
                <a:spLocks noRot="1" noChangeAspect="1" noMove="1" noResize="1" noEditPoints="1" noAdjustHandles="1" noChangeArrowheads="1" noChangeShapeType="1" noTextEdit="1"/>
              </p:cNvSpPr>
              <p:nvPr/>
            </p:nvSpPr>
            <p:spPr>
              <a:xfrm>
                <a:off x="8004867" y="3434278"/>
                <a:ext cx="381663" cy="373711"/>
              </a:xfrm>
              <a:prstGeom prst="rect">
                <a:avLst/>
              </a:prstGeom>
              <a:blipFill>
                <a:blip r:embed="rId4"/>
                <a:stretch>
                  <a:fillRect l="-9524" b="-6452"/>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7" name="Rectangle 56">
                <a:extLst>
                  <a:ext uri="{FF2B5EF4-FFF2-40B4-BE49-F238E27FC236}">
                    <a16:creationId xmlns:a16="http://schemas.microsoft.com/office/drawing/2014/main" id="{7782218A-4EF5-7F51-7530-6C67CB549AB3}"/>
                  </a:ext>
                </a:extLst>
              </p:cNvPr>
              <p:cNvSpPr/>
              <p:nvPr/>
            </p:nvSpPr>
            <p:spPr>
              <a:xfrm>
                <a:off x="5589767" y="1376877"/>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p:sp>
            <p:nvSpPr>
              <p:cNvPr id="57" name="Rectangle 56">
                <a:extLst>
                  <a:ext uri="{FF2B5EF4-FFF2-40B4-BE49-F238E27FC236}">
                    <a16:creationId xmlns:a16="http://schemas.microsoft.com/office/drawing/2014/main" id="{7782218A-4EF5-7F51-7530-6C67CB549AB3}"/>
                  </a:ext>
                </a:extLst>
              </p:cNvPr>
              <p:cNvSpPr>
                <a:spLocks noRot="1" noChangeAspect="1" noMove="1" noResize="1" noEditPoints="1" noAdjustHandles="1" noChangeArrowheads="1" noChangeShapeType="1" noTextEdit="1"/>
              </p:cNvSpPr>
              <p:nvPr/>
            </p:nvSpPr>
            <p:spPr>
              <a:xfrm>
                <a:off x="5589767" y="1376877"/>
                <a:ext cx="381663" cy="373711"/>
              </a:xfrm>
              <a:prstGeom prst="rect">
                <a:avLst/>
              </a:prstGeom>
              <a:blipFill>
                <a:blip r:embed="rId5"/>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Rectangle 57">
                <a:extLst>
                  <a:ext uri="{FF2B5EF4-FFF2-40B4-BE49-F238E27FC236}">
                    <a16:creationId xmlns:a16="http://schemas.microsoft.com/office/drawing/2014/main" id="{2D5A96B9-6F66-8574-E447-841BDCC97B3B}"/>
                  </a:ext>
                </a:extLst>
              </p:cNvPr>
              <p:cNvSpPr/>
              <p:nvPr/>
            </p:nvSpPr>
            <p:spPr>
              <a:xfrm>
                <a:off x="5589766" y="2067208"/>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p:sp>
            <p:nvSpPr>
              <p:cNvPr id="58" name="Rectangle 57">
                <a:extLst>
                  <a:ext uri="{FF2B5EF4-FFF2-40B4-BE49-F238E27FC236}">
                    <a16:creationId xmlns:a16="http://schemas.microsoft.com/office/drawing/2014/main" id="{2D5A96B9-6F66-8574-E447-841BDCC97B3B}"/>
                  </a:ext>
                </a:extLst>
              </p:cNvPr>
              <p:cNvSpPr>
                <a:spLocks noRot="1" noChangeAspect="1" noMove="1" noResize="1" noEditPoints="1" noAdjustHandles="1" noChangeArrowheads="1" noChangeShapeType="1" noTextEdit="1"/>
              </p:cNvSpPr>
              <p:nvPr/>
            </p:nvSpPr>
            <p:spPr>
              <a:xfrm>
                <a:off x="5589766" y="2067208"/>
                <a:ext cx="381663" cy="373711"/>
              </a:xfrm>
              <a:prstGeom prst="rect">
                <a:avLst/>
              </a:prstGeom>
              <a:blipFill>
                <a:blip r:embed="rId6"/>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Rectangle 58">
                <a:extLst>
                  <a:ext uri="{FF2B5EF4-FFF2-40B4-BE49-F238E27FC236}">
                    <a16:creationId xmlns:a16="http://schemas.microsoft.com/office/drawing/2014/main" id="{7646B379-B60F-09E7-B226-6AC6477031FC}"/>
                  </a:ext>
                </a:extLst>
              </p:cNvPr>
              <p:cNvSpPr/>
              <p:nvPr/>
            </p:nvSpPr>
            <p:spPr>
              <a:xfrm>
                <a:off x="5589766" y="2611021"/>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3</m:t>
                          </m:r>
                        </m:sub>
                      </m:sSub>
                    </m:oMath>
                  </m:oMathPara>
                </a14:m>
                <a:endParaRPr lang="en-US" dirty="0">
                  <a:solidFill>
                    <a:sysClr val="windowText" lastClr="000000"/>
                  </a:solidFill>
                </a:endParaRPr>
              </a:p>
            </p:txBody>
          </p:sp>
        </mc:Choice>
        <mc:Fallback>
          <p:sp>
            <p:nvSpPr>
              <p:cNvPr id="59" name="Rectangle 58">
                <a:extLst>
                  <a:ext uri="{FF2B5EF4-FFF2-40B4-BE49-F238E27FC236}">
                    <a16:creationId xmlns:a16="http://schemas.microsoft.com/office/drawing/2014/main" id="{7646B379-B60F-09E7-B226-6AC6477031FC}"/>
                  </a:ext>
                </a:extLst>
              </p:cNvPr>
              <p:cNvSpPr>
                <a:spLocks noRot="1" noChangeAspect="1" noMove="1" noResize="1" noEditPoints="1" noAdjustHandles="1" noChangeArrowheads="1" noChangeShapeType="1" noTextEdit="1"/>
              </p:cNvSpPr>
              <p:nvPr/>
            </p:nvSpPr>
            <p:spPr>
              <a:xfrm>
                <a:off x="5589766" y="2611021"/>
                <a:ext cx="381663" cy="373711"/>
              </a:xfrm>
              <a:prstGeom prst="rect">
                <a:avLst/>
              </a:prstGeom>
              <a:blipFill>
                <a:blip r:embed="rId7"/>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0" name="Rectangle 59">
                <a:extLst>
                  <a:ext uri="{FF2B5EF4-FFF2-40B4-BE49-F238E27FC236}">
                    <a16:creationId xmlns:a16="http://schemas.microsoft.com/office/drawing/2014/main" id="{C87CD2AD-826B-EC1E-D3FD-9148D59E5BAF}"/>
                  </a:ext>
                </a:extLst>
              </p:cNvPr>
              <p:cNvSpPr/>
              <p:nvPr/>
            </p:nvSpPr>
            <p:spPr>
              <a:xfrm>
                <a:off x="5591646" y="3267454"/>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4</m:t>
                          </m:r>
                        </m:sub>
                      </m:sSub>
                    </m:oMath>
                  </m:oMathPara>
                </a14:m>
                <a:endParaRPr lang="en-US" dirty="0">
                  <a:solidFill>
                    <a:sysClr val="windowText" lastClr="000000"/>
                  </a:solidFill>
                </a:endParaRPr>
              </a:p>
            </p:txBody>
          </p:sp>
        </mc:Choice>
        <mc:Fallback>
          <p:sp>
            <p:nvSpPr>
              <p:cNvPr id="60" name="Rectangle 59">
                <a:extLst>
                  <a:ext uri="{FF2B5EF4-FFF2-40B4-BE49-F238E27FC236}">
                    <a16:creationId xmlns:a16="http://schemas.microsoft.com/office/drawing/2014/main" id="{C87CD2AD-826B-EC1E-D3FD-9148D59E5BAF}"/>
                  </a:ext>
                </a:extLst>
              </p:cNvPr>
              <p:cNvSpPr>
                <a:spLocks noRot="1" noChangeAspect="1" noMove="1" noResize="1" noEditPoints="1" noAdjustHandles="1" noChangeArrowheads="1" noChangeShapeType="1" noTextEdit="1"/>
              </p:cNvSpPr>
              <p:nvPr/>
            </p:nvSpPr>
            <p:spPr>
              <a:xfrm>
                <a:off x="5591646" y="3267454"/>
                <a:ext cx="381663" cy="373711"/>
              </a:xfrm>
              <a:prstGeom prst="rect">
                <a:avLst/>
              </a:prstGeom>
              <a:blipFill>
                <a:blip r:embed="rId8"/>
                <a:stretch>
                  <a:fillRect l="-3226"/>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26508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213B4B-A41D-9F89-0906-4D98A41A5864}"/>
              </a:ext>
            </a:extLst>
          </p:cNvPr>
          <p:cNvSpPr>
            <a:spLocks noGrp="1"/>
          </p:cNvSpPr>
          <p:nvPr>
            <p:ph idx="26"/>
          </p:nvPr>
        </p:nvSpPr>
        <p:spPr>
          <a:xfrm>
            <a:off x="403189" y="746661"/>
            <a:ext cx="3541496" cy="3650177"/>
          </a:xfrm>
        </p:spPr>
        <p:txBody>
          <a:bodyPr/>
          <a:lstStyle/>
          <a:p>
            <a:r>
              <a:rPr lang="en-US" sz="1800" dirty="0"/>
              <a:t>The structure of the ‘neural network’ is called an architecture.</a:t>
            </a:r>
          </a:p>
          <a:p>
            <a:endParaRPr lang="en-US" sz="1800" dirty="0"/>
          </a:p>
          <a:p>
            <a:r>
              <a:rPr lang="en-US" sz="1800" dirty="0"/>
              <a:t>Single-Layer Perceptron is a weak architecture that cannot perform simple tasks:</a:t>
            </a:r>
          </a:p>
          <a:p>
            <a:endParaRPr lang="en-US" sz="1800" dirty="0"/>
          </a:p>
          <a:p>
            <a:pPr marL="0" indent="0">
              <a:buNone/>
            </a:pPr>
            <a:r>
              <a:rPr lang="en-US" sz="1800" dirty="0"/>
              <a:t>Single-layer </a:t>
            </a:r>
            <a:r>
              <a:rPr lang="en-US" sz="1800" dirty="0" err="1"/>
              <a:t>perceptrons</a:t>
            </a:r>
            <a:r>
              <a:rPr lang="en-US" sz="1800" dirty="0"/>
              <a:t> cannot model XOR Gates </a:t>
            </a:r>
            <a:r>
              <a:rPr lang="en-US" sz="1800" dirty="0">
                <a:sym typeface="Wingdings" pitchFamily="2" charset="2"/>
              </a:rPr>
              <a:t> can only perform linear separation tasks …</a:t>
            </a:r>
            <a:endParaRPr lang="en-US" sz="1800" dirty="0"/>
          </a:p>
        </p:txBody>
      </p:sp>
      <p:sp>
        <p:nvSpPr>
          <p:cNvPr id="3" name="Title 2">
            <a:extLst>
              <a:ext uri="{FF2B5EF4-FFF2-40B4-BE49-F238E27FC236}">
                <a16:creationId xmlns:a16="http://schemas.microsoft.com/office/drawing/2014/main" id="{7F91DE5A-9EC5-EAFA-ED66-EFD6E91FB1A0}"/>
              </a:ext>
            </a:extLst>
          </p:cNvPr>
          <p:cNvSpPr>
            <a:spLocks noGrp="1"/>
          </p:cNvSpPr>
          <p:nvPr>
            <p:ph type="title"/>
          </p:nvPr>
        </p:nvSpPr>
        <p:spPr/>
        <p:txBody>
          <a:bodyPr/>
          <a:lstStyle/>
          <a:p>
            <a:r>
              <a:rPr lang="en-US" dirty="0"/>
              <a:t>Single-Layer Perceptron Issue</a:t>
            </a:r>
          </a:p>
        </p:txBody>
      </p:sp>
      <p:pic>
        <p:nvPicPr>
          <p:cNvPr id="4" name="Picture 3">
            <a:extLst>
              <a:ext uri="{FF2B5EF4-FFF2-40B4-BE49-F238E27FC236}">
                <a16:creationId xmlns:a16="http://schemas.microsoft.com/office/drawing/2014/main" id="{F3DA76CA-65CE-0EEA-0829-094C1B5BDE36}"/>
              </a:ext>
            </a:extLst>
          </p:cNvPr>
          <p:cNvPicPr>
            <a:picLocks noChangeAspect="1"/>
          </p:cNvPicPr>
          <p:nvPr/>
        </p:nvPicPr>
        <p:blipFill>
          <a:blip r:embed="rId2"/>
          <a:stretch>
            <a:fillRect/>
          </a:stretch>
        </p:blipFill>
        <p:spPr>
          <a:xfrm>
            <a:off x="4151992" y="654806"/>
            <a:ext cx="4763408" cy="2662929"/>
          </a:xfrm>
          <a:prstGeom prst="rect">
            <a:avLst/>
          </a:prstGeom>
        </p:spPr>
      </p:pic>
    </p:spTree>
    <p:extLst>
      <p:ext uri="{BB962C8B-B14F-4D97-AF65-F5344CB8AC3E}">
        <p14:creationId xmlns:p14="http://schemas.microsoft.com/office/powerpoint/2010/main" val="3652704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a:extLst>
              <a:ext uri="{FF2B5EF4-FFF2-40B4-BE49-F238E27FC236}">
                <a16:creationId xmlns:a16="http://schemas.microsoft.com/office/drawing/2014/main" id="{FBEE44DB-812B-1419-8464-CDA356A55923}"/>
              </a:ext>
            </a:extLst>
          </p:cNvPr>
          <p:cNvSpPr/>
          <p:nvPr/>
        </p:nvSpPr>
        <p:spPr>
          <a:xfrm>
            <a:off x="5192418" y="1989681"/>
            <a:ext cx="726389" cy="2668899"/>
          </a:xfrm>
          <a:prstGeom prst="rect">
            <a:avLst/>
          </a:prstGeom>
          <a:solidFill>
            <a:srgbClr val="FFA28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1E4D7913-A2FC-BFDD-C8D2-0B5B6373D83B}"/>
              </a:ext>
            </a:extLst>
          </p:cNvPr>
          <p:cNvSpPr/>
          <p:nvPr/>
        </p:nvSpPr>
        <p:spPr>
          <a:xfrm>
            <a:off x="3851575" y="1711033"/>
            <a:ext cx="763325" cy="3004090"/>
          </a:xfrm>
          <a:prstGeom prst="rect">
            <a:avLst/>
          </a:prstGeom>
          <a:solidFill>
            <a:srgbClr val="92D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DBA084CC-1B6A-F0AF-9929-95D620C3545C}"/>
              </a:ext>
            </a:extLst>
          </p:cNvPr>
          <p:cNvSpPr/>
          <p:nvPr/>
        </p:nvSpPr>
        <p:spPr>
          <a:xfrm>
            <a:off x="2472856" y="1910703"/>
            <a:ext cx="763325" cy="2804420"/>
          </a:xfrm>
          <a:prstGeom prst="rect">
            <a:avLst/>
          </a:prstGeom>
          <a:solidFill>
            <a:srgbClr val="FFC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3AF6E40C-4058-9AF5-56EB-838E2D58B9B9}"/>
              </a:ext>
            </a:extLst>
          </p:cNvPr>
          <p:cNvSpPr>
            <a:spLocks noGrp="1"/>
          </p:cNvSpPr>
          <p:nvPr>
            <p:ph idx="26"/>
          </p:nvPr>
        </p:nvSpPr>
        <p:spPr>
          <a:xfrm>
            <a:off x="403189" y="722959"/>
            <a:ext cx="8318119" cy="700764"/>
          </a:xfrm>
        </p:spPr>
        <p:txBody>
          <a:bodyPr/>
          <a:lstStyle/>
          <a:p>
            <a:r>
              <a:rPr lang="en-US" dirty="0"/>
              <a:t>Improving the computational performance of a neural network is simple: Feed the output of neurons to other neurons!</a:t>
            </a:r>
          </a:p>
        </p:txBody>
      </p:sp>
      <p:sp>
        <p:nvSpPr>
          <p:cNvPr id="3" name="Title 2">
            <a:extLst>
              <a:ext uri="{FF2B5EF4-FFF2-40B4-BE49-F238E27FC236}">
                <a16:creationId xmlns:a16="http://schemas.microsoft.com/office/drawing/2014/main" id="{36EB52A5-3DA1-E250-5A20-C74321AF34DE}"/>
              </a:ext>
            </a:extLst>
          </p:cNvPr>
          <p:cNvSpPr>
            <a:spLocks noGrp="1"/>
          </p:cNvSpPr>
          <p:nvPr>
            <p:ph type="title"/>
          </p:nvPr>
        </p:nvSpPr>
        <p:spPr/>
        <p:txBody>
          <a:bodyPr>
            <a:noAutofit/>
          </a:bodyPr>
          <a:lstStyle/>
          <a:p>
            <a:r>
              <a:rPr lang="en-US" sz="2000" dirty="0"/>
              <a:t>Multi-layer </a:t>
            </a:r>
            <a:r>
              <a:rPr lang="en-US" sz="2000" dirty="0" err="1"/>
              <a:t>Perceptrons</a:t>
            </a:r>
            <a:r>
              <a:rPr lang="en-US" sz="2000" dirty="0"/>
              <a:t> (MLP) and Deep Neural Networks</a:t>
            </a:r>
          </a:p>
        </p:txBody>
      </p:sp>
      <p:grpSp>
        <p:nvGrpSpPr>
          <p:cNvPr id="73" name="Group 72">
            <a:extLst>
              <a:ext uri="{FF2B5EF4-FFF2-40B4-BE49-F238E27FC236}">
                <a16:creationId xmlns:a16="http://schemas.microsoft.com/office/drawing/2014/main" id="{8E624E8D-A062-74DE-86AD-B665CDF8EBBE}"/>
              </a:ext>
            </a:extLst>
          </p:cNvPr>
          <p:cNvGrpSpPr/>
          <p:nvPr/>
        </p:nvGrpSpPr>
        <p:grpSpPr>
          <a:xfrm>
            <a:off x="1637969" y="2097559"/>
            <a:ext cx="1451113" cy="2506837"/>
            <a:chOff x="1637969" y="2097559"/>
            <a:chExt cx="1451113" cy="2506837"/>
          </a:xfrm>
        </p:grpSpPr>
        <p:sp>
          <p:nvSpPr>
            <p:cNvPr id="4" name="Oval 3">
              <a:extLst>
                <a:ext uri="{FF2B5EF4-FFF2-40B4-BE49-F238E27FC236}">
                  <a16:creationId xmlns:a16="http://schemas.microsoft.com/office/drawing/2014/main" id="{E5A15978-B743-0624-7B98-886A8C71BB91}"/>
                </a:ext>
              </a:extLst>
            </p:cNvPr>
            <p:cNvSpPr/>
            <p:nvPr/>
          </p:nvSpPr>
          <p:spPr>
            <a:xfrm>
              <a:off x="2631882" y="2097559"/>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B0948BA-B678-8528-1BFC-CFB531A0B483}"/>
                </a:ext>
              </a:extLst>
            </p:cNvPr>
            <p:cNvSpPr/>
            <p:nvPr/>
          </p:nvSpPr>
          <p:spPr>
            <a:xfrm>
              <a:off x="2631882" y="3118804"/>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CB12663-E653-759D-5502-1E69CF2A45C8}"/>
                </a:ext>
              </a:extLst>
            </p:cNvPr>
            <p:cNvSpPr/>
            <p:nvPr/>
          </p:nvSpPr>
          <p:spPr>
            <a:xfrm>
              <a:off x="2631882" y="4143221"/>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515E408-615A-B12E-5514-999FF2A919E5}"/>
                </a:ext>
              </a:extLst>
            </p:cNvPr>
            <p:cNvCxnSpPr>
              <a:cxnSpLocks/>
              <a:endCxn id="4" idx="2"/>
            </p:cNvCxnSpPr>
            <p:nvPr/>
          </p:nvCxnSpPr>
          <p:spPr>
            <a:xfrm>
              <a:off x="1637969" y="2328147"/>
              <a:ext cx="993913"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703FC92-FDAD-4245-F3CE-1E7CA94B68CF}"/>
                </a:ext>
              </a:extLst>
            </p:cNvPr>
            <p:cNvCxnSpPr>
              <a:cxnSpLocks/>
              <a:endCxn id="5" idx="2"/>
            </p:cNvCxnSpPr>
            <p:nvPr/>
          </p:nvCxnSpPr>
          <p:spPr>
            <a:xfrm>
              <a:off x="1637969" y="2328147"/>
              <a:ext cx="993913" cy="10212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3E7DA82-FCBA-0835-FC27-3752C455B260}"/>
                </a:ext>
              </a:extLst>
            </p:cNvPr>
            <p:cNvCxnSpPr>
              <a:cxnSpLocks/>
              <a:endCxn id="6" idx="2"/>
            </p:cNvCxnSpPr>
            <p:nvPr/>
          </p:nvCxnSpPr>
          <p:spPr>
            <a:xfrm>
              <a:off x="1637969" y="2328147"/>
              <a:ext cx="993913" cy="204566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8FF1A5E-916B-3151-9551-EDE6E94FA42B}"/>
                </a:ext>
              </a:extLst>
            </p:cNvPr>
            <p:cNvCxnSpPr>
              <a:cxnSpLocks/>
              <a:endCxn id="4" idx="2"/>
            </p:cNvCxnSpPr>
            <p:nvPr/>
          </p:nvCxnSpPr>
          <p:spPr>
            <a:xfrm flipV="1">
              <a:off x="1709531" y="2328147"/>
              <a:ext cx="922351" cy="70130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CD130EC-A46C-A14C-BCA6-F34333121BEC}"/>
                </a:ext>
              </a:extLst>
            </p:cNvPr>
            <p:cNvCxnSpPr>
              <a:cxnSpLocks/>
              <a:endCxn id="5" idx="2"/>
            </p:cNvCxnSpPr>
            <p:nvPr/>
          </p:nvCxnSpPr>
          <p:spPr>
            <a:xfrm>
              <a:off x="1709531" y="3029447"/>
              <a:ext cx="922351" cy="3199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BABEB28-4E2C-D8C6-1A59-AF88127052AC}"/>
                </a:ext>
              </a:extLst>
            </p:cNvPr>
            <p:cNvCxnSpPr>
              <a:cxnSpLocks/>
              <a:endCxn id="6" idx="2"/>
            </p:cNvCxnSpPr>
            <p:nvPr/>
          </p:nvCxnSpPr>
          <p:spPr>
            <a:xfrm>
              <a:off x="1709531" y="3029447"/>
              <a:ext cx="922351" cy="134436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54E42B37-9356-59A7-1BC5-5991C13A6E68}"/>
                </a:ext>
              </a:extLst>
            </p:cNvPr>
            <p:cNvCxnSpPr>
              <a:cxnSpLocks/>
              <a:endCxn id="5" idx="2"/>
            </p:cNvCxnSpPr>
            <p:nvPr/>
          </p:nvCxnSpPr>
          <p:spPr>
            <a:xfrm flipV="1">
              <a:off x="1709531" y="3349392"/>
              <a:ext cx="922351" cy="2305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AB5AF6D-C019-3C4A-7223-48AE9705C046}"/>
                </a:ext>
              </a:extLst>
            </p:cNvPr>
            <p:cNvCxnSpPr>
              <a:cxnSpLocks/>
              <a:endCxn id="4" idx="2"/>
            </p:cNvCxnSpPr>
            <p:nvPr/>
          </p:nvCxnSpPr>
          <p:spPr>
            <a:xfrm flipV="1">
              <a:off x="1709531" y="2328147"/>
              <a:ext cx="922351" cy="12518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28782936-471B-917C-6451-BC4CDB855FE1}"/>
                </a:ext>
              </a:extLst>
            </p:cNvPr>
            <p:cNvCxnSpPr>
              <a:cxnSpLocks/>
              <a:endCxn id="6" idx="2"/>
            </p:cNvCxnSpPr>
            <p:nvPr/>
          </p:nvCxnSpPr>
          <p:spPr>
            <a:xfrm>
              <a:off x="1709531" y="3579979"/>
              <a:ext cx="922351" cy="79383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3D6B83-09E5-864D-12AE-18F8AB5249FF}"/>
                </a:ext>
              </a:extLst>
            </p:cNvPr>
            <p:cNvCxnSpPr>
              <a:cxnSpLocks/>
              <a:endCxn id="4" idx="2"/>
            </p:cNvCxnSpPr>
            <p:nvPr/>
          </p:nvCxnSpPr>
          <p:spPr>
            <a:xfrm flipV="1">
              <a:off x="1709531" y="2328147"/>
              <a:ext cx="922351" cy="190194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DCF51DB-D3B3-1D02-E616-9945A1100D0F}"/>
                </a:ext>
              </a:extLst>
            </p:cNvPr>
            <p:cNvCxnSpPr>
              <a:cxnSpLocks/>
              <a:endCxn id="5" idx="2"/>
            </p:cNvCxnSpPr>
            <p:nvPr/>
          </p:nvCxnSpPr>
          <p:spPr>
            <a:xfrm flipV="1">
              <a:off x="1709531" y="3349392"/>
              <a:ext cx="922351" cy="89719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244A07A-861C-C309-D86A-0A6492F9D3BD}"/>
                </a:ext>
              </a:extLst>
            </p:cNvPr>
            <p:cNvCxnSpPr>
              <a:cxnSpLocks/>
              <a:endCxn id="6" idx="2"/>
            </p:cNvCxnSpPr>
            <p:nvPr/>
          </p:nvCxnSpPr>
          <p:spPr>
            <a:xfrm>
              <a:off x="1709531" y="4230094"/>
              <a:ext cx="922351" cy="14371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21" name="Group 120">
            <a:extLst>
              <a:ext uri="{FF2B5EF4-FFF2-40B4-BE49-F238E27FC236}">
                <a16:creationId xmlns:a16="http://schemas.microsoft.com/office/drawing/2014/main" id="{DB0DD9EE-8F32-9AF2-FC27-BFE362E15768}"/>
              </a:ext>
            </a:extLst>
          </p:cNvPr>
          <p:cNvGrpSpPr/>
          <p:nvPr/>
        </p:nvGrpSpPr>
        <p:grpSpPr>
          <a:xfrm>
            <a:off x="5798489" y="2130871"/>
            <a:ext cx="1033452" cy="2302571"/>
            <a:chOff x="5798489" y="2130871"/>
            <a:chExt cx="1033452" cy="2302571"/>
          </a:xfrm>
        </p:grpSpPr>
        <p:cxnSp>
          <p:nvCxnSpPr>
            <p:cNvPr id="19" name="Straight Arrow Connector 18">
              <a:extLst>
                <a:ext uri="{FF2B5EF4-FFF2-40B4-BE49-F238E27FC236}">
                  <a16:creationId xmlns:a16="http://schemas.microsoft.com/office/drawing/2014/main" id="{68DBA6CE-C7F1-C85C-CD62-82D8CAEADCBA}"/>
                </a:ext>
              </a:extLst>
            </p:cNvPr>
            <p:cNvCxnSpPr>
              <a:cxnSpLocks/>
              <a:stCxn id="33" idx="6"/>
              <a:endCxn id="22" idx="1"/>
            </p:cNvCxnSpPr>
            <p:nvPr/>
          </p:nvCxnSpPr>
          <p:spPr>
            <a:xfrm flipV="1">
              <a:off x="5799428" y="2317727"/>
              <a:ext cx="577518" cy="77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941F19E-9B3E-A0BD-C796-EB1EAFFF68D8}"/>
                </a:ext>
              </a:extLst>
            </p:cNvPr>
            <p:cNvCxnSpPr>
              <a:cxnSpLocks/>
              <a:stCxn id="34" idx="6"/>
            </p:cNvCxnSpPr>
            <p:nvPr/>
          </p:nvCxnSpPr>
          <p:spPr>
            <a:xfrm flipV="1">
              <a:off x="5799428" y="3343830"/>
              <a:ext cx="577518" cy="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1277F17-421B-5F6F-216D-90A708D9F6AF}"/>
                </a:ext>
              </a:extLst>
            </p:cNvPr>
            <p:cNvCxnSpPr>
              <a:cxnSpLocks/>
              <a:stCxn id="35" idx="6"/>
            </p:cNvCxnSpPr>
            <p:nvPr/>
          </p:nvCxnSpPr>
          <p:spPr>
            <a:xfrm flipV="1">
              <a:off x="5798489" y="4356782"/>
              <a:ext cx="578457" cy="1702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B2F0DC96-8E7A-146B-DFCF-F09D5797FF1C}"/>
                    </a:ext>
                  </a:extLst>
                </p:cNvPr>
                <p:cNvSpPr/>
                <p:nvPr/>
              </p:nvSpPr>
              <p:spPr>
                <a:xfrm>
                  <a:off x="6376946" y="2130871"/>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xmlns="">
            <p:sp>
              <p:nvSpPr>
                <p:cNvPr id="22" name="Rectangle 21">
                  <a:extLst>
                    <a:ext uri="{FF2B5EF4-FFF2-40B4-BE49-F238E27FC236}">
                      <a16:creationId xmlns:a16="http://schemas.microsoft.com/office/drawing/2014/main" id="{B2F0DC96-8E7A-146B-DFCF-F09D5797FF1C}"/>
                    </a:ext>
                  </a:extLst>
                </p:cNvPr>
                <p:cNvSpPr>
                  <a:spLocks noRot="1" noChangeAspect="1" noMove="1" noResize="1" noEditPoints="1" noAdjustHandles="1" noChangeArrowheads="1" noChangeShapeType="1" noTextEdit="1"/>
                </p:cNvSpPr>
                <p:nvPr/>
              </p:nvSpPr>
              <p:spPr>
                <a:xfrm>
                  <a:off x="6376946" y="2130871"/>
                  <a:ext cx="381663" cy="373711"/>
                </a:xfrm>
                <a:prstGeom prst="rect">
                  <a:avLst/>
                </a:prstGeom>
                <a:blipFill>
                  <a:blip r:embed="rId2"/>
                  <a:stretch>
                    <a:fillRect l="-9524" b="-655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8AA06C95-4BBA-351B-9E7D-E352A1A5E8D3}"/>
                    </a:ext>
                  </a:extLst>
                </p:cNvPr>
                <p:cNvSpPr/>
                <p:nvPr/>
              </p:nvSpPr>
              <p:spPr>
                <a:xfrm>
                  <a:off x="6450279" y="3049241"/>
                  <a:ext cx="28834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xmlns="">
            <p:sp>
              <p:nvSpPr>
                <p:cNvPr id="23" name="Rectangle 22">
                  <a:extLst>
                    <a:ext uri="{FF2B5EF4-FFF2-40B4-BE49-F238E27FC236}">
                      <a16:creationId xmlns:a16="http://schemas.microsoft.com/office/drawing/2014/main" id="{8AA06C95-4BBA-351B-9E7D-E352A1A5E8D3}"/>
                    </a:ext>
                  </a:extLst>
                </p:cNvPr>
                <p:cNvSpPr>
                  <a:spLocks noRot="1" noChangeAspect="1" noMove="1" noResize="1" noEditPoints="1" noAdjustHandles="1" noChangeArrowheads="1" noChangeShapeType="1" noTextEdit="1"/>
                </p:cNvSpPr>
                <p:nvPr/>
              </p:nvSpPr>
              <p:spPr>
                <a:xfrm>
                  <a:off x="6450279" y="3049241"/>
                  <a:ext cx="288343" cy="373711"/>
                </a:xfrm>
                <a:prstGeom prst="rect">
                  <a:avLst/>
                </a:prstGeom>
                <a:blipFill>
                  <a:blip r:embed="rId3"/>
                  <a:stretch>
                    <a:fillRect l="-29787" b="-483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017E156F-51ED-DCB9-6820-DD5459FC36DE}"/>
                    </a:ext>
                  </a:extLst>
                </p:cNvPr>
                <p:cNvSpPr/>
                <p:nvPr/>
              </p:nvSpPr>
              <p:spPr>
                <a:xfrm>
                  <a:off x="6450278" y="4059731"/>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3</m:t>
                            </m:r>
                          </m:sub>
                        </m:sSub>
                      </m:oMath>
                    </m:oMathPara>
                  </a14:m>
                  <a:endParaRPr lang="en-US" dirty="0">
                    <a:solidFill>
                      <a:sysClr val="windowText" lastClr="000000"/>
                    </a:solidFill>
                  </a:endParaRPr>
                </a:p>
              </p:txBody>
            </p:sp>
          </mc:Choice>
          <mc:Fallback xmlns="">
            <p:sp>
              <p:nvSpPr>
                <p:cNvPr id="24" name="Rectangle 23">
                  <a:extLst>
                    <a:ext uri="{FF2B5EF4-FFF2-40B4-BE49-F238E27FC236}">
                      <a16:creationId xmlns:a16="http://schemas.microsoft.com/office/drawing/2014/main" id="{017E156F-51ED-DCB9-6820-DD5459FC36DE}"/>
                    </a:ext>
                  </a:extLst>
                </p:cNvPr>
                <p:cNvSpPr>
                  <a:spLocks noRot="1" noChangeAspect="1" noMove="1" noResize="1" noEditPoints="1" noAdjustHandles="1" noChangeArrowheads="1" noChangeShapeType="1" noTextEdit="1"/>
                </p:cNvSpPr>
                <p:nvPr/>
              </p:nvSpPr>
              <p:spPr>
                <a:xfrm>
                  <a:off x="6450278" y="4059731"/>
                  <a:ext cx="381663" cy="373711"/>
                </a:xfrm>
                <a:prstGeom prst="rect">
                  <a:avLst/>
                </a:prstGeom>
                <a:blipFill>
                  <a:blip r:embed="rId4"/>
                  <a:stretch>
                    <a:fillRect l="-9524" b="-6557"/>
                  </a:stretch>
                </a:blipFill>
                <a:ln>
                  <a:noFill/>
                </a:ln>
                <a:effectLst/>
              </p:spPr>
              <p:txBody>
                <a:bodyPr/>
                <a:lstStyle/>
                <a:p>
                  <a:r>
                    <a:rPr lang="en-US">
                      <a:noFill/>
                    </a:rPr>
                    <a:t> </a:t>
                  </a:r>
                </a:p>
              </p:txBody>
            </p:sp>
          </mc:Fallback>
        </mc:AlternateContent>
      </p:grpSp>
      <p:grpSp>
        <p:nvGrpSpPr>
          <p:cNvPr id="72" name="Group 71">
            <a:extLst>
              <a:ext uri="{FF2B5EF4-FFF2-40B4-BE49-F238E27FC236}">
                <a16:creationId xmlns:a16="http://schemas.microsoft.com/office/drawing/2014/main" id="{22D0E2B7-DDA8-E829-8B5E-49282E6983FC}"/>
              </a:ext>
            </a:extLst>
          </p:cNvPr>
          <p:cNvGrpSpPr/>
          <p:nvPr/>
        </p:nvGrpSpPr>
        <p:grpSpPr>
          <a:xfrm>
            <a:off x="1327867" y="2092494"/>
            <a:ext cx="383543" cy="2264288"/>
            <a:chOff x="1327867" y="2092494"/>
            <a:chExt cx="383543" cy="2264288"/>
          </a:xfrm>
        </p:grpSpPr>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8CAF58E8-96D2-C04A-4849-96128E2C2B16}"/>
                    </a:ext>
                  </a:extLst>
                </p:cNvPr>
                <p:cNvSpPr/>
                <p:nvPr/>
              </p:nvSpPr>
              <p:spPr>
                <a:xfrm>
                  <a:off x="1327868" y="2092494"/>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p:sp>
              <p:nvSpPr>
                <p:cNvPr id="25" name="Rectangle 24">
                  <a:extLst>
                    <a:ext uri="{FF2B5EF4-FFF2-40B4-BE49-F238E27FC236}">
                      <a16:creationId xmlns:a16="http://schemas.microsoft.com/office/drawing/2014/main" id="{8CAF58E8-96D2-C04A-4849-96128E2C2B16}"/>
                    </a:ext>
                  </a:extLst>
                </p:cNvPr>
                <p:cNvSpPr>
                  <a:spLocks noRot="1" noChangeAspect="1" noMove="1" noResize="1" noEditPoints="1" noAdjustHandles="1" noChangeArrowheads="1" noChangeShapeType="1" noTextEdit="1"/>
                </p:cNvSpPr>
                <p:nvPr/>
              </p:nvSpPr>
              <p:spPr>
                <a:xfrm>
                  <a:off x="1327868" y="2092494"/>
                  <a:ext cx="381663" cy="373711"/>
                </a:xfrm>
                <a:prstGeom prst="rect">
                  <a:avLst/>
                </a:prstGeom>
                <a:blipFill>
                  <a:blip r:embed="rId5"/>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Rectangle 25">
                  <a:extLst>
                    <a:ext uri="{FF2B5EF4-FFF2-40B4-BE49-F238E27FC236}">
                      <a16:creationId xmlns:a16="http://schemas.microsoft.com/office/drawing/2014/main" id="{92B60894-D7D6-7CA9-65E4-5300E9A0922E}"/>
                    </a:ext>
                  </a:extLst>
                </p:cNvPr>
                <p:cNvSpPr/>
                <p:nvPr/>
              </p:nvSpPr>
              <p:spPr>
                <a:xfrm>
                  <a:off x="1327867" y="2782825"/>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p:sp>
              <p:nvSpPr>
                <p:cNvPr id="26" name="Rectangle 25">
                  <a:extLst>
                    <a:ext uri="{FF2B5EF4-FFF2-40B4-BE49-F238E27FC236}">
                      <a16:creationId xmlns:a16="http://schemas.microsoft.com/office/drawing/2014/main" id="{92B60894-D7D6-7CA9-65E4-5300E9A0922E}"/>
                    </a:ext>
                  </a:extLst>
                </p:cNvPr>
                <p:cNvSpPr>
                  <a:spLocks noRot="1" noChangeAspect="1" noMove="1" noResize="1" noEditPoints="1" noAdjustHandles="1" noChangeArrowheads="1" noChangeShapeType="1" noTextEdit="1"/>
                </p:cNvSpPr>
                <p:nvPr/>
              </p:nvSpPr>
              <p:spPr>
                <a:xfrm>
                  <a:off x="1327867" y="2782825"/>
                  <a:ext cx="381663" cy="373711"/>
                </a:xfrm>
                <a:prstGeom prst="rect">
                  <a:avLst/>
                </a:prstGeom>
                <a:blipFill>
                  <a:blip r:embed="rId6"/>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Rectangle 26">
                  <a:extLst>
                    <a:ext uri="{FF2B5EF4-FFF2-40B4-BE49-F238E27FC236}">
                      <a16:creationId xmlns:a16="http://schemas.microsoft.com/office/drawing/2014/main" id="{38E914AA-F313-DAAA-5EEF-528EBCC5B384}"/>
                    </a:ext>
                  </a:extLst>
                </p:cNvPr>
                <p:cNvSpPr/>
                <p:nvPr/>
              </p:nvSpPr>
              <p:spPr>
                <a:xfrm>
                  <a:off x="1327867" y="3326638"/>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3</m:t>
                            </m:r>
                          </m:sub>
                        </m:sSub>
                      </m:oMath>
                    </m:oMathPara>
                  </a14:m>
                  <a:endParaRPr lang="en-US" dirty="0">
                    <a:solidFill>
                      <a:sysClr val="windowText" lastClr="000000"/>
                    </a:solidFill>
                  </a:endParaRPr>
                </a:p>
              </p:txBody>
            </p:sp>
          </mc:Choice>
          <mc:Fallback>
            <p:sp>
              <p:nvSpPr>
                <p:cNvPr id="27" name="Rectangle 26">
                  <a:extLst>
                    <a:ext uri="{FF2B5EF4-FFF2-40B4-BE49-F238E27FC236}">
                      <a16:creationId xmlns:a16="http://schemas.microsoft.com/office/drawing/2014/main" id="{38E914AA-F313-DAAA-5EEF-528EBCC5B384}"/>
                    </a:ext>
                  </a:extLst>
                </p:cNvPr>
                <p:cNvSpPr>
                  <a:spLocks noRot="1" noChangeAspect="1" noMove="1" noResize="1" noEditPoints="1" noAdjustHandles="1" noChangeArrowheads="1" noChangeShapeType="1" noTextEdit="1"/>
                </p:cNvSpPr>
                <p:nvPr/>
              </p:nvSpPr>
              <p:spPr>
                <a:xfrm>
                  <a:off x="1327867" y="3326638"/>
                  <a:ext cx="381663" cy="373711"/>
                </a:xfrm>
                <a:prstGeom prst="rect">
                  <a:avLst/>
                </a:prstGeom>
                <a:blipFill>
                  <a:blip r:embed="rId7"/>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Rectangle 27">
                  <a:extLst>
                    <a:ext uri="{FF2B5EF4-FFF2-40B4-BE49-F238E27FC236}">
                      <a16:creationId xmlns:a16="http://schemas.microsoft.com/office/drawing/2014/main" id="{1419AABB-1E86-BF45-B14D-956ADECA140E}"/>
                    </a:ext>
                  </a:extLst>
                </p:cNvPr>
                <p:cNvSpPr/>
                <p:nvPr/>
              </p:nvSpPr>
              <p:spPr>
                <a:xfrm>
                  <a:off x="1329747" y="3983071"/>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4</m:t>
                            </m:r>
                          </m:sub>
                        </m:sSub>
                      </m:oMath>
                    </m:oMathPara>
                  </a14:m>
                  <a:endParaRPr lang="en-US" dirty="0">
                    <a:solidFill>
                      <a:sysClr val="windowText" lastClr="000000"/>
                    </a:solidFill>
                  </a:endParaRPr>
                </a:p>
              </p:txBody>
            </p:sp>
          </mc:Choice>
          <mc:Fallback>
            <p:sp>
              <p:nvSpPr>
                <p:cNvPr id="28" name="Rectangle 27">
                  <a:extLst>
                    <a:ext uri="{FF2B5EF4-FFF2-40B4-BE49-F238E27FC236}">
                      <a16:creationId xmlns:a16="http://schemas.microsoft.com/office/drawing/2014/main" id="{1419AABB-1E86-BF45-B14D-956ADECA140E}"/>
                    </a:ext>
                  </a:extLst>
                </p:cNvPr>
                <p:cNvSpPr>
                  <a:spLocks noRot="1" noChangeAspect="1" noMove="1" noResize="1" noEditPoints="1" noAdjustHandles="1" noChangeArrowheads="1" noChangeShapeType="1" noTextEdit="1"/>
                </p:cNvSpPr>
                <p:nvPr/>
              </p:nvSpPr>
              <p:spPr>
                <a:xfrm>
                  <a:off x="1329747" y="3983071"/>
                  <a:ext cx="381663" cy="373711"/>
                </a:xfrm>
                <a:prstGeom prst="rect">
                  <a:avLst/>
                </a:prstGeom>
                <a:blipFill>
                  <a:blip r:embed="rId8"/>
                  <a:stretch>
                    <a:fillRect l="-3226"/>
                  </a:stretch>
                </a:blipFill>
                <a:ln>
                  <a:noFill/>
                </a:ln>
                <a:effectLst/>
              </p:spPr>
              <p:txBody>
                <a:bodyPr/>
                <a:lstStyle/>
                <a:p>
                  <a:r>
                    <a:rPr lang="en-US">
                      <a:noFill/>
                    </a:rPr>
                    <a:t> </a:t>
                  </a:r>
                </a:p>
              </p:txBody>
            </p:sp>
          </mc:Fallback>
        </mc:AlternateContent>
      </p:grpSp>
      <p:grpSp>
        <p:nvGrpSpPr>
          <p:cNvPr id="110" name="Group 109">
            <a:extLst>
              <a:ext uri="{FF2B5EF4-FFF2-40B4-BE49-F238E27FC236}">
                <a16:creationId xmlns:a16="http://schemas.microsoft.com/office/drawing/2014/main" id="{DAE12DB9-E5EB-E030-2C43-2303D0F8CE30}"/>
              </a:ext>
            </a:extLst>
          </p:cNvPr>
          <p:cNvGrpSpPr/>
          <p:nvPr/>
        </p:nvGrpSpPr>
        <p:grpSpPr>
          <a:xfrm>
            <a:off x="3089082" y="1910703"/>
            <a:ext cx="1379551" cy="2724812"/>
            <a:chOff x="3089082" y="1910703"/>
            <a:chExt cx="1379551" cy="2724812"/>
          </a:xfrm>
        </p:grpSpPr>
        <p:sp>
          <p:nvSpPr>
            <p:cNvPr id="29" name="Oval 28">
              <a:extLst>
                <a:ext uri="{FF2B5EF4-FFF2-40B4-BE49-F238E27FC236}">
                  <a16:creationId xmlns:a16="http://schemas.microsoft.com/office/drawing/2014/main" id="{9EDA34A7-9B11-72F4-3930-51138991C138}"/>
                </a:ext>
              </a:extLst>
            </p:cNvPr>
            <p:cNvSpPr/>
            <p:nvPr/>
          </p:nvSpPr>
          <p:spPr>
            <a:xfrm>
              <a:off x="4011433" y="1910703"/>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39592A7-88CC-CD5B-1CEA-A3EDAC75B2C8}"/>
                </a:ext>
              </a:extLst>
            </p:cNvPr>
            <p:cNvSpPr/>
            <p:nvPr/>
          </p:nvSpPr>
          <p:spPr>
            <a:xfrm>
              <a:off x="4009554" y="4174340"/>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893C8AD-1E0E-4320-3B08-6363F1F418E0}"/>
                </a:ext>
              </a:extLst>
            </p:cNvPr>
            <p:cNvSpPr/>
            <p:nvPr/>
          </p:nvSpPr>
          <p:spPr>
            <a:xfrm>
              <a:off x="4011433" y="3400091"/>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4643344-79AA-7B64-48AB-9D80F602CA32}"/>
                </a:ext>
              </a:extLst>
            </p:cNvPr>
            <p:cNvSpPr/>
            <p:nvPr/>
          </p:nvSpPr>
          <p:spPr>
            <a:xfrm>
              <a:off x="4011433" y="2657629"/>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79BAF027-4AFF-C887-1E13-D29E7EAA7CAD}"/>
                </a:ext>
              </a:extLst>
            </p:cNvPr>
            <p:cNvCxnSpPr>
              <a:cxnSpLocks/>
              <a:stCxn id="4" idx="6"/>
              <a:endCxn id="29" idx="2"/>
            </p:cNvCxnSpPr>
            <p:nvPr/>
          </p:nvCxnSpPr>
          <p:spPr>
            <a:xfrm flipV="1">
              <a:off x="3089082" y="2141291"/>
              <a:ext cx="922351" cy="1868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E0691FC4-9FC0-77D0-9921-9080BB506FD3}"/>
                </a:ext>
              </a:extLst>
            </p:cNvPr>
            <p:cNvCxnSpPr>
              <a:cxnSpLocks/>
              <a:stCxn id="4" idx="6"/>
              <a:endCxn id="32" idx="2"/>
            </p:cNvCxnSpPr>
            <p:nvPr/>
          </p:nvCxnSpPr>
          <p:spPr>
            <a:xfrm>
              <a:off x="3089082" y="2328147"/>
              <a:ext cx="922351" cy="56007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78543DC8-F5B4-DEB8-684D-465BF5EC28B5}"/>
                </a:ext>
              </a:extLst>
            </p:cNvPr>
            <p:cNvCxnSpPr>
              <a:cxnSpLocks/>
              <a:stCxn id="4" idx="6"/>
              <a:endCxn id="31" idx="2"/>
            </p:cNvCxnSpPr>
            <p:nvPr/>
          </p:nvCxnSpPr>
          <p:spPr>
            <a:xfrm>
              <a:off x="3089082" y="2328147"/>
              <a:ext cx="922351" cy="13025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DE14CCB1-5751-EE16-6835-A58E2228F9FF}"/>
                </a:ext>
              </a:extLst>
            </p:cNvPr>
            <p:cNvCxnSpPr>
              <a:cxnSpLocks/>
              <a:stCxn id="4" idx="6"/>
              <a:endCxn id="30" idx="2"/>
            </p:cNvCxnSpPr>
            <p:nvPr/>
          </p:nvCxnSpPr>
          <p:spPr>
            <a:xfrm>
              <a:off x="3089082" y="2328147"/>
              <a:ext cx="920472" cy="207678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13081617-7739-2435-FC6B-046EB8289540}"/>
                </a:ext>
              </a:extLst>
            </p:cNvPr>
            <p:cNvCxnSpPr>
              <a:cxnSpLocks/>
              <a:stCxn id="5" idx="6"/>
              <a:endCxn id="29" idx="2"/>
            </p:cNvCxnSpPr>
            <p:nvPr/>
          </p:nvCxnSpPr>
          <p:spPr>
            <a:xfrm flipV="1">
              <a:off x="3089082" y="2141291"/>
              <a:ext cx="922351" cy="120810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BF8DC55B-264C-D754-4187-DEB612639187}"/>
                </a:ext>
              </a:extLst>
            </p:cNvPr>
            <p:cNvCxnSpPr>
              <a:cxnSpLocks/>
              <a:stCxn id="5" idx="6"/>
              <a:endCxn id="32" idx="2"/>
            </p:cNvCxnSpPr>
            <p:nvPr/>
          </p:nvCxnSpPr>
          <p:spPr>
            <a:xfrm flipV="1">
              <a:off x="3089082" y="2888217"/>
              <a:ext cx="922351" cy="46117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785E2BCF-C264-1807-21FE-F89EA60E6ED7}"/>
                </a:ext>
              </a:extLst>
            </p:cNvPr>
            <p:cNvCxnSpPr>
              <a:cxnSpLocks/>
              <a:stCxn id="5" idx="6"/>
              <a:endCxn id="31" idx="2"/>
            </p:cNvCxnSpPr>
            <p:nvPr/>
          </p:nvCxnSpPr>
          <p:spPr>
            <a:xfrm>
              <a:off x="3089082" y="3349392"/>
              <a:ext cx="922351" cy="2812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E8B64BF8-7779-DC2D-30DD-C6EC970C6D85}"/>
                </a:ext>
              </a:extLst>
            </p:cNvPr>
            <p:cNvCxnSpPr>
              <a:cxnSpLocks/>
              <a:stCxn id="5" idx="6"/>
              <a:endCxn id="30" idx="2"/>
            </p:cNvCxnSpPr>
            <p:nvPr/>
          </p:nvCxnSpPr>
          <p:spPr>
            <a:xfrm>
              <a:off x="3089082" y="3349392"/>
              <a:ext cx="920472" cy="105553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853EA2A1-CB7F-8827-427D-3ED091EEF550}"/>
                </a:ext>
              </a:extLst>
            </p:cNvPr>
            <p:cNvCxnSpPr>
              <a:cxnSpLocks/>
              <a:stCxn id="6" idx="6"/>
              <a:endCxn id="29" idx="2"/>
            </p:cNvCxnSpPr>
            <p:nvPr/>
          </p:nvCxnSpPr>
          <p:spPr>
            <a:xfrm flipV="1">
              <a:off x="3089082" y="2141291"/>
              <a:ext cx="922351" cy="223251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EA2A31EB-6C94-411A-B2B2-D7479338C73F}"/>
                </a:ext>
              </a:extLst>
            </p:cNvPr>
            <p:cNvCxnSpPr>
              <a:cxnSpLocks/>
              <a:stCxn id="6" idx="6"/>
              <a:endCxn id="32" idx="2"/>
            </p:cNvCxnSpPr>
            <p:nvPr/>
          </p:nvCxnSpPr>
          <p:spPr>
            <a:xfrm flipV="1">
              <a:off x="3089082" y="2888217"/>
              <a:ext cx="922351" cy="148559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3470FD5F-3757-5BAD-AA28-6BEAAED2A11B}"/>
                </a:ext>
              </a:extLst>
            </p:cNvPr>
            <p:cNvCxnSpPr>
              <a:cxnSpLocks/>
              <a:stCxn id="6" idx="6"/>
              <a:endCxn id="31" idx="2"/>
            </p:cNvCxnSpPr>
            <p:nvPr/>
          </p:nvCxnSpPr>
          <p:spPr>
            <a:xfrm flipV="1">
              <a:off x="3089082" y="3630679"/>
              <a:ext cx="922351" cy="74313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DF07ABF0-AE5B-5092-C4F2-CE7EEC083032}"/>
                </a:ext>
              </a:extLst>
            </p:cNvPr>
            <p:cNvCxnSpPr>
              <a:cxnSpLocks/>
              <a:stCxn id="6" idx="6"/>
              <a:endCxn id="30" idx="2"/>
            </p:cNvCxnSpPr>
            <p:nvPr/>
          </p:nvCxnSpPr>
          <p:spPr>
            <a:xfrm>
              <a:off x="3089082" y="4373809"/>
              <a:ext cx="920472" cy="3111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11" name="Group 110">
            <a:extLst>
              <a:ext uri="{FF2B5EF4-FFF2-40B4-BE49-F238E27FC236}">
                <a16:creationId xmlns:a16="http://schemas.microsoft.com/office/drawing/2014/main" id="{CB5CD232-A7A6-5BE7-77CF-578B2AC1B906}"/>
              </a:ext>
            </a:extLst>
          </p:cNvPr>
          <p:cNvGrpSpPr/>
          <p:nvPr/>
        </p:nvGrpSpPr>
        <p:grpSpPr>
          <a:xfrm>
            <a:off x="4466754" y="2094884"/>
            <a:ext cx="1332674" cy="2509511"/>
            <a:chOff x="4466754" y="2094884"/>
            <a:chExt cx="1332674" cy="2509511"/>
          </a:xfrm>
        </p:grpSpPr>
        <p:sp>
          <p:nvSpPr>
            <p:cNvPr id="33" name="Oval 32">
              <a:extLst>
                <a:ext uri="{FF2B5EF4-FFF2-40B4-BE49-F238E27FC236}">
                  <a16:creationId xmlns:a16="http://schemas.microsoft.com/office/drawing/2014/main" id="{23A2D02E-F167-69A9-F72A-AE27F5980A12}"/>
                </a:ext>
              </a:extLst>
            </p:cNvPr>
            <p:cNvSpPr/>
            <p:nvPr/>
          </p:nvSpPr>
          <p:spPr>
            <a:xfrm>
              <a:off x="5342228" y="2094884"/>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C812945-4991-42A4-12A3-11C9F79C6144}"/>
                </a:ext>
              </a:extLst>
            </p:cNvPr>
            <p:cNvSpPr/>
            <p:nvPr/>
          </p:nvSpPr>
          <p:spPr>
            <a:xfrm>
              <a:off x="5342228" y="3113243"/>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8CFF1B3-A75E-4628-C298-6F1089C7FEEB}"/>
                </a:ext>
              </a:extLst>
            </p:cNvPr>
            <p:cNvSpPr/>
            <p:nvPr/>
          </p:nvSpPr>
          <p:spPr>
            <a:xfrm>
              <a:off x="5341289" y="4143220"/>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1BD07E87-D5D9-2637-2684-DB8FCC431DCD}"/>
                </a:ext>
              </a:extLst>
            </p:cNvPr>
            <p:cNvCxnSpPr>
              <a:cxnSpLocks/>
              <a:stCxn id="29" idx="6"/>
              <a:endCxn id="33" idx="2"/>
            </p:cNvCxnSpPr>
            <p:nvPr/>
          </p:nvCxnSpPr>
          <p:spPr>
            <a:xfrm>
              <a:off x="4468633" y="2141291"/>
              <a:ext cx="873595" cy="18418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07C96DCE-D39F-2BEA-FE79-E6DB28AE5B69}"/>
                </a:ext>
              </a:extLst>
            </p:cNvPr>
            <p:cNvCxnSpPr>
              <a:cxnSpLocks/>
              <a:stCxn id="29" idx="6"/>
              <a:endCxn id="34" idx="2"/>
            </p:cNvCxnSpPr>
            <p:nvPr/>
          </p:nvCxnSpPr>
          <p:spPr>
            <a:xfrm>
              <a:off x="4468633" y="2141291"/>
              <a:ext cx="873595" cy="120254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34704165-7058-C89F-F514-C995A253F9DC}"/>
                </a:ext>
              </a:extLst>
            </p:cNvPr>
            <p:cNvCxnSpPr>
              <a:cxnSpLocks/>
              <a:stCxn id="29" idx="6"/>
              <a:endCxn id="35" idx="2"/>
            </p:cNvCxnSpPr>
            <p:nvPr/>
          </p:nvCxnSpPr>
          <p:spPr>
            <a:xfrm>
              <a:off x="4468633" y="2141291"/>
              <a:ext cx="872656" cy="223251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98B8B659-3EFC-D110-DD8A-688D21CA84C1}"/>
                </a:ext>
              </a:extLst>
            </p:cNvPr>
            <p:cNvCxnSpPr>
              <a:cxnSpLocks/>
              <a:stCxn id="32" idx="6"/>
              <a:endCxn id="33" idx="2"/>
            </p:cNvCxnSpPr>
            <p:nvPr/>
          </p:nvCxnSpPr>
          <p:spPr>
            <a:xfrm flipV="1">
              <a:off x="4468633" y="2325472"/>
              <a:ext cx="873595" cy="5627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472EC24A-18DA-64AA-A88F-FDA27B0582AD}"/>
                </a:ext>
              </a:extLst>
            </p:cNvPr>
            <p:cNvCxnSpPr>
              <a:cxnSpLocks/>
              <a:stCxn id="32" idx="6"/>
              <a:endCxn id="34" idx="2"/>
            </p:cNvCxnSpPr>
            <p:nvPr/>
          </p:nvCxnSpPr>
          <p:spPr>
            <a:xfrm>
              <a:off x="4468633" y="2888217"/>
              <a:ext cx="873595" cy="45561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882A2826-7411-3860-F522-E46AB4E140F4}"/>
                </a:ext>
              </a:extLst>
            </p:cNvPr>
            <p:cNvCxnSpPr>
              <a:cxnSpLocks/>
              <a:stCxn id="32" idx="6"/>
              <a:endCxn id="35" idx="2"/>
            </p:cNvCxnSpPr>
            <p:nvPr/>
          </p:nvCxnSpPr>
          <p:spPr>
            <a:xfrm>
              <a:off x="4468633" y="2888217"/>
              <a:ext cx="872656" cy="148559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29166308-429E-C724-70E6-09CAD2BB083F}"/>
                </a:ext>
              </a:extLst>
            </p:cNvPr>
            <p:cNvCxnSpPr>
              <a:cxnSpLocks/>
              <a:stCxn id="31" idx="6"/>
              <a:endCxn id="33" idx="2"/>
            </p:cNvCxnSpPr>
            <p:nvPr/>
          </p:nvCxnSpPr>
          <p:spPr>
            <a:xfrm flipV="1">
              <a:off x="4468633" y="2325472"/>
              <a:ext cx="873595" cy="130520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083052DC-2BF3-8B92-A76F-508F6BB8F582}"/>
                </a:ext>
              </a:extLst>
            </p:cNvPr>
            <p:cNvCxnSpPr>
              <a:cxnSpLocks/>
              <a:stCxn id="31" idx="6"/>
              <a:endCxn id="34" idx="2"/>
            </p:cNvCxnSpPr>
            <p:nvPr/>
          </p:nvCxnSpPr>
          <p:spPr>
            <a:xfrm flipV="1">
              <a:off x="4468633" y="3343831"/>
              <a:ext cx="873595" cy="28684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45D050E8-6F6C-4874-6072-869D5E7C00E5}"/>
                </a:ext>
              </a:extLst>
            </p:cNvPr>
            <p:cNvCxnSpPr>
              <a:cxnSpLocks/>
              <a:stCxn id="31" idx="6"/>
              <a:endCxn id="35" idx="2"/>
            </p:cNvCxnSpPr>
            <p:nvPr/>
          </p:nvCxnSpPr>
          <p:spPr>
            <a:xfrm>
              <a:off x="4468633" y="3630679"/>
              <a:ext cx="872656" cy="74312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8C8D36B3-F71B-E323-8DD1-CD08119CE7B1}"/>
                </a:ext>
              </a:extLst>
            </p:cNvPr>
            <p:cNvCxnSpPr>
              <a:cxnSpLocks/>
              <a:stCxn id="30" idx="6"/>
              <a:endCxn id="35" idx="2"/>
            </p:cNvCxnSpPr>
            <p:nvPr/>
          </p:nvCxnSpPr>
          <p:spPr>
            <a:xfrm flipV="1">
              <a:off x="4466754" y="4373808"/>
              <a:ext cx="874535" cy="3112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7A5843AB-3764-B15D-A37C-0A713EA81B9D}"/>
                </a:ext>
              </a:extLst>
            </p:cNvPr>
            <p:cNvCxnSpPr>
              <a:cxnSpLocks/>
              <a:stCxn id="30" idx="6"/>
              <a:endCxn id="34" idx="2"/>
            </p:cNvCxnSpPr>
            <p:nvPr/>
          </p:nvCxnSpPr>
          <p:spPr>
            <a:xfrm flipV="1">
              <a:off x="4466754" y="3343831"/>
              <a:ext cx="875474" cy="106109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AE730C90-A3D9-8B82-7424-29B90CF3DC0A}"/>
                </a:ext>
              </a:extLst>
            </p:cNvPr>
            <p:cNvCxnSpPr>
              <a:cxnSpLocks/>
              <a:stCxn id="30" idx="6"/>
              <a:endCxn id="33" idx="2"/>
            </p:cNvCxnSpPr>
            <p:nvPr/>
          </p:nvCxnSpPr>
          <p:spPr>
            <a:xfrm flipV="1">
              <a:off x="4466754" y="2325472"/>
              <a:ext cx="875474" cy="20794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125" name="Rectangle 124">
            <a:extLst>
              <a:ext uri="{FF2B5EF4-FFF2-40B4-BE49-F238E27FC236}">
                <a16:creationId xmlns:a16="http://schemas.microsoft.com/office/drawing/2014/main" id="{45D06F35-5A88-9629-F8B9-7CD3241371C8}"/>
              </a:ext>
            </a:extLst>
          </p:cNvPr>
          <p:cNvSpPr/>
          <p:nvPr/>
        </p:nvSpPr>
        <p:spPr>
          <a:xfrm>
            <a:off x="2134925" y="1606163"/>
            <a:ext cx="1523941"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Input layer</a:t>
            </a:r>
          </a:p>
        </p:txBody>
      </p:sp>
      <p:sp>
        <p:nvSpPr>
          <p:cNvPr id="126" name="Rectangle 125">
            <a:extLst>
              <a:ext uri="{FF2B5EF4-FFF2-40B4-BE49-F238E27FC236}">
                <a16:creationId xmlns:a16="http://schemas.microsoft.com/office/drawing/2014/main" id="{704FCC38-E0C1-D571-57B2-EA3FC7D5AE5C}"/>
              </a:ext>
            </a:extLst>
          </p:cNvPr>
          <p:cNvSpPr/>
          <p:nvPr/>
        </p:nvSpPr>
        <p:spPr>
          <a:xfrm>
            <a:off x="3497079" y="1375575"/>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Hidden layer</a:t>
            </a:r>
          </a:p>
        </p:txBody>
      </p:sp>
      <p:sp>
        <p:nvSpPr>
          <p:cNvPr id="127" name="Rectangle 126">
            <a:extLst>
              <a:ext uri="{FF2B5EF4-FFF2-40B4-BE49-F238E27FC236}">
                <a16:creationId xmlns:a16="http://schemas.microsoft.com/office/drawing/2014/main" id="{5C29D2E3-DD3B-262C-0808-7BE16C865E8C}"/>
              </a:ext>
            </a:extLst>
          </p:cNvPr>
          <p:cNvSpPr/>
          <p:nvPr/>
        </p:nvSpPr>
        <p:spPr>
          <a:xfrm>
            <a:off x="4753247" y="1653445"/>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Output layer</a:t>
            </a:r>
          </a:p>
        </p:txBody>
      </p:sp>
    </p:spTree>
    <p:extLst>
      <p:ext uri="{BB962C8B-B14F-4D97-AF65-F5344CB8AC3E}">
        <p14:creationId xmlns:p14="http://schemas.microsoft.com/office/powerpoint/2010/main" val="1921515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3" grpId="0" animBg="1"/>
      <p:bldP spid="122" grpId="0" animBg="1"/>
      <p:bldP spid="125" grpId="0"/>
      <p:bldP spid="126" grpId="0"/>
      <p:bldP spid="1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8D582F-E5E7-4301-C27D-DD1CCEE877EC}"/>
              </a:ext>
            </a:extLst>
          </p:cNvPr>
          <p:cNvSpPr>
            <a:spLocks noGrp="1"/>
          </p:cNvSpPr>
          <p:nvPr>
            <p:ph idx="26"/>
          </p:nvPr>
        </p:nvSpPr>
        <p:spPr>
          <a:xfrm>
            <a:off x="288429" y="697989"/>
            <a:ext cx="5150264" cy="3747522"/>
          </a:xfrm>
        </p:spPr>
        <p:txBody>
          <a:bodyPr/>
          <a:lstStyle/>
          <a:p>
            <a:r>
              <a:rPr lang="en-US" sz="1600" dirty="0"/>
              <a:t>A network is called deep when it contains a hidden layer(s).</a:t>
            </a:r>
          </a:p>
          <a:p>
            <a:endParaRPr lang="en-US" sz="1600" dirty="0"/>
          </a:p>
          <a:p>
            <a:r>
              <a:rPr lang="en-US" sz="1600" dirty="0"/>
              <a:t>The more hidden layers, the deeper the neural network.</a:t>
            </a:r>
          </a:p>
          <a:p>
            <a:endParaRPr lang="en-US" sz="1600" dirty="0"/>
          </a:p>
          <a:p>
            <a:r>
              <a:rPr lang="en-US" sz="1600" dirty="0"/>
              <a:t>The number of parameters in the network is based on the number of neurons and the number of layers. For this example, the number of parameters is 46 (36 weights and 10 biases).</a:t>
            </a:r>
          </a:p>
          <a:p>
            <a:endParaRPr lang="en-US" sz="1600" dirty="0"/>
          </a:p>
          <a:p>
            <a:r>
              <a:rPr lang="en-US" sz="1600" dirty="0"/>
              <a:t>Each parameter needs to be optimized.</a:t>
            </a:r>
          </a:p>
        </p:txBody>
      </p:sp>
      <p:sp>
        <p:nvSpPr>
          <p:cNvPr id="3" name="Title 2">
            <a:extLst>
              <a:ext uri="{FF2B5EF4-FFF2-40B4-BE49-F238E27FC236}">
                <a16:creationId xmlns:a16="http://schemas.microsoft.com/office/drawing/2014/main" id="{7DEC74A3-DD9C-C28A-3559-A5961A24AB3D}"/>
              </a:ext>
            </a:extLst>
          </p:cNvPr>
          <p:cNvSpPr>
            <a:spLocks noGrp="1"/>
          </p:cNvSpPr>
          <p:nvPr>
            <p:ph type="title"/>
          </p:nvPr>
        </p:nvSpPr>
        <p:spPr/>
        <p:txBody>
          <a:bodyPr/>
          <a:lstStyle/>
          <a:p>
            <a:r>
              <a:rPr lang="en-US" dirty="0"/>
              <a:t>Deep Neural Networks</a:t>
            </a:r>
          </a:p>
        </p:txBody>
      </p:sp>
      <p:pic>
        <p:nvPicPr>
          <p:cNvPr id="4" name="Picture 3">
            <a:extLst>
              <a:ext uri="{FF2B5EF4-FFF2-40B4-BE49-F238E27FC236}">
                <a16:creationId xmlns:a16="http://schemas.microsoft.com/office/drawing/2014/main" id="{521EF596-A081-D7FC-7A80-727DB1F3D50B}"/>
              </a:ext>
            </a:extLst>
          </p:cNvPr>
          <p:cNvPicPr>
            <a:picLocks noChangeAspect="1"/>
          </p:cNvPicPr>
          <p:nvPr/>
        </p:nvPicPr>
        <p:blipFill>
          <a:blip r:embed="rId2"/>
          <a:stretch>
            <a:fillRect/>
          </a:stretch>
        </p:blipFill>
        <p:spPr>
          <a:xfrm>
            <a:off x="5438693" y="1330755"/>
            <a:ext cx="3556876" cy="2175009"/>
          </a:xfrm>
          <a:prstGeom prst="rect">
            <a:avLst/>
          </a:prstGeom>
        </p:spPr>
      </p:pic>
    </p:spTree>
    <p:extLst>
      <p:ext uri="{BB962C8B-B14F-4D97-AF65-F5344CB8AC3E}">
        <p14:creationId xmlns:p14="http://schemas.microsoft.com/office/powerpoint/2010/main" val="356530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Rectangle 212">
            <a:extLst>
              <a:ext uri="{FF2B5EF4-FFF2-40B4-BE49-F238E27FC236}">
                <a16:creationId xmlns:a16="http://schemas.microsoft.com/office/drawing/2014/main" id="{3DC32500-F2F9-ADE1-8EFA-A8DD76ED4023}"/>
              </a:ext>
            </a:extLst>
          </p:cNvPr>
          <p:cNvSpPr/>
          <p:nvPr/>
        </p:nvSpPr>
        <p:spPr>
          <a:xfrm>
            <a:off x="6315115" y="1910703"/>
            <a:ext cx="726389" cy="2668899"/>
          </a:xfrm>
          <a:prstGeom prst="rect">
            <a:avLst/>
          </a:prstGeom>
          <a:solidFill>
            <a:srgbClr val="FFA28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9ABA618A-2364-6C53-9F5F-CD7A24D13A95}"/>
              </a:ext>
            </a:extLst>
          </p:cNvPr>
          <p:cNvSpPr>
            <a:spLocks noGrp="1"/>
          </p:cNvSpPr>
          <p:nvPr>
            <p:ph idx="26"/>
          </p:nvPr>
        </p:nvSpPr>
        <p:spPr>
          <a:xfrm>
            <a:off x="211307" y="854314"/>
            <a:ext cx="8318119" cy="443340"/>
          </a:xfrm>
        </p:spPr>
        <p:txBody>
          <a:bodyPr/>
          <a:lstStyle/>
          <a:p>
            <a:r>
              <a:rPr lang="en-US" dirty="0"/>
              <a:t>Its important to have a consistent notation of our model parameters.</a:t>
            </a:r>
          </a:p>
        </p:txBody>
      </p:sp>
      <p:sp>
        <p:nvSpPr>
          <p:cNvPr id="3" name="Title 2">
            <a:extLst>
              <a:ext uri="{FF2B5EF4-FFF2-40B4-BE49-F238E27FC236}">
                <a16:creationId xmlns:a16="http://schemas.microsoft.com/office/drawing/2014/main" id="{1622DA92-3ADC-097D-84C7-37939D61C07E}"/>
              </a:ext>
            </a:extLst>
          </p:cNvPr>
          <p:cNvSpPr>
            <a:spLocks noGrp="1"/>
          </p:cNvSpPr>
          <p:nvPr>
            <p:ph type="title"/>
          </p:nvPr>
        </p:nvSpPr>
        <p:spPr/>
        <p:txBody>
          <a:bodyPr/>
          <a:lstStyle/>
          <a:p>
            <a:r>
              <a:rPr lang="en-US" dirty="0"/>
              <a:t>Neural Network Notations</a:t>
            </a:r>
          </a:p>
        </p:txBody>
      </p:sp>
      <p:sp>
        <p:nvSpPr>
          <p:cNvPr id="72" name="Rectangle 71">
            <a:extLst>
              <a:ext uri="{FF2B5EF4-FFF2-40B4-BE49-F238E27FC236}">
                <a16:creationId xmlns:a16="http://schemas.microsoft.com/office/drawing/2014/main" id="{BE4AD6F1-7CA7-536A-ED7C-6D32F72FBB55}"/>
              </a:ext>
            </a:extLst>
          </p:cNvPr>
          <p:cNvSpPr/>
          <p:nvPr/>
        </p:nvSpPr>
        <p:spPr>
          <a:xfrm>
            <a:off x="4442824" y="1711033"/>
            <a:ext cx="763325" cy="2844542"/>
          </a:xfrm>
          <a:prstGeom prst="rect">
            <a:avLst/>
          </a:prstGeom>
          <a:solidFill>
            <a:srgbClr val="92D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1FB1D151-612C-2C82-1107-2120460F64C6}"/>
              </a:ext>
            </a:extLst>
          </p:cNvPr>
          <p:cNvSpPr/>
          <p:nvPr/>
        </p:nvSpPr>
        <p:spPr>
          <a:xfrm>
            <a:off x="2472856" y="1910703"/>
            <a:ext cx="763325" cy="2644872"/>
          </a:xfrm>
          <a:prstGeom prst="rect">
            <a:avLst/>
          </a:prstGeom>
          <a:solidFill>
            <a:srgbClr val="FFC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FE0FCA62-CF47-5833-267A-79C7A4672AE3}"/>
              </a:ext>
            </a:extLst>
          </p:cNvPr>
          <p:cNvSpPr/>
          <p:nvPr/>
        </p:nvSpPr>
        <p:spPr>
          <a:xfrm>
            <a:off x="2591638" y="2105280"/>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D62ED415-6F2C-CBEB-5A83-E6BFB444ED59}"/>
              </a:ext>
            </a:extLst>
          </p:cNvPr>
          <p:cNvSpPr/>
          <p:nvPr/>
        </p:nvSpPr>
        <p:spPr>
          <a:xfrm>
            <a:off x="2626913" y="3932399"/>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8" name="Straight Arrow Connector 77">
            <a:extLst>
              <a:ext uri="{FF2B5EF4-FFF2-40B4-BE49-F238E27FC236}">
                <a16:creationId xmlns:a16="http://schemas.microsoft.com/office/drawing/2014/main" id="{0F82F5AE-9095-FF75-A07B-C9FC9B8B3127}"/>
              </a:ext>
            </a:extLst>
          </p:cNvPr>
          <p:cNvCxnSpPr>
            <a:cxnSpLocks/>
            <a:stCxn id="98" idx="3"/>
            <a:endCxn id="75" idx="2"/>
          </p:cNvCxnSpPr>
          <p:nvPr/>
        </p:nvCxnSpPr>
        <p:spPr>
          <a:xfrm>
            <a:off x="1361407" y="2325471"/>
            <a:ext cx="1230231" cy="10397"/>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16C20D49-4072-E452-EA09-0AF98611B513}"/>
              </a:ext>
            </a:extLst>
          </p:cNvPr>
          <p:cNvCxnSpPr>
            <a:cxnSpLocks/>
            <a:stCxn id="99" idx="3"/>
            <a:endCxn id="76" idx="2"/>
          </p:cNvCxnSpPr>
          <p:nvPr/>
        </p:nvCxnSpPr>
        <p:spPr>
          <a:xfrm>
            <a:off x="1364895" y="4119255"/>
            <a:ext cx="1262018" cy="437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C38246CB-983E-59CD-AA93-FAFEDF43D3BC}"/>
              </a:ext>
            </a:extLst>
          </p:cNvPr>
          <p:cNvCxnSpPr>
            <a:cxnSpLocks/>
            <a:stCxn id="99" idx="3"/>
            <a:endCxn id="75" idx="2"/>
          </p:cNvCxnSpPr>
          <p:nvPr/>
        </p:nvCxnSpPr>
        <p:spPr>
          <a:xfrm flipV="1">
            <a:off x="1364895" y="2335868"/>
            <a:ext cx="1226743" cy="17833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C7C7CC91-A003-CEF5-6BCD-9F12FD3E1F58}"/>
              </a:ext>
            </a:extLst>
          </p:cNvPr>
          <p:cNvCxnSpPr>
            <a:cxnSpLocks/>
            <a:stCxn id="98" idx="3"/>
            <a:endCxn id="76" idx="2"/>
          </p:cNvCxnSpPr>
          <p:nvPr/>
        </p:nvCxnSpPr>
        <p:spPr>
          <a:xfrm>
            <a:off x="1361407" y="2325471"/>
            <a:ext cx="1265506" cy="1837516"/>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4CB61941-8729-5499-A587-4F77703588BC}"/>
              </a:ext>
            </a:extLst>
          </p:cNvPr>
          <p:cNvCxnSpPr>
            <a:cxnSpLocks/>
            <a:stCxn id="120" idx="6"/>
            <a:endCxn id="94" idx="1"/>
          </p:cNvCxnSpPr>
          <p:nvPr/>
        </p:nvCxnSpPr>
        <p:spPr>
          <a:xfrm flipV="1">
            <a:off x="6906909" y="2335869"/>
            <a:ext cx="748578" cy="529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60432FC1-0984-A601-D75C-A01F55F190F8}"/>
              </a:ext>
            </a:extLst>
          </p:cNvPr>
          <p:cNvCxnSpPr>
            <a:cxnSpLocks/>
            <a:stCxn id="121" idx="6"/>
            <a:endCxn id="95" idx="1"/>
          </p:cNvCxnSpPr>
          <p:nvPr/>
        </p:nvCxnSpPr>
        <p:spPr>
          <a:xfrm flipV="1">
            <a:off x="6974818" y="4140051"/>
            <a:ext cx="727328" cy="255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4AA02540-416C-5A93-A18F-DEB03C3105B4}"/>
                  </a:ext>
                </a:extLst>
              </p:cNvPr>
              <p:cNvSpPr/>
              <p:nvPr/>
            </p:nvSpPr>
            <p:spPr>
              <a:xfrm>
                <a:off x="7655487" y="2149013"/>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xmlns="">
          <p:sp>
            <p:nvSpPr>
              <p:cNvPr id="94" name="Rectangle 93">
                <a:extLst>
                  <a:ext uri="{FF2B5EF4-FFF2-40B4-BE49-F238E27FC236}">
                    <a16:creationId xmlns:a16="http://schemas.microsoft.com/office/drawing/2014/main" id="{4AA02540-416C-5A93-A18F-DEB03C3105B4}"/>
                  </a:ext>
                </a:extLst>
              </p:cNvPr>
              <p:cNvSpPr>
                <a:spLocks noRot="1" noChangeAspect="1" noMove="1" noResize="1" noEditPoints="1" noAdjustHandles="1" noChangeArrowheads="1" noChangeShapeType="1" noTextEdit="1"/>
              </p:cNvSpPr>
              <p:nvPr/>
            </p:nvSpPr>
            <p:spPr>
              <a:xfrm>
                <a:off x="7655487" y="2149013"/>
                <a:ext cx="381663" cy="373711"/>
              </a:xfrm>
              <a:prstGeom prst="rect">
                <a:avLst/>
              </a:prstGeom>
              <a:blipFill>
                <a:blip r:embed="rId2"/>
                <a:stretch>
                  <a:fillRect l="-9677" b="-655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5194A889-1E26-5494-2306-7A7B3496FE4A}"/>
                  </a:ext>
                </a:extLst>
              </p:cNvPr>
              <p:cNvSpPr/>
              <p:nvPr/>
            </p:nvSpPr>
            <p:spPr>
              <a:xfrm>
                <a:off x="7702146" y="3953195"/>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xmlns="">
          <p:sp>
            <p:nvSpPr>
              <p:cNvPr id="95" name="Rectangle 94">
                <a:extLst>
                  <a:ext uri="{FF2B5EF4-FFF2-40B4-BE49-F238E27FC236}">
                    <a16:creationId xmlns:a16="http://schemas.microsoft.com/office/drawing/2014/main" id="{5194A889-1E26-5494-2306-7A7B3496FE4A}"/>
                  </a:ext>
                </a:extLst>
              </p:cNvPr>
              <p:cNvSpPr>
                <a:spLocks noRot="1" noChangeAspect="1" noMove="1" noResize="1" noEditPoints="1" noAdjustHandles="1" noChangeArrowheads="1" noChangeShapeType="1" noTextEdit="1"/>
              </p:cNvSpPr>
              <p:nvPr/>
            </p:nvSpPr>
            <p:spPr>
              <a:xfrm>
                <a:off x="7702146" y="3953195"/>
                <a:ext cx="381663" cy="373711"/>
              </a:xfrm>
              <a:prstGeom prst="rect">
                <a:avLst/>
              </a:prstGeom>
              <a:blipFill>
                <a:blip r:embed="rId3"/>
                <a:stretch>
                  <a:fillRect l="-9524" b="-6452"/>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8" name="Rectangle 97">
                <a:extLst>
                  <a:ext uri="{FF2B5EF4-FFF2-40B4-BE49-F238E27FC236}">
                    <a16:creationId xmlns:a16="http://schemas.microsoft.com/office/drawing/2014/main" id="{75BF825A-000A-3C54-B658-8172BDCA7DE2}"/>
                  </a:ext>
                </a:extLst>
              </p:cNvPr>
              <p:cNvSpPr/>
              <p:nvPr/>
            </p:nvSpPr>
            <p:spPr>
              <a:xfrm>
                <a:off x="979744" y="2138615"/>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p:sp>
            <p:nvSpPr>
              <p:cNvPr id="98" name="Rectangle 97">
                <a:extLst>
                  <a:ext uri="{FF2B5EF4-FFF2-40B4-BE49-F238E27FC236}">
                    <a16:creationId xmlns:a16="http://schemas.microsoft.com/office/drawing/2014/main" id="{75BF825A-000A-3C54-B658-8172BDCA7DE2}"/>
                  </a:ext>
                </a:extLst>
              </p:cNvPr>
              <p:cNvSpPr>
                <a:spLocks noRot="1" noChangeAspect="1" noMove="1" noResize="1" noEditPoints="1" noAdjustHandles="1" noChangeArrowheads="1" noChangeShapeType="1" noTextEdit="1"/>
              </p:cNvSpPr>
              <p:nvPr/>
            </p:nvSpPr>
            <p:spPr>
              <a:xfrm>
                <a:off x="979744" y="2138615"/>
                <a:ext cx="381663" cy="373711"/>
              </a:xfrm>
              <a:prstGeom prst="rect">
                <a:avLst/>
              </a:prstGeom>
              <a:blipFill>
                <a:blip r:embed="rId4"/>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9" name="Rectangle 98">
                <a:extLst>
                  <a:ext uri="{FF2B5EF4-FFF2-40B4-BE49-F238E27FC236}">
                    <a16:creationId xmlns:a16="http://schemas.microsoft.com/office/drawing/2014/main" id="{227A56DE-17AF-ED57-DBBE-05EB60F80304}"/>
                  </a:ext>
                </a:extLst>
              </p:cNvPr>
              <p:cNvSpPr/>
              <p:nvPr/>
            </p:nvSpPr>
            <p:spPr>
              <a:xfrm>
                <a:off x="983232" y="3932399"/>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p:sp>
            <p:nvSpPr>
              <p:cNvPr id="99" name="Rectangle 98">
                <a:extLst>
                  <a:ext uri="{FF2B5EF4-FFF2-40B4-BE49-F238E27FC236}">
                    <a16:creationId xmlns:a16="http://schemas.microsoft.com/office/drawing/2014/main" id="{227A56DE-17AF-ED57-DBBE-05EB60F80304}"/>
                  </a:ext>
                </a:extLst>
              </p:cNvPr>
              <p:cNvSpPr>
                <a:spLocks noRot="1" noChangeAspect="1" noMove="1" noResize="1" noEditPoints="1" noAdjustHandles="1" noChangeArrowheads="1" noChangeShapeType="1" noTextEdit="1"/>
              </p:cNvSpPr>
              <p:nvPr/>
            </p:nvSpPr>
            <p:spPr>
              <a:xfrm>
                <a:off x="983232" y="3932399"/>
                <a:ext cx="381663" cy="373711"/>
              </a:xfrm>
              <a:prstGeom prst="rect">
                <a:avLst/>
              </a:prstGeom>
              <a:blipFill>
                <a:blip r:embed="rId5"/>
                <a:stretch>
                  <a:fillRect l="-3226"/>
                </a:stretch>
              </a:blipFill>
              <a:ln>
                <a:noFill/>
              </a:ln>
              <a:effectLst/>
            </p:spPr>
            <p:txBody>
              <a:bodyPr/>
              <a:lstStyle/>
              <a:p>
                <a:r>
                  <a:rPr lang="en-US">
                    <a:noFill/>
                  </a:rPr>
                  <a:t> </a:t>
                </a:r>
              </a:p>
            </p:txBody>
          </p:sp>
        </mc:Fallback>
      </mc:AlternateContent>
      <p:sp>
        <p:nvSpPr>
          <p:cNvPr id="103" name="Oval 102">
            <a:extLst>
              <a:ext uri="{FF2B5EF4-FFF2-40B4-BE49-F238E27FC236}">
                <a16:creationId xmlns:a16="http://schemas.microsoft.com/office/drawing/2014/main" id="{2BB57DC8-EAE3-CE7B-43F0-4057F727175F}"/>
              </a:ext>
            </a:extLst>
          </p:cNvPr>
          <p:cNvSpPr/>
          <p:nvPr/>
        </p:nvSpPr>
        <p:spPr>
          <a:xfrm>
            <a:off x="4602960" y="1901377"/>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0B591E91-762C-252C-87D2-B906BF5CA42A}"/>
              </a:ext>
            </a:extLst>
          </p:cNvPr>
          <p:cNvSpPr/>
          <p:nvPr/>
        </p:nvSpPr>
        <p:spPr>
          <a:xfrm>
            <a:off x="4595886" y="3877731"/>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ADD6C758-CF9B-A596-BEC1-7AEEB2EAC2AB}"/>
              </a:ext>
            </a:extLst>
          </p:cNvPr>
          <p:cNvSpPr/>
          <p:nvPr/>
        </p:nvSpPr>
        <p:spPr>
          <a:xfrm>
            <a:off x="4599423" y="2872859"/>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7" name="Straight Arrow Connector 106">
            <a:extLst>
              <a:ext uri="{FF2B5EF4-FFF2-40B4-BE49-F238E27FC236}">
                <a16:creationId xmlns:a16="http://schemas.microsoft.com/office/drawing/2014/main" id="{4653D9D2-3235-3F55-C724-2AD87C647CCC}"/>
              </a:ext>
            </a:extLst>
          </p:cNvPr>
          <p:cNvCxnSpPr>
            <a:cxnSpLocks/>
            <a:stCxn id="75" idx="6"/>
            <a:endCxn id="103" idx="2"/>
          </p:cNvCxnSpPr>
          <p:nvPr/>
        </p:nvCxnSpPr>
        <p:spPr>
          <a:xfrm flipV="1">
            <a:off x="3048838" y="2131965"/>
            <a:ext cx="1554122" cy="203903"/>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BDB4E26B-8864-67C5-A480-B9A7C5E194E1}"/>
              </a:ext>
            </a:extLst>
          </p:cNvPr>
          <p:cNvCxnSpPr>
            <a:cxnSpLocks/>
            <a:stCxn id="75" idx="6"/>
            <a:endCxn id="106" idx="2"/>
          </p:cNvCxnSpPr>
          <p:nvPr/>
        </p:nvCxnSpPr>
        <p:spPr>
          <a:xfrm>
            <a:off x="3048838" y="2335868"/>
            <a:ext cx="1550585" cy="767579"/>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12B6097B-1FCB-275F-B125-17D36A44CB55}"/>
              </a:ext>
            </a:extLst>
          </p:cNvPr>
          <p:cNvCxnSpPr>
            <a:cxnSpLocks/>
            <a:stCxn id="75" idx="6"/>
            <a:endCxn id="105" idx="2"/>
          </p:cNvCxnSpPr>
          <p:nvPr/>
        </p:nvCxnSpPr>
        <p:spPr>
          <a:xfrm>
            <a:off x="3048838" y="2335868"/>
            <a:ext cx="1547048" cy="1772451"/>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1" name="Straight Arrow Connector 110">
            <a:extLst>
              <a:ext uri="{FF2B5EF4-FFF2-40B4-BE49-F238E27FC236}">
                <a16:creationId xmlns:a16="http://schemas.microsoft.com/office/drawing/2014/main" id="{C0A7C514-DD0A-7272-908D-82BA7886B0BC}"/>
              </a:ext>
            </a:extLst>
          </p:cNvPr>
          <p:cNvCxnSpPr>
            <a:cxnSpLocks/>
            <a:stCxn id="76" idx="6"/>
            <a:endCxn id="103" idx="2"/>
          </p:cNvCxnSpPr>
          <p:nvPr/>
        </p:nvCxnSpPr>
        <p:spPr>
          <a:xfrm flipV="1">
            <a:off x="3084113" y="2131965"/>
            <a:ext cx="1518847" cy="203102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FD9F7482-1CB7-DB1A-725D-A928C450723C}"/>
              </a:ext>
            </a:extLst>
          </p:cNvPr>
          <p:cNvCxnSpPr>
            <a:cxnSpLocks/>
            <a:stCxn id="76" idx="6"/>
            <a:endCxn id="106" idx="2"/>
          </p:cNvCxnSpPr>
          <p:nvPr/>
        </p:nvCxnSpPr>
        <p:spPr>
          <a:xfrm flipV="1">
            <a:off x="3084113" y="3103447"/>
            <a:ext cx="1515310" cy="105954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8F9907D8-F953-B1B8-6E2C-AD9A8E942802}"/>
              </a:ext>
            </a:extLst>
          </p:cNvPr>
          <p:cNvCxnSpPr>
            <a:cxnSpLocks/>
            <a:stCxn id="76" idx="6"/>
            <a:endCxn id="105" idx="2"/>
          </p:cNvCxnSpPr>
          <p:nvPr/>
        </p:nvCxnSpPr>
        <p:spPr>
          <a:xfrm flipV="1">
            <a:off x="3084113" y="4108319"/>
            <a:ext cx="1511773" cy="5466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0" name="Oval 119">
            <a:extLst>
              <a:ext uri="{FF2B5EF4-FFF2-40B4-BE49-F238E27FC236}">
                <a16:creationId xmlns:a16="http://schemas.microsoft.com/office/drawing/2014/main" id="{2E73D232-B740-F076-C420-3AD3F6BFC60B}"/>
              </a:ext>
            </a:extLst>
          </p:cNvPr>
          <p:cNvSpPr/>
          <p:nvPr/>
        </p:nvSpPr>
        <p:spPr>
          <a:xfrm>
            <a:off x="6449709" y="2110575"/>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697F70CC-5247-7A93-ABE6-20819BFDECB0}"/>
              </a:ext>
            </a:extLst>
          </p:cNvPr>
          <p:cNvSpPr/>
          <p:nvPr/>
        </p:nvSpPr>
        <p:spPr>
          <a:xfrm>
            <a:off x="6517618" y="3912022"/>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3" name="Straight Arrow Connector 122">
            <a:extLst>
              <a:ext uri="{FF2B5EF4-FFF2-40B4-BE49-F238E27FC236}">
                <a16:creationId xmlns:a16="http://schemas.microsoft.com/office/drawing/2014/main" id="{776F61F7-ECF5-6149-CA17-0C6BB6457917}"/>
              </a:ext>
            </a:extLst>
          </p:cNvPr>
          <p:cNvCxnSpPr>
            <a:cxnSpLocks/>
            <a:stCxn id="103" idx="6"/>
            <a:endCxn id="120" idx="2"/>
          </p:cNvCxnSpPr>
          <p:nvPr/>
        </p:nvCxnSpPr>
        <p:spPr>
          <a:xfrm>
            <a:off x="5060160" y="2131965"/>
            <a:ext cx="1389549" cy="20919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4" name="Straight Arrow Connector 123">
            <a:extLst>
              <a:ext uri="{FF2B5EF4-FFF2-40B4-BE49-F238E27FC236}">
                <a16:creationId xmlns:a16="http://schemas.microsoft.com/office/drawing/2014/main" id="{F22B72B7-006B-2C55-5EC1-E37B7666728C}"/>
              </a:ext>
            </a:extLst>
          </p:cNvPr>
          <p:cNvCxnSpPr>
            <a:cxnSpLocks/>
            <a:stCxn id="103" idx="6"/>
            <a:endCxn id="121" idx="2"/>
          </p:cNvCxnSpPr>
          <p:nvPr/>
        </p:nvCxnSpPr>
        <p:spPr>
          <a:xfrm>
            <a:off x="5060160" y="2131965"/>
            <a:ext cx="1457458" cy="20106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6" name="Straight Arrow Connector 125">
            <a:extLst>
              <a:ext uri="{FF2B5EF4-FFF2-40B4-BE49-F238E27FC236}">
                <a16:creationId xmlns:a16="http://schemas.microsoft.com/office/drawing/2014/main" id="{7C89431A-85B2-8566-E3AB-09BAB002CEEA}"/>
              </a:ext>
            </a:extLst>
          </p:cNvPr>
          <p:cNvCxnSpPr>
            <a:cxnSpLocks/>
            <a:stCxn id="106" idx="6"/>
            <a:endCxn id="120" idx="2"/>
          </p:cNvCxnSpPr>
          <p:nvPr/>
        </p:nvCxnSpPr>
        <p:spPr>
          <a:xfrm flipV="1">
            <a:off x="5056623" y="2341163"/>
            <a:ext cx="1393086" cy="76228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Straight Arrow Connector 126">
            <a:extLst>
              <a:ext uri="{FF2B5EF4-FFF2-40B4-BE49-F238E27FC236}">
                <a16:creationId xmlns:a16="http://schemas.microsoft.com/office/drawing/2014/main" id="{8DD91262-EAAA-82A8-91E1-7712A5C00099}"/>
              </a:ext>
            </a:extLst>
          </p:cNvPr>
          <p:cNvCxnSpPr>
            <a:cxnSpLocks/>
            <a:stCxn id="106" idx="6"/>
            <a:endCxn id="121" idx="2"/>
          </p:cNvCxnSpPr>
          <p:nvPr/>
        </p:nvCxnSpPr>
        <p:spPr>
          <a:xfrm>
            <a:off x="5056623" y="3103447"/>
            <a:ext cx="1460995" cy="103916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9" name="Straight Arrow Connector 128">
            <a:extLst>
              <a:ext uri="{FF2B5EF4-FFF2-40B4-BE49-F238E27FC236}">
                <a16:creationId xmlns:a16="http://schemas.microsoft.com/office/drawing/2014/main" id="{E1638342-A6C8-AEE5-9BBC-050EF3A22704}"/>
              </a:ext>
            </a:extLst>
          </p:cNvPr>
          <p:cNvCxnSpPr>
            <a:cxnSpLocks/>
            <a:stCxn id="105" idx="6"/>
            <a:endCxn id="120" idx="2"/>
          </p:cNvCxnSpPr>
          <p:nvPr/>
        </p:nvCxnSpPr>
        <p:spPr>
          <a:xfrm flipV="1">
            <a:off x="5053086" y="2341163"/>
            <a:ext cx="1396623" cy="17671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7E81456C-945E-F37E-A0DC-365E3FAF96A9}"/>
              </a:ext>
            </a:extLst>
          </p:cNvPr>
          <p:cNvCxnSpPr>
            <a:cxnSpLocks/>
            <a:stCxn id="105" idx="6"/>
            <a:endCxn id="121" idx="2"/>
          </p:cNvCxnSpPr>
          <p:nvPr/>
        </p:nvCxnSpPr>
        <p:spPr>
          <a:xfrm>
            <a:off x="5053086" y="4108319"/>
            <a:ext cx="1464532" cy="3429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5" name="Rectangle 134">
            <a:extLst>
              <a:ext uri="{FF2B5EF4-FFF2-40B4-BE49-F238E27FC236}">
                <a16:creationId xmlns:a16="http://schemas.microsoft.com/office/drawing/2014/main" id="{7F2B4A70-6984-7D04-CB15-D996D4ED1DB9}"/>
              </a:ext>
            </a:extLst>
          </p:cNvPr>
          <p:cNvSpPr/>
          <p:nvPr/>
        </p:nvSpPr>
        <p:spPr>
          <a:xfrm>
            <a:off x="2134925" y="1606163"/>
            <a:ext cx="1523941"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Layer 1</a:t>
            </a:r>
          </a:p>
        </p:txBody>
      </p:sp>
      <p:sp>
        <p:nvSpPr>
          <p:cNvPr id="136" name="Rectangle 135">
            <a:extLst>
              <a:ext uri="{FF2B5EF4-FFF2-40B4-BE49-F238E27FC236}">
                <a16:creationId xmlns:a16="http://schemas.microsoft.com/office/drawing/2014/main" id="{6A52CA6D-F505-A1B4-D6F7-51D896AEDF03}"/>
              </a:ext>
            </a:extLst>
          </p:cNvPr>
          <p:cNvSpPr/>
          <p:nvPr/>
        </p:nvSpPr>
        <p:spPr>
          <a:xfrm>
            <a:off x="4087797" y="1364386"/>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Layer 2</a:t>
            </a:r>
          </a:p>
        </p:txBody>
      </p:sp>
      <p:sp>
        <p:nvSpPr>
          <p:cNvPr id="137" name="Rectangle 136">
            <a:extLst>
              <a:ext uri="{FF2B5EF4-FFF2-40B4-BE49-F238E27FC236}">
                <a16:creationId xmlns:a16="http://schemas.microsoft.com/office/drawing/2014/main" id="{C586A1EE-8A93-5FDE-2D4D-C8B83D7C5E18}"/>
              </a:ext>
            </a:extLst>
          </p:cNvPr>
          <p:cNvSpPr/>
          <p:nvPr/>
        </p:nvSpPr>
        <p:spPr>
          <a:xfrm>
            <a:off x="5929980" y="1604734"/>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Layer 3</a:t>
            </a:r>
          </a:p>
        </p:txBody>
      </p:sp>
      <mc:AlternateContent xmlns:mc="http://schemas.openxmlformats.org/markup-compatibility/2006">
        <mc:Choice xmlns:a14="http://schemas.microsoft.com/office/drawing/2010/main" Requires="a14">
          <p:sp>
            <p:nvSpPr>
              <p:cNvPr id="214" name="Rectangle 213">
                <a:extLst>
                  <a:ext uri="{FF2B5EF4-FFF2-40B4-BE49-F238E27FC236}">
                    <a16:creationId xmlns:a16="http://schemas.microsoft.com/office/drawing/2014/main" id="{F7CEF19F-0515-01F9-6739-4D4C00114CDF}"/>
                  </a:ext>
                </a:extLst>
              </p:cNvPr>
              <p:cNvSpPr/>
              <p:nvPr/>
            </p:nvSpPr>
            <p:spPr>
              <a:xfrm>
                <a:off x="1745634" y="1890595"/>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11</m:t>
                          </m:r>
                        </m:sub>
                        <m:sup>
                          <m:r>
                            <a:rPr lang="en-US" b="0" i="1" smtClean="0">
                              <a:solidFill>
                                <a:srgbClr val="0070C0"/>
                              </a:solidFill>
                              <a:latin typeface="Cambria Math" panose="02040503050406030204" pitchFamily="18" charset="0"/>
                            </a:rPr>
                            <m:t>(1)</m:t>
                          </m:r>
                        </m:sup>
                      </m:sSubSup>
                    </m:oMath>
                  </m:oMathPara>
                </a14:m>
                <a:endParaRPr lang="en-US" dirty="0">
                  <a:solidFill>
                    <a:srgbClr val="0070C0"/>
                  </a:solidFill>
                </a:endParaRPr>
              </a:p>
            </p:txBody>
          </p:sp>
        </mc:Choice>
        <mc:Fallback>
          <p:sp>
            <p:nvSpPr>
              <p:cNvPr id="214" name="Rectangle 213">
                <a:extLst>
                  <a:ext uri="{FF2B5EF4-FFF2-40B4-BE49-F238E27FC236}">
                    <a16:creationId xmlns:a16="http://schemas.microsoft.com/office/drawing/2014/main" id="{F7CEF19F-0515-01F9-6739-4D4C00114CDF}"/>
                  </a:ext>
                </a:extLst>
              </p:cNvPr>
              <p:cNvSpPr>
                <a:spLocks noRot="1" noChangeAspect="1" noMove="1" noResize="1" noEditPoints="1" noAdjustHandles="1" noChangeArrowheads="1" noChangeShapeType="1" noTextEdit="1"/>
              </p:cNvSpPr>
              <p:nvPr/>
            </p:nvSpPr>
            <p:spPr>
              <a:xfrm>
                <a:off x="1745634" y="1890595"/>
                <a:ext cx="381663" cy="373711"/>
              </a:xfrm>
              <a:prstGeom prst="rect">
                <a:avLst/>
              </a:prstGeom>
              <a:blipFill>
                <a:blip r:embed="rId6"/>
                <a:stretch>
                  <a:fillRect l="-25806" r="-19355" b="-12903"/>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5" name="Rectangle 214">
                <a:extLst>
                  <a:ext uri="{FF2B5EF4-FFF2-40B4-BE49-F238E27FC236}">
                    <a16:creationId xmlns:a16="http://schemas.microsoft.com/office/drawing/2014/main" id="{B36DF15D-A5F9-5508-23D2-E4ED472BA028}"/>
                  </a:ext>
                </a:extLst>
              </p:cNvPr>
              <p:cNvSpPr/>
              <p:nvPr/>
            </p:nvSpPr>
            <p:spPr>
              <a:xfrm>
                <a:off x="1190407" y="2566455"/>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21</m:t>
                          </m:r>
                        </m:sub>
                        <m:sup>
                          <m:r>
                            <a:rPr lang="en-US" b="0" i="1" smtClean="0">
                              <a:solidFill>
                                <a:srgbClr val="0070C0"/>
                              </a:solidFill>
                              <a:latin typeface="Cambria Math" panose="02040503050406030204" pitchFamily="18" charset="0"/>
                            </a:rPr>
                            <m:t>(1)</m:t>
                          </m:r>
                        </m:sup>
                      </m:sSubSup>
                    </m:oMath>
                  </m:oMathPara>
                </a14:m>
                <a:endParaRPr lang="en-US" dirty="0">
                  <a:solidFill>
                    <a:srgbClr val="0070C0"/>
                  </a:solidFill>
                </a:endParaRPr>
              </a:p>
            </p:txBody>
          </p:sp>
        </mc:Choice>
        <mc:Fallback>
          <p:sp>
            <p:nvSpPr>
              <p:cNvPr id="215" name="Rectangle 214">
                <a:extLst>
                  <a:ext uri="{FF2B5EF4-FFF2-40B4-BE49-F238E27FC236}">
                    <a16:creationId xmlns:a16="http://schemas.microsoft.com/office/drawing/2014/main" id="{B36DF15D-A5F9-5508-23D2-E4ED472BA028}"/>
                  </a:ext>
                </a:extLst>
              </p:cNvPr>
              <p:cNvSpPr>
                <a:spLocks noRot="1" noChangeAspect="1" noMove="1" noResize="1" noEditPoints="1" noAdjustHandles="1" noChangeArrowheads="1" noChangeShapeType="1" noTextEdit="1"/>
              </p:cNvSpPr>
              <p:nvPr/>
            </p:nvSpPr>
            <p:spPr>
              <a:xfrm>
                <a:off x="1190407" y="2566455"/>
                <a:ext cx="381663" cy="373711"/>
              </a:xfrm>
              <a:prstGeom prst="rect">
                <a:avLst/>
              </a:prstGeom>
              <a:blipFill>
                <a:blip r:embed="rId7"/>
                <a:stretch>
                  <a:fillRect l="-25806" r="-19355"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6" name="Rectangle 215">
                <a:extLst>
                  <a:ext uri="{FF2B5EF4-FFF2-40B4-BE49-F238E27FC236}">
                    <a16:creationId xmlns:a16="http://schemas.microsoft.com/office/drawing/2014/main" id="{AC22A651-2CA8-3177-CA6F-4223B5314B0C}"/>
                  </a:ext>
                </a:extLst>
              </p:cNvPr>
              <p:cNvSpPr/>
              <p:nvPr/>
            </p:nvSpPr>
            <p:spPr>
              <a:xfrm>
                <a:off x="1678703" y="4161794"/>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22</m:t>
                          </m:r>
                        </m:sub>
                        <m:sup>
                          <m:r>
                            <a:rPr lang="en-US" b="0" i="1" smtClean="0">
                              <a:solidFill>
                                <a:sysClr val="windowText" lastClr="000000"/>
                              </a:solidFill>
                              <a:latin typeface="Cambria Math" panose="02040503050406030204" pitchFamily="18" charset="0"/>
                            </a:rPr>
                            <m:t>(1)</m:t>
                          </m:r>
                        </m:sup>
                      </m:sSubSup>
                    </m:oMath>
                  </m:oMathPara>
                </a14:m>
                <a:endParaRPr lang="en-US" dirty="0">
                  <a:solidFill>
                    <a:sysClr val="windowText" lastClr="000000"/>
                  </a:solidFill>
                </a:endParaRPr>
              </a:p>
            </p:txBody>
          </p:sp>
        </mc:Choice>
        <mc:Fallback xmlns="">
          <p:sp>
            <p:nvSpPr>
              <p:cNvPr id="216" name="Rectangle 215">
                <a:extLst>
                  <a:ext uri="{FF2B5EF4-FFF2-40B4-BE49-F238E27FC236}">
                    <a16:creationId xmlns:a16="http://schemas.microsoft.com/office/drawing/2014/main" id="{AC22A651-2CA8-3177-CA6F-4223B5314B0C}"/>
                  </a:ext>
                </a:extLst>
              </p:cNvPr>
              <p:cNvSpPr>
                <a:spLocks noRot="1" noChangeAspect="1" noMove="1" noResize="1" noEditPoints="1" noAdjustHandles="1" noChangeArrowheads="1" noChangeShapeType="1" noTextEdit="1"/>
              </p:cNvSpPr>
              <p:nvPr/>
            </p:nvSpPr>
            <p:spPr>
              <a:xfrm>
                <a:off x="1678703" y="4161794"/>
                <a:ext cx="381663" cy="373711"/>
              </a:xfrm>
              <a:prstGeom prst="rect">
                <a:avLst/>
              </a:prstGeom>
              <a:blipFill>
                <a:blip r:embed="rId8"/>
                <a:stretch>
                  <a:fillRect l="-28571" r="-15873"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7" name="Rectangle 216">
                <a:extLst>
                  <a:ext uri="{FF2B5EF4-FFF2-40B4-BE49-F238E27FC236}">
                    <a16:creationId xmlns:a16="http://schemas.microsoft.com/office/drawing/2014/main" id="{D8F558D6-715B-7766-9E86-F09C635000F3}"/>
                  </a:ext>
                </a:extLst>
              </p:cNvPr>
              <p:cNvSpPr/>
              <p:nvPr/>
            </p:nvSpPr>
            <p:spPr>
              <a:xfrm>
                <a:off x="1293498" y="3373026"/>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12</m:t>
                          </m:r>
                        </m:sub>
                        <m:sup>
                          <m:r>
                            <a:rPr lang="en-US" b="0" i="1" smtClean="0">
                              <a:solidFill>
                                <a:sysClr val="windowText" lastClr="000000"/>
                              </a:solidFill>
                              <a:latin typeface="Cambria Math" panose="02040503050406030204" pitchFamily="18" charset="0"/>
                            </a:rPr>
                            <m:t>(1)</m:t>
                          </m:r>
                        </m:sup>
                      </m:sSubSup>
                    </m:oMath>
                  </m:oMathPara>
                </a14:m>
                <a:endParaRPr lang="en-US" dirty="0">
                  <a:solidFill>
                    <a:sysClr val="windowText" lastClr="000000"/>
                  </a:solidFill>
                </a:endParaRPr>
              </a:p>
            </p:txBody>
          </p:sp>
        </mc:Choice>
        <mc:Fallback xmlns="">
          <p:sp>
            <p:nvSpPr>
              <p:cNvPr id="217" name="Rectangle 216">
                <a:extLst>
                  <a:ext uri="{FF2B5EF4-FFF2-40B4-BE49-F238E27FC236}">
                    <a16:creationId xmlns:a16="http://schemas.microsoft.com/office/drawing/2014/main" id="{D8F558D6-715B-7766-9E86-F09C635000F3}"/>
                  </a:ext>
                </a:extLst>
              </p:cNvPr>
              <p:cNvSpPr>
                <a:spLocks noRot="1" noChangeAspect="1" noMove="1" noResize="1" noEditPoints="1" noAdjustHandles="1" noChangeArrowheads="1" noChangeShapeType="1" noTextEdit="1"/>
              </p:cNvSpPr>
              <p:nvPr/>
            </p:nvSpPr>
            <p:spPr>
              <a:xfrm>
                <a:off x="1293498" y="3373026"/>
                <a:ext cx="381663" cy="373711"/>
              </a:xfrm>
              <a:prstGeom prst="rect">
                <a:avLst/>
              </a:prstGeom>
              <a:blipFill>
                <a:blip r:embed="rId9"/>
                <a:stretch>
                  <a:fillRect l="-28571" r="-15873" b="-112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8" name="Rectangle 217">
                <a:extLst>
                  <a:ext uri="{FF2B5EF4-FFF2-40B4-BE49-F238E27FC236}">
                    <a16:creationId xmlns:a16="http://schemas.microsoft.com/office/drawing/2014/main" id="{D43FC1E6-CC78-FF91-592C-7C7A165099A0}"/>
                  </a:ext>
                </a:extLst>
              </p:cNvPr>
              <p:cNvSpPr/>
              <p:nvPr/>
            </p:nvSpPr>
            <p:spPr>
              <a:xfrm>
                <a:off x="3648671" y="1775342"/>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11</m:t>
                          </m:r>
                        </m:sub>
                        <m:sup>
                          <m:r>
                            <a:rPr lang="en-US" b="0" i="1" smtClean="0">
                              <a:solidFill>
                                <a:srgbClr val="0070C0"/>
                              </a:solidFill>
                              <a:latin typeface="Cambria Math" panose="02040503050406030204" pitchFamily="18" charset="0"/>
                            </a:rPr>
                            <m:t>(2)</m:t>
                          </m:r>
                        </m:sup>
                      </m:sSubSup>
                    </m:oMath>
                  </m:oMathPara>
                </a14:m>
                <a:endParaRPr lang="en-US" dirty="0">
                  <a:solidFill>
                    <a:srgbClr val="0070C0"/>
                  </a:solidFill>
                </a:endParaRPr>
              </a:p>
            </p:txBody>
          </p:sp>
        </mc:Choice>
        <mc:Fallback xmlns="">
          <p:sp>
            <p:nvSpPr>
              <p:cNvPr id="218" name="Rectangle 217">
                <a:extLst>
                  <a:ext uri="{FF2B5EF4-FFF2-40B4-BE49-F238E27FC236}">
                    <a16:creationId xmlns:a16="http://schemas.microsoft.com/office/drawing/2014/main" id="{D43FC1E6-CC78-FF91-592C-7C7A165099A0}"/>
                  </a:ext>
                </a:extLst>
              </p:cNvPr>
              <p:cNvSpPr>
                <a:spLocks noRot="1" noChangeAspect="1" noMove="1" noResize="1" noEditPoints="1" noAdjustHandles="1" noChangeArrowheads="1" noChangeShapeType="1" noTextEdit="1"/>
              </p:cNvSpPr>
              <p:nvPr/>
            </p:nvSpPr>
            <p:spPr>
              <a:xfrm>
                <a:off x="3648671" y="1775342"/>
                <a:ext cx="381663" cy="373711"/>
              </a:xfrm>
              <a:prstGeom prst="rect">
                <a:avLst/>
              </a:prstGeom>
              <a:blipFill>
                <a:blip r:embed="rId10"/>
                <a:stretch>
                  <a:fillRect l="-30645" r="-16129" b="-112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9" name="Rectangle 218">
                <a:extLst>
                  <a:ext uri="{FF2B5EF4-FFF2-40B4-BE49-F238E27FC236}">
                    <a16:creationId xmlns:a16="http://schemas.microsoft.com/office/drawing/2014/main" id="{FEBA74E2-C42E-3F68-BB63-0642369BEC86}"/>
                  </a:ext>
                </a:extLst>
              </p:cNvPr>
              <p:cNvSpPr/>
              <p:nvPr/>
            </p:nvSpPr>
            <p:spPr>
              <a:xfrm>
                <a:off x="3648670" y="2277042"/>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21</m:t>
                          </m:r>
                        </m:sub>
                        <m:sup>
                          <m:r>
                            <a:rPr lang="en-US" b="0" i="1" smtClean="0">
                              <a:solidFill>
                                <a:srgbClr val="0070C0"/>
                              </a:solidFill>
                              <a:latin typeface="Cambria Math" panose="02040503050406030204" pitchFamily="18" charset="0"/>
                            </a:rPr>
                            <m:t>(2)</m:t>
                          </m:r>
                        </m:sup>
                      </m:sSubSup>
                    </m:oMath>
                  </m:oMathPara>
                </a14:m>
                <a:endParaRPr lang="en-US" dirty="0">
                  <a:solidFill>
                    <a:srgbClr val="0070C0"/>
                  </a:solidFill>
                </a:endParaRPr>
              </a:p>
            </p:txBody>
          </p:sp>
        </mc:Choice>
        <mc:Fallback xmlns="">
          <p:sp>
            <p:nvSpPr>
              <p:cNvPr id="219" name="Rectangle 218">
                <a:extLst>
                  <a:ext uri="{FF2B5EF4-FFF2-40B4-BE49-F238E27FC236}">
                    <a16:creationId xmlns:a16="http://schemas.microsoft.com/office/drawing/2014/main" id="{FEBA74E2-C42E-3F68-BB63-0642369BEC86}"/>
                  </a:ext>
                </a:extLst>
              </p:cNvPr>
              <p:cNvSpPr>
                <a:spLocks noRot="1" noChangeAspect="1" noMove="1" noResize="1" noEditPoints="1" noAdjustHandles="1" noChangeArrowheads="1" noChangeShapeType="1" noTextEdit="1"/>
              </p:cNvSpPr>
              <p:nvPr/>
            </p:nvSpPr>
            <p:spPr>
              <a:xfrm>
                <a:off x="3648670" y="2277042"/>
                <a:ext cx="381663" cy="373711"/>
              </a:xfrm>
              <a:prstGeom prst="rect">
                <a:avLst/>
              </a:prstGeom>
              <a:blipFill>
                <a:blip r:embed="rId11"/>
                <a:stretch>
                  <a:fillRect l="-30645" r="-16129"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0" name="Rectangle 219">
                <a:extLst>
                  <a:ext uri="{FF2B5EF4-FFF2-40B4-BE49-F238E27FC236}">
                    <a16:creationId xmlns:a16="http://schemas.microsoft.com/office/drawing/2014/main" id="{7B6E3E0F-C3CC-350B-233B-06C7EBF5F474}"/>
                  </a:ext>
                </a:extLst>
              </p:cNvPr>
              <p:cNvSpPr/>
              <p:nvPr/>
            </p:nvSpPr>
            <p:spPr>
              <a:xfrm>
                <a:off x="4295098" y="3460653"/>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31</m:t>
                          </m:r>
                        </m:sub>
                        <m:sup>
                          <m:r>
                            <a:rPr lang="en-US" b="0" i="1" smtClean="0">
                              <a:solidFill>
                                <a:srgbClr val="0070C0"/>
                              </a:solidFill>
                              <a:latin typeface="Cambria Math" panose="02040503050406030204" pitchFamily="18" charset="0"/>
                            </a:rPr>
                            <m:t>(2)</m:t>
                          </m:r>
                        </m:sup>
                      </m:sSubSup>
                    </m:oMath>
                  </m:oMathPara>
                </a14:m>
                <a:endParaRPr lang="en-US" dirty="0">
                  <a:solidFill>
                    <a:srgbClr val="0070C0"/>
                  </a:solidFill>
                </a:endParaRPr>
              </a:p>
            </p:txBody>
          </p:sp>
        </mc:Choice>
        <mc:Fallback xmlns="">
          <p:sp>
            <p:nvSpPr>
              <p:cNvPr id="220" name="Rectangle 219">
                <a:extLst>
                  <a:ext uri="{FF2B5EF4-FFF2-40B4-BE49-F238E27FC236}">
                    <a16:creationId xmlns:a16="http://schemas.microsoft.com/office/drawing/2014/main" id="{7B6E3E0F-C3CC-350B-233B-06C7EBF5F474}"/>
                  </a:ext>
                </a:extLst>
              </p:cNvPr>
              <p:cNvSpPr>
                <a:spLocks noRot="1" noChangeAspect="1" noMove="1" noResize="1" noEditPoints="1" noAdjustHandles="1" noChangeArrowheads="1" noChangeShapeType="1" noTextEdit="1"/>
              </p:cNvSpPr>
              <p:nvPr/>
            </p:nvSpPr>
            <p:spPr>
              <a:xfrm>
                <a:off x="4295098" y="3460653"/>
                <a:ext cx="381663" cy="373711"/>
              </a:xfrm>
              <a:prstGeom prst="rect">
                <a:avLst/>
              </a:prstGeom>
              <a:blipFill>
                <a:blip r:embed="rId12"/>
                <a:stretch>
                  <a:fillRect l="-30645" r="-16129"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1" name="Rectangle 220">
                <a:extLst>
                  <a:ext uri="{FF2B5EF4-FFF2-40B4-BE49-F238E27FC236}">
                    <a16:creationId xmlns:a16="http://schemas.microsoft.com/office/drawing/2014/main" id="{1211FC33-B247-D0DA-9962-A9D26CF87AEB}"/>
                  </a:ext>
                </a:extLst>
              </p:cNvPr>
              <p:cNvSpPr/>
              <p:nvPr/>
            </p:nvSpPr>
            <p:spPr>
              <a:xfrm>
                <a:off x="3110761" y="3290262"/>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12</m:t>
                          </m:r>
                        </m:sub>
                        <m:sup>
                          <m:r>
                            <a:rPr lang="en-US" b="0" i="1" smtClean="0">
                              <a:solidFill>
                                <a:sysClr val="windowText" lastClr="000000"/>
                              </a:solidFill>
                              <a:latin typeface="Cambria Math" panose="02040503050406030204" pitchFamily="18" charset="0"/>
                            </a:rPr>
                            <m:t>(2)</m:t>
                          </m:r>
                        </m:sup>
                      </m:sSubSup>
                    </m:oMath>
                  </m:oMathPara>
                </a14:m>
                <a:endParaRPr lang="en-US" dirty="0">
                  <a:solidFill>
                    <a:sysClr val="windowText" lastClr="000000"/>
                  </a:solidFill>
                </a:endParaRPr>
              </a:p>
            </p:txBody>
          </p:sp>
        </mc:Choice>
        <mc:Fallback xmlns="">
          <p:sp>
            <p:nvSpPr>
              <p:cNvPr id="221" name="Rectangle 220">
                <a:extLst>
                  <a:ext uri="{FF2B5EF4-FFF2-40B4-BE49-F238E27FC236}">
                    <a16:creationId xmlns:a16="http://schemas.microsoft.com/office/drawing/2014/main" id="{1211FC33-B247-D0DA-9962-A9D26CF87AEB}"/>
                  </a:ext>
                </a:extLst>
              </p:cNvPr>
              <p:cNvSpPr>
                <a:spLocks noRot="1" noChangeAspect="1" noMove="1" noResize="1" noEditPoints="1" noAdjustHandles="1" noChangeArrowheads="1" noChangeShapeType="1" noTextEdit="1"/>
              </p:cNvSpPr>
              <p:nvPr/>
            </p:nvSpPr>
            <p:spPr>
              <a:xfrm>
                <a:off x="3110761" y="3290262"/>
                <a:ext cx="381663" cy="373711"/>
              </a:xfrm>
              <a:prstGeom prst="rect">
                <a:avLst/>
              </a:prstGeom>
              <a:blipFill>
                <a:blip r:embed="rId13"/>
                <a:stretch>
                  <a:fillRect l="-28571" r="-15873"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Rectangle 221">
                <a:extLst>
                  <a:ext uri="{FF2B5EF4-FFF2-40B4-BE49-F238E27FC236}">
                    <a16:creationId xmlns:a16="http://schemas.microsoft.com/office/drawing/2014/main" id="{5893A807-10FF-6BC8-BFA1-5F3A48E9E4AE}"/>
                  </a:ext>
                </a:extLst>
              </p:cNvPr>
              <p:cNvSpPr/>
              <p:nvPr/>
            </p:nvSpPr>
            <p:spPr>
              <a:xfrm>
                <a:off x="3652213" y="3663046"/>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22</m:t>
                          </m:r>
                        </m:sub>
                        <m:sup>
                          <m:r>
                            <a:rPr lang="en-US" b="0" i="1" smtClean="0">
                              <a:solidFill>
                                <a:sysClr val="windowText" lastClr="000000"/>
                              </a:solidFill>
                              <a:latin typeface="Cambria Math" panose="02040503050406030204" pitchFamily="18" charset="0"/>
                            </a:rPr>
                            <m:t>(2)</m:t>
                          </m:r>
                        </m:sup>
                      </m:sSubSup>
                    </m:oMath>
                  </m:oMathPara>
                </a14:m>
                <a:endParaRPr lang="en-US" dirty="0">
                  <a:solidFill>
                    <a:sysClr val="windowText" lastClr="000000"/>
                  </a:solidFill>
                </a:endParaRPr>
              </a:p>
            </p:txBody>
          </p:sp>
        </mc:Choice>
        <mc:Fallback xmlns="">
          <p:sp>
            <p:nvSpPr>
              <p:cNvPr id="222" name="Rectangle 221">
                <a:extLst>
                  <a:ext uri="{FF2B5EF4-FFF2-40B4-BE49-F238E27FC236}">
                    <a16:creationId xmlns:a16="http://schemas.microsoft.com/office/drawing/2014/main" id="{5893A807-10FF-6BC8-BFA1-5F3A48E9E4AE}"/>
                  </a:ext>
                </a:extLst>
              </p:cNvPr>
              <p:cNvSpPr>
                <a:spLocks noRot="1" noChangeAspect="1" noMove="1" noResize="1" noEditPoints="1" noAdjustHandles="1" noChangeArrowheads="1" noChangeShapeType="1" noTextEdit="1"/>
              </p:cNvSpPr>
              <p:nvPr/>
            </p:nvSpPr>
            <p:spPr>
              <a:xfrm>
                <a:off x="3652213" y="3663046"/>
                <a:ext cx="381663" cy="373711"/>
              </a:xfrm>
              <a:prstGeom prst="rect">
                <a:avLst/>
              </a:prstGeom>
              <a:blipFill>
                <a:blip r:embed="rId14"/>
                <a:stretch>
                  <a:fillRect l="-28571" r="-15873"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3" name="Rectangle 222">
                <a:extLst>
                  <a:ext uri="{FF2B5EF4-FFF2-40B4-BE49-F238E27FC236}">
                    <a16:creationId xmlns:a16="http://schemas.microsoft.com/office/drawing/2014/main" id="{2D672961-81AF-6CA9-D279-2AAEADEB0DF2}"/>
                  </a:ext>
                </a:extLst>
              </p:cNvPr>
              <p:cNvSpPr/>
              <p:nvPr/>
            </p:nvSpPr>
            <p:spPr>
              <a:xfrm>
                <a:off x="3424608" y="4140050"/>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32</m:t>
                          </m:r>
                        </m:sub>
                        <m:sup>
                          <m:r>
                            <a:rPr lang="en-US" b="0" i="1" smtClean="0">
                              <a:solidFill>
                                <a:sysClr val="windowText" lastClr="000000"/>
                              </a:solidFill>
                              <a:latin typeface="Cambria Math" panose="02040503050406030204" pitchFamily="18" charset="0"/>
                            </a:rPr>
                            <m:t>(2)</m:t>
                          </m:r>
                        </m:sup>
                      </m:sSubSup>
                    </m:oMath>
                  </m:oMathPara>
                </a14:m>
                <a:endParaRPr lang="en-US" dirty="0">
                  <a:solidFill>
                    <a:sysClr val="windowText" lastClr="000000"/>
                  </a:solidFill>
                </a:endParaRPr>
              </a:p>
            </p:txBody>
          </p:sp>
        </mc:Choice>
        <mc:Fallback xmlns="">
          <p:sp>
            <p:nvSpPr>
              <p:cNvPr id="223" name="Rectangle 222">
                <a:extLst>
                  <a:ext uri="{FF2B5EF4-FFF2-40B4-BE49-F238E27FC236}">
                    <a16:creationId xmlns:a16="http://schemas.microsoft.com/office/drawing/2014/main" id="{2D672961-81AF-6CA9-D279-2AAEADEB0DF2}"/>
                  </a:ext>
                </a:extLst>
              </p:cNvPr>
              <p:cNvSpPr>
                <a:spLocks noRot="1" noChangeAspect="1" noMove="1" noResize="1" noEditPoints="1" noAdjustHandles="1" noChangeArrowheads="1" noChangeShapeType="1" noTextEdit="1"/>
              </p:cNvSpPr>
              <p:nvPr/>
            </p:nvSpPr>
            <p:spPr>
              <a:xfrm>
                <a:off x="3424608" y="4140050"/>
                <a:ext cx="381663" cy="373711"/>
              </a:xfrm>
              <a:prstGeom prst="rect">
                <a:avLst/>
              </a:prstGeom>
              <a:blipFill>
                <a:blip r:embed="rId15"/>
                <a:stretch>
                  <a:fillRect l="-30645" r="-16129" b="-13115"/>
                </a:stretch>
              </a:blipFill>
              <a:ln>
                <a:noFill/>
              </a:ln>
              <a:effectLst/>
            </p:spPr>
            <p:txBody>
              <a:bodyPr/>
              <a:lstStyle/>
              <a:p>
                <a:r>
                  <a:rPr lang="en-US">
                    <a:noFill/>
                  </a:rPr>
                  <a:t> </a:t>
                </a:r>
              </a:p>
            </p:txBody>
          </p:sp>
        </mc:Fallback>
      </mc:AlternateContent>
      <p:grpSp>
        <p:nvGrpSpPr>
          <p:cNvPr id="235" name="Group 234">
            <a:extLst>
              <a:ext uri="{FF2B5EF4-FFF2-40B4-BE49-F238E27FC236}">
                <a16:creationId xmlns:a16="http://schemas.microsoft.com/office/drawing/2014/main" id="{721ADEF1-0D76-98CD-7DD2-36FDAE421572}"/>
              </a:ext>
            </a:extLst>
          </p:cNvPr>
          <p:cNvGrpSpPr/>
          <p:nvPr/>
        </p:nvGrpSpPr>
        <p:grpSpPr>
          <a:xfrm>
            <a:off x="1675161" y="1659036"/>
            <a:ext cx="983432" cy="513782"/>
            <a:chOff x="1675161" y="1659036"/>
            <a:chExt cx="983432" cy="513782"/>
          </a:xfrm>
        </p:grpSpPr>
        <p:cxnSp>
          <p:nvCxnSpPr>
            <p:cNvPr id="227" name="Straight Arrow Connector 226">
              <a:extLst>
                <a:ext uri="{FF2B5EF4-FFF2-40B4-BE49-F238E27FC236}">
                  <a16:creationId xmlns:a16="http://schemas.microsoft.com/office/drawing/2014/main" id="{B70FCBCC-7CCD-7D80-B584-8C7BDA91DD04}"/>
                </a:ext>
              </a:extLst>
            </p:cNvPr>
            <p:cNvCxnSpPr>
              <a:cxnSpLocks/>
              <a:endCxn id="75" idx="1"/>
            </p:cNvCxnSpPr>
            <p:nvPr/>
          </p:nvCxnSpPr>
          <p:spPr>
            <a:xfrm>
              <a:off x="2112873" y="1659036"/>
              <a:ext cx="545720" cy="51378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0" name="Straight Arrow Connector 229">
              <a:extLst>
                <a:ext uri="{FF2B5EF4-FFF2-40B4-BE49-F238E27FC236}">
                  <a16:creationId xmlns:a16="http://schemas.microsoft.com/office/drawing/2014/main" id="{DEC756C3-BDA4-2C16-43AC-19F5AD2226F9}"/>
                </a:ext>
              </a:extLst>
            </p:cNvPr>
            <p:cNvCxnSpPr>
              <a:cxnSpLocks/>
            </p:cNvCxnSpPr>
            <p:nvPr/>
          </p:nvCxnSpPr>
          <p:spPr>
            <a:xfrm>
              <a:off x="1675161" y="1664220"/>
              <a:ext cx="452206" cy="0"/>
            </a:xfrm>
            <a:prstGeom prst="straightConnector1">
              <a:avLst/>
            </a:prstGeom>
            <a:ln>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34" name="Rectangle 233">
                <a:extLst>
                  <a:ext uri="{FF2B5EF4-FFF2-40B4-BE49-F238E27FC236}">
                    <a16:creationId xmlns:a16="http://schemas.microsoft.com/office/drawing/2014/main" id="{037B51F5-8737-A145-EBAA-3C23B7FEF959}"/>
                  </a:ext>
                </a:extLst>
              </p:cNvPr>
              <p:cNvSpPr/>
              <p:nvPr/>
            </p:nvSpPr>
            <p:spPr>
              <a:xfrm>
                <a:off x="1219635" y="1450307"/>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𝑏</m:t>
                          </m:r>
                        </m:e>
                        <m:sub>
                          <m:r>
                            <a:rPr lang="en-US" b="0" i="1" smtClean="0">
                              <a:solidFill>
                                <a:sysClr val="windowText" lastClr="000000"/>
                              </a:solidFill>
                              <a:latin typeface="Cambria Math" panose="02040503050406030204" pitchFamily="18" charset="0"/>
                            </a:rPr>
                            <m:t>1</m:t>
                          </m:r>
                        </m:sub>
                        <m:sup>
                          <m:r>
                            <a:rPr lang="en-US" b="0" i="1" smtClean="0">
                              <a:solidFill>
                                <a:sysClr val="windowText" lastClr="000000"/>
                              </a:solidFill>
                              <a:latin typeface="Cambria Math" panose="02040503050406030204" pitchFamily="18" charset="0"/>
                            </a:rPr>
                            <m:t>(1)</m:t>
                          </m:r>
                        </m:sup>
                      </m:sSubSup>
                    </m:oMath>
                  </m:oMathPara>
                </a14:m>
                <a:endParaRPr lang="en-US" dirty="0">
                  <a:solidFill>
                    <a:sysClr val="windowText" lastClr="000000"/>
                  </a:solidFill>
                </a:endParaRPr>
              </a:p>
            </p:txBody>
          </p:sp>
        </mc:Choice>
        <mc:Fallback>
          <p:sp>
            <p:nvSpPr>
              <p:cNvPr id="234" name="Rectangle 233">
                <a:extLst>
                  <a:ext uri="{FF2B5EF4-FFF2-40B4-BE49-F238E27FC236}">
                    <a16:creationId xmlns:a16="http://schemas.microsoft.com/office/drawing/2014/main" id="{037B51F5-8737-A145-EBAA-3C23B7FEF959}"/>
                  </a:ext>
                </a:extLst>
              </p:cNvPr>
              <p:cNvSpPr>
                <a:spLocks noRot="1" noChangeAspect="1" noMove="1" noResize="1" noEditPoints="1" noAdjustHandles="1" noChangeArrowheads="1" noChangeShapeType="1" noTextEdit="1"/>
              </p:cNvSpPr>
              <p:nvPr/>
            </p:nvSpPr>
            <p:spPr>
              <a:xfrm>
                <a:off x="1219635" y="1450307"/>
                <a:ext cx="381663" cy="373711"/>
              </a:xfrm>
              <a:prstGeom prst="rect">
                <a:avLst/>
              </a:prstGeom>
              <a:blipFill>
                <a:blip r:embed="rId16"/>
                <a:stretch>
                  <a:fillRect l="-29032" r="-9677" b="-13333"/>
                </a:stretch>
              </a:blipFill>
              <a:ln>
                <a:noFill/>
              </a:ln>
              <a:effectLst/>
            </p:spPr>
            <p:txBody>
              <a:bodyPr/>
              <a:lstStyle/>
              <a:p>
                <a:r>
                  <a:rPr lang="en-US">
                    <a:noFill/>
                  </a:rPr>
                  <a:t> </a:t>
                </a:r>
              </a:p>
            </p:txBody>
          </p:sp>
        </mc:Fallback>
      </mc:AlternateContent>
      <p:grpSp>
        <p:nvGrpSpPr>
          <p:cNvPr id="236" name="Group 235">
            <a:extLst>
              <a:ext uri="{FF2B5EF4-FFF2-40B4-BE49-F238E27FC236}">
                <a16:creationId xmlns:a16="http://schemas.microsoft.com/office/drawing/2014/main" id="{87AFD816-7B0F-CEE4-A13C-7F61EE89AC3F}"/>
              </a:ext>
            </a:extLst>
          </p:cNvPr>
          <p:cNvGrpSpPr/>
          <p:nvPr/>
        </p:nvGrpSpPr>
        <p:grpSpPr>
          <a:xfrm>
            <a:off x="948301" y="4326036"/>
            <a:ext cx="1745567" cy="304076"/>
            <a:chOff x="1803267" y="1577523"/>
            <a:chExt cx="1745567" cy="304076"/>
          </a:xfrm>
        </p:grpSpPr>
        <p:cxnSp>
          <p:nvCxnSpPr>
            <p:cNvPr id="237" name="Straight Arrow Connector 236">
              <a:extLst>
                <a:ext uri="{FF2B5EF4-FFF2-40B4-BE49-F238E27FC236}">
                  <a16:creationId xmlns:a16="http://schemas.microsoft.com/office/drawing/2014/main" id="{905A016B-419C-DDDF-C067-2E85264AC14E}"/>
                </a:ext>
              </a:extLst>
            </p:cNvPr>
            <p:cNvCxnSpPr>
              <a:cxnSpLocks/>
              <a:endCxn id="76" idx="3"/>
            </p:cNvCxnSpPr>
            <p:nvPr/>
          </p:nvCxnSpPr>
          <p:spPr>
            <a:xfrm flipV="1">
              <a:off x="2967839" y="1577523"/>
              <a:ext cx="580995" cy="30407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8" name="Straight Arrow Connector 237">
              <a:extLst>
                <a:ext uri="{FF2B5EF4-FFF2-40B4-BE49-F238E27FC236}">
                  <a16:creationId xmlns:a16="http://schemas.microsoft.com/office/drawing/2014/main" id="{5B7FB928-B250-D8E0-341A-9F2E80FBC527}"/>
                </a:ext>
              </a:extLst>
            </p:cNvPr>
            <p:cNvCxnSpPr>
              <a:cxnSpLocks/>
            </p:cNvCxnSpPr>
            <p:nvPr/>
          </p:nvCxnSpPr>
          <p:spPr>
            <a:xfrm>
              <a:off x="1803267" y="1881599"/>
              <a:ext cx="1170974" cy="0"/>
            </a:xfrm>
            <a:prstGeom prst="straightConnector1">
              <a:avLst/>
            </a:prstGeom>
            <a:ln>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42" name="Rectangle 241">
                <a:extLst>
                  <a:ext uri="{FF2B5EF4-FFF2-40B4-BE49-F238E27FC236}">
                    <a16:creationId xmlns:a16="http://schemas.microsoft.com/office/drawing/2014/main" id="{7D5AF5FE-2EF7-3E60-9B65-4833B640D61D}"/>
                  </a:ext>
                </a:extLst>
              </p:cNvPr>
              <p:cNvSpPr/>
              <p:nvPr/>
            </p:nvSpPr>
            <p:spPr>
              <a:xfrm>
                <a:off x="685286" y="4338906"/>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𝑏</m:t>
                          </m:r>
                        </m:e>
                        <m:sub>
                          <m:r>
                            <a:rPr lang="en-US" b="0" i="1" smtClean="0">
                              <a:solidFill>
                                <a:sysClr val="windowText" lastClr="000000"/>
                              </a:solidFill>
                              <a:latin typeface="Cambria Math" panose="02040503050406030204" pitchFamily="18" charset="0"/>
                            </a:rPr>
                            <m:t>2</m:t>
                          </m:r>
                        </m:sub>
                        <m:sup>
                          <m:r>
                            <a:rPr lang="en-US" b="0" i="1" smtClean="0">
                              <a:solidFill>
                                <a:sysClr val="windowText" lastClr="000000"/>
                              </a:solidFill>
                              <a:latin typeface="Cambria Math" panose="02040503050406030204" pitchFamily="18" charset="0"/>
                            </a:rPr>
                            <m:t>(1)</m:t>
                          </m:r>
                        </m:sup>
                      </m:sSubSup>
                    </m:oMath>
                  </m:oMathPara>
                </a14:m>
                <a:endParaRPr lang="en-US" dirty="0">
                  <a:solidFill>
                    <a:sysClr val="windowText" lastClr="000000"/>
                  </a:solidFill>
                </a:endParaRPr>
              </a:p>
            </p:txBody>
          </p:sp>
        </mc:Choice>
        <mc:Fallback>
          <p:sp>
            <p:nvSpPr>
              <p:cNvPr id="242" name="Rectangle 241">
                <a:extLst>
                  <a:ext uri="{FF2B5EF4-FFF2-40B4-BE49-F238E27FC236}">
                    <a16:creationId xmlns:a16="http://schemas.microsoft.com/office/drawing/2014/main" id="{7D5AF5FE-2EF7-3E60-9B65-4833B640D61D}"/>
                  </a:ext>
                </a:extLst>
              </p:cNvPr>
              <p:cNvSpPr>
                <a:spLocks noRot="1" noChangeAspect="1" noMove="1" noResize="1" noEditPoints="1" noAdjustHandles="1" noChangeArrowheads="1" noChangeShapeType="1" noTextEdit="1"/>
              </p:cNvSpPr>
              <p:nvPr/>
            </p:nvSpPr>
            <p:spPr>
              <a:xfrm>
                <a:off x="685286" y="4338906"/>
                <a:ext cx="381663" cy="373711"/>
              </a:xfrm>
              <a:prstGeom prst="rect">
                <a:avLst/>
              </a:prstGeom>
              <a:blipFill>
                <a:blip r:embed="rId17"/>
                <a:stretch>
                  <a:fillRect l="-25806" r="-12903" b="-9677"/>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91822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59C35-F951-F8E9-A5DB-53CE4F28D2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34A030C-FAD1-D2F3-1C19-E4526B8D12DB}"/>
              </a:ext>
            </a:extLst>
          </p:cNvPr>
          <p:cNvSpPr>
            <a:spLocks noGrp="1"/>
          </p:cNvSpPr>
          <p:nvPr>
            <p:ph type="title"/>
          </p:nvPr>
        </p:nvSpPr>
        <p:spPr/>
        <p:txBody>
          <a:bodyPr/>
          <a:lstStyle/>
          <a:p>
            <a:r>
              <a:rPr lang="en-US" dirty="0"/>
              <a:t>Neural Network Notations</a:t>
            </a:r>
          </a:p>
        </p:txBody>
      </p:sp>
      <p:grpSp>
        <p:nvGrpSpPr>
          <p:cNvPr id="4" name="Group 3">
            <a:extLst>
              <a:ext uri="{FF2B5EF4-FFF2-40B4-BE49-F238E27FC236}">
                <a16:creationId xmlns:a16="http://schemas.microsoft.com/office/drawing/2014/main" id="{CF5566B0-412F-9E3F-A182-B8F47835952B}"/>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3F84F085-26A2-7307-AE4D-CEB5CAE50420}"/>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1ADB143-FA68-E45A-118A-9C366C76F699}"/>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A9E9F7D-E3BE-7CED-8721-8F8365357055}"/>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0CB8166-5083-AFBF-434E-ECA1384BFA1C}"/>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5A4F1D7-E1D3-4BBA-340C-519E4543396B}"/>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CC05E2E-57F5-B04C-48FD-7C8C985EE750}"/>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A0DC7CB-FD9A-6931-07C7-5E6DFF046409}"/>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25" name="Ink 24">
                <a:extLst>
                  <a:ext uri="{FF2B5EF4-FFF2-40B4-BE49-F238E27FC236}">
                    <a16:creationId xmlns:a16="http://schemas.microsoft.com/office/drawing/2014/main" id="{84CBDB77-E6A5-6DF0-2F42-9908A5256374}"/>
                  </a:ext>
                </a:extLst>
              </p14:cNvPr>
              <p14:cNvContentPartPr/>
              <p14:nvPr/>
            </p14:nvContentPartPr>
            <p14:xfrm>
              <a:off x="1851120" y="919444"/>
              <a:ext cx="674280" cy="135720"/>
            </p14:xfrm>
          </p:contentPart>
        </mc:Choice>
        <mc:Fallback xmlns="">
          <p:pic>
            <p:nvPicPr>
              <p:cNvPr id="25" name="Ink 24">
                <a:extLst>
                  <a:ext uri="{FF2B5EF4-FFF2-40B4-BE49-F238E27FC236}">
                    <a16:creationId xmlns:a16="http://schemas.microsoft.com/office/drawing/2014/main" id="{84CBDB77-E6A5-6DF0-2F42-9908A5256374}"/>
                  </a:ext>
                </a:extLst>
              </p:cNvPr>
              <p:cNvPicPr/>
              <p:nvPr/>
            </p:nvPicPr>
            <p:blipFill>
              <a:blip r:embed="rId3"/>
              <a:stretch>
                <a:fillRect/>
              </a:stretch>
            </p:blipFill>
            <p:spPr>
              <a:xfrm>
                <a:off x="1835632" y="903964"/>
                <a:ext cx="704896"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6" name="Ink 25">
                <a:extLst>
                  <a:ext uri="{FF2B5EF4-FFF2-40B4-BE49-F238E27FC236}">
                    <a16:creationId xmlns:a16="http://schemas.microsoft.com/office/drawing/2014/main" id="{31CFD087-8414-03CE-167E-90125F859878}"/>
                  </a:ext>
                </a:extLst>
              </p14:cNvPr>
              <p14:cNvContentPartPr/>
              <p14:nvPr/>
            </p14:nvContentPartPr>
            <p14:xfrm>
              <a:off x="668160" y="863284"/>
              <a:ext cx="985680" cy="200880"/>
            </p14:xfrm>
          </p:contentPart>
        </mc:Choice>
        <mc:Fallback xmlns="">
          <p:pic>
            <p:nvPicPr>
              <p:cNvPr id="26" name="Ink 25">
                <a:extLst>
                  <a:ext uri="{FF2B5EF4-FFF2-40B4-BE49-F238E27FC236}">
                    <a16:creationId xmlns:a16="http://schemas.microsoft.com/office/drawing/2014/main" id="{31CFD087-8414-03CE-167E-90125F859878}"/>
                  </a:ext>
                </a:extLst>
              </p:cNvPr>
              <p:cNvPicPr/>
              <p:nvPr/>
            </p:nvPicPr>
            <p:blipFill>
              <a:blip r:embed="rId5"/>
              <a:stretch>
                <a:fillRect/>
              </a:stretch>
            </p:blipFill>
            <p:spPr>
              <a:xfrm>
                <a:off x="652680" y="847832"/>
                <a:ext cx="1016280" cy="23142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9" name="Ink 28">
                <a:extLst>
                  <a:ext uri="{FF2B5EF4-FFF2-40B4-BE49-F238E27FC236}">
                    <a16:creationId xmlns:a16="http://schemas.microsoft.com/office/drawing/2014/main" id="{895A51EF-DF1F-3743-0E47-75E9ABAC5E77}"/>
                  </a:ext>
                </a:extLst>
              </p14:cNvPr>
              <p14:cNvContentPartPr/>
              <p14:nvPr/>
            </p14:nvContentPartPr>
            <p14:xfrm>
              <a:off x="2713680" y="930964"/>
              <a:ext cx="104400" cy="103680"/>
            </p14:xfrm>
          </p:contentPart>
        </mc:Choice>
        <mc:Fallback xmlns="">
          <p:pic>
            <p:nvPicPr>
              <p:cNvPr id="29" name="Ink 28">
                <a:extLst>
                  <a:ext uri="{FF2B5EF4-FFF2-40B4-BE49-F238E27FC236}">
                    <a16:creationId xmlns:a16="http://schemas.microsoft.com/office/drawing/2014/main" id="{895A51EF-DF1F-3743-0E47-75E9ABAC5E77}"/>
                  </a:ext>
                </a:extLst>
              </p:cNvPr>
              <p:cNvPicPr/>
              <p:nvPr/>
            </p:nvPicPr>
            <p:blipFill>
              <a:blip r:embed="rId7"/>
              <a:stretch>
                <a:fillRect/>
              </a:stretch>
            </p:blipFill>
            <p:spPr>
              <a:xfrm>
                <a:off x="2698200" y="915430"/>
                <a:ext cx="135000" cy="13438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Ink 37">
                <a:extLst>
                  <a:ext uri="{FF2B5EF4-FFF2-40B4-BE49-F238E27FC236}">
                    <a16:creationId xmlns:a16="http://schemas.microsoft.com/office/drawing/2014/main" id="{1EE8B501-5EE4-0F65-A4A7-8E040DC181F1}"/>
                  </a:ext>
                </a:extLst>
              </p14:cNvPr>
              <p14:cNvContentPartPr/>
              <p14:nvPr/>
            </p14:nvContentPartPr>
            <p14:xfrm>
              <a:off x="3504960" y="895684"/>
              <a:ext cx="546120" cy="177120"/>
            </p14:xfrm>
          </p:contentPart>
        </mc:Choice>
        <mc:Fallback xmlns="">
          <p:pic>
            <p:nvPicPr>
              <p:cNvPr id="38" name="Ink 37">
                <a:extLst>
                  <a:ext uri="{FF2B5EF4-FFF2-40B4-BE49-F238E27FC236}">
                    <a16:creationId xmlns:a16="http://schemas.microsoft.com/office/drawing/2014/main" id="{1EE8B501-5EE4-0F65-A4A7-8E040DC181F1}"/>
                  </a:ext>
                </a:extLst>
              </p:cNvPr>
              <p:cNvPicPr/>
              <p:nvPr/>
            </p:nvPicPr>
            <p:blipFill>
              <a:blip r:embed="rId9"/>
              <a:stretch>
                <a:fillRect/>
              </a:stretch>
            </p:blipFill>
            <p:spPr>
              <a:xfrm>
                <a:off x="3489480" y="880172"/>
                <a:ext cx="576720" cy="207782"/>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9" name="Ink 38">
                <a:extLst>
                  <a:ext uri="{FF2B5EF4-FFF2-40B4-BE49-F238E27FC236}">
                    <a16:creationId xmlns:a16="http://schemas.microsoft.com/office/drawing/2014/main" id="{4811BD05-EF8C-36CA-EF20-28FD0BCE505E}"/>
                  </a:ext>
                </a:extLst>
              </p14:cNvPr>
              <p14:cNvContentPartPr/>
              <p14:nvPr/>
            </p14:nvContentPartPr>
            <p14:xfrm>
              <a:off x="3059640" y="868684"/>
              <a:ext cx="228600" cy="168840"/>
            </p14:xfrm>
          </p:contentPart>
        </mc:Choice>
        <mc:Fallback xmlns="">
          <p:pic>
            <p:nvPicPr>
              <p:cNvPr id="39" name="Ink 38">
                <a:extLst>
                  <a:ext uri="{FF2B5EF4-FFF2-40B4-BE49-F238E27FC236}">
                    <a16:creationId xmlns:a16="http://schemas.microsoft.com/office/drawing/2014/main" id="{4811BD05-EF8C-36CA-EF20-28FD0BCE505E}"/>
                  </a:ext>
                </a:extLst>
              </p:cNvPr>
              <p:cNvPicPr/>
              <p:nvPr/>
            </p:nvPicPr>
            <p:blipFill>
              <a:blip r:embed="rId11"/>
              <a:stretch>
                <a:fillRect/>
              </a:stretch>
            </p:blipFill>
            <p:spPr>
              <a:xfrm>
                <a:off x="3044136" y="853204"/>
                <a:ext cx="259248"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5" name="Ink 44">
                <a:extLst>
                  <a:ext uri="{FF2B5EF4-FFF2-40B4-BE49-F238E27FC236}">
                    <a16:creationId xmlns:a16="http://schemas.microsoft.com/office/drawing/2014/main" id="{480E456C-6481-8DB7-4DD6-25FAC0BA31CF}"/>
                  </a:ext>
                </a:extLst>
              </p14:cNvPr>
              <p14:cNvContentPartPr/>
              <p14:nvPr/>
            </p14:nvContentPartPr>
            <p14:xfrm>
              <a:off x="4230000" y="920164"/>
              <a:ext cx="125280" cy="106200"/>
            </p14:xfrm>
          </p:contentPart>
        </mc:Choice>
        <mc:Fallback xmlns="">
          <p:pic>
            <p:nvPicPr>
              <p:cNvPr id="45" name="Ink 44">
                <a:extLst>
                  <a:ext uri="{FF2B5EF4-FFF2-40B4-BE49-F238E27FC236}">
                    <a16:creationId xmlns:a16="http://schemas.microsoft.com/office/drawing/2014/main" id="{480E456C-6481-8DB7-4DD6-25FAC0BA31CF}"/>
                  </a:ext>
                </a:extLst>
              </p:cNvPr>
              <p:cNvPicPr/>
              <p:nvPr/>
            </p:nvPicPr>
            <p:blipFill>
              <a:blip r:embed="rId13"/>
              <a:stretch>
                <a:fillRect/>
              </a:stretch>
            </p:blipFill>
            <p:spPr>
              <a:xfrm>
                <a:off x="4214520" y="904684"/>
                <a:ext cx="1558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1" name="Ink 50">
                <a:extLst>
                  <a:ext uri="{FF2B5EF4-FFF2-40B4-BE49-F238E27FC236}">
                    <a16:creationId xmlns:a16="http://schemas.microsoft.com/office/drawing/2014/main" id="{96834EA3-E767-5865-3DF9-E120023A5662}"/>
                  </a:ext>
                </a:extLst>
              </p14:cNvPr>
              <p14:cNvContentPartPr/>
              <p14:nvPr/>
            </p14:nvContentPartPr>
            <p14:xfrm>
              <a:off x="332752" y="1282306"/>
              <a:ext cx="353160" cy="323280"/>
            </p14:xfrm>
          </p:contentPart>
        </mc:Choice>
        <mc:Fallback xmlns="">
          <p:pic>
            <p:nvPicPr>
              <p:cNvPr id="51" name="Ink 50">
                <a:extLst>
                  <a:ext uri="{FF2B5EF4-FFF2-40B4-BE49-F238E27FC236}">
                    <a16:creationId xmlns:a16="http://schemas.microsoft.com/office/drawing/2014/main" id="{96834EA3-E767-5865-3DF9-E120023A5662}"/>
                  </a:ext>
                </a:extLst>
              </p:cNvPr>
              <p:cNvPicPr/>
              <p:nvPr/>
            </p:nvPicPr>
            <p:blipFill>
              <a:blip r:embed="rId15"/>
              <a:stretch>
                <a:fillRect/>
              </a:stretch>
            </p:blipFill>
            <p:spPr>
              <a:xfrm>
                <a:off x="317272" y="1266843"/>
                <a:ext cx="383760" cy="353846"/>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8" name="Ink 57">
                <a:extLst>
                  <a:ext uri="{FF2B5EF4-FFF2-40B4-BE49-F238E27FC236}">
                    <a16:creationId xmlns:a16="http://schemas.microsoft.com/office/drawing/2014/main" id="{A556EB69-952D-5F9B-2C76-4CEFF03420D6}"/>
                  </a:ext>
                </a:extLst>
              </p14:cNvPr>
              <p14:cNvContentPartPr/>
              <p14:nvPr/>
            </p14:nvContentPartPr>
            <p14:xfrm>
              <a:off x="1369912" y="1290226"/>
              <a:ext cx="385920" cy="241920"/>
            </p14:xfrm>
          </p:contentPart>
        </mc:Choice>
        <mc:Fallback xmlns="">
          <p:pic>
            <p:nvPicPr>
              <p:cNvPr id="58" name="Ink 57">
                <a:extLst>
                  <a:ext uri="{FF2B5EF4-FFF2-40B4-BE49-F238E27FC236}">
                    <a16:creationId xmlns:a16="http://schemas.microsoft.com/office/drawing/2014/main" id="{A556EB69-952D-5F9B-2C76-4CEFF03420D6}"/>
                  </a:ext>
                </a:extLst>
              </p:cNvPr>
              <p:cNvPicPr/>
              <p:nvPr/>
            </p:nvPicPr>
            <p:blipFill>
              <a:blip r:embed="rId17"/>
              <a:stretch>
                <a:fillRect/>
              </a:stretch>
            </p:blipFill>
            <p:spPr>
              <a:xfrm>
                <a:off x="1354432" y="1274723"/>
                <a:ext cx="416520" cy="272566"/>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1" name="Ink 60">
                <a:extLst>
                  <a:ext uri="{FF2B5EF4-FFF2-40B4-BE49-F238E27FC236}">
                    <a16:creationId xmlns:a16="http://schemas.microsoft.com/office/drawing/2014/main" id="{8F8AC185-4213-CA32-469E-74A855E8EF77}"/>
                  </a:ext>
                </a:extLst>
              </p14:cNvPr>
              <p14:cNvContentPartPr/>
              <p14:nvPr/>
            </p14:nvContentPartPr>
            <p14:xfrm>
              <a:off x="1619752" y="1515946"/>
              <a:ext cx="106200" cy="78840"/>
            </p14:xfrm>
          </p:contentPart>
        </mc:Choice>
        <mc:Fallback xmlns="">
          <p:pic>
            <p:nvPicPr>
              <p:cNvPr id="61" name="Ink 60">
                <a:extLst>
                  <a:ext uri="{FF2B5EF4-FFF2-40B4-BE49-F238E27FC236}">
                    <a16:creationId xmlns:a16="http://schemas.microsoft.com/office/drawing/2014/main" id="{8F8AC185-4213-CA32-469E-74A855E8EF77}"/>
                  </a:ext>
                </a:extLst>
              </p:cNvPr>
              <p:cNvPicPr/>
              <p:nvPr/>
            </p:nvPicPr>
            <p:blipFill>
              <a:blip r:embed="rId19"/>
              <a:stretch>
                <a:fillRect/>
              </a:stretch>
            </p:blipFill>
            <p:spPr>
              <a:xfrm>
                <a:off x="1604324" y="1500395"/>
                <a:ext cx="136697" cy="1095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5" name="Ink 64">
                <a:extLst>
                  <a:ext uri="{FF2B5EF4-FFF2-40B4-BE49-F238E27FC236}">
                    <a16:creationId xmlns:a16="http://schemas.microsoft.com/office/drawing/2014/main" id="{4761F977-1673-C2CF-D9DE-526CB8E385A3}"/>
                  </a:ext>
                </a:extLst>
              </p14:cNvPr>
              <p14:cNvContentPartPr/>
              <p14:nvPr/>
            </p14:nvContentPartPr>
            <p14:xfrm>
              <a:off x="1945552" y="1404346"/>
              <a:ext cx="201240" cy="109080"/>
            </p14:xfrm>
          </p:contentPart>
        </mc:Choice>
        <mc:Fallback xmlns="">
          <p:pic>
            <p:nvPicPr>
              <p:cNvPr id="65" name="Ink 64">
                <a:extLst>
                  <a:ext uri="{FF2B5EF4-FFF2-40B4-BE49-F238E27FC236}">
                    <a16:creationId xmlns:a16="http://schemas.microsoft.com/office/drawing/2014/main" id="{4761F977-1673-C2CF-D9DE-526CB8E385A3}"/>
                  </a:ext>
                </a:extLst>
              </p:cNvPr>
              <p:cNvPicPr/>
              <p:nvPr/>
            </p:nvPicPr>
            <p:blipFill>
              <a:blip r:embed="rId21"/>
              <a:stretch>
                <a:fillRect/>
              </a:stretch>
            </p:blipFill>
            <p:spPr>
              <a:xfrm>
                <a:off x="1930100" y="1388815"/>
                <a:ext cx="231785" cy="139781"/>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8" name="Ink 67">
                <a:extLst>
                  <a:ext uri="{FF2B5EF4-FFF2-40B4-BE49-F238E27FC236}">
                    <a16:creationId xmlns:a16="http://schemas.microsoft.com/office/drawing/2014/main" id="{074E2D9A-1663-E3A0-A1AF-6596788C84A8}"/>
                  </a:ext>
                </a:extLst>
              </p14:cNvPr>
              <p14:cNvContentPartPr/>
              <p14:nvPr/>
            </p14:nvContentPartPr>
            <p14:xfrm>
              <a:off x="2656912" y="1389946"/>
              <a:ext cx="212040" cy="88200"/>
            </p14:xfrm>
          </p:contentPart>
        </mc:Choice>
        <mc:Fallback xmlns="">
          <p:pic>
            <p:nvPicPr>
              <p:cNvPr id="68" name="Ink 67">
                <a:extLst>
                  <a:ext uri="{FF2B5EF4-FFF2-40B4-BE49-F238E27FC236}">
                    <a16:creationId xmlns:a16="http://schemas.microsoft.com/office/drawing/2014/main" id="{074E2D9A-1663-E3A0-A1AF-6596788C84A8}"/>
                  </a:ext>
                </a:extLst>
              </p:cNvPr>
              <p:cNvPicPr/>
              <p:nvPr/>
            </p:nvPicPr>
            <p:blipFill>
              <a:blip r:embed="rId23"/>
              <a:stretch>
                <a:fillRect/>
              </a:stretch>
            </p:blipFill>
            <p:spPr>
              <a:xfrm>
                <a:off x="2641458" y="1374466"/>
                <a:ext cx="242588"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9" name="Ink 68">
                <a:extLst>
                  <a:ext uri="{FF2B5EF4-FFF2-40B4-BE49-F238E27FC236}">
                    <a16:creationId xmlns:a16="http://schemas.microsoft.com/office/drawing/2014/main" id="{BE8BF8F5-A8F3-81C1-3A40-DCB4D20BEACA}"/>
                  </a:ext>
                </a:extLst>
              </p14:cNvPr>
              <p14:cNvContentPartPr/>
              <p14:nvPr/>
            </p14:nvContentPartPr>
            <p14:xfrm>
              <a:off x="2363512" y="1439986"/>
              <a:ext cx="119880" cy="75960"/>
            </p14:xfrm>
          </p:contentPart>
        </mc:Choice>
        <mc:Fallback xmlns="">
          <p:pic>
            <p:nvPicPr>
              <p:cNvPr id="69" name="Ink 68">
                <a:extLst>
                  <a:ext uri="{FF2B5EF4-FFF2-40B4-BE49-F238E27FC236}">
                    <a16:creationId xmlns:a16="http://schemas.microsoft.com/office/drawing/2014/main" id="{BE8BF8F5-A8F3-81C1-3A40-DCB4D20BEACA}"/>
                  </a:ext>
                </a:extLst>
              </p:cNvPr>
              <p:cNvPicPr/>
              <p:nvPr/>
            </p:nvPicPr>
            <p:blipFill>
              <a:blip r:embed="rId25"/>
              <a:stretch>
                <a:fillRect/>
              </a:stretch>
            </p:blipFill>
            <p:spPr>
              <a:xfrm>
                <a:off x="2348032" y="1424579"/>
                <a:ext cx="150480" cy="106416"/>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77" name="Ink 76">
                <a:extLst>
                  <a:ext uri="{FF2B5EF4-FFF2-40B4-BE49-F238E27FC236}">
                    <a16:creationId xmlns:a16="http://schemas.microsoft.com/office/drawing/2014/main" id="{416DDDC1-6190-7ADF-3323-059268C01376}"/>
                  </a:ext>
                </a:extLst>
              </p14:cNvPr>
              <p14:cNvContentPartPr/>
              <p14:nvPr/>
            </p14:nvContentPartPr>
            <p14:xfrm>
              <a:off x="2955712" y="1219666"/>
              <a:ext cx="206640" cy="111600"/>
            </p14:xfrm>
          </p:contentPart>
        </mc:Choice>
        <mc:Fallback xmlns="">
          <p:pic>
            <p:nvPicPr>
              <p:cNvPr id="77" name="Ink 76">
                <a:extLst>
                  <a:ext uri="{FF2B5EF4-FFF2-40B4-BE49-F238E27FC236}">
                    <a16:creationId xmlns:a16="http://schemas.microsoft.com/office/drawing/2014/main" id="{416DDDC1-6190-7ADF-3323-059268C01376}"/>
                  </a:ext>
                </a:extLst>
              </p:cNvPr>
              <p:cNvPicPr/>
              <p:nvPr/>
            </p:nvPicPr>
            <p:blipFill>
              <a:blip r:embed="rId27"/>
              <a:stretch>
                <a:fillRect/>
              </a:stretch>
            </p:blipFill>
            <p:spPr>
              <a:xfrm>
                <a:off x="2940232" y="1204186"/>
                <a:ext cx="2372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1" name="Ink 80">
                <a:extLst>
                  <a:ext uri="{FF2B5EF4-FFF2-40B4-BE49-F238E27FC236}">
                    <a16:creationId xmlns:a16="http://schemas.microsoft.com/office/drawing/2014/main" id="{E4E24094-D980-F496-1156-505ED615BD59}"/>
                  </a:ext>
                </a:extLst>
              </p14:cNvPr>
              <p14:cNvContentPartPr/>
              <p14:nvPr/>
            </p14:nvContentPartPr>
            <p14:xfrm>
              <a:off x="2908192" y="1474906"/>
              <a:ext cx="161640" cy="86040"/>
            </p14:xfrm>
          </p:contentPart>
        </mc:Choice>
        <mc:Fallback xmlns="">
          <p:pic>
            <p:nvPicPr>
              <p:cNvPr id="81" name="Ink 80">
                <a:extLst>
                  <a:ext uri="{FF2B5EF4-FFF2-40B4-BE49-F238E27FC236}">
                    <a16:creationId xmlns:a16="http://schemas.microsoft.com/office/drawing/2014/main" id="{E4E24094-D980-F496-1156-505ED615BD59}"/>
                  </a:ext>
                </a:extLst>
              </p:cNvPr>
              <p:cNvPicPr/>
              <p:nvPr/>
            </p:nvPicPr>
            <p:blipFill>
              <a:blip r:embed="rId29"/>
              <a:stretch>
                <a:fillRect/>
              </a:stretch>
            </p:blipFill>
            <p:spPr>
              <a:xfrm>
                <a:off x="2892712" y="1459426"/>
                <a:ext cx="1922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4" name="Ink 83">
                <a:extLst>
                  <a:ext uri="{FF2B5EF4-FFF2-40B4-BE49-F238E27FC236}">
                    <a16:creationId xmlns:a16="http://schemas.microsoft.com/office/drawing/2014/main" id="{B687556E-97E1-DCAB-5AB3-C029DFF5A571}"/>
                  </a:ext>
                </a:extLst>
              </p14:cNvPr>
              <p14:cNvContentPartPr/>
              <p14:nvPr/>
            </p14:nvContentPartPr>
            <p14:xfrm>
              <a:off x="3330112" y="1409746"/>
              <a:ext cx="171360" cy="98280"/>
            </p14:xfrm>
          </p:contentPart>
        </mc:Choice>
        <mc:Fallback xmlns="">
          <p:pic>
            <p:nvPicPr>
              <p:cNvPr id="84" name="Ink 83">
                <a:extLst>
                  <a:ext uri="{FF2B5EF4-FFF2-40B4-BE49-F238E27FC236}">
                    <a16:creationId xmlns:a16="http://schemas.microsoft.com/office/drawing/2014/main" id="{B687556E-97E1-DCAB-5AB3-C029DFF5A571}"/>
                  </a:ext>
                </a:extLst>
              </p:cNvPr>
              <p:cNvPicPr/>
              <p:nvPr/>
            </p:nvPicPr>
            <p:blipFill>
              <a:blip r:embed="rId31"/>
              <a:stretch>
                <a:fillRect/>
              </a:stretch>
            </p:blipFill>
            <p:spPr>
              <a:xfrm>
                <a:off x="3314632" y="1394209"/>
                <a:ext cx="201960" cy="128993"/>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7" name="Ink 86">
                <a:extLst>
                  <a:ext uri="{FF2B5EF4-FFF2-40B4-BE49-F238E27FC236}">
                    <a16:creationId xmlns:a16="http://schemas.microsoft.com/office/drawing/2014/main" id="{482B339D-2706-33C2-8546-ED515446EC5C}"/>
                  </a:ext>
                </a:extLst>
              </p14:cNvPr>
              <p14:cNvContentPartPr/>
              <p14:nvPr/>
            </p14:nvContentPartPr>
            <p14:xfrm>
              <a:off x="3555472" y="1469506"/>
              <a:ext cx="84600" cy="79200"/>
            </p14:xfrm>
          </p:contentPart>
        </mc:Choice>
        <mc:Fallback xmlns="">
          <p:pic>
            <p:nvPicPr>
              <p:cNvPr id="87" name="Ink 86">
                <a:extLst>
                  <a:ext uri="{FF2B5EF4-FFF2-40B4-BE49-F238E27FC236}">
                    <a16:creationId xmlns:a16="http://schemas.microsoft.com/office/drawing/2014/main" id="{482B339D-2706-33C2-8546-ED515446EC5C}"/>
                  </a:ext>
                </a:extLst>
              </p:cNvPr>
              <p:cNvPicPr/>
              <p:nvPr/>
            </p:nvPicPr>
            <p:blipFill>
              <a:blip r:embed="rId33"/>
              <a:stretch>
                <a:fillRect/>
              </a:stretch>
            </p:blipFill>
            <p:spPr>
              <a:xfrm>
                <a:off x="3539992" y="1453955"/>
                <a:ext cx="115200" cy="1099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8" name="Ink 87">
                <a:extLst>
                  <a:ext uri="{FF2B5EF4-FFF2-40B4-BE49-F238E27FC236}">
                    <a16:creationId xmlns:a16="http://schemas.microsoft.com/office/drawing/2014/main" id="{891D1F44-F437-3E7F-152C-BE08E996F9F3}"/>
                  </a:ext>
                </a:extLst>
              </p14:cNvPr>
              <p14:cNvContentPartPr/>
              <p14:nvPr/>
            </p14:nvContentPartPr>
            <p14:xfrm>
              <a:off x="4431576" y="1032354"/>
              <a:ext cx="48600" cy="85320"/>
            </p14:xfrm>
          </p:contentPart>
        </mc:Choice>
        <mc:Fallback xmlns="">
          <p:pic>
            <p:nvPicPr>
              <p:cNvPr id="88" name="Ink 87">
                <a:extLst>
                  <a:ext uri="{FF2B5EF4-FFF2-40B4-BE49-F238E27FC236}">
                    <a16:creationId xmlns:a16="http://schemas.microsoft.com/office/drawing/2014/main" id="{891D1F44-F437-3E7F-152C-BE08E996F9F3}"/>
                  </a:ext>
                </a:extLst>
              </p:cNvPr>
              <p:cNvPicPr/>
              <p:nvPr/>
            </p:nvPicPr>
            <p:blipFill>
              <a:blip r:embed="rId35"/>
              <a:stretch>
                <a:fillRect/>
              </a:stretch>
            </p:blipFill>
            <p:spPr>
              <a:xfrm>
                <a:off x="4416096" y="1016874"/>
                <a:ext cx="792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97" name="Ink 96">
                <a:extLst>
                  <a:ext uri="{FF2B5EF4-FFF2-40B4-BE49-F238E27FC236}">
                    <a16:creationId xmlns:a16="http://schemas.microsoft.com/office/drawing/2014/main" id="{5AB0691B-97C6-4F09-0513-FF3628510EDA}"/>
                  </a:ext>
                </a:extLst>
              </p14:cNvPr>
              <p14:cNvContentPartPr/>
              <p14:nvPr/>
            </p14:nvContentPartPr>
            <p14:xfrm>
              <a:off x="4822536" y="717714"/>
              <a:ext cx="410400" cy="351360"/>
            </p14:xfrm>
          </p:contentPart>
        </mc:Choice>
        <mc:Fallback xmlns="">
          <p:pic>
            <p:nvPicPr>
              <p:cNvPr id="97" name="Ink 96">
                <a:extLst>
                  <a:ext uri="{FF2B5EF4-FFF2-40B4-BE49-F238E27FC236}">
                    <a16:creationId xmlns:a16="http://schemas.microsoft.com/office/drawing/2014/main" id="{5AB0691B-97C6-4F09-0513-FF3628510EDA}"/>
                  </a:ext>
                </a:extLst>
              </p:cNvPr>
              <p:cNvPicPr/>
              <p:nvPr/>
            </p:nvPicPr>
            <p:blipFill>
              <a:blip r:embed="rId37"/>
              <a:stretch>
                <a:fillRect/>
              </a:stretch>
            </p:blipFill>
            <p:spPr>
              <a:xfrm>
                <a:off x="4807056" y="702218"/>
                <a:ext cx="441000" cy="381991"/>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04" name="Ink 103">
                <a:extLst>
                  <a:ext uri="{FF2B5EF4-FFF2-40B4-BE49-F238E27FC236}">
                    <a16:creationId xmlns:a16="http://schemas.microsoft.com/office/drawing/2014/main" id="{77F15715-F35B-6F6E-9D4F-C8C864F6B45F}"/>
                  </a:ext>
                </a:extLst>
              </p14:cNvPr>
              <p14:cNvContentPartPr/>
              <p14:nvPr/>
            </p14:nvContentPartPr>
            <p14:xfrm>
              <a:off x="4162975" y="1234191"/>
              <a:ext cx="270360" cy="299160"/>
            </p14:xfrm>
          </p:contentPart>
        </mc:Choice>
        <mc:Fallback xmlns="">
          <p:pic>
            <p:nvPicPr>
              <p:cNvPr id="104" name="Ink 103">
                <a:extLst>
                  <a:ext uri="{FF2B5EF4-FFF2-40B4-BE49-F238E27FC236}">
                    <a16:creationId xmlns:a16="http://schemas.microsoft.com/office/drawing/2014/main" id="{77F15715-F35B-6F6E-9D4F-C8C864F6B45F}"/>
                  </a:ext>
                </a:extLst>
              </p:cNvPr>
              <p:cNvPicPr/>
              <p:nvPr/>
            </p:nvPicPr>
            <p:blipFill>
              <a:blip r:embed="rId39"/>
              <a:stretch>
                <a:fillRect/>
              </a:stretch>
            </p:blipFill>
            <p:spPr>
              <a:xfrm>
                <a:off x="4147495" y="1218711"/>
                <a:ext cx="30096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5" name="Ink 104">
                <a:extLst>
                  <a:ext uri="{FF2B5EF4-FFF2-40B4-BE49-F238E27FC236}">
                    <a16:creationId xmlns:a16="http://schemas.microsoft.com/office/drawing/2014/main" id="{84C39993-D31B-7EBF-CB69-468F9FBBAE78}"/>
                  </a:ext>
                </a:extLst>
              </p14:cNvPr>
              <p14:cNvContentPartPr/>
              <p14:nvPr/>
            </p14:nvContentPartPr>
            <p14:xfrm>
              <a:off x="3857695" y="1431111"/>
              <a:ext cx="141480" cy="81720"/>
            </p14:xfrm>
          </p:contentPart>
        </mc:Choice>
        <mc:Fallback xmlns="">
          <p:pic>
            <p:nvPicPr>
              <p:cNvPr id="105" name="Ink 104">
                <a:extLst>
                  <a:ext uri="{FF2B5EF4-FFF2-40B4-BE49-F238E27FC236}">
                    <a16:creationId xmlns:a16="http://schemas.microsoft.com/office/drawing/2014/main" id="{84C39993-D31B-7EBF-CB69-468F9FBBAE78}"/>
                  </a:ext>
                </a:extLst>
              </p:cNvPr>
              <p:cNvPicPr/>
              <p:nvPr/>
            </p:nvPicPr>
            <p:blipFill>
              <a:blip r:embed="rId41"/>
              <a:stretch>
                <a:fillRect/>
              </a:stretch>
            </p:blipFill>
            <p:spPr>
              <a:xfrm>
                <a:off x="3842176" y="1415563"/>
                <a:ext cx="172158" cy="112455"/>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09" name="Ink 108">
                <a:extLst>
                  <a:ext uri="{FF2B5EF4-FFF2-40B4-BE49-F238E27FC236}">
                    <a16:creationId xmlns:a16="http://schemas.microsoft.com/office/drawing/2014/main" id="{0A28DA7D-D580-3435-4C11-4E42E6B722DF}"/>
                  </a:ext>
                </a:extLst>
              </p14:cNvPr>
              <p14:cNvContentPartPr/>
              <p14:nvPr/>
            </p14:nvContentPartPr>
            <p14:xfrm>
              <a:off x="5506383" y="884649"/>
              <a:ext cx="368640" cy="167040"/>
            </p14:xfrm>
          </p:contentPart>
        </mc:Choice>
        <mc:Fallback xmlns="">
          <p:pic>
            <p:nvPicPr>
              <p:cNvPr id="109" name="Ink 108">
                <a:extLst>
                  <a:ext uri="{FF2B5EF4-FFF2-40B4-BE49-F238E27FC236}">
                    <a16:creationId xmlns:a16="http://schemas.microsoft.com/office/drawing/2014/main" id="{0A28DA7D-D580-3435-4C11-4E42E6B722DF}"/>
                  </a:ext>
                </a:extLst>
              </p:cNvPr>
              <p:cNvPicPr/>
              <p:nvPr/>
            </p:nvPicPr>
            <p:blipFill>
              <a:blip r:embed="rId43"/>
              <a:stretch>
                <a:fillRect/>
              </a:stretch>
            </p:blipFill>
            <p:spPr>
              <a:xfrm>
                <a:off x="5490903" y="869169"/>
                <a:ext cx="39924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15" name="Ink 114">
                <a:extLst>
                  <a:ext uri="{FF2B5EF4-FFF2-40B4-BE49-F238E27FC236}">
                    <a16:creationId xmlns:a16="http://schemas.microsoft.com/office/drawing/2014/main" id="{9C875658-169D-567E-E5C8-FB0BE6B7FF6C}"/>
                  </a:ext>
                </a:extLst>
              </p14:cNvPr>
              <p14:cNvContentPartPr/>
              <p14:nvPr/>
            </p14:nvContentPartPr>
            <p14:xfrm>
              <a:off x="6176703" y="934329"/>
              <a:ext cx="753840" cy="105120"/>
            </p14:xfrm>
          </p:contentPart>
        </mc:Choice>
        <mc:Fallback xmlns="">
          <p:pic>
            <p:nvPicPr>
              <p:cNvPr id="115" name="Ink 114">
                <a:extLst>
                  <a:ext uri="{FF2B5EF4-FFF2-40B4-BE49-F238E27FC236}">
                    <a16:creationId xmlns:a16="http://schemas.microsoft.com/office/drawing/2014/main" id="{9C875658-169D-567E-E5C8-FB0BE6B7FF6C}"/>
                  </a:ext>
                </a:extLst>
              </p:cNvPr>
              <p:cNvPicPr/>
              <p:nvPr/>
            </p:nvPicPr>
            <p:blipFill>
              <a:blip r:embed="rId45"/>
              <a:stretch>
                <a:fillRect/>
              </a:stretch>
            </p:blipFill>
            <p:spPr>
              <a:xfrm>
                <a:off x="6161223" y="918902"/>
                <a:ext cx="784440" cy="135616"/>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22" name="Ink 121">
                <a:extLst>
                  <a:ext uri="{FF2B5EF4-FFF2-40B4-BE49-F238E27FC236}">
                    <a16:creationId xmlns:a16="http://schemas.microsoft.com/office/drawing/2014/main" id="{82AED15C-EAC6-87B2-859C-B49E65D9B403}"/>
                  </a:ext>
                </a:extLst>
              </p14:cNvPr>
              <p14:cNvContentPartPr/>
              <p14:nvPr/>
            </p14:nvContentPartPr>
            <p14:xfrm>
              <a:off x="7546863" y="762609"/>
              <a:ext cx="241920" cy="283320"/>
            </p14:xfrm>
          </p:contentPart>
        </mc:Choice>
        <mc:Fallback xmlns="">
          <p:pic>
            <p:nvPicPr>
              <p:cNvPr id="122" name="Ink 121">
                <a:extLst>
                  <a:ext uri="{FF2B5EF4-FFF2-40B4-BE49-F238E27FC236}">
                    <a16:creationId xmlns:a16="http://schemas.microsoft.com/office/drawing/2014/main" id="{82AED15C-EAC6-87B2-859C-B49E65D9B403}"/>
                  </a:ext>
                </a:extLst>
              </p:cNvPr>
              <p:cNvPicPr/>
              <p:nvPr/>
            </p:nvPicPr>
            <p:blipFill>
              <a:blip r:embed="rId47"/>
              <a:stretch>
                <a:fillRect/>
              </a:stretch>
            </p:blipFill>
            <p:spPr>
              <a:xfrm>
                <a:off x="7531383" y="747129"/>
                <a:ext cx="27252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23" name="Ink 122">
                <a:extLst>
                  <a:ext uri="{FF2B5EF4-FFF2-40B4-BE49-F238E27FC236}">
                    <a16:creationId xmlns:a16="http://schemas.microsoft.com/office/drawing/2014/main" id="{7195DEC0-6B49-F1E5-E1F3-401C0AB78D40}"/>
                  </a:ext>
                </a:extLst>
              </p14:cNvPr>
              <p14:cNvContentPartPr/>
              <p14:nvPr/>
            </p14:nvContentPartPr>
            <p14:xfrm>
              <a:off x="7092543" y="912009"/>
              <a:ext cx="184680" cy="172080"/>
            </p14:xfrm>
          </p:contentPart>
        </mc:Choice>
        <mc:Fallback xmlns="">
          <p:pic>
            <p:nvPicPr>
              <p:cNvPr id="123" name="Ink 122">
                <a:extLst>
                  <a:ext uri="{FF2B5EF4-FFF2-40B4-BE49-F238E27FC236}">
                    <a16:creationId xmlns:a16="http://schemas.microsoft.com/office/drawing/2014/main" id="{7195DEC0-6B49-F1E5-E1F3-401C0AB78D40}"/>
                  </a:ext>
                </a:extLst>
              </p:cNvPr>
              <p:cNvPicPr/>
              <p:nvPr/>
            </p:nvPicPr>
            <p:blipFill>
              <a:blip r:embed="rId49"/>
              <a:stretch>
                <a:fillRect/>
              </a:stretch>
            </p:blipFill>
            <p:spPr>
              <a:xfrm>
                <a:off x="7077063" y="896561"/>
                <a:ext cx="215280" cy="202616"/>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0" name="Ink 129">
                <a:extLst>
                  <a:ext uri="{FF2B5EF4-FFF2-40B4-BE49-F238E27FC236}">
                    <a16:creationId xmlns:a16="http://schemas.microsoft.com/office/drawing/2014/main" id="{232FA62E-5B3D-40EE-70C6-51EFC018FB49}"/>
                  </a:ext>
                </a:extLst>
              </p14:cNvPr>
              <p14:cNvContentPartPr/>
              <p14:nvPr/>
            </p14:nvContentPartPr>
            <p14:xfrm>
              <a:off x="8170087" y="966009"/>
              <a:ext cx="6840" cy="63720"/>
            </p14:xfrm>
          </p:contentPart>
        </mc:Choice>
        <mc:Fallback xmlns="">
          <p:pic>
            <p:nvPicPr>
              <p:cNvPr id="130" name="Ink 129">
                <a:extLst>
                  <a:ext uri="{FF2B5EF4-FFF2-40B4-BE49-F238E27FC236}">
                    <a16:creationId xmlns:a16="http://schemas.microsoft.com/office/drawing/2014/main" id="{232FA62E-5B3D-40EE-70C6-51EFC018FB49}"/>
                  </a:ext>
                </a:extLst>
              </p:cNvPr>
              <p:cNvPicPr/>
              <p:nvPr/>
            </p:nvPicPr>
            <p:blipFill>
              <a:blip r:embed="rId51"/>
              <a:stretch>
                <a:fillRect/>
              </a:stretch>
            </p:blipFill>
            <p:spPr>
              <a:xfrm>
                <a:off x="8153747" y="950529"/>
                <a:ext cx="391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31" name="Ink 130">
                <a:extLst>
                  <a:ext uri="{FF2B5EF4-FFF2-40B4-BE49-F238E27FC236}">
                    <a16:creationId xmlns:a16="http://schemas.microsoft.com/office/drawing/2014/main" id="{9B5E3D69-B80A-C296-76C0-E66F3CB21017}"/>
                  </a:ext>
                </a:extLst>
              </p14:cNvPr>
              <p14:cNvContentPartPr/>
              <p14:nvPr/>
            </p14:nvContentPartPr>
            <p14:xfrm>
              <a:off x="7871287" y="982209"/>
              <a:ext cx="83160" cy="85680"/>
            </p14:xfrm>
          </p:contentPart>
        </mc:Choice>
        <mc:Fallback xmlns="">
          <p:pic>
            <p:nvPicPr>
              <p:cNvPr id="131" name="Ink 130">
                <a:extLst>
                  <a:ext uri="{FF2B5EF4-FFF2-40B4-BE49-F238E27FC236}">
                    <a16:creationId xmlns:a16="http://schemas.microsoft.com/office/drawing/2014/main" id="{9B5E3D69-B80A-C296-76C0-E66F3CB21017}"/>
                  </a:ext>
                </a:extLst>
              </p:cNvPr>
              <p:cNvPicPr/>
              <p:nvPr/>
            </p:nvPicPr>
            <p:blipFill>
              <a:blip r:embed="rId53"/>
              <a:stretch>
                <a:fillRect/>
              </a:stretch>
            </p:blipFill>
            <p:spPr>
              <a:xfrm>
                <a:off x="7855740" y="966729"/>
                <a:ext cx="113893"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32" name="Ink 131">
                <a:extLst>
                  <a:ext uri="{FF2B5EF4-FFF2-40B4-BE49-F238E27FC236}">
                    <a16:creationId xmlns:a16="http://schemas.microsoft.com/office/drawing/2014/main" id="{DA528063-CCA4-08B5-1BC3-253194869F2F}"/>
                  </a:ext>
                </a:extLst>
              </p14:cNvPr>
              <p14:cNvContentPartPr/>
              <p14:nvPr/>
            </p14:nvContentPartPr>
            <p14:xfrm>
              <a:off x="7855447" y="733809"/>
              <a:ext cx="102240" cy="110160"/>
            </p14:xfrm>
          </p:contentPart>
        </mc:Choice>
        <mc:Fallback xmlns="">
          <p:pic>
            <p:nvPicPr>
              <p:cNvPr id="132" name="Ink 131">
                <a:extLst>
                  <a:ext uri="{FF2B5EF4-FFF2-40B4-BE49-F238E27FC236}">
                    <a16:creationId xmlns:a16="http://schemas.microsoft.com/office/drawing/2014/main" id="{DA528063-CCA4-08B5-1BC3-253194869F2F}"/>
                  </a:ext>
                </a:extLst>
              </p:cNvPr>
              <p:cNvPicPr/>
              <p:nvPr/>
            </p:nvPicPr>
            <p:blipFill>
              <a:blip r:embed="rId55"/>
              <a:stretch>
                <a:fillRect/>
              </a:stretch>
            </p:blipFill>
            <p:spPr>
              <a:xfrm>
                <a:off x="7839967" y="718278"/>
                <a:ext cx="132840" cy="1408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35" name="Ink 134">
                <a:extLst>
                  <a:ext uri="{FF2B5EF4-FFF2-40B4-BE49-F238E27FC236}">
                    <a16:creationId xmlns:a16="http://schemas.microsoft.com/office/drawing/2014/main" id="{BDE227FB-EA7D-22D1-F973-682504A627F7}"/>
                  </a:ext>
                </a:extLst>
              </p14:cNvPr>
              <p14:cNvContentPartPr/>
              <p14:nvPr/>
            </p14:nvContentPartPr>
            <p14:xfrm>
              <a:off x="319835" y="1873632"/>
              <a:ext cx="277920" cy="188640"/>
            </p14:xfrm>
          </p:contentPart>
        </mc:Choice>
        <mc:Fallback xmlns="">
          <p:pic>
            <p:nvPicPr>
              <p:cNvPr id="135" name="Ink 134">
                <a:extLst>
                  <a:ext uri="{FF2B5EF4-FFF2-40B4-BE49-F238E27FC236}">
                    <a16:creationId xmlns:a16="http://schemas.microsoft.com/office/drawing/2014/main" id="{BDE227FB-EA7D-22D1-F973-682504A627F7}"/>
                  </a:ext>
                </a:extLst>
              </p:cNvPr>
              <p:cNvPicPr/>
              <p:nvPr/>
            </p:nvPicPr>
            <p:blipFill>
              <a:blip r:embed="rId57"/>
              <a:stretch>
                <a:fillRect/>
              </a:stretch>
            </p:blipFill>
            <p:spPr>
              <a:xfrm>
                <a:off x="304375" y="1858122"/>
                <a:ext cx="308480" cy="219299"/>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41" name="Ink 140">
                <a:extLst>
                  <a:ext uri="{FF2B5EF4-FFF2-40B4-BE49-F238E27FC236}">
                    <a16:creationId xmlns:a16="http://schemas.microsoft.com/office/drawing/2014/main" id="{463338CF-8A27-B6EA-75ED-7F460CDA42B0}"/>
                  </a:ext>
                </a:extLst>
              </p14:cNvPr>
              <p14:cNvContentPartPr/>
              <p14:nvPr/>
            </p14:nvContentPartPr>
            <p14:xfrm>
              <a:off x="953435" y="1948872"/>
              <a:ext cx="95760" cy="52560"/>
            </p14:xfrm>
          </p:contentPart>
        </mc:Choice>
        <mc:Fallback xmlns="">
          <p:pic>
            <p:nvPicPr>
              <p:cNvPr id="141" name="Ink 140">
                <a:extLst>
                  <a:ext uri="{FF2B5EF4-FFF2-40B4-BE49-F238E27FC236}">
                    <a16:creationId xmlns:a16="http://schemas.microsoft.com/office/drawing/2014/main" id="{463338CF-8A27-B6EA-75ED-7F460CDA42B0}"/>
                  </a:ext>
                </a:extLst>
              </p:cNvPr>
              <p:cNvPicPr/>
              <p:nvPr/>
            </p:nvPicPr>
            <p:blipFill>
              <a:blip r:embed="rId59"/>
              <a:stretch>
                <a:fillRect/>
              </a:stretch>
            </p:blipFill>
            <p:spPr>
              <a:xfrm>
                <a:off x="938013" y="1933285"/>
                <a:ext cx="126245" cy="83371"/>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42" name="Ink 141">
                <a:extLst>
                  <a:ext uri="{FF2B5EF4-FFF2-40B4-BE49-F238E27FC236}">
                    <a16:creationId xmlns:a16="http://schemas.microsoft.com/office/drawing/2014/main" id="{B0E0B79D-D888-718D-7755-01A5977740D3}"/>
                  </a:ext>
                </a:extLst>
              </p14:cNvPr>
              <p14:cNvContentPartPr/>
              <p14:nvPr/>
            </p14:nvContentPartPr>
            <p14:xfrm>
              <a:off x="513515" y="1781112"/>
              <a:ext cx="200160" cy="101520"/>
            </p14:xfrm>
          </p:contentPart>
        </mc:Choice>
        <mc:Fallback xmlns="">
          <p:pic>
            <p:nvPicPr>
              <p:cNvPr id="142" name="Ink 141">
                <a:extLst>
                  <a:ext uri="{FF2B5EF4-FFF2-40B4-BE49-F238E27FC236}">
                    <a16:creationId xmlns:a16="http://schemas.microsoft.com/office/drawing/2014/main" id="{B0E0B79D-D888-718D-7755-01A5977740D3}"/>
                  </a:ext>
                </a:extLst>
              </p:cNvPr>
              <p:cNvPicPr/>
              <p:nvPr/>
            </p:nvPicPr>
            <p:blipFill>
              <a:blip r:embed="rId61"/>
              <a:stretch>
                <a:fillRect/>
              </a:stretch>
            </p:blipFill>
            <p:spPr>
              <a:xfrm>
                <a:off x="498007" y="1765687"/>
                <a:ext cx="230815" cy="132012"/>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56" name="Ink 155">
                <a:extLst>
                  <a:ext uri="{FF2B5EF4-FFF2-40B4-BE49-F238E27FC236}">
                    <a16:creationId xmlns:a16="http://schemas.microsoft.com/office/drawing/2014/main" id="{0E01F43A-3660-2B8F-BA7B-89FFC39BE3AA}"/>
                  </a:ext>
                </a:extLst>
              </p14:cNvPr>
              <p14:cNvContentPartPr/>
              <p14:nvPr/>
            </p14:nvContentPartPr>
            <p14:xfrm>
              <a:off x="1300475" y="1769592"/>
              <a:ext cx="1092960" cy="307080"/>
            </p14:xfrm>
          </p:contentPart>
        </mc:Choice>
        <mc:Fallback xmlns="">
          <p:pic>
            <p:nvPicPr>
              <p:cNvPr id="156" name="Ink 155">
                <a:extLst>
                  <a:ext uri="{FF2B5EF4-FFF2-40B4-BE49-F238E27FC236}">
                    <a16:creationId xmlns:a16="http://schemas.microsoft.com/office/drawing/2014/main" id="{0E01F43A-3660-2B8F-BA7B-89FFC39BE3AA}"/>
                  </a:ext>
                </a:extLst>
              </p:cNvPr>
              <p:cNvPicPr/>
              <p:nvPr/>
            </p:nvPicPr>
            <p:blipFill>
              <a:blip r:embed="rId63"/>
              <a:stretch>
                <a:fillRect/>
              </a:stretch>
            </p:blipFill>
            <p:spPr>
              <a:xfrm>
                <a:off x="1284995" y="1754112"/>
                <a:ext cx="112356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57" name="Ink 156">
                <a:extLst>
                  <a:ext uri="{FF2B5EF4-FFF2-40B4-BE49-F238E27FC236}">
                    <a16:creationId xmlns:a16="http://schemas.microsoft.com/office/drawing/2014/main" id="{42996A96-EF2D-AC88-FD24-EA5BF9AC1810}"/>
                  </a:ext>
                </a:extLst>
              </p14:cNvPr>
              <p14:cNvContentPartPr/>
              <p14:nvPr/>
            </p14:nvContentPartPr>
            <p14:xfrm>
              <a:off x="2628875" y="1873632"/>
              <a:ext cx="228960" cy="98640"/>
            </p14:xfrm>
          </p:contentPart>
        </mc:Choice>
        <mc:Fallback xmlns="">
          <p:pic>
            <p:nvPicPr>
              <p:cNvPr id="157" name="Ink 156">
                <a:extLst>
                  <a:ext uri="{FF2B5EF4-FFF2-40B4-BE49-F238E27FC236}">
                    <a16:creationId xmlns:a16="http://schemas.microsoft.com/office/drawing/2014/main" id="{42996A96-EF2D-AC88-FD24-EA5BF9AC1810}"/>
                  </a:ext>
                </a:extLst>
              </p:cNvPr>
              <p:cNvPicPr/>
              <p:nvPr/>
            </p:nvPicPr>
            <p:blipFill>
              <a:blip r:embed="rId65"/>
              <a:stretch>
                <a:fillRect/>
              </a:stretch>
            </p:blipFill>
            <p:spPr>
              <a:xfrm>
                <a:off x="2613395" y="1858152"/>
                <a:ext cx="2595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58" name="Ink 157">
                <a:extLst>
                  <a:ext uri="{FF2B5EF4-FFF2-40B4-BE49-F238E27FC236}">
                    <a16:creationId xmlns:a16="http://schemas.microsoft.com/office/drawing/2014/main" id="{AE39FFDC-96B6-7FB1-72DC-E50C7A8E4E86}"/>
                  </a:ext>
                </a:extLst>
              </p14:cNvPr>
              <p14:cNvContentPartPr/>
              <p14:nvPr/>
            </p14:nvContentPartPr>
            <p14:xfrm>
              <a:off x="2889155" y="1957512"/>
              <a:ext cx="98640" cy="81360"/>
            </p14:xfrm>
          </p:contentPart>
        </mc:Choice>
        <mc:Fallback xmlns="">
          <p:pic>
            <p:nvPicPr>
              <p:cNvPr id="158" name="Ink 157">
                <a:extLst>
                  <a:ext uri="{FF2B5EF4-FFF2-40B4-BE49-F238E27FC236}">
                    <a16:creationId xmlns:a16="http://schemas.microsoft.com/office/drawing/2014/main" id="{AE39FFDC-96B6-7FB1-72DC-E50C7A8E4E86}"/>
                  </a:ext>
                </a:extLst>
              </p:cNvPr>
              <p:cNvPicPr/>
              <p:nvPr/>
            </p:nvPicPr>
            <p:blipFill>
              <a:blip r:embed="rId67"/>
              <a:stretch>
                <a:fillRect/>
              </a:stretch>
            </p:blipFill>
            <p:spPr>
              <a:xfrm>
                <a:off x="2873675" y="1942032"/>
                <a:ext cx="12924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59" name="Ink 158">
                <a:extLst>
                  <a:ext uri="{FF2B5EF4-FFF2-40B4-BE49-F238E27FC236}">
                    <a16:creationId xmlns:a16="http://schemas.microsoft.com/office/drawing/2014/main" id="{BAFDE8AC-BC7A-F207-E1DA-B4567F739E0D}"/>
                  </a:ext>
                </a:extLst>
              </p14:cNvPr>
              <p14:cNvContentPartPr/>
              <p14:nvPr/>
            </p14:nvContentPartPr>
            <p14:xfrm>
              <a:off x="2994635" y="1949232"/>
              <a:ext cx="117720" cy="86760"/>
            </p14:xfrm>
          </p:contentPart>
        </mc:Choice>
        <mc:Fallback xmlns="">
          <p:pic>
            <p:nvPicPr>
              <p:cNvPr id="159" name="Ink 158">
                <a:extLst>
                  <a:ext uri="{FF2B5EF4-FFF2-40B4-BE49-F238E27FC236}">
                    <a16:creationId xmlns:a16="http://schemas.microsoft.com/office/drawing/2014/main" id="{BAFDE8AC-BC7A-F207-E1DA-B4567F739E0D}"/>
                  </a:ext>
                </a:extLst>
              </p:cNvPr>
              <p:cNvPicPr/>
              <p:nvPr/>
            </p:nvPicPr>
            <p:blipFill>
              <a:blip r:embed="rId69"/>
              <a:stretch>
                <a:fillRect/>
              </a:stretch>
            </p:blipFill>
            <p:spPr>
              <a:xfrm>
                <a:off x="2979155" y="1933752"/>
                <a:ext cx="1483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60" name="Ink 159">
                <a:extLst>
                  <a:ext uri="{FF2B5EF4-FFF2-40B4-BE49-F238E27FC236}">
                    <a16:creationId xmlns:a16="http://schemas.microsoft.com/office/drawing/2014/main" id="{1C179520-75D0-39F7-FF35-56BB8FCD85AB}"/>
                  </a:ext>
                </a:extLst>
              </p14:cNvPr>
              <p14:cNvContentPartPr/>
              <p14:nvPr/>
            </p14:nvContentPartPr>
            <p14:xfrm>
              <a:off x="2926955" y="1769592"/>
              <a:ext cx="87120" cy="81000"/>
            </p14:xfrm>
          </p:contentPart>
        </mc:Choice>
        <mc:Fallback xmlns="">
          <p:pic>
            <p:nvPicPr>
              <p:cNvPr id="160" name="Ink 159">
                <a:extLst>
                  <a:ext uri="{FF2B5EF4-FFF2-40B4-BE49-F238E27FC236}">
                    <a16:creationId xmlns:a16="http://schemas.microsoft.com/office/drawing/2014/main" id="{1C179520-75D0-39F7-FF35-56BB8FCD85AB}"/>
                  </a:ext>
                </a:extLst>
              </p:cNvPr>
              <p:cNvPicPr/>
              <p:nvPr/>
            </p:nvPicPr>
            <p:blipFill>
              <a:blip r:embed="rId71"/>
              <a:stretch>
                <a:fillRect/>
              </a:stretch>
            </p:blipFill>
            <p:spPr>
              <a:xfrm>
                <a:off x="2911475" y="1754112"/>
                <a:ext cx="1177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61" name="Ink 160">
                <a:extLst>
                  <a:ext uri="{FF2B5EF4-FFF2-40B4-BE49-F238E27FC236}">
                    <a16:creationId xmlns:a16="http://schemas.microsoft.com/office/drawing/2014/main" id="{8E0AFF06-0391-3D74-846D-DFB4E0A501D7}"/>
                  </a:ext>
                </a:extLst>
              </p14:cNvPr>
              <p14:cNvContentPartPr/>
              <p14:nvPr/>
            </p14:nvContentPartPr>
            <p14:xfrm>
              <a:off x="3028115" y="1789752"/>
              <a:ext cx="46800" cy="34920"/>
            </p14:xfrm>
          </p:contentPart>
        </mc:Choice>
        <mc:Fallback xmlns="">
          <p:pic>
            <p:nvPicPr>
              <p:cNvPr id="161" name="Ink 160">
                <a:extLst>
                  <a:ext uri="{FF2B5EF4-FFF2-40B4-BE49-F238E27FC236}">
                    <a16:creationId xmlns:a16="http://schemas.microsoft.com/office/drawing/2014/main" id="{8E0AFF06-0391-3D74-846D-DFB4E0A501D7}"/>
                  </a:ext>
                </a:extLst>
              </p:cNvPr>
              <p:cNvPicPr/>
              <p:nvPr/>
            </p:nvPicPr>
            <p:blipFill>
              <a:blip r:embed="rId73"/>
              <a:stretch>
                <a:fillRect/>
              </a:stretch>
            </p:blipFill>
            <p:spPr>
              <a:xfrm>
                <a:off x="3012515" y="1774272"/>
                <a:ext cx="77637"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62" name="Ink 161">
                <a:extLst>
                  <a:ext uri="{FF2B5EF4-FFF2-40B4-BE49-F238E27FC236}">
                    <a16:creationId xmlns:a16="http://schemas.microsoft.com/office/drawing/2014/main" id="{E90D6900-3145-478F-7011-DC0526030862}"/>
                  </a:ext>
                </a:extLst>
              </p14:cNvPr>
              <p14:cNvContentPartPr/>
              <p14:nvPr/>
            </p14:nvContentPartPr>
            <p14:xfrm>
              <a:off x="3068795" y="1752312"/>
              <a:ext cx="64080" cy="78480"/>
            </p14:xfrm>
          </p:contentPart>
        </mc:Choice>
        <mc:Fallback xmlns="">
          <p:pic>
            <p:nvPicPr>
              <p:cNvPr id="162" name="Ink 161">
                <a:extLst>
                  <a:ext uri="{FF2B5EF4-FFF2-40B4-BE49-F238E27FC236}">
                    <a16:creationId xmlns:a16="http://schemas.microsoft.com/office/drawing/2014/main" id="{E90D6900-3145-478F-7011-DC0526030862}"/>
                  </a:ext>
                </a:extLst>
              </p:cNvPr>
              <p:cNvPicPr/>
              <p:nvPr/>
            </p:nvPicPr>
            <p:blipFill>
              <a:blip r:embed="rId75"/>
              <a:stretch>
                <a:fillRect/>
              </a:stretch>
            </p:blipFill>
            <p:spPr>
              <a:xfrm>
                <a:off x="3053315" y="1736832"/>
                <a:ext cx="9468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63" name="Ink 162">
                <a:extLst>
                  <a:ext uri="{FF2B5EF4-FFF2-40B4-BE49-F238E27FC236}">
                    <a16:creationId xmlns:a16="http://schemas.microsoft.com/office/drawing/2014/main" id="{2B817326-1ED3-A7D2-A612-CFC37DA52D17}"/>
                  </a:ext>
                </a:extLst>
              </p14:cNvPr>
              <p14:cNvContentPartPr/>
              <p14:nvPr/>
            </p14:nvContentPartPr>
            <p14:xfrm>
              <a:off x="3312155" y="1885152"/>
              <a:ext cx="55080" cy="98640"/>
            </p14:xfrm>
          </p:contentPart>
        </mc:Choice>
        <mc:Fallback xmlns="">
          <p:pic>
            <p:nvPicPr>
              <p:cNvPr id="163" name="Ink 162">
                <a:extLst>
                  <a:ext uri="{FF2B5EF4-FFF2-40B4-BE49-F238E27FC236}">
                    <a16:creationId xmlns:a16="http://schemas.microsoft.com/office/drawing/2014/main" id="{2B817326-1ED3-A7D2-A612-CFC37DA52D17}"/>
                  </a:ext>
                </a:extLst>
              </p:cNvPr>
              <p:cNvPicPr/>
              <p:nvPr/>
            </p:nvPicPr>
            <p:blipFill>
              <a:blip r:embed="rId77"/>
              <a:stretch>
                <a:fillRect/>
              </a:stretch>
            </p:blipFill>
            <p:spPr>
              <a:xfrm>
                <a:off x="3296675" y="1869672"/>
                <a:ext cx="856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64" name="Ink 163">
                <a:extLst>
                  <a:ext uri="{FF2B5EF4-FFF2-40B4-BE49-F238E27FC236}">
                    <a16:creationId xmlns:a16="http://schemas.microsoft.com/office/drawing/2014/main" id="{26D7202A-DA09-0DB7-EA37-B2278D4E6C69}"/>
                  </a:ext>
                </a:extLst>
              </p14:cNvPr>
              <p14:cNvContentPartPr/>
              <p14:nvPr/>
            </p14:nvContentPartPr>
            <p14:xfrm>
              <a:off x="3378395" y="1899912"/>
              <a:ext cx="84240" cy="81360"/>
            </p14:xfrm>
          </p:contentPart>
        </mc:Choice>
        <mc:Fallback xmlns="">
          <p:pic>
            <p:nvPicPr>
              <p:cNvPr id="164" name="Ink 163">
                <a:extLst>
                  <a:ext uri="{FF2B5EF4-FFF2-40B4-BE49-F238E27FC236}">
                    <a16:creationId xmlns:a16="http://schemas.microsoft.com/office/drawing/2014/main" id="{26D7202A-DA09-0DB7-EA37-B2278D4E6C69}"/>
                  </a:ext>
                </a:extLst>
              </p:cNvPr>
              <p:cNvPicPr/>
              <p:nvPr/>
            </p:nvPicPr>
            <p:blipFill>
              <a:blip r:embed="rId79"/>
              <a:stretch>
                <a:fillRect/>
              </a:stretch>
            </p:blipFill>
            <p:spPr>
              <a:xfrm>
                <a:off x="3362915" y="1884432"/>
                <a:ext cx="11484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65" name="Ink 164">
                <a:extLst>
                  <a:ext uri="{FF2B5EF4-FFF2-40B4-BE49-F238E27FC236}">
                    <a16:creationId xmlns:a16="http://schemas.microsoft.com/office/drawing/2014/main" id="{A6D03FDE-4606-E436-FF04-97FF0AA00B7E}"/>
                  </a:ext>
                </a:extLst>
              </p14:cNvPr>
              <p14:cNvContentPartPr/>
              <p14:nvPr/>
            </p14:nvContentPartPr>
            <p14:xfrm>
              <a:off x="3491075" y="1934472"/>
              <a:ext cx="46800" cy="78480"/>
            </p14:xfrm>
          </p:contentPart>
        </mc:Choice>
        <mc:Fallback xmlns="">
          <p:pic>
            <p:nvPicPr>
              <p:cNvPr id="165" name="Ink 164">
                <a:extLst>
                  <a:ext uri="{FF2B5EF4-FFF2-40B4-BE49-F238E27FC236}">
                    <a16:creationId xmlns:a16="http://schemas.microsoft.com/office/drawing/2014/main" id="{A6D03FDE-4606-E436-FF04-97FF0AA00B7E}"/>
                  </a:ext>
                </a:extLst>
              </p:cNvPr>
              <p:cNvPicPr/>
              <p:nvPr/>
            </p:nvPicPr>
            <p:blipFill>
              <a:blip r:embed="rId81"/>
              <a:stretch>
                <a:fillRect/>
              </a:stretch>
            </p:blipFill>
            <p:spPr>
              <a:xfrm>
                <a:off x="3475475" y="1918992"/>
                <a:ext cx="77637"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66" name="Ink 165">
                <a:extLst>
                  <a:ext uri="{FF2B5EF4-FFF2-40B4-BE49-F238E27FC236}">
                    <a16:creationId xmlns:a16="http://schemas.microsoft.com/office/drawing/2014/main" id="{231BACDD-2D4B-EFB7-1EEE-2606374A4571}"/>
                  </a:ext>
                </a:extLst>
              </p14:cNvPr>
              <p14:cNvContentPartPr/>
              <p14:nvPr/>
            </p14:nvContentPartPr>
            <p14:xfrm>
              <a:off x="3508355" y="2009712"/>
              <a:ext cx="90000" cy="6120"/>
            </p14:xfrm>
          </p:contentPart>
        </mc:Choice>
        <mc:Fallback xmlns="">
          <p:pic>
            <p:nvPicPr>
              <p:cNvPr id="166" name="Ink 165">
                <a:extLst>
                  <a:ext uri="{FF2B5EF4-FFF2-40B4-BE49-F238E27FC236}">
                    <a16:creationId xmlns:a16="http://schemas.microsoft.com/office/drawing/2014/main" id="{231BACDD-2D4B-EFB7-1EEE-2606374A4571}"/>
                  </a:ext>
                </a:extLst>
              </p:cNvPr>
              <p:cNvPicPr/>
              <p:nvPr/>
            </p:nvPicPr>
            <p:blipFill>
              <a:blip r:embed="rId83"/>
              <a:stretch>
                <a:fillRect/>
              </a:stretch>
            </p:blipFill>
            <p:spPr>
              <a:xfrm>
                <a:off x="3492875" y="1995092"/>
                <a:ext cx="120600" cy="350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67" name="Ink 166">
                <a:extLst>
                  <a:ext uri="{FF2B5EF4-FFF2-40B4-BE49-F238E27FC236}">
                    <a16:creationId xmlns:a16="http://schemas.microsoft.com/office/drawing/2014/main" id="{FAF61DDD-4879-2783-2E89-4EC9C16A715B}"/>
                  </a:ext>
                </a:extLst>
              </p14:cNvPr>
              <p14:cNvContentPartPr/>
              <p14:nvPr/>
            </p14:nvContentPartPr>
            <p14:xfrm>
              <a:off x="3783395" y="1943112"/>
              <a:ext cx="149400" cy="14760"/>
            </p14:xfrm>
          </p:contentPart>
        </mc:Choice>
        <mc:Fallback xmlns="">
          <p:pic>
            <p:nvPicPr>
              <p:cNvPr id="167" name="Ink 166">
                <a:extLst>
                  <a:ext uri="{FF2B5EF4-FFF2-40B4-BE49-F238E27FC236}">
                    <a16:creationId xmlns:a16="http://schemas.microsoft.com/office/drawing/2014/main" id="{FAF61DDD-4879-2783-2E89-4EC9C16A715B}"/>
                  </a:ext>
                </a:extLst>
              </p:cNvPr>
              <p:cNvPicPr/>
              <p:nvPr/>
            </p:nvPicPr>
            <p:blipFill>
              <a:blip r:embed="rId85"/>
              <a:stretch>
                <a:fillRect/>
              </a:stretch>
            </p:blipFill>
            <p:spPr>
              <a:xfrm>
                <a:off x="3767952" y="1927632"/>
                <a:ext cx="179926"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68" name="Ink 167">
                <a:extLst>
                  <a:ext uri="{FF2B5EF4-FFF2-40B4-BE49-F238E27FC236}">
                    <a16:creationId xmlns:a16="http://schemas.microsoft.com/office/drawing/2014/main" id="{3BCC4745-F365-A0A9-AEE3-1909F6DE58A4}"/>
                  </a:ext>
                </a:extLst>
              </p14:cNvPr>
              <p14:cNvContentPartPr/>
              <p14:nvPr/>
            </p14:nvContentPartPr>
            <p14:xfrm>
              <a:off x="3861515" y="1905672"/>
              <a:ext cx="52560" cy="95760"/>
            </p14:xfrm>
          </p:contentPart>
        </mc:Choice>
        <mc:Fallback xmlns="">
          <p:pic>
            <p:nvPicPr>
              <p:cNvPr id="168" name="Ink 167">
                <a:extLst>
                  <a:ext uri="{FF2B5EF4-FFF2-40B4-BE49-F238E27FC236}">
                    <a16:creationId xmlns:a16="http://schemas.microsoft.com/office/drawing/2014/main" id="{3BCC4745-F365-A0A9-AEE3-1909F6DE58A4}"/>
                  </a:ext>
                </a:extLst>
              </p:cNvPr>
              <p:cNvPicPr/>
              <p:nvPr/>
            </p:nvPicPr>
            <p:blipFill>
              <a:blip r:embed="rId87"/>
              <a:stretch>
                <a:fillRect/>
              </a:stretch>
            </p:blipFill>
            <p:spPr>
              <a:xfrm>
                <a:off x="3845928" y="1890192"/>
                <a:ext cx="83371"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69" name="Ink 168">
                <a:extLst>
                  <a:ext uri="{FF2B5EF4-FFF2-40B4-BE49-F238E27FC236}">
                    <a16:creationId xmlns:a16="http://schemas.microsoft.com/office/drawing/2014/main" id="{F9E83522-DCD0-A376-C296-BDF66FCF44E0}"/>
                  </a:ext>
                </a:extLst>
              </p14:cNvPr>
              <p14:cNvContentPartPr/>
              <p14:nvPr/>
            </p14:nvContentPartPr>
            <p14:xfrm>
              <a:off x="4026395" y="1845912"/>
              <a:ext cx="138960" cy="149400"/>
            </p14:xfrm>
          </p:contentPart>
        </mc:Choice>
        <mc:Fallback xmlns="">
          <p:pic>
            <p:nvPicPr>
              <p:cNvPr id="169" name="Ink 168">
                <a:extLst>
                  <a:ext uri="{FF2B5EF4-FFF2-40B4-BE49-F238E27FC236}">
                    <a16:creationId xmlns:a16="http://schemas.microsoft.com/office/drawing/2014/main" id="{F9E83522-DCD0-A376-C296-BDF66FCF44E0}"/>
                  </a:ext>
                </a:extLst>
              </p:cNvPr>
              <p:cNvPicPr/>
              <p:nvPr/>
            </p:nvPicPr>
            <p:blipFill>
              <a:blip r:embed="rId89"/>
              <a:stretch>
                <a:fillRect/>
              </a:stretch>
            </p:blipFill>
            <p:spPr>
              <a:xfrm>
                <a:off x="4010915" y="1830432"/>
                <a:ext cx="1695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70" name="Ink 169">
                <a:extLst>
                  <a:ext uri="{FF2B5EF4-FFF2-40B4-BE49-F238E27FC236}">
                    <a16:creationId xmlns:a16="http://schemas.microsoft.com/office/drawing/2014/main" id="{71E18FAA-DFA8-CFBD-FE47-ADD756C97F5A}"/>
                  </a:ext>
                </a:extLst>
              </p14:cNvPr>
              <p14:cNvContentPartPr/>
              <p14:nvPr/>
            </p14:nvContentPartPr>
            <p14:xfrm>
              <a:off x="4165355" y="1752312"/>
              <a:ext cx="64080" cy="115920"/>
            </p14:xfrm>
          </p:contentPart>
        </mc:Choice>
        <mc:Fallback xmlns="">
          <p:pic>
            <p:nvPicPr>
              <p:cNvPr id="170" name="Ink 169">
                <a:extLst>
                  <a:ext uri="{FF2B5EF4-FFF2-40B4-BE49-F238E27FC236}">
                    <a16:creationId xmlns:a16="http://schemas.microsoft.com/office/drawing/2014/main" id="{71E18FAA-DFA8-CFBD-FE47-ADD756C97F5A}"/>
                  </a:ext>
                </a:extLst>
              </p:cNvPr>
              <p:cNvPicPr/>
              <p:nvPr/>
            </p:nvPicPr>
            <p:blipFill>
              <a:blip r:embed="rId91"/>
              <a:stretch>
                <a:fillRect/>
              </a:stretch>
            </p:blipFill>
            <p:spPr>
              <a:xfrm>
                <a:off x="4149875" y="1736832"/>
                <a:ext cx="9468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77" name="Ink 176">
                <a:extLst>
                  <a:ext uri="{FF2B5EF4-FFF2-40B4-BE49-F238E27FC236}">
                    <a16:creationId xmlns:a16="http://schemas.microsoft.com/office/drawing/2014/main" id="{F6153D39-4AEC-14AE-8740-17A81AD028CA}"/>
                  </a:ext>
                </a:extLst>
              </p14:cNvPr>
              <p14:cNvContentPartPr/>
              <p14:nvPr/>
            </p14:nvContentPartPr>
            <p14:xfrm>
              <a:off x="4243475" y="1749432"/>
              <a:ext cx="159120" cy="104400"/>
            </p14:xfrm>
          </p:contentPart>
        </mc:Choice>
        <mc:Fallback xmlns="">
          <p:pic>
            <p:nvPicPr>
              <p:cNvPr id="177" name="Ink 176">
                <a:extLst>
                  <a:ext uri="{FF2B5EF4-FFF2-40B4-BE49-F238E27FC236}">
                    <a16:creationId xmlns:a16="http://schemas.microsoft.com/office/drawing/2014/main" id="{F6153D39-4AEC-14AE-8740-17A81AD028CA}"/>
                  </a:ext>
                </a:extLst>
              </p:cNvPr>
              <p:cNvPicPr/>
              <p:nvPr/>
            </p:nvPicPr>
            <p:blipFill>
              <a:blip r:embed="rId93"/>
              <a:stretch>
                <a:fillRect/>
              </a:stretch>
            </p:blipFill>
            <p:spPr>
              <a:xfrm>
                <a:off x="4227995" y="1733952"/>
                <a:ext cx="1897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81" name="Ink 180">
                <a:extLst>
                  <a:ext uri="{FF2B5EF4-FFF2-40B4-BE49-F238E27FC236}">
                    <a16:creationId xmlns:a16="http://schemas.microsoft.com/office/drawing/2014/main" id="{C41C8EBA-E661-B682-29EF-175380DCAF19}"/>
                  </a:ext>
                </a:extLst>
              </p14:cNvPr>
              <p14:cNvContentPartPr/>
              <p14:nvPr/>
            </p14:nvContentPartPr>
            <p14:xfrm>
              <a:off x="4660176" y="1364243"/>
              <a:ext cx="350280" cy="579240"/>
            </p14:xfrm>
          </p:contentPart>
        </mc:Choice>
        <mc:Fallback xmlns="">
          <p:pic>
            <p:nvPicPr>
              <p:cNvPr id="181" name="Ink 180">
                <a:extLst>
                  <a:ext uri="{FF2B5EF4-FFF2-40B4-BE49-F238E27FC236}">
                    <a16:creationId xmlns:a16="http://schemas.microsoft.com/office/drawing/2014/main" id="{C41C8EBA-E661-B682-29EF-175380DCAF19}"/>
                  </a:ext>
                </a:extLst>
              </p:cNvPr>
              <p:cNvPicPr/>
              <p:nvPr/>
            </p:nvPicPr>
            <p:blipFill>
              <a:blip r:embed="rId95"/>
              <a:stretch>
                <a:fillRect/>
              </a:stretch>
            </p:blipFill>
            <p:spPr>
              <a:xfrm>
                <a:off x="4644712" y="1348763"/>
                <a:ext cx="380849" cy="6098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93" name="Ink 192">
                <a:extLst>
                  <a:ext uri="{FF2B5EF4-FFF2-40B4-BE49-F238E27FC236}">
                    <a16:creationId xmlns:a16="http://schemas.microsoft.com/office/drawing/2014/main" id="{9B0CA766-CBF6-41DF-3581-2305B88D1012}"/>
                  </a:ext>
                </a:extLst>
              </p14:cNvPr>
              <p14:cNvContentPartPr/>
              <p14:nvPr/>
            </p14:nvContentPartPr>
            <p14:xfrm>
              <a:off x="5032416" y="1209698"/>
              <a:ext cx="1080720" cy="786240"/>
            </p14:xfrm>
          </p:contentPart>
        </mc:Choice>
        <mc:Fallback xmlns="">
          <p:pic>
            <p:nvPicPr>
              <p:cNvPr id="193" name="Ink 192">
                <a:extLst>
                  <a:ext uri="{FF2B5EF4-FFF2-40B4-BE49-F238E27FC236}">
                    <a16:creationId xmlns:a16="http://schemas.microsoft.com/office/drawing/2014/main" id="{9B0CA766-CBF6-41DF-3581-2305B88D1012}"/>
                  </a:ext>
                </a:extLst>
              </p:cNvPr>
              <p:cNvPicPr/>
              <p:nvPr/>
            </p:nvPicPr>
            <p:blipFill>
              <a:blip r:embed="rId97"/>
              <a:stretch>
                <a:fillRect/>
              </a:stretch>
            </p:blipFill>
            <p:spPr>
              <a:xfrm>
                <a:off x="5016931" y="1194225"/>
                <a:ext cx="1111330" cy="816826"/>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97" name="Ink 196">
                <a:extLst>
                  <a:ext uri="{FF2B5EF4-FFF2-40B4-BE49-F238E27FC236}">
                    <a16:creationId xmlns:a16="http://schemas.microsoft.com/office/drawing/2014/main" id="{902D6BF1-E9D9-9947-1875-F3C373358994}"/>
                  </a:ext>
                </a:extLst>
              </p14:cNvPr>
              <p14:cNvContentPartPr/>
              <p14:nvPr/>
            </p14:nvContentPartPr>
            <p14:xfrm>
              <a:off x="6141042" y="1342538"/>
              <a:ext cx="237600" cy="192240"/>
            </p14:xfrm>
          </p:contentPart>
        </mc:Choice>
        <mc:Fallback xmlns="">
          <p:pic>
            <p:nvPicPr>
              <p:cNvPr id="197" name="Ink 196">
                <a:extLst>
                  <a:ext uri="{FF2B5EF4-FFF2-40B4-BE49-F238E27FC236}">
                    <a16:creationId xmlns:a16="http://schemas.microsoft.com/office/drawing/2014/main" id="{902D6BF1-E9D9-9947-1875-F3C373358994}"/>
                  </a:ext>
                </a:extLst>
              </p:cNvPr>
              <p:cNvPicPr/>
              <p:nvPr/>
            </p:nvPicPr>
            <p:blipFill>
              <a:blip r:embed="rId99"/>
              <a:stretch>
                <a:fillRect/>
              </a:stretch>
            </p:blipFill>
            <p:spPr>
              <a:xfrm>
                <a:off x="6125539" y="1327058"/>
                <a:ext cx="268246"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01" name="Ink 200">
                <a:extLst>
                  <a:ext uri="{FF2B5EF4-FFF2-40B4-BE49-F238E27FC236}">
                    <a16:creationId xmlns:a16="http://schemas.microsoft.com/office/drawing/2014/main" id="{2919945E-BEB8-90C9-568B-16995C4C92B4}"/>
                  </a:ext>
                </a:extLst>
              </p14:cNvPr>
              <p14:cNvContentPartPr/>
              <p14:nvPr/>
            </p14:nvContentPartPr>
            <p14:xfrm>
              <a:off x="6370002" y="1235618"/>
              <a:ext cx="180000" cy="106920"/>
            </p14:xfrm>
          </p:contentPart>
        </mc:Choice>
        <mc:Fallback xmlns="">
          <p:pic>
            <p:nvPicPr>
              <p:cNvPr id="201" name="Ink 200">
                <a:extLst>
                  <a:ext uri="{FF2B5EF4-FFF2-40B4-BE49-F238E27FC236}">
                    <a16:creationId xmlns:a16="http://schemas.microsoft.com/office/drawing/2014/main" id="{2919945E-BEB8-90C9-568B-16995C4C92B4}"/>
                  </a:ext>
                </a:extLst>
              </p:cNvPr>
              <p:cNvPicPr/>
              <p:nvPr/>
            </p:nvPicPr>
            <p:blipFill>
              <a:blip r:embed="rId101"/>
              <a:stretch>
                <a:fillRect/>
              </a:stretch>
            </p:blipFill>
            <p:spPr>
              <a:xfrm>
                <a:off x="6354522" y="1220138"/>
                <a:ext cx="2106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208" name="Ink 207">
                <a:extLst>
                  <a:ext uri="{FF2B5EF4-FFF2-40B4-BE49-F238E27FC236}">
                    <a16:creationId xmlns:a16="http://schemas.microsoft.com/office/drawing/2014/main" id="{4A6A6012-C9F1-BCA1-D6F7-E85D0F586C9D}"/>
                  </a:ext>
                </a:extLst>
              </p14:cNvPr>
              <p14:cNvContentPartPr/>
              <p14:nvPr/>
            </p14:nvContentPartPr>
            <p14:xfrm>
              <a:off x="6892722" y="1232738"/>
              <a:ext cx="443160" cy="302760"/>
            </p14:xfrm>
          </p:contentPart>
        </mc:Choice>
        <mc:Fallback xmlns="">
          <p:pic>
            <p:nvPicPr>
              <p:cNvPr id="208" name="Ink 207">
                <a:extLst>
                  <a:ext uri="{FF2B5EF4-FFF2-40B4-BE49-F238E27FC236}">
                    <a16:creationId xmlns:a16="http://schemas.microsoft.com/office/drawing/2014/main" id="{4A6A6012-C9F1-BCA1-D6F7-E85D0F586C9D}"/>
                  </a:ext>
                </a:extLst>
              </p:cNvPr>
              <p:cNvPicPr/>
              <p:nvPr/>
            </p:nvPicPr>
            <p:blipFill>
              <a:blip r:embed="rId103"/>
              <a:stretch>
                <a:fillRect/>
              </a:stretch>
            </p:blipFill>
            <p:spPr>
              <a:xfrm>
                <a:off x="6877255" y="1217258"/>
                <a:ext cx="473735"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15" name="Ink 214">
                <a:extLst>
                  <a:ext uri="{FF2B5EF4-FFF2-40B4-BE49-F238E27FC236}">
                    <a16:creationId xmlns:a16="http://schemas.microsoft.com/office/drawing/2014/main" id="{55A2460C-CB96-0C08-8145-B2F116EAAD25}"/>
                  </a:ext>
                </a:extLst>
              </p14:cNvPr>
              <p14:cNvContentPartPr/>
              <p14:nvPr/>
            </p14:nvContentPartPr>
            <p14:xfrm>
              <a:off x="6135282" y="1741058"/>
              <a:ext cx="417600" cy="280800"/>
            </p14:xfrm>
          </p:contentPart>
        </mc:Choice>
        <mc:Fallback xmlns="">
          <p:pic>
            <p:nvPicPr>
              <p:cNvPr id="215" name="Ink 214">
                <a:extLst>
                  <a:ext uri="{FF2B5EF4-FFF2-40B4-BE49-F238E27FC236}">
                    <a16:creationId xmlns:a16="http://schemas.microsoft.com/office/drawing/2014/main" id="{55A2460C-CB96-0C08-8145-B2F116EAAD25}"/>
                  </a:ext>
                </a:extLst>
              </p:cNvPr>
              <p:cNvPicPr/>
              <p:nvPr/>
            </p:nvPicPr>
            <p:blipFill>
              <a:blip r:embed="rId105"/>
              <a:stretch>
                <a:fillRect/>
              </a:stretch>
            </p:blipFill>
            <p:spPr>
              <a:xfrm>
                <a:off x="6119802" y="1725558"/>
                <a:ext cx="448200" cy="311439"/>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22" name="Ink 221">
                <a:extLst>
                  <a:ext uri="{FF2B5EF4-FFF2-40B4-BE49-F238E27FC236}">
                    <a16:creationId xmlns:a16="http://schemas.microsoft.com/office/drawing/2014/main" id="{3453208E-90D3-101A-1EBB-AE1F5D8952B9}"/>
                  </a:ext>
                </a:extLst>
              </p14:cNvPr>
              <p14:cNvContentPartPr/>
              <p14:nvPr/>
            </p14:nvContentPartPr>
            <p14:xfrm>
              <a:off x="6884082" y="1738538"/>
              <a:ext cx="429120" cy="251640"/>
            </p14:xfrm>
          </p:contentPart>
        </mc:Choice>
        <mc:Fallback xmlns="">
          <p:pic>
            <p:nvPicPr>
              <p:cNvPr id="222" name="Ink 221">
                <a:extLst>
                  <a:ext uri="{FF2B5EF4-FFF2-40B4-BE49-F238E27FC236}">
                    <a16:creationId xmlns:a16="http://schemas.microsoft.com/office/drawing/2014/main" id="{3453208E-90D3-101A-1EBB-AE1F5D8952B9}"/>
                  </a:ext>
                </a:extLst>
              </p:cNvPr>
              <p:cNvPicPr/>
              <p:nvPr/>
            </p:nvPicPr>
            <p:blipFill>
              <a:blip r:embed="rId107"/>
              <a:stretch>
                <a:fillRect/>
              </a:stretch>
            </p:blipFill>
            <p:spPr>
              <a:xfrm>
                <a:off x="6868589" y="1723080"/>
                <a:ext cx="459746" cy="282196"/>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32" name="Ink 231">
                <a:extLst>
                  <a:ext uri="{FF2B5EF4-FFF2-40B4-BE49-F238E27FC236}">
                    <a16:creationId xmlns:a16="http://schemas.microsoft.com/office/drawing/2014/main" id="{0E075C1B-6F8A-E010-3589-90CEBFFC4510}"/>
                  </a:ext>
                </a:extLst>
              </p14:cNvPr>
              <p14:cNvContentPartPr/>
              <p14:nvPr/>
            </p14:nvContentPartPr>
            <p14:xfrm>
              <a:off x="7379722" y="1218537"/>
              <a:ext cx="499680" cy="813600"/>
            </p14:xfrm>
          </p:contentPart>
        </mc:Choice>
        <mc:Fallback xmlns="">
          <p:pic>
            <p:nvPicPr>
              <p:cNvPr id="232" name="Ink 231">
                <a:extLst>
                  <a:ext uri="{FF2B5EF4-FFF2-40B4-BE49-F238E27FC236}">
                    <a16:creationId xmlns:a16="http://schemas.microsoft.com/office/drawing/2014/main" id="{0E075C1B-6F8A-E010-3589-90CEBFFC4510}"/>
                  </a:ext>
                </a:extLst>
              </p:cNvPr>
              <p:cNvPicPr/>
              <p:nvPr/>
            </p:nvPicPr>
            <p:blipFill>
              <a:blip r:embed="rId109"/>
              <a:stretch>
                <a:fillRect/>
              </a:stretch>
            </p:blipFill>
            <p:spPr>
              <a:xfrm>
                <a:off x="7364242" y="1203057"/>
                <a:ext cx="530280" cy="8442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37" name="Ink 236">
                <a:extLst>
                  <a:ext uri="{FF2B5EF4-FFF2-40B4-BE49-F238E27FC236}">
                    <a16:creationId xmlns:a16="http://schemas.microsoft.com/office/drawing/2014/main" id="{0FD857BD-B353-AAE9-F511-A1FBF75715A2}"/>
                  </a:ext>
                </a:extLst>
              </p14:cNvPr>
              <p14:cNvContentPartPr/>
              <p14:nvPr/>
            </p14:nvContentPartPr>
            <p14:xfrm>
              <a:off x="8006410" y="1230170"/>
              <a:ext cx="506880" cy="825840"/>
            </p14:xfrm>
          </p:contentPart>
        </mc:Choice>
        <mc:Fallback xmlns="">
          <p:pic>
            <p:nvPicPr>
              <p:cNvPr id="237" name="Ink 236">
                <a:extLst>
                  <a:ext uri="{FF2B5EF4-FFF2-40B4-BE49-F238E27FC236}">
                    <a16:creationId xmlns:a16="http://schemas.microsoft.com/office/drawing/2014/main" id="{0FD857BD-B353-AAE9-F511-A1FBF75715A2}"/>
                  </a:ext>
                </a:extLst>
              </p:cNvPr>
              <p:cNvPicPr/>
              <p:nvPr/>
            </p:nvPicPr>
            <p:blipFill>
              <a:blip r:embed="rId111"/>
              <a:stretch>
                <a:fillRect/>
              </a:stretch>
            </p:blipFill>
            <p:spPr>
              <a:xfrm>
                <a:off x="7990919" y="1214690"/>
                <a:ext cx="537502" cy="8564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38" name="Ink 237">
                <a:extLst>
                  <a:ext uri="{FF2B5EF4-FFF2-40B4-BE49-F238E27FC236}">
                    <a16:creationId xmlns:a16="http://schemas.microsoft.com/office/drawing/2014/main" id="{F2E39B3D-220C-1638-3C66-D2727EA8581D}"/>
                  </a:ext>
                </a:extLst>
              </p14:cNvPr>
              <p14:cNvContentPartPr/>
              <p14:nvPr/>
            </p14:nvContentPartPr>
            <p14:xfrm>
              <a:off x="4317850" y="1480730"/>
              <a:ext cx="16200" cy="91080"/>
            </p14:xfrm>
          </p:contentPart>
        </mc:Choice>
        <mc:Fallback xmlns="">
          <p:pic>
            <p:nvPicPr>
              <p:cNvPr id="238" name="Ink 237">
                <a:extLst>
                  <a:ext uri="{FF2B5EF4-FFF2-40B4-BE49-F238E27FC236}">
                    <a16:creationId xmlns:a16="http://schemas.microsoft.com/office/drawing/2014/main" id="{F2E39B3D-220C-1638-3C66-D2727EA8581D}"/>
                  </a:ext>
                </a:extLst>
              </p:cNvPr>
              <p:cNvPicPr/>
              <p:nvPr/>
            </p:nvPicPr>
            <p:blipFill>
              <a:blip r:embed="rId113"/>
              <a:stretch>
                <a:fillRect/>
              </a:stretch>
            </p:blipFill>
            <p:spPr>
              <a:xfrm>
                <a:off x="4302707" y="1465250"/>
                <a:ext cx="46135"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41" name="Ink 240">
                <a:extLst>
                  <a:ext uri="{FF2B5EF4-FFF2-40B4-BE49-F238E27FC236}">
                    <a16:creationId xmlns:a16="http://schemas.microsoft.com/office/drawing/2014/main" id="{3C45723D-AD17-136B-DC5F-CAFC68083BDA}"/>
                  </a:ext>
                </a:extLst>
              </p14:cNvPr>
              <p14:cNvContentPartPr/>
              <p14:nvPr/>
            </p14:nvContentPartPr>
            <p14:xfrm>
              <a:off x="4222450" y="1980050"/>
              <a:ext cx="111600" cy="91800"/>
            </p14:xfrm>
          </p:contentPart>
        </mc:Choice>
        <mc:Fallback xmlns="">
          <p:pic>
            <p:nvPicPr>
              <p:cNvPr id="241" name="Ink 240">
                <a:extLst>
                  <a:ext uri="{FF2B5EF4-FFF2-40B4-BE49-F238E27FC236}">
                    <a16:creationId xmlns:a16="http://schemas.microsoft.com/office/drawing/2014/main" id="{3C45723D-AD17-136B-DC5F-CAFC68083BDA}"/>
                  </a:ext>
                </a:extLst>
              </p:cNvPr>
              <p:cNvPicPr/>
              <p:nvPr/>
            </p:nvPicPr>
            <p:blipFill>
              <a:blip r:embed="rId115"/>
              <a:stretch>
                <a:fillRect/>
              </a:stretch>
            </p:blipFill>
            <p:spPr>
              <a:xfrm>
                <a:off x="4206970" y="1964570"/>
                <a:ext cx="1422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52" name="Ink 251">
                <a:extLst>
                  <a:ext uri="{FF2B5EF4-FFF2-40B4-BE49-F238E27FC236}">
                    <a16:creationId xmlns:a16="http://schemas.microsoft.com/office/drawing/2014/main" id="{9BC40513-EDE5-962E-2140-62A9F9ED85BF}"/>
                  </a:ext>
                </a:extLst>
              </p14:cNvPr>
              <p14:cNvContentPartPr/>
              <p14:nvPr/>
            </p14:nvContentPartPr>
            <p14:xfrm>
              <a:off x="8429410" y="1222250"/>
              <a:ext cx="476640" cy="845640"/>
            </p14:xfrm>
          </p:contentPart>
        </mc:Choice>
        <mc:Fallback xmlns="">
          <p:pic>
            <p:nvPicPr>
              <p:cNvPr id="252" name="Ink 251">
                <a:extLst>
                  <a:ext uri="{FF2B5EF4-FFF2-40B4-BE49-F238E27FC236}">
                    <a16:creationId xmlns:a16="http://schemas.microsoft.com/office/drawing/2014/main" id="{9BC40513-EDE5-962E-2140-62A9F9ED85BF}"/>
                  </a:ext>
                </a:extLst>
              </p:cNvPr>
              <p:cNvPicPr/>
              <p:nvPr/>
            </p:nvPicPr>
            <p:blipFill>
              <a:blip r:embed="rId117"/>
              <a:stretch>
                <a:fillRect/>
              </a:stretch>
            </p:blipFill>
            <p:spPr>
              <a:xfrm>
                <a:off x="8413930" y="1206777"/>
                <a:ext cx="507240" cy="876227"/>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55" name="Ink 254">
                <a:extLst>
                  <a:ext uri="{FF2B5EF4-FFF2-40B4-BE49-F238E27FC236}">
                    <a16:creationId xmlns:a16="http://schemas.microsoft.com/office/drawing/2014/main" id="{67A9DEE6-070E-C9E0-238B-BA081236235E}"/>
                  </a:ext>
                </a:extLst>
              </p14:cNvPr>
              <p14:cNvContentPartPr/>
              <p14:nvPr/>
            </p14:nvContentPartPr>
            <p14:xfrm>
              <a:off x="892192" y="1320560"/>
              <a:ext cx="327128" cy="252360"/>
            </p14:xfrm>
          </p:contentPart>
        </mc:Choice>
        <mc:Fallback xmlns="">
          <p:pic>
            <p:nvPicPr>
              <p:cNvPr id="255" name="Ink 254">
                <a:extLst>
                  <a:ext uri="{FF2B5EF4-FFF2-40B4-BE49-F238E27FC236}">
                    <a16:creationId xmlns:a16="http://schemas.microsoft.com/office/drawing/2014/main" id="{67A9DEE6-070E-C9E0-238B-BA081236235E}"/>
                  </a:ext>
                </a:extLst>
              </p:cNvPr>
              <p:cNvPicPr/>
              <p:nvPr/>
            </p:nvPicPr>
            <p:blipFill>
              <a:blip r:embed="rId119"/>
              <a:stretch>
                <a:fillRect/>
              </a:stretch>
            </p:blipFill>
            <p:spPr>
              <a:xfrm>
                <a:off x="876734" y="1305058"/>
                <a:ext cx="357684" cy="283004"/>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257" name="Ink 256">
                <a:extLst>
                  <a:ext uri="{FF2B5EF4-FFF2-40B4-BE49-F238E27FC236}">
                    <a16:creationId xmlns:a16="http://schemas.microsoft.com/office/drawing/2014/main" id="{1D661FB8-E77E-FD57-4969-8610F2193497}"/>
                  </a:ext>
                </a:extLst>
              </p14:cNvPr>
              <p14:cNvContentPartPr/>
              <p14:nvPr/>
            </p14:nvContentPartPr>
            <p14:xfrm>
              <a:off x="1327680" y="1154240"/>
              <a:ext cx="46440" cy="554400"/>
            </p14:xfrm>
          </p:contentPart>
        </mc:Choice>
        <mc:Fallback xmlns="">
          <p:pic>
            <p:nvPicPr>
              <p:cNvPr id="257" name="Ink 256">
                <a:extLst>
                  <a:ext uri="{FF2B5EF4-FFF2-40B4-BE49-F238E27FC236}">
                    <a16:creationId xmlns:a16="http://schemas.microsoft.com/office/drawing/2014/main" id="{1D661FB8-E77E-FD57-4969-8610F2193497}"/>
                  </a:ext>
                </a:extLst>
              </p:cNvPr>
              <p:cNvPicPr/>
              <p:nvPr/>
            </p:nvPicPr>
            <p:blipFill>
              <a:blip r:embed="rId121"/>
              <a:stretch>
                <a:fillRect/>
              </a:stretch>
            </p:blipFill>
            <p:spPr>
              <a:xfrm>
                <a:off x="1312200" y="1138760"/>
                <a:ext cx="77040" cy="585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58" name="Ink 257">
                <a:extLst>
                  <a:ext uri="{FF2B5EF4-FFF2-40B4-BE49-F238E27FC236}">
                    <a16:creationId xmlns:a16="http://schemas.microsoft.com/office/drawing/2014/main" id="{E4772EF3-54FD-FCD5-32D7-242047C40E8D}"/>
                  </a:ext>
                </a:extLst>
              </p14:cNvPr>
              <p14:cNvContentPartPr/>
              <p14:nvPr/>
            </p14:nvContentPartPr>
            <p14:xfrm>
              <a:off x="4479480" y="1149920"/>
              <a:ext cx="53640" cy="483120"/>
            </p14:xfrm>
          </p:contentPart>
        </mc:Choice>
        <mc:Fallback xmlns="">
          <p:pic>
            <p:nvPicPr>
              <p:cNvPr id="258" name="Ink 257">
                <a:extLst>
                  <a:ext uri="{FF2B5EF4-FFF2-40B4-BE49-F238E27FC236}">
                    <a16:creationId xmlns:a16="http://schemas.microsoft.com/office/drawing/2014/main" id="{E4772EF3-54FD-FCD5-32D7-242047C40E8D}"/>
                  </a:ext>
                </a:extLst>
              </p:cNvPr>
              <p:cNvPicPr/>
              <p:nvPr/>
            </p:nvPicPr>
            <p:blipFill>
              <a:blip r:embed="rId123"/>
              <a:stretch>
                <a:fillRect/>
              </a:stretch>
            </p:blipFill>
            <p:spPr>
              <a:xfrm>
                <a:off x="4464000" y="1134440"/>
                <a:ext cx="8424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61" name="Ink 260">
                <a:extLst>
                  <a:ext uri="{FF2B5EF4-FFF2-40B4-BE49-F238E27FC236}">
                    <a16:creationId xmlns:a16="http://schemas.microsoft.com/office/drawing/2014/main" id="{F204430A-695B-2641-C3BC-A0442B460161}"/>
                  </a:ext>
                </a:extLst>
              </p14:cNvPr>
              <p14:cNvContentPartPr/>
              <p14:nvPr/>
            </p14:nvContentPartPr>
            <p14:xfrm>
              <a:off x="1128960" y="1793960"/>
              <a:ext cx="224280" cy="421920"/>
            </p14:xfrm>
          </p:contentPart>
        </mc:Choice>
        <mc:Fallback xmlns="">
          <p:pic>
            <p:nvPicPr>
              <p:cNvPr id="261" name="Ink 260">
                <a:extLst>
                  <a:ext uri="{FF2B5EF4-FFF2-40B4-BE49-F238E27FC236}">
                    <a16:creationId xmlns:a16="http://schemas.microsoft.com/office/drawing/2014/main" id="{F204430A-695B-2641-C3BC-A0442B460161}"/>
                  </a:ext>
                </a:extLst>
              </p:cNvPr>
              <p:cNvPicPr/>
              <p:nvPr/>
            </p:nvPicPr>
            <p:blipFill>
              <a:blip r:embed="rId125"/>
              <a:stretch>
                <a:fillRect/>
              </a:stretch>
            </p:blipFill>
            <p:spPr>
              <a:xfrm>
                <a:off x="1113480" y="1778480"/>
                <a:ext cx="25488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62" name="Ink 261">
                <a:extLst>
                  <a:ext uri="{FF2B5EF4-FFF2-40B4-BE49-F238E27FC236}">
                    <a16:creationId xmlns:a16="http://schemas.microsoft.com/office/drawing/2014/main" id="{472ECDBA-6A0E-C57D-B58F-C7402A4F32D1}"/>
                  </a:ext>
                </a:extLst>
              </p14:cNvPr>
              <p14:cNvContentPartPr/>
              <p14:nvPr/>
            </p14:nvContentPartPr>
            <p14:xfrm>
              <a:off x="4467960" y="1713320"/>
              <a:ext cx="78480" cy="415800"/>
            </p14:xfrm>
          </p:contentPart>
        </mc:Choice>
        <mc:Fallback xmlns="">
          <p:pic>
            <p:nvPicPr>
              <p:cNvPr id="262" name="Ink 261">
                <a:extLst>
                  <a:ext uri="{FF2B5EF4-FFF2-40B4-BE49-F238E27FC236}">
                    <a16:creationId xmlns:a16="http://schemas.microsoft.com/office/drawing/2014/main" id="{472ECDBA-6A0E-C57D-B58F-C7402A4F32D1}"/>
                  </a:ext>
                </a:extLst>
              </p:cNvPr>
              <p:cNvPicPr/>
              <p:nvPr/>
            </p:nvPicPr>
            <p:blipFill>
              <a:blip r:embed="rId127"/>
              <a:stretch>
                <a:fillRect/>
              </a:stretch>
            </p:blipFill>
            <p:spPr>
              <a:xfrm>
                <a:off x="4452551" y="1697840"/>
                <a:ext cx="108940" cy="446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65" name="Ink 264">
                <a:extLst>
                  <a:ext uri="{FF2B5EF4-FFF2-40B4-BE49-F238E27FC236}">
                    <a16:creationId xmlns:a16="http://schemas.microsoft.com/office/drawing/2014/main" id="{5C80A5E9-C693-FD45-D4A0-B9CB2445F0A6}"/>
                  </a:ext>
                </a:extLst>
              </p14:cNvPr>
              <p14:cNvContentPartPr/>
              <p14:nvPr/>
            </p14:nvContentPartPr>
            <p14:xfrm>
              <a:off x="5405287" y="1542316"/>
              <a:ext cx="111600" cy="67320"/>
            </p14:xfrm>
          </p:contentPart>
        </mc:Choice>
        <mc:Fallback xmlns="">
          <p:pic>
            <p:nvPicPr>
              <p:cNvPr id="265" name="Ink 264">
                <a:extLst>
                  <a:ext uri="{FF2B5EF4-FFF2-40B4-BE49-F238E27FC236}">
                    <a16:creationId xmlns:a16="http://schemas.microsoft.com/office/drawing/2014/main" id="{5C80A5E9-C693-FD45-D4A0-B9CB2445F0A6}"/>
                  </a:ext>
                </a:extLst>
              </p:cNvPr>
              <p:cNvPicPr/>
              <p:nvPr/>
            </p:nvPicPr>
            <p:blipFill>
              <a:blip r:embed="rId129"/>
              <a:stretch>
                <a:fillRect/>
              </a:stretch>
            </p:blipFill>
            <p:spPr>
              <a:xfrm>
                <a:off x="5389757" y="1526836"/>
                <a:ext cx="142299"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68" name="Ink 267">
                <a:extLst>
                  <a:ext uri="{FF2B5EF4-FFF2-40B4-BE49-F238E27FC236}">
                    <a16:creationId xmlns:a16="http://schemas.microsoft.com/office/drawing/2014/main" id="{CFE18591-5116-1639-52EF-8B577C02B928}"/>
                  </a:ext>
                </a:extLst>
              </p14:cNvPr>
              <p14:cNvContentPartPr/>
              <p14:nvPr/>
            </p14:nvContentPartPr>
            <p14:xfrm>
              <a:off x="5680327" y="1399036"/>
              <a:ext cx="87840" cy="249840"/>
            </p14:xfrm>
          </p:contentPart>
        </mc:Choice>
        <mc:Fallback xmlns="">
          <p:pic>
            <p:nvPicPr>
              <p:cNvPr id="268" name="Ink 267">
                <a:extLst>
                  <a:ext uri="{FF2B5EF4-FFF2-40B4-BE49-F238E27FC236}">
                    <a16:creationId xmlns:a16="http://schemas.microsoft.com/office/drawing/2014/main" id="{CFE18591-5116-1639-52EF-8B577C02B928}"/>
                  </a:ext>
                </a:extLst>
              </p:cNvPr>
              <p:cNvPicPr/>
              <p:nvPr/>
            </p:nvPicPr>
            <p:blipFill>
              <a:blip r:embed="rId131"/>
              <a:stretch>
                <a:fillRect/>
              </a:stretch>
            </p:blipFill>
            <p:spPr>
              <a:xfrm>
                <a:off x="5664910" y="1383534"/>
                <a:ext cx="118315" cy="280484"/>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69" name="Ink 268">
                <a:extLst>
                  <a:ext uri="{FF2B5EF4-FFF2-40B4-BE49-F238E27FC236}">
                    <a16:creationId xmlns:a16="http://schemas.microsoft.com/office/drawing/2014/main" id="{2209CAD1-A0BA-5D92-173D-082300C47932}"/>
                  </a:ext>
                </a:extLst>
              </p14:cNvPr>
              <p14:cNvContentPartPr/>
              <p14:nvPr/>
            </p14:nvContentPartPr>
            <p14:xfrm>
              <a:off x="5862487" y="1142716"/>
              <a:ext cx="145800" cy="954000"/>
            </p14:xfrm>
          </p:contentPart>
        </mc:Choice>
        <mc:Fallback xmlns="">
          <p:pic>
            <p:nvPicPr>
              <p:cNvPr id="269" name="Ink 268">
                <a:extLst>
                  <a:ext uri="{FF2B5EF4-FFF2-40B4-BE49-F238E27FC236}">
                    <a16:creationId xmlns:a16="http://schemas.microsoft.com/office/drawing/2014/main" id="{2209CAD1-A0BA-5D92-173D-082300C47932}"/>
                  </a:ext>
                </a:extLst>
              </p:cNvPr>
              <p:cNvPicPr/>
              <p:nvPr/>
            </p:nvPicPr>
            <p:blipFill>
              <a:blip r:embed="rId133"/>
              <a:stretch>
                <a:fillRect/>
              </a:stretch>
            </p:blipFill>
            <p:spPr>
              <a:xfrm>
                <a:off x="5847007" y="1127236"/>
                <a:ext cx="176400" cy="9846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70" name="Ink 269">
                <a:extLst>
                  <a:ext uri="{FF2B5EF4-FFF2-40B4-BE49-F238E27FC236}">
                    <a16:creationId xmlns:a16="http://schemas.microsoft.com/office/drawing/2014/main" id="{78627631-0A94-2787-1835-F14D1DD44469}"/>
                  </a:ext>
                </a:extLst>
              </p14:cNvPr>
              <p14:cNvContentPartPr/>
              <p14:nvPr/>
            </p14:nvContentPartPr>
            <p14:xfrm>
              <a:off x="8878207" y="1186636"/>
              <a:ext cx="152640" cy="873360"/>
            </p14:xfrm>
          </p:contentPart>
        </mc:Choice>
        <mc:Fallback xmlns="">
          <p:pic>
            <p:nvPicPr>
              <p:cNvPr id="270" name="Ink 269">
                <a:extLst>
                  <a:ext uri="{FF2B5EF4-FFF2-40B4-BE49-F238E27FC236}">
                    <a16:creationId xmlns:a16="http://schemas.microsoft.com/office/drawing/2014/main" id="{78627631-0A94-2787-1835-F14D1DD44469}"/>
                  </a:ext>
                </a:extLst>
              </p:cNvPr>
              <p:cNvPicPr/>
              <p:nvPr/>
            </p:nvPicPr>
            <p:blipFill>
              <a:blip r:embed="rId135"/>
              <a:stretch>
                <a:fillRect/>
              </a:stretch>
            </p:blipFill>
            <p:spPr>
              <a:xfrm>
                <a:off x="8862727" y="1171150"/>
                <a:ext cx="183240" cy="903973"/>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84" name="Ink 283">
                <a:extLst>
                  <a:ext uri="{FF2B5EF4-FFF2-40B4-BE49-F238E27FC236}">
                    <a16:creationId xmlns:a16="http://schemas.microsoft.com/office/drawing/2014/main" id="{E8B31E2D-3FE3-3CC6-D065-F1766489E434}"/>
                  </a:ext>
                </a:extLst>
              </p14:cNvPr>
              <p14:cNvContentPartPr/>
              <p14:nvPr/>
            </p14:nvContentPartPr>
            <p14:xfrm>
              <a:off x="362877" y="2916044"/>
              <a:ext cx="1062000" cy="179280"/>
            </p14:xfrm>
          </p:contentPart>
        </mc:Choice>
        <mc:Fallback xmlns="">
          <p:pic>
            <p:nvPicPr>
              <p:cNvPr id="284" name="Ink 283">
                <a:extLst>
                  <a:ext uri="{FF2B5EF4-FFF2-40B4-BE49-F238E27FC236}">
                    <a16:creationId xmlns:a16="http://schemas.microsoft.com/office/drawing/2014/main" id="{E8B31E2D-3FE3-3CC6-D065-F1766489E434}"/>
                  </a:ext>
                </a:extLst>
              </p:cNvPr>
              <p:cNvPicPr/>
              <p:nvPr/>
            </p:nvPicPr>
            <p:blipFill>
              <a:blip r:embed="rId137"/>
              <a:stretch>
                <a:fillRect/>
              </a:stretch>
            </p:blipFill>
            <p:spPr>
              <a:xfrm>
                <a:off x="347397" y="2900595"/>
                <a:ext cx="1092600" cy="209819"/>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89" name="Ink 288">
                <a:extLst>
                  <a:ext uri="{FF2B5EF4-FFF2-40B4-BE49-F238E27FC236}">
                    <a16:creationId xmlns:a16="http://schemas.microsoft.com/office/drawing/2014/main" id="{33AC16E7-8826-93D7-9298-79B9F1B328E8}"/>
                  </a:ext>
                </a:extLst>
              </p14:cNvPr>
              <p14:cNvContentPartPr/>
              <p14:nvPr/>
            </p14:nvContentPartPr>
            <p14:xfrm>
              <a:off x="1601997" y="2908844"/>
              <a:ext cx="340560" cy="158760"/>
            </p14:xfrm>
          </p:contentPart>
        </mc:Choice>
        <mc:Fallback xmlns="">
          <p:pic>
            <p:nvPicPr>
              <p:cNvPr id="289" name="Ink 288">
                <a:extLst>
                  <a:ext uri="{FF2B5EF4-FFF2-40B4-BE49-F238E27FC236}">
                    <a16:creationId xmlns:a16="http://schemas.microsoft.com/office/drawing/2014/main" id="{33AC16E7-8826-93D7-9298-79B9F1B328E8}"/>
                  </a:ext>
                </a:extLst>
              </p:cNvPr>
              <p:cNvPicPr/>
              <p:nvPr/>
            </p:nvPicPr>
            <p:blipFill>
              <a:blip r:embed="rId139"/>
              <a:stretch>
                <a:fillRect/>
              </a:stretch>
            </p:blipFill>
            <p:spPr>
              <a:xfrm>
                <a:off x="1586517" y="2893364"/>
                <a:ext cx="3711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303" name="Ink 302">
                <a:extLst>
                  <a:ext uri="{FF2B5EF4-FFF2-40B4-BE49-F238E27FC236}">
                    <a16:creationId xmlns:a16="http://schemas.microsoft.com/office/drawing/2014/main" id="{5FFADA74-6A7D-5128-BEC6-84063F8D38DE}"/>
                  </a:ext>
                </a:extLst>
              </p14:cNvPr>
              <p14:cNvContentPartPr/>
              <p14:nvPr/>
            </p14:nvContentPartPr>
            <p14:xfrm>
              <a:off x="2065317" y="2916044"/>
              <a:ext cx="1587240" cy="189360"/>
            </p14:xfrm>
          </p:contentPart>
        </mc:Choice>
        <mc:Fallback xmlns="">
          <p:pic>
            <p:nvPicPr>
              <p:cNvPr id="303" name="Ink 302">
                <a:extLst>
                  <a:ext uri="{FF2B5EF4-FFF2-40B4-BE49-F238E27FC236}">
                    <a16:creationId xmlns:a16="http://schemas.microsoft.com/office/drawing/2014/main" id="{5FFADA74-6A7D-5128-BEC6-84063F8D38DE}"/>
                  </a:ext>
                </a:extLst>
              </p:cNvPr>
              <p:cNvPicPr/>
              <p:nvPr/>
            </p:nvPicPr>
            <p:blipFill>
              <a:blip r:embed="rId141"/>
              <a:stretch>
                <a:fillRect/>
              </a:stretch>
            </p:blipFill>
            <p:spPr>
              <a:xfrm>
                <a:off x="2049837" y="2900564"/>
                <a:ext cx="161784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313" name="Ink 312">
                <a:extLst>
                  <a:ext uri="{FF2B5EF4-FFF2-40B4-BE49-F238E27FC236}">
                    <a16:creationId xmlns:a16="http://schemas.microsoft.com/office/drawing/2014/main" id="{A041C392-23C3-AD23-2A7A-39F1B7F5004E}"/>
                  </a:ext>
                </a:extLst>
              </p14:cNvPr>
              <p14:cNvContentPartPr/>
              <p14:nvPr/>
            </p14:nvContentPartPr>
            <p14:xfrm>
              <a:off x="3826124" y="2914044"/>
              <a:ext cx="1533240" cy="197640"/>
            </p14:xfrm>
          </p:contentPart>
        </mc:Choice>
        <mc:Fallback xmlns="">
          <p:pic>
            <p:nvPicPr>
              <p:cNvPr id="313" name="Ink 312">
                <a:extLst>
                  <a:ext uri="{FF2B5EF4-FFF2-40B4-BE49-F238E27FC236}">
                    <a16:creationId xmlns:a16="http://schemas.microsoft.com/office/drawing/2014/main" id="{A041C392-23C3-AD23-2A7A-39F1B7F5004E}"/>
                  </a:ext>
                </a:extLst>
              </p:cNvPr>
              <p:cNvPicPr/>
              <p:nvPr/>
            </p:nvPicPr>
            <p:blipFill>
              <a:blip r:embed="rId143"/>
              <a:stretch>
                <a:fillRect/>
              </a:stretch>
            </p:blipFill>
            <p:spPr>
              <a:xfrm>
                <a:off x="3810648" y="2898592"/>
                <a:ext cx="1563833" cy="228184"/>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330" name="Ink 329">
                <a:extLst>
                  <a:ext uri="{FF2B5EF4-FFF2-40B4-BE49-F238E27FC236}">
                    <a16:creationId xmlns:a16="http://schemas.microsoft.com/office/drawing/2014/main" id="{3FBD79FE-EB4F-96F0-930B-2F60A8F82988}"/>
                  </a:ext>
                </a:extLst>
              </p14:cNvPr>
              <p14:cNvContentPartPr/>
              <p14:nvPr/>
            </p14:nvContentPartPr>
            <p14:xfrm>
              <a:off x="6562105" y="2943745"/>
              <a:ext cx="769320" cy="190800"/>
            </p14:xfrm>
          </p:contentPart>
        </mc:Choice>
        <mc:Fallback xmlns="">
          <p:pic>
            <p:nvPicPr>
              <p:cNvPr id="330" name="Ink 329">
                <a:extLst>
                  <a:ext uri="{FF2B5EF4-FFF2-40B4-BE49-F238E27FC236}">
                    <a16:creationId xmlns:a16="http://schemas.microsoft.com/office/drawing/2014/main" id="{3FBD79FE-EB4F-96F0-930B-2F60A8F82988}"/>
                  </a:ext>
                </a:extLst>
              </p:cNvPr>
              <p:cNvPicPr/>
              <p:nvPr/>
            </p:nvPicPr>
            <p:blipFill>
              <a:blip r:embed="rId145"/>
              <a:stretch>
                <a:fillRect/>
              </a:stretch>
            </p:blipFill>
            <p:spPr>
              <a:xfrm>
                <a:off x="6546625" y="2928265"/>
                <a:ext cx="79992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331" name="Ink 330">
                <a:extLst>
                  <a:ext uri="{FF2B5EF4-FFF2-40B4-BE49-F238E27FC236}">
                    <a16:creationId xmlns:a16="http://schemas.microsoft.com/office/drawing/2014/main" id="{F991A594-7256-0E13-D3AB-1A416B6F6927}"/>
                  </a:ext>
                </a:extLst>
              </p14:cNvPr>
              <p14:cNvContentPartPr/>
              <p14:nvPr/>
            </p14:nvContentPartPr>
            <p14:xfrm>
              <a:off x="5484265" y="2939425"/>
              <a:ext cx="909000" cy="177840"/>
            </p14:xfrm>
          </p:contentPart>
        </mc:Choice>
        <mc:Fallback xmlns="">
          <p:pic>
            <p:nvPicPr>
              <p:cNvPr id="331" name="Ink 330">
                <a:extLst>
                  <a:ext uri="{FF2B5EF4-FFF2-40B4-BE49-F238E27FC236}">
                    <a16:creationId xmlns:a16="http://schemas.microsoft.com/office/drawing/2014/main" id="{F991A594-7256-0E13-D3AB-1A416B6F6927}"/>
                  </a:ext>
                </a:extLst>
              </p:cNvPr>
              <p:cNvPicPr/>
              <p:nvPr/>
            </p:nvPicPr>
            <p:blipFill>
              <a:blip r:embed="rId147"/>
              <a:stretch>
                <a:fillRect/>
              </a:stretch>
            </p:blipFill>
            <p:spPr>
              <a:xfrm>
                <a:off x="5468791" y="2923914"/>
                <a:ext cx="939588" cy="208502"/>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341" name="Ink 340">
                <a:extLst>
                  <a:ext uri="{FF2B5EF4-FFF2-40B4-BE49-F238E27FC236}">
                    <a16:creationId xmlns:a16="http://schemas.microsoft.com/office/drawing/2014/main" id="{639FA360-77FB-98F4-0428-B01B4C7DC7BF}"/>
                  </a:ext>
                </a:extLst>
              </p14:cNvPr>
              <p14:cNvContentPartPr/>
              <p14:nvPr/>
            </p14:nvContentPartPr>
            <p14:xfrm>
              <a:off x="7420036" y="2999575"/>
              <a:ext cx="869760" cy="187200"/>
            </p14:xfrm>
          </p:contentPart>
        </mc:Choice>
        <mc:Fallback xmlns="">
          <p:pic>
            <p:nvPicPr>
              <p:cNvPr id="341" name="Ink 340">
                <a:extLst>
                  <a:ext uri="{FF2B5EF4-FFF2-40B4-BE49-F238E27FC236}">
                    <a16:creationId xmlns:a16="http://schemas.microsoft.com/office/drawing/2014/main" id="{639FA360-77FB-98F4-0428-B01B4C7DC7BF}"/>
                  </a:ext>
                </a:extLst>
              </p:cNvPr>
              <p:cNvPicPr/>
              <p:nvPr/>
            </p:nvPicPr>
            <p:blipFill>
              <a:blip r:embed="rId149"/>
              <a:stretch>
                <a:fillRect/>
              </a:stretch>
            </p:blipFill>
            <p:spPr>
              <a:xfrm>
                <a:off x="7404562" y="2984065"/>
                <a:ext cx="900347" cy="217859"/>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349" name="Ink 348">
                <a:extLst>
                  <a:ext uri="{FF2B5EF4-FFF2-40B4-BE49-F238E27FC236}">
                    <a16:creationId xmlns:a16="http://schemas.microsoft.com/office/drawing/2014/main" id="{39E718E9-DEBD-E9A7-A4FC-F19101420DEA}"/>
                  </a:ext>
                </a:extLst>
              </p14:cNvPr>
              <p14:cNvContentPartPr/>
              <p14:nvPr/>
            </p14:nvContentPartPr>
            <p14:xfrm>
              <a:off x="8441887" y="3057051"/>
              <a:ext cx="642240" cy="104400"/>
            </p14:xfrm>
          </p:contentPart>
        </mc:Choice>
        <mc:Fallback xmlns="">
          <p:pic>
            <p:nvPicPr>
              <p:cNvPr id="349" name="Ink 348">
                <a:extLst>
                  <a:ext uri="{FF2B5EF4-FFF2-40B4-BE49-F238E27FC236}">
                    <a16:creationId xmlns:a16="http://schemas.microsoft.com/office/drawing/2014/main" id="{39E718E9-DEBD-E9A7-A4FC-F19101420DEA}"/>
                  </a:ext>
                </a:extLst>
              </p:cNvPr>
              <p:cNvPicPr/>
              <p:nvPr/>
            </p:nvPicPr>
            <p:blipFill>
              <a:blip r:embed="rId151"/>
              <a:stretch>
                <a:fillRect/>
              </a:stretch>
            </p:blipFill>
            <p:spPr>
              <a:xfrm>
                <a:off x="8426416" y="3041517"/>
                <a:ext cx="672823" cy="135106"/>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355" name="Ink 354">
                <a:extLst>
                  <a:ext uri="{FF2B5EF4-FFF2-40B4-BE49-F238E27FC236}">
                    <a16:creationId xmlns:a16="http://schemas.microsoft.com/office/drawing/2014/main" id="{E61A218A-CF93-0DB2-9D38-C7088AF273B3}"/>
                  </a:ext>
                </a:extLst>
              </p14:cNvPr>
              <p14:cNvContentPartPr/>
              <p14:nvPr/>
            </p14:nvContentPartPr>
            <p14:xfrm>
              <a:off x="6001087" y="2098731"/>
              <a:ext cx="1369800" cy="460080"/>
            </p14:xfrm>
          </p:contentPart>
        </mc:Choice>
        <mc:Fallback xmlns="">
          <p:pic>
            <p:nvPicPr>
              <p:cNvPr id="355" name="Ink 354">
                <a:extLst>
                  <a:ext uri="{FF2B5EF4-FFF2-40B4-BE49-F238E27FC236}">
                    <a16:creationId xmlns:a16="http://schemas.microsoft.com/office/drawing/2014/main" id="{E61A218A-CF93-0DB2-9D38-C7088AF273B3}"/>
                  </a:ext>
                </a:extLst>
              </p:cNvPr>
              <p:cNvPicPr/>
              <p:nvPr/>
            </p:nvPicPr>
            <p:blipFill>
              <a:blip r:embed="rId153"/>
              <a:stretch>
                <a:fillRect/>
              </a:stretch>
            </p:blipFill>
            <p:spPr>
              <a:xfrm>
                <a:off x="5985603" y="2083239"/>
                <a:ext cx="1400408" cy="490704"/>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363" name="Ink 362">
                <a:extLst>
                  <a:ext uri="{FF2B5EF4-FFF2-40B4-BE49-F238E27FC236}">
                    <a16:creationId xmlns:a16="http://schemas.microsoft.com/office/drawing/2014/main" id="{3CB31A0C-9DBA-C334-8800-9B747886FADE}"/>
                  </a:ext>
                </a:extLst>
              </p14:cNvPr>
              <p14:cNvContentPartPr/>
              <p14:nvPr/>
            </p14:nvContentPartPr>
            <p14:xfrm>
              <a:off x="8171527" y="2165691"/>
              <a:ext cx="649080" cy="411480"/>
            </p14:xfrm>
          </p:contentPart>
        </mc:Choice>
        <mc:Fallback xmlns="">
          <p:pic>
            <p:nvPicPr>
              <p:cNvPr id="363" name="Ink 362">
                <a:extLst>
                  <a:ext uri="{FF2B5EF4-FFF2-40B4-BE49-F238E27FC236}">
                    <a16:creationId xmlns:a16="http://schemas.microsoft.com/office/drawing/2014/main" id="{3CB31A0C-9DBA-C334-8800-9B747886FADE}"/>
                  </a:ext>
                </a:extLst>
              </p:cNvPr>
              <p:cNvPicPr/>
              <p:nvPr/>
            </p:nvPicPr>
            <p:blipFill>
              <a:blip r:embed="rId155"/>
              <a:stretch>
                <a:fillRect/>
              </a:stretch>
            </p:blipFill>
            <p:spPr>
              <a:xfrm>
                <a:off x="8156047" y="2150197"/>
                <a:ext cx="679680" cy="442107"/>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369" name="Ink 368">
                <a:extLst>
                  <a:ext uri="{FF2B5EF4-FFF2-40B4-BE49-F238E27FC236}">
                    <a16:creationId xmlns:a16="http://schemas.microsoft.com/office/drawing/2014/main" id="{D8087C2F-004D-1BCB-BBE5-8D41B4A10E6A}"/>
                  </a:ext>
                </a:extLst>
              </p14:cNvPr>
              <p14:cNvContentPartPr/>
              <p14:nvPr/>
            </p14:nvContentPartPr>
            <p14:xfrm>
              <a:off x="7418767" y="2218971"/>
              <a:ext cx="360720" cy="353520"/>
            </p14:xfrm>
          </p:contentPart>
        </mc:Choice>
        <mc:Fallback xmlns="">
          <p:pic>
            <p:nvPicPr>
              <p:cNvPr id="369" name="Ink 368">
                <a:extLst>
                  <a:ext uri="{FF2B5EF4-FFF2-40B4-BE49-F238E27FC236}">
                    <a16:creationId xmlns:a16="http://schemas.microsoft.com/office/drawing/2014/main" id="{D8087C2F-004D-1BCB-BBE5-8D41B4A10E6A}"/>
                  </a:ext>
                </a:extLst>
              </p:cNvPr>
              <p:cNvPicPr/>
              <p:nvPr/>
            </p:nvPicPr>
            <p:blipFill>
              <a:blip r:embed="rId157"/>
              <a:stretch>
                <a:fillRect/>
              </a:stretch>
            </p:blipFill>
            <p:spPr>
              <a:xfrm>
                <a:off x="7403287" y="2203507"/>
                <a:ext cx="391320" cy="384089"/>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389" name="Ink 388">
                <a:extLst>
                  <a:ext uri="{FF2B5EF4-FFF2-40B4-BE49-F238E27FC236}">
                    <a16:creationId xmlns:a16="http://schemas.microsoft.com/office/drawing/2014/main" id="{3C8FD192-AA04-A1D8-9B98-03E9F7A75747}"/>
                  </a:ext>
                </a:extLst>
              </p14:cNvPr>
              <p14:cNvContentPartPr/>
              <p14:nvPr/>
            </p14:nvContentPartPr>
            <p14:xfrm>
              <a:off x="346320" y="3500313"/>
              <a:ext cx="2807640" cy="211680"/>
            </p14:xfrm>
          </p:contentPart>
        </mc:Choice>
        <mc:Fallback xmlns="">
          <p:pic>
            <p:nvPicPr>
              <p:cNvPr id="389" name="Ink 388">
                <a:extLst>
                  <a:ext uri="{FF2B5EF4-FFF2-40B4-BE49-F238E27FC236}">
                    <a16:creationId xmlns:a16="http://schemas.microsoft.com/office/drawing/2014/main" id="{3C8FD192-AA04-A1D8-9B98-03E9F7A75747}"/>
                  </a:ext>
                </a:extLst>
              </p:cNvPr>
              <p:cNvPicPr/>
              <p:nvPr/>
            </p:nvPicPr>
            <p:blipFill>
              <a:blip r:embed="rId159"/>
              <a:stretch>
                <a:fillRect/>
              </a:stretch>
            </p:blipFill>
            <p:spPr>
              <a:xfrm>
                <a:off x="330842" y="3484807"/>
                <a:ext cx="2838236" cy="242332"/>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392" name="Ink 391">
                <a:extLst>
                  <a:ext uri="{FF2B5EF4-FFF2-40B4-BE49-F238E27FC236}">
                    <a16:creationId xmlns:a16="http://schemas.microsoft.com/office/drawing/2014/main" id="{D0B9778D-A48F-45C0-DE8F-11BB45FBE2AE}"/>
                  </a:ext>
                </a:extLst>
              </p14:cNvPr>
              <p14:cNvContentPartPr/>
              <p14:nvPr/>
            </p14:nvContentPartPr>
            <p14:xfrm>
              <a:off x="3276360" y="3588153"/>
              <a:ext cx="21240" cy="60480"/>
            </p14:xfrm>
          </p:contentPart>
        </mc:Choice>
        <mc:Fallback xmlns="">
          <p:pic>
            <p:nvPicPr>
              <p:cNvPr id="392" name="Ink 391">
                <a:extLst>
                  <a:ext uri="{FF2B5EF4-FFF2-40B4-BE49-F238E27FC236}">
                    <a16:creationId xmlns:a16="http://schemas.microsoft.com/office/drawing/2014/main" id="{D0B9778D-A48F-45C0-DE8F-11BB45FBE2AE}"/>
                  </a:ext>
                </a:extLst>
              </p:cNvPr>
              <p:cNvPicPr/>
              <p:nvPr/>
            </p:nvPicPr>
            <p:blipFill>
              <a:blip r:embed="rId161"/>
              <a:stretch>
                <a:fillRect/>
              </a:stretch>
            </p:blipFill>
            <p:spPr>
              <a:xfrm>
                <a:off x="3260613" y="3572673"/>
                <a:ext cx="52368"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399" name="Ink 398">
                <a:extLst>
                  <a:ext uri="{FF2B5EF4-FFF2-40B4-BE49-F238E27FC236}">
                    <a16:creationId xmlns:a16="http://schemas.microsoft.com/office/drawing/2014/main" id="{5DCE1443-49EE-1A37-314D-84C8C93FD095}"/>
                  </a:ext>
                </a:extLst>
              </p14:cNvPr>
              <p14:cNvContentPartPr/>
              <p14:nvPr/>
            </p14:nvContentPartPr>
            <p14:xfrm>
              <a:off x="3818880" y="3385113"/>
              <a:ext cx="466920" cy="302400"/>
            </p14:xfrm>
          </p:contentPart>
        </mc:Choice>
        <mc:Fallback xmlns="">
          <p:pic>
            <p:nvPicPr>
              <p:cNvPr id="399" name="Ink 398">
                <a:extLst>
                  <a:ext uri="{FF2B5EF4-FFF2-40B4-BE49-F238E27FC236}">
                    <a16:creationId xmlns:a16="http://schemas.microsoft.com/office/drawing/2014/main" id="{5DCE1443-49EE-1A37-314D-84C8C93FD095}"/>
                  </a:ext>
                </a:extLst>
              </p:cNvPr>
              <p:cNvPicPr/>
              <p:nvPr/>
            </p:nvPicPr>
            <p:blipFill>
              <a:blip r:embed="rId163"/>
              <a:stretch>
                <a:fillRect/>
              </a:stretch>
            </p:blipFill>
            <p:spPr>
              <a:xfrm>
                <a:off x="3803388" y="3369651"/>
                <a:ext cx="497544" cy="332964"/>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417" name="Ink 416">
                <a:extLst>
                  <a:ext uri="{FF2B5EF4-FFF2-40B4-BE49-F238E27FC236}">
                    <a16:creationId xmlns:a16="http://schemas.microsoft.com/office/drawing/2014/main" id="{74AA3210-B161-1568-6611-1EA43C05F1CE}"/>
                  </a:ext>
                </a:extLst>
              </p14:cNvPr>
              <p14:cNvContentPartPr/>
              <p14:nvPr/>
            </p14:nvContentPartPr>
            <p14:xfrm>
              <a:off x="5239331" y="3403833"/>
              <a:ext cx="1101600" cy="289800"/>
            </p14:xfrm>
          </p:contentPart>
        </mc:Choice>
        <mc:Fallback xmlns="">
          <p:pic>
            <p:nvPicPr>
              <p:cNvPr id="417" name="Ink 416">
                <a:extLst>
                  <a:ext uri="{FF2B5EF4-FFF2-40B4-BE49-F238E27FC236}">
                    <a16:creationId xmlns:a16="http://schemas.microsoft.com/office/drawing/2014/main" id="{74AA3210-B161-1568-6611-1EA43C05F1CE}"/>
                  </a:ext>
                </a:extLst>
              </p:cNvPr>
              <p:cNvPicPr/>
              <p:nvPr/>
            </p:nvPicPr>
            <p:blipFill>
              <a:blip r:embed="rId165"/>
              <a:stretch>
                <a:fillRect/>
              </a:stretch>
            </p:blipFill>
            <p:spPr>
              <a:xfrm>
                <a:off x="5223851" y="3388353"/>
                <a:ext cx="11322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418" name="Ink 417">
                <a:extLst>
                  <a:ext uri="{FF2B5EF4-FFF2-40B4-BE49-F238E27FC236}">
                    <a16:creationId xmlns:a16="http://schemas.microsoft.com/office/drawing/2014/main" id="{7FC33984-34E1-1C15-D22F-2AABBEC7A45B}"/>
                  </a:ext>
                </a:extLst>
              </p14:cNvPr>
              <p14:cNvContentPartPr/>
              <p14:nvPr/>
            </p14:nvContentPartPr>
            <p14:xfrm>
              <a:off x="4765931" y="3447393"/>
              <a:ext cx="298080" cy="302760"/>
            </p14:xfrm>
          </p:contentPart>
        </mc:Choice>
        <mc:Fallback xmlns="">
          <p:pic>
            <p:nvPicPr>
              <p:cNvPr id="418" name="Ink 417">
                <a:extLst>
                  <a:ext uri="{FF2B5EF4-FFF2-40B4-BE49-F238E27FC236}">
                    <a16:creationId xmlns:a16="http://schemas.microsoft.com/office/drawing/2014/main" id="{7FC33984-34E1-1C15-D22F-2AABBEC7A45B}"/>
                  </a:ext>
                </a:extLst>
              </p:cNvPr>
              <p:cNvPicPr/>
              <p:nvPr/>
            </p:nvPicPr>
            <p:blipFill>
              <a:blip r:embed="rId167"/>
              <a:stretch>
                <a:fillRect/>
              </a:stretch>
            </p:blipFill>
            <p:spPr>
              <a:xfrm>
                <a:off x="4750470" y="3431895"/>
                <a:ext cx="328643" cy="333396"/>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419" name="Ink 418">
                <a:extLst>
                  <a:ext uri="{FF2B5EF4-FFF2-40B4-BE49-F238E27FC236}">
                    <a16:creationId xmlns:a16="http://schemas.microsoft.com/office/drawing/2014/main" id="{79AE92AC-EF48-F9E4-B80D-682A0AF4FCA5}"/>
                  </a:ext>
                </a:extLst>
              </p14:cNvPr>
              <p14:cNvContentPartPr/>
              <p14:nvPr/>
            </p14:nvContentPartPr>
            <p14:xfrm>
              <a:off x="4398731" y="3618033"/>
              <a:ext cx="113400" cy="48960"/>
            </p14:xfrm>
          </p:contentPart>
        </mc:Choice>
        <mc:Fallback xmlns="">
          <p:pic>
            <p:nvPicPr>
              <p:cNvPr id="419" name="Ink 418">
                <a:extLst>
                  <a:ext uri="{FF2B5EF4-FFF2-40B4-BE49-F238E27FC236}">
                    <a16:creationId xmlns:a16="http://schemas.microsoft.com/office/drawing/2014/main" id="{79AE92AC-EF48-F9E4-B80D-682A0AF4FCA5}"/>
                  </a:ext>
                </a:extLst>
              </p:cNvPr>
              <p:cNvPicPr/>
              <p:nvPr/>
            </p:nvPicPr>
            <p:blipFill>
              <a:blip r:embed="rId169"/>
              <a:stretch>
                <a:fillRect/>
              </a:stretch>
            </p:blipFill>
            <p:spPr>
              <a:xfrm>
                <a:off x="4383251" y="3602553"/>
                <a:ext cx="144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420" name="Ink 419">
                <a:extLst>
                  <a:ext uri="{FF2B5EF4-FFF2-40B4-BE49-F238E27FC236}">
                    <a16:creationId xmlns:a16="http://schemas.microsoft.com/office/drawing/2014/main" id="{5866A14C-76B6-43C2-B8AB-C12A1E49E966}"/>
                  </a:ext>
                </a:extLst>
              </p14:cNvPr>
              <p14:cNvContentPartPr/>
              <p14:nvPr/>
            </p14:nvContentPartPr>
            <p14:xfrm>
              <a:off x="6417051" y="3410375"/>
              <a:ext cx="141840" cy="305280"/>
            </p14:xfrm>
          </p:contentPart>
        </mc:Choice>
        <mc:Fallback xmlns="">
          <p:pic>
            <p:nvPicPr>
              <p:cNvPr id="420" name="Ink 419">
                <a:extLst>
                  <a:ext uri="{FF2B5EF4-FFF2-40B4-BE49-F238E27FC236}">
                    <a16:creationId xmlns:a16="http://schemas.microsoft.com/office/drawing/2014/main" id="{5866A14C-76B6-43C2-B8AB-C12A1E49E966}"/>
                  </a:ext>
                </a:extLst>
              </p:cNvPr>
              <p:cNvPicPr/>
              <p:nvPr/>
            </p:nvPicPr>
            <p:blipFill>
              <a:blip r:embed="rId171"/>
              <a:stretch>
                <a:fillRect/>
              </a:stretch>
            </p:blipFill>
            <p:spPr>
              <a:xfrm>
                <a:off x="6401571" y="3394913"/>
                <a:ext cx="172440" cy="335844"/>
              </a:xfrm>
              <a:prstGeom prst="rect">
                <a:avLst/>
              </a:prstGeom>
            </p:spPr>
          </p:pic>
        </mc:Fallback>
      </mc:AlternateContent>
    </p:spTree>
    <p:extLst>
      <p:ext uri="{BB962C8B-B14F-4D97-AF65-F5344CB8AC3E}">
        <p14:creationId xmlns:p14="http://schemas.microsoft.com/office/powerpoint/2010/main" val="194152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3AFCC-DBCB-2B8C-6CA5-CAF5B068E21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162684-211B-8C50-9CDA-330C3D8DD5AC}"/>
              </a:ext>
            </a:extLst>
          </p:cNvPr>
          <p:cNvSpPr>
            <a:spLocks noGrp="1"/>
          </p:cNvSpPr>
          <p:nvPr>
            <p:ph type="title"/>
          </p:nvPr>
        </p:nvSpPr>
        <p:spPr/>
        <p:txBody>
          <a:bodyPr/>
          <a:lstStyle/>
          <a:p>
            <a:r>
              <a:rPr lang="en-US" dirty="0"/>
              <a:t>Extra notes</a:t>
            </a:r>
          </a:p>
        </p:txBody>
      </p:sp>
      <p:grpSp>
        <p:nvGrpSpPr>
          <p:cNvPr id="4" name="Group 3">
            <a:extLst>
              <a:ext uri="{FF2B5EF4-FFF2-40B4-BE49-F238E27FC236}">
                <a16:creationId xmlns:a16="http://schemas.microsoft.com/office/drawing/2014/main" id="{9BDF6EF8-4C0C-5997-C252-A4BA7D65C047}"/>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92B75329-6971-7A23-65C0-0BF464016138}"/>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767C7DE-098A-C4BF-EA3A-C8863BDF2520}"/>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D74E0C6-5D36-7ACC-347E-C4E5DB83001E}"/>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78B23A3-A9A7-2011-98DB-2F4FD3354490}"/>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2E66C3C-5C95-E167-C882-C2DDD9A819AE}"/>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4688573-8EA2-BC08-1684-6479669E1985}"/>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DC27D62-BD4B-171B-3778-CA0D350771DD}"/>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6527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BDF71-864E-86CE-BC2D-74E6EFB108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B40DDEB-2815-28E1-1702-E20A8C5BCE87}"/>
              </a:ext>
            </a:extLst>
          </p:cNvPr>
          <p:cNvSpPr>
            <a:spLocks noGrp="1"/>
          </p:cNvSpPr>
          <p:nvPr>
            <p:ph type="title"/>
          </p:nvPr>
        </p:nvSpPr>
        <p:spPr/>
        <p:txBody>
          <a:bodyPr/>
          <a:lstStyle/>
          <a:p>
            <a:r>
              <a:rPr lang="en-US" dirty="0"/>
              <a:t>Extra notes</a:t>
            </a:r>
          </a:p>
        </p:txBody>
      </p:sp>
      <p:grpSp>
        <p:nvGrpSpPr>
          <p:cNvPr id="4" name="Group 3">
            <a:extLst>
              <a:ext uri="{FF2B5EF4-FFF2-40B4-BE49-F238E27FC236}">
                <a16:creationId xmlns:a16="http://schemas.microsoft.com/office/drawing/2014/main" id="{6148A9AF-2A5E-0309-C5A5-13885AAD539F}"/>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B260F186-BB19-F9E5-8895-26D47D19056C}"/>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D1286FC-0E06-108A-23AA-F2DDD2005438}"/>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4DD745-7D23-FD04-849B-7DCCCB792451}"/>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2F54C89-84EF-ACA7-9300-5F2F508F746F}"/>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CA836BF-9DBD-2DE5-0642-E2A580F1368A}"/>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0ED6833-DFCB-C1A7-B501-728D82765FF5}"/>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0C2E833-E16D-FB46-BAA8-5C575502279A}"/>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91670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E27A2C-2561-1778-9B2E-3E5735A5D09B}"/>
              </a:ext>
            </a:extLst>
          </p:cNvPr>
          <p:cNvSpPr>
            <a:spLocks noGrp="1"/>
          </p:cNvSpPr>
          <p:nvPr>
            <p:ph idx="26"/>
          </p:nvPr>
        </p:nvSpPr>
        <p:spPr/>
        <p:txBody>
          <a:bodyPr/>
          <a:lstStyle/>
          <a:p>
            <a:r>
              <a:rPr lang="en-US" dirty="0"/>
              <a:t>Materials from this handout used Machine Learning, A First Course for Engineers and Scientists by Lindholm et. al (March 4</a:t>
            </a:r>
            <a:r>
              <a:rPr lang="en-US" baseline="30000" dirty="0"/>
              <a:t>th</a:t>
            </a:r>
            <a:r>
              <a:rPr lang="en-US" dirty="0"/>
              <a:t>, 2026 version), section 6.1 as a reference. Access to this document is free at the publishers’ GitHub page. </a:t>
            </a:r>
          </a:p>
          <a:p>
            <a:r>
              <a:rPr lang="en-US" dirty="0"/>
              <a:t>The following was also used for materials: </a:t>
            </a:r>
            <a:r>
              <a:rPr lang="en-US" i="1" dirty="0"/>
              <a:t>Artificial Intelligence: A Modern Approach</a:t>
            </a:r>
            <a:r>
              <a:rPr lang="en-US" dirty="0"/>
              <a:t>, Russel and Norvig, 4</a:t>
            </a:r>
            <a:r>
              <a:rPr lang="en-US" baseline="30000" dirty="0"/>
              <a:t>th</a:t>
            </a:r>
            <a:r>
              <a:rPr lang="en-US" dirty="0"/>
              <a:t> edition, section 21.1.</a:t>
            </a:r>
          </a:p>
        </p:txBody>
      </p:sp>
      <p:sp>
        <p:nvSpPr>
          <p:cNvPr id="3" name="Title 2">
            <a:extLst>
              <a:ext uri="{FF2B5EF4-FFF2-40B4-BE49-F238E27FC236}">
                <a16:creationId xmlns:a16="http://schemas.microsoft.com/office/drawing/2014/main" id="{4DA13E2E-A912-09EE-0B68-D5DDBBF5B218}"/>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227656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330AE-2636-E259-EEFC-59063E9748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86C4AE-F6B7-2E9C-05FD-B54200E38DB5}"/>
              </a:ext>
            </a:extLst>
          </p:cNvPr>
          <p:cNvSpPr>
            <a:spLocks noGrp="1"/>
          </p:cNvSpPr>
          <p:nvPr>
            <p:ph type="title"/>
          </p:nvPr>
        </p:nvSpPr>
        <p:spPr/>
        <p:txBody>
          <a:bodyPr/>
          <a:lstStyle/>
          <a:p>
            <a:r>
              <a:rPr lang="en-US" dirty="0"/>
              <a:t>Extra notes</a:t>
            </a:r>
          </a:p>
        </p:txBody>
      </p:sp>
      <p:grpSp>
        <p:nvGrpSpPr>
          <p:cNvPr id="4" name="Group 3">
            <a:extLst>
              <a:ext uri="{FF2B5EF4-FFF2-40B4-BE49-F238E27FC236}">
                <a16:creationId xmlns:a16="http://schemas.microsoft.com/office/drawing/2014/main" id="{2DC1CB94-D17A-A46B-7EE0-AB3C51C43D33}"/>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1FF3C5DA-1D0D-7B94-707B-03A28FD44002}"/>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8AC838C-637B-7880-60CA-9B838F3B82D2}"/>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F760FE1-93F1-4FC6-611C-4322370F2C69}"/>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B63499E-C2D0-E484-67C1-2EA7FA971AD4}"/>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620841E-0069-7B25-06EA-B2305D7AFD4C}"/>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3D137F2-D56E-B650-05DB-E13BCC0C863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E4E9FF6-C851-7B5E-EBA4-1B25D7CD74CD}"/>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881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CP_PPT_STANDARD_V1" val="bFGnCw1I"/>
  <p:tag name="ARTICULATE_SLIDE_THUMBNAIL_REFRESH" val="1"/>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P_ppt_standard_v1">
  <a:themeElements>
    <a:clrScheme name="Cal Poly Theme 1">
      <a:dk1>
        <a:srgbClr val="000000"/>
      </a:dk1>
      <a:lt1>
        <a:sysClr val="window" lastClr="FFFFFF"/>
      </a:lt1>
      <a:dk2>
        <a:srgbClr val="143B1E"/>
      </a:dk2>
      <a:lt2>
        <a:srgbClr val="EEECE1"/>
      </a:lt2>
      <a:accent1>
        <a:srgbClr val="857756"/>
      </a:accent1>
      <a:accent2>
        <a:srgbClr val="7E7462"/>
      </a:accent2>
      <a:accent3>
        <a:srgbClr val="3B3523"/>
      </a:accent3>
      <a:accent4>
        <a:srgbClr val="4F512F"/>
      </a:accent4>
      <a:accent5>
        <a:srgbClr val="273015"/>
      </a:accent5>
      <a:accent6>
        <a:srgbClr val="C6C0B7"/>
      </a:accent6>
      <a:hlink>
        <a:srgbClr val="857756"/>
      </a:hlink>
      <a:folHlink>
        <a:srgbClr val="7E7462"/>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a:spPr>
      <a:bodyPr vert="horz" wrap="square" lIns="91440" tIns="45720" rIns="91440" bIns="45720" numCol="1" anchor="t" anchorCtr="0" compatLnSpc="1">
        <a:prstTxWarp prst="textNoShape">
          <a:avLst/>
        </a:prstTxWarp>
        <a:normAutofit/>
      </a:bodyPr>
      <a:lstStyle>
        <a:defPPr>
          <a:defRPr sz="2800" dirty="0" smtClean="0">
            <a:solidFill>
              <a:srgbClr val="29551A"/>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18181</TotalTime>
  <Words>631</Words>
  <Application>Microsoft Macintosh PowerPoint</Application>
  <PresentationFormat>On-screen Show (16:9)</PresentationFormat>
  <Paragraphs>125</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 Math</vt:lpstr>
      <vt:lpstr>Palatino Linotype</vt:lpstr>
      <vt:lpstr>Wingdings</vt:lpstr>
      <vt:lpstr>CP_ppt_standard_v1</vt:lpstr>
      <vt:lpstr>Introduction to Neural Networks (1)</vt:lpstr>
      <vt:lpstr>Overview</vt:lpstr>
      <vt:lpstr>Universal Approximators</vt:lpstr>
      <vt:lpstr>Neural Networks as Universal Approximators</vt:lpstr>
      <vt:lpstr>Biological Neurons</vt:lpstr>
      <vt:lpstr>Neuronal Activation</vt:lpstr>
      <vt:lpstr>Artificial Neurons</vt:lpstr>
      <vt:lpstr>Activation Functions</vt:lpstr>
      <vt:lpstr>Single-Layer Perceptron Example</vt:lpstr>
      <vt:lpstr>Single-Layer Perceptron Issue</vt:lpstr>
      <vt:lpstr>Multi-layer Perceptrons (MLP) and Deep Neural Networks</vt:lpstr>
      <vt:lpstr>Deep Neural Networks</vt:lpstr>
      <vt:lpstr>Neural Network Notations</vt:lpstr>
      <vt:lpstr>Neural Network Notations</vt:lpstr>
      <vt:lpstr>Extra notes</vt:lpstr>
      <vt:lpstr>Extra notes</vt:lpstr>
      <vt:lpstr>References</vt:lpstr>
      <vt:lpstr>Extra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AI and Machine Learning?</dc:title>
  <cp:lastModifiedBy>Mohammad Hasan</cp:lastModifiedBy>
  <cp:revision>227</cp:revision>
  <dcterms:modified xsi:type="dcterms:W3CDTF">2026-09-28T02:49:26Z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118AC62C-6063-445C-83E0-64D5A29EA3D4</vt:lpwstr>
  </property>
  <property fmtid="{D5CDD505-2E9C-101B-9397-08002B2CF9AE}" pid="3" name="ArticulatePath">
    <vt:lpwstr>Unconscious Bias in the Engineering Faculty Search Process_v3</vt:lpwstr>
  </property>
</Properties>
</file>