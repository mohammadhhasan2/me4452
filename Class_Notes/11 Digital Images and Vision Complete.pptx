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org&amp;utm_campaign=index&amp;utm_content=original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notesSlides/notesSlide5.xml" ContentType="application/vnd.openxmlformats-officedocument.presentationml.notesSlide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notesMasterIdLst>
    <p:notesMasterId r:id="rId27"/>
  </p:notesMasterIdLst>
  <p:sldIdLst>
    <p:sldId id="315" r:id="rId2"/>
    <p:sldId id="343" r:id="rId3"/>
    <p:sldId id="365" r:id="rId4"/>
    <p:sldId id="396" r:id="rId5"/>
    <p:sldId id="398" r:id="rId6"/>
    <p:sldId id="399" r:id="rId7"/>
    <p:sldId id="400" r:id="rId8"/>
    <p:sldId id="401" r:id="rId9"/>
    <p:sldId id="402" r:id="rId10"/>
    <p:sldId id="397" r:id="rId11"/>
    <p:sldId id="403" r:id="rId12"/>
    <p:sldId id="404" r:id="rId13"/>
    <p:sldId id="407" r:id="rId14"/>
    <p:sldId id="410" r:id="rId15"/>
    <p:sldId id="405" r:id="rId16"/>
    <p:sldId id="406" r:id="rId17"/>
    <p:sldId id="408" r:id="rId18"/>
    <p:sldId id="409" r:id="rId19"/>
    <p:sldId id="411" r:id="rId20"/>
    <p:sldId id="412" r:id="rId21"/>
    <p:sldId id="413" r:id="rId22"/>
    <p:sldId id="414" r:id="rId23"/>
    <p:sldId id="415" r:id="rId24"/>
    <p:sldId id="362" r:id="rId25"/>
    <p:sldId id="373" r:id="rId26"/>
  </p:sldIdLst>
  <p:sldSz cx="9144000" cy="5143500" type="screen16x9"/>
  <p:notesSz cx="9236075" cy="7010400"/>
  <p:custDataLst>
    <p:tags r:id="rId2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284"/>
    <a:srgbClr val="8B92DE"/>
    <a:srgbClr val="EAAB00"/>
    <a:srgbClr val="C6C0B7"/>
    <a:srgbClr val="3B3523"/>
    <a:srgbClr val="F0EED7"/>
    <a:srgbClr val="857756"/>
    <a:srgbClr val="7E7462"/>
    <a:srgbClr val="273015"/>
    <a:srgbClr val="4F5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00C95B-0250-BA44-94BB-A2183C5D955D}" v="677" dt="2026-10-13T19:32:46.7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86438"/>
  </p:normalViewPr>
  <p:slideViewPr>
    <p:cSldViewPr snapToGrid="0">
      <p:cViewPr varScale="1">
        <p:scale>
          <a:sx n="145" d="100"/>
          <a:sy n="145" d="100"/>
        </p:scale>
        <p:origin x="111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5-4CA1-AFBF-A3E9F95F45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5-4CA1-AFBF-A3E9F95F45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5-4CA1-AFBF-A3E9F95F4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4220736"/>
        <c:axId val="146502112"/>
      </c:barChart>
      <c:catAx>
        <c:axId val="174220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46502112"/>
        <c:crosses val="autoZero"/>
        <c:auto val="1"/>
        <c:lblAlgn val="ctr"/>
        <c:lblOffset val="100"/>
        <c:noMultiLvlLbl val="0"/>
      </c:catAx>
      <c:valAx>
        <c:axId val="14650211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1742207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6-4755-B39D-439C5442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06-4755-B39D-439C5442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06-4755-B39D-439C5442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2160"/>
        <c:axId val="251362552"/>
      </c:barChart>
      <c:catAx>
        <c:axId val="251362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552"/>
        <c:crosses val="autoZero"/>
        <c:auto val="1"/>
        <c:lblAlgn val="ctr"/>
        <c:lblOffset val="100"/>
        <c:noMultiLvlLbl val="0"/>
      </c:catAx>
      <c:valAx>
        <c:axId val="251362552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2160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7469879518072284"/>
          <c:y val="0.32344213649851633"/>
          <c:w val="0.28915662650602408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5"/>
    </mc:Choice>
    <mc:Fallback>
      <c:style val="35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3B3523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EC-4472-834A-CD78B91F17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857756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EC-4472-834A-CD78B91F17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C6C0B7"/>
            </a:solidFill>
            <a:ln w="3173">
              <a:solidFill>
                <a:srgbClr val="865357"/>
              </a:solidFill>
              <a:prstDash val="solid"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EC-4472-834A-CD78B91F17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1363336"/>
        <c:axId val="251363728"/>
      </c:barChart>
      <c:catAx>
        <c:axId val="251363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728"/>
        <c:crosses val="autoZero"/>
        <c:auto val="1"/>
        <c:lblAlgn val="ctr"/>
        <c:lblOffset val="100"/>
        <c:noMultiLvlLbl val="0"/>
      </c:catAx>
      <c:valAx>
        <c:axId val="25136372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3336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421534936998854"/>
          <c:y val="0.34421364985163205"/>
          <c:w val="0.13745704467353953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7A-48D0-BD55-17F64B850A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7A-48D0-BD55-17F64B850A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7A-48D0-BD55-17F64B850A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4512"/>
        <c:axId val="251364904"/>
      </c:lineChart>
      <c:catAx>
        <c:axId val="251364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904"/>
        <c:crosses val="autoZero"/>
        <c:auto val="1"/>
        <c:lblAlgn val="ctr"/>
        <c:lblOffset val="100"/>
        <c:noMultiLvlLbl val="0"/>
      </c:catAx>
      <c:valAx>
        <c:axId val="25136490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451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6-4F72-A118-34CB4C66CE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77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6-4F72-A118-34CB4C66CEA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77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136-4F72-A118-34CB4C66CE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365688"/>
        <c:axId val="251989008"/>
      </c:lineChart>
      <c:catAx>
        <c:axId val="251365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008"/>
        <c:crosses val="autoZero"/>
        <c:auto val="1"/>
        <c:lblAlgn val="ctr"/>
        <c:lblOffset val="100"/>
        <c:noMultiLvlLbl val="0"/>
      </c:catAx>
      <c:valAx>
        <c:axId val="251989008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365688"/>
        <c:crosses val="autoZero"/>
        <c:crossBetween val="between"/>
      </c:valAx>
      <c:spPr>
        <a:solidFill>
          <a:srgbClr val="F2F2F2"/>
        </a:solidFill>
        <a:ln w="25385">
          <a:noFill/>
        </a:ln>
      </c:spPr>
    </c:plotArea>
    <c:legend>
      <c:legendPos val="r"/>
      <c:layout>
        <c:manualLayout>
          <c:xMode val="edge"/>
          <c:yMode val="edge"/>
          <c:x val="0.66987951807228918"/>
          <c:y val="0.32344213649851633"/>
          <c:w val="0.29638554216867469"/>
          <c:h val="0.37982195845697331"/>
        </c:manualLayout>
      </c:layout>
      <c:overlay val="0"/>
      <c:spPr>
        <a:noFill/>
        <a:ln w="25385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80-4918-B3E2-DDF92CD730A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8080">
              <a:solidFill>
                <a:srgbClr val="90713A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80-4918-B3E2-DDF92CD730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8080">
              <a:solidFill>
                <a:srgbClr val="333300"/>
              </a:solidFill>
              <a:prstDash val="solid"/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80-4918-B3E2-DDF92CD73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1989792"/>
        <c:axId val="251990184"/>
      </c:lineChart>
      <c:catAx>
        <c:axId val="251989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90184"/>
        <c:crosses val="autoZero"/>
        <c:auto val="1"/>
        <c:lblAlgn val="ctr"/>
        <c:lblOffset val="100"/>
        <c:noMultiLvlLbl val="0"/>
      </c:catAx>
      <c:valAx>
        <c:axId val="251990184"/>
        <c:scaling>
          <c:orientation val="minMax"/>
        </c:scaling>
        <c:delete val="0"/>
        <c:axPos val="l"/>
        <c:majorGridlines>
          <c:spPr>
            <a:ln w="3173">
              <a:solidFill>
                <a:srgbClr val="80808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3173">
            <a:solidFill>
              <a:srgbClr val="808080"/>
            </a:solidFill>
            <a:prstDash val="solid"/>
          </a:ln>
        </c:spPr>
        <c:txPr>
          <a:bodyPr/>
          <a:lstStyle/>
          <a:p>
            <a:pPr>
              <a:defRPr>
                <a:solidFill>
                  <a:srgbClr val="595959"/>
                </a:solidFill>
              </a:defRPr>
            </a:pPr>
            <a:endParaRPr lang="en-US"/>
          </a:p>
        </c:txPr>
        <c:crossAx val="251989792"/>
        <c:crosses val="autoZero"/>
        <c:crossBetween val="between"/>
      </c:valAx>
      <c:spPr>
        <a:solidFill>
          <a:srgbClr val="F2F2F2"/>
        </a:solidFill>
        <a:ln w="25387">
          <a:noFill/>
        </a:ln>
      </c:spPr>
    </c:plotArea>
    <c:legend>
      <c:legendPos val="r"/>
      <c:layout>
        <c:manualLayout>
          <c:xMode val="edge"/>
          <c:yMode val="edge"/>
          <c:x val="0.84077892325315007"/>
          <c:y val="0.34421364985163205"/>
          <c:w val="0.14089347079037801"/>
          <c:h val="0.37982195845697331"/>
        </c:manualLayout>
      </c:layout>
      <c:overlay val="0"/>
      <c:spPr>
        <a:noFill/>
        <a:ln w="25387">
          <a:noFill/>
        </a:ln>
      </c:spPr>
      <c:txPr>
        <a:bodyPr/>
        <a:lstStyle/>
        <a:p>
          <a:pPr>
            <a:defRPr sz="1654" b="0" i="0" u="none" strike="noStrike" baseline="0">
              <a:solidFill>
                <a:srgbClr val="333333"/>
              </a:solidFill>
              <a:latin typeface="Palatino Linotype"/>
              <a:ea typeface="Palatino Linotype"/>
              <a:cs typeface="Palatino Linotype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799"/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08.3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11 7829,'-11'0'2421,"0"0"-1900,5 0 1,1 5-252,5 2 1,4 6-58,0 2 0,3 5 23,-3-2 1,3 3-28,-3 1 1,3 4-259,-3-1 1,1 6 125,-2-2 1,2 0-553,3 0 0,-3-5 301,-5 2 1,3-4-713,1-3 1,0 0 66,-4-4 0,0 0-1167,0-4 1986,4 0 0,-7-40 0,2-9 0</inkml:trace>
  <inkml:trace contextRef="#ctx0" brushRef="#br0" timeOffset="545">11 143 7829,'-6'-7'48,"3"-1"452,1 0-81,2-2 111,0-1-308,0 0 1,2 1-78,1 3 1,3-2 40,5 5 0,2-3-74,1 3 0,0 1-165,4 3 1,-3 0 66,3 0 1,1 0-234,3 0 1,-1 3 130,-3 1 1,-2 5-219,-5-2 1,-1 3 126,-3 1 1,-2 0-37,-5 0 0,0 0 25,0 0 0,-1 0 41,-3 0 1,-3-1 120,-8-3 0,3 3-88,-3-3 1,-1-1 7,1 2 0,-3-5 27,3 5 1,1-5-16,3 5 1,-4-6-61,0 2 233,1 2-27,2-5 0,6 5 303,3-2 8,1-3-308,2 4 0,5-5 232,3 0 0,2 0-76,1 0 0,0 0 94,0 0 0,0 4-102,0 0 0,3 4-26,1-1 1,0 2-91,-4-2 1,3 3-179,1-2 1,1 1-538,-1 2 1,-3 0 371,3 0 0,-3 0-222,-1 0 0,-4 0-7,1 0 487,-6-4 0,8-7 0,-4-7 0</inkml:trace>
  <inkml:trace contextRef="#ctx0" brushRef="#br0" timeOffset="983">485 341 7915,'0'-11'474,"0"5"0,0 0-296,0 2 0,0 3 0,2-4-301,1 5 0,0 0 108,4 0 1,-3-1-126,3-3 1,-3 3 23,3-3 0,1 3-21,3 1 1,-4 0-47,0 0-21,1 0 1,1-1 136,-1-3 0,0 2 5,-4-5 0,1 4 150,-1-1-192,-3-2 275,4 0 0,-10-4-56,-3 3 1,2-2 52,-1 6 1,0-2 46,-4 1 1,-4 3 59,0-3 0,1 3 10,3 1 0,-2 1-135,-1 3 1,1 1-19,-1 2 0,3 3 23,3-3 0,-2 3-120,3 1 1,2 0-29,2 0 0,1 4-174,2 0 0,0-1 68,0-3 0,5 0-145,3 0 1,5 0-603,2 0 1,4-1 390,0-2 1,2 0-489,1-4 943,0 0 0,34-24 0,9-5 0</inkml:trace>
  <inkml:trace contextRef="#ctx0" brushRef="#br0" timeOffset="1476">871 66 7993,'-7'-11'0,"1"0"595,1 0 1,1 3 128,4 1 180,-5 5-557,4-8-138,-4 9 1,5-3 14,0 8 1,4 3 10,0 8 1,4-2-131,0 5 1,1 1-32,2 3 0,2 1-127,1 3 0,-1-3-252,1 3 1,-2-3 8,0-1 1,-1 0-208,0 0 1,-4 0 245,0 0 1,-1-3-164,2-1 1,-2-4 65,-2 0 0,-3-5-245,2-2 88,-1-4 275,-2 2 1,-4-10 56,0-3 0,-4-2 59,0-1 1,-1 0 193,-2 0 0,0-1-66,0-3 0,-1 3 253,1-2 1,-1 1-149,-2 2 1,1 4 227,-1 0 1,1 0-129,2 0 1,0 1 38,0 2 0,0 3-59,0-3 1,4 4 122,-1 4 0,2 2-48,-1 5 0,-2 1-70,6 3 1,-1-1-140,4 4 0,0 0 106,0 4 1,1-3-194,3-1 0,2-4 40,5 0 1,4-1-76,0-2 0,3 0-209,-3 0 1,4-5-384,0-3 1,1-1-1260,2-2 1914,-4 0 0,7-30 0,-1-6 0</inkml:trace>
  <inkml:trace contextRef="#ctx0" brushRef="#br0" timeOffset="2249">1599 242 7829,'0'-6'34,"0"0"292,0 2 346,0 3-294,0-4-67,0 0-75,-5 4 0,3-4-27,-6 5 1,1 0-199,-4 0 0,0 4 154,0-1 0,0 6-196,0-2 0,3 4 37,1 4 0,1-1-80,-1 4 1,-2-3-101,5 3 1,1-1-71,3 2 0,5 0-244,2-4 0,9 3 233,6-3 1,1 0-176,7-4 0,-1-5 114,4-3 1,-1-1 315,-3-2 0,28-35 0,1-8 0</inkml:trace>
  <inkml:trace contextRef="#ctx0" brushRef="#br0" timeOffset="2684">1786 88 7829,'-3'-8'963,"-1"1"673,2-1-1364,0 3 0,4 5 124,1 7 0,0 6-25,4 2 1,2 5-92,5-2 0,-1 7-323,1 0 1,0 5 93,0-5-1,-1 6-354,1-2 0,-1 0 245,-2 0 1,2-4-328,-2 0 1,3-3 192,-7-3 1,-1 0-128,1-4 0,-4-4 36,1-4 0,-2-4-430,2 0 559,-3-1 1,4-7-12,-5-3 1,0 2 50,0-1 0,0-2-43,0-5 0,0 1 130,0-1 1,0 0-111,0 0 1,0 1 242,0-1 0,0-2 12,0 1 0,0 0-4,0 4 0,1 0 658,3 0-555,-3 0 0,9 1 105,-3 3 1,-1-1 177,2 4-372,-1 0 1,4 4 43,0 0 0,0 5-389,0 2 0,0 3 34,0 1 0,0 4-88,0 0 1,0 1-611,0-2 1,0-1 381,0 1 1,0-2-473,0-1 972,0 1 0,20-1 0,4 0 0</inkml:trace>
  <inkml:trace contextRef="#ctx0" brushRef="#br0" timeOffset="3126">2481 286 8540,'-4'-11'0,"-1"1"0,0 2 0,0 0 1247,3 0-828,-4-2-199,0 4 0,-5-3 15,0 6 1,3-1-328,1 4 1,0 5-40,-4 2 1,3 3-54,1 1 1,1 1-103,-2 3 0,0-1 167,4 4 1,1-3-153,3 3 0,0-3 80,0 3 1,0-3-81,0 3 1,0-4 50,0 0 1,4-1-106,4-2 0,2-2 5,1-1 0,1-3 88,3-5 1,-3 0 211,3 0 0,-3-2 20,-1-1 0,4-3 34,-1-5 0,-3 0-34,-3 0 0,-5-2 25,5-1 0,-6 0-70,2-4 0,-3 3 553,-1-3 0,0 4-223,0 0 1,-4-2 412,1 1 0,-5 0-184,5 4 1,-1 4 510,4-1-811,-5 6-77,4-3-132,-4 5 0,5 5 73,0 2 1,4 3-162,-1 1 0,6 5 11,-2 2 0,3 0-493,1 0 0,0-5 11,0 2 1,-4 1-202,1-1 0,0 0 755,7-4 0,7 0 0,6 0 0</inkml:trace>
  <inkml:trace contextRef="#ctx0" brushRef="#br0" timeOffset="3610">2701 253 7829,'-6'-7'953,"3"-1"405,1 0-1149,2 3 1,2 0 7,1 5 0,0 5-8,4 2 1,-3 4-171,3 4 0,-1-1 38,2 4 0,1-3-122,-1 3 0,-2-3 18,1 3 1,-1-3 103,2 3 1,0-4-183,-4 0 1,3-1-69,-3-2-94,0 0 37,0 0-175,-2-5-42,3-1-222,-5-5 345,0-5 1,0-1 125,0-5 1,0 0 54,0 0 0,0 0-28,0 0 0,0-1 163,0 1 1,-2 0-101,-1 0 0,1 0 438,-1 0 0,2 0-67,1 0 1,0 0 101,0 0 1,0 0-132,0 0 0,0 4 109,0 0-359,4-1 1,3 2 156,4 2-71,0-2 0,3 5-1,1-3 1,0 4 19,-4 4 1,0 2-46,0 5 1,0 0-63,0 0 1,0 0-95,0 0 1,0 2-214,0 1 1,0-2-347,0 3 0,-4 1 312,1-1 1,-5 1-131,5-2 0,-2-1-51,1 1 540,3-1 0,-4-12 0,5-2 0</inkml:trace>
  <inkml:trace contextRef="#ctx0" brushRef="#br0" timeOffset="4093">3142 264 8370,'-1'-10'0,"-1"2"1831,-2 0-1092,0 6-509,4-3 0,0 6-113,0 3 1,4-2 105,0 6 0,3 3-257,-3 4 0,4 0 109,0 0 1,-2-1-217,1 4 1,-3-5 103,3 2 1,-3-1-187,3 0 0,-4-1-132,0 1 161,-2-1 0,3-2-302,0 0 314,-1-5 0,-3 0-335,0-2 327,0-3 1,0 2-116,0-6 0,0 0 40,0-4 0,0 0 84,0-4 0,-3 0 116,-1 0 1,0 0 186,4-1 1,-1 0 13,-2-2 1,1 1-98,-1-1 1,1 1 437,2 2 0,0-1 53,0-3-16,0 3 1,0-4-140,0 5 0,5 4-133,3-1 0,1 5-173,3-5 1,-1 6 100,0-2 0,3 3-161,1 1 1,3 1 80,-3 3 0,0 2-84,-4 5 0,-1 0 50,-3 0 0,3 0-303,-3 0 1,-1 4 120,2 0 1,-5 1-569,5-2 0,-5-1 326,5 1 1,-6 2-673,2-1 0,1 0-157,-2-4 1197,6-5 0,2-6 0,6-6 0</inkml:trace>
  <inkml:trace contextRef="#ctx0" brushRef="#br0" timeOffset="4758">3594 308 8012,'11'0'499,"0"0"0,-3 0-393,-1 0 0,-3 0-46,3 0 0,-3 0 0,3 0-427,0 0 311,4 0 1,-3 0-96,-1 0 0,-3 0 31,3 0 1,-4-1-42,0-3 0,0 3 196,0-3 0,-1-2 82,1-1 1,-1 1-89,-2-1 0,-2 0 96,-1 0 0,0-3 122,-4 3 1,3 1-58,-3-2 1,1 5 80,-2-5 0,-1 6 101,1-2-201,-2 3 1,-1 1-6,0 0 0,4 1 83,0 3 1,1 2-64,-2 5 0,0 0-52,4 0 1,0 1-65,4 3 0,0-1-130,0 4 1,0-3-151,0 3 0,5-1 112,3 2 1,3 0-271,3-4 1,0 0 135,4-4 1,-3 0-98,3 0 0,1-5 94,3-3 0,0-1-142,0-2 0,0-2-16,0-1 0,-4-3 123,1-5 1,-5-4-72,5 0 0,-6-3 123,2 3 0,-8-4 251,-3 0 1,1 0-116,-2 0 0,1-5 443,-4 2 0,0-3 9,0 3 0,-4 0 204,1 0 0,-2 0-172,1 0 1,3 4 197,-3-1 0,-1 4-68,2-3 1,-1 5-167,4-2 0,-1 6 632,-3 2-222,3 5-182,-4-3-418,5 5 1,0 5-93,0 2 1,0 6-3,0 2 1,0 5 97,0-2 0,1 7-114,3 0 0,2 5-28,5-5 0,1 5-431,3-5 0,-3 5-103,3-4 0,1 3-327,-1-3 1,3-4 506,-3-4 1,4-3 20,0 3 1,-2-6 294,1-1 0,5-19 0,6-10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15.47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45 232 8544,'6'-7'-1843,"-1"3"1843,-5-1 0,0-1 0,0-5 0</inkml:trace>
  <inkml:trace contextRef="#ctx0" brushRef="#br0" timeOffset="140">0 66 7802,'0'-11'0,"0"0"-2,0 0 77,0 0 0,0 4-75,0-1 0,20 6 0,5-3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14.2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111 1 8093,'-11'0'0,"0"0"744,0 0 0,0 4-352,0 4 0,1 2-45,3 1 1,-3 1-129,3 3 1,0 3-99,0 8 1,5-2 84,-2 6 1,3-1-136,1 4 0,8 4 99,3 0 0,8-1-599,-1-3 1,4-3-138,4-1 0,-2-4-420,6 0 1,-5-6-30,5-5 0,-6-3 268,2-3 747,-8-3 0,3-30 0,-4-5 0</inkml:trace>
  <inkml:trace contextRef="#ctx0" brushRef="#br0" timeOffset="244">453 177 7802,'-4'-11'282,"0"0"1,1 4 1092,3-1-800,0 6 1,0-2-181,0 8 1,3 2-165,1 5 0,5 5-25,-2 2 1,3 3-238,1 1 1,0 4 74,0-1 1,-4 5-585,1-4 1,-2 3 157,1-3 0,2 3-121,-6-3 0,2 2-453,-1-6 1,-3 1 329,3-8 0,-3 0 1,-1-4 625,5-5 0,-9-40 0,3-15 0</inkml:trace>
  <inkml:trace contextRef="#ctx0" brushRef="#br0" timeOffset="628">409 210 7852,'-4'-18'0,"0"0"186,2 3 0,1 0 284,1 4 0,5 0-233,2 0 1,8 5-36,3 2 0,3-1-107,1 1 0,5 2 74,2 6 0,3 1-30,1 2 0,3 6 21,-3-2 1,-3 3-332,-8-3 1,-1 4-60,-2-1 0,-5 1-117,-6-4 0,-4 0-94,-4 0 0,-1 1 169,-2 3 0,-4-6 147,-4 2 0,-3-3-110,-1 3 0,-5-3 110,2-1 0,-3-3-52,-1 3 1,1-5 302,3 2 0,-3-2 32,3 2 1,2-3 35,1 3 0,3-3 2,1-1 1,4 2 42,-1 1 197,1-2-88,1 4-97,6 0 1,10 0-41,4 2 0,6 3 85,-2-2 0,3-2-143,1 1 1,0 0-248,0 4 0,0 0-306,0 1 1,4-1 241,0 0 0,-2-4-694,-5 0 0,0-1 400,-4 2 1,3 0 451,-3-4 0,-5-10 0,-5-6 0</inkml:trace>
  <inkml:trace contextRef="#ctx0" brushRef="#br0" timeOffset="952">905 45 8246,'-6'-11'1866,"7"4"-1307,10 4 0,2 8-118,9 6 1,-1 1-155,9 6 0,3 2-157,3 6 0,1-2-116,-4 6 1,-1-1-79,-3 4 1,-3-1 115,-7-3 0,-5 2-543,-6-5 0,-3-1 293,-5-3 1,-2-1-676,-1-2 0,-4-3 345,-4-5 1,0 0-1424,0 0 1951,0-5 0,5-11 0,1-7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18.6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253 98 8050,'4'-11'0,"1"0"0,0 0 1009,-1 0-644,0 0-144,-4 0 1,-5 5-198,-2 2 0,-4 3 87,-4 1 0,-2 0-66,-5 0 0,4 1-33,-1 3 1,1 2-139,-4 5 1,1 0-117,3 0 0,-2 4 113,5 0 0,2 3-140,5-3 1,0 3 85,4-3 1,-3 3-118,3-3 1,2 0-5,5-4 0,0 0 58,4 0 0,4-5 131,4-2 0,5-3-59,-2-1 0,1 0 216,0 0 0,2-5-120,-3-2 1,-1 0 276,2 0 1,-5-2-110,5-5 1,-6 2 260,2-3 0,-7 3 61,0 1-104,-1 0 1,3 0-87,-3-1 1,-1 6-102,-2 3 1,-1 1-242,4 2 133,-5 0 0,8 0-315,-3 0 1,2 5 136,-2 3 0,3 2-288,-2 1 1,0 0 158,-1 0 1,3 0 39,-2 0 0,-2-2 254,1-1 0,-4 2 0,6-14 0,-3 3 0</inkml:trace>
  <inkml:trace contextRef="#ctx0" brushRef="#br0" timeOffset="575">507 109 7818,'0'-11'0,"0"4"0,0 0 0,0 3 139,0-3 0,0 3 325,0-3-245,0 4 0,1-2-124,3 5 1,-2 0 83,5 0 1,1 4-232,3 0 0,0 4 95,0 0 1,0 1 140,0 2 0,0 4-56,0 0 0,-4 3-494,1-3 0,-2 1 174,1-1 0,2-3 21,-6 2 0,5-1 227,-5-2 1,1 0-83,-4 0 391,0-5-99,0-1-203,-5-5 0,0-1 56,-2-3-80,-3-2 1,8-5 48,-6 0 0,6 0-353,-2 0 1,3 0-247,1 0 1,0 0 262,0 0 0,5 0-141,2 0 0,3 0 63,1 0 0,0-1 103,0 1 1,1 0 222,3 0 0,-2 0 0,6 0 0,-5 2 0,5 1 0,-6 2 0,2 2 218,-3 3 1,-1-4-73,0 5 0,-3 0 398,-1 0 0,-5 2-200,2 1 1,1 3 0,-1 5 0,3 0-13,-3 0 1,3 0-256,-3 0 0,3 4 4,-3 0 0,3 0-96,-3-4 0,3 3 84,-3 1 0,0 0 36,-4-4 1,3 0-158,1 0 110,0 0-84,-4 0 152,0 0-242,0-5 126,-5-1 0,2-10-107,-4-2 1,4-3 32,0-1 1,1 0 64,2 0 0,0 0-421,0 0 0,0-2 157,0-1 0,5 1-553,3-1 1,5 0 334,2 0 1,5 1 480,-2-1 0,8 1 0,61 7 0,-34 4 0,0-1 0</inkml:trace>
  <inkml:trace contextRef="#ctx0" brushRef="#br0" timeOffset="969">1355 76 7818,'7'-11'587,"-2"4"145,-5 0 269,0 4-425,0-7-368,0 9 1,-5-7-232,-3 4 0,-2 0 97,-1 4 1,-3 4-51,-1 0 0,-1 4 136,1 0 0,2 1-459,-5 2 0,4 4 36,-1 0 1,4 1-96,4-2 1,-2-1-91,6 1 1,-1 2 171,4-1 0,0 0-113,0-4 0,5-2 92,2-1 1,3-3 74,1-5 0,4 0 2,0 0 1,0 0 219,0 0 0,-3-5 0,3-3 0,1-1 0,-1-2 0,-1 0 102,-3 0 1,-3 0-20,-1 0 1,-3-2 479,3-1 0,-3 1-265,3-1 0,-3 1 152,3 2 1,-4 0-131,0 0 0,2 4-11,-1 0 1,0 3-13,-4-3-293,5 4 0,-3 2-27,5 5 1,-3 5 52,3 2 0,-4 2-240,0 5 0,0-3 100,1 3 0,-3-1-363,3 2 0,-3 0 197,-1-4 0,0 3-149,0-3 1,3 0 14,1-4 410,0 0 0,25-20 0,8-4 0</inkml:trace>
  <inkml:trace contextRef="#ctx0" brushRef="#br0" timeOffset="1436">1620 54 7818,'0'-11'0,"0"0"1056,0 0-215,0 5-529,0-4-158,0 9 1,0-3-7,0 8-115,0 2 1,4 9 97,-1 0 1,2-1-205,-1-3 0,-2 0 67,6 0 0,-6 0-200,2 0 1,1 0 97,-2 1 0,5-1-65,-4 0 1,4-2 32,-1-1 0,0 0-76,0-4 0,0 0-202,4-4 1,0 0 162,0 0 0,0 0-6,0 0 1,0 0 64,0 0 0,0-5-2,0-3 0,4-1 14,0-2 0,-4 3 792,-4 1-397,1 0 0,3-3 460,0 2 109,-5-1-551,4 7 1,-8-6 384,5 4-105,-4 0-331,7 9 0,-5 1 2,2 5 0,-1 0-105,-2 1 0,-3 2 46,3 1 1,0 4-9,0 0 0,0 0-71,-4 0 0,4 2 87,-1-3 0,1 3 122,-4 1 0,-1-1-87,-3-3 1,2-2 93,-6-5 1,-3-1-105,-4-3 0,-4 2-242,0-6 0,-1 1-274,-2-4 0,-2-1-370,-1-3 1,5 2-866,-2-6 1,7 2 1596,1-1 0,36-22 0,9-2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17.5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188 177 6541,'-10'-1'836,"3"-3"1,2 2-86,5-6-223,0 6-327,0-8 0,0 8-112,0-6 0,1 6 145,3-2 0,2-1-186,5 2 1,1-1 105,3 4 1,-1 0-166,4 0 1,-4 0 26,0 0 1,2 5-304,-1 2 1,-2 7 51,-5 0 1,0 6-36,-4-2 1,0 0 73,-4 0 0,0 0 73,0 4 1,-9 3 30,-2-3 0,-7 2-21,-1-5 1,-2-3 123,-1-2 1,-3 2-96,-1-1 0,-3-2-66,3-5 0,0 0 34,4-4 1,0 3-7,0-3 1,5 1-31,2-1-40,8-3 279,2 4 0,5-10-117,0-2 0,5 0 162,2 0 0,4 0-46,4-4 1,-2 1 103,6 3 1,-5-3 34,5 2 0,-1 2-25,4-1 0,0 3-174,0-3 0,-3 4 65,-1 0 1,4 2-250,4 1 1,-1 0 86,-2 0 0,-4 0-1283,3 0 1354,-7 0 0,20-5 0,-5-1 0</inkml:trace>
  <inkml:trace contextRef="#ctx0" brushRef="#br0" timeOffset="250">651 199 7813,'-6'-15'196,"1"1"1,2 0 1323,-1 2-643,0 1-518,4 5 1,0 6-331,0 7 0,5 3 112,2 1 1,0 4 47,0-1 0,-3 6 11,3-2 1,-5 0-1389,2 0 1,1-1 613,-1 1 1,-1 2-19,-3-5 1,0 1 97,0-2 1,4-1 493,0 1 0,-10-16 0,-7-5 0</inkml:trace>
  <inkml:trace contextRef="#ctx0" brushRef="#br0" timeOffset="534">585 89 7813,'0'-12'162,"0"-2"1,0-1 308,0 2 0,0 4-215,0 2 0,5 1-17,2-1 0,8 2 0,3 5 0,4 1-116,4 3 1,2 2 83,5 5 1,4 6-193,0 5 1,5 1 102,-2 7 1,-2-1-182,-1 4 1,-8 0-109,-3 0 0,-11 0-105,-4 0 1,-8-4 80,1-4 1,-13-3-5,-5-3 1,-11-1 22,-4-7 0,-3 3 97,-1-7 1,-1-2-167,-3-2 1,4-1 17,0-2 1,-3 0-411,7 0 1,4 0 636,11 0 0,50-15 0,15-3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21.8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254 23 7626,'5'0'268,"-5"0"0,-5 0-12,-6 0 0,-4 0-47,1 0 0,-6 5-11,2 2 0,-3 4-30,-1 4 1,0-3-194,0 3 0,3 1 125,1-1 1,5 3-76,-2-3 0,4 3 57,3-3 0,4 3-236,4-3 1,0-1 0,0-2 1,8-3-20,3-1 0,9-2 27,2-3 1,5-1 71,6 1 0,-4-3-110,1-3 1,-1-3 81,4-5 0,-3-4 20,-1 0 1,-5-4 14,2 0 1,-7-2-11,-5-1 1,-3 0 3,-3 0 1,-4 0 5,-4 0 0,-6 5-371,-5 2 0,-6 7 155,-9 0 0,3 6 282,-3-2 0,3 3 0,-4 11 0,-1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25.3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287 243 7809,'7'-4'206,"-1"-1"1,0 0 502,0 0 0,-3 0 132,0 2-622,-1 2 0,-8-3-43,-5 8 1,-2 2-69,-5 5 0,0 1 62,-4 3 0,-2-2-210,-1 6 0,1 3 69,-1 3 1,1 5-429,2-5 1,1 10 244,3-2 0,2 7-283,5 1 1,1-3-153,3-2 0,2-3-402,5-3 1,9-8 990,2-7 0,36-37 0,7-10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22.8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45 221 7851,'-7'-3'69,"-1"-2"273,0-1 0,-1 2 204,2-3-473,2 4 93,5-2 1,1 5-35,3 0 1,7 0 76,7 0 1,3 0-303,1 0 0,5 0 101,2 0 0,5 4-134,2 0 0,3 1-162,6-2 1,-5-1-153,0 1 0,0 0-271,0 0 0,-7-1 326,-7 1 0,-4-2 385,-4-1 0,-26-4 0,-12-3 0</inkml:trace>
  <inkml:trace contextRef="#ctx0" brushRef="#br0" timeOffset="275">431 133 7851,'0'-6'259,"0"-4"101,0 9 63,0-4-17,0 5-195,5 0 1,1 1 0,5 3 0,0 1-55,0 2 0,0 3-157,0-2 0,4 1-190,-1 2 0,0 0 141,-7 0 1,3 4-35,-3 0 0,-2 0 28,-1-4 0,-4 1-115,-4 2 0,-2-1 43,-5 1 0,-5 2-74,-2-1 1,-4-1-209,-4-7 0,3 3-240,-3-3 0,4-2 649,4-1 0,2-18 0,5-4 0</inkml:trace>
  <inkml:trace contextRef="#ctx0" brushRef="#br0" timeOffset="692">1015 23 8391,'1'-10'671,"3"3"-364,2 2 1,6 5-83,3 0 0,-1 0 42,4 0 1,-3 5-57,3 2 1,-3 1-198,3 3 1,-4-5-63,0 8 1,-6-4-84,-5 5 1,-1-3-104,-2-1 0,-2 4 159,-1 0 1,-5 3-70,-6-3 1,-2 1 60,-3-2 1,-1-1-44,1 1 1,-2-1 14,-1-2 1,5 0 57,2 0 0,4 0-67,4 0 1,-2-4-346,6 0 169,4 1 1,10 1 83,7-1 1,3-3-256,1-5 1,4 0 218,0 0 1,4 0 247,0 0 0,2-5 0,35-26 0,9-10 0</inkml:trace>
  <inkml:trace contextRef="#ctx0" brushRef="#br0" timeOffset="1066">1511 34 7851,'-11'-7'130,"0"1"1,0 1 272,0 2 0,0 2-60,0 1 1,4 0 79,-1 0-285,6 0 1,-7 1-77,6 3 1,-1-2-157,4 6 0,0-5 230,0 5 1,0-5 199,0 5-757,5-1 345,1 4 0,4 0-100,-3 0 1,3-3 82,-3-1 1,0-1-187,0 1 1,1 3 25,7-2 1,-3-2 0,3 1 0,1 0-118,-1 4 1,1-1 84,-2-2 1,-1 1 296,1-1 0,-1-2-153,-2 1 1,-2 0 344,-1 5 0,-3-5-88,-5 0 244,0 1 0,-5 1-105,-3-1 1,-3 0 22,-3-4 1,-4 1-146,-4-1 1,0-3-49,0 2 1,0 0-462,0 1 0,0-3 206,0 2 1,0-1-609,0-2 1,4-2 777,-1-1 0,6-18 0,-3-8 0</inkml:trace>
  <inkml:trace contextRef="#ctx0" brushRef="#br0" timeOffset="1265">1412 56 8362,'7'-10'0,"0"2"511,-3 0 0,5 6-460,-2-2 0,7 2-51,1-2 0,4 3 0,0-3 0,3 3 1251,3 1 0,-1 0-535,1 0 1,0 1-250,1 3 0,-4-3-143,0 3 1,0-3-325,-4-1 0,3 0 0,1 0 0</inkml:trace>
  <inkml:trace contextRef="#ctx0" brushRef="#br0" timeOffset="1667">2029 34 7851,'-7'-4'-1516,"0"-1"2398,-2-1 1,-1 4 383,-1-2-843,0 3 1,0 1-166,0 0 0,0 0-197,0 0 1,1 1 126,3 3 1,-3 1-159,3 2 116,2 3 1,0-4-428,5 5 0,0-4 148,0 1 1,1-2 2,3 1 0,-2 2-192,6-5 1,-1 4 85,4-1 1,0 0 88,0 0 1,4-3 81,0 3 0,-1-3-21,-3 3 1,0-1 54,0 1 1,0 2-4,0-5 1,0 4 68,1 0 0,-5-2-133,0 1 190,1 0 0,-1 4-71,0 1 1,-4-5 173,0 0 0,-3 1-46,-3 3 1,-1-4 6,-7 0 0,2-1-79,-5 2 0,-3 0-122,-2-4 1,2 3 50,-1-3 0,-1 1-145,-3-1 1,4-3-396,0 2 1,0-1 206,0-2 0,2 0-909,5 0 1236,0 0 0,5-30 0,1-6 0</inkml:trace>
  <inkml:trace contextRef="#ctx0" brushRef="#br0" timeOffset="1874">1941 78 7851,'1'-11'1218,"3"0"1,-3 4-531,3-1 1,2 6 149,2-2 0,3 2-331,3-2 0,3 3-121,5-3 0,0 3-719,1 1 0,-1 0 278,0 0 1,0 4-1191,0-1 1,-5 2 809,-2-1 1,-3-3-1257,-1 3 0,-1-2 1691,-3 2 0,-2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39.84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44 341 8295,'0'-11'2379,"0"5"-1806,0-4-489,5 9 0,-4-2 87,3 6 1,-3 3-189,-1 5 0,4 0-124,0 0 1,-1 4-116,-3 0 1,-1 3 8,-2-3 0,0 3-255,-4-3 0,3 3 225,-3-3 1,3 0 82,-3-4 0,3 0 253,-3 0 0,4-4-260,0 0 465,-4-4-148,6 2 1,-4-10-14,5-2 0,4-4-75,0-4 0,4 1 1,0-4 1,1 5-233,2-2 1,4-1 130,0 1 0,3-3-73,-3 3 0,3 0 22,-3 4 0,3 0-118,-3 0 1,3 5 96,-3 3 97,0 1 1,-4 2 99,0 0 1,-4 2-121,1 1 168,-6 3 0,4 5-83,-2 0 0,-2 0 42,6 0 0,-5-3-48,5-1 1,-2-3-8,1 3 1,3-3-113,-3 3-88,3-4 0,1 5 30,0-4 1,-4 0 78,1-4-93,-1 0 0,4 0 101,0 0 0,-4-2-42,1-1 0,-4 0 17,3-4 1,-1 3 99,1-3 1,2 0-33,-5-4 0,3 3 104,-3 1 0,3-1 215,-3-3-219,-1 0 154,-3 0 1,-1 2-57,-3 1 1,2 3 144,-5 5 0,-1 0-59,-3 0 1,0 0 124,0 0 0,0 4-42,0 0 0,1 4-25,3 0 1,-2 1-165,6 2 1,-5 0-113,5 0 0,-2 2-200,1 1 1,3-1 128,-3 1 1,3-1 114,1-2 1,1 2 2,3-2 0,2 3-762,5-7 0,4-2-13,-1-1 1,6-3-831,-2-1 1527,8 0 0,37-30 0,13-6 0</inkml:trace>
  <inkml:trace contextRef="#ctx0" brushRef="#br0" timeOffset="450">849 187 7895,'0'-17'0,"0"2"0,0 3 904,0 1 1,0 4 571,0-1-65,5 6-923,-4-3 1,4 10-128,-5 2 0,1 4-197,3 4 0,-3 2 52,3 5 0,-3 0-189,-1 0 1,-1 5 80,-3 2 0,2 0-487,-6 0 0,2-3-50,-1 3 1,-3-3-280,3 3 0,1-4 82,-2 1 0,2-3 216,-1-1 0,-2-5-440,6-2 162,-6-3 314,8-6 0,-4-2 96,5-8 1,0 0-15,0-7 1,0 3 116,0-7 0,0-2 108,0-1 1,0 0 280,0 0 0,0 5-182,0-2 0,0-1 439,0 1 1,-5 1-272,-2 3 0,1 3 84,-2 1 1,0 3 1,-7-3 1,3 4 275,-3 0 0,-1 3-92,1 3 0,-3 3 23,3 6 1,1 2-414,3 1 0,4 1 100,4-1 0,-2 0-447,1 4 0,2-3 209,5-5 0,0 0-751,4 0 1,4 2 428,4-2 1,3 2-304,-3-10 1,5 1 38,-2-4 0,3-1 644,1-3 0,39-36 0,10-14 0</inkml:trace>
  <inkml:trace contextRef="#ctx0" brushRef="#br0" timeOffset="717">1048 88 7895,'0'-15'784,"0"0"0,0 1 282,0 3-809,4 0 1,3 1 272,4 3 0,0 3-99,0 8 1,3 3 4,1 8 0,3-1-88,-3 8 0,4-1-185,-5 9 0,1-1 53,-4 4 0,-5 1-624,-2 3 1,-3-6 30,-1 2 1,-5 0-328,-2 0 0,-8 1 17,-3-8 0,-4 0 275,-4-4 1,1-5-745,-4-2 1,1-7 89,-2-1 1066,-1-4 0,-7-18 0,-8-9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35.9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67 265 8304,'-4'-7'1480,"1"0"-647,-6 4-610,8-2-78,-9 5 0,9 5-186,-3 3 0,-1 5 90,2 2 0,-2 3-630,1-3 1,3 4-579,-3 0 1,-1-2 616,2 1 0,-1-4 542,4 0 0,5-6 0,1-3 0</inkml:trace>
  <inkml:trace contextRef="#ctx0" brushRef="#br0" timeOffset="158">133 100 7867,'0'-11'-1289,"0"0"994,0 0 1,1 5 294,3 2 0,7 37 0,6 10 0</inkml:trace>
  <inkml:trace contextRef="#ctx0" brushRef="#br0" timeOffset="460">133 409 7867,'-1'6'1082,"-3"-3"-852,3-1 0,-5-2 223,2 0-446,3 0 304,-4 0-773,5 0 1,1-4-35,3 0 0,-2-4 269,6 0 0,-1-1-140,4-2 0,0-4 62,0 0 0,4 0-3,0 4 0,-1 0 382,-3 0 1,0 2-170,0 1 1,-3 0 485,-1 4-339,0 0 0,1 4 100,-1 0 1,-4 5-117,0 3 0,-1 5-141,-2 2 0,0 1 64,0-2 1,0 0-16,0 4 1,0-4-92,0 0 1,0-1 146,0-2 0,4-5 0,3-1 0</inkml:trace>
  <inkml:trace contextRef="#ctx0" brushRef="#br0" timeOffset="693">519 56 8678,'-6'-5'1916,"2"-2"-1773,-2 2-47,5 0 0,-4 10 203,5 2 0,0 8-279,0 3 0,0 3-236,0 1 0,0 4-445,0-1 1,0 5 343,0-4 0,0 4-589,0 0 1,-4-2 411,1 1 0,-5-4 494,5 0 0,-6-6 0,3-3 0</inkml:trace>
  <inkml:trace contextRef="#ctx0" brushRef="#br0" timeOffset="1069">365 287 8318,'11'-9'618,"0"1"1,-3 3-288,3 5 0,-2 0-104,6 0 0,2 0-130,1 0 0,-1 0 73,2 0 1,-1 0-424,4 0 1,0 0-257,0 0 1,-3 4 310,-1 0 0,-1-1-141,1-3 0,2 0 114,-5 0 1,-1 0-119,-3 0 0,0-1 22,1-3 0,-3 2-12,-1-5 90,1-1 139,-7-3 284,3 0 0,-10 5-124,-3 2 0,-1 3 325,-2 1 0,-1 0-168,1 0 1,0 5 134,0 2 1,0 0-99,0 0 1,0 4-117,0 4 0,4-1-120,0-3 1,4 0-218,-1 0 1,3 4-25,1 0 1,0 0 116,0-4 1,1 0-401,3 0 1,4 0 159,6 0 1,3-5 89,5-3 1,-3-1 259,-1-2 0,35-25 0,12-5 0</inkml:trace>
  <inkml:trace contextRef="#ctx0" brushRef="#br0" timeOffset="1477">938 254 7867,'0'-6'1654,"0"1"-535,0 5-1092,0 5 1,-1 1 66,-3 5 0,3 0 6,-3 0 1,-1 2 84,2 1 0,-5-1-293,5 1 1,-2-1-108,1-2 1,3 3-146,-3 1 1,-1 0-354,1-4 470,1 0 1,3 0-184,0 0 139,0-5 113,0 4 30,0-9 0,0 3-39,0-8 0,5-2 87,2-5 0,-1 0 9,2 0 1,-1-2 101,4-1 1,1 0-80,3-4 0,-2 3 115,6-3 1,-5-1-79,5-3 1,-2 5 255,1 3 1,3-2-81,-2 1 1,-4 4 0,0 4 1,-3 4-5,-1-1 1,-4 4 122,-4 4 1,2 2-75,-1 5 1,-1 1-71,-3 3 1,0-1-228,0 4 1,-1-3 67,-2 3 0,1-3-260,-1 3 1,0-4 128,0 0 0,1-1-120,-1-2 1,-2 0 38,1 0 0,-1-2 246,1-1 0,8-18 0,-3-8 0</inkml:trace>
  <inkml:trace contextRef="#ctx0" brushRef="#br0" timeOffset="1835">1401 232 7981,'-5'-11'1742,"4"0"-1331,-9 5 1,8 0-119,-6 2 0,5 3-191,-5-3 1,5 3 73,-5 1 1,5 1-270,-5 3 1,4-2 90,-3 6 1,3-4-597,-3 3 370,5 0 0,-7 4-493,5 0 309,1 0 0,3 0 138,0 0 1,0 0-34,0 0 0,0-3 82,0-1 0,0 0-370,0 4 395,0 0 0,3 1 116,1-1 0,3-4-29,-3 0 0,3 1 162,-3 3 0,0-4 23,-4 0 1,1-3 76,3 3 1,-3-3-156,3 3 62,-3-4 10,-6 7 0,0-8-53,-2 5 1,-3-4-480,3 1 466,-3-3 0,-11-16 0,-2-3 0</inkml:trace>
  <inkml:trace contextRef="#ctx0" brushRef="#br0" timeOffset="2034">1533 243 7867,'0'-6'2713,"0"1"-2546,0 5 0,0 5-133,0 2 1,0 7-281,0 1 1,-1 4 221,-3 0 1,-1-2-1083,-2 1 0,-1-3 620,4 3 1,-5-4 485,2 0 0,-3-1 0,-1-2 0</inkml:trace>
  <inkml:trace contextRef="#ctx0" brushRef="#br0" timeOffset="2200">1599 78 7867,'-7'-17'0,"1"2"1300,1 3-330,1 6-2367,4-4 843,0 9 554,0-4 0,15 15 0,3 2 0</inkml:trace>
  <inkml:trace contextRef="#ctx0" brushRef="#br0" timeOffset="2445">1754 12 7895,'0'-6'1708,"0"1"1,1 5-1128,3 0 0,-3 2-231,3 6 1,-3 0-268,-1 10 0,-4 2-577,0 6 0,-3 2 354,3 5 1,-4-2-397,0 2 0,-1-3 308,-2 7 0,0-6-797,0-2 1,3-4 321,1 0 1,0-6-250,-4-5 952,4-1 0,7-37 0,7-7 0</inkml:trace>
  <inkml:trace contextRef="#ctx0" brushRef="#br0" timeOffset="2982">1632 210 8081,'5'-11'311,"-2"5"137,4 2 1,-3-1-108,3 2 1,4-1-184,4 4 0,3 0-190,-3 0 0,5 0 50,-2 0 0,2 0-250,-2 0 0,2 0 106,-6 0 1,1 4-43,-4-1 1,-1 6 51,-3-2 1,2 3-66,-6 1 1,5 0 80,-5 0 0,1 0-180,-4 0 1,0 0 2,0 0 0,0 2 89,0 1 0,0-5 171,0 2 0,0-3-219,0 4 235,0-1 1,1-4-85,3 0 1,-2-4 90,6 0-84,-1-1 1,4-2 17,0 0 0,-3-4 9,-1 0 1,-1-4-18,1 0 0,2 2 187,-5-1 1,3-1-110,-3-3 0,3 0 412,-3 0-281,4 0 1,-3 0 40,2 0 0,2 4-61,-5 0 1,1 4 117,-2 0-84,-2-4 0,6 6 124,-4-3-166,-1 8 0,2 2-35,-4 5 1,0 2 29,0 1 0,0 0 1,0 4 0,0-1-62,0 2 0,-3 1 106,-1-1 0,-1-2 1,1 1 0,0-1-73,-4 2 0,-3 0 1,0-4 0,-5 0-197,-6-4 0,0-1 68,0-3 0,0-1-673,0-2 0,-4-3 79,1 3 641,-1-3 0,19-30 0,3-8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34.6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155 133 7845,'0'-11'131,"0"4"60,0 0 48,0 4 170,0-2-338,0 5 0,-4 5 10,1 2 1,-5 3-139,4 1 1,-4 4 98,1 0 1,-3 3-115,-1-3 1,0 3 79,0-3 1,3 3-58,1-3 1,0 1 64,-4-2 1,1-1-183,2 1 1,0-1 37,4-2 0,-3-4 7,3 0 70,1-4 25,3 2 0,0-6-52,0-3 1,0-2-85,0-5 0,4 0 68,4 0 0,3-5 40,3-3 0,-1 2 56,1-1 0,2 3-3,-1-3 1,5 3 2,-2-3 0,2 1 7,-2-2 0,3 2 16,-3 2 1,3 3-38,1-3 1,-5 8 15,-2 3 67,-8-2 0,2 6-72,-5 0 1,-1 1 102,-3 7 0,-5 0-99,-2 7 1,-3-1 29,-1 4 0,0-3-27,0 3 1,1-3 0,3 3 0,-3-4 7,3 0 1,-2-2-7,2 0 4,-3 3 0,5-2-7,-2 1 0,-2-1-19,6-2 0,-2-5 30,1-3-77,3-1 55,-4-2-1,5 0 0,5-2-33,2-1 0,-1-3-9,2-5 1,-1 0 13,4 0 1,-1-4 15,-3 0 1,3-1-19,-3 2 0,7 1 14,0-1 1,2-2 27,-1 1 1,-3-3-27,3 3 1,1 0-3,-1 4 0,1 0 186,-2 0 1,-5 4 57,2-1 123,-3 6-248,-1-3 1,-3 6 0,-4 3 0,0 2-81,0 5 0,0 0-20,0 0 1,-3 1-15,-1 3 1,-1-3-138,2 3 0,1 1 76,-1-1 0,-2-1-86,1-3 1,-1 0-145,1 0 1,3 4 90,-2 0 1,-2-4-395,1-4 612,0 1 0,14-12 0,2-3 0</inkml:trace>
  <inkml:trace contextRef="#ctx0" brushRef="#br0" timeOffset="547">761 122 8035,'-11'-7'0,"0"1"0,0 1 249,0 2 1,0 2-67,0 1 0,0 0-13,0 0 0,-1 5-139,-3 2 1,2 3 120,-6 1 0,6 0-229,-2 0 0,3 0 95,1 0 0,0 0-240,0 0 1,1 0 57,3 0-41,-3 5 1,5-3-98,-2 1-404,2-1 148,5-2 244,5-5 1,1-1 274,5-5 0,1 0-110,3 0 0,-2-2 139,5-1 0,0 0-30,0-4 0,3 0 42,-3-4 0,-1 0-2,2-1 0,-2 5 0,1 0 0,-1-1 105,-2-3 0,-3 0-84,3 0 1,-3 0 270,-1 0 0,-1 4 59,-3 0 204,3-1-389,-4-3 1,2 4 92,-1 0-100,-4 4-283,1-2 176,-4 10 1,-1 1-45,-2 5 1,1 0-174,-1 0 0,-2 0 43,1 0 0,-3 0-244,3 0 0,-3 4 131,3 0 0,-3-1 235,3-2 0,-5 8 0,3 4 0</inkml:trace>
  <inkml:trace contextRef="#ctx0" brushRef="#br0" timeOffset="765">1114 67 7860,'0'-11'1256,"-1"4"-655,-3-1-562,3 6 0,-9-2 53,3 8 0,-3 2 76,-1 5 0,-1 5-317,-3 2 0,1 0 166,-4 0 0,1 0-214,-1 4 0,-2 0 151,5 0 0,-1-3-599,2-1 1,3-4 39,0 0 0,0-1 121,3-2 0,3-4 484,2 0 0,6-19 0,3-1 0</inkml:trace>
  <inkml:trace contextRef="#ctx0" brushRef="#br0" timeOffset="974">960 45 7860,'0'-7'392,"0"-1"1,-2 1 538,-1 1 0,2 0-367,-3 2-21,3 3-258,1-4 1,1 10-60,3 2 0,-2 4-14,5 4 1,1 2-683,3 5 1,-4 1 303,0 3 1,0-3-745,0 3 0,1-3 135,-4-1 1,3 0-185,-3 1 0,5-3 332,-2-1 627,3-3 0,11-15 0,2-2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47.9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353 100 8289,'0'-11'0,"0"0"757,0 0 1,0 4-380,0-1 1,-5 6-250,-2-2 0,-3 4 95,-1 4 1,-5 2-125,-2 5 0,-4 5 66,-4 2 0,-1 7-105,-2 0 0,-2 6-27,6-2 1,-4 3-138,7 1 1,-1 0 105,8 1 0,-2-1-73,6 0 0,3-1-150,8-3 0,0-6 91,0-4 0,1-6-86,2 2 1,4-8 28,4-3 0,0-3 215,0-1 1,5-2-109,2-6 1,4 1-79,4-8 1,-2-2 41,6-1 1,-2-3-70,1-1 0,2 1 65,-5 3 1,-1-3 29,-3 2 0,-1-1 212,-2-3 1,-4 6-84,-4 3 1,-4 1 330,-4 2 1,-2 4 62,-1 0-70,0 4-274,0 8 0,0 0 3,0 10 1,0-6-314,0 6 1,0 1 125,0-1 0,2 4-282,1 0 0,0-3 135,4-2 1,-3 2 240,3-1 0,35 0 0,12-4 0</inkml:trace>
  <inkml:trace contextRef="#ctx0" brushRef="#br0" timeOffset="518">1412 409 7774,'0'-8'824,"-2"2"79,-1 1 1,0-2-451,-4 3 0,3-3-5,-3 3 0,0-1-113,-4 2 0,-5 1-345,-3-1 1,-3-2 77,-3 1 1,0-4 147,-4 0 1,-1 2-546,-3-1 0,1-1 216,3-3 0,2 0-289,5 0 1,4 0 210,-1 0 1,11 0-399,0 0 1,6 0 229,2 0 0,1 0-217,3 0 0,7 0 178,7 0 1,3 4 70,1-1 1,0 2 267,0-1 0,-4-2-97,1 6 0,-2-1 258,1 4 0,2 0-127,-5 0 0,-4 0 651,-4 0-486,-5 0 0,3 5 176,-5 2 0,-1 4-102,-3 4 1,-3-2 21,-8 6 0,3-1-145,-3 4 1,-2-3 13,-1-1 1,1 0-41,-2 4 1,2 0 16,-1 1 0,-2-1 156,6 0 0,-5 0-87,4 0 0,2-1 16,6-3 0,2-2-33,5-5-56,0 0 0,6-1-27,5-3 1,2-2-122,9-5 0,-1-4-175,9 1 0,-1-7 140,4-1 1,-1-1-941,-3-7 0,3 1 28,-2-4 1017,1 0 0,17-30 0,4-7 0</inkml:trace>
  <inkml:trace contextRef="#ctx0" brushRef="#br0" timeOffset="854">1974 100 8651,'-4'-11'0,"-1"0"1887,-1 0-1571,4 5 16,-3 1 1,5 6 167,0 3 0,0 3-188,0 8 0,0 2 52,0 5 1,0 0-368,0 0 0,0 1 76,0 3 0,0-3-724,0 3 1,0-1 419,0 0 1,-4 0-1068,1 4 1,-2-4 433,1 0 0,1-5 87,-4-2 1,3-5 776,-3-2 0,5-30 0,-3-11 0</inkml:trace>
  <inkml:trace contextRef="#ctx0" brushRef="#br0" timeOffset="1320">1908 100 7811,'0'-16'226,"0"3"-189,0-6 1,1 7 593,3 1 1,2 0-152,5 4 0,5 2-103,2 1 0,4 3-145,4 1 0,-2 0 1,6 0 1,-2 5-181,1 2 0,-2 3 103,-5 1 1,-1 1-303,-2 3 1,-5-2 146,-6 6 0,-4-6-225,-4 2 1,0-2 77,0 2 0,-6-3-46,-5 3 1,-1-3 51,-6-1 1,1-1 39,-2-3 0,-5 3-37,2-3 0,1-2 86,2-1 0,2 1-146,-1-1 0,-2 1 89,6-2 0,-1-2-159,4 3 1,4-3-334,-1-1 219,6 0 514,-3 0-219,20 0 1,-6-1 91,13-3 1,-6 3-127,3-2 1,-1-2 193,4 1 1,0 0-19,0 4 0,0 0 61,0 0 0,0 0-56,0 0 1,0 5 31,1 3 0,-5 1-37,0 2 1,-1 2 100,2 1 0,-7 0 153,-5 4 0,-4-1-79,1 2 0,-8 2 125,-4-3 0,-7-2-53,-7-1 0,-5-3 507,-7-1 0,0 0-289,-3 0 1,3-1-254,-3-3 0,-1 2-574,2-6 1,0 1 263,7-4 0,3 0-1857,8 0 1,7-1 1898,7-3 0,37-17 0,10-8 0</inkml:trace>
  <inkml:trace contextRef="#ctx0" brushRef="#br0" timeOffset="1894">2724 431 9624,'-5'-11'3077,"3"5"-2387,-7-4-2671,7 9 1981,-2-4 0,4 19 0,0 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44.7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326 441 7794,'0'-11'522,"0"0"0,0 4-373,0-1-183,0 6 1,-5-3 121,-2 5 0,-3 0 2,-1 0 1,-4 1-163,0 3 0,-4 2 99,0 5 0,-1 4-50,-2-1 0,3 1-8,1-4 0,1 4-160,-2 0 1,0 3-60,4-3 0,2-1 87,5-3 1,0 2-60,4 1 0,0-1 85,4 1 0,1-5 37,3-2 1,2-1-17,5 2 0,5 0 109,3-4 0,1 1-41,2-1 0,1-3 145,-1 2 1,0 2-27,0-1 0,-2 3-108,-1-3 0,-3 5 189,-5-2 0,-1-1-102,-3 1 0,-2 1-35,-5 3 0,-1 0 192,-3 0 1,-6-1 236,-5-3 0,-4 3-252,0-3 1,-5 3-110,-2 1 0,-3 0-237,3 0 0,0-1 112,4-3 0,0 3-518,0-3 0,1-2 41,3-1 519,7-3 0,40-30 0,14-8 0</inkml:trace>
  <inkml:trace contextRef="#ctx0" brushRef="#br0" timeOffset="442">690 562 7816,'-11'-6'101,"0"3"1,0 0 225,0-1 0,-4 3-23,0-2 1,0 5-94,4 2 0,0 4-28,0 0 1,-1 3-268,-3 3 0,3 0 79,-2 4 1,1-3-80,2 3 1,1-3 58,3 3 0,-1-3-275,4 3 1,0-4 47,4 1 0,0-3-96,0-1 1,1-5 62,3-2 0,2-3 151,5-1 0,0 0-72,0 0 1,4-1 42,0-3 1,4-2 60,0-5 1,-2-1-35,1-3 1,-1 3 135,2-3 0,2-1 0,-3 1 0,-1-3 0,1 3 0,-4-3 0,1 3 0,-3-3 0,-1 3 0,0 0 150,0 4 1,-4 4 152,1 0 1002,-6-1-549,3 2-147,-5 1-491,0 15 0,-5-3 6,-2 8 1,1 1-47,-2-1 1,2 3-194,-1-3 1,-3 1-306,3-2 1,0-1 254,0 1 0,3 2-1510,-3-1 1675,5 0 0,11-14 0,10-2 0</inkml:trace>
  <inkml:trace contextRef="#ctx0" brushRef="#br0" timeOffset="1341">1031 485 7816,'-7'0'0,"0"0"0,3 1 0,-3 3 0,3 2 813,-3 5 0,3 2-345,-3 1 0,3 0-250,-3 4 1,-1 0-166,-3 5 1,4-1 98,0 0 1,3-2-426,-3-1 0,3 0 211,-3-4 1,4 0-787,-1-4 406,3 0-60,1-5 345,0-1 0,1-6-73,3-3 1,-1-2 20,4-5 1,0 0-18,4 0 1,0-4 76,0 0 0,2-1 18,1 2 1,-2 2 115,3-3 1,-3 3-91,-1 1 1,4-4 186,0 0 1,3 0-10,-3 4 1,0 2 121,-4 1 0,3 0 119,1 4 1,-4-3 3,-4 3-65,1 0 1,-2 6-66,-2 1 0,-3 3-32,-1 5 1,-1 4-9,-3 0 1,-1 3-71,-2-3 1,-2 1 15,5-2 1,-3-1-96,3 1 1,-3 2-55,3-1 0,-1 0 82,2-4 0,2 0-89,-3 0 0,1-1 57,0-3 0,2-1-35,-3-2 53,3-3-324,1 4-203,0-5 127,0-5 1,1-1-90,3-5 0,-2 0 158,5 0 0,4-5 198,4-3 1,3-1-17,-3-2 1,5 3 357,-2 1 1,-1-1-209,2-3 0,-2 5 142,1 3 1,-2 5 336,-5 2 256,0 4-490,0-2 0,-5 7-77,-2 1 0,-3 7-185,-1 5 0,0 1 72,0-2 0,0-1-99,0 1 0,0 2 58,0-1 1,0 0-107,0-4 0,0 0 99,0 0-31,0 0-314,0 0 221,5-5-19,1-1 0,5-5 59,0 0 1,-1-1 44,-3-3 0,3 1-28,-2-4 0,1 3 83,2-3 1,4 1-103,0-1 1,1-3 1,-2 2 1,-1-1 11,1-2 0,2 1 24,-1 2 0,5-5-74,-2 2 1,-2-3 60,-1 3 1,-3 0 105,-1 0 0,0 0-113,0 0 0,-5 4 467,-2 0-228,-3 4 1,-2-2-14,-3 5 1,-2 0-39,-5 0 0,-4 2-19,0 1 0,-3 3 152,3 5 0,-3 0-33,3 0 1,-1 2 91,2 1 1,1 0-59,-1 4 0,1-3 95,2 3 1,2-3-152,1 3 0,0-3-219,4 3 1,0-4-298,4 1 1,7-3 249,4-1 0,4-1-352,8-3 1,0-2 204,3-5 1,2-1-46,5-3 239,0-2 0,24-39 0,7-9 0</inkml:trace>
  <inkml:trace contextRef="#ctx0" brushRef="#br0" timeOffset="2448">2575 254 7769,'5'-19'-101,"2"1"1,3-2 0,1 1-1,-1-1 164,-3 2 0,3 1 103,-3-2 1,2 0-101,-2 4 0,-1-1 315,-2 1-186,-3 3 87,4-4 1,-6 10 79,-3 2-189,-2 3 0,-5 10-21,0 2 0,0 7 135,0 1 1,0 6-120,0 5 0,0-2 8,0 1 1,0 4-105,0 4 1,0 5 85,0-2 0,-2-1-243,-1 2 0,0-1 83,-4 4 0,-4 8-91,-4-1 1,0-1 37,4-9 1,2-3-227,1-5 0,0-5-11,4-2 1,4-9-472,4-6-197,4-5 655,-2-6 1,5-5-89,0-2 1,1-4 21,3-4 0,2 2 121,5-6 0,0 2 250,0-1 0,4-3 0,0 2 0,3 0 0,-3 1 0,4-2 0,0 5 0,-2 1 0,1 2 0,4-2 0,4-1 0,0 0 0,-4 4 0,0 4 0,0 0 0,4 4 0,-1 0 0,1-2 0,-4 1 0,-4 0 56,1 4 119,-1 0 283,-1 0-4,-6 5 0,-7 0-186,-8 2 0,-5 3 43,-6-2 1,-3-1-81,3 4 0,-5-2-95,2 5 1,-3-2 94,-1 0 1,4 0-267,-1 2 1,6-1-77,-2 1 0,3 2-57,1-1 1,1 0-234,3-4 1,2 0 14,5 0 141,0 0 1,5-5 46,2-2 0,4-3-66,4-1 1,-2-3 33,6-4 1,-1 0 229,4-8 0,-4 3 0,1 1 0,-5-4 0,5 0 0,-2-4 0,1 0 0,2 3 0,-5 2 0,1-2-122,-2 1 0,-2-1 79,3 1 1,-3 7 464,-1-3 1,-3 6 45,-1-2 186,-4 4-308,2-2 0,-5 10 11,0 3 1,0 1-134,0 2 0,0 0-10,0 0 1,-4 2-253,0 1 1,-1 0 59,2 4 1,1-3-135,-1 3 0,-2-3 69,1 3 1,-3-3-101,3 3 1,-1-4 17,2 1 1,0-3 118,-4-1 1,4-4 657,0 1-220,-4-6 121,6 3 0,-4-6-174,5-3 0,2-2 58,1-5 0,5-5-56,6-2 0,3-3-178,5-1 1,5 0-630,3 0 1,2-4-297,1 0 1,4 2-21,-1 5 0,0 0 363,-7 4 1,2 4-1747,-5 4 2125,-1 4 0,-22 3 0,-6 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52.0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33 7725,'-6'-1'-1038,"2"-3"1501,3 3 1,0-7 347,-3 4-160,3 0-354,-4 4 0,6-3 151,3-1-189,-3 0 0,9 4 140,-3 0-324,3 0 0,1 0 74,0 0 1,-4 4-221,1 0 25,-6 4 1,7-2-138,-6 5-32,1 0 0,-4 0 121,0 0 1,-5 0-840,-2 0 1,1 0 932,-2 0 0,-9 10 0,-6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51.2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221 265 7796,'0'-11'0,"0"0"547,0 0-14,0 0-266,5 5 1,-4 6 51,3 8 0,-4 3-91,-4 3 1,-2 5-234,-5 6 0,0 2 95,0 3 0,-2 2-369,-1-3 1,0 3 67,-4 1 1,3 0-48,-3 0 0,4-1-201,0-3 0,-2-2 15,1-5 1,4-5-583,4-2 1026,-1-8 0,2-2 0,1-11 0,5-5 0,0-5 0,0-6 0,4-1 0,0-3 0,4 3 0,0-3 0,-2-1-91,1 2 0,0-6-34,4 2 1,0 0 337,0 0 0,4 3-34,0-3 0,4 4 147,0 0 1,2 3-78,1 3 1,3 1 30,1 7 1,4-1-88,-5 8 0,1 0-52,-4 4 1,-4 1-104,1 3 1,-6 2 54,2 5 1,-8 0-294,-3 0 0,-3 4 151,-1 0 0,-1 4-104,-3 0 0,-7 0 95,-7 0 0,-3 1-3,-1-1 0,0-2 21,0 1 1,0-3 208,0 3 0,0-4-16,0 1 1,0 1-82,0-2 1,8 1-52,3-4 0,4-4 46,-1 1 1,4-1-205,4 4 1,4 0 68,4 0 1,2-4-108,1 1 0,1-5-29,3 5 0,-3-6 2,3 2 0,0-3-64,0-1 0,4 0 112,-5 0 0,2-4-86,-1 1 0,-3-6 54,3 2 1,-3-3 185,-1-1 0,0 0 0,0 0 0,0 0 0,0 0 0,0 1 0,0 3 0,-3-3-73,-1 3 1,-3 1 308,3-2 22,-5 6 0,5-7 387,-4 5-384,-2 1 0,6 3 84,-4 0-181,-2 0 0,9 0-2,-2 0 0,-2 0-51,1 0 0,-1 1-79,2 3 0,1-3-67,-1 3 1,-2-3 119,1-1-130,1 5 192,3-4-208,0 4 0,0-5 67,0 0 0,-4 0-148,0 0 9,1-5 0,3-1-137,0-5 0,0 0 44,0 0 0,-4 0-104,0 0 0,-4 0 272,1 0 0,0 0-77,0 0 1,0 0 448,-4 0 0,-5 4-193,-2 4 1,-3 2 155,-1 1 1,-4 0 102,0 0 0,-4 4 164,0 4 0,2 5-21,-1 2 0,4 5-139,0-2 1,1-1-22,2 1 0,0 1-157,0 3 1,5-1-193,3-3 1,1 3 102,2-3 0,6 2-507,5-2 1,2-2 50,5-5 1,4-5-177,4-2 0,5-3-1986,-2-1 2501,3-10 0,30-41 0,8-20 0</inkml:trace>
  <inkml:trace contextRef="#ctx0" brushRef="#br0" timeOffset="1709">915 442 7769,'0'-11'395,"0"0"-71,0 0 25,0 0 227,0 0-169,5 5-58,-4 1 0,6 5-146,-4 0 1,-2 6-26,3 5 1,-3 1 50,-1 6 0,0 4-207,0 4 1,-3 1 4,-1-1 0,-5 1-88,2 2 1,-3 3-335,-1-3 1,0 2 247,0-2 0,0 2-520,0-5 1,1 3 306,3-3 0,-3-2-986,3-5 441,2-3 905,-5-10 0,9-2 0,-3-8 0,23-61 0,5-20 0</inkml:trace>
  <inkml:trace contextRef="#ctx0" brushRef="#br0" timeOffset="1925">926 387 7769,'8'-15'51,"-1"0"1,0 1 151,4 3 1,-3 1-13,-1 2 0,0 2 12,4 3 1,1 1 98,-1-1 0,0 3-73,0 3 0,0 3-196,0 6 1,-4 2 15,0 1 1,-4 5 24,0-2 0,-1 3-241,-2 1 1,-5-1 88,-3-3 1,-3 3-329,-3-3 0,0-2 172,-4-1 1,3-3-351,-3-1 1,1 0 210,-2 0 0,0-1-318,4-3 691,0-2 0,9-29 0,1-7 0</inkml:trace>
  <inkml:trace contextRef="#ctx0" brushRef="#br0" timeOffset="2533">1202 298 7769,'7'-6'-54,"1"3"1,-5 1 410,5 2 0,-5 5-42,5 3 1,-6 1-145,2 3 0,-3 2-62,-1 1 1,0 5-14,0-2 1,0 3-173,0 1 0,0-1 127,0-3 0,-1 3-71,-3-3 1,3-2 113,-3-1 1,-1-3-233,2-1 1,-2-4-251,1 1-131,3-6 274,-4 3 1,5-6-155,0-3 0,0 2 158,0-6 0,0 1 61,0-4 0,1-1-129,3-3 1,-2 2 308,6-6 0,-1 5 0,4-5 0,0 4-12,0-3 0,0 5-9,0-2 0,4 3 152,0 1 0,-1 0 514,-3 0-197,0 4 0,0 3-161,0 4 1,-1 1-13,-3 2 0,3 0-123,-2 4 1,-2 1-84,1 3 1,0 0 17,4 0 1,1-2-136,-1-1 1,0 0 75,0-4 0,0 3-134,0-3 1,0 3-62,0-3 0,3 0 80,1-4 0,0 0-91,-4 0 1,0-4 47,0 0 1,-4-3-91,1 3 1,-1-4 80,4 0 0,0-1 35,0-2 0,-1 0 16,-3 0 1,2 0 3,-6 0 0,2 0 172,-1 0-131,-3 0 1,4-1 251,-5 1 0,-5 5-78,-2 3 1,-3 1 262,-1 2 0,-4 0-6,1 0 0,-5 5 134,5 3 0,-6 3-145,2 3 1,-3 0-21,-1 4 1,3-3 76,1 3 1,4 1-157,0 3 1,2-4-335,0 0 1,6 1 115,3 3 1,3-1-595,3-3 1,5-2 322,6-5 0,5-1-830,7-3 0,2-2 264,5-5 0,2-5-516,-2-2 1293,3-8 0,7-22 0,8-9 0</inkml:trace>
  <inkml:trace contextRef="#ctx0" brushRef="#br0" timeOffset="2842">2051 254 8013,'-11'0'1352,"0"0"-1149,0 0 1,0 4-20,0 0 1,3 4 31,1 0 1,3-2-43,-3 1 1,5 0 41,-2 4 0,3 1-160,1-1 0,0 0-14,0 0 0,0 3 23,0 1 0,1 0-106,3-4 0,-2 0 105,5 0 1,-3 1 62,3 3 0,-4-3-27,0 3 0,-1-3-59,-2-1 1,0-4 65,0 1 0,-2-1-195,-1 4 1,-7 0-275,-5 0 0,-4-4-357,0 1 1,-1-2-751,-3 1 0,3 2 1469,1-6 0,-2-18 0,4-10 0</inkml:trace>
  <inkml:trace contextRef="#ctx0" brushRef="#br0" timeOffset="3269">2194 442 7980,'-6'0'521,"1"-5"1,6 4-361,3-3 1,2 3 0,5 1 0,0-1-70,0-3 1,4 1-145,0-4 0,3 3 71,-3-3 1,-1 1-162,-3-1 1,2-3 40,1 2 1,-5 0-61,2 0 0,-6-1 117,2 1 0,-4-1 58,0-2 0,-3 1-18,-3 2 1,-3 0 1,-5 4 0,-1 0 239,1 4 0,-4 0-68,-4 0 0,-2 2 222,-1 1 1,4 3-114,0 5 0,-1 2 19,-3 1 1,4 0-106,-1 4 1,6 1-52,-2 3 1,4 0-68,4 0 0,2 0-195,5 0 0,5-4 206,2 1 0,9-6-8,6 2 1,5-4-1199,6-4 1,0-2 519,0-5 0,0-1-549,0-3 0,-3-2 1150,-1-5 0,20-39 0,9-10 0</inkml:trace>
  <inkml:trace contextRef="#ctx0" brushRef="#br0" timeOffset="3670">2613 309 7829,'6'-4'1139,"-1"2"-559,-5-3-119,0 5 1,-4 5-104,1 3 1,-5 2-21,5 1 0,-6 3-135,2 1 1,-3 5 64,-1-2 1,4-1-103,-1 1 1,2 1-151,-1 3 1,-2-4-115,6 1 0,-1-6 161,4 2-424,0 2 0,0-5 44,0 3-65,0-8 1,5-2 166,2-5 0,3-1-102,1-3 1,4-2-43,-1-5 0,5-1-11,-5-3 0,6 2 100,-2-6 0,2 5 3,-2-5 0,7 1 304,-3-4 0,-1 3-80,-3 1 0,0 3 183,5-3 1,-3 4-101,-1 0 1,-3 5 276,-5 2-205,0 4 1,-4-1 345,0 4 1,-4 1-64,1 2 0,-7 4 89,-1 4 1,-1 3-405,2 1 0,0 1 64,-4-1 1,3-3-307,-3 3 1,5 0 121,-2 0 0,1 0-352,0-4 1,2 0 158,-3 0 1,3 0-166,1 0 0,0-4-127,0 1 0,5-6-342,2 2 1,3-3 866,1-1 0,0-5 0,14-26 0,5-10 0</inkml:trace>
  <inkml:trace contextRef="#ctx0" brushRef="#br0" timeOffset="3911">3252 56 7769,'-6'-6'1717,"-3"1"0,6 6-1324,-4 3 1,4 2 18,0 5 1,-2 5-93,1 2 0,-1 4-23,1 4 0,3 2-94,-2 5 1,-4 0-205,0 0 1,1 5 86,-1 3 0,-1-3-877,-3-1 1,1-3-836,3-1 1,1-5 836,2-2 0,3-12-846,-3-2 1635,3-9 0,26-37 0,5-15 0</inkml:trace>
  <inkml:trace contextRef="#ctx0" brushRef="#br0" timeOffset="4059">3076 309 7769,'0'-11'639,"0"0"0,5 0-896,2 0 1,4 2 50,4 1 1,6 0-584,5 4 1,4-3 788,0 3 0,-2 0 0,1 4 0,-4 0 0,11 5 0,-1 1 0</inkml:trace>
  <inkml:trace contextRef="#ctx0" brushRef="#br0" timeOffset="4718">3660 287 7769,'-7'0'-43,"0"0"1,3 0 1054,-3 0 1,-1 0-199,-3 0 1,-1 2-357,-3 1 1,2 3 79,-6 5 0,0 2-160,-7 1 1,7 0-352,-3 4 1,3-3 82,1 3 1,2 1-589,5 3 1,1-4 181,3 1 0,2-6-52,5 2 0,0-3-467,0-1 1,1-5 307,3-2 1,2-3 140,5-1 0,1 0-4,3 0 1,-2-1-181,6-3 0,-5-2 145,5-5 1,-5 0 404,5 0 0,-6-1 0,2-3 0,-2 3 0,2-3 0,-3 3 0,3 1 0,-3-4 0,-1 0 0,-3 1-110,-1 3 1,-3-4 47,3 0 0,-5 1 618,2 2 1,-3 5 96,-1 0-127,0 4 1,-1 0-74,-3 6 1,-2 3 38,-5 5 1,4 4-198,0 0 1,-1 3-93,-3-3 1,4 3-177,0-3 1,3 3 125,-3-3 0,4 1-276,-1-1 0,3-3 132,1 3 1,0-3-444,0-1 0,5-4 230,2 1 1,3-6-509,1 2 1,5-3 144,3-1 1,-2-1-24,1-3 0,0-3 266,5-8 1,2 2 323,1-6 0,-2 1 0,-5-4 0,2 0 0,-3 0 0,2-4 0,-2 0 0,2-1 0,-6 2 0,1-2 0,-4-3 0,3-4 126,-3 5 0,2-6 217,-6 6 1,-1 2 128,2 1 0,-6 4 147,2 4 964,-3 7-1060,-1 6 0,0 6-148,0 3 1,-4 2-91,1 5 1,-5 5 75,5 2 1,-5 3-249,5 1 0,-2 0-135,1 0 1,2 4-102,-6 0 1,5 4 105,-5 0 0,5-2-70,-5 1 1,5-3 14,-5 3 0,5-1-390,-5 2 0,5-3-37,-5-5 1,5 0-244,-5 0 0,5-5-106,-5-2 1,6-7-137,-2 0 305,3-6 679,1-2 0,0-35 0,0-13 0</inkml:trace>
  <inkml:trace contextRef="#ctx0" brushRef="#br0" timeOffset="4952">3892 309 7769,'7'-11'69,"1"0"0,-5 0 147,5 0 1,0 4-129,7 0 0,-3 3 199,3-3 1,2 3 106,1-3 1,2 4 114,-2 0 1,2 1-132,-5 2 0,3 2 92,-3 1 0,3 0-114,-3 4 0,-2 2-233,-5 5 0,1 0 93,-1 4 0,-3-3-267,-2 3 0,-1-3 17,-2 3 1,0 1 6,0 3 1,0-4-803,0 0 0,-5-4 412,-3 1 0,2 1-2206,-1-2 1358,-1 1 1265,-3-9 0,0-11 0,0-7 0</inkml:trace>
  <inkml:trace contextRef="#ctx0" brushRef="#br0" timeOffset="5118">4267 67 8288,'-11'-11'1168,"3"1"-375,1 3-227,5-3-1009,-8 4 0,10 0 180,0 2 0,1 3-1704,6 1 1967,1 0 0,37 24 0,9 7 0</inkml:trace>
  <inkml:trace contextRef="#ctx0" brushRef="#br0" timeOffset="5462">4708 287 7793,'-11'-11'0,"-2"0"892,-1 0 1,0 2-197,-4 1 1,1 3-110,-2 5 1,-1 0-255,1 0 1,2 5-103,-1 3 1,-1 3-26,-3 3 0,5 0 12,2 4 1,3-1 59,1 2 0,4 1-72,-1-1 0,6-3-179,-2-2 0,3 2-231,1-1 1,1-1-394,3-7 0,2 1-254,5-4 1,0 0 437,0-4 1,4 0-98,0 0 1,4-5 164,-1-2 0,0-3-269,0-1 0,-1 0 216,2 0 1,-2-4-30,-3 0 1,-1 1 157,1 3 0,-1 0 269,-2 0 0,0 0 0,0 0 0,9-20 0,4-5 0</inkml:trace>
  <inkml:trace contextRef="#ctx0" brushRef="#br0" timeOffset="5871">4763 232 6530,'11'0'2149,"0"0"-1485,0 0-245,-5 0 1,-1 5 237,-5 3 1,0 1-319,0 2 1,-1 0-134,-3 0 0,-2 4-151,-5 0 0,0 3 126,0-3 1,1 5-240,3-2 0,-3-2 105,3-2 1,0 2-443,0-1 0,5 0 79,-2-4 1,-1-4-309,1 1 127,1-6 80,3 3-169,0-5 295,0-5 0,3-1-40,1-5 1,5-1 147,-2-3 0,3 1 171,1-4 0,1 0-75,3-4 0,1 0 140,2 0 0,3-1 73,-3 1 0,3 0-83,1 0 1,0 2 84,0 1 1,-1 3 24,-3 5 1,-2 5 264,-5 2 1,0 3-173,0 1 1,-3 5 295,-1 2 0,-4 4-55,0 4 1,-2-1 83,-1 4 0,0 0-353,0 4 0,0-1-12,0-2 0,0 1-258,0-1 0,0-2 129,0 1 0,-1-3-1249,-2 3 1,1-4 179,-1 1 992,-4-8 0,-4-7 0,-6-6 0</inkml:trace>
  <inkml:trace contextRef="#ctx0" brushRef="#br0" timeOffset="6103">5358 453 7793,'0'-11'-356,"0"5"356,0-4 0,10 4 0,2-5 0</inkml:trace>
  <inkml:trace contextRef="#ctx0" brushRef="#br0" timeOffset="6260">5413 254 7793,'-11'-16'1819,"1"4"-751,3-3-1512,2 8 0,6 2 255,3 5 189,2 0 0,30 5 0,5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4:59.5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11 7805,'0'11'-296,"0"0"1,0 0 382,0 0 1,0-3-68,0-1 0,0 0 68,0 4 1,0 0-76,0 0 0,0 2 56,0 1 1,0 0-88,0 4 0,0 0-30,0 5 1,0 0 108,0 3 0,0-2-109,0 5 1,0 0 85,0 0 1,0 3-103,0-3 1,0 3 88,0 1 0,0-1-41,0-3 0,0 2-27,0-5 0,0 4-15,0 0 0,0-2-71,0 1 0,-3-4 63,-1 1 0,0 1 44,4-2 0,0 2-13,0-1 0,0-3 64,0 3 0,-1 1-63,-3-1 1,3-1 90,-2-3 1,-2 4-57,1 0 1,0 0 12,4-4 1,-3 3 20,-1 1 0,0-1-25,4-7 1,0 5-12,0-4 0,0 4 6,0-5 1,0 2-12,0-2 0,0 3 9,0-3 1,0 0 43,0 0 0,0-3-3,0 3 0,-3 0 5,-1 4 1,0-3-38,4-1 0,-3-3 10,-1 3 0,0-1-30,4 2 0,-3-2 30,-1-2 1,0-3-35,4 3 1,0-3 28,0-1 0,0 0-46,0 0 38,0 0-8,0 5 1,-3-4 48,-1 3 1,0-3-42,4-1 1,0 0 26,0 0 0,0 0-23,0 0 1,-1 0 123,-3 0 0,3 0-107,-3 0 0,3 0 111,1 0 0,0-3 32,0-1 4,0 0-179,-5 4 0,4-3 130,-3-1-119,3-5 0,1 5 47,0-4 0,0 0-176,0 4 182,0-4-195,0 6 81,0-3-72,-5 5 1,4-3-266,-3-1 111,3-4-169,1 6 143,0-7 304,0 3 0,-5-20 0,-1-4 0</inkml:trace>
  <inkml:trace contextRef="#ctx0" brushRef="#br0" timeOffset="1934">221 0 6483,'-1'6'-52,"-2"-2"189,1-3 42,-3-1-352,5 0 159,-4 0 15,2 0 218,-3 0-36,1 0-48,2 0 125,-3 0-162,0 0 13,4 0 40,-4 0 17,5 0 1,5 0-139,3 0 1,1 0-4,2 0 1,2 0 6,1 0 0,0 0 14,4 0 1,-1 0-60,2 0 1,3 0 48,0 0 0,0 0-16,4 0 1,-2-4 4,2 1 0,-3-1-59,3 4 0,1 0 27,-1 0 1,-1 0-5,-3 0 1,0 0 22,0 0 0,-1 0-2,-2 0 1,1 0-18,-1 0 1,-2 0 12,1 0 1,-1 0-25,2 0 0,0 0 20,-4 0 0,4 0-11,-5 0 0,5 0-17,-5 0 0,6 1-4,-2 3 1,-1-3-33,2 3 0,-5-3 50,5-1 1,-4 0-22,3 0 1,-3 0 12,3 0 0,-1 0 20,2 0 1,1 0-25,-1 0 0,2 0 44,1 0 0,0 0-34,0 0 0,-1 0 5,-3 0 0,6 0 57,-2 0 0,3 0-54,-3 0 1,4 4 12,-1-1 1,2 1-9,-1-4 0,-3 0 0,3 0 1,-1 0 2,0 0 1,0 1 34,4 3 1,-4-3-30,0 3 0,-1-3-15,-2-1 1,0 0 3,0 0 0,0 1-3,0 3 1,-4-3 38,1 3 0,-2-3-28,1-1 0,2 0 5,-5 0 3,-1 0-16,-3 0-64,0 0-8,-5 0-173,-1 0-342,-10-5-281,4 4 275,-9-4 594,9 5 0,-9-5 0,4-1 0</inkml:trace>
  <inkml:trace contextRef="#ctx0" brushRef="#br0" timeOffset="3034">1941 88 7354,'4'-7'-1195,"0"0"1450,-1 4 172,2-7-281,-4 9 0,4-5 153,-5 2-85,0 3 168,0-4-133,0 5-63,0-5 111,5 4-200,-4-4 1,4 6 110,-5 3 0,0-2-79,0 6 0,0-1 46,0 4 1,-1 4-46,-3 0 1,3 1 6,-2-2 0,1 0 14,2 4 0,0 0-160,0 5 1,0-1 20,0 0 0,-1 0-88,-3 0 0,3 0 64,-2 0 0,1 0-106,2 0 1,-1 0 68,-3 0 1,3 0 60,-3 0 1,2-4 60,-2 1 0,3-1-71,-3 4 0,0-3 124,0-1 0,-3-3-89,3 3 1,-1 0 4,1 5 0,3-5-14,-3 0 1,2-3 3,-2 3 0,3-1 22,-3 2 1,3 0-19,1-4 1,0 4 106,0-5 0,0 6-68,0-2 0,0-2-7,0-1 1,-4 2-60,1 1 0,-1-1-4,4 2 0,0-4-71,0 3 0,-4-1 114,1 1 0,-1 3-39,4-2 0,-1-2 14,-3 1 0,3-1 9,-3 2 1,3 2-17,1-3 1,0-1 46,0 1 0,0-3-43,0 3 1,0-3-2,0 4 1,0-5 7,0 5 1,0-5 6,0 5 0,0-5-72,0 5 0,-4-5 59,1 5 0,-1-6-26,4 2 0,-1 1 16,-3-1 1,3 1-16,-3-2 1,3-1 3,1 1 1,-4 2-3,1-1 0,-1 0-16,4-4 1,0 0 19,0 0 1,0 0-11,0 0 1,0 0 8,0 0 1,0 0 57,0 0 1,0 0-40,0 0 1,-1-4-1,-3 1 1,3 0-18,-3 7 1,3-3-1,1 3 0,0-7-3,0 0 0,-1-1 15,-3 4 1,3 0-54,-3 0 45,3 0 1,1 0-27,0 0 15,0 0 238,0 0-128,0 0 15,0 0 58,0 0-103,0 0 25,0 0-44,0 0 1,-1 0-32,-3 0 0,3-3 70,-3-1-87,3-4 50,1 6-8,0-3-95,0 1 1,0-1 97,0-3-255,0-1 222,0 3-1131,0-5 1,-5-20 0,-1-5 0</inkml:trace>
  <inkml:trace contextRef="#ctx0" brushRef="#br0" timeOffset="4636">1 2029 7664,'0'-7'274,"0"3"-184,0 4 0,1-4-104,3 0 78,2 0 1,5 4-64,0 0 0,0 0 59,0 0 0,0 0-123,0 0 1,4 0 94,0 0 1,4 0-4,0 0 1,-2 0-50,1 0 0,-4 0 60,0 0 1,3 4-105,2 0 0,-2 0 79,1-4 1,-3 0-46,3 0 1,-3 0 88,3 0 0,0 0 5,0 0 1,3 0-52,-3 0 0,-1 0 8,2 0 0,-2 0-96,1 0 1,-1 0 97,-2 0 1,-2 3-90,6 1 1,-6 0 75,2-4 1,-3 3-147,-1 1 0,0 0 86,0-4 1,0 0 30,0 0 0,0 0 94,0 0 1,0 0-101,1 0 0,-5 0 120,0 0 1,1 0-60,3 0 0,0 0 41,0 0 0,0 0-44,0 0 1,0 0 0,0 0 0,0 0-25,0 0 1,-4 0-7,0 0 1,1 3-6,3 1 1,0 0-13,0-4 0,4 0 6,-1 0 0,1 0 15,-4 0 1,4 3-6,-1 1 0,5 0 2,-5-4 0,6 0 1,-2 0 1,0 0 12,0 0 1,-5 0 3,2 0 1,1 0 28,-1 0 0,3 0-37,-3 0 0,3 0 34,-3 0 0,0 0-27,-4 0 1,3 0-38,1 0 1,0 0 34,-4 0 1,0 0-9,0 0 0,4 0 13,-1 0 0,1 0-1,-4 0 1,0 0 12,0 0 0,0 0-20,0 0 0,0 0-37,0 0 1,4 3 39,-1 1 0,1 0-1,-4-4 0,1 0-1,3 0 1,-3 0 66,3 0 1,-3 0-61,-1 0 0,4 0 3,0 0 0,-1 0 25,-2 0 0,-1 0-21,0 0 0,-2 1 56,-1 3-10,2-3 206,-4 4-119,0-5 288,-1 0-1971,-5 0-74,5 0 613,-4 0 980,9 0 0,-19-10 0,2-2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5:05.3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88 9302,'0'-11'0,"0"0"0,0 0 0,0 0 0,0 0 0,0 0 0,1 2 0,2 2 0,1 7 0,-2 7 0,-1 4 0,-1 2 0,0 3 0,0 0 0,0 1 0,2 0 0,0 2 0,2-1 0,-2-1 0,-1 0 0,-1-1 0,0 0 0,0-2 0,2-2 0,0-1 0,2 0 0,-2 0 0,-1 0 0,-1 0 0,-1-1 0,-3-3 0,-7-17 0,-6-8 0</inkml:trace>
  <inkml:trace contextRef="#ctx0" brushRef="#br0" timeOffset="1372">44 22 7717,'-7'0'-149,"0"0"1,3-3 173,-3-1 271,4 0-354,-2 4 1,1-1 42,1-3 53,-1 3 1,5-4 60,3 5 1,-2 0-16,6 0 0,-1 0-10,4 0 1,1 0 20,3 0 1,-1 0 23,4 0 1,-3 0-23,3 0 0,-1 0-3,2 0 1,4 0-2,-5 0 1,6 4-133,-6 0 1,6-1 39,2-3 0,0 0-58,-4 0 0,4 0 104,-1 0 0,1 0-8,-4 0 0,4 2-173,0 1 1,-1-2 92,-3 3 0,0-3-83,0-1 1,3 4 118,-3 0 1,2 1-59,-5-2 0,2-2 27,1 3 1,0-1-9,0 0 1,0-2 46,0 3 1,-1-3-38,-3-1 1,5 0 76,-4 0 1,4 2-68,-5 1 0,0-1 59,0 1 1,-1 0-43,1 0 1,3-1-25,-2 1 1,-2-2-9,1-1 0,-1 4-5,2 0 0,0-1 13,-4-3 1,5 0 10,-2 0 0,-1 4 36,1 0 0,1-1-39,3-3 0,0 0 64,0 0 1,0 0-56,0 0 1,0 4 42,0 0 1,1 0-22,3-4 1,-6 3 5,2 1 1,-3 0-14,4-4 1,-1 1 4,0 2 0,-2-1 9,-1 1 0,0-1-11,-4-2 1,3 0 36,-3 0 1,4 0-36,-5 0 1,1 0 51,-4 0 1,0 0-14,0 0 0,0 1 49,0 2 50,0-1-78,0 3 3,0-5-28,0 0 0,0 0-90,0 0 0,0 0 79,0 0 1,0 0-121,0 0 0,0 3 69,0 1 0,0 0-11,0-4 1,0 0 17,0 0 1,-3 0-4,-1 0 1,-4 1 24,0 3-36,3-3 227,-4 4-120,3-5-2772,-5 0 2693,-5 0 0,3 5 0,-12-4 0,1 4 0</inkml:trace>
  <inkml:trace contextRef="#ctx0" brushRef="#br0" timeOffset="2193">1951 199 7732,'0'-6'553,"0"-1"-156,0 4 136,0 2-112,0-4-124,0 5-86,0 5 0,0 1-135,0 5 1,4 1-15,0 3 1,1-2-108,-2 5 1,-1 1-73,1 3 0,0 0 80,0 0 1,-1 5-70,1 2 1,-1 3 85,-2 1 0,0 0-12,0 0 1,-2 1 42,-1-1 0,1-3 88,-1 3 1,0-7-86,0 3 0,1 0-2,-1-4 1,1 2 49,2-1 1,0-4-48,0 0 1,0 3 17,0-7 0,0 6 4,0-2 0,0-1 33,0 1 1,0 0-41,0-3 1,-3 2 1,-1 1 0,0-4 0,4 0 0,-1 0 8,-2 0 1,1 3-8,-1-3 0,-2 3-10,1 1 1,-1-1-39,2-3 1,1 3 42,-1-3 1,0 2-7,-1-2 1,3 2 0,-2-5 0,-2 4-18,1 0 1,0-3 28,4-2 0,0 2 4,0-1 0,-1 3 4,-3-3 1,3 3-16,-2-3 0,0 1 10,-1-1 1,3-2-7,-2 5 0,0-3 9,-1 4 0,3-6-6,-3 2 1,0 1-104,0-2 0,0 5 93,4-5 0,-3 1-106,-1-4 1,0 4 39,4 0 1,0-1 12,0-3 42,0 0 0,0 0-28,0 0 1,-1 0 121,-3 0 1,3-3-111,-3-1 1,3 0 140,1 4-113,0 0 0,-3 1 29,-1-1 111,0 0-137,4 0 1,0 0 9,0 0 0,0-4-10,0 0 1,0-3-89,0 3 87,0 1 0,0 3 30,0 0 0,0 0 8,0 0 1,0-4 9,0 1 0,0-1 59,0 4-97,0 0 1,-4 0 149,1 0-82,-1 0-95,4 0 105,0 0-313,0-5 1,0 0-419,0-2-247,0-3-904,0 4-1877,0-5 3644,0-5 0,-5-11 0,-1-7 0</inkml:trace>
  <inkml:trace contextRef="#ctx0" brushRef="#br0" timeOffset="2895">1400 2183 7650,'-7'4'129,"0"-1"307,-1 1-204,-3-4-337,5 0 414,1 0 856,5 0-1218,-5 0 107,4 0 0,-5 0 164,2 0-21,3 0-190,-4 0 155,5 0-36,-5 0 28,4 0 5,-4 0-5,5 0-216,5 0 1,-3-1 40,6-3 0,-1 3-45,4-3 1,0 3 159,0 1 1,4 0-63,0 0 0,3 0 57,-3 0 1,3-4-60,-3 1 0,3-1 58,-3 4 0,1 0-39,-2 0 1,-1 0 18,1 0 1,-1 0 16,-2 0 0,0 0 104,0 0-171,0 0 1,0 0 99,0 0-801,0 0 305,0 0 80,0 0 96,0 0 153,-5 0 96,4 0 314,-9 0-411,4 0-985,-5 0 1,-10-24 0,-2-7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5:09.3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67 6475,'0'-6'275,"5"1"-144,-4 0 0,4 2 352,-5-4-348,0 5 1,0-5 403,0 4-390,0 2 0,0-6 375,0 4-62,0 2-267,0-4 0,0 3-41,0-1 184,0 1-181,0-2 984,0 4-1003,0 4 1,0 4-19,0 7 1,0-3-212,0 2 0,0 4 90,0 0 1,3-1 18,1 2 1,0-5 75,-4 5 1,0-5-121,0 5 1,0-6 25,0 2 0,1-3-74,3-1 0,-3 0-65,3 0 57,-3-5-272,-1 4 211,0-9-282,0 4-923,0-5 383,0-5 305,0 4 0,0-5-358,0 2 1018,0 3 0,0-19 0,0 2 0</inkml:trace>
  <inkml:trace contextRef="#ctx0" brushRef="#br0" timeOffset="1912">1 45 7465,'6'-5'212,"-1"4"1,-4-4-92,3 5 0,-2 0-79,5 0 1,1 0 14,3 0 0,1 0-42,3 0 0,2 0-38,5 0 1,-4 0 77,1 0 1,-1 0-106,4 0 1,1 0 71,3 0 1,-6 0-55,2 0 1,-4 0 62,1 0 0,1 0-130,-1 0 0,-3 3 109,-2 1 1,2 0-5,-1-4 1,1 3 50,-1 1 1,-3 0-48,3-4 0,0 0-3,0 0 1,1 0 8,-1 0 1,-2 0-9,6 0 1,-5 1 15,5 3 1,-5-3 0,5 3 0,-2-3 11,1-1 0,2 0-1,-5 0 0,3 1-29,-3 3 1,4-3 12,0 3 1,-2-2-76,1 2 1,-3-3 73,3 3 1,1-2-65,3 2 0,-4-3 52,0 3 1,-3-3-27,3-1 0,-3 3 2,4 1 1,-5 0-6,5-4 1,-5 1 27,5 3 1,-5-3-16,5 3 0,-5-3 0,5-1 0,-2 0 7,1 0 1,3 4 89,-2-1 1,-2 1-81,1-4 0,0 0 3,5 0 1,-5 1-34,0 3 1,-3-3-2,3 3 0,-3-2-27,3 2 1,-4-3 43,1 3 1,-3-3-2,-1-1 1,0 4-13,0-1 0,0 1 37,0-4 0,0 0-34,0 0 0,4 4-58,-1-1 1,2 1 64,-1-4 1,-3 0 3,3 0 1,1 0-22,-1 0 1,-1 0 5,-3 0 1,0 0 91,0 0-107,0 0 268,0 0-140,-4 0-47,-3 0 449,-4 0-1322,-4 0 597,2 0 1,-4 0-886,3 0 543,1 0 573,-3 0 0,5 0 0,-5 0 0,4 0 0,-4 0 0,5 0 0,0 5 0,0-4 0,0 4 4025,0-5-3855,5 5-171,-4-4 0,6 9 59,-4-3 1,-2-1-63,3 2 1,1 3 18,-1 3 0,-1 2-27,-3-1 0,4 2 38,0 5 0,-1 0-126,-3 0 0,0 0 41,0 0 0,0 2 31,0 1 1,0-1 46,0 1 0,0-1-8,0-2 1,0 0 26,0 0 0,0 0-27,0 0 1,-1 0 62,-2 0 1,1 0-50,-1 0 1,1 0 34,2 0 0,-1-1 9,-2-3 0,1 3 3,-1-2 1,1-2-113,2 1 1,0-3 82,0 3 0,0-1-153,0 2 1,0-2 81,0-2 0,0 1-24,0 2 0,0 3 48,0-3 1,0-1-15,0 2 0,0-2 24,0 1 1,0 5 3,0-4 0,0 4 14,0-5 1,0 0-28,0 0 0,0-1 100,0 2 0,-3-2-83,-1-3 0,0-1 100,4 1 1,0 2-90,0-1 1,0 0 10,0-4 0,0 0 12,0 0 1,0 0 0,0 0 0,0 0-73,0 0 1,0 0 64,0 0 0,0 0-131,0 0 1,0 0 64,0 0 1,0 0-72,0 0 1,0 0 83,0 0 0,0 0-11,0 0 1,0 0 33,0 0 0,0 0 20,0 0 1,0 0-25,0 0-14,0 0 1,0 0-17,0 0 29,0 0 0,0 0-69,0 0 1,0 0 56,0 0 1,0-3 2,0-1 1,0 0 50,0 5 0,0-1 7,0 0 1,0-4-46,0 0-7,0 1 1,-1 3 5,-3 0 0,3-4 8,-2 0 1,1-3-58,2 3 0,0-3 65,0 3-93,0 1 0,0 3 69,0 0 0,0-4-7,0 1 103,0-1 0,-1 4-100,-3 0 0,3-4 51,-2 1 1,1-5-40,2 5 1,0-5 8,0 5 3,0-6 1,0 4-237,0-2 135,0-3-36,0 9 41,0-9 0,0 5 18,0-2-152,0-3 128,0 9 33,0-9 1,-1 8-37,-3-6-70,3 1 1,-4-3-343,5 3-371,0-3-760,0 4 865,0-5 762,-5 0 0,-1 5 0,-5 1 0</inkml:trace>
  <inkml:trace contextRef="#ctx0" brushRef="#br0" timeOffset="2768">1158 2183 7663,'-10'-1'-258,"3"-3"548,2 3-286,5-4 160,-5 5-89,4 0 7,-4 0 1,6 0 26,3 0 75,-3 0 1,9 0 18,-3 0-7,3 0 0,1 0-88,0 0 0,4 0 104,0 0 0,-1 0-83,-3 0 1,4-1-67,0-3 1,3 3 29,-3-2 0,4 1-22,0 2 0,-2 0-237,1 0 0,-4-1 89,1-3 1,0 3-120,0-2 0,0 1 57,-4 2 0,0 0-176,0 0 119,0 0 67,0 0-34,-5 0 7,-1-5-221,-5 4 236,0-4-863,0 5 696,5 0-194,-4 0 159,4 0 343,-5 0 0,5 0 0,-4-1 0,3-3 0,7-2 0,1-5 0</inkml:trace>
  <inkml:trace contextRef="#ctx0" brushRef="#br0" timeOffset="3087">1588 2029 9742,'6'0'827,"-1"1"-1321,-5 3-422,0-3 0,0 5-445,0-2 1361,0-3 0,-5 9 0,-1-4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5:14.2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67 7696,'0'-8'86,"-1"1"1,-2-1 409,-1-2 1,1 2-141,3 1 0,-4 3-98,0-3 0,-1 5 0,2-2 0,0 3-50,-4 1 1,3 0-103,-3 0 1,0 0 1,-4 0 1,-2 5-60,-1 2 1,1 6 13,-1 2 1,1 3-177,2-3 0,0 5 8,0-2 0,2-1 97,1 2 0,0-2-190,4 1 0,0 3 77,4-3 1,0-2-147,0-1 1,0-3-20,0-1 0,5-1-9,3-3 0,3 2 70,3-5 0,0-1 42,4-3 0,-3-1-58,3-3 0,-1-2 85,2-5 1,-2 0 101,-2 0 0,-3 0-124,3 0 0,-3 0 263,-1 0 1,0 0-65,0 0 1,-4 1 470,1 3-242,-1-3-160,4 4 498,-5 0-118,4 1-720,-9 10 0,4 1 112,-5 5 1,4 0-159,-1 0 1,1 0 26,-4 0 269,5 0 0,26 0 0,10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5:14.6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89 7709,'0'-7'0,"0"-1"0,-4 5 963,1-5-234,-1 6 75,4-3-194,0 5-303,0 5 1,0 1-179,0 5 1,0 1-121,0 3 1,0-2-59,0 6 0,0-5-206,0 5 0,0-5-143,0 5 1,0-6 219,0 2 0,0-3-665,0-1 0,0 0-209,0 0-57,0 0 1109,0 0 0,0-4 0,20-37 0,4-13 0</inkml:trace>
  <inkml:trace contextRef="#ctx0" brushRef="#br0" timeOffset="475">33 89 7709,'0'-16'-531,"0"0"951,0-2 0,1 5-68,3 6 0,-1 3 17,4-3 0,-3 5-133,3-2 1,0 3-20,4 1 0,4 0 7,0 0 0,1 1-25,-2 3 1,-1 2-166,1 5 0,-2 0 90,-1 0 0,1 0-319,-1 0 1,-5 0 140,-3 0 0,-1-4-95,-2 1 1,0-1 58,0 4 1,-5-4-12,-3 1 0,-1-5 64,-3 5 0,1-6-88,0 2 0,0 1-90,0-2 1,0 1 101,0-4 0,0 0-386,0 0 122,0 5-186,0-4 188,0 4 358,5-5-74,1 0-75,5 0 98,5 0 1,1-4 140,5 1 0,0-1 66,0 4 0,0 0-121,0 0 1,0 0 149,0 0 1,0 0-48,0 0 1,4 1-62,0 3 0,1-2-32,-2 6 1,-1-1-28,1 4 0,-1 1 44,-2 3 1,-5-3 11,-3 3 1,-1-3 159,-2-1 0,-2 2-118,-1 1 1,-5-5 315,-6 2 1,-3-4-149,-5 1 1,-2 0 30,-1-4 1,1 0-172,-1-4 0,1 0-261,2 0 0,4 0-261,0 0 1,4 0 268,-1 0 0,8-5-2134,3-3 2260,3 3 0,50-19 0,12-1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5:13.1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44 7696,'-6'-6'2147,"1"1"-1706,5 5-142,0 0 0,0 6-136,0 5 0,0 1-44,0 7 1,0-4-188,0 3 1,0 0 101,0 4 0,0 0-435,0 0 0,0 1 248,0-1 0,0 0-589,0 0 0,0-4 336,0 0 1,0-4-206,0 1 0,-4-7 611,0 0 0,1-26 0,3-1 0</inkml:trace>
  <inkml:trace contextRef="#ctx0" brushRef="#br0" timeOffset="335">23 55 7696,'6'-11'0,"0"4"406,-2-1-210,2 1 1,5-3 104,0 3 0,1 2-93,3 5 1,-3 0-112,3 0 0,1 0-19,-2 0 1,5 4-208,-5-1 0,1 6 221,-4-2 1,-4 3 67,1 1 0,-6 0-550,2 0 1,-4-3 166,-4-1 1,-2-1 15,-5 1 1,0 3 79,0-3 0,-4 0 207,1 0 1,-5-3-29,5 3 0,-5-5 185,5 2 1,-1-1-171,4 0 0,0-2-11,0 3 0,3-3 687,1-1-206,5 5-241,-3-4 1,6 8-84,3-5 1,2 4-225,5 0 0,3-2-103,1 1 0,4 0-256,-5 5 0,5-3-803,-5-1 1,5 0 573,-5-4 1,2 3 598,-1-3 0,7-15 0,6-7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5:19.1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232 133 8094,'-10'-11'0,"2"1"363,0 2 1,1-1-84,-4 1 1,4 3-83,-1 2 1,1 1-79,-4 2 1,-4 0-114,0 0 0,0 2 87,0 1 1,3 0-155,-3 4 0,3-3 81,1 3 0,0-3-244,0 3 0,4-3 101,4 3 0,0-3-70,0 3 1,1-3-11,-1 3 0,3-3 110,3 3 0,-1-3 55,1 3 0,3-3-40,2 3 1,2-1-17,1 2 0,3 2 16,1-3 0,1-1-86,-1 1 1,2 1 98,5 3 1,-4-1-113,1-3 1,-2 3 107,1-3 0,2 3-5,-6 1 1,2-4 154,-1 1 1,-4-1-69,0 4 0,0 0 92,-4 0 1,-2-4-37,-1 1 0,-4-1 328,-4 4 0,1 0-151,-8 0 1,1-3 155,-9-1 1,5-3-128,-5 3 0,0-3-91,-7 3 1,3-5-584,-3 2 0,3-3 242,1-1 0,0 0-654,0 0 1,1-5 404,2-2 0,4-3 405,4-1 0,24-29 0,7-8 0</inkml:trace>
  <inkml:trace contextRef="#ctx0" brushRef="#br0" timeOffset="175">419 210 9244,'7'5'884,"2"-4"1,-3 9-653,6-3 1,-5 3 158,0 1 0,1 0-136,3 0 1,-4 4-209,0-1 1,-3 2-176,3-1 0,-4-3-352,0 3 0,0-3-2618,1-1 3098,-3 0 0,-1-15 0,-6-3 0</inkml:trace>
  <inkml:trace contextRef="#ctx0" brushRef="#br0" timeOffset="333">486 55 7737,'-16'-17'1105,"3"3"-1101,-1 6 0,5 0-1158,2 4 635,4 0 1,0 8-165,6 0 683,3 4 0,30 13 0,6 8 0</inkml:trace>
  <inkml:trace contextRef="#ctx0" brushRef="#br0" timeOffset="877">739 199 7737,'-1'-8'-21,"-3"1"498,3 0 0,-4-1 275,5 1-167,0 5-417,0-8 0,1 8-175,3-1 0,0 2 66,7 1 1,-3 0-80,7 0 1,2 0 14,2 0 0,-2 0 128,1 0 1,-1 3-23,2 1 0,0 5 25,-4-2-682,0 3 0,-9 1 258,-3 0 1,-1 1 79,-2 3 1,-5-3 89,-3 3 0,-3-2-68,-3 2 0,0-3 243,-4 3 1,4-3-97,0-1 1,1 0 178,2 0 1,2 0 32,1 0-30,-2 0-121,9 0-204,-4 0 1,6-5 12,3-2 0,-1-3-20,4-1 1,2 0-319,5 0 0,-2-1 246,3-3 1,-1 2 270,0-6 0,-1 1 0,1-4 0,3 4 0,2-1 0,11-9 0,5-6 0</inkml:trace>
  <inkml:trace contextRef="#ctx0" brushRef="#br0" timeOffset="1250">1048 320 7737,'6'5'99,"-1"-4"351,-5 4-145,5-5 0,-3 1-70,6 3 1,-5-3-76,5 3 1,-1-3-5,4-1 0,0 0-75,0 0 0,0 0 32,0 0 0,1 0 54,3 0 0,-3 0-341,3 0 1,1-1 119,-1-3 1,-1 2-265,-3-6 0,0 2 77,0-1 1,0-3-69,0 3 1,0 1 67,0-2 0,-4 1 103,-4-4 1,0 1 146,0 3 0,-1-3-80,1 3 1,-5-3 98,-2-1 0,-4 0-72,0 0 1,-5 3 140,-2 1 1,0 5 30,4-2 1,-3 3 12,-1 1 0,-3 0 24,3 0 0,-1 5 186,1 2 1,2 3 182,-6 1 1,6 1-201,-2 3 0,4-2 32,4 5 1,-2 0-30,6 0 0,-1 2 57,4-6 1,1 6-159,3-2 1,6-2-119,4-1 1,10 0-78,-2-4 0,7 1-187,0-8 0,3-1-696,1-3 0,-3 0 453,-1 0 0,-4-1-829,0-3 1,-1-2 524,-2-5 1,-6 0 692,-5 0 0,-15-15 0,-8-3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5:18.0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66 188 7730,'-8'0'62,"2"-1"33,1-3 1,2 2 323,3-6 0,5 6-126,2-2 1,9 3 20,6 1 0,1-1-109,7-3 1,3 3-76,3-3 1,6 3-96,-2 1 0,0 0-204,0 0 1,-8 0-469,1 0 1,-11 0 103,0 0 240,-12 0 184,0 0 1,-15 0-1218,-3 0 1326,-1 0 0,-27-5 0,-6-1 0</inkml:trace>
  <inkml:trace contextRef="#ctx0" brushRef="#br0" timeOffset="256">77 221 7730,'-17'0'13,"1"0"-13,5 0 528,0 5 1,3-4-140,1 3 0,4-2 75,0 2 0,6-3-99,5 3 1,8-3-32,6-1 0,5 0-167,6 0 1,1 0 31,3 0 1,1 0-681,2 0 0,2-4 392,-5 1 0,-1-1-1081,-3 4 0,-6 0 566,-5 0 1,-4 0-191,-7 0 1,-2-1 793,-1-3 0,-3 3 0,-30-19 0,-5 2 0</inkml:trace>
  <inkml:trace contextRef="#ctx0" brushRef="#br0" timeOffset="541">430 34 7730,'-12'-7'0,"1"-1"0,0 4 1401,0-4-416,5 6-575,1-2 0,12 5-248,4 2 1,1 4 37,6 4 0,4 0-287,4 0 0,1 0 97,-1 0 0,-3 1-63,3 3 1,-3-3 47,-1 3 0,-5-3-198,-2-1 0,-8 4 101,-3-1 1,-3 2 127,-1-1 1,-10-2-173,-4 6 1,-7-6 85,-5 2 0,-3 1 47,-8-2 0,5 1 23,-5-4 1,10-1 40,-2-3 1,9 2 37,6-5-89,6-1 0,33-13 0,11-2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5:22.9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110 99 7754,'-11'-4'-428,"4"2"299,0-1 1,3 3 384,-3 3 0,3 0-22,-3 4 1,3 2-95,-3 5 1,3 0-60,-3 4 0,3-3-9,-3 3 1,3 1-67,-3 3 1,4 0 91,-1 0 0,2 0-177,-2 0 1,3-4 105,-3 1 1,3-5-179,1 5 1,0-6 14,0 2 1,4-6 125,0-2 0,4-5 2,-1 2 1,3-3 7,1-1 0,0-1 9,0-3 1,2-2-20,1-5 1,-1 0 4,1 0 0,2-1 8,-1-3 1,3 2 8,-3-6 0,3 5-2,-3-5 0,0 2-47,-4-1 0,0-2 68,0 5 0,-1-3 85,-3 3 0,2 1 138,-6 3-234,1-5 0,-4 7 122,0-2-86,0 7 1,-1 0 5,-3 4 1,2 3-38,-6 1 1,1 4-133,-4 0 1,3 3 111,1 4 0,1-3-12,-1 2 0,-2 4-3,5 0 0,-3-1 19,3 2 0,-3-5 107,3 5 1,1-5-94,3 5 0,0-5 5,0 5 0,0-6 4,0 2 1,5-3 20,2-1 0,4-1 109,4-3 1,1-2 180,2-5 0,6-2-45,-2-6 0,4 0-128,0-10 0,-3-1-190,3-3 0,-3-4 112,-1 1 1,-5-5-222,-2 5 1,-4-1-32,-4 4 0,2 1-15,-5 3 0,-1-2-208,-3 5 1,0 1-1152,0 3 24,-5 4 1510,4 3 0,-9 13 0,4 4 0</inkml:trace>
  <inkml:trace contextRef="#ctx0" brushRef="#br0" timeOffset="337">1081 155 7754,'3'-8'80,"1"1"1177,0 4-620,-4-1 1,-2 4-165,-1 0 1,-3 4-169,-5 4 1,-5 2-104,-3 1 0,-2 5-164,-1 2 0,-5-1 117,-2 1 1,-3 1-381,-1 3 0,0 0 222,0 0 1,4-4 77,-1 1 0,9-6-1920,-1 2-267,8-3 700,3-1 969,6-5 0,5-2 443,0-8 0,3 1 0,1-8 0,24-22 0,3-14 0</inkml:trace>
  <inkml:trace contextRef="#ctx0" brushRef="#br0" timeOffset="559">783 144 7754,'0'-11'590,"0"0"1,0 3 303,0 1-118,0 4-254,0-2 0,1 5 12,3 0 0,-2 2-169,6 1 0,-1 4-148,4 4 0,4 3-73,-1 1 0,2 8-150,-1-1 0,-3 3-519,3-3 0,1 1 420,-1 3 1,3-3-1064,-3 3 1,-2-2 546,-5 2 0,1-6-615,-1 2 0,1-4 1236,2 0 0,20-21 0,5-11 0</inkml:trace>
  <inkml:trace contextRef="#ctx0" brushRef="#br0" timeOffset="827">1500 55 7754,'0'-11'577,"-2"4"836,-1 0-254,1 4-785,-3-2 0,5 10 105,0 3 1,-1 3-83,-2 3 1,1 5-183,-1 6 0,0-1-182,0 1 1,0 2 80,-4-1 0,3 5 100,-3-2 1,-1-1-1849,-3 2 1,0-6 596,0 2 1,4-3 167,0-1 1,3-1-237,-3-3 1105,4-7 0,8-20 0,7-10 0</inkml:trace>
  <inkml:trace contextRef="#ctx0" brushRef="#br0" timeOffset="1094">1830 66 7754,'0'-11'2804,"0"0"-1931,0 5 172,0 1-676,0 20 1,0-5-125,0 12 1,0-1-126,0 4 1,0-1-123,0 1 1,-1 4-355,-3 0 0,2 2 274,-5-2 1,0 2-743,0-6 0,-1 1 401,4-4 1,-4 3-327,5-3 1,-1-3-280,4-8 302,0 0 726,0 0 0,0-29 0,0-8 0</inkml:trace>
  <inkml:trace contextRef="#ctx0" brushRef="#br0" timeOffset="1512">1400 254 7754,'-11'-1'139,"0"-2"803,0-1-450,5 1 290,1 3-235,5 0-201,5 0 1,1 0-72,5 0 1,5 0-195,3 0 1,3 0-207,3 0 1,3 0-421,6 0 1,-1 3-303,0 1 0,-1 0 136,-3-4 711,3 0 0,20-20 0,12-4 0</inkml:trace>
  <inkml:trace contextRef="#ctx0" brushRef="#br0" timeOffset="1946">2415 155 8742,'0'-11'1853,"-2"4"-1150,-1 4-336,1 2 1,-7 5-99,1 4 1,-2 3-3,-1 4 1,0-2-309,0 5 0,-5 1 110,-2 3 0,-2 0-585,2 0 0,-3 0 344,3 0 0,-3-1-792,-1-3 0,4 2 436,-1-6 1,6 1 180,-2-4 0,8-3-699,3-1 16,3-5 1030,1 3 0,39-44 0,10-10 0</inkml:trace>
  <inkml:trace contextRef="#ctx0" brushRef="#br0" timeOffset="2169">2183 177 7754,'-6'-11'0,"-3"3"1231,6 1-388,-6 0 27,8 0-30,-4 3-345,5 8 0,4 4-78,-1 7 0,6-3-129,-2 2 0,7 4-137,0 0 1,5-1 50,-5 1 0,5-3-572,-4 4 1,4-2 272,0 1 1,0-1 238,-1-2 1,2-3-1099,-5 3 1,3-3-1492,-3-1 1,0-5 2446,-4-2 0,14-18 0,5-4 0</inkml:trace>
  <inkml:trace contextRef="#ctx0" brushRef="#br0" timeOffset="2768">2756 44 7754,'8'-7'-118,"-2"0"1,0-1 569,0 2 1,-2-2-79,3 4 0,4 0 53,4 4 1,4 0-166,0 0 1,-2 1-60,1 3 0,1 2-45,3 5 1,-5 0-126,-2 0 1,-3-2-114,-1 2 0,-4-5 97,0 9 1,-4-9-128,1 5 1,-3-2 47,-1 2 1,-5-2-111,-2-1 0,-4 0 32,-4-4 1,3 3-2,-3-3 1,-1 3 73,1-3 1,-3 1-75,3-1 1,1-3 17,3 2 1,-1-1-10,1-2 187,0 0-187,0 0 232,0 0-99,5 0 152,1 0 1,7 0-84,1 0 0,3 0-47,5 0 1,0 0-92,0 0 1,4 0 90,0 0 1,4 0-126,0 0 1,-2 1 62,1 3 0,1-3-95,3 2 0,0 4 100,0 0 1,-4 3-196,1 1 1,-6 0 165,2 0 1,-4 0 170,-4 0 1,-2 0 50,-5 0 1,-1 4-82,-3-1 0,-7 1 325,-7-4 1,-3-4-147,-1 1 0,-4-2 69,0 1 0,-4 2-72,0-6 0,-3 5-181,-3-5 1,1 1-233,-1-4 0,2 0-523,5 0 0,3-1 433,8-3 249,2-2 0,69-29 0,15-7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5:58.5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67 121 8766,'-6'5'605,"0"1"-468,2 5 0,3 2-3,-3 1 0,3 4-100,1 4 1,-4 3-120,1 1 0,-1 1 78,4-1 0,0-3-393,0 3 0,0-4 210,0-4 1,0-2-531,0-5 1,0 0 264,0 0 0,-1-5 455,-3-2 0,-2-42 0,-5-11 0</inkml:trace>
  <inkml:trace contextRef="#ctx0" brushRef="#br0" timeOffset="308">67 44 7741,'5'-11'-237,"1"4"237,5 0 0,-2 3 438,2-4 1,-3 6-108,7-2 1,1 3-20,-1 1 1,3 4-231,-3-1 1,-1 6-240,-3-2 0,-3 3 151,-1 1 0,-5 0-82,2 0 0,-4 4-249,-4 0 1,-2 1 197,-5-2 1,-1-1-34,-3 1 1,-2 2 17,-5-1 1,0 0 274,0-4 1,4 0 62,-1 0 0,5 0 69,-5 0 1,6-4-2,-2 0 0,8-3 114,3 3 162,3-4-285,1 7 1,6-5-283,5 2 1,1 1 117,7-4 0,-1 5-220,4-2 1,0 2-322,0-2 0,1 3-395,3-3 0,-3 2-415,3-2 1272,2-2 0,5-5 0,7 0 0</inkml:trace>
  <inkml:trace contextRef="#ctx0" brushRef="#br0" timeOffset="517">497 210 7762,'10'-2'816,"-3"-1"-479,3 1 1,-4-4-677,5 3 0,0 1-17,0-1-497,0 2 0,0 1 853,0 0 0,-5-5 0,9 8 0,-3-1 0</inkml:trace>
  <inkml:trace contextRef="#ctx0" brushRef="#br0" timeOffset="692">431 408 7762,'0'-6'1171,"0"1"0,1 5-1243,3 0 1,3-1-282,8-3 0,2 2-497,5-6 1,4 6-265,-1-2 1114,1-2 0,45-10 0,12-7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5:55.9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188 308 7725,'-6'-11'513,"-2"4"-314,4 0 1,0 3 503,4-3-154,-5 4-301,-1-7-49,-5 9 0,0-4-28,0 5 0,4 1 28,0 3 0,-1-1-149,-3 4 0,0 1-9,0 7 0,1-1-135,3 4 0,-3-3-151,3 3 1,-2 0 141,2 4 0,-2-3-177,6-1 0,-1-3 104,4 3 1,0-4-201,0 0 143,0-1 1,5-3-48,2-3 0,3-2-30,1-5 1,4-1 111,-1-3 1,2-2-100,-1-5 0,-3 0 109,3 0 1,-3-4 214,-1 0 0,0-3-80,0 3 1,-3-3 280,-1 3 0,-5-3-95,2 3 0,-3-3 20,-1 3 0,0-3 167,0 3 0,0 0-92,0 4 0,0 4 191,0-1-102,0 6 94,0-3-274,0 15 1,0-1-189,0 9 1,5-3 46,3 3 1,-2 0-273,1 4 0,-3-3-179,3-1 0,0-1 221,4 2 1,-3-2-449,-1-2 0,-1-3 682,2 2 0,21-16 0,2-5 0</inkml:trace>
  <inkml:trace contextRef="#ctx0" brushRef="#br0" timeOffset="410">530 253 7306,'-11'-7'281,"0"-1"1,4 6 58,-1-2 0,5-1-277,-5 2 0,5-1 80,-5 4 1,2 1-105,-1 3 1,-2-2 35,6 6 1,-2-5-130,1 5 1,3-5-14,-3 5 0,-1-4 46,2 3-67,-1 0 1,4 4 27,0 0 0,0-3-4,0-1 0,0-3 17,0 3 0,4 0-71,-1 4 0,6-3-6,-2-1 1,3-1 34,1 2 1,1 0 14,3-4 1,-3 4 20,3 0 0,1-2 116,-2 1 0,5-3-69,-4 3 1,-1-3 296,-3 3-203,0 1 210,0 3 0,-5 0-60,-2 0 0,-8 0-19,-3 0 1,-4-4-175,-4 0 1,-2 0-112,-5 0 0,0 1 181,0-4 1,4 0-19,-1-4 0,5 0-1338,-5 0 0,6 0-39,-2 0 1280,8 0 0,31-35 0,13-7 0</inkml:trace>
  <inkml:trace contextRef="#ctx0" brushRef="#br0" timeOffset="591">673 308 7733,'8'0'1299,"-1"0"1,-3 2-745,3 1 0,-3 2-176,3 2 1,-1 7-264,2-3 1,1 2-106,-1-2 0,2 4-165,1 0 0,-4 1-946,0-2 0,-3-1 603,3 1 0,-4-5-1250,0-2 1747,-1-4 0,-2-8 0,0-7 0</inkml:trace>
  <inkml:trace contextRef="#ctx0" brushRef="#br0" timeOffset="749">740 209 7733,'-11'-11'0,"0"0"0,0 0 880,-1 0-921,1 0 1,5 4 132,3-1-92,1 6 0,32 2 0,7 6 0</inkml:trace>
  <inkml:trace contextRef="#ctx0" brushRef="#br0" timeOffset="1244">1114 44 7802,'-7'-11'316,"0"0"1601,-2 0-1325,4 5 1,0 2-190,5 8 1,0 2 84,0 5 1,5 3-101,3 1 1,1 6-74,2 1 1,0 0-110,0 4 1,4-2-240,0 2 0,0-3-37,-4 3 1,0-3-405,0-1 1,-2 0-381,-1 0 0,0-1 451,-4-2 1,1-4-140,-1-4 0,-3-3-243,3-1 306,-3-4 1,-5 0 142,0-6 1,-4-3 3,0-6 1,-1 0 144,-2-2 1,0 1 78,0-1 1,0-2-6,0 1 1,-2 0 160,-1 4 0,0 0 319,-4 0 1,3 1-271,-3 3 0,-1 1 452,-3 2 1,0 3-255,0-3 1,5 4 198,2 4 1,-1 2-168,2 5 1,3 4 16,3 0 1,6 3-164,-2-3 0,4 3-141,4-3 1,3 3-82,8-3 0,2-1-357,5-2 0,0-1-643,0 0 1,0-2 515,0-1 1,0-3-190,0-5 1,-1 0 713,-2 0 0,26-25 0,3-6 0</inkml:trace>
  <inkml:trace contextRef="#ctx0" brushRef="#br0" timeOffset="1603">1302 330 8018,'1'-6'812,"3"3"-347,-3 1-253,9-3 0,-4 4-5,5-2 0,-4 1-156,1 2 1,-1 0-128,4 0 0,0 0-130,0 0 0,1-3-225,3-1 1,-3 0-22,3 4 371,-3-5 0,-1 3-22,0-5 1,-3 3-260,-1-3 0,-5 3-239,2-3 466,-3-1 0,-2-3 85,-3 0 0,-2 4 185,-5-1 1,-3 5 235,-1-5 0,-4 6-204,5-2 0,-2 3 81,1 1 1,3 4-90,-3-1 1,-1 6 284,2-2 1,-1 7-106,4 0 0,3 6-17,1-2 1,5 3-44,-2 1 0,4 0-365,4 0 0,2 0-386,5 1 0,5-3 312,2-1 0,3-3-609,1-5 1,4-4 364,-1 0 1,1-4-169,-4 0 1,0-3 571,0-3 0,25-28 0,6-10 0</inkml:trace>
  <inkml:trace contextRef="#ctx0" brushRef="#br0" timeOffset="1783">1809 419 7802,'6'-5'1906,"0"3"-722,-2-1-1077,-3-3 1,5 4-773,-2-1-1220,-3 1 1885,4-2 0,0-3 0,1-4 0</inkml:trace>
  <inkml:trace contextRef="#ctx0" brushRef="#br0" timeOffset="1908">1809 242 7802,'-5'-11'1108,"-2"0"-244,2 0-2896,-5 0 2032,9 5 0,6 6 0,7 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5:53.0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1 270 10901,'0'11'122,"0"0"42,0 0 0,0 0-557,0 0 0,0 2 258,0 1 1,3 0-677,1 4 1,0-4 455,-4 0 0,0 2-877,0-1 1232,0 0 0,-5-14 0,-1-2 0</inkml:trace>
  <inkml:trace contextRef="#ctx0" brushRef="#br0" timeOffset="156">67 105 7765,'-6'-16'0,"0"0"0,2-2 0,3 2 508,-3 5-542,3 0 0,2 5-844,3 2 706,2-2 1,5 6 110,0 0 61,-5 5 0,9 20 0,-3 5 0</inkml:trace>
  <inkml:trace contextRef="#ctx0" brushRef="#br0" timeOffset="707">210 403 7765,'-1'7'150,"-3"0"1,3-3 802,-3 3-538,3 1 1,0 1-159,-3-1 1,3-2-23,-3-2-32,3-3 0,1 5-217,0-2 220,0-3-439,0 4 0,0-7 77,0-1 0,1 0-101,3-4 0,-3 0-218,3-4 0,2 0 206,1 0 0,0 0-150,0 0 1,0 0-219,4 0 567,0-1 0,0 1-99,0 0 1,0 4 320,0 0 1,-3 4 268,-1 0 163,0 1-391,5 2 0,-5 2-35,0 1 1,-4 3 73,0 5 1,0 0-5,0 0 1,-1 1 11,1-1 0,-1 0-89,-2 0 0,0 0-23,0 0 1,0 0 151,0 0-150,0 0 1,0 0 3,0 0-421,0-5 206,0-1 1,1-6-300,2-3 0,0-2 153,4-5 1,-1-2-42,2-1 0,2 0 41,-3-4 0,3 3 238,1-3 1,0 1-44,0-2 0,0 0 109,0 4 1,0 0-59,0 4 1,-4 0-23,1 0 1,-1 5 180,4 2 1,-4 3 137,1 1-188,-1 0 0,3 5-39,-3 2 1,-2 3-154,-5 1 0,4 4-344,-1 0 1,1 1 194,-4-2 0,1-1-637,3 1 0,-3 2 163,3-1 687,-3 0 0,19-4 0,4 0 0</inkml:trace>
  <inkml:trace contextRef="#ctx0" brushRef="#br0" timeOffset="1141">927 270 7765,'-4'-11'641,"0"0"0,-4 1-194,1 3 1,0-2 17,0 6 1,3-1-200,-3 4 0,-2 1-42,-5 3 1,2 2-67,-3 5 1,3 4-131,1 0 1,0 3-173,0-3 1,-1 4 161,1 0 0,4-2-300,0 1 0,4-3 185,0 3 1,1-4-1076,2 0 848,0 4 1,2-6-175,1 2 0,3-6 133,5-4 0,0-3-31,1-1 0,0-5 87,2-3 0,-1-1 143,1-2 1,0 0 128,1 0 0,-4-2 37,0-1 0,0 1 129,-4-1 0,3-2-133,1 1 0,-4 0 326,1 4 1,-5-1 136,5-3 30,-6 3-27,8-4 5,-9 5-312,4 5 1,-5 2-18,0 8 1,0 2-219,0 5 1,0 4 48,0 0 1,0 1-469,0-2 1,0-1 42,0 1 1,4 0-86,-1 0 1,1-1 540,-4 1 0,5-1 0,21-2 0,9 0 0</inkml:trace>
  <inkml:trace contextRef="#ctx0" brushRef="#br0" timeOffset="1601">1258 358 7765,'1'-7'0,"2"0"342,-1-1 1,4-3 358,-3 0-353,-1 0 0,3 0 186,-5 0-331,0 0 0,-2 1 88,-1 3-63,-3-3 1,-5 9-205,0-3 1,0 0 263,-1 0-429,1 0 0,0 4 1,0 0 0,4 4-322,0 0 214,-1 4 1,1-2 74,0 5 1,4-3-91,0-1 1,1 0 53,2 4 0,-3 0-35,-1 0 1,0-3 25,4-1 0,0 0-190,0 4 1,4 0 144,0 0 0,3-3 127,-3-1 1,3-3 131,-3 3 1,4-4-105,0 0 203,1 3 0,2-4-69,0 1 1,0-1 178,1-2 0,-1 0-58,0 0 0,0 0-3,0 0 1,0-2-64,0-1 0,3 1 122,1-1 1,0 2-28,-4 1 0,-1 1 53,-3 2 78,3 4 0,-5 4-62,2 0 0,-3 0-46,-8 0 1,-3 0-46,-8 0 1,-3 0-111,-8 0 1,1 0-83,-4 0 1,1-1-165,-2-3 1,0 2-774,4-6 0,0 1 161,4-4 814,5 0 0,50-20 0,17-4 0</inkml:trace>
  <inkml:trace contextRef="#ctx0" brushRef="#br0" timeOffset="2002">1533 381 7773,'0'-7'111,"0"-2"325,0 7 1,0-4-298,0 3 0,1 1 288,3-1-592,2 1 1,5 2 31,0 0 1,-3 0-80,-1 0 0,0-3 225,4-1 0,0-1 58,0 2 1,-1 0-209,-2-4 0,0 3 53,-4-3 0,3 3 187,-3-3-127,-1-1 85,-3-3 11,0 0 0,-4 5 8,-4 2 0,-3 3 50,-4 1 1,2 0-94,-5 0 1,0 1 204,0 3 1,-3 2-128,3 5 1,1 0 296,-2 0 0,6 4-104,-2 0 0,1 4 115,2 0 1,3-2-102,5 1 0,4 1-58,0 3 1,6-2-236,9-1 1,2-1 116,5-7 1,6 3-357,5-7 0,0-2 157,4-1 1,-4-4-1422,-3-4 1,-3-2 141,-5-5 1332,0 0 0,0-25 0,0-5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5:51.60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78 133 6990,'0'-11'-27,"0"0"0,0 4 719,0-1-289,0 6 1,0-4-13,0 2 0,1 3 500,3-3-189,-3 3-415,4 1-86,0 0 1,-4 1-79,3 3 0,1-2-58,-2 6 0,1 0-120,-4 7 0,0-2-145,0 6 1,-5 3 151,-2 4 1,-3 1-202,-1-2 1,1-1 71,3 1 1,-3 2 106,3-1 0,-2-2 31,2-5 1,2-3-168,5-5 106,0 5 1,1-8-115,3 3 0,5-7-122,6 0 1,5-4 95,-2-4 1,4-2 128,4-5 0,-2 0-70,6 0 0,-1 0-899,4 0 1080,-5-5 0,14-31 0,-2-12 0</inkml:trace>
  <inkml:trace contextRef="#ctx0" brushRef="#br0" timeOffset="232">78 67 7746,'-6'-11'653,"1"0"1,10 1-652,2 3 1,7 2 146,0 5 0,6-4-150,-2 1 0,7-1 62,0 4 1,5-4-805,-4 1 0,3-1 147,-3 4 596,-1 0 0,-7 5 0,-3 1 0</inkml:trace>
  <inkml:trace contextRef="#ctx0" brushRef="#br0" timeOffset="373">23 210 7746,'-8'2'-484,"1"1"114,5-2 38,-3 4 0,10-5 332,2 0 0,8 0 0,3 0 0,52-14 0,13-5 0</inkml:trace>
  <inkml:trace contextRef="#ctx0" brushRef="#br0" timeOffset="599">574 232 7746,'0'8'710,"0"-1"0,-4-3-546,1 3 0,-2 0 37,1 4 1,-2 4 24,-5 0 1,0 4-447,0 0 0,-1 0 172,-3 0 0,3 2-720,-3-3 1,-1 2 427,1-2 0,1-2-680,3-5 1020,0 0 0,4-20 0,3-4 0</inkml:trace>
  <inkml:trace contextRef="#ctx0" brushRef="#br0" timeOffset="790">375 276 7746,'-4'-11'0,"1"2"1549,-4 1-498,4-1-617,-2 7 1,7-3-139,1 5 0,3 0-95,5 0 1,2 4-223,1 0 1,0 4-320,4 0 1,-1 3-143,2 3 1,0 0-507,-4 4 0,1-4-426,-1 0 1414,-3 4 0,19 23 0,-2 12 0</inkml:trace>
  <inkml:trace contextRef="#ctx0" brushRef="#br0" timeOffset="957">827 442 7998,'0'-6'-451,"0"1"1,0 4-582,0-3 1032,0 3 0,10-24 0,3 1 0</inkml:trace>
  <inkml:trace contextRef="#ctx0" brushRef="#br0" timeOffset="1082">861 243 7746,'-8'-3'-1226,"1"-1"1353,0-5 1436,-5 3-3067,6 0 1504,1-4 0,25 4 0,5-5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6:00.4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56 640 7700,'-11'0'526,"4"0"-487,-1 0 0,5 0 233,-5 0-146,6 0 0,-4 0 292,2 0-145,3 0 119,-4 0 246,5 0-481,5 0 0,1 0-81,5 0 0,4 0 6,-1 0 0,1 0 64,-4 0 1,5 0-375,2 0 1,-1 0 161,2 0 1,-2 0-484,1 0 1,3 3 276,-2 1 1,-2 0-564,1-4 1,-1 0 257,2 0 0,-3-2 577,-5-1 0,-5-8 0,-1-6 0</inkml:trace>
  <inkml:trace contextRef="#ctx0" brushRef="#br0" timeOffset="1543">1015 22 7317,'6'-11'1588,"-1"5"-1532,-5 1 1,-5 5 93,-2 0 0,-3 0-22,-1 0 0,-5 0 21,-2 0 1,1 0-27,-2 0 0,1 0-28,-4 0 0,0 1-12,0 3 1,0-3-84,0 3 1,0-3 70,-1-1 1,5 0-295,0 0 1,4 0 122,0 0 0,5 0-88,2 0 1,3 0-92,-3 0-421,4 0-81,-2 0-253,5 0 664,5 0 0,-2 4 370,4 0 0,-5-1 0,8-3 0,-9 0 0,9 0 0,-9 0 36,4 0 278,0 0 730,-4 0-428,4 0 738,-5 0-601,0-5-156,0 4-168,0-4 359,0 5-718,0 5 1,0 1 110,0 5 1,0 0-267,0 0 1,0 5 66,0 3 1,0 6 14,0 5 1,2 3 40,1 4 0,-1-2-143,1 5 0,0 0-7,0 0 1,-1 2 73,1-6 0,2 1 9,-1-4 0,1-1 32,-2-2 1,-1 1-140,1-1 0,-2-3 87,-1-2 1,4 0-52,0 1 1,0-3 35,-4 3 0,0 1-17,0-2 1,-4 1 6,0-4 0,0 0-7,4 0 0,0 1 64,0 3 1,-1-3-50,-2 3 1,1-3 48,-1 0 0,1-1-31,2 0 0,0 0 101,0 0 1,0 0-43,0 0 0,0-1 6,0-3 0,0 4 2,0 0 1,0-4 101,0 5 1,0-4-99,0 3 1,0 0-7,0 0 0,0 0-44,0 0 1,0 4 46,0 0 0,0 1-62,0-1 1,0-3 44,0 3 1,0-2 29,0 2 1,0-2-41,0 6 1,0-6-1,0 2 0,0-3 118,0-1 1,0 5-56,0 3 0,0-4-15,0 0 1,0-3-7,0 0 0,0 0 8,0 3 1,0-3-45,0 3 0,0-3-192,0-1 1,0 1 125,0 3 0,0-3 44,0 3 0,0-2 20,0 2 1,0-3-22,0 3 1,0-1 95,0 0 0,0-1-83,0 1 1,0-1 36,0-2 1,0 0-21,0 0 1,0 0 0,0 0 1,0 0-5,0 0 0,4-1-4,0-3 0,-1 3-1,-3-3 1,0 3 4,0 1 0,0 0-110,0 0 0,0 0 95,0 0 0,0 0-25,0 0 0,0-3 19,0-1 1,0 1-24,0 3 0,0-2 29,0-1 1,0 0 2,0-4 1,0 1 31,0-1 0,0-3-40,0 3 1,0-7 34,0 0-24,0-1 0,-1 3-125,-2-3 85,1-2 14,-3-5 1,4 0 100,-2 0 4,1 0 144,-3 0-216,5 5 183,0-4-127,0 4 544,0-5-339,5 0 1,1 0-120,5 0 1,1 0-175,-1 0 0,1 0-184,2 0 1,0 0-747,4 0 0,2-1 486,6-3 1,-3 2-619,3-6 1,1 1 1092,-2-4 0,35-25 0,5-5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6:03.5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292 23 7682,'-2'-7'-509,"-1"4"0,0 1 1046,-4 2 0,3-1-132,-3-2 1,3 1-79,-3-1 0,-1 1-85,-3 2 1,-3 0-49,-1 0 1,-1 0 30,1 0 1,-2 4-19,-5 0 0,4 3-107,0-3 0,0 3 88,0-3 0,2 1-193,5-2 1,0-1-41,0 1 1,5 0-105,2 0 38,-2-1 0,6 3 66,0-5 0,3 0-113,8 0 1,-3 0 20,7 0 1,1 0-131,-2 0 0,5 0 72,-4 0 0,3 0-210,-3 0 1,1-4 8,-2 0 0,-5 1-133,2 3 1,-3 0 175,3 0 0,-3 0 353,-1 0 0,-19 0 0,-2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6:03.0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23 7270,'-6'0'528,"1"0"-45,0 0-313,4 0 1,-5 0 185,2 0 0,3 0-61,-4 0-138,0 0 0,4 1 197,-3 3-52,3-3-146,1 4 1,0-4-109,0 3 0,1-3 27,3 3 0,-2-2-8,6 2 0,3-3-106,3 3 1,6-3 82,-2-1 1,3 0-65,1 0 1,-1 0 58,-3 0 0,3 0-271,-2 0 0,-2-1 100,1-3 1,-8 3-697,1-3 65,-3 3-221,4 1-597,-6 0 1581,-1 0 0,-5 0 0,-10-20 0,-3-4 0</inkml:trace>
  <inkml:trace contextRef="#ctx0" brushRef="#br0" timeOffset="934">166 45 7686,'5'-6'-905,"1"-4"968,5 9 0,0-8 48,0 6 0,-3-1 40,-1 4-209,0 0 1,4-4 82,0 1 0,-3-1-134,-1 4 410,1 0-214,-2 0 135,3 0-133,-7 0 123,-7 0 1,-3 0-86,-6 0 0,1 0 97,2 0 1,0 0 11,0 0 0,-3 0 103,-1 0 0,0 0 334,4 0-436,0 0 1,0 0-169,0 0 69,0 0 1,4 1-726,-1 3 381,6-3-1720,-3 9 1222,5-9 0,5 4 704,2-5 0,52-10 0,13-2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6:36.2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109 155 7763,'-6'-1'39,"1"-2"0,0 0 371,-2 0-4,2 2-191,0-4 1,4 4 252,-3-3-62,3 3-202,-4 1-26,5-5 0,5 4-188,2-3 0,2 2 24,-2-2 1,7 3-87,-3-3 1,2 3 39,-2 1 0,0-1-86,0-3 0,0 3-71,0-3 0,1 3-307,-1 1 316,-5 5 0,-1 1 116,-5 5 1,0 4-22,0-1 1,-5 5-37,-3-5 1,-3 6 242,-3-2 1,0 3-128,-4 1 0,1-1 329,-2-3 1,-2 3-62,3-2 1,2-2 63,1 1 0,3-4-146,1 0 0,4-1 137,-1-2-104,6-5 0,-2 2 70,8-4 1,0 0-465,7-4 1,-3-2 112,7-1 1,2 0-1215,1-4 1,3 0 414,1-4 0,0-2 287,0-1 1,0 1 578,1-1 0,13-18 0,5-4 0</inkml:trace>
  <inkml:trace contextRef="#ctx0" brushRef="#br0" timeOffset="426">429 89 7763,'-7'0'296,"-1"0"0,1 0 188,-4 0-492,0 0 0,0 4 118,0-1 1,4 5-88,-1-5 0,6 6 75,-2-2 0,-1-1-88,1 2 1,1-1 45,3 4-160,0 0 1,0 0-72,0 0 1,3 0-11,1 0 42,5-5 1,-3 3 71,5-5 1,-1 0 28,-3 0 0,3-3-54,-3 3 102,3-3 1,1-1-47,0 0 1,-4 0 65,1 0 16,-1 5 91,4-4 0,-4 5 72,1-2 0,-6-1-57,2 4 0,1-3 94,-2 3 0,1-3-43,-4 3 1,-1 0 56,-3 4 1,2 0-76,-6 0 0,1 0-42,-4 0 0,-1 0-95,-3 0 1,3 1-240,-3-1 0,-1-2-119,2-1 1,-1 0-341,4-4 1,0 3-375,0-3 1,3 0 1027,1-4 0,10-44 0,-2-12 0</inkml:trace>
  <inkml:trace contextRef="#ctx0" brushRef="#br0" timeOffset="631">352 144 7763,'0'-6'1379,"0"1"0,1 1-961,3 1 1,-2-1-183,6 4 1,-1 0-1124,4 0 1,5-4 471,2 1 0,-1-2-320,2 1 0,-1-1 103,4-2 632,0-3 0,35-1 0,7-6 0</inkml:trace>
  <inkml:trace contextRef="#ctx0" brushRef="#br0" timeOffset="1168">738 78 7763,'-2'-6'126,"0"1"1,-3 1 597,-1 0-659,4 1 1,-8 3 99,2 0 1,2 0 110,-1 0 0,3 3-47,-3 1 1,3 5-141,-3-2-46,4 3 1,-3 1-98,3 0 0,1 0-241,-1 0 215,2 0 1,1 0-74,0 0 0,0 0 109,0 0 0,0-4-36,0 1 59,4-1 0,-1 3-21,4-3 0,-3 2 157,3-5 0,-1 0-113,2 0 0,2-3 8,-3 3 1,3-3 11,1-1 0,-4 0 281,0 0-134,1 0 250,3 5-64,0-4-219,-5 9 1,-1-4 111,-5 5 1,0 0-72,0 0 0,-5 0-25,-2 0 1,-3 4-9,-1 0 1,-4 1-178,0-2 1,-3-1 100,3 1 0,-3 0-492,3 1 0,-3-7-101,3 3 0,0-4-1200,4 1 179,0-3 1032,0-5 0,5-6 514,3-5 0,21-35 0,6-13 0</inkml:trace>
  <inkml:trace contextRef="#ctx0" brushRef="#br0" timeOffset="1373">705 100 7787,'-11'0'0,"3"0"2117,1 0-893,4 0 214,-1 0-302,4 0-514,4 0 1,6 0-548,5 0 1,5-1 8,-2-3 0,6 2-1074,2-6 0,0 2 664,-4-1 1,0-3-1443,0 3 0,-1-2 152,-3 2 1616,-2-3 0,-10-1 0,-1-6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6:38.67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265 23 7740,'0'-7'342,"0"-1"0,-1 6 11,-3-2 135,3 3-270,-9 1 1,4 0-41,-5 0 0,0 0 47,0 0 1,-4 6-81,1 5 1,-6 1 54,2 7 1,-3-5-145,-1 5 1,1-1 31,3 4 1,2-3-152,5-1 1,0-3-23,0 3 1,5-4-37,2 0 1,3-2 19,1-1 0,8-4 88,3-4 0,9-1-270,2-2 1,1-2 99,7-1 0,-5-4-98,5-4 1,-6-3 120,2-1 1,-3-5 23,-1 2 1,-5 1 49,-2-1 1,-7 0 114,-5 0 0,-2 2-427,-1 5 1,-1 0 95,-2 0 0,-4 1-87,-4 3 0,0 1 389,0 2 0,0 13 0,0-2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6:41.3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287 23 7125,'-1'-10'-589,"-2"3"589,1 2 907,-7 5 0,2 0-365,-4 0 1,-1 1-194,-3 3 0,2 2-100,-5 5 0,-1 0-45,-3 0 1,0 4-152,0-1 1,4 6 64,-1-2 1,5 2-230,-5-2 0,7 3 10,1-2 1,1-2-100,6 1 0,1-4 53,3 0 1,1-2-17,3 0 1,7-6 25,7-3 1,3-1 66,1-2 0,1-5-11,3-3 0,-2-3 32,6-3 0,-6-4 98,2-4 0,-8 0-55,-3 0 0,-4 0 13,-3 0 1,-4 4-510,-4-1 0,-1 6 196,-2-2 0,-8 4-847,-8 4 1153,-2 2 0,-55 29 0,-13 7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6:42.1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166 155 7382,'-11'0'0,"0"0"0,1-1 0,2-2 1275,0 0-1210,1-1 40,-4 4 1,4 0 516,-1 0-179,6 0-409,-3 0 0,6-1 67,3-3 0,2 3-67,5-3 1,0-1-29,0 2 0,5-5 86,2 5 1,-1-5-100,2 5 1,-1-1 38,4 4 0,-3 0-399,-1 0 0,-5 0 136,2 0 0,-4 1-2,-3 3 1,-4 3 157,-4 8 1,-2 2-4,-5 5 0,-2 1-29,-9 3 1,-4-1-25,-4 4 0,-3-1 639,3 2 1,-4-2-247,5-2 1,-1-3-65,4 3 1,1-3-20,3-1 1,2-5 40,5-2-178,5-3-177,1-1 0,10-5-286,2-2 1,6-3 236,2-1 0,8-6-599,0-5 0,2-1 329,1-7 1,-2 1 453,6-4 0,6-11 0,6-5 0,5-4 0,1 0 0</inkml:trace>
  <inkml:trace contextRef="#ctx0" brushRef="#br0" timeOffset="327">486 133 7738,'-11'7'177,"0"1"1,1-5 35,3 5 0,-3-1-43,2 4 0,0-3-3,1-1 1,2 0 12,5 4 0,0-3-274,0-1 133,0 0 1,1 3-90,3-3 1,2 2 69,5-5 1,-3 3-108,3-3 1,-6 1 1,6-2 0,-2 0-101,2 4 0,0-4 130,0 0 301,0 3-119,0 0 0,-4 4-70,1-2 1,-6 1 124,2-1 0,-3-2-74,-1 1 1,-4 1-70,1 3 0,-10 0-80,2 0 0,-2 0-196,2 0 0,-1 0-135,-3 0 0,3-1-371,-3-3 0,1 1 207,0-4 1,2 3 536,-3-3 0,3-25 0,1-9 0</inkml:trace>
  <inkml:trace contextRef="#ctx0" brushRef="#br0" timeOffset="534">420 199 7738,'3'-11'629,"1"0"1,3 4-191,-3-1 1,5 2-566,-2-1 0,6-3 78,2 3 1,4-2-364,-5 2 0,6-2 206,-2 6 1,3-6 162,1 2 0,0-2 50,0 2-8,-5-3 0,19 9 0,-1-4 0</inkml:trace>
  <inkml:trace contextRef="#ctx0" brushRef="#br0" timeOffset="870">750 67 7779,'-6'5'-570,"-4"-3"399,3 6 0,1-2 833,-1 1 0,1 3-205,-2-3 0,0 3-204,4 1 1,-3 0-157,3 0 0,0 0 120,4 0 1,0 0-317,0 0 1,0 0 88,0 0 0,5-3-82,2-1 0,5-3 78,2 3 1,-2-5-140,3 2 0,-1-3 4,0-1 0,-1 4 104,1 0 0,-1-1 79,-2-3 1,0 2-50,0 1 1,-4 0 236,0 4 0,-4-3-67,0 3 1,-1-3 89,-2 3 1,-2 0-38,-1 4 0,-3 1-303,-5-1 1,-2 0-134,-1 0 0,0 0-343,-4 0 1,-1 3 222,-3 1 1,4 0-218,0-4 0,0-4 565,0 0 0,-3-29 0,4-3 0</inkml:trace>
  <inkml:trace contextRef="#ctx0" brushRef="#br0" timeOffset="1076">695 166 7779,'11'-11'0,"0"1"1393,0 3 0,0-2-661,0 6 1,2-2-401,1 1 1,2-1-658,3-2 0,1-3-751,-1 3 1,2-3-1184,1-1 2259,-5 0 0,14-15 0,-2-3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6:44.52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1 287 7756,'0'-6'229,"0"-4"0,4 8-108,-1-6 1,2 6 419,-1-2-316,-3-2 1,9 4-147,-3-6 1,3 5 70,1-5 0,0 5-194,0-5 1,0 6 79,0-2-218,0 3 1,0 1-79,0 0 60,0 0 0,-1 5 69,-3 2 0,-2 3-65,-5 1 1,4 0 127,0 0 1,-1 4 1,-3 0 0,-3 0 108,-1 0 1,-5 1-90,2 2 0,-6 2 214,-2-5 1,0 3-47,4-3 1,0 3 132,0-3 0,0 0-136,0-4 0,5-4 40,2 0-568,-2 1 297,5-2 1,1-1-65,7-5 1,4-2 25,4-1 0,2-3-451,5-5 0,5-4-10,3 0 612,1-4 0,51-38 0,-34 22 0,-1-1 0</inkml:trace>
  <inkml:trace contextRef="#ctx0" brushRef="#br0" timeOffset="333">475 188 7756,'-11'5'-19,"1"1"41,3 5 1,-2-4 141,6 1 0,-1-1-102,4 4 0,0-4-92,0 1 141,0-1-207,5 4 1,1-3 65,5-1 1,0-5-60,0 2 0,0-3 61,0-1 0,0 4-196,0 0 47,0-1 0,0-2 10,0 3 486,0-3-235,0 9 0,-3-5 130,-1 2 1,-5 3 99,2-2-143,-8 1 1,-2 2-172,-5 0 0,-1 0-145,-3 0 0,2 0-48,-6 1 1,5-1 101,-5 0 0,5 0-568,-5 0 1,6-5 658,-2-3 0,-12-11 0,-2-4 0</inkml:trace>
  <inkml:trace contextRef="#ctx0" brushRef="#br0" timeOffset="525">453 265 7760,'11'-17'776,"0"2"0,0 3-1019,0 1 0,0 4-31,0-1 0,4 1-169,0-4 1,3 0 86,-3 0 1,3 0-297,-3 0 652,4 5 0,28-19 0,12 1 0</inkml:trace>
  <inkml:trace contextRef="#ctx0" brushRef="#br0" timeOffset="801">729 133 7820,'-7'11'-119,"-1"-4"203,4 1 0,1-1 106,3 4 0,0-4 253,0 1-385,0-1 0,1 3-16,2-3 0,0 3-39,4-3 0,1-1 129,3 2 1,1-2-105,3 1 1,-3 2 252,2-6 1,-1 5-112,-2-4 1,0 3 144,0-3 1,-4 4-20,1-1 0,-5 0-81,5 0 1,-6 0-107,2 4 0,-3 0-109,-1 0 1,-1 0-332,-3 0 1,-3 0 217,-8 0 1,3 0-789,-3 1 0,-2-1 449,-2 0 1,2-4-1048,-1 0 1499,4-4 0,-11-23 0,1-11 0</inkml:trace>
  <inkml:trace contextRef="#ctx0" brushRef="#br0" timeOffset="950">718 199 7820,'6'-11'1497,"3"-4"-1160,-1 1 0,7-1 315,3 4 1,6-4-228,2 0 0,5 1-1573,-2 3 0,2-2 1148,-2-1 0,3-8 0,-4-6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12.3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331 34 7228,'0'-6'2001,"0"-4"-1534,0 8-295,0-2 49,0-1 57,0 3-85,0-2 1,-5 5-1,-2 2 1,-6 4-219,-2 4 1,-6 5 27,-1 2 1,-1 3-152,-7 1 0,5 0 56,-5 0 0,6 4-21,-2-1 1,3 6 38,1-2 1,5-2-68,2-1 0,8-4 93,3-4 0,3 2 36,1-5 1,2-4-145,5-4 0,2-4 62,9 0 0,4-3-91,4-3 0,5-5 69,-2-6 1,2-4-39,-2-4 0,3-1 114,-3-3 1,-3 2 107,-4-6 0,-2 5 35,-9-5 1,1 6-55,-8-2 0,-2 4-102,-5 4 0,-4 2 38,-4 5 0,-1 1-413,-3 3 1,3 2 59,-3 5 368,8 0 0,-8 9 0,3 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13.3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298 45 7728,'0'-11'868,"0"0"-959,0 5 1,-1 0 124,-3 2 1,2 3 122,-6-3 0,5 3-157,-5 1 1,0 1 106,-7 3 0,2 2 95,-6 5 1,4 4-92,-3-1 1,0 6 41,-4-2 0,0 3-44,0 1 0,0-1-145,-1-3 1,6 3 37,3-2 0,3 0-97,3 0 0,3-3-17,5-5 1,2-2 95,1-1 1,5-3-32,6-5 0,3 0 37,5 0 1,1-5-71,-1-3 1,3-3 60,1-3 1,-1 1-31,-7-1 1,3-2-13,-3 1 0,-3-3-10,-4 3 0,-1-1-278,-7 1 1,1 3 117,-4-3 1,0 3-489,0 1 1,0 4 718,0-1 0,-20 11 0,-4-2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18.5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166 44 7679,'7'0'-445,"0"0"400,-4 0 0,2-1 579,-5-3-171,5 3-1,-4-4 0,7 4 137,-4-3-132,0 3 1,-3-5 117,3 2-117,-3 3-318,4-9 250,-5 9-290,0-4 1,-5 6 44,-2 3 0,-7 2-115,-1 5 0,-4 5 15,0 2 1,-1 3-33,-2 1 1,1 2 16,2 1 0,0-1-67,4 1 1,2-1-20,5-2 1,3-2 80,5-1 0,2-4-6,1-8 1,3-2 31,5-5 0,5-1 15,3-3 1,1-3-23,3-8 1,-3 1-89,-1-4 0,-3 0 89,-5-4 0,0 0-518,0 0 1,-1-1 87,-3 1 1,-1 4-469,-2 0 943,-3-1 0,9-13 0,-4-2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19.5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56 254 7668,'-11'0'0,"4"-1"482,-1-3-345,1 3 0,0-4-89,-1 5 98,6-5 186,-3 4-267,5-4 1,5 5 104,2 0 1,3 0-131,1 0 1,0-3 95,0-1 1,4 0-153,-1 4 1,5-1-99,-4-3 0,3 3-97,-3-3 1,-1 3-67,-3 1 0,0 0 132,0 0 1,-1 1 77,-2 3 0,0-1-11,-4 4 1,-1 4 58,-3 4 1,-4 1-59,-4-2 1,-3 3 116,-4 5 0,2 0 32,-5 1 1,0-1 123,0 0 1,-1 0-6,4 0 1,-4 0-111,5 0 0,0-5-26,7-2 1,-2-3 4,6-1 1,-1-4-112,4 1 1,1-6 114,3 2 1,3-3-376,8-1 0,1-1 120,2-3 1,3-2-437,-3-5 0,3 0-183,1 0 810,0-5 0,20-16 0,5-8 0</inkml:trace>
  <inkml:trace contextRef="#ctx0" brushRef="#br0" timeOffset="368">486 155 7668,'-11'-1'-382,"0"-3"0,0 3 954,0-3-291,5 3 1,-3 6-189,6 2 0,-5-1 37,5 2 1,-1-1-128,4 4 1,0 0 148,0 0-161,0 0 0,1 0 21,3 0 0,-2 0 34,6 0 1,-2 0-89,1 0 1,3-3 50,-3-1 1,3 0-81,1 4 1,-4-3 90,1-1 0,-1-3-4,4 3 0,0-3 16,0 3 185,0 1-197,0 3 1,-5 0 290,-2 0-250,2 0 1,-6 0-5,0 0 0,-5 0-202,-6 0 0,-1 3 72,-3 1 1,2 0-471,-6-4 0,5 4 244,-5-1 0,5 1-258,-5-4 0,6-5 557,-2-2 0,3-37 0,1-10 0</inkml:trace>
  <inkml:trace contextRef="#ctx0" brushRef="#br0" timeOffset="549">365 254 7668,'6'-11'0,"-1"0"0,-2 0 1620,1 0-1293,5 0 0,-2 0-407,8 0 1,-3 4-797,3-1 1,1 5 477,-2-5 1,6 6-129,-2-2 1,3-1 525,1 2 0,20-1 0,4 4 0</inkml:trace>
  <inkml:trace contextRef="#ctx0" brushRef="#br0" timeOffset="868">729 67 7675,'-7'0'52,"1"1"130,3 3 1,1-2 39,-1 6 1,-2-5-49,1 5 1,-1-5 31,2 5 0,1-1-244,-1 4 1,1 0 117,2 0 111,0 0 0,5 0-120,3 0 0,-2 0-290,1 0 0,1 4 100,3 0 0,0-1 68,0-3 1,0 0 95,0 0 1,0 0-20,0 0 1,-4 0 252,0 0 1,1 0-69,3 0 0,-4-1 36,0-2 1,-4 1-33,1-1 0,-3 2-110,-1 1 1,0 0-34,0 0 0,-5 0-118,-2 0 1,-3 0-491,-1 0 0,-4 0 305,0 0 1,-4 0-880,0 0 1,2-1 22,-1-3 1087,4-2 0,-6-35 0,2-6 0</inkml:trace>
  <inkml:trace contextRef="#ctx0" brushRef="#br0" timeOffset="1049">695 144 7675,'7'-5'0,"-4"-2"0,3-3 1371,2-1 1,-1 4-637,4-1 0,-1 2-410,8-1 1,1-2-611,3 6 1,0-6-667,0 2 0,0 0-952,0 0 1903,-5 0 0,4-9 0,-4-1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22.3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11 9739,'5'-6'245,"2"2"-273,3 3 0,1 1-107,0 0 0,0 0 48,0 0 37,0 0 0,0 0 40,0 0 136,0 0-34,0 0-11,0 0-11,0 0 1,-5 1 281,-2 3-300,2 2 0,-5 5 15,3 0 1,-3 0-48,-1 0 0,1 0 45,3 0 1,-3 4-100,3 0 0,-3 4 60,-1 0 0,0 2-18,0 1 1,1 0-33,3 0 1,-3 0-14,3 0 0,-2 0-58,2 0 1,-2 0 94,6 0 1,-6 0-99,2 0 0,1 0 80,-1 0 1,3 0-65,-3 0 0,-1 0 49,-3 0 0,1 0-10,3 1 0,-3-3 41,3-1 0,-3 2-36,-1-3 1,0 3 80,0 1 1,1 0-69,3 0 1,-3 0 117,3 0 1,-3 0-59,-1 0 1,0 0 85,0 0 1,0 1-47,0 3 0,4-3-35,0 3 0,-1-4-30,-3-3 0,2 3 27,1 0 1,-2-4-7,3 4 0,-1-2 7,0 2 0,-2 0-11,3 0 1,-3 0-3,-1 0 0,2 0-51,1 0 1,-2 0 70,3 0 0,-3 1 3,-1 3 0,0-3-16,0 3 0,0-1 0,0 0 1,0-1-1,0 1 1,0-1-3,0-2 0,0 0-64,0 0 1,2 0 59,1 0 1,-2 0-17,3 0 0,-3 0 46,-1 0 0,0 0 0,0 0 1,0-1-51,0-3 1,0 4 19,0 0 0,0-1-16,0 1 1,0 0 19,0-3 1,0 2-9,0 1 0,0 0 7,0 0 0,0-1-1,0-3 0,0 3 25,0-3 1,0 3 1,0 1 0,0 0 8,0 0 1,0 0-27,0 0 1,0 0-58,0 0 0,0-3 61,0-1 0,0 0-85,0 4 0,0-1 71,0-2 1,0 0-35,0-4 0,0 5 0,0-2 0,0-1-8,0 1 1,0 0-2,0 0 0,0 3 16,0-3 0,0-1-4,0 2 0,0-2 5,0 1 0,0 3 24,0-3 0,0 0-23,0 0 0,0-5 14,0 2 0,0 1-12,0-1 0,0 1-43,0-2 0,0-1 14,0 1 0,0-1-5,0-2 0,0 0-66,0 0 1,0 1 79,0 3 0,0-3 10,0 3 1,0-7-20,0-1 1,-3 1 7,-1 3 1,0-4 24,4 1 0,-3-5 7,-1 5 1,-1-2 125,1 1 0,2 2-45,-5-6 1,3 5 254,-3-5-198,-1 6 0,-3-3-95,0 5 0,0-4 32,0 1 1,0-5 76,0 5 0,-4-2-292,1 1 0,-1 2-518,4-6 1,0 0-2637,0-7 3279,0 3 0,10-38 0,2-4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23.7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209 89 7804,'6'-11'295,"-2"0"1,-2 1 271,2 3-124,-3-3 336,4 4-530,-5-5 0,-1 1-60,-3 3 0,1 2 147,-4 5-192,0 0 1,-8 0-54,0 0 0,-1 5 90,2 2 0,-2 8-112,-3 3 0,0 3 98,4 1 1,-3 1-205,3 3 0,0 2 38,4 5 1,4 0-50,0 0 1,4 0-43,-1 0 1,7-4-154,1-4 0,8-1-79,-1-2 0,6-5 128,-2-2 1,3-4-206,-3-4 1,3-2 120,-3-5 0,4 0 15,0 0 1,-3-5 88,-2-2 1,-1-7 3,-2-1 1,0-4 18,0 0 0,0-1 94,0-2 0,-4 1 127,1 2 0,-6-1-51,2 1 1,1 0 517,-2 0-257,1 3-174,-4 5-78,0 5 1225,0 1-939,0 15 0,0-1-220,0 9 1,0-5-151,0 2 0,4 1 81,-1-1 0,5 1-686,-5-2 1,2-1 325,-1 1 0,-2-1-674,6-2 0,-6 0 83,2 0 926,2 0 0,20-10 0,9-2 0</inkml:trace>
  <inkml:trace contextRef="#ctx0" brushRef="#br0" timeOffset="282">639 199 7643,'-6'-5'1339,"1"4"-380,5-4-543,0 5 0,5 0-323,2 0 1,3 0-284,1 0 0,0 0-711,0 0 1,0 0 508,0 0 1,4 0-819,-1 0 1210,1 0 0,6 5 0,2 1 0</inkml:trace>
  <inkml:trace contextRef="#ctx0" brushRef="#br0" timeOffset="466">650 354 7643,'-6'6'2809,"1"3"-2777,5-7 1,5 3-172,2-5 0,4 0-899,4 0 0,-2 0 1038,5 0 0,30-20 0,11-5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26.5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287 1 7571,'11'0'1044,"-5"0"-581,4 0 289,-9 0-162,4 0-230,-5 0-157,-5 0 0,0 1-102,-2 2 0,-3-1 101,3 1 1,-3-1 0,-1-2 0,-1 3-175,-3 1 0,3 0-224,-3-4 0,5 0-68,-1 0 0,6 0 138,-6 0 0,3 3-66,-3 1 0,3 0 87,1-4 0,3 0-214,-3 0 250,4 0 0,-3 0-107,3 0 125,1 0-17,-3 0 629,5 0-352,0 5-61,0-4 1,0 5 54,0-2 4,0-3-64,5 9-71,-3-4 1,3 5-47,-5 0 0,3 0 36,1 0 0,0 3-100,-4 1 0,3 5 54,1-2 0,0 7-139,-4 0 0,3 2 42,1-1 0,1 1-56,-2 2 0,-1 2 55,1-5 0,2 3 39,-1-3 1,0 3 9,-4-3 0,3 1-7,1-1 0,0-3-11,-4 3 1,3 1 11,1-2 1,0 1 23,-4-4 1,0 4-16,0 0 0,0-1 11,0-3 0,0 2-18,0 1 1,0-1-4,0 1 1,0-1 28,0-2 0,0 0-21,0 0 0,-4 0 34,0 0 1,1 0-28,3 0 0,-4-1 50,0-3 1,-1 4-47,2 0 0,2-1-28,-3 1 1,3 0 18,1-3 1,0 1-4,0 2 1,0 0 33,0 0 1,0 1-4,0-1 0,0 0 50,0 0 0,0 0-64,0 0 0,0 0 57,0 0 1,-2 1-43,-1 3 1,1-2 60,-1 6 0,2-6-40,1 2 1,0-2 4,0 2 0,-4-3 45,0 3 1,1-3 6,3 0 1,0 0 36,0 3 1,-2-3-79,-1 3 0,1-3 50,-1-1 1,2 0-35,1 0 0,0 0-50,0 0 0,-4 0-2,0 0 1,1 4-9,3 0 0,0 1-44,0-2 1,0-1 74,0 1 1,-2 0-5,-1 0 1,1-1-10,-1 1 0,1 2 64,2-1 0,-1 0-58,-2-4 0,1 0 17,-1 0 1,1 0-4,2 0 0,0 0-40,0 0 0,0-1 8,0-3 0,0 3-3,0-2 0,-3 1-26,-1 2 1,0-1 38,4-2 0,-1 2-33,-2-3 0,1 3 24,-1 1 0,1-4-8,2 0 0,-3-3 4,-1 4 0,0-2 1,4 1 1,-3 2-22,-1-6 0,0 5 20,4-5 0,-3 5 8,-1-4 1,0 3-10,4-3 1,-1 3-19,-3-3 0,3 3 18,-2-3 0,1 1-60,2-2 1,-1 0 49,-3 4 1,3-4-1,-2 0 0,1 2 44,2-1 0,0 0-47,0-4 1,0 3 146,0 1 0,-3 0-82,-1-4 1,0 0 58,4 0 0,0 0-42,0 0 0,0 0 50,0 0 1,0-4-41,0 1 1,0-1 62,0 4-134,0 0 1,-3 0 58,-1 0 0,0-3-22,4-1 45,0-5 79,0 8-79,0-9-60,0 4 0,0-4 68,0 3-149,0-3 0,0 5 52,0-2-12,0-3 42,0 9-16,0-4 1,0 2 41,0-1-35,0-5 90,0 8 1,0-7 12,0 4 22,0-5 1,0 5-4,0-4-81,0-1 1,1 6-61,3-4 0,-1-1 69,4-3 1,-3 0-413,3 0 1,-3 0 149,3 0 0,0 0 38,4 0-465,0 0 1,0-1-2185,0-2 1231,0 1 1576,0-7 0,-4-2 0,-2-7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30.6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98 76 7174,'0'-11'768,"0"0"-89,5 5-197,-3-4-280,2 4 0,-4-1 156,0 0-25,0 4-282,0-7 36,0 9 1,-1-3-89,-2 8 1,0 6 50,-4 5 1,-1 5-122,-3 2 1,0 2 27,0 5 0,0 1-135,0 3 0,4 0 5,0 0 0,3 0-4,-3 0 0,4-1-30,-1-3 0,4-6 99,4-4 0,-1-7 146,4-1 1,1-5-125,7-6 0,-1-5 116,4-2 1,-1-9-97,2-6 0,-2-1 93,-3-7 1,-5 1 28,2-4 1,-7 3 152,-1 1 0,-1 1-157,-2-2 0,-2 0-75,-1 4 0,-3 0-485,-5 4 1,1 5 216,2 2 0,0 3 291,4 1 0,20 25 0,9 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31.6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23 121 7652,'-8'-3'177,"1"-1"0,5-1-167,-2 1 123,3 3 50,1-9 1,1 9-267,3-3 1,-2 0 63,5 0 0,1 0 24,3 4 0,0 0 70,0 0 0,0 0-120,0 0 1,0 0-83,0 0 1,-4 0-205,1 0 260,-1 0 0,0 5 61,1 2 0,-6 3-16,2 1 0,-4 4 0,-4 0 0,-2 4 112,-5 0 1,0 0-120,0 0 1,0 5 243,0-2 0,0 3-14,0-3 0,0 0-28,0 0 1,1-1-171,3-3 1,0 2 76,4-6 0,2 2-107,-3-1 0,4-6 105,4 2 0,-2-8-288,5 1 1,2-3 95,6-1 1,-2-4-433,5 1 0,-3-9 139,4 1 0,-5-3 411,5 3 0,24-39 0,9-10 0</inkml:trace>
  <inkml:trace contextRef="#ctx0" brushRef="#br0" timeOffset="319">298 110 7652,'-11'8'-591,"0"-1"1,4-3 673,0 3 1,0-3 1492,0 3-1222,-3 0 0,8 4-118,-5 0 1,4 0-187,-1 0 0,3-3 49,1-1 1,5 1-634,2 3 0,3-4 322,1 0 0,0 1 70,0 3 1,2-4-6,1 0 1,-2 1-110,3 3 1,-6 0 308,-2 0 0,0-4-62,4 0 0,-3 1 193,-1 3 1,-4 0-59,0 0 0,-1 0 2,-2 0 0,0 0-85,0 0 0,-2 0-30,-1 0 1,-4 0-10,-4 0 1,-1 0-119,-2 0 0,1-1-497,-1-3 0,0-1 1,-1-2 610,3-3 0,-14-20 0,3-12 0</inkml:trace>
  <inkml:trace contextRef="#ctx0" brushRef="#br0" timeOffset="509">210 198 7652,'11'-11'526,"-3"2"150,-1 1 0,0 0-483,4 4 0,4-3 22,0 3 1,4-5-506,0 2 1,1 2 240,2 2 1,1-2 215,-1 1 1,0-3-482,0 3 0,0-1-2024,0 1 2338,-5 3 0,14-9 0,-2 4 0</inkml:trace>
  <inkml:trace contextRef="#ctx0" brushRef="#br0" timeOffset="776">585 55 7555,'-6'6'977,"-4"4"-709,4-4 0,-1 5-64,-1 0 0,6 0-120,-2 0 1,-1 0 7,2 0 1,-1 0-138,4 0 0,0 0 80,0 0 1,4 0-155,-1 1 0,6-1-43,-2 0 1,-1 0 72,2 0 0,-1 0 118,4 0 1,-4 0-29,1 0 1,-5 0 73,5 0 0,-6 0-62,2 0 1,-3 0 102,-1 0 1,0 1-122,0 3 1,-5-7-80,-2 3 0,1-3-146,-2-1 0,1 2-367,-4-6 0,-4 1-532,1-4 1129,-1 0 0,-11-29 0,-3-8 0</inkml:trace>
  <inkml:trace contextRef="#ctx0" brushRef="#br0" timeOffset="942">486 110 7652,'6'-5'1711,"4"-1"1,-1-4-1006,6 3 0,1-3-326,-1 3 1,3 1-416,8-1 0,-3 3 92,3-4 0,0 2-1431,-4-1 0,1-2 335,-8 6 1039,-1-6 0,-17 8 0,-5-4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34.1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44 7648,'0'-7'41,"0"-1"0,0 5 343,0-5-181,0 6 1,0-4 5,0 2 1,-2 3 173,-1-3-267,1 3 1,-7 2 86,1 3 1,0 2-103,0 5 0,-1 4 90,1-1 0,-3 7-151,-4 1 1,4 2-64,0 5 1,0-3-22,4 3 0,-2 1-61,2 3 0,2-2 62,5-1 1,0-4-155,0-8 1,1 2 79,3-6 0,6-4-55,5-6 0,4-5 67,0-7 0,1-4-93,2-10 1,-1-4 111,-2 0 1,0-4 170,-4 0 0,-5-1-165,-7-3 0,2 6 32,-1 3 0,-2 1-200,-5 2 1,-3 5 72,-5 2 0,0 4 175,0 4 0,-10 7 0,-3 6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36.0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99 66 7798,'0'-11'0,"0"0"605,0 0-217,0 0 0,0 5-244,0-4 0,-1 9 53,-3-3 1,2 8-141,-5 3 0,0 3 116,0 1 1,-3 5-193,3 2 0,-3 0 34,-1 4 1,4-2-97,-1 6 1,5 1 53,-5-2 1,6 2 65,-2-1 0,3-3-10,1 3 1,0-3-9,0-1 0,1-1-422,3-2 0,2-7 127,5-5 1,0-4 109,0 0 0,0-6 135,0-5 1,0-6 87,0-5 0,0-2-68,0-1 0,-1-3 21,-3-1 1,2-3-19,-5 3 0,-1-4 16,-3 5 0,0-1-504,0 4 1,-3 4 194,-1-1 1,-5 6 298,2-2 0,-12 17 0,-5 6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36.7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22 331 7716,'-11'-11'527,"5"5"-83,1-4-263,5 9 0,0-5 16,0 2 1,2 3-75,1-3 1,0-1 8,4 2 0,0-5-131,4 5 1,0-2 44,0 1 0,4 3 49,0-3 1,0-1-74,-4 2 0,3-1-164,1 4 1,0 0-90,-4 0 0,-4 0 97,0 0 0,-4 5 54,0 2 0,-1 3 45,-2 1 0,0 1 33,0 3 1,-2-3 39,-1 3 1,0 2-58,-4 1 0,0-1 34,-4 2 1,0-2-16,0 1 0,1 3 101,2-2 1,-1-2-51,1 1 0,2-4-8,-1 0 0,4-1-88,0-2 1,1-4-276,2 0-18,0-4 0,2 2 129,1-5 1,3-2-92,6-1 1,3-3 68,4-5 1,-2 0-511,1-1 741,1-3 0,32-27 0,8-11 0</inkml:trace>
  <inkml:trace contextRef="#ctx0" brushRef="#br0" timeOffset="376">474 155 7708,'-7'3'-1234,"0"1"741,-1 0 1862,-3 1-410,0 1-731,0 5 0,1 0-178,3 0 0,-2 0 82,6 0 1,-1 0-159,4 0 0,-4-4 66,1 1 0,-1-1-190,4 4 1,0-4 62,0 1 1,5-1-12,2 4 1,-1-4-124,2 1-13,-1-6 0,4 8-6,0-3 0,0-2 57,0-1 0,0 1 65,0-2 0,-3 5-15,-1-5 1,-1 6 214,1-2 1,2 0-54,-5 0 1,-1 0 38,-3 4 1,0-3 4,0-1 1,-1 0 105,-2 4 0,-4 4-91,-4 0 1,-1-1-57,-3-3 0,2 0-288,-5 0 1,0 1 94,0-1 1,-3-5-362,3-3 522,2-1 0,0-37 0,5-8 0</inkml:trace>
  <inkml:trace contextRef="#ctx0" brushRef="#br0" timeOffset="584">419 221 7728,'11'-11'-144,"0"1"49,0 3 1,0-2-199,0 5 1,4-3-58,0 3 1,1-3 349,-2 3 0,0-3 0,4 3 0,25-4 0,10 2 0</inkml:trace>
  <inkml:trace contextRef="#ctx0" brushRef="#br0" timeOffset="928">783 100 7728,'-11'4'-219,"0"3"600,0 4 0,0-4-56,0 0 1,5 1-202,2 3 1,-1 3 42,2 1 1,-1 0-204,4-4 1,0 0 9,0 0 0,4 0-110,-1 0 0,6-1-108,-2-3 0,3 3 135,1-3 0,4-1-62,-1 2 1,1-6 17,-4 2 1,0 1 11,0-2 1,0 2 34,0-1 0,-3-2 245,-1 6-16,0-6 219,4 8-140,-5-4 1,-1 5-76,-5 0 0,-1-4-129,-3 1 1,-2-1 58,-5 4 1,-5 0-478,-2 0 1,1 0 193,-2 0 0,1 0-542,-4 0 768,0 0 0,-20-19 0,-4-6 0</inkml:trace>
  <inkml:trace contextRef="#ctx0" brushRef="#br0" timeOffset="1142">739 133 7728,'6'-11'0,"4"3"953,-3 1 0,3 3-367,1-3 0,1 1-253,3-2 1,-2 0-103,6 4 0,-1-3-988,4 3 1,4-3 431,0 3 0,-4-3-1821,-4 3 2146,-4-5 0,1-2 0,-3-6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39.7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166 22 8008,'-5'-7'433,"-1"-2"1,-5 7-369,-1-1 0,1 6 101,0 5 1,-1 6-198,-3 5 1,3 2 74,-2 1 1,1 1-93,2 3 1,0 2-13,0 5 0,5 0-84,2 0 1,3-1-152,1-3 0,1-2 130,3-5 0,2-5 31,5-2 0,1-4 53,3-3 0,-1-4 123,4-4 1,-4-4-124,0-4 1,3-3 125,2-4 1,-3-2 11,-2-5 1,-1-1 104,-2-3 0,-2 2-101,-1-6 0,0 2 11,-4-1 1,0 2-350,-4 5 1,0 0 111,0 0 0,-2 5 165,-1 2 0,-52 22 0,-18 7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41.1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 55 7729,'4'-7'-24,"0"0"1,0 3 225,0-3 25,-3 4 197,4-7-194,-5 9 169,0-4-320,0 5 0,-3 2-7,-1 1 1,-5 0-119,2 4 0,-3 2-33,-1 5 1,4 0 32,-1 4 0,1-1-39,-4 2 1,4 1 77,-1-1 1,5 2-185,-5 1 1,6 0 62,-2 0 0,4-1-48,4-3 1,-2-1 51,6-2 1,-1-4 38,4 0 0,0-1 13,0-7 0,4 1-7,0-4 1,-1-5 111,-3-2 1,0-4-71,0-4 1,0-2 111,0-5 1,-1-1-59,-3-3 0,2 3 269,-5-3 0,-1 3-100,-3 1 0,-1 1-4,-2 2 0,0 0-261,-4 4 162,-1-4 0,-3 6-1122,0-1 772,0 6 1,0 3 266,0 5 0,5 15 0,1 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45.03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111 32 7988,'0'-11'902,"-5"5"-723,4-4-149,-9 9 0,5-2 14,-2 6 1,-3 3 97,2 5 0,2 0-122,-1 0 1,0 5 15,-4 3 1,4 2-112,4 1 1,-2 0 58,1 0 1,-1 0 86,2 0 1,1 0-203,-1 0 0,2-1 96,1-3 0,1 3-100,2-3 0,0-3-1,4-4-15,1 0 0,3-10 59,0 3 1,3-3-47,1-1 1,0-8 69,-4-3 0,0-8 66,0 1 1,-4-4 54,1-4 1,-6 2 210,2-6 0,-3 4-118,-1-3 1,0 5-118,0-2 0,0 3-705,0 1 0,-5 3 676,-2 1 0,-18 14 0,-4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45.7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77 132 7430,'0'-11'-23,"0"0"0,0 4 395,0 0-124,0 4-82,5-7 1,1 9-62,5-2 1,0 1-118,0 2 0,0 0 63,1 0-272,-1 0 184,0 0 0,-2 5 52,-1 3 1,-3 1-83,-5 2 0,-2 2 29,-1 1 0,-3 2 4,-5 3 1,0 1 8,0-1 1,-4 3-6,0 4 1,-3-3 56,3 3 1,-1-3 116,1-1 0,4 0-84,0 0 1,0-5-2,4-2-88,2 2 52,0 0 1,5-3-37,0-3 0,5-8 28,2 1 0,4-3-203,4-1 0,-1-5-144,4-2 0,-3-3-173,3-1 0,-1 0 269,2 0 1,1-1 235,-1-3 0,2 3 0,15-29 0,5 0 0</inkml:trace>
  <inkml:trace contextRef="#ctx0" brushRef="#br0" timeOffset="344">397 110 7796,'-11'0'143,"0"0"1,4 0-36,-1 0 0,5 0 98,-5 0 1,5 4-86,-5 0 1,5 3 263,-5-3-327,6 4 1,-7-2 219,6 5-398,-1 0 1,4 1-2,0-1 1,0 0 0,0 0 0,4-4-74,-1 0 0,6-1 70,-2 2 0,3 0-41,1-4 0,0 5 77,0-2 1,0-1 39,0 1 0,0-3-8,0 3 1,-4 1 53,1 3 1,-5-4-57,5 0 1,-6 1 166,2 3 0,-3 1-43,-1 3 0,-1-3-34,-3 3 0,-2-3-7,-5-1 1,0 0-15,0 0 0,0 0-383,0 0 0,-1-4 159,-3 1 0,3-4-180,-3 3 1,3-5 392,1 2 0,-5-22 0,-1-7 0</inkml:trace>
  <inkml:trace contextRef="#ctx0" brushRef="#br0" timeOffset="534">309 143 7796,'6'-11'326,"0"4"-272,-2 0 1,-2 3 281,6-3 1,-1 1-247,4-2 0,0 2-478,0 2 0,1 3-78,3-2 0,-2 1 182,6 2 0,-4-3-64,3-1 1,-3 0 347,3 4 0,5 5 0,5 1 0</inkml:trace>
  <inkml:trace contextRef="#ctx0" brushRef="#br0" timeOffset="844">662 22 7343,'-11'0'904,"0"5"-663,0 1 0,1 5-35,2 0 0,0 0-73,4 0 0,1 0 73,3 0 0,0 4 0,0 0 1,0-1-420,0-3 0,3 2-21,1 1 0,4-1 23,0 1 0,2-1 84,1-2 0,-2 0 47,-1 0 0,2 1 30,-3 3 1,-1-3 82,1 3 0,-4-3-57,1-1 0,-3 4 160,-1-1 0,-1 1-98,-3-4 1,-1-4-38,-2 1 1,-3-2-548,2 1 1,-3 2 243,-3-6 1,1 1-180,-1-4 0,0 0 481,0 0 0,-13-39 0,-8-10 0</inkml:trace>
  <inkml:trace contextRef="#ctx0" brushRef="#br0" timeOffset="1017">607 88 7796,'11'-16'1746,"0"4"-1210,0-3 1,0 3-128,0 1 1,5 5-135,2 2 0,-1-1-461,1 2 0,0-1 190,0 4 0,-2 0-567,-5 0 0,0 0 563,0 0 0,0 0 0,0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48.7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165 1 7621,'-11'0'185,"5"0"0,0 3 212,3 1 9,1 0-280,-3-4 1,7 0 245,1 0-317,-1 0 1,7 3 11,-1 1 1,1 0-88,2-4-53,1 0 1,2 0 79,1 0-91,0 0 0,-4 3 85,0 1-66,0 0 89,0-4-153,0 0 160,0 0 1,-4 0 32,0 0 154,-4 0-178,2 5 70,-5-4 0,3 5-69,1-2 0,0-2-45,-4 5 0,0-3 94,0 3-88,0 1 0,0 3 38,0 0 1,3 1-99,1 3 1,0-2 78,-4 6 0,0-5-54,0 5 1,0-2 9,0 1 0,4 3-4,-1-3 0,1 3-19,-4 1 1,0 0 41,0 0 0,0 0-36,0 0 0,1 4 18,3 0 0,-3-2-5,3-5 1,-3 2-39,-1-3 0,0 5-6,0-1 1,0 3-17,0-7 0,0-1 47,0 2 0,0-1 75,0 4 0,0-1-72,0-3 0,0 3 120,0-2 1,0 0-109,0-1 1,0 2 62,0-5 0,0 4-30,0 0 1,0 0 19,0 0 1,-1 2-81,-3-3 1,3 3-2,-3 1 0,3 0 45,1 0 1,0 0-6,0 0 0,0 1 60,0 3 1,0-3-26,0 3 0,0-2 85,0 2 0,0-3-41,0 3 1,0-3-44,0 0 0,0-1 73,0 0 1,0 0-50,0 0 1,0 0 70,0 0 0,0 0-61,0 0 1,0 4 21,0-1 1,0 2-44,0-1 1,0-3 0,0 3 0,0-3 9,0-1 0,0 4-7,0 0 1,0 0-100,0-4 1,0 1 100,0 3 1,-1-3-63,-3 3 1,3-2 41,-3 2 1,3-2-12,1 6 0,0-2 4,0 1 0,-4-1-10,0-2 0,1-1-23,3 4 0,0-4 33,0 0 1,0-3-17,0-3 0,0 2 16,0-3 1,-1 3-37,-3 1 0,3-4 25,-3 0 0,3 1 5,1 3 1,0 0 2,0 0 0,-4 0 5,0 0 0,0 0-8,0 0 1,3 0-2,-3 0 1,3 0-9,1 0 0,-4 0 9,0 1 1,1-1-11,3 0 1,-1-4 6,-3 0 1,3 1-17,-3 3 1,3-4-7,1 1 1,-2-5-4,-1 5 0,2-2-20,-3 1 1,1 3 33,0-3 0,2-1-80,-3 2 1,3-2 69,1 1 1,-4 2-48,0-5 1,1 4 32,3 0 0,0-2-5,0 1 0,-2-3-1,-1 3 1,2-4-10,-3 0 0,3 2 147,1-1 1,-2 5-75,-1-2 1,1-1-53,-1 2 1,0-5 20,0 5 0,1-5-112,-1 5 1,2-6 63,1 2 0,-4-3-3,0-1 1,1 0 36,3 0 0,-2-3-11,-1-1 0,1-3 25,-1 3 0,0-3 7,0 3 4,1 0 0,-4 4-26,3 0 1,1-3 86,-1-1-75,-3 0 1,3 3 12,-4-3 1,3 2-14,-3-5 0,-1-1 0,-3 1-200,0 0 1,0-1-322,0-3 1,0 0-880,0 0 1406,-5 0 0,-6-4 0,-6-3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49.9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18 7451,'-6'-11'579,"1"5"0,5 6-168,0 7 0,0 4-133,0 4 0,0 2-206,0 5 0,0 4-116,0-1 0,0 6 58,0-2 1,0 3-228,0 1 0,0-3 146,0-1 0,0-1-105,0 2 1,0-3 38,0-5 1,-1-5-365,-2-2 0,1-3 24,-1-1 1,0-5-453,-1-2 925,3-8 0,-4-51 0,5-17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0.3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89 7646,'0'-11'5,"0"0"147,0 0 0,2 1 10,1 3 37,-2-3 1,9 5 0,-2-2 0,-2-2-22,1 5 1,0 1 11,4 3 1,2 0-176,1 0 1,0 0 54,4 0 1,-4 0-353,0 0 1,0 5 193,1 2 1,-7 3-197,3 1 1,-7 0 135,0 0 1,-3 1-21,-1 3 1,-5-3 119,-2 3 0,-3-2-28,-1 2 1,0-3 74,0 3 0,0-3-54,0-1 0,0-3 18,0-1 1,1-3 13,2 3 0,0-3-183,4 3 165,-4-5 0,5 3-24,-4-5 23,4 0 20,-2 0 1,7 0 2,1 0 0,0 0 7,4 0 0,-3 0 132,3 0 0,1 0-26,3 0-51,0 5 0,2-2-30,-2 4 1,6 0-117,-6 4 1,3-2 102,-3 2 1,-4-2-7,0 5 0,1 2 1,3-1 0,-5 4-7,-2 0 0,-3-2 146,-1 1 0,-1-3-92,-3 3 0,-2-4 63,-5 1 0,-5-3-37,-3-1 1,2-1-152,-1-3 1,0-2-140,-4-5 1,3 0-285,1 0 0,1-1 506,-2-3 0,8-31 0,6-13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0.6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33 7870,'10'-7'1234,"-2"0"-1264,1 4 0,-3-2-481,5 5 1,0 0 217,1 0 1,-1 0-319,0 0 1,1-3 610,3-1 0,-3 0 0,9 9 0,-4 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0.8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23 8726,'11'6'326,"0"-1"-547,0-5 1,2 0 113,1 0 1,-1 0-777,1 0 0,-1-2 883,-2-1 0,14-8 0,5-7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2.1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607 0 7670,'6'0'1272,"-1"0"-769,-5 0 0,-5 0-255,-2 0 1,-3 0-47,-1 0 1,0 0-112,0 0 0,0 0 314,0 0-399,0 0 0,0 0 117,0 0-108,0 0 1,1 2-102,3 1 79,-3-1 1,7 4-193,-4-3 180,5-1-173,-8 7 194,9-2 1,-4 4 96,5 0 0,0 0-81,0 0 1,0 0 9,0 0 0,0 3-36,0 1 0,3 5 32,1-2 0,0 3-107,-4 1 1,0 4 63,0-1 1,0 5-77,0-4 0,0 4 84,0 0 1,0 1-58,0 2 1,-1 1 18,-3-1 0,1 0 0,-4 0 0,0 3 67,-4 1 1,3 0-50,1-4 0,1-4 121,-1 1 0,-2-2-109,5 1 1,-1 2 84,2-5 0,1-1-74,-1-2 0,-2 2 30,1 1 1,-1 3-35,2-3 1,1 4-7,-1-5 1,0 8 122,0-3 0,1 4-98,-1-5 1,-2 2 26,1-2 0,-3 6-29,3-6 0,-1 4 67,2-7 1,1 5-47,-1-2 1,1-1 10,2 2 1,-1-5-11,-2 5 0,1-1-2,-1 4 0,1-1 7,2-3 1,-3 3-7,-1-2 1,-1 3 3,1 3 0,3-5-7,-2 2 1,-2-2 51,1 2 1,-3 0-40,3 0 1,-1-1-62,1-3 1,3 3 5,-2-3 0,-2 0-8,1 0 0,0-1-1,4 2 0,-3-2 32,-1-3 1,0 0-9,4 4 1,-3-3-12,-1 3 1,0-4 62,4 1 1,-3 1-48,-1-2 0,-1 5 1,1-4 1,3 3-49,-3-3 1,2 4-5,-2 0 1,2-3-67,-6-2 1,6 0 59,-2 1 0,-1-3 45,2 3 1,-5-4-25,5-4 0,-1 2-31,4-6 1,-1 6 21,-3-2 1,3-1 44,-3 2 1,2-2-41,-2 1 1,2 3 133,-6-3 1,6 2-60,-2-2 1,2 3-45,-2-2 0,3 0-30,-3 0 0,2 1-67,-2-1 0,3-2 16,-3 1 1,3 1 66,1 3 0,-4-4 10,1 1 1,-1-5-36,4 5 1,0-5 80,0 5 0,0-6 27,0 2 0,-4 1-85,1-2 0,-1 5 81,4-4 0,-1 3-56,-3-3 1,3 3-66,-3-3 0,-1 1 68,2-2 0,-2-1-84,1 1 0,3 0 69,-3 0 0,2-1-1,-2 1 1,3-1 36,-3-2 1,2 0-80,-2 0 252,3 0-208,-4 0 1,5 0 122,0 0 0,0-4-90,0 0 1,0-3-19,0 4-53,0-6-97,0 8 1,1-9-8,3 3 1,-2-3 82,5-1 1,-3 0-604,4 0 0,-1 0 275,4 0 1,0-1-965,0-3 1361,0-2 0,20-30 0,4-5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3.2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45 7680,'-7'0'534,"-1"0"-463,6 0 152,-3 0-133,5 0-50,0-5 0,0 2-87,0-4 0,5 4-52,2 0 0,3-2 139,1 1 1,0 0-127,0 4 1,0-1 72,0-2 1,0 1-137,0-1-3,0 1-8,0 7 0,-1 1 146,-2 5 0,-4 2-11,-4 1 0,0 0 80,0 4 1,-4 1-83,-4 3 0,-2 0 185,-1 0 1,0 0-100,0 0 1,2 0 74,1 0 0,-2-4-75,3 1 0,1-2 10,-1 1 1,4-2-69,-1-5 1,3 0-206,1 0-37,0 0 0,1-5 78,3-2 1,-1-3-283,4-1 0,4-5 181,4-2 1,-1-4 263,-3-4 0,40-41 0,9-15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3.5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0 7680,'-11'10'4,"0"-2"1,0 1 151,0-1 0,1-2-57,3 1 16,-3 1 0,9 3-40,-3 0 1,3-4-298,1 0 199,5 1 0,1 3-80,5 0 1,0-1 60,0-3 0,0 3-180,0-3 1,0-1 48,0 1 0,0 1 23,0 3 1,-4-4 161,1 1 0,-5-1 126,5 4 1,-6 0-33,2 0 1,-3 0-83,-1 0 1,-1 0 152,-3 0 0,-2 0-73,-5 0 1,0 0-40,0 0 0,-1 0-106,-3 0 0,2-3-200,-6-1 1,6-5-41,-2 2 0,3-3-197,1-1 1,0-5 477,0-2 0,5-3 0,1-35 0,5-9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3.7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1 111 7680,'6'-5'173,"-1"2"-62,-5-4 0,3 3-75,1-3 1,5 3-229,-2-3 0,3 4 45,1 0 0,1-2-187,3 1 1,-2-1 85,6 2 0,-1 1-168,4-1 416,0-4 0,39-8 0,10-9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4.0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133 0 7680,'-8'10'-93,"1"-3"1,3 2 478,-3-5-167,4 4 0,-5-2-108,4 5 1,-1-3 82,2-1 1,1 0-192,-1 4 0,1 0 26,2 0 23,0 1 0,4 2 113,0 1 1,3 0-87,-3-4 1,3 0-209,-3 0 1,3 3 92,-3 1 0,3 0 212,-3-4 1,0 4-109,-4-1 1,3 5-73,1-5 1,0 2 79,-4-1 1,-5-2-81,-3 6 0,-2-6-48,-1 2 1,0-3-187,0-1 0,0-1-509,0-3 0,-1 2 324,-3-5 0,4-2 58,0-6 365,0-2 0,10-29 0,-4-7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4.2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0 121 7967,'0'-7'1030,"0"0"1,2 3-574,1-3 1,0 4-71,4 0 1,0-3-138,4-2 0,5 2-466,3-1 1,1 3 208,3-3 1,2 3-1281,1-3 1,0 1 195,-4-2 1091,-5-2 0,-6 4 0,-6-5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4.9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188 44 7935,'0'-11'644,"0"0"0,-1 4-139,-3 0-149,3 4-166,-9-2 0,4 5-80,-5 0 1,0 5 84,0 3 0,-2 5-138,-1 2 0,2 4 84,-3 0 0,1 5-230,0 2 1,1 3-94,-1-3 1,5 4-103,2-5 1,4 1 185,0-4 0,1-1 97,2-3 0,7-3-54,4-8 1,4-2-41,8-5 0,-1-2-200,0-6 1,-2 0 7,-1-11 0,0 0 124,-4-7 1,-1 2 91,-7-6 1,2 6 150,-6-2 1,1 3-678,-4 1 0,0 1-155,0 2 237,-5-1 515,4 7 0,11 7 0,8 7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5.6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198 21 7874,'-7'-3'0,"-1"-1"0,0 0 669,-2 0 0,-1 2-485,0-1 0,0 6 36,0 5 1,-4 3-108,0 3 1,1 0 83,3 4 0,0 1-281,0 3 1,0 3-112,0 1 0,3 3-103,1-3 1,4 0 108,0-4 0,3 2 73,3-1 0,4-4-145,4-8 0,3-5 51,1-2 1,5-4 200,-2-4 0,-1-3-109,2-8 0,-2-2 90,1-5 1,2-4 16,-6 1 1,0-2 125,-7 1 0,-2 3-526,-5-3 1,0 0 163,0 4 1,0-1 246,0 8 0,-24 0 0,-7 4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6.4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 45 7663,'0'-7'64,"0"-1"0,0 5 354,0-5-72,0 6 0,0-4 165,0 2-327,0 3 0,-1-4 9,-3 5 0,2 1-145,-6 3 1,1 2 54,-4 5 0,0 4-60,0-1 1,-4 7-87,1 1 0,-1 0 35,4 4 0,0 1-206,0-1 0,1-1 111,3-3 1,2 0-132,5 0 1,0-1 89,0-2 0,6-3 35,5-5 1,1-5 88,7-3 1,-2-3-10,1-3 1,3-5-9,-3-6 0,-2-3 18,-1-6 0,-3 1-483,-1 0 1,-5-3 201,-2-1 0,-3-1-489,-1 1 789,0 3 0,-19 1 0,-6 6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7.0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45 7663,'-5'-6'-19,"-2"2"92,-3 3 1,-1-3 104,0 1 1,4-1 365,0 4-158,4 0-273,-7 0 0,9-1 235,-3-3-321,3 3 1,2-4 252,3 5-206,2 0 1,5 0 35,0 0 0,4 0-136,0 0 1,-1-1-108,-3-3 1,0 3-100,0-3 1,-3 3 157,-1 1 0,-1 1 91,2 3 1,-2-2-3,-3 6 1,-1-5-129,1 5 1,-1-1-158,-2 4 1,-4 4 40,0-1 1,-4 6 443,0-2 1,-5 3 39,-2 1 0,0 0-105,4 0 1,4 0-228,0 0 1,3-3 73,-3-1 0,4-3-167,0 3 194,1-4 1,4 0-265,1-6 0,3-3 51,5-5 1,0 0-304,0 0 0,4-2-122,0-1 1,3-5 613,-3-6 0,3 0 0,-3-4 0,5-1 0,6-17 0,9-5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7.3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89 1 7663,'-11'0'-1206,"0"0"724,0 0 482,0 5 0,1-3 817,3 5 1,-2 1 330,6 3-979,-6 0 0,8 4 24,-3-1 0,3 1 0,1-4 0,5 0 24,2 0 0,3 0-764,1 0 0,4 0 294,-1 0 0,5 0 85,-5 0 0,5-3 112,-5-1 0,1 0 19,-4 4 0,-1 0 225,-3 0 1,2 0-68,-5 0 1,-1-3-26,-3-1 1,0 0-32,0 4 0,-5-1-185,-2-2 1,-3 0-192,-1-4-1,-1 3-291,-3-3 1,2 3 134,-6-3 0,6 0 468,-2-4 0,3 0 0,-9-20 0,-2-5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7.5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1 100 7663,'6'-11'0,"0"0"573,-2 0 1,-2 3-371,6 1 1,-1 3 1,4-3 0,4 3 0,-1-3 0,6 5-12,-2-2 0,0 1-1056,0 0 0,0 2 506,4-3 0,-4-1-841,-4 1 1198,-2 1 0,4 3 0,2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7.8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133 1 7663,'-11'9'0,"0"-1"0,4 2 807,4-3-499,1 3 1,2 4-276,0 1 1,0 0-129,0-4 1,5 0 136,3 0 0,2 4-20,1-1 1,0 1 65,0-4 1,0 0-163,0 0 1,0 0 4,0 0 1,-4 0-29,0 0 1,-4 1 96,1 3 1,-3-3-141,-1 3 1,-1 1-10,-3-1 0,-3-1-133,-8-3 1,1 0-196,-4 0 0,3-1 179,-3-2 1,3-3 297,-3-5 0,1 0 0,-2 0 0,-11-35 0,0-8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8.0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0 122 7663,'18'-11'0,"-4"0"0,-1 4 0,-2-1 0,1 2 854,3-1 0,2-2-342,5 5 1,-1 0-1195,-3 0 1,3 1 189,-3-4 492,-2 5 0,5-18 0,-4 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7:59.3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221 1 7669,'-11'0'-259,"0"0"0,4 0 555,-1 0 0,1 0-10,-4 0 0,0 0-20,0 0 0,0 8-63,0 3 1,-4 8-29,1-1 1,-5 4-47,5 4 1,-4 3-18,7 8 1,-2-3-60,6 3 1,2-3-185,1-1 0,3-2-43,1-5 0,5-2 109,2-9 1,4-4 78,4-4 1,-2-6 1,6-1 0,-2-6 141,1-8 0,2-4-40,-6-4 0,1-1-26,-4-3 1,-1-1-56,-3-2 0,2-3 14,-6 3 1,1-2-807,-4 2 0,0 2 388,0 5 0,-4 0 114,1 0 254,-6 0 0,-7 19 0,-7 6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8:00.1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100 44 7210,'7'-8'215,"0"1"1,-4 3 792,0-3-784,-1 5 1,-4-5-28,-1 4 0,0 2-98,-4-3 1,0 6 89,-4 2 0,-1 6-256,1 1 1,0 0-18,0 4 0,2 2-27,1 1 0,-2 3 24,3 1 0,2-4 6,2 1 0,1-1-86,2 4 1,0 0 16,0 0 1,2-3 82,1-1 0,3-8 5,5 1 1,2-8 246,1 1 0,0-4 36,4-4 1,-4-3 78,0-8 0,-1-2-422,-2-5 1,-2 0 51,-1 0 0,-3-4-69,-5 1 0,0-1 82,0 4 1,0 0-773,0 0 1,-5 5 828,-3 2 0,-6 12 0,-3 5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8:01.4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56 100 7563,'-6'0'313,"-1"-4"382,4 0-619,2 1 37,-4 3 0,5-2-81,0-1 1,1 1 87,3-1 0,2 2-78,5 1 0,0 0 33,0 0 0,1 0-71,3 0 1,-3 0-244,3 0 1,-3 0 125,-1 0 0,-1 1-85,-3 2 1,2 0 49,-6 4 1,1 1 91,-4 3 0,0 0-13,0 0 0,-5 5 130,-2 2 1,-4-1-11,-4 1 1,3 1 192,-3 3 1,-1-4-54,1 1 1,-3-1-95,3 4 1,1-4 121,3 1 1,1-6-59,3 2 0,-2-3-185,5-1 0,1-3 254,3-1-502,0-5 0,5 3 2,2-5 1,3 0-125,1 0 0,1 0 26,3 0 0,-2-1 109,5-3 0,0-2-105,0-5 1,3 0 363,-3 0 0,37-29 0,10-8 0</inkml:trace>
  <inkml:trace contextRef="#ctx0" brushRef="#br0" timeOffset="342">353 111 7753,'-11'0'297,"0"3"-95,0 1 0,4 0 59,0-4 168,-1 5-387,-3 1 1,5 5 279,2 0-309,3 0 0,1 0-39,0 0 0,1-4-40,3 0 0,-1 0-105,4 0 1,0 2 70,4-6 1,0 5-90,0-5 1,0 5 80,0-5 0,4 5-11,0-5 0,0 5 66,-4-5 0,0 5-98,0-5 1,-2 6 69,-1-2 1,0-1-23,-4 2 0,5-2 159,-2 1 0,-2 3-56,-2-3 0,-1 3-26,-2 1 1,-2 0 20,-1 0 0,-3-3 157,-5-1 0,-2 0-40,-1 4 1,0-1-259,-4-3 0,4 2-131,0-5 1,0 3-222,0-3 1,1-1 497,-1-3 0,-4-19 0,1-6 0</inkml:trace>
  <inkml:trace contextRef="#ctx0" brushRef="#br0" timeOffset="540">287 155 7753,'6'-5'0,"-2"-3"0,1-1 611,-1-2 0,4 3-269,0 1 0,1 3-159,2-3 1,2 3-405,1-3 0,0 3 210,4-3 1,-1 4-848,2 0 0,2 2 470,-3 1 0,1-4-374,0 0 762,2 0 0,20 4 0,12 0 0</inkml:trace>
  <inkml:trace contextRef="#ctx0" brushRef="#br0" timeOffset="859">662 44 7753,'-11'4'27,"0"0"0,0 3 259,0-3 1,0 1-73,0-2 1,4 2 11,-1 3 1,6 1 177,-2-1-375,3 2 1,1 1 48,0 0-173,0 0 1,5 0 103,2 0 1,3-4-141,1 0 1,0 1-15,0 3 0,0-4 70,0 0 0,0 0 34,0 0 1,0 3 14,0-3 0,0-1-14,0 2 1,0-1 53,0 4 0,-3-4 8,-1 1 1,-3-1 42,3 4 1,-5 0 143,2 0 1,-3-4-113,-1 1 0,-5-1-43,-2 4 1,-3 0-100,-1 0 0,-1 0 57,-3 0 1,2 0-272,-6 0 0,2 0-29,-1 0 1,-3-3-246,3-1 1,1-5 120,-2 2 1,5-3-283,-5-1 694,6-4 0,2-17 0,6-9 0</inkml:trace>
  <inkml:trace contextRef="#ctx0" brushRef="#br0" timeOffset="1056">574 133 7753,'6'-11'151,"-2"0"1371,2 0 1,0 0-951,5 0 0,1 3-216,3 1 0,3 3-347,8-3 1,-1 4 102,4 0 0,-3-2-1140,3 1 1,-4-3 626,0 3 0,-5-1-1933,-2 2 2334,-4 1 0,-8-8 0,-7 4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28:05.6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3121 7807,'0'-8'751,"0"1"-553,0 4 0,-4 0-119,0 6 0,-4 4 73,1 4 0,-3 1-31,-1 2 1,0 4 59,0 4 1,0 3-127,0 1 1,3 4-72,1-5 1,1 5-22,-2-5 0,4 2-162,4-1 1,0-4 98,0 0 0,0-5 36,0-6 0,4-1 41,4-3 0,3-2-53,3-5 0,-1-5 50,1-2 1,-1-8 7,-2-3 1,0 0-16,0-4 0,-4 2 9,0-6 1,-4 2-2,1-2 0,-3 4-156,-1 0 1,0 0-723,0 4 0,0 0 903,0 0 0,5 5 0,1-3 0</inkml:trace>
  <inkml:trace contextRef="#ctx0" brushRef="#br0" timeOffset="2568">453 23 7533,'0'-6'872,"0"1"-429,0 5-332,4 0 1,-1 0-75,4 0 1,-3 0 61,3 0 0,1 0-127,3 0 0,0-4 63,0 0 1,-4 1-85,0 3 0,1 0 43,3 0 1,-4 0 21,0 0 1,-3 0 70,3 0 1,-3 0-13,3 0-21,-4 0 0,6 1-5,-6 3 1,1-2-16,-4 5 1,4-3 18,-1 3 1,1-3-90,-4 3 1,1 1 26,3 3 1,-3 0-12,3 0 0,-3 1-22,-1 3 0,0-2 52,0 6 0,4-5-42,-1 5 1,1-1 33,-4 4 0,0 0-66,0 0 1,0-1 57,0-3 1,0 3-6,0-2 1,0 1-38,0 2 0,0 1-6,0-1 1,0-4 58,0 0 1,0 1-27,0 3 0,0-4 52,0 0 0,0 0-50,0 0 1,0 2 82,0-6 0,0 5-69,0-5 1,0 5 14,0-5 0,0 5-25,0-4 1,0 3 1,0-3 1,0 3-26,0-3 0,0 3 35,0-3 1,0 3-60,0-3 1,0 1 42,0-2 1,0 0-50,0 4 0,0-4 43,0 0 1,0-1 30,0-2 0,0 3-31,0 1 1,0 0 0,0-4 0,0 1 82,0 3 0,0-3-72,0 3 0,0-2 64,0 2 0,0-3-51,0 3 1,0-3 12,0-1 1,0 4-7,0 0 1,0 0-9,0 0 0,0-3 17,0 3 1,0-3 0,0-1 1,0 4 18,0 0 1,0-1-29,0-2 1,0-1 30,0 0 0,0 3-24,0 1 1,0 0-25,0-4 0,0 0 26,0 0 0,0 0-64,0 0 0,0 0 31,0 0 0,0 0-7,0 0 1,0 1 16,0 3 1,0-3-3,0 3 1,0-3 30,0-1 0,0 1-32,0 3 1,0-3 113,0 3 0,0-3-98,0-1 0,0 0 30,0 0 1,0 0-28,0 0 1,0 0-2,0 0 1,0 0-7,0 0 1,0 0-8,0 0 1,0 0 0,0 1 0,0 0 10,0 2 1,0-1-28,0 1 0,0-1 21,0-2 1,0 1-8,0 3 1,0-6 3,0 6 1,0-8 1,0 8 0,0-5-23,0 5 1,0-3 20,0-1 1,0 0 0,0 0 0,0 0-2,0 0 0,0 0 22,0 0 0,0 0-21,0 0 0,0 0 77,0 0 0,0 0-69,0 0 1,0 4 4,0 0 1,0-1 3,0-3 1,0 2-3,0 1 1,0-1 0,0 1 0,0 2-1,0-1 1,0 0-16,0-4 0,0 3 10,0 1 1,0 0 5,0-4 1,0 3 8,0 1 1,0 0 3,0-4 0,0 0-1,0 0 1,0 0-13,0 0 1,0 1 2,0 3 1,0-3-1,0 3 1,0-3-34,0-1 0,-1 0 33,-3 0 0,3 4-22,-3 0 1,3-1 22,1-3 0,0 2-2,0 1 0,0-2 94,0 3 0,0-3-94,0-1 1,0 0 33,0 1 0,-4 2-23,1 1 1,-1-4-12,4-4 1,0 1 18,0 3 1,0 0-1,0 0 1,0 0-9,0 0 0,0-3-7,0 3 1,0-6 22,0 6 1,0-2-21,0 2 0,0 0 23,0 0 1,0-4-17,0 1 0,0-1 24,0 4 0,0 0-18,0 0 1,-4 0-33,1 0 1,-1 0 19,4 0 1,0 0-3,0 0 1,0 0-54,0 0 1,0 0 54,0 0 0,0 0-46,0 0 0,-1 0 33,-3 0 1,3 0-35,-3 0 1,3 0 25,1 0 1,0 1 2,0-1 0,0 0 6,0 0 1,0 0 0,0 0 0,0 0-2,0 0 1,0 0-4,0 0 0,0 0 4,0 0 1,-4 0-4,0 0 1,1 0 8,3 0 0,0 0-7,0 0 1,0 0 64,0 0 0,0 0-1,0 0 0,0-2 8,0 2 1,0-3-11,0 7 0,0-7-29,0 0 0,0 0-17,0 7 0,0-6 24,0 2 0,0-3-98,0 3 0,0 0 89,0 0 1,0 0-106,0 0 1,0-3 54,0-1 0,0 0-28,0 4 20,0 0 0,0 0 17,0 1 11,0-1 0,0 0-10,0 0 1,0-4 84,0 0-73,0 1-18,0 3-5,0 0 1,0 0-17,0 0-16,0-5 43,0 4-11,0-4 2,0 0 95,-5-1-88,4 0 24,-4-4 0,4 4 12,-3-5-14,3 0 0,-5 0 50,2 0 0,1 0-32,-4 0-525,0 0 0,-4 4 213,0-1 1,-4 1-430,0-4 1,-3 0 72,3 0 629,0 0 0,-5-25 0,-4-5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10.7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34 7763,'-4'-8'0,"1"1"742,-1 5 1130,4-8-1010,0 9-494,0-4 1,0 13-110,0 3 0,1 5 88,3 3 0,1-1-308,2 8 0,3 2-125,-3 1 1,2 7-177,-2 0 0,3 1 102,-3-4 0,-2 4-199,-1 0 0,-2-4 211,2-4 0,-3-5-277,3-2 222,-3 0 1,-1-14 97,0 3 188,0-7 0,0-4-168,0-7 0,0-4-169,0-4 0,0 1 171,0-4 1,5 1-98,2-2 0,0-1 138,0 1 1,0 2-3,4-1 1,0 3-26,0-3 1,0 3 12,0-3 0,0 8 255,0-1 1,1 3 20,-1 1 0,0-2 32,0 6 0,0-1-109,0 4 1,0 5-38,0 2 0,-4 3-214,0 1 0,0 4-292,0 0 0,-1 4 136,-2 0 0,-3 1-101,3 2 1,0-1-1100,0-2 1464,0 1 0,15 3 0,6 5 0</inkml:trace>
  <inkml:trace contextRef="#ctx0" brushRef="#br0" timeOffset="400">628 287 7763,'0'-17'188,"0"1"0,-1 5 1,-1 0 653,-2 0 1,-4 5-533,0 2 0,-2 3-113,-1 1 0,-3 1-26,-1 3 1,-1 2-88,1 5 1,3 0-211,-3 0 0,3 4 27,1 0 1,4 4-213,-1 0 0,6-2 83,-2 1 1,3-1-165,1 2 1,0 0-2,0-4 1,0 1 86,0-1 0,5-4 129,2 0 1,3-2 55,1-5 0,0 0 130,0-4 0,1 0-111,3 0 1,-3-5 117,3-3 0,-1-5-143,0-2 0,-2 1 21,3 3 0,-3-4 231,-1 0 1,-3-3 30,-1 3 1,-1-4 60,2 0 0,0 3-150,-4 2 1,1-2 55,-2 1 0,-1 0-58,1 4 0,-1 4 41,-2-1 0,1 6-67,2-2 1,-1 4-4,1 4 1,-1 2-34,-2 5 0,0 1-150,0 3 1,0-1-279,0 4 1,0-1 140,0 1 1,3 3-48,1-2 1,3-3 330,-3-2 0,19-1 0,2-2 0</inkml:trace>
  <inkml:trace contextRef="#ctx0" brushRef="#br0" timeOffset="834">1058 188 7791,'-11'-5'199,"0"-1"0,0 0 300,0 2 1,0 3-319,0 1 1,0 0 230,0 0-206,0 0 1,0 4-67,0-1 1,4 5-162,-1-5 0,6 6 39,-2-2 0,3 3-242,1 1 207,0 0 0,1 0-136,3 0 1,2 0-54,5 0 0,0 0-187,0 0 1,0-3 53,0-1 1,0-1 47,0 1 0,4 2 110,0-5 1,-1 3 19,-3-3 0,0 3-12,0-3 1,0 3 143,0-3 1,1 3-75,-1-3 1,-4 3 450,0-3-162,1 4 277,-2-1 0,-1 0-11,-5 0 1,-5-3 150,-3 3 1,-3-4-230,-3 0 0,-4 0 61,-4 0 0,-1-1-312,-3 1 0,-1-1-212,-2-2 0,-3 0 205,3 0 0,3 0-1201,4 0 1085,5 0 0,55-20 0,12-4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08.9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22 155 7756,'-3'-11'-418,"-1"0"1,-1 1 2308,1 3-909,3-3-251,-4 9-441,5-4 1,4 6 53,0 3 1,3 2-118,-3 5 1,4 5-13,0 2 0,0 3-140,0 1 1,1 1-32,-1 3 0,2-1-117,1 4 0,-4-3 180,0 3 0,-1-3-4,2 3 1,0-4-378,-4 0 1,3-1-456,-3-2 0,0-5 75,-4-2 284,0-3 131,0-6-47,0-1 156,0-15 1,0 1 57,0-9 1,0 3 98,0-3 1,3 3-60,1-3 1,3 3 87,-3-3 1,1 1 116,-1-2 0,-2 3-69,5 5 0,-3-3 2,3-1 0,-3 0-14,3 4 1,-3 4-3,3 0 1,1 3-82,3-3 1,0 4-100,0-1 0,0 4 93,0 4 0,1-1-108,3 4 0,-3 4-80,3 4 0,-7 3 26,0-3 0,-6 1 83,2-2 1,-4 0 75,-4 4 1,-3-4-1,-8 0 1,0-1-67,-7-2 0,3-4 11,-7 0 1,3-4-215,1 0 0,0-1-843,0-2 1112,5 0 0,15-15 0,10-3 0</inkml:trace>
  <inkml:trace contextRef="#ctx0" brushRef="#br0" timeOffset="673">430 320 7981,'0'-6'2278,"0"1"-1893,0 5 0,0 5-185,0 3 1,4 1-187,0 2 0,3 0 20,-3 0 1,4 0-153,0 0 1,-2 4 110,1 0 0,-3 0-95,3-4 0,-3 0-79,3 0 1,-1 0-249,2 0 1,-2-5 165,-3-3 0,0 2 73,4-1 1,-3 0 37,3-4 0,-1-5-119,2-3 0,1-1-131,-1-2 1,2-4 266,1 0 0,-4-4 190,0 0 0,-1 2-74,2-1 0,0 1 93,-4-2 1,0 2 340,-4 2 1,0 6 173,0-6 66,0 10-246,0-10-402,0 14 0,0-3 63,0 8 0,0 2-14,0 5 0,0 0 21,0 0 0,1 4-106,3 0 0,-3-1 2,3-3 1,-2 4-77,2 0 0,-2 0-4,5-4 1,-3 0 19,4 0 44,-1 0 0,4-2-47,0-1 0,0-3-134,0-5 1,-2 0 80,2 0 0,-7-2-85,7-1 0,-2-3-145,2-5 0,-4-2 63,1-1 1,-5 0 84,5-4 1,-6-1 123,2-3 0,1 0 197,-1 0 0,0-3-13,0-1 0,-3-1 237,3 1 1,-3 2-8,-1-6 0,0 6 209,0-2 1,0 4 191,0 4 0,0 0 241,0 4-574,-5 6 1,3-1-162,-6 9 0,6 1-62,-2 3 1,2 2 51,-2 5 1,3 5 24,-3 2 1,3 3-182,1 1 0,0 4-195,0-1 0,1 5-172,3-5 1,-2 5 145,6-4 1,-2 3-8,1-3 1,3-1-111,-3-3 0,7 3-321,1-3 1,1 1 15,-2-8 1,-2-2-373,3-5 0,1 0 519,-1-4 0,0-2 442,-4-5 0,14-43 0,5-14 0</inkml:trace>
  <inkml:trace contextRef="#ctx0" brushRef="#br0" timeOffset="822">750 210 7763,'-17'-5'1429,"-2"-1"1,7-4 20,2 3-1100,7-3 0,-1 9-147,8-3 0,7 3 25,7 1 1,4 0-479,4 0 0,2 0-571,5 0 0,0 0 821,0 0 0,25 0 0,6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06.8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1 232 7783,'0'-11'283,"0"4"1,0 0-1,0-2 1245,0-1-1032,0 4-71,0 1-213,0 15 1,0-3-69,0 8 1,0-3-109,0-1 0,1 4 128,3 0 0,-3 3-146,3-3 1,-2 1-61,2-2 1,-2-1-285,6 1 0,-6 2-779,2-1 815,2 0 1,0-4 88,5 0 0,-4-1-563,1-3 156,-1-2 0,4-5 23,0 0 473,0-5 1,0-2 72,0-8 0,-5 1-81,-2-4 1,1 3-35,-2-3 1,1 3 377,-4-3 1,1 1 486,3-2 0,-3 3-412,3 5 0,-3 0 323,-1 0-465,0 0 0,0 4-206,0 0 56,0 4 0,0-1 30,0 8 0,0 2-130,0 5 1,0 4 69,0 0 1,5 3-146,2-3 1,0 3 144,0-3 0,0 3-9,4-3 1,4 3 54,0-3 1,1 0 95,-2-4 0,-1-4 207,1 0 1,2-4-63,-1 1 0,-4-3-62,-4-1 1,-1-5-144,2-3 0,0-5-79,-4-2 0,0-4-72,-4 0 0,0-1-285,0-3 1,-4 1-59,0 0 1,-1 4-345,2 0 1,2 4-255,-3-1 1033,3 3 0,10 11 0,4 2 0</inkml:trace>
  <inkml:trace contextRef="#ctx0" brushRef="#br0" timeOffset="540">640 232 7783,'0'-11'1378,"0"4"-970,0 0-376,-5 4 0,3-2 267,-5 5-189,-1 0 1,-3 1 1,0 3 1,0 2-29,0 5 1,1 0-138,3 0 1,-3 4 75,3 0 0,2 3-115,1-3 1,-1 1-55,2-2 0,-1-1-198,4 1 1,1-1-65,3-2 1,-2-2 120,6-1 0,-1-3 9,4-5 1,0 0 12,0 0 1,0-2 44,0-1 0,3-3 64,-3-5 1,2-4 81,-6 0 1,3 1 2,1 3 1,-1-4 88,-3 0 0,3 0 87,-2 4 0,-2 0 43,1 0 1,-1 0 507,2 0-43,1 0 236,-3 0-525,1 5 0,-1 1 531,-3 5-513,-1 0 1,3 1-63,-5 3 0,1-1-176,2 4 0,-1 0 4,1 4 1,2 0-66,-1 0 0,3 0 47,-3 0 0,3 0-163,-3 0 0,1 0 34,-1 1 0,-2-1-361,5 0 250,-4 0 91,2 0 467,0 0-21,-4-5-148,4-1 0,-7-7-56,-1-1 1,2-3 109,-3-5 1,-1 2-165,1-2 1,1 2-176,3-5 0,0 1-167,0 2 0,0 0-479,0 0 0,5 0-101,2 0 1,3 0-18,1 0 1,3 4-1141,1 0 1950,5-1 0,12 12 0,8 3 0</inkml:trace>
  <inkml:trace contextRef="#ctx0" brushRef="#br0" timeOffset="868">1158 56 7802,'-3'-11'328,"-1"0"127,2 0 1,-3 3 710,1 1-510,0 5-437,4-3 1,0 6 70,0 3 0,4 2 92,0 5 0,3 1-155,-3 3 1,3 3-36,-3 8 1,3-3-434,-3 3 1,1 1-215,-2-1 1,-1 3-503,1-3 1,2 3 466,-1-3 1,-1 0-222,-3-4 0,2 0-143,1 0 854,-1-5 0,3-26 0,-5-10 0</inkml:trace>
  <inkml:trace contextRef="#ctx0" brushRef="#br0" timeOffset="1143">1324 177 8039,'-5'-6'267,"-3"2"0,0 2 263,1-2 0,-3 3-152,2-3 1,-1 3-60,-2 1 0,0 0 79,0 0 0,0 1-111,0 3 0,-1-2-90,1 6 0,4-4-65,0 3 0,4 0-86,0 4 0,1 4 6,2 0 0,5 3-164,3-3 0,6 4 68,5 0 0,6-2-169,5 1 0,2-3 121,1 3 0,-4-5-852,1-2 0,-2-2 944,1-5 0,-2-20 0,-5-8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05.2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209 33 7770,'-11'-11'439,"4"5"-184,-1 3 0,4 0 529,-3-1-549,0 3 1,-4-4 85,0 5 1,-4 0-121,0 0 0,1 2-13,3 1 1,0 3-192,0 5 1,0 0-51,0 0 1,0 0-99,-1 0 0,5 4-45,0 0 1,4 1-208,0-2 0,3 2 25,3 3 1,8 0-284,8-4 0,6 3 71,5-3 0,3-1-20,4-7 610,-3 3 0,63-24 0,-44 8 0,0-1 0</inkml:trace>
  <inkml:trace contextRef="#ctx0" brushRef="#br0" timeOffset="378">573 66 7722,'-10'-7'71,"1"0"0,2-1 408,-2 2 1,0 0-200,-2 2 1,0 3 55,0-2 1,-1 1-209,1 2 1,2 5 70,1 3 0,-1 0-99,1 0 0,2 5-40,-1-2 1,4 2-163,0-1 1,1-1 59,2 0 1,0 0-216,0 0 1,0 0 8,0 0 1,4-4-135,0 0 1,4-1-71,0 2 0,1-3 153,2-5 0,0 0-50,0 0 1,1 0 115,-1 0 1,0 0 80,0 0 1,0-5 151,0-3 0,0-1 0,-2-2 86,-1 0 0,0 0 107,-4 0 1,1-4 354,-1 0-68,-3 0 0,4 4-123,-5 0 1,3 4 80,1 0-225,0 4-90,1-2 0,0 7-131,2 1 0,2 0-152,-6 4 0,5 0-437,-5 4 1,6 0 169,-2 1 1,-1-1-684,2 0 1110,-6-5 0,18 3 0,-2-2 0</inkml:trace>
  <inkml:trace contextRef="#ctx0" brushRef="#br0" timeOffset="811">771 33 8025,'-6'-5'2513,"1"4"-2090,5-4 417,0 5-527,0 5 0,0 1-113,0 5 1,4-3-64,-1-1 0,2 0-125,-1 4 1,-3 0 103,3 1 1,1-1-79,-1 0 0,-1-4-569,-3 0 291,0 1 1,4 3-84,0 0 0,-1-4-164,-3 0 136,0-4 0,0 3 58,0-2 0,1-3-249,3 2 269,-3-1 0,5-6-76,-2 0 1,-1-4 169,4 0 0,-5-1 50,2-2 0,1-2 161,-1-1 1,3 1-19,-3-1 1,3 1 159,-3 2 0,3 0-28,-3 0 1,3 0 106,-3 0 1,3 4-84,-3 0 1,4 4 328,0 0-333,1 1 0,2 2-39,1 0 0,-1 2-66,0 1 0,0 3-106,0 5 0,-2 4-203,-1 0 0,2-1-122,-3-3 1,1 2-323,0 1 1,-2-1 249,-2 1 442,-3-1 0,9-2 0,-4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01.6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177 297 7794,'0'-6'815,"3"-4"761,1 3-1139,0-3-241,-9 4 0,-1 1-13,-5 5 0,0 0-55,0 0 1,-2 4-135,-1 0 0,2 4-278,-3-1 0,-1 4 215,1 4 0,1-3-388,2 3 1,3 1 199,1-1 1,0 1 44,4-2 0,0-1-18,4 1 1,0-1-93,0-2 0,2-4 94,1 0 1,5-4-11,6 0 0,-1-1 82,1-2 0,2 0-10,-1 0 1,5-5 38,-2-3 1,-2-1 58,-1-2 0,0 0 119,0 0 1,0-4-61,-4 0 0,-4 0 109,1 4 1,-6 0 172,2 0 125,2-5 0,-5 4-105,3-3 0,-3 7 404,-1 1-141,0 4-367,-5-2-70,4 5 0,-4 5-13,5 2 1,0 3-106,0 1 1,0 2-64,0 1 0,0-2-223,0 3 0,4 1 41,-1-1 0,5-1-178,-5-2 1,6 2-40,-2 1 0,3 0 116,1-4 1,0-4 344,0 0 0,0-4 0,0 0 0,1-1 0,3-2 0,17-40 0,8-9 0</inkml:trace>
  <inkml:trace contextRef="#ctx0" brushRef="#br0" timeOffset="409">463 297 7532,'0'-11'-587,"0"-3"721,0-1 0,0 4 491,0 3 0,0 5 141,0-5-296,0 6 29,0-3-250,0 20 1,0-5-102,0 12 0,4-3-27,0 3 1,1 0-167,-2 0 1,0 4 16,4 0 0,-4 1-205,0-2 0,2-1 4,-1 1 1,1-1-129,-2-2 0,-1 0 146,1 0 1,-1-4-65,-2 1 0,0-10-437,0 2 287,0-7 1,0 0 32,0-8 0,0-2 392,0-5 0,0-4 0,0 1 0,0-6 0,0 2 0,0-3 0,0-1 0,0 0 0,0 0 0,-2 0 0,-1 0 0,1 1 0,-1 2 0,2-1 11,1 1 1,-2-3 142,-1-4 0,1 4 148,-1 0 0,1 1 127,2 7 1,0-5-110,0 5 1,2-1 41,1 4 0,4 5-73,4 2 1,1 3-33,2 1 1,0 1-240,4 3 1,1 6-20,3 4 0,-4 5-60,1-5 0,-10 6-50,2-2 0,-7 0-107,0 0 1,-3-3-3,-1 3 0,-6-5-109,-5 2 1,-5-6-57,-6-2 1,0-1-223,0 2 0,1 0 607,2-4 0,-6-10 0,1-7 0</inkml:trace>
  <inkml:trace contextRef="#ctx0" brushRef="#br0" timeOffset="653">772 231 7794,'0'-6'3191,"0"2"-2574,0 8 0,0 3-305,0 8 1,5 2-366,2 5 0,-1 2 99,2 1 0,-4 2-100,3 3 1,-3 5-172,3-2 0,-5 1-439,2-4 0,-3 0 128,-1-4 0,0-1-1208,0-7 288,0-2 1114,0-5 0,-1-6 342,-3-5 0,-2-44 0,-5-16 0</inkml:trace>
  <inkml:trace contextRef="#ctx0" brushRef="#br0" timeOffset="861">816 242 7782,'0'-11'0,"0"0"-18,0 0 0,4 4 699,0-1 0,4 6-212,-1-2 0,3 3 29,1 1 0,0 0-180,0 0 0,4 5-221,0 2 1,1 4-33,-2 4 0,-5-2-193,2 6 1,-7-4-94,-1 3 0,-1-3-310,-2 3 0,-5-3 229,-3 3 0,-5-6-205,-2-1 1,-4 0 506,0-3 0,-16-13 0,-6-3 0</inkml:trace>
  <inkml:trace contextRef="#ctx0" brushRef="#br0" timeOffset="1434">1081 264 7763,'0'-6'2432,"3"6"-2173,1 7 0,1 3-258,-1 1 1,-2 4 2,6 0 0,-6 3-165,2-3 1,1 3 87,-2-3 0,1-1-17,-4-2 126,0-1-394,0 0 43,0 0 114,0-5 0,0-3-152,0-6 2,0-3 0,0-5-51,0 0 0,0 0 80,0-1 0,1 1 118,3 0 0,1 0 47,2 0 0,3-2 152,-3 2 1,3-3 69,1 7 1,0-2 41,0 2 1,0-1 7,0 4 1,0-3 229,0 3 0,-4 0-49,1 4 0,-1 0-131,4 0 1,-3 1-120,-1 3 0,-3-1 0,3 4 1,-3 1-104,3 7 1,-3-3 42,3 3 0,-5-1-187,2 0 1,1-1 48,-1 1 1,3-2 110,-3 0 0,4-1 85,0 0 1,0-4-16,0 0 1,1-3 126,-1 3 0,3-4-89,3 0 1,-1-1 26,1-2 1,-1-5-59,-2-3 0,0-1-8,0-2 0,-1-2 153,-3-1 0,1 1-69,-4-1 0,0-2-25,-4 1 0,-5 0-65,-2 4 0,-4 0-1,-4 0 0,-2 0-149,-5 0 1,0 1-270,0 3 0,3 2 123,1 5 274,4 0 0,8 30 0,7 6 0</inkml:trace>
  <inkml:trace contextRef="#ctx0" brushRef="#br0" timeOffset="2042">1830 330 7814,'-7'-11'339,"0"2"284,-2 1 0,3 0-389,-1 4 0,-1 0 37,-3 4 1,0 0 139,0 0 0,-3 0-240,-1 0 0,-4 4-113,5 0 1,-2 4-149,1 0 0,3 5-92,-3 2 1,3 1-151,1-2 0,0-1 122,0 1 1,5 2-2,2-1 1,-1 0-306,2-4 173,-1 0 0,9-2 74,2-1 0,3-3 85,1-5 1,4 0-20,-1 0 1,5-2 108,-5-1 1,5-2 151,-5-2 0,5-3 6,-4 2 1,0-1 197,0-2 0,-3 0 14,3 0-105,-3-1 1,-1 1 123,0 0-8,-4 0 0,-1 2 190,-3 1-186,-1 3-307,2 5 0,-2 0-84,1 0 0,-1 5-199,1 3 0,-2 1 68,-1 2 0,4 0-49,0 0 0,1 4-140,-2 0 0,-1 0 420,1-4 0,23 0 0,5 0 0</inkml:trace>
  <inkml:trace contextRef="#ctx0" brushRef="#br0" timeOffset="2294">2106 286 7814,'0'-11'226,"-4"4"0,-1 0 768,-1-2 1,0 3-527,-1-2 0,-3 6 531,3-2-53,-3 3-673,-6 1 0,4 5-195,-3 2 1,8 3 27,3 1 0,-1 4-217,1 0 1,1 4-46,3 0 0,3-2-357,1 1 0,5-1 50,-2 2 0,7-3-419,0-5 0,2 0 39,-1 0 0,1-2 220,2-1 0,4-3 623,0-5 0,39-35 0,15-8 0</inkml:trace>
  <inkml:trace contextRef="#ctx0" brushRef="#br0" timeOffset="2680">2349 44 7814,'-4'-8'301,"0"1"632,2-2 0,-1 3-116,0-1-444,1 5 0,-2-2 219,4 8 1,0 2-150,0 5 0,1 5 9,2 2 1,0 3-165,4 1 1,1 5-49,3 2 0,-4 3-171,0 1 0,-1-4-160,2 1 0,2-1-450,-3 4 0,-1-1 160,1-2 1,0-7-91,0-5 0,-1-4 253,-2 0 0,-2-6-395,5-5 380,-4-1 1,7-7-99,-3-3 0,-1-1 83,2-2 0,-5-4-80,5 0 1,-1-4 367,4 0 1,-5 3 194,-2 2 1,1-2 209,-2 1 1,2 0-207,-1 4 0,-3 0 158,3 0 0,1 4 589,-2 0 805,1 4-1369,1-2 0,1 6-180,5 3 1,-4 2-488,1 5 1,-1 4-252,4 0 0,-3 4-525,-1 0 0,0-2 53,4 1 1,0-3-2012,0 3 2979,0-4 0,5 2 0,1-5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49:59.2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459 56 7794,'-7'-1'608,"-1"-2"64,0 0 1,3 4-470,1 6 1,3 4-20,1 4 0,0 2-83,0 5 1,1 0 68,3 0 1,-2 0-27,6 0 1,-5 4-276,5 0 0,-2-2-154,1-5 0,2 1-316,-6-1 0,2-3 123,-1-2 1,-3-1-1010,3-2 1487,-3-5 0,-21-21 0,-4-9 0</inkml:trace>
  <inkml:trace contextRef="#ctx0" brushRef="#br0" timeOffset="358">922 1 8480,'-11'0'0,"0"0"0,-1 0 0,-3 0 435,-3 0 0,-9 0-87,-6 0 1,-10 3-96,-9 1 0,-7 0 118,-3-4 0,-4 0-207,-4 0 0,6 4-13,-2-1 1,7 1-735,1-4 1,6 0 24,4 0 0,13 0-292,5 0 1,15 0 465,4 0 384,7 0 0,38-5 0,15-1 0</inkml:trace>
  <inkml:trace contextRef="#ctx0" brushRef="#br0" timeOffset="998">547 78 7866,'0'-11'1457,"0"5"-745,0 1-509,0 5 1,4 5 25,0 2 1,3 7-192,-3 0 0,3 6 6,-3-2 1,3 3-1,-3 1 0,3 0 11,-3 0 0,3 0-197,-3 0 1,1 0 38,-2 1 0,-2-1-126,3 0 1,-3-5 70,-1-3 1,0-1-225,0-2 215,0 0-15,0-5 21,0-1 32,5-5 0,-2-5-137,4-2 1,-3-3 122,3-1 0,-3 0-131,3 0 1,-1-4 157,2 0 1,0 1-16,-4 3 0,3-4 167,-3 0 1,3 0-68,-3 4 0,4 0 122,0 0 1,-2 0-15,1 0 0,-3 4-15,3 0 0,-3 3-15,3-3 89,1 4 1,-1-2-80,0 5 1,-3 5 92,3 2 0,-3 3-118,3 1 0,-3 0-61,3 0 1,-3 2 2,3 1 0,-3-1 19,3 1 1,-4-1-82,1-2 1,2 0 11,1 0 0,-1-4-166,2 0 0,-5-1 40,5 2 0,-5-2-130,5-2 1,-1-3 140,4 2 1,-4-1 190,1-2 0,19-30 0,8-6 0</inkml:trace>
  <inkml:trace contextRef="#ctx0" brushRef="#br0" timeOffset="1165">1043 254 7794,'5'-11'352,"-2"2"-133,4 1 0,-5 2-1,2 2 1,-1 3 262,0-2 188,-2 1-558,9 2 0,-7 5-143,4 3 1,-5 1 129,2 2 1,1 0-109,-1 0 1,1 4-540,-2 0 1,-1 0-57,1-4 1,-2 1-275,-1 2 0,2-5 879,1 2 0,3-17 0,5-1 0</inkml:trace>
  <inkml:trace contextRef="#ctx0" brushRef="#br0" timeOffset="1299">1098 100 7715,'-6'-11'0,"3"0"-599,1 0-295,2 0 894,0 0 0,5 5 0,16 11 0,8 7 0</inkml:trace>
  <inkml:trace contextRef="#ctx0" brushRef="#br0" timeOffset="1735">1462 155 7794,'-7'-10'-188,"-1"2"1,0 2 167,-2 1 421,-1-4 1,0 8-225,0-3 0,0 3 41,0 1-294,0 0 0,1 1 0,3 3 0,-2-2-336,6 6 269,-1-1 0,4 4-20,0 0 0,0-3 0,0-1-111,0 0 0,1 4 112,3 0 1,-2-1 21,6-3 1,-5 3 56,5-2 0,-2-2 62,1 1 1,3-1 69,-3 2 0,3-2-82,1-3 1,0 0 21,0 4 0,0-4 29,0 0 113,0 3 1,0-3-69,0 4 0,-3-4 362,-1 0-45,-5 3 1,3-3-97,-5 4 0,-1-4-25,-3 0 0,-5 2-145,-6-1 1,-5 1-136,2-2 0,-3-1 74,-1 1 1,0-1-118,0-2 1,1 0 128,3 0-65,2 0 0,54-15 0,12-3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13.4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44 7757,'0'-7'297,"0"-1"0,0 5 47,0-5-182,0 6 0,0-4-138,0 2 0,-1 3 49,-2-3 1,0 3-128,-4 1 0,3 0-5,-3 0 1,-1 5 115,-3 2 0,0 4 45,0 4 0,-3-3-53,-1 3 0,-1 2-80,1 1 0,3 0 80,-3 0 1,4 0 4,4 4 0,-2-3-128,6-1 1,-5-3-61,5 3 0,-1-4-23,4 0 1,5-5-14,2-2 1,8-4-11,3 0 1,-1-1 45,2-2 0,-1-2-105,4-1 1,-3-3 81,-1-5 1,-1-2 25,2-1 0,0 0 77,-4-4 0,0 1 297,-4-2 0,-2-2 123,-1 3 1,0 1-67,-4-1 0,0 0 114,-4 0 0,0 2 207,0 5 277,0 0-257,0 0-164,0 5-254,0 1 0,-4 10-1,0 2 1,1 7-184,3 0 1,1 6-116,2-2 1,0 1-281,4 3 0,-1-4-102,2 4 0,2 0-532,-3-3 1,3 2 301,1 1 0,0-4 688,0 0 0,29-14 0,8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16.5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253 397 7877,'4'-7'273,"-1"0"1,1 3 22,-4-3-225,0 4 114,0-7 0,-5 9-117,-2-3 0,-4 3-117,-4 1 1,2 0 37,-6 0 0,-2 1 98,-1 3 1,-2 1-9,5 2 1,-1 3-165,-2-2 1,4 1 63,4 2 0,1 4-102,2 0 1,5-1 122,3-2 0,3-1-104,3 0 0,6-2 46,9-1 1,2 0-103,9-4 0,1 0-225,3-4 0,-1-2 93,-3-1 0,-2-3-77,-5-5 1,-1-2 368,-3-1 0,-12-18 0,-7-9 0</inkml:trace>
  <inkml:trace contextRef="#ctx0" brushRef="#br0" timeOffset="351">584 166 7818,'0'-11'98,"1"0"1,1 0 546,2 0 1,0 0-363,-4 0 1,-2 0-122,-1 0 0,-3 0 134,-5 0 0,-2 0-60,-1 0 1,0 0-14,-4 0 0,-1 4-92,-3 4 0,4 1-137,0 2 1,4 0 107,-1 0 1,3 2-116,1 1 1,1 5 37,3 6 0,2 4-168,5 4 0,1 1 64,3 3 1,6 5-39,5 6 1,4 5-134,0-2 0,0 3-8,0 1 0,1 0-187,-1 0 0,0-4 97,0-4 0,-3-5-98,-5-2 1,0-8 169,0 1 1,-5-11-648,-3 0 242,-1-7 681,-2-4 0,5-45 0,1-15 0</inkml:trace>
  <inkml:trace contextRef="#ctx0" brushRef="#br0" timeOffset="506">484 408 8133,'0'-11'1934,"2"5"-1533,1 3 1,7 1-419,5 2 0,4 0-505,0 0 1,5 0-70,2 0 0,3 0-1377,-3 0 1968,-5 5 0,-5-4 0,-5 4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14.0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33 7845,'-8'-4'0,"1"-4"608,-2-2 944,4 4-1081,1 1 0,4 7-215,0 1 1,0 3 134,0 5 0,1 5-122,2 3 1,4 2-87,4 1 1,1 5-89,3 2 1,-3 3-148,3 1 1,-3 4-110,-1-1 1,0 5-388,0-4 0,-1-1 293,-3-3 1,-2-1-189,-5-2 1,0-8 246,0-8 0,0-1 144,0-2 1,-1-5 230,-3-3-198,3-1 1,-8-4 105,6-1 1,-1 0-109,4-4 0,0 3 29,0-3 0,0 0-67,0-4-228,5 0 1,1-2 156,5-1 1,4 1-88,-1-1 0,2-2 111,-1 1 0,-2-3 25,6 3 0,-2 0-29,1 4 1,2 0 3,-5 0 1,4 5 22,0 2 1,-2-1 86,1 2 1,-1 0 32,2 7 1,-3 2-47,-5 5 1,-2 1-92,-1 3 1,-3 1-10,-5 2 1,-2 2 296,-1-5 0,-3 3 364,-5-3 0,-5 0-354,-3-4 1,-2-2 32,-1-1 1,-3 0-282,-1-4 1,0 3-279,4-3 0,0 0-1397,0-4 1725,5 0 0,16-15 0,8-3 0</inkml:trace>
  <inkml:trace contextRef="#ctx0" brushRef="#br0" timeOffset="436">728 375 7858,'-4'-11'338,"0"1"-102,-3 3 1,5-3 599,-2 3 0,2 1 320,-2-2-202,3 6-655,-4-3 0,5 10-79,0 2 0,5 4-94,2 4 1,2 2-103,-2 5 0,3 0-92,-3 0 1,3 0-270,1 0 0,-1-3-88,-3-1 0,2-3 186,-5 3 0,3-4-104,-3 0-350,4-1-550,-7-2 790,9-5 0,-7-5 45,4-5 1,0-8-9,4 1 1,-2-6 101,2 2 0,-5-4 314,9 0 0,-7-2-74,3-1 1,0 4-24,-3 0 0,-2 1 323,1-2 0,-4 0 225,0 4 1,-1 0-61,-2 4 0,0 4 1250,0-1-1176,0 6 1,1-3-82,3 5 0,-2 0-364,5 0 0,-3 6-44,3 5 0,1 0-5,3 4 0,-4 2-138,0 1 0,0 0-480,0 0 1,-1-1 89,-2 2 0,-2 0-390,6-4 1,-6 0 946,2-4 0,16-5 0,5-1 0</inkml:trace>
  <inkml:trace contextRef="#ctx0" brushRef="#br0" timeOffset="844">1202 375 7858,'-1'-7'1214,"-1"0"283,-2-2-790,0-1-288,4 4 0,1 1-90,3 5 0,-1 4-160,4-1 1,-3 6-181,3-2 0,-3 7 13,3 1 0,-1 1-165,1-2 0,0 0 168,-4 4 0,0-3-50,4 3 1,-5-4 65,2 0 1,-3 0 166,-1 0 1,2-5 141,1 2-133,-2-2 139,4 2-204,-5-5 18,0-1-203,0-5 1,0-5-274,0-3 1,2-1 166,1-2 1,0 0 79,4 0 1,-3-2 182,3-1 1,0 0-164,4-4 1,1 3 230,-1-3 1,0 3-57,0-3 0,0 4-86,0-1 0,0 4-24,0 4 0,3-1-90,1 4 0,0 0-40,-4 4 0,3 5-295,1 2 1,1 4 151,-1 4 1,-7 2-24,3 5 1,-2-1-139,2-2 0,-1 1-193,-3-1 0,-2-2-357,-5 1 0,4-1 978,-1 2 0,-4-3 0,-5-5 0</inkml:trace>
  <inkml:trace contextRef="#ctx0" brushRef="#br0" timeOffset="1227">1908 397 7870,'0'-7'1417,"0"0"373,0-2-1347,0 4-113,0-5 27,-5 9-218,-1 1 1,-4 6-145,3 5 0,-2 1-245,5 3 1,1-1-24,3 4 1,0-3-327,0 3 1,0-3 236,0 3 1,6-3-67,5 3 1,1-4-146,6 0 1,4-1-783,4-2 1355,5-5 0,12-16 0,8-8 0</inkml:trace>
  <inkml:trace contextRef="#ctx0" brushRef="#br0" timeOffset="1661">2172 144 7870,'-7'-11'1082,"0"0"0,4 6-904,0 5 1,3 2 334,3 9 0,0-1-136,4 8 1,0 1-52,4 3 1,0 5-170,0 2 0,4 3-246,0 1 1,-2 0-49,-5 0 0,1 0-369,-1 0 1,0 3 425,0-3 0,0-4 47,-4-10 1,0 0-607,-4-4 1,3-4-237,1-4 423,0-4 184,-4 2 0,1-10 55,3-2 1,-2-3-13,5-1 0,-3 0 3,3 0 1,-3-2 180,3-1 1,-4 0 115,1-4 1,0 3-65,0-3 1,1 4 160,-1 0 1,-3-2 658,3 1 1,-2 0-226,2 4 0,-3 4 675,3 0-876,2 4 1,0-2-46,5 5 1,-4 1-303,1 3 0,-1 3-182,4 8 1,4 2-104,-1 5 0,1-3-350,-4-1 0,0 1-674,0 3 0,-4-4 1251,1 0 0,4 1 0,5 3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17.8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111 22 7825,'0'-6'-970,"0"1"1284,5 5 0,-4 0-95,4 0 0,-4-3 206,3-1-12,-3 0 31,4 4 123,0 0-99,-4 0 104,4 0 172,-5 0-753,-5 0-348,-1 0 1,-5 0-668,0 0 1,0 0 324,0 0 0,-4 0 699,1 0 0,-16 15 0,1 3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18.70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22 290 9377,'4'8'175,"0"-1"0,1 1-131,-2 3 0,-2 0-255,3 0 1,1 0-82,-1 0 1,-1 0-964,-3 0 1255,5 0 0,-8-5 0,1-1 0</inkml:trace>
  <inkml:trace contextRef="#ctx0" brushRef="#br0" timeOffset="156">11 26 7772,'-5'-6'-701,"4"-4"1,-4 8 700,5-6 0,25 20 0,5 2 0</inkml:trace>
  <inkml:trace contextRef="#ctx0" brushRef="#br0" timeOffset="628">397 224 7758,'-11'-3'12,"0"-1"0,0-3 54,0 3 1,4 0-256,-1 4 60,1 0 0,-4 0 99,0 0 1,4 0 44,-1 0 1,2 2-15,-1 1 0,-2 0-6,6 4 0,-5-3 0,4 3 1,-3-3-21,3 3 1,1-3 31,3 3 1,0-3 12,0 3-16,0-4 1,5 5 3,2-4 0,-1 1 8,2-2 0,-1-1-65,4 1 0,0 2-4,0-1 0,1 0-5,3-4 1,-3 3-136,3 1 1,-3 1 115,-1-2 1,1 0-114,3 4 0,-6-4 63,2 0 33,2 3 51,4 1 1,-1 4 75,-5 0 1,-3-4 187,-5 0 1,-2-3-27,3 3 1,-8-1 195,-3 2 1,-3 0-90,-1-4 0,-1 1 40,-3-1 0,-2-3-357,-5 3 0,0-3-32,0-1 0,0 0-76,0 0 1,1 0-120,3 0 1,-2-1-885,5-3 1126,1 3 0,17-24 0,5 1 0</inkml:trace>
  <inkml:trace contextRef="#ctx0" brushRef="#br0" timeOffset="1127">783 268 7851,'0'-7'256,"-1"0"608,-3-2-614,-2-1 1,-5 4-57,0 3 1,0-2 12,0 1 1,0 0-62,0 4 0,-1 0-119,-3 0-242,3 0 0,-4 4 105,5 0 1,0 3-111,0-3 1,3 3 94,1-3 1,3 3-27,-3-3 0,4 1 87,0-2 1,2 0-54,1 4 83,0-4 0,1 5 13,2-4 0,2 1-109,3-2 0,5 0 46,-2 4 1,3-4-11,-3 0 1,5 2 42,2-1 0,-1 3-76,2-3 1,-2 3-22,1-3 1,-1 3 56,-2-3 0,-2 3 37,6-3 1,-6 3 7,2-3 1,-7 3 165,0-3 27,-6 5 28,3-3 1,-7 4-44,-6-3 0,0-2 100,-11-5 0,5 1-161,-5 3 0,-3-3-96,-3 3 0,-5-3-143,4-1 1,1 0-327,3 0 0,0-4 494,0 0 0,14-19 0,5-1 0</inkml:trace>
  <inkml:trace contextRef="#ctx0" brushRef="#br0" timeOffset="1611">1014 268 7865,'0'-7'940,"0"0"0,0 3-589,0-3 1,2 4 94,1 0-292,-1 1 1,3 7-116,-5 3 0,0 1-49,0 2 0,1 0-87,2 0 1,-1 1-78,1-1 1,2 1 114,-1 2 0,1-1-116,-2 1 0,0-1 11,4-2 0,-3 0-101,3 0 1,-3-4 165,3 0 1,-3-4 33,3 1 0,-3 0-132,3 0-68,1 0 1,3-8-237,0 0 0,0-4 218,0 1 1,-4-4 119,1-4 1,-2 3 71,1-3 1,2-2 115,-6-2 1,2 3 23,-1 2 1,-3 0 354,3 0 1,-3 1-270,-1-1 0,0 1 777,0 2-127,0 5 1,-4 0-94,1 2-494,-1 3 1,4-2 0,0 6 1,0 3-19,0 5 1,0 0-107,0 0 0,5 4-157,2 0 0,1 3-289,3-3 1,-7 1-21,7-2 0,-2-1-212,2 1 0,0-1 135,0-2 0,0-4-265,0 0 0,0-4 110,0 1 623,0-3 0,0-21 0,0-4 0</inkml:trace>
  <inkml:trace contextRef="#ctx0" brushRef="#br0" timeOffset="1978">1433 302 7865,'11'0'810,"0"0"1,0 0-650,1 0 1,-1 0 25,0 0 27,0 0 1,0 0-410,0 0 0,0-4-15,0 0 1,0 0-143,0 4 0,-4-1-131,0-2 120,1 1 1,-1-4 120,0 3 0,-4 0-63,1-4 354,-3-1 0,-2-1-124,-3 1 1,1-2 83,-4 3 0,-1 2 75,-7 2 0,1 0 158,-4-1 0,3 3 37,-3-2 1,3 1 159,-3 2 0,3 4-43,-3 0 1,4 4 89,0 0 1,1-2-219,2 1 0,4 4-71,0 4 1,4 1-324,0-2 0,1 0 1,2 4 0,5-3 5,3 3 1,6-4-374,5 0 0,3-1-1454,3-2 1947,-1-5 0,27-11 0,2-7 0</inkml:trace>
  <inkml:trace contextRef="#ctx0" brushRef="#br0" timeOffset="2470">1830 169 8133,'0'-11'0,"-1"1"1386,-3 3-1116,3 2 1,-7 4-48,4-3 0,-5 3-59,2-3 1,1 3 122,-1 1-288,-1 5 1,-3 0 64,0 2 0,1 3 102,3-3 0,-3 3 20,3 1 1,-2-3-88,2-1 0,-3 0-273,3 4 1,1-1-183,-2-3 0,2 3 174,-1-2 1,1-2-38,2 1 1,3-3-22,-3 3-101,3 0 103,1 4 1,5-1 29,2-2 1,3 0-67,1-4 1,4 3 116,-1-3 0,6 3-24,-2-3 1,2 3 42,-2-3 0,3 3-2,-3-3 0,0 3 83,0-3 1,-5 5 34,2-2 0,-3-2 382,-1-2-183,0 4 314,-4-1-379,-2 5 0,-14-4 39,-2 0 0,-4-4-120,1 1 1,-4-3-67,-4-1 1,0 0-322,0 0 1,0 0 172,0 0 0,1 0 183,3 0 0,2-10 0,5-2 0</inkml:trace>
  <inkml:trace contextRef="#ctx0" brushRef="#br0" timeOffset="2709">2249 456 8389,'11'0'309,"-1"-1"-952,-3-3-886,-2 3 1160,0-4 369,-4 5 0,-5-15 0,-9-3 0</inkml:trace>
  <inkml:trace contextRef="#ctx0" brushRef="#br0" timeOffset="2850">2238 335 7875,'-7'-10'574,"-1"2"958,6-1-2389,-8 3 602,9-1 255,-4-2 0,20 22 0,3 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22.5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1 430 7779,'6'0'151,"0"0"1,-2 0 0,3 0 199,3 0 1,4-4-350,1 1 0,5-1 172,-2 4 1,3 0 29,1 0 1,4 0-205,-1 0 0,16-5 0,-1-1 0</inkml:trace>
  <inkml:trace contextRef="#ctx0" brushRef="#br0" timeOffset="2437">739 88 7655,'0'-6'-976,"0"-4"1367,0 9 368,0-4-380,0 0-116,0 4 0,0-4 1,0 4 726,0-3-571,0 3-112,0-4 361,0 5-632,5 0 1,-4 5 19,3 3 1,1 3-164,-1 3 0,3 3-81,-3 5 0,4 2-209,0 1 1,-2 4-20,1 4 0,-3-5-20,3-2 1,-3 1-236,3-2 0,0-3 263,5-3 0,-5-6 408,0 2 0,10-27 0,7-8 0</inkml:trace>
  <inkml:trace contextRef="#ctx0" brushRef="#br0" timeOffset="2746">850 44 8121,'0'-11'392,"0"0"1,-2 4-355,-1 0 366,1 4 51,-2-2-281,4 5 0,3 1 0,1 3 0,1 2-5,-2 5 1,4 5-151,4 3 0,0 1-219,0 2 1,0 0-27,0 0 1,0 5-89,0 3 1,3-3 42,1-1 1,-1 0-90,-7 0 0,3 4 73,-3-5 1,-2-3-28,-1-3 0,-3-5-32,-1 5 1,0-9 345,0 1 0,0-8 0,-5-13 0,-1-8 0</inkml:trace>
  <inkml:trace contextRef="#ctx0" brushRef="#br0" timeOffset="3334">651 177 8123,'-11'-7'1511,"5"3"-946,1 4-322,5 0 0,5 0-8,2 0 0,7 0-26,0 0 1,10 0-5,-2 0 1,7-4 25,1 0 1,1 1-278,3 3 1,-1 0-155,0 0 1,0-4-25,0 0 1,-5 0-275,-2 4 0,-4 0-1051,-4 0 991,-2 0 1,-9 0-414,1 0 224,-6 0 747,-7 0 0,-27 10 0,-14 3 0</inkml:trace>
  <inkml:trace contextRef="#ctx0" brushRef="#br0" timeOffset="3693">673 276 6986,'-6'0'2050,"-4"0"-1405,9 0 227,-4 0-567,5 0 0,5 0 75,2 0 0,4 0-164,4 0 0,3 0-26,8 0 1,2 0-118,5 0 0,2 0-140,1 0 0,2-4-306,3 0 1,-3 1-145,-5 3 1,-5 0-1417,-2 0 612,-3 0 1321,-11-5 0,-36-1 0,-19-5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34.2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 88 7801,'0'-11'-230,"-1"0"1,-2 0 1181,0 0-817,-1 0 47,-1 0 1,4 4 439,-3 0-325,3 4-155,1-2 354,0 5-256,0 5 0,0 1 14,0 5 0,1 1-12,3 3 1,-2 2-157,6 5 0,-1 0-3,4 0-1,0 4-133,0 0 0,0 3 28,0-3 1,0 1-151,0-1 1,0 1-58,0 2 0,0-2-209,0-5 1,-3-4 41,-1 1 0,-5-6-834,2 2 245,-3-3 79,-1-1 907,-5-5 0,-11-25 0,-7-12 0</inkml:trace>
  <inkml:trace contextRef="#ctx0" brushRef="#br0" timeOffset="451">1 188 7806,'5'-7'-268,"-4"1"278,3 3 1,2 1 108,1-1 1,3 2 162,1 1 1,1 0-122,3 0 1,1 0 6,2 0 1,3 0-44,-3 0 0,3 1 3,1 2 0,0 2-75,0 3 0,-3 1-118,-1-1 1,-4 5-88,0 2 0,-1 5-12,-2-2 0,-2-1 38,-1 2 1,0-1 34,-4 4 0,0 0 22,-4 0 0,1-1 38,3-3 1,-3-2 11,2-5 1,-1 0-15,-2 0 19,0-5 140,0-1 113,0-5-163,0-5 1,-2-1 4,-1-5 1,2 4 31,-3-1 0,3 0 138,1-7 1,-4 3-107,0-3 0,1-1-18,3 2 0,3-2-109,1 1 0,5 2-145,-2-6 0,4 4-330,4-3 1,-2 3-7,5-3 1,2 8-884,6-1 1346,-3 3 0,24 6 0,-1 4 0</inkml:trace>
  <inkml:trace contextRef="#ctx0" brushRef="#br0" timeOffset="985">839 243 7806,'-8'-5'125,"1"-3"0,-2-1 329,0-2 1,-2 5-215,0 2 0,0 3-79,0 1 0,0 0-4,-1 0 0,-2 5-46,-1 2 1,-3 4-219,3 4 0,-3-3 110,3 3 1,4 0-95,4 0 0,0 4 13,0-5 0,2 5-180,5-5 1,0 1 45,0-4 0,5 0 29,2 0 1,7-4 84,1 1 0,3-6-71,-3 2 1,4-4-130,0-4 0,-2 2 112,1-6 1,-3 1 33,3-4 0,-4 4 173,0-1 0,-1 1 21,-2-4 1,0 0 131,0 0 0,-5 0-100,-2 0 0,-2 0 111,2 0 1,-3 3 14,3 1 1,-3 0 627,-1-4-211,0 5 68,-5-4-302,4 9-412,-4-4 0,5 6 48,0 3 1,0-2 62,0 5 1,1 1-103,3 3 0,2 0-6,5 0 1,0 4-143,0-1 1,0 1-49,0-4 1,1 0-198,3 0 0,-3 0-203,3 0 0,-3-1 213,-1-3 1,0-2-421,0-5 823,0 0 0,0-1 0,0-3 0,-5-26 0,-1-12 0</inkml:trace>
  <inkml:trace contextRef="#ctx0" brushRef="#br0" timeOffset="1122">1092 309 7806,'-5'-11'141,"4"0"0,-4 0 0,2 0 779,-1 0-239,0 5-338,4-4-244,0 9 0,0-3-53,0 8 0,0-2-3,0 5 1,4 1-100,0 3 1,4 0 16,-1 0 1,0 4-299,0-1 1,-3 1-40,3-4 0,-1 1-375,1 3 1,2-3 750,-5 3 0,9-8 0,-1-2 0</inkml:trace>
  <inkml:trace contextRef="#ctx0" brushRef="#br0" timeOffset="1298">1048 77 7806,'-5'-16'27,"0"4"-10,-2-3 0,2 3-345,5 1 0,5 5-689,2 2 1017,3 3 0,21 21 0,4 4 0</inkml:trace>
  <inkml:trace contextRef="#ctx0" brushRef="#br0" timeOffset="2014">1280 254 7579,'0'6'1010,"0"-1"-932,0 0 1,0 1-14,0 5 0,0-4 23,0 1 0,0 0-5,0 7 0,0-3-42,0 3 1,1-3-128,3-1 0,-3 0 16,2 0 1,-1-4-15,-2 1-182,5-6 102,-4 3-267,9-5 311,-4-5 1,4-1 27,-3-5 0,1-4 17,-4 1 1,5-2-34,-2 1 0,2 3-30,-2-3 0,3 2 53,-3-2 0,-1 6 252,2-2 1,-2 3-73,1-3 1,2 3 264,-6 1-75,6 5-101,-3-3 1,1 5-137,1 0 1,-5 5 7,5 2 0,-5 3-104,5 1 0,-5 0 20,5 0 1,-2 1-140,1 3 1,3-3 111,-3 3 1,0-3-112,0-1 0,-3 0 96,3 0 0,-1-4-4,1 1 0,0-6 17,-4 2 1,0-3-79,4-1-75,0 0 0,4 0 45,0 0 1,-3-4-45,-1 1 1,-1-6 161,2 2 0,0-3 83,-4-1 0,3 0-8,-3 0 1,0 0 219,-4 0 0,3 0-65,1 0 1,0 0 202,-4 0 1,0 0-65,0 0 0,0 3 242,0 1 65,0 5-248,0-3-44,0 5 1,3 5-230,1 2 0,1 3-24,-2 1 0,0 1-151,4 3 0,-3-3-224,3 3 0,-3 1 114,3-2 1,-3 2-38,3-1 1,-1-3-210,2 3 0,2-7-1244,-3 0 1667,3-1 0,20-35 0,6-10 0</inkml:trace>
  <inkml:trace contextRef="#ctx0" brushRef="#br0" timeOffset="2156">1643 77 7806,'-13'-11'463,"2"0"0,-2 0-789,5 0-70,3 5 12,0 1 1,10 5 12,3 0 371,1 0 0,22 15 0,5 3 0</inkml:trace>
  <inkml:trace contextRef="#ctx0" brushRef="#br0" timeOffset="2635">1875 221 7870,'-7'0'496,"-1"0"216,6 0-485,-3 0 0,6 5 65,3 2 1,1 3-85,2 1 1,3 0-13,-3 0 1,2 0-196,-2 0 0,3 0-31,-3 0 1,-1 0-239,2 0 232,-1 0 0,0 0-300,1 0 235,-6-5 1,4 3-238,-2-6 136,-3 1-1,4-4 1,-5-5-371,0-2 449,0-3 1,0-5 152,0 1 1,0-1-30,0 4 1,0-4 177,0 0 0,0-3-96,0 3 1,0 1 120,0 3 0,4-4-82,0 0 0,0 4-6,0 4 1,1 3 35,2-3 0,3 4-88,-2 0 1,1 2-19,2 1 1,0 4-158,0 4 0,2 5-270,1 2 1,0 1-47,4-1 1,-3 1-282,3 2 0,-3 3 349,3-3 0,-1-2 360,2-1 0,11 2 0,0 0 0</inkml:trace>
  <inkml:trace contextRef="#ctx0" brushRef="#br0" timeOffset="3127">2514 265 7806,'-3'-11'382,"-2"-2"475,-1-1 0,2 2-440,-3-3 1,3 3-108,-3 1-1,1 0-105,-2 0 1,-2 3-39,3 1 0,-3 4 0,-1 0 1,0 1-27,0 2 0,0 0-192,0 0 6,0 5 0,0 1-251,0 6 0,4-3 119,-1-1 0,6 1-95,-2-1 1,3 2-379,1 1 328,-5 0 0,4 0-32,-3 0 0,3-4-123,1 0-106,5 1 368,1 3 0,5-1-155,0-3 1,0 2 215,0-6 1,0 1-3,0-4 1,0 1 334,0 3 1,0-3 61,0 3 0,0-3 215,0-1 0,0 0-272,0 0 0,0 0 102,0 0 0,0 0 71,0 0 0,0 0 215,0 0 1,-3 0-221,-1 0 1,-3 4 285,3-1-519,-4 6 1,2-3 12,-5 5 0,0 0-111,0 0 0,-5 4 78,-3-1 0,-1 1-80,-3-4 0,1 0 48,0 0 0,-4 0-22,-4 0 1,2-5-75,-1-2 1,3 1-144,-3-1 1,-1-1-713,-3-3 0,1-1 30,3-3 0,-2-2-1171,6-5 2026,-1 0 0,43-29 0,10-8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38.3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12 254 10419,'7'11'856,"0"0"1,-3 1-614,3 3 1,1 2-165,3 5 1,0 5-159,0 2 1,-4 2-66,0-2 1,0 3-330,0-3 0,-2-2 83,-5-1 1,0-3-586,0-1 183,0-4 0,-1-4-365,-3-6 250,3-4 907,-9-4 0,9-24 0,-4-7 0</inkml:trace>
  <inkml:trace contextRef="#ctx0" brushRef="#br0" timeOffset="248">1 309 7752,'0'-15'0,"0"0"150,0 2 1,0 1 305,0 1 0,0 0-26,0-1 0,1 3-182,3 1 0,2 3-44,5 5 0,1-3 21,3-1 0,-2 0-13,5 4 1,0 4-80,0 0 0,2 8-123,-6-1 0,5 3-65,-5-3 1,-4 3-261,-6 1 1,-3 5-156,-1-2 1,-1-2 91,-3-1 1,-3-2-105,-8 2 1,-1-3 124,-2 3 1,-2-7-31,6 0 1,-1-6-127,4 2 513,0 2 0,39-34 0,10-4 0</inkml:trace>
  <inkml:trace contextRef="#ctx0" brushRef="#br0" timeOffset="701">574 342 7802,'-11'-17'0,"0"2"145,0 3 1,3 4 232,1 1 146,0 5 1,-4-5-107,0 4 1,3 1-200,1-1 1,3 3-251,-3 3 59,0 4 1,-3 4-146,2 0 1,-1 1 168,1 3 0,2-3-70,-1 3 0,3-2 11,-3 2 1,3-3-138,-3 3 0,4 1-64,0-2 1,1 1-61,2-4-133,0 0 292,0 0 1,5-5 41,3-2 1,5-4-146,2-4 1,3 1-168,-3-9 1,3 4 218,-3-7 1,3-1 35,-3 2 0,3-2 206,-3 1 0,0 3-73,-4-3 0,0 3 336,0 1 0,0 0 200,0 0 79,-5 0-168,4 0-200,-9 5-178,4 1 0,-5 6-8,0 3 0,0 2-90,0 5 0,0 0-99,0 0 0,0 1-189,0 3 1,1-2-93,3 6 1,-3-5-267,3 5 1,2-6 286,1 2 0,-1-1 379,2-3 0,14-7 0,7-10 0</inkml:trace>
  <inkml:trace contextRef="#ctx0" brushRef="#br0" timeOffset="1002">772 309 7761,'0'-15'0,"0"0"663,0 2 63,0 1-392,0 1 1,0 3 134,0 1-158,5 4 0,1 0-90,5 6 1,-3 4-13,-1 4 1,-1 0-92,2 0 1,1 1-145,-1 3 0,0 0-199,0 4 0,0 2 114,-4-3 0,3-1-16,-3 2 0,3-2-74,-3 1 0,0-1-151,-4-2 1,1-3 223,2 3 1,-1-7 105,1 0 1,-3-6 233,-3 2 193,1-3 1,-6-2-65,4-3 0,-3-2-114,3-5 0,1-4-128,3 1 0,0-6-57,0 2 0,1 1-87,2-2 1,7 1-274,5-4 0,5 0-567,-2 0 0,4 3 403,4 1 482,-3 4 0,24 8 0,-1 8 0</inkml:trace>
  <inkml:trace contextRef="#ctx0" brushRef="#br0" timeOffset="1452">1346 364 7775,'-8'-15'0,"1"3"0,0 1 210,0 2 1,-2 2 916,1 0-482,3-3 1,-4 5-200,1-2 1,2 2 75,-1 5-403,-1 0 0,-3 0-101,0 0 0,0 5 63,0 2 1,0-1-77,0 1 0,1 1-14,3 3 1,-3 3-323,3 1 0,1 0-35,-2-4 0,6 1 53,-2 3 0,-1-3-42,2 3 1,-1-3-5,4-1 1,0 0-94,0 0 0,0 0 169,0 0 1,5-5-44,2-2 0,3-3 115,1-1 0,1 0 34,3 0 1,-3-5 22,3-2 1,1-3 332,-1-1 0,-1-1 151,-3-3 0,4 3-145,0-3 0,0-1 186,-4 2 1,-4-5-72,0 4 0,-1 1 170,2 3 0,0 0 110,-4 0 78,0 0-539,-4 5-117,0 1 1,0 6-208,0 3 1,0 2-46,0 5 1,3 1-232,1 3 1,0-2 69,-4 5 0,3-3-345,1 4 1,1-6 149,-1 2 606,-3 2 0,14-5 0,-3 4 0</inkml:trace>
  <inkml:trace contextRef="#ctx0" brushRef="#br0" timeOffset="2082">1533 320 7775,'-5'-6'479,"4"-4"149,-3 2 0,-1 2 146,2-1-65,-1 5-178,4-3-142,0 5 1,5 5-353,2 2 0,-1 3-35,2 1 1,-2 3-14,1 1 0,2 1-26,-6-1 0,6-3-330,-2 3 1,-1-3 37,2-1 1,-6 0-203,2 0 0,1 0-91,-2 0 279,1 0 0,-3-4 45,3 1-69,-3-6 206,4 3 1,-5-6 37,0-3 0,1 2 40,3-6 1,-3 1 24,3-4 1,1-1 102,-1-3 0,0 3 74,0-3 0,-3-1 219,3 2 1,1-1-229,-1 4 1,-1 0 102,-3 0 0,0 0 875,0 0-502,5 5-236,-4-4-99,4 9-120,-5-4 0,4 6-52,0 3 0,1-2-73,-2 5 1,0 1-151,4 3 0,-3 0-84,3 0 0,-3 0-66,3 0 1,-3 1 82,3 3 1,-4-7-48,0 3 1,0-3 126,0-1 0,-1 3-110,1-3 14,-2-2 312,4 0-81,-3-5-80,3 0 1,-4 0 2,2 0 0,-1-1 100,1-3-15,-1-2 0,1-5-11,1 0 0,0 0 2,-4 0 1,1 0 34,2 0 0,-1 0 151,1 0 1,0 0 78,0 0 0,-1 0-15,1 0 0,0 3 256,1 1-356,-3 0 0,7-1 144,-4 1-139,5 4-216,-3-1 1,5 7 69,0 1 0,-4 5-169,0-2 1,-3 6-636,3 2 0,1 0 102,3-4 0,-4 1 690,1 3 0,-1 2 0,4 5 0</inkml:trace>
  <inkml:trace contextRef="#ctx0" brushRef="#br0" timeOffset="2508">2073 342 7655,'8'3'5,"-1"1"1,-3 3 39,3-3-29,-5 0 0,7-3-287,-5 3 186,4-3-239,-2 4 278,5-5 0,0 0-247,0 0 181,-4 0 90,2-5 1,-7-1 150,1-5 1,-2 3-30,-1 1 0,0 0-45,0-4 0,-4 3 26,-4 1 1,-2 1 138,-1-1 1,-3-2-27,-1 5 0,0-3 136,4 3 0,0 1 18,0 3 0,0 0 35,0 0-238,0 4 1,5 4-108,2 7 0,3-3-184,1 2 1,1 2 76,3-1 0,3 3-61,8-3 1,-1 4-177,4-5 0,0 1-360,4-4 1,0-1 7,0-3 1,0-2 657,1-5 0,3-20 0,3-4 0</inkml:trace>
  <inkml:trace contextRef="#ctx0" brushRef="#br0" timeOffset="2751">2294 55 7776,'-8'-11'223,"2"0"-22,1 0 1,0 4 883,2-1-88,2 6-540,-4-3 1,8 10-18,1 2 1,5 8-230,-2 3 1,6 3-153,2 1 0,3 5 0,-3 3 0,3-2-155,-3 1 0,4 1-7,-5 3 0,5 0-209,-5 0 0,1-5-1044,-4-2 0,-4-1 413,1-3 0,-6 2 943,2-10 0,-3-23 0,-1-11 0</inkml:trace>
  <inkml:trace contextRef="#ctx0" brushRef="#br0" timeOffset="3450">2294 265 7778,'1'-7'132,"3"4"0,-2 2 244,5 1 1,1 0-81,3 0 0,0 0 115,0 0 0,5 1-257,2 2 1,7 2-159,0 3 0,6 2 3,-2-3 0,-2-1-171,-1 1 0,-3-3-182,-1 3 0,0-4 150,0 0 0,-4-1-27,-4-2 1,-3-2-320,-3-1 122,1-3 1,-7-5 96,1 0 1,-1 0 7,-2 0 1,-2 1 355,-1 2 1,-3-1-42,-5 1 1,-4 0 476,0 0 1,-3 0-189,3 4 0,-1 0-4,1 4 0,3 0 141,-3 0-132,3 5 0,2 1-100,3 5 1,2 1 15,5-1 1,0 3-107,0 1 0,5 1-131,2-1 0,1-2-266,3 5 1,-3-4 19,7 1 1,1-3-144,-1-1 1,4 0 184,0 0 0,2-5-21,1-2 0,0-3 69,0-1 0,0 0-107,0 0 1,-5-5 297,-2-2 0,-3-3 0,-1-1 0,0 0 23,0 0 1,-4 0-95,1 0 0,-6 0 293,2 0 1,-2 0 290,2 0 0,-3 0-57,3 0 1,-3 0-44,-1 0 1,0 3 157,0 1 0,1 4-13,3 0-445,-3 2 28,9 1 0,-8 1-136,6 2 1,-6 4-2,2 4 1,1 0-276,-2 0 0,1 0-68,-4 0 0,0 1 206,0 3 1,0-3-42,0 3 1,0 0 27,0 0 1,0 0-59,0-4 1,0 0 124,0 0 726,0 0 404,-5 0-491,4-5-168,-4-1 1,5-10-35,0-2 1,0-3-21,0-1 1,0-1-122,0-3 0,1 3-46,3-3 0,-2-1-274,6 1 0,0-3-216,7 3 1,-1 1-413,4 3 0,0-3 12,4 3 0,-3-2-605,-1 5 1,0 2 1323,4-1 0,25 9 0,6 0 0</inkml:trace>
  <inkml:trace contextRef="#ctx0" brushRef="#br0" timeOffset="3809">3352 243 7778,'-17'-5'161,"1"3"1,5-1 566,0 2 0,-1 1-273,-3 0 1,3 0-14,-3 0 1,-1 0-143,1 0 1,1 0 21,3 0 1,0 0-226,0 0-245,4 4-185,3 3 0,4 4 46,0 0 0,4-4-262,4 0 1,2-1 79,1 2 0,5 2-347,2-3 0,-1-1 416,1 1 0,-3-3 177,4 3 1,-2-3 286,1 3 0,-2-3-55,-5 3 0,0-3-62,0 3 0,0-3 68,0 4 0,-4-5 257,1 5 0,-6-1-38,2 4 1,-3-4 80,-1 1 0,-6-5-41,-5 5 0,-5-5 33,-6 5 0,-1-6-5,-3 2 1,2-2-177,-6 2 1,4-3-151,-3 3 1,3-3-415,-3-1 1,9-1 437,2-3 0,29-17 0,9-8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43.5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221 304 7739,'0'-7'223,"0"-2"308,0 1 0,-1 0 7,-3 0-80,3-1-222,-9 2 0,4-2-116,-5 1 0,0 2-110,0 2 0,0 3-21,0-2 0,0 1-229,0 2 0,-4 2 150,0 1 0,1 2-84,2 2 0,1 3-128,0-2 1,0 1-15,0 2 1,4 0-4,0 0 1,4 1-203,0-1 129,1 0 247,2 0 0,5-2 181,3-1 0,1-3-106,2-5 1,0 0 124,0 0 1,0 0-30,1 0 0,2 0-102,1 0 1,1-2 229,-1-1 1,-3 2 65,2-3 0,-1 1 44,-2 0 1,0 1-100,0-1 0,1 2 50,3 1 0,-3 0-99,3 0 0,-2 0-46,2 0 1,-7 1 54,3 2 0,-2 0 17,2 4 0,-1 1 0,-3 3 1,-2 0-56,-5 0 0,0 3 13,0 1 1,-6 3-7,-5-3 0,-5 4 1,-6-5 1,-5 1-31,-2-4 0,-3-1-15,-1-3 1,1 2-123,2-6 1,4 1-234,3-4 0,3 0 39,1 0 0,5-1-476,6-3 0,3 0-910,5-7 1652,0 3 0,44-33 0,12 0 0</inkml:trace>
  <inkml:trace contextRef="#ctx0" brushRef="#br0" timeOffset="368">375 381 7739,'11'0'1412,"0"0"-983,0 0 0,0 0-108,0 0 0,0 0-240,0 0 0,0 0 34,0 0 1,0-2-77,0-1 0,4 2-33,0-3 1,0 3-250,-4 1 1,-4-2 66,0-1 1,1 0-218,3-4 1,-5 3 98,-3-3 0,-1 3-88,-2-3 0,-2 0 218,-1-4 1,-3 1 134,-5 2 0,-4 0 185,0 4 0,-3-3-151,3 3 1,-3 0 72,3 4 1,0 2-13,4 1 1,0 2 171,0 3 1,1 5 54,3-2 0,1 3-66,2-3 0,3 5-325,-3 2 0,4-1-13,4 1 1,6 1-129,5 3 0,5-4 75,2 1 0,2-6-65,5 2 0,-3-4-69,3-4 1,-4-2-178,1-5 0,-3 0 238,-1 0 0,-4-9 237,1-2 0,-7-2 0,-1 2 0,0-5 0,0-45 0,6-16 0</inkml:trace>
  <inkml:trace contextRef="#ctx0" brushRef="#br0" timeOffset="557">783 94 7739,'0'-17'153,"0"-3"1,0 6 617,0 0 176,0 2-596,0 1 0,0 6 578,0 5-625,0 5 1,0 11 64,0 2 1,0 3-197,0 1 0,1 5 27,3 2 1,2 3-365,5 1 0,-1 0-90,-3 0 1,7 1-358,-3-1 1,2-4 460,-2 0 1,0-4 11,0 1 1,0-3-232,0-1 369,0-10 0,15-27 0,4-15 0</inkml:trace>
  <inkml:trace contextRef="#ctx0" brushRef="#br0" timeOffset="715">684 248 8149,'1'-9'335,"3"1"0,3 2-1067,8 2 0,3 3 117,8-2 1,7 1 614,7 2 0,47 5 0,13 1 0</inkml:trace>
  <inkml:trace contextRef="#ctx0" brushRef="#br0" timeOffset="1043">1180 237 7743,'-11'0'0,"0"0"278,0 0 0,0 0-77,0 0 1,0 0-31,0 0 0,3 2 4,1 1 0,3-2-13,-3 3 1,5 2-31,-2 2 0,3-2-126,1 1 0,5 0-31,2 4 1,4-1-199,4-2 1,2 1-457,5-1 1,0 0 236,0 0 1,0 2 70,0-3 1,1-1 159,3 1 0,-6-1 127,2 2 1,-8 2 150,1-3 1,-3 2 194,-1-2-100,-4 3 1,-7-8 358,-8 5 0,-7-4-252,-3 1 0,-8-3-426,-3-1 1,-3 0-489,-1 0 0,0 0 645,0 0 0,5-10 0,1-2 0</inkml:trace>
  <inkml:trace contextRef="#ctx0" brushRef="#br0" timeOffset="1857">1775 304 8205,'-6'-5'858,"1"2"-483,5-4-117,0 4 0,0 0-31,0 6 1,0 0-25,0 4 0,0 1-43,0 3 0,4 1 33,0 2 0,4-1-20,0 1 0,1 2-108,2-1 1,0 0 27,0-4 0,0 3-157,0 1 1,0-1-271,0-7 0,4 2 83,0-6 0,1 5-101,-2-5 1,-1 1-49,1-4 0,-1-1-249,-2-3 0,0 2 233,0-6 1,0 1-62,0-4 0,-5-4 296,-2 0 0,1 0 154,-2 0 0,1 3 122,-4-3 1,-1 1 11,-3 0 0,2 1 121,-6-1 1,4 5-112,-3 2 1,3 1 879,-3-2-285,5 3-54,-3 1 112,5 2-677,0 7 1,5 3-125,2 6 0,3-1-7,1-2 1,0 0 38,0 0 1,0-2-54,0-1 1,4 2-7,-1-3 0,1-1-193,-4 1 1,0-4 152,0 1 1,4 0-69,0 0 1,-1 0-66,-3-4 0,-3-1 8,-1-3 1,0 1-207,4-4 294,0 0 0,-5-4-25,-2 0 0,1 0 65,-1 0 0,-1 0-5,-3 0 1,-5 0 36,-2 0 1,-1 3 147,0 1 0,-5 3 141,2-3 0,-3 4 64,3 0-186,0 1 1,0 4-75,0 1 1,4 0 28,-1 4 0,6 1-32,-2 3 1,-1 0-13,2 0 1,-1 1-145,4 3 0,5-2-255,2 5 1,3-4-7,1 1 1,1 0 389,3 0 0,2-1 0,5-7 0,44-12 0,12-7 0</inkml:trace>
  <inkml:trace contextRef="#ctx0" brushRef="#br0" timeOffset="2541">2448 436 7877,'5'-11'0,"1"0"-363,5 0 0,-4 0 356,0 0 0,-3 1 211,4 3 0,-5-3 242,5 2-80,-6-1 0,4-1-22,-2 2 33,-3-1-76,4 7-283,-5-2 1,0 5-141,0 2 29,0 4 1,-4 4-64,1 0 1,-1 0 64,4 0 0,0 0-98,0 0 1,-4 3 52,1 1 1,-1 0-50,4-4 121,0 0 0,0 0 4,0 0 1,0-4 68,0 1 0,0-5-1,0 5 140,0-6 1,1 3-183,3-5 0,-2-4 4,6 1 1,-5-6-24,5 2 1,-5-3-140,5-1 0,-5-1 133,5-3 0,-2 3-89,1-3 0,3 3-16,-3 1 1,-1 0 22,2 0 0,-1 0 30,4 0 1,-4 3-66,1 1 192,-1 4 1,4-1 1,0 4 0,-3 0 173,-1 0 1,-3 1-129,3 2 0,-5 0 62,2 4 1,1 1-64,-1 3-67,4 0 0,-5 0 2,4 0 6,0 0 1,4 0-20,0 0 1,-3-4 85,-1 0 0,0-3 311,4 3-330,0-4 0,1 2 92,-1-5-256,0 0 0,0 0 102,0 0 1,-4-4 61,0 0 0,-1-4-38,2 1-44,2-3 0,-6-1 74,4 0 1,0 0 70,-4 0 0,1 0 36,-1 0 336,-3 0 237,4 0-282,-5 0-291,0 0 105,0 4-75,0 2 0,0 14-252,0 2 0,0 4-21,0-1 0,0 0-199,0 4 0,0-3-54,0 3 1,3 0 177,1 0 0,1 3 163,-1-3 0,-2 3-2,6 1 1,-6 0 135,2 0 1,-3-4-18,-1 1 0,-1-4 295,-3 3 1,-2-8-132,-5 1 1,-1-6 84,-3 2 1,-4-5-379,-6 2 1,1-4 68,-1-4 1,1 2 125,2-5 0,0-1-178,0-3 0,25-34 0,5-9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46.92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22 7756,'-1'-6'0,"-3"2"0,2-1 499,-6 2 801,6-1-100,-3 4-472,5 0-249,0 5 1,0 2-73,0 8 1,1 3-108,3 8 1,1-1-268,2 4 1,3 0-187,-3 4 0,-1 1 57,2-1 1,-1 0-92,4 0 1,-4-4-905,1 1 1,-1-6 114,4 2 0,-4-8-142,1-3 0,-1-4 1118,4-4 0,15-41 0,3-15 0</inkml:trace>
  <inkml:trace contextRef="#ctx0" brushRef="#br0" timeOffset="431">321 243 7756,'-4'-14'316,"0"3"384,2 1 0,-3 4 32,1-1-474,-4-1 0,5 2 13,-4 3 1,3 1-94,-3 2 1,1 2-87,-2 1 1,0 3 37,4 6 0,-5 0-129,2 2 1,1 0 0,-1 4 1,4-3-190,0 3 0,1-3-40,2 3 0,0-3-112,0 4 1,0-6-143,0 2 0,5-3 124,3-1 0,1-1-27,2-3 1,4-2 148,0-5 1,-1 0 77,-2 0 0,-1-1 35,0-3 0,0-2 138,0-5 1,-4 0 102,0 0 0,-4-4-77,0 1 1,-1-5 126,-2 4 1,0-3 131,0 3 1,0-3 130,0 3 1,-4 1-61,0 3 1,-1 0 546,2 0-292,2 0-156,-4 4-156,5-2-477,0 7 52,5 7 0,-3 3 53,5 6 0,-1 2-94,2-1 0,2 5-179,-3-2 0,3-1-330,1 1 1,-1 1 58,-3 3 1,3-5-382,-3-2 0,3 1 982,1-2 0,0-4 0,0-15 0,0-7 0</inkml:trace>
  <inkml:trace contextRef="#ctx0" brushRef="#br0" timeOffset="755">497 232 7756,'-10'-11'0,"3"0"0,-3 0 580,9 4 174,-4-2 0,5 9-392,0 0 0,5 1-201,2 6 0,3 1-143,1 3 1,0 3-11,0 1 0,-4 1-209,1-1 1,-1-3 147,4 3 0,-4 0-74,1 0 1,-5 0-3,5-4 1,-6 0-122,2 0 1,1 0 68,-2 0 1,1 0 178,-4 0 417,0-5 3,0 4 47,-5-9 1,-1 0-190,-5-4 0,5-6 91,2 2 0,3-4-133,1-4 1,0 3-27,0-3 1,1-2-428,3-1 1,3 0-245,8 0 0,1 3-531,2-3 0,3 1 281,-2-2 0,1 4 713,2 4 0,10 9 0,3 4 0</inkml:trace>
  <inkml:trace contextRef="#ctx0" brushRef="#br0" timeOffset="1290">1026 353 7959,'-5'-11'124,"0"0"0,-3 0 239,0 0 0,5 0 550,-5 0 1,5 0-366,-5 0 1,5 3 44,-5 1 0,1 1-206,-4-2 0,0 0-194,0 4 1,0 1-170,0 3 1,0 0 1,0 0 0,3 1-247,1 2 101,0 4 1,-3 4-274,3 0 0,-2 0 137,5 0 0,1 0-163,3 0 1,-2 0-340,-1 0 332,2 0 1,-4 0-372,5 0 82,0 0 432,5 0 0,1-4 119,5 1 1,0-6 136,0 2 1,1-3-107,3-1 0,-3 0 228,3 0 1,1 0 129,-2 0 0,2-1-65,-1-3 1,-3 3 23,3-3 0,-3 2 42,-1-2 0,0 3 234,0-3 1,-3 3-59,-1 1 1,-3 0 103,3 0 0,-3 0-89,3 0 1,-3 0 5,3 0 0,-5 1-375,2 3 1,1-2 14,-1 6 0,3 0-169,-3 7 0,-1-3 130,-3 3 1,-1-2-98,-3 2 0,-2-3-100,-5 3 1,-5-3-198,-2-1 1,-4-3 41,-4-1 1,2-5-94,-6 2 1,6-3-326,-2-1 0,4 0-30,4 0 0,-2-3-108,5-1 0,6-5 884,5 2 0,32-32 0,9-9 0</inkml:trace>
  <inkml:trace contextRef="#ctx0" brushRef="#br0" timeOffset="1705">1225 331 8208,'11'0'1228,"0"0"-869,0 0 0,0 0 48,0 0 0,0 0-289,0 0 1,0 0-143,0 0 0,0 1 126,0 3 1,0-3-99,0 3 0,0-3-197,0-1 0,0 0-62,0 0 27,0 0 176,0 0 0,-1-1-37,-3-3 18,3 3 0,-9-9 23,3 3 1,-3 0-20,-1 0 1,-1 1-6,-3-1 1,-2-3 20,-5 2 0,-4 2 86,1-1 0,-6 5 134,2-2 1,-3-1-197,-1 1 0,-1 1 2,-3 3 0,6 1 4,-2 3 0,4-2 35,-1 5 0,1 2 465,7 6 1,-1-2 477,8 5 0,3 0-186,8 0 1,5 3-459,11-3 0,5 3-307,5 1 1,5-5-48,6-2 0,-1-3-339,-3-1 1,2-5-14,-5-2 0,-6-3-467,-5-1 0,-4-5 122,-3-2 1,-7-3-1605,-5-1 2342,-4 0 0,-8-15 0,-8-3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51.2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44 232 9129,'0'-6'1925,"0"1"-1684,0 5 0,0 5-13,0 2 1,0-1-14,0 1 1,1 1-1,3 3 0,-3 0-956,3 0 1,1 4 76,-1-1 1,-1 1-254,-3-4 0,0 0 401,0 0 1,0-4 515,0 1 0,0-25 0,0-3 0</inkml:trace>
  <inkml:trace contextRef="#ctx0" brushRef="#br0" timeOffset="164">22 55 7758,'-6'-11'-155,"0"2"1,3 0-372,0 2-402,-1 4 928,4-2 0,10 20 0,2 3 0</inkml:trace>
  <inkml:trace contextRef="#ctx0" brushRef="#br0" timeOffset="550">441 66 7758,'0'-7'0,"-1"0"0,-2-2-135,0-1 1,-6 3 396,2 0 1,-3 3 98,-1-3 1,-1 4-155,-3-1 0,3 3-52,-3 1 0,-1 0-10,1 0 1,0 0-174,0 0 0,6 4 140,-2 0 1,4 4-109,0 0 1,-2 3 81,5 3 0,1 0-107,3 4 1,1 0-44,2 5 1,0-1 72,4 0 0,2 3-131,6 1 1,-3 1-83,3-1 1,0-2-221,0 6 1,0-6 21,-4 2 0,-4-7-170,1 0 0,-6-2-2,2 1 574,-3-2 0,-1-5 0,-25-24 0,-5-7 0</inkml:trace>
  <inkml:trace contextRef="#ctx0" brushRef="#br0" timeOffset="731">221 265 7780,'-7'-5'0,"3"-1"285,-1 0 1,3 0 1177,-1 2-1041,2 3 1,2-5-324,2 2 0,5 3-260,6-3 1,4 3-282,4 1 1,0 0-564,0 0 0,1 3 1005,3 1 0,22 5 0,9-3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58.2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1 11924,'0'11'218,"0"0"0,0-4-620,0 1 0,-2-1-535,-1 4 1,2 0 544,-3 0 392,-2 0 0,5 15 0,-4 3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0:54.4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22 309 7244,'0'-6'1907,"0"1"-1491,5 5-50,-3-5-36,2 4 50,-4-4-214,0 10 1,0 1-67,0 5 0,0-4-214,0 0 0,0 1-92,0 3 1,0 4-212,0-1 0,-3 1 47,-1-4 0,-1 0-1024,2 0 960,1 0 0,-6 0 434,4 0 0,0-24 0,4-7 0</inkml:trace>
  <inkml:trace contextRef="#ctx0" brushRef="#br0" timeOffset="139">67 154 7735,'0'-11'-282,"1"0"-1008,2 0 1290,-1 5 0,3-4 0,-5 9 0,9 6 0,4 7 0</inkml:trace>
  <inkml:trace contextRef="#ctx0" brushRef="#br0" timeOffset="764">155 331 7735,'0'11'-364,"0"0"0,0 0 376,0 0 1,0 0 371,0 0 0,-2 0-156,-1 0 1,2-4 27,-3 1 0,3-1 40,1 4-130,0-5 1,-2 0-366,-1-2 15,2-3 1,-4 3-356,5-8 405,0 3 1,3-9-51,1 3 1,1-3 20,-1-1 0,2 0-155,5 0 0,-4 0 46,0 0 1,1 0 72,3 0 0,1 0 199,3 0 0,-3 0 42,3 0 1,-4 0-85,-4 0 54,8 0-87,-8 0 158,9 5 0,-9 1 129,1 5 0,-6 1-85,2 3 1,-3-2 64,-1 5 1,0 1-207,0 3 0,0 0 25,0 0 1,0 0-105,0 0 1,0 0 64,0 0 1,1 0-145,3 0 0,-3-4 22,3 1-48,2-1 138,0 4 0,5-5 60,0-2 0,0-3 0,0-1 0,0-1 0,0-3 0,-1 2 0,-3-6 0,6 1 0,-6-4 0,5 0 0,-4 0 0,1-4 0,2 1 0,0-1 0,1 4 0,-3 0-78,-1 0 0,1 0 90,-1 0 1,-2 1 360,1 3 188,-4-3 1,3 9 287,-2-3-533,-3 3 1,4 2 28,-5 3 0,0 2-162,0 5 1,0 1-115,0 3 0,-4-2 90,0 5 1,-1-3-134,2 4 1,2-1-82,-3 4 1,-1 0-195,1 0 1,-3-4-210,3 1 0,-1-2 76,2 1 1,0 2-73,-4-5 1,4-1 115,0-3 1,-2 0-249,1 0 586,0-4 0,4-3 0,5-38 0,2-9 0</inkml:trace>
  <inkml:trace contextRef="#ctx0" brushRef="#br0" timeOffset="998">552 309 7735,'0'-16'88,"0"0"106,0-2 0,3 2-27,1 5 1,5 0-91,-2 0 0,3 3 120,1 1 0,0 4 12,0 0 0,3 2-35,1 1 0,3 0-13,-3 0 1,4 0-120,-5 0 1,5 1 88,-5 2 1,0 4-230,-7 4 0,-2 0 34,-5 0 0,0 3 42,0 1 1,-5 1-33,-2-1 1,-7-3-195,0 3 1,-6-3-26,2-1 0,-2-4-156,2 1 0,2-2-533,5 1 962,-5 3 0,28-33 0,3-3 0</inkml:trace>
  <inkml:trace contextRef="#ctx0" brushRef="#br0" timeOffset="1765">871 276 7758,'-5'-6'482,"4"-4"781,-4 9-613,5-4-285,0 5-225,0 5 1,0-3 10,0 5 0,0 1-188,0 3 1,0 0-58,0 0 1,0 0-61,0 0 1,0 0 3,0 0 1,0 0-510,0 0 446,5 0 0,-2-1-122,4-3 1,-3 2 120,3-6 0,-3 1-166,3-4 180,0 0 1,4-1-17,0-3 0,0 2-8,0-6 1,2 1 85,1-4 1,-1-1 100,1-3 1,-1 3-34,-2-3 0,0 3 107,0 1 0,-2 3 32,-1 1 117,2 0 1,-9-1 58,3 1-167,-3 5 87,-1-3 1,0 6-9,0 3 0,-1-2 48,-3 5-138,3 1 0,-6 3-12,4 0 0,2 0-21,-3 0 0,3 0-84,1 0 0,0 0 59,0 0 1,0-4-9,0 1 0,0-5-102,0 5 1,5-2 76,2 1 0,-1-2-11,1-5 1,1 0-20,3 0 0,3-1-7,1-3 0,5-2 23,-2-5 1,-1-1-10,2-3 0,-5-2 213,5-5 0,-6 0-61,2 0 1,-3-4 64,-1 0 0,4-4-77,0 0 0,-4 0 147,-4 0 1,-1 3-36,1 5 1,-2 1 461,-5 3-143,0 2-145,0 10 0,-1 1-63,-3 5 1,0 6-74,-4 5 0,-2 0 29,3 4 0,1 2-108,-1 1 1,3 3-76,-3 1 1,3 0-18,-3 0 1,4 1-240,-1-1 0,2 3-58,-2 1 0,3 0-248,-3-4 1,3 3-243,1 1 1,0-4 109,0-3 1,0-5-141,0 5 1,5-7 306,2-1 0,3-5-250,1-6 688,0 0 0,10-29 0,2-8 0</inkml:trace>
  <inkml:trace contextRef="#ctx0" brushRef="#br0" timeOffset="1940">1213 210 7758,'-11'-7'215,"1"-2"200,3 1 0,3 3-442,8 2 1,7 1-386,7 2 0,8 0 61,3 0 1,0 0-556,0 0 906,0 0 0,39 5 0,8 2 0</inkml:trace>
  <inkml:trace contextRef="#ctx0" brushRef="#br0" timeOffset="2257">1643 154 7758,'-11'0'379,"0"0"0,0 0-131,0 0 0,0 0 0,0 0 0,3 0 28,1 0 1,0 5-26,-4 3 0,3-2-250,1 1-62,5 1 1,-7 3-127,5 0 0,1 0 77,3 0 1,1-4-161,3 0 0,2-1 124,5 2 1,0 0-92,0-4 1,0 1 100,0-1 1,1-2 42,3 5 1,-7-4 218,3 1 1,-2 0 14,2 0 1,-5 5 53,-2-2 0,1-1-85,-2 1 1,0-3-33,-7 4 0,-2-2-203,-5 1 0,-4 2-270,1-6 1,-6 5 145,2-5 249,-3 1 0,-21-14 0,-4-2 0</inkml:trace>
  <inkml:trace contextRef="#ctx0" brushRef="#br0" timeOffset="2584">1985 254 8052,'0'-6'767,"0"1"1,1 1-378,3 0 1,2 1-209,5 3 0,5 0-151,2 0 1,3 0-757,1 0 0,1 0 99,3 0 1,-2 0 625,6 0 0,14 5 0,7 1 0</inkml:trace>
  <inkml:trace contextRef="#ctx0" brushRef="#br0" timeOffset="2774">2018 353 7758,'-6'0'1418,"1"0"1,6 0-1186,3 0 1,7-1-186,7-3 1,3 3-212,1-3 1,0 3-286,0 1 1,4 0-1499,0 0 1946,4 0 0,8-5 0,7-1 0</inkml:trace>
  <inkml:trace contextRef="#ctx0" brushRef="#br0" timeOffset="3093">2690 188 7758,'-7'0'326,"0"0"1,-2 0 368,-1 0 1,3 0-434,0 0 0,3 3 132,-4 1 0,2 6-254,-1 1 0,1 0-125,2 3 1,2 2-93,-6-1 0,6 5-284,-2-2 1,3-1-36,1 2 0,0-6-1277,0 2 324,0-3 688,0-6 661,0-1 0,10-25 0,2-4 0</inkml:trace>
  <inkml:trace contextRef="#ctx0" brushRef="#br0" timeOffset="3377">2701 199 8245,'2'11'311,"1"0"0,0-4-256,4 0 0,2 1-209,5 3 1,0 0 4,4 0 1,4 2-221,4-2 1,1 3 150,-1-7 0,-3-2-92,3-1 1,1-3 382,-2-1 1,0-5 1,-7-2 0,-1-4 72,-2-4 0,-4 1-110,0-4 1,-1 0 78,-7-4 0,1 3-129,-4 1 1,-1-1-32,-3-3 1,2 5-119,-6 3 1,2-2 161,-1 1 0,-8 5 0,3 5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1:02.0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0 264 8086,'5'-6'1103,"-3"-1"-548,1 4-303,-2 1 0,1-2-48,1 4 0,-1 1 24,1 2 1,2 0-61,-1 4 0,1-3-52,-2 3 1,-1 1-405,1 3 0,2 0 185,-1 0 0,0 0-623,-4 0 1,1 0 90,2 0 0,-1-4-986,1 1 1621,-1-1 0,-7-6 0,-1-2 0</inkml:trace>
  <inkml:trace contextRef="#ctx0" brushRef="#br0" timeOffset="147">67 109 7730,'0'-11'-195,"0"0"1,0 0-316,0 0 78,0 5 0,1-3 432,2 6 0,8 9 0,7 6 0</inkml:trace>
  <inkml:trace contextRef="#ctx0" brushRef="#br0" timeOffset="714">221 319 7730,'0'7'135,"0"0"1,0-3 277,0 3 1,0-3 157,0 3-136,0-4-416,0 7 1,0-8-34,0 6-192,0-6 1,1 3 9,3-5 1,-2 0-200,6 0 0,-5 0 174,5 0 0,-1-5-70,4-2 0,-4 1-3,1-2 0,-1 1 11,4-4 0,0 0 170,0 0 1,-4 0 154,1 0 1,-2 3 7,1 1 1,2 3 34,-5-3 365,4 5-125,-2-3-253,5 5 0,-3 0 75,-1 0 0,-1 5-38,1 2 1,0 3-88,-4 1 1,0-2-90,4-1 87,0 7 0,3-8-98,-2 8 0,1-7 99,-1 0 1,1-6-118,3 2 0,-1-3-151,0-1 0,3 0 77,1 0 1,3-4-110,-3 1 1,1-9 278,-1 5 0,-3-5 0,3 5 0,-7-3 0,0-1 202,-1 0 273,-1 0-97,-1 0 224,-5 5-113,0 1-43,0 5-290,0 5 0,0 1-51,0 5 0,0 1-158,0 3 1,0-3 70,0 3 1,0 2-113,0 1 1,0-1 32,0 2 1,4-2-60,-1 1 1,2 3 50,-1-3 1,-3 2-51,3-2 0,-2-2-62,2-5 0,-3 0-55,3 0 0,-3-3-485,-1-1 629,0-5 0,5-31 0,1-14 0</inkml:trace>
  <inkml:trace contextRef="#ctx0" brushRef="#br0" timeOffset="938">706 220 7730,'0'-11'251,"0"-1"162,0 1 1,0 0-55,0 0-332,5 5 0,5-2 191,4 4 0,2 0-26,-1 4 0,-2 0 0,6 0 0,-4 5-44,3 3 0,-3 1-140,3 2 1,-8 0-29,1 0 0,-8 4-230,1 0 1,-3 1 35,-1-1 1,-8-3-132,-3 2 1,-8-1-500,1-2 1,-3-4 93,-1 0 750,0 1 0,-5-17 0,-1-4 0</inkml:trace>
  <inkml:trace contextRef="#ctx0" brushRef="#br0" timeOffset="1655">1004 253 8691,'0'-7'2044,"0"3"-1937,5 13 0,-3-1-46,5 6 0,-3-1-307,3-2 123,-4 0 1,5 0-820,-4 0 621,5 0 0,-7-1 130,5-3 1,-3 2-34,3-6 1,-3 1 2,3-4 0,-3 0 38,4 0 0,-1-5 83,4-2 0,-4-3 97,1-1 1,-5 0 173,5 0 1,-5 0 148,5 0-63,-6 0-217,8 0-3,-9 0 0,8 3 136,-6 1 155,1 4-248,-4-1 1,4 5 212,-1 2-174,1 4 1,0 4 130,-1 0 1,2 0-241,-1 0 0,-2-2 9,6-1 1,-2 2-175,1-3 1,3 2 30,-3-2 1,3 1-542,1-4 444,0 5 0,0-8-7,0 3 0,0-3-403,0-1 234,0-5 0,-1-1 151,-2-5 1,0-4 245,-4 0 0,-1-1-3,-3 2 0,2 0 99,1-4 0,-1 0 109,1-4 1,-2-4 3,-1 0 0,0 0 93,0 4 1,0 0-101,0 0 1,0 1 416,0 3 345,0 2-287,0 5-430,0 5 0,0 2 58,0 8 1,0 2-49,0 5 0,0 5-157,0 2 0,4 3-133,0 1 1,1 4-88,-2 0 1,-1-1-100,1-3 0,2 4-166,-1 0 1,3 0-39,-3-4 1,3-1-259,-3-3 1,4-2 146,0-5 1,-2 0-596,1 0 1129,1-5 0,27-35 0,7-14 0</inkml:trace>
  <inkml:trace contextRef="#ctx0" brushRef="#br0" timeOffset="1831">1301 175 7730,'-11'-4'539,"4"-3"0,1-4-241,1 0 1,2 5-52,7 3 1,2 1-321,5 2 1,5 0-263,3 0 1,5 0-773,2 0 1,3 0 1106,-3 0 0,29-5 0,4-1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1:05.8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1 100 8022,'0'-12'1569,"0"6"-1356,0 1 1,1 5 27,3 0-105,-3 5 0,4 1-123,-5 6 1,0 2 29,0 1 0,1 0-114,3-4 1,-3 0 46,3 0 1,-3 3-262,-1 1 178,0 0 0,0-4-308,0 0 250,0 0 1,0-4-233,0 1-263,0-6 412,0 3 1,0-6-435,0-3 499,0-2 0,0-9 132,0 0 1,0 0-49,0 0 1,0 3 169,0-3 0,3-1-30,1 1 0,5-1-26,-2 2 0,-1 1 98,2-1 1,-1 1-58,4 2 0,0 4 1,0 0 0,1 4 13,3 0 0,-3-2 100,3 1 1,-7 0-40,0 4 1,-1 5 100,4 3 0,-4-2-98,1 1 1,-6 0-82,2 4 0,1 0 13,-1 1 0,-1 2-20,-3 1 0,4 0-99,0-4 1,0 0 77,0 0 0,-1 0-122,4 0 0,-3-4 119,3 0-29,0 1 1,4-1-89,0 0 1,0-4 66,0 1 0,4-3-72,0-1 1,3 0-31,-3 0 1,3-1-181,-3-3 0,3-1 118,-3-2 0,3-3-24,-3 3 1,0-3 168,-4-1 1,0 0 125,0 0 1,-4 0 221,1 0 1,-6 0-61,2 0 0,-3-2 116,-1-1 1,-1 1-169,-3-1 1,2 3-43,-6 3 1,5-2 62,-5 3 1,5 2 2,-5 2 1,4 1-3,-3 2-262,0 0 0,-4 5 63,0 3 0,3 1 122,1 2 1,1 0-26,-1 0 1,-2 0-81,5 1 0,1 2 2,3 1 0,0 1-52,0-1 0,0-3-134,0 2 0,6-1 23,5-2 0,1 2-192,6-2 0,0 1-120,0-8 0,3 0 71,-3-4 1,3 0 1,1 0 0,-1-1 127,-3-3 1,3-2 17,-3-5 0,-2 0 226,-1 0 0,-4 0 0,-4 0 0,3-4 3,-2 0 1,-2-1 20,1 2 0,-5 1 609,2-1 1,-3 0-107,-1 0 0,0 5 803,0-2-558,0 2-41,0 3-389,0 1-41,0 5-123,0 5 1,0 1-81,0 5 1,0 0-140,0 0 0,4 0-8,0 1 0,-1-1-109,-3 0 1,4 3 72,0 1 1,1 0-227,-2-4 133,-1 0 0,6 0-161,-4 0 1,3-4-118,-3 0 227,4-4 1,-1 2-246,4-5 0,-4 0 90,0 0 0,1-5 23,3-2 1,0-3 178,0-1 0,-4-2 133,0-1 0,-1 2 109,2-3 1,0 1 271,-4 0 1,0 1-13,-4-1 1,1 0 1123,3 0-944,-3 1 1,4-3-162,-5 5 1,0 4 147,0 0-233,0 4-318,0-2 0,0 7 61,0 1 0,0 3-157,0 5 0,3 0 78,1 0 0,0 0-110,-4 0 0,3 0-386,1 0 0,4 4-26,-5 0 0,5 0-216,-5-4 0,6-2 141,-2-1 679,3 2 0,16-4 0,3 5 0</inkml:trace>
  <inkml:trace contextRef="#ctx0" brushRef="#br0" timeOffset="540">1125 33 7730,'6'-6'9,"3"-4"150,-5 3 1,0 2-7,0 2 26,-3 1 1,6 2 192,-4 0-226,-2 5 0,8 1-25,-5 5 0,-1 2-41,-3 1 1,2-1-120,1 1 0,-2 2 42,3-1 1,-3 1-121,-1-2 0,4-1-222,0 1 0,-1-1 140,-3-2 1,0 0-25,0 0 1,0-4 165,0 0 0,0-3-21,0 3 49,0-4 134,0 2 0,0-6-90,0-3 0,0-2 69,0-5 0,0 0 69,0 0 1,0 0-65,0 0 0,5 0-81,3 0 1,1 0-12,2 0 1,0 1-92,1 2 0,0-1 56,2 1 0,0-2-123,4-1 1,-4 4 104,0 0 0,2 4-25,-1 0 1,1-2 95,-1 1 0,-3 0 12,3 4 0,-3 0 106,-1 0 1,-4 0-38,1 0-72,-1 0 0,-1 5-8,-2 3 1,-3-1 20,-1 4 0,-1-5-43,-3 9 1,2-5-125,-6 4 1,5-1 72,-5-2 0,6 1-15,-2 3 0,3-3-11,1 2 0,0-1 87,0-2 0,5-4 107,2 0 0,4-4-81,4 1 1,-2-3 132,6-1 0,-2-1 14,1-3 0,2 0 240,-5-7 1,-1 3 129,-3-7 0,-3-1-264,-1 1 0,-5-3-198,2 3 1,-8-3 145,-3 3 1,-6 0-33,-2 4 1,-5 0 150,2 0-350,2 5 0,-10 16 0,3 8 0</inkml:trace>
  <inkml:trace contextRef="#ctx0" brushRef="#br0" timeOffset="1073">1676 55 7813,'-4'-6'1450,"2"-4"-1135,-3 4 1,7 0 6,1 3 0,0 3 161,4 3 0,0 3-254,4 5 1,0 0-40,1 0 0,-1 2-83,0 1 0,0 0-190,0 4 0,-4-4 33,0 0 1,-3 2-220,3-1 1,-4 0-291,0-4 157,-1 0 253,-2 0 11,0 0 0,0-5 26,-5-1 1,2-9-73,-4 0 0,5-4 58,-2 1 1,-1-3-3,1-1 0,1 0 133,3 0 0,0 0-50,0 0 0,0 0-9,0 0 1,1-4 77,3 0 0,-2 1 194,5 2 0,1 3-127,3 1 1,0 0 99,0 4 1,0-3-92,0 3 1,1 0-19,3 4 1,-2 2-133,6 1 1,-6 3-93,2 5 0,-2 4-181,2 0 1,-6 3 55,2-3 0,-4 3-123,0-3 0,-1 1-79,-2-1 0,-3-3 469,3 3 0,-3-8 0,-1-2 0</inkml:trace>
  <inkml:trace contextRef="#ctx0" brushRef="#br0" timeOffset="1455">2228 66 7813,'-2'-11'651,"-1"0"0,0 4-384,-4 0 1,3 4-60,-3 0 0,0-2 413,-4 1-387,0 0 1,-1 4-61,1 0 1,0 0-43,0 0 0,4 4-88,0 0 0,1 1 71,-2-2 0,2 0-113,2 4 1,3-3-207,-2 3-110,1 0 18,2 4 1,2 0-6,1 0 0,3-1-148,5-2 0,-3 1 143,-1-1 1,2 2-114,5 1 0,-1-4 118,1 0 1,-1 1 37,-2 3 0,0 0 53,0 0 1,0-4-32,0 0 348,0 1 0,-5 3-14,-3 0 0,-1-4 112,-2 1 0,-2-5-76,-1 5 1,-3-6-120,-5 2 1,-4-3-193,0-1 0,-3 0-632,3 0 814,-4 0 0,-13-20 0,-9-4 0</inkml:trace>
  <inkml:trace contextRef="#ctx0" brushRef="#br0" timeOffset="1856">2779 66 7675,'7'-3'262,"1"-1"1,0 2-1,2 0 1,1 2-1,0 0 647,0 0 1,5 0-791,2 0 1,-1 0-107,2 0 1,3 0-407,4 0 0,-4 0-98,-4 0 0,-1 0-1396,2 0 1887,-4 0 0,-18 0 0,-5 0 0</inkml:trace>
  <inkml:trace contextRef="#ctx0" brushRef="#br0" timeOffset="2039">2768 177 7813,'11'0'410,"0"0"28,0 0 1,1 0 19,3 0 1,2 0-592,5 0 1,1 3-650,3 1 1,-3 0 348,3-4 433,-3 0 0,9 0 0,2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1:09.6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77 100 7727,'0'-6'1183,"0"-4"-1075,0 9 174,0-4 0,0 6-92,0 3 1,-4 3-15,1 8 1,-2-1-55,1 4 1,3-1-116,-3 1 0,-1 3 98,1-2 1,-3 0-190,3 0 1,-3 0-60,3-4 0,-3 0-308,3-4 0,1 0-653,3 0 133,-5-5 369,4-1 0,-3-6 602,8-3 0,-2-2 0,5-5 0,-3-2 0,3-1 0,1 0 0,3-4 0,-4 4 0,1 0 0,-2-3 0,1-2 0,3 2 0,-3-1 0,-2 4 70,-1 0 1,1-2 240,-2 1 1,2 0 184,-1 4 131,-3 0-135,4 5 57,-5 1-333,5 5 1,-4 5 36,3 2 1,2 1-160,1 3 1,1-3 12,3 7 1,-2-2-178,10 2 1,-1-1 64,4 4 1,2-4-80,1 0 0,3 2 131,5-1 1,4-2-4,0-5 0,0 0-190,-4-4 0,0 0 18,0-4 0,-5-5 307,-2-3 0,-8-1 63,-3-2 0,-8-4 67,-3 0 0,-3-4-116,-1 0 0,-5-2 87,-2-1 0,-8 0-201,-3 0 0,1 5-123,-2 2 1,6 3-459,-2 1-1023,3 0 698,1 5-242,5 1 1069,6 5 0,40 20 0,14 4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1:11.0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11 288 7980,'8'0'902,"-1"0"1,4-4-515,4 0 1,5 1-409,2 3 0,1 0-379,2 0 0,2 0 13,-1 0 1,3 0-356,-3 0 0,-4-4 140,-4 0 1,0-1 600,0 2 0,8-23 0,-3-10 0</inkml:trace>
  <inkml:trace contextRef="#ctx0" brushRef="#br0" timeOffset="486">0 155 7599,'11'0'1038,"-3"0"-717,-1 0 1,4 0 88,4 0 0,8 0-321,-1 0 1,7 0-348,1 0 0,-2 0-386,1 0 0,-1 0 225,2 0 1,-3-3-315,-5-1 1,-1 0 732,-3 4 0,-2 0 0,-5-14 0,0-5 0</inkml:trace>
  <inkml:trace contextRef="#ctx0" brushRef="#br0" timeOffset="778">298 12 7754,'-8'0'1034,"1"0"-802,0 0-267,1 0 0,2 0 271,8 0 1,5 0-47,6 0 1,6 1-51,1 3 1,1-2-21,7 6 1,-1-1-140,4 4 1,-3 0 41,-1 0 1,-6 0-180,-1 0 0,-2 4 118,-9 0 1,-3 0-37,-8 0 1,-2-3-97,-5 3 0,-6 1-137,-9-1 0,-5-1-114,-2-3 1,-3-1-6,-1-2 1,5 1 425,2-1 0,18-8 0,4-1 0</inkml:trace>
  <inkml:trace contextRef="#ctx0" brushRef="#br0" timeOffset="1137">1125 144 7754,'0'-6'2325,"0"1"-1940,0 5 1,0 5-137,0 2 0,-2 5-78,-1 2 0,0 2-45,-4 3 1,1 1-115,-2-1 1,-1 3-64,1 3 0,-1-1-329,-3 1 1,1-1 50,0-2 0,4-4-354,0 1 1,-1-6-686,-3 2 340,5-8 232,-4-2 796,9-5 0,-4-5 0,20-21 0,3-9 0</inkml:trace>
  <inkml:trace contextRef="#ctx0" brushRef="#br0" timeOffset="1404">1092 177 7754,'0'-11'691,"0"0"-345,0 0-266,0 0 308,0 5-173,0 1 1,3 6-11,1 3 1,4 2-96,0 5 0,2 4-119,1 0 0,0 4-34,0 0 1,3 1-194,1 3 1,5-1 118,-2 0 0,3-4 27,1 0 0,1-4-60,3 1 0,-2-7-139,6-1 1,-6-4 290,2 1 1,-6-4 25,-2-4 1,-4-6 140,0-5 0,-3-4-188,-3 0 0,-4 0-116,-4 0 1,0-1-61,0 1 0,-1-2-301,-2-1 1,-2 5 109,-3 3 386,-1 1 0,2 2 0,-4 0 0</inkml:trace>
  <inkml:trace contextRef="#ctx0" brushRef="#br0" timeOffset="1812">1687 243 7754,'0'-6'2832,"0"1"-1868,0 5-711,0 5 0,0-2-51,0 4 0,4 1-74,-1 3 1,5 0 73,-5 0 0,2 0-365,-1 0 0,-2 0-7,6 0 1,-2 0-677,1 0 592,3 0 0,-5-4-168,2 0 1,3-4-22,-3 1 1,-1-3-164,2-1 1,-1-1 220,4-3 0,0-2 21,0-5 0,-1 0 305,-3 0 1,3 0-39,-3 0 0,2 0 51,-2 0 97,3 0 1,-7 1 578,4 2-298,-5-1 271,3 7-343,0-2-238,-4 4 0,8 4-313,-5 4 1,-1 2 60,-3 1 0,4 0-55,0 0 1,1 0 284,-2 0 0,8 10 0,7 2 0</inkml:trace>
  <inkml:trace contextRef="#ctx0" brushRef="#br0" timeOffset="2376">2106 255 7897,'6'0'1066,"2"1"-828,-4 2 0,1 0 4,-1 4 1,-3-3 94,3 3 1,1-3-244,-2 3 0,1 1-33,-4 3 0,4-4-218,-1 0 0,1 1-10,-4 3 0,1-4-482,3 0 363,-3 1-155,4 3 268,-5-5 0,1-1-240,3-5 210,-3 0 1,5 0 19,-2 0 1,-2-5-17,6-2 1,-5-2 8,5 2 1,-5-3 236,5 2 1,-5-1 2,5-2 0,-5 1 131,5 3 0,-5-3-134,5 2 1,-5 3-16,5 2 0,-5-2 33,5 1 1,-4 1 228,3 3 199,-5-5-6,8 3-358,-4 2 1,2 5-34,-1 3 1,-5 1-12,2-1 1,1-2-44,-1 1 0,-1-3 6,-3 3 0,4-3 77,0 3-27,-1-4-542,2 2 213,1 0-72,5-4 1,0 2 113,0-6 1,-3 0 85,-1-4 1,-1 3 146,2-3 0,0 3 452,-4-3 16,4 0-360,-1-4 1,0 3 9,0 1 1,-3 4-55,3 0 1,-3 2-199,3 1 1,-3 0 40,3 0 0,-3 1-289,3 2 0,-1 0-30,2 4 0,2-3-265,-3 3 1,-1 1 170,1 3 462,1-5 0,13 13 0,2 0 0</inkml:trace>
  <inkml:trace contextRef="#ctx0" brushRef="#br0" timeOffset="2869">2657 34 7754,'-11'-10'1698,"0"3"0,4 1-951,-1 2-242,6 3 227,-3-4-394,5 10 0,1 2 172,3 8 1,2-3-273,5 3 1,0 2-137,0 1 0,-1 2-386,-3-2 0,3 3-28,-3-2 0,-1 1-261,2 2 0,-6-3 376,2-1 1,-3-3-80,-1 3 1,0-3-14,0 3 1,0-8-422,0 1 425,0-2 1,0-2-237,0 0 984,0-4-299,0 2-95,5-10 0,-4-1-56,3-5 84,2 0 0,-3 0-84,4 0 1,-3 0 114,3 0 1,-3 0-110,3 0 0,-3 3 101,3 1 0,0-1-578,4-3 1,0 4 211,0 0 0,0 3-271,0-3 1,0 4 237,0 0 0,0 1-69,0 2 166,5 0 1,-3 5 61,1 3 1,-6 5 62,-5 2 1,-1 3 319,-2-3 0,0 1 152,0-1 1,-5-2-163,-3 5 1,-1-4-44,-2 1 1,-4-4-313,0-4 0,-3 1-376,3-4 0,-5 0 14,2-4 0,2 0 464,1 0 0,8-25 0,2-5 0</inkml:trace>
  <inkml:trace contextRef="#ctx0" brushRef="#br0" timeOffset="3569">3054 277 7754,'11'-7'140,"0"4"0,0-2 255,0 1 0,-4 1-148,1 3 0,-2-2-27,1-1 0,3 1-28,-3-1-248,-2-3 1,4 3 69,-6-4 0,1 3 231,-4-3-137,0-1 0,0-3-64,0 0 1,-1 2-120,-3 1 1,2 0 58,-6 4 0,1-3-210,-4 3 266,0 0 0,0 4-10,0 0 1,0 4 118,0 0 0,0 4-87,0 0 0,4 0 0,-1-1 0,6 3-61,-2-2 1,2 5-61,-2 2 1,3-1-45,-3-2 1,4-1-216,4 0 1,-2 0 66,6 0 1,-1-2-105,4-1 1,4 0 123,-1-4 1,2 0 120,-1-4 1,-2 0-14,6 0 1,-5-2 53,5-1 1,-4-3 187,3-5 1,-5 3-39,2 1 1,1 0 158,-1-4 1,-1-4-14,-3 0 1,0 0 69,0 4 1,0 0 36,1 0 0,-1 0-85,0 0 0,-4 5-4,0 3 4,-4-4-135,2 6 0,-5-2 20,0 6-178,0 3 1,0 5-1,0 0 0,0 4-137,0 0 0,0-1-161,0-3 1,-4 4 124,0 0 0,1 3-34,3-3 0,0 0 78,0-4 0,0 3 55,0 1 0,0 0 165,0-4 0,0-4 469,0 1 304,0-6 11,0 3 1,1-6-44,2-3 1,2-2-301,3-5 0,3-4-106,0 0 1,0-3-296,4 3 1,2-4-201,1 0 1,-1 0 42,2 0 1,-1 0-80,4 4 1,-1 0-591,-3 4 0,-2 2-2389,-5 1 3128,5 3 0,1 15 0,5 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1:15.8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232 440 7698,'-4'-6'1064,"-3"-4"-912,-4 9 1,0-4 11,0 5 1,0 0-7,0 0 0,0 4-254,0 0 0,-1 4 2,-3 0 1,3 3 20,-3 3 0,-1-1 31,2 1 1,-1-1-117,4-2 1,4 0 66,-1 0 0,5 0-206,-5 0 174,6 0 1,-3-4-97,5 0 1,5-4 259,2 1 0,3-4-139,1-4 1,0 1 9,0-4 0,4 3-118,-1-3 11,1 0 0,-4-4 76,0 0 0,-3 5-4,-1 2 0,-3-1-104,3 1-13,-5 1 325,8-2 0,-7 3-22,4-1 1,-3 2 164,3 1 1,-3 0-38,3 0 1,-3 0 84,3 0 0,0 0-105,4 0 0,-3 0 54,-1 0 1,1 0-66,3 0 0,3-2-1,1-1 1,1 1-6,-1-1 0,-2 0-12,5 0 0,2-3-28,6-6 1,-3 1-49,3 0 1,2-3 10,1-1 1,2-5-81,-2 2 0,-2-3-193,-5-1 1,-5-1 148,-2-3 1,-4 3-104,-3-3 0,-4 2 13,-4-2 1,-4 3 40,-4-3 1,-2 3 41,-1 1 0,-1 3 104,-3 1 1,3 4 176,-3 0 0,0 1-94,0 2 0,0 5 137,4 3 0,0 6-84,0 5 0,1 1 77,3 3 0,-3 3 2,3 4 1,2 5-27,1 2 1,-1 8-35,2-1 0,-1 3-86,4-3 0,0 4-76,0 0 0,0 3 6,0-3 0,0 3-163,0-3 0,0 1 175,0-1 1,-1-8-140,-3 0 1,2-4-795,-6-3 0,5-6-104,-5-5 542,1 0 0,-3-11-165,3 0 0,1-1 599,2-7 0,8-19 0,-3-8 0</inkml:trace>
  <inkml:trace contextRef="#ctx0" brushRef="#br0" timeOffset="157">376 496 7722,'0'-11'1354,"5"-1"0,2 3-693,8 1 1,-2 0-744,6 4 0,0-3-808,7 3 1,-3 0 312,3 4 1,-2 0 576,2 0 0,12-9 0,7-4 0</inkml:trace>
  <inkml:trace contextRef="#ctx0" brushRef="#br0" timeOffset="1328">1258 451 7701,'-5'-6'392,"4"1"1,-4 7-248,5 1 0,-4 3 233,0 5 1,-1 0-117,2 1 1,0 3-109,-4 4 0,3 2-31,-3 1 0,3 3-105,-3 1 0,3 4-75,-3-5 1,1 5-350,-2-5 1,0 1-168,4-4 0,-3-1 140,3-3 1,-3-2-37,3-5 0,-3-3-134,3-1 603,0-5 0,1 2 0,-1-8 0,0-2 0,4-5 0,0 0 0,0 0 0,0-3 0,0-1 0,-1-5-125,-2 2 0,1-3 236,-1-1 0,1 0 154,2 0 0,0 0-23,0 0 1,2-1 26,1-3 0,3 1-42,5-4 0,5 4 76,3 0 1,2 1-84,1 2 1,0 2 0,0 1 0,0 8 69,0 7 0,0 3-137,0 1 1,-5 1-176,-2 3 0,-8 3 105,-3 8 0,-3-1-103,-1 4 1,-1 0 80,-3 4 1,-2 1-112,-5-1 0,0-2-27,0-1 0,-1 0-153,-3-4 0,-1 0 171,-2-4 1,-2 0 35,5 0 1,-3-1-1034,3-3 1,4-2 1055,4-5 0,19-20 0,2-4 0</inkml:trace>
  <inkml:trace contextRef="#ctx0" brushRef="#br0" timeOffset="1770">1765 507 7733,'-1'-11'258,"-3"0"1,3 3-182,-3 1 0,-2 3 214,-1-3 0,-3 4 370,-1 0 1,0 1-277,0 2 1,-4 2-66,0 1 0,-4 3-125,0 5 1,0 1-1,0-1 1,0 3-222,4 1 1,0 3 3,4-3 0,2 3 32,1-3 1,0 3-25,4-3 1,0 0-562,4-4 310,0 0 0,2-1-86,1-3 1,3-2 2,5-5 0,0 0-109,0 0 1,2-5-90,1-2 0,2-4 264,3-4 1,0 2 205,-4-6 1,3 4-92,-3-3 0,0 3 141,-4-3 1,2 5 65,-2-2 0,3 3 324,-7 1 0,-1 1-111,2 2 1,-6 2 745,2 3-697,-3 1 0,-1-1-125,0 6 1,0 3-175,0 6 1,0-1-7,0 0 0,0 1-212,0 3 0,0-2 70,0 5 1,0-3-90,0 3 0,-1-4-124,-3 1 0,3-2-245,-3 2 1,3-7-217,1 3 819,0-2 0,10-32 0,2-9 0</inkml:trace>
  <inkml:trace contextRef="#ctx0" brushRef="#br0" timeOffset="2019">1930 451 7733,'0'-7'167,"1"0"194,3-2 626,-3 4-614,4 0 1,-4 5-4,3 0 1,-3 2-126,3 1 1,-3 3-20,-1 5 1,0 4-204,0 0 0,0 4-69,0 0 1,0 0-87,0 0 1,-1 2 112,-3-3 1,2-2-165,-5-1 1,3-1 194,-3-3 0,3 3 469,-3-7-415,4-2-14,-2 0 0,6-8-114,3-4 1,3-1-129,8-11 0,2 2-275,5-1 1,0-7-153,0 3 0,0 1-1345,1 3 1962,3 0 0,17-5 0,9 1 0</inkml:trace>
  <inkml:trace contextRef="#ctx0" brushRef="#br0" timeOffset="2453">2437 507 7733,'-3'-14'0,"-2"3"97,-1 1 0,3 0 585,0-1-393,-4 5 1,5 1 159,-5 5 1,-1 0-382,-3 0 0,0 0-25,0 0 0,-4 9 29,1 2 1,-5 2-1,5-1 0,-1-1-191,4 0 1,0 3 116,0 1 1,0 0-159,0-4 1,4 1 70,-1 3 0,5-6 49,-5 6 0,6-9-379,-2 5 247,3-2 0,2-3 18,3-2 0,2-3 19,5-1 0,0 0-181,0 0 0,5-5 147,2-2 0,-1-3 18,2-1 0,-1-1 68,4-3 1,-3 3 112,-1-3 0,-3 3 228,3 1 0,-5 0-154,2 0 1,-3 0 173,-1 0 0,-1 3 169,-2 1-220,-4 4-137,-4-2 0,-1 7 3,-2 1 0,-5 4-100,-6 4 0,1 3-179,-1 1 0,1 3-260,2-3 1,1 3 206,3-3 0,-3 3-410,3-3 1,2 0 648,1-4 0,8 0 0,2 0 0</inkml:trace>
  <inkml:trace contextRef="#ctx0" brushRef="#br0" timeOffset="3536">2614 496 7733,'6'-7'2169,"-1"3"-1530,-5 4-221,0 0 1,0 4-261,0 4 1,-4 2-1,0 1 1,-3 3-21,3 1 1,-3 0-156,3-4 1,-4 3-382,0 1 1,2 0 10,-1-4 1,3 0-581,-3 0 424,4 0-142,-1-5 389,4 4 1,0-10-47,0 0 1,4-1 58,4-7 0,2 1 75,1-4 0,1-1 206,3-3 1,-3 3 34,3-3 0,0-1 89,0 1 0,0 1-72,-4 3 1,4 0 135,-1 0 0,1 0-62,-4 0 0,-4 3 101,1 1 1,-5 4 73,5 0-100,-6 1 0,3 4 50,-5 1 1,-1 0-92,-3 4 1,2 1-63,-6 3 0,5 1-20,-5 3 1,5-3-119,-5 2 1,6-1 83,-2-2 0,-1-4-132,2 0 1,-2 1 86,1 3-250,3 0 52,-4 0 98,5-5-27,0-1-64,0-5-26,5 0 0,1-5 111,5-2 1,0-3-131,0-1 1,1-1 129,3-3 1,-2 1-12,6-4 1,-4 3 46,3-3 1,-5 4 13,2 0 0,1-1 16,-1 4 0,-1-2 90,-3 5 1,-3 3 210,-1 2 0,-3 1 200,3 2-107,-4 0 0,2 2-99,-5 1 0,0 3 26,0 5 1,0 0-70,0 1 1,0-1-87,0 0 0,0 0-137,0 0 0,0-4 80,0 0 0,0 1-273,0 3 144,0 0 1,0 0-137,0 0 0,1-4 78,2 0 0,0-4-124,4 1 0,-3-3 138,3-1 0,2 0-38,6 0 1,-3 0-148,2 0 0,2-5 85,-1-2 1,5-3-69,-2-1 0,-1 0 178,2 0 1,-6-2 115,2-1 0,-1 1-1,-3-1 1,2 2 214,-10 1 0,5-1 690,-5 1-598,1 0 1,-9 2 26,-2 1 0,-3 3-97,-1 5 1,-4 2-203,1 1 0,-1 0 22,4 4 0,-1 0-140,-3 4 0,3 0 61,-3 1 0,4 0 91,4 2 1,-2-1-57,5 1 1,-3-1-139,3-2 0,1 0-48,3 0 0,1 3 46,3 1 0,3 0-122,8-4 1,1-5 0,2-2 0,3 1-232,-3-2 1,3 0 96,1-7 1,4 0 68,-1-7 1,5 3 243,-4-7 0,3-2 60,-3-1 1,3-3 94,-3-1 0,-4-2 5,-4-1 0,-1-2 225,2-3 0,-3 0-149,-5 4 0,0-5 119,0 2 0,0 2 5,0 1 1,-1 3 109,-3 1 0,2 1 405,-6 3-224,6 7-280,-8 6-84,4 5 0,-6 5-13,-3 2 1,2 7-15,-6 0 1,1 6-1,-4-2 1,3 3-424,1 1 0,1 4-54,-1 0 1,-2 0-227,5 0 0,-3 1 167,3 3 1,-3 0-217,3-4 1,1 5 45,3-2 0,-4-2-282,0-1 1,1-3 387,3-1 0,0-5 392,0-2 0,5-4 0,2-4 0,13-36 0,3-14 0</inkml:trace>
  <inkml:trace contextRef="#ctx0" brushRef="#br0" timeOffset="4184">3518 485 7733,'10'-2'706,"-3"-1"1,3 1-372,-3-1 1,3 1-131,1 2 0,0 0-63,0 0 1,4 4-129,-1 0 0,6 1 69,-2-2 1,3-1 23,1 1 1,0 2-118,0-1 1,0 0-42,0-4 0,-1 0-282,-2 0 1,0-4 117,-4 0 1,0-3-58,-4 3 0,-2-4-229,-1 0 274,-3-2 1,-5-1-11,0 0 1,-2 2 159,-1 1 0,-5 3-19,-6 5 0,0-3 42,-4-1 1,3 2 124,-3 5 1,3 0-24,-3 4 0,4 0 142,-1 4 0,3 4 201,1 0 1,0 0-159,0-4 0,0 3-55,0 1 1,5 1-126,2-1 1,3-3-52,1 3 0,1 0 120,3 0 0,3-1-169,8-7 0,1 2-420,2-6 0,3 1-30,-2-4 1,1 0 138,2 0 0,0-5 141,1-2 1,-1-3 244,0-1 0,-4-1-181,0-3 0,-1 1 127,2-4 0,-2 3 147,-2-3 1,-4 3 250,0-3 0,0 3-42,-4-3 0,2 8 611,-2-1-362,-2 2-261,0 3-198,-4 1 1,4 10-8,-5 3 0,0-2-90,0 1 0,-1 0 56,-3 4 0,2 2-83,-6 1 0,5-1-20,-5 1 1,5-1-74,-5-2 1,5 3 38,-5 1 0,5 0 144,-5-4 0,5-4 294,-5 0-164,6 1 0,-7-1 771,5 1-397,1-6-380,3 3 1,1-9-17,3 1 0,2-6-88,5 2 1,0-3-629,0-1 0,1-1 352,3-3 1,-2 3 140,6-3 0,-2 3-381,1 1 1,3 0-670,-3 0 1,3 0 96,1-1 982,0 1 0,35-4 0,8-3 0</inkml:trace>
  <inkml:trace contextRef="#ctx0" brushRef="#br0" timeOffset="4461">4532 407 7733,'-11'0'161,"0"0"-23,0 0 1,0 0 103,0 0 0,0 0-48,0 0 0,0 0-13,0 0 0,0 5-76,0 3 1,1-2-116,3 1 0,-3 0 89,2 4 0,3 0-141,2 0 0,2-3 62,1-1 1,1 1 120,2 3 0,4 0-6,4 0 0,0 0 10,0 0 0,0 0 147,0 0 1,-1-4-97,-3 0 1,-1 1 557,-2 3-572,-3 0 0,3-1-119,-8-3 1,-3 2-16,-8-6 0,1 5-406,-4-5 0,-2 2-640,-5-1 0,1-3 1018,-1 3 0,-3-8 0,-1-2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1:24.2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10 8082,'-7'-6'1603,"-1"2"1,6 4-1034,-2 4 1,3 3-345,1 8 1,0 2-3,0 5 0,0 1-25,0 3 1,0-1-509,0 4 0,0 0-667,0 4 0,-4 0 303,1 1 0,-2-5-552,1 0 0,-1-8 659,-2 1 1,2-3 565,5-1 0,10-22 0,2-9 0</inkml:trace>
  <inkml:trace contextRef="#ctx0" brushRef="#br0" timeOffset="419">310 186 7727,'0'-11'1613,"0"0"-999,0 0-490,0 0-69,-5 5 0,-1 6-44,-5 7 0,-2 4-85,-1 4 0,1-1 140,-1 4 0,1 0-78,2 4 1,0 0-45,0 0 0,4 1-262,0-1 0,4 0-10,0 0 1,-2-5-495,1-2 419,0 2 1,9-5 64,3 3 0,1-8 70,2-3 1,0-4 267,0-4 0,2-2 0,1-5 0,-1 0 0,1 0 0,2-4 0,-1 0 0,1-4 0,-1 0 0,-3-1 0,3-2 0,-3-1-1,-1 1 0,0 0 300,0 0 1,-5 2 449,-2 1 1,1 3-299,-2 5 0,1 4 646,-4 0-737,0 4 0,0-1-46,0 8 1,0 3-156,0 8 1,0-1-13,0 4 0,0-3-392,0 3 0,-1 0 228,-3 4 1,3-3-789,-3-1 0,3-1 68,1 2 0,0 2-227,0-3 1,0-2 379,0-1 584,0-3 0,10-6 0,2-1 0</inkml:trace>
  <inkml:trace contextRef="#ctx0" brushRef="#br0" timeOffset="886">607 175 7727,'0'-11'1088,"0"0"0,0 4-304,0 0-151,0 4-384,0-2 0,0 6 25,0 3 1,0 2-171,0 5 1,4 1-143,0 3 0,-1-1-137,-3 4 1,0-3-89,0 3 0,0-3-292,0 3 0,2-3 157,1 3 0,-2-4-250,3 0 1,-1-1 270,0-2 1,-2 0-386,3 0 585,2-5 1,0-1-114,5-5 86,0 0 1,0-5 204,1-3 1,-1-1-32,0-2 1,0-4 127,0 0 1,-2-3 71,-1 3 1,0-3 64,-4 3 0,5-3 208,-2 3 0,-2 0-57,-1 4 0,0 0 677,0 0-693,5 0 0,-7 5-149,5 2 0,-4 4-36,1 4 1,-3 2-35,-1 5 0,3 5-13,1 3 1,0 3-51,-4 3 0,0 1-180,0 7 0,-1-6 114,-3 6 0,1-2 74,-4 2 0,0 0-124,-4 0 0,0-1 32,0-3 1,-5-5-51,-3-6 0,-1-6-110,-2-1 1,-1-1-306,1-6 1,2-4-233,1-4 1,3-8 692,5 1 0,30-42 0,6-7 0</inkml:trace>
  <inkml:trace contextRef="#ctx0" brushRef="#br0" timeOffset="1566">1015 352 7728,'8'-2'878,"-1"-1"0,-3 2-513,3-3 0,-3 3-176,3 1 0,-3 0-231,3 0 0,-1 1-106,1 3-194,3-3 0,-4 4 90,5-5 0,-3 0-133,-1 0 0,-3 0 58,3 0 124,-4 0 1,3-4 70,-3 0 1,-1-4 427,1 0 1,-3-1 153,-3-2 0,0 0-223,-4-1 0,3 1 494,-3 0-563,-1 5 1,-3 1-45,0 5 1,0 0 48,0 0 1,0 2-125,0 1 0,1 7-193,3 5 0,-1 1 97,4-2 0,-3 2-369,3 3 0,0 2 27,4-3 0,0-1-118,0 1 1,1 0 137,3 0 0,2-2-138,5-5 0,4-1 517,0-3 0,4-2 0,0-5 0,-2 0 0,1 0 0,-3-5 0,3-2 0,-1-3 0,2-1 0,-3-4-12,-5 1 1,0-2 60,0 1 1,0-1 226,0-2 0,0-2 306,0 5 1,0-4-166,0 0 1,-4 3 89,1 2 1,-5 1-155,5 2 1,-2 4 351,1 0-289,-2 4-248,-5-2 1,0 7-88,0 1 0,0 3 43,0 5 1,0 0-111,0 0 1,0 2-66,0 1 0,0 2-280,0 3 1,-4 0-150,1-4 1,-1 5 250,4-2 0,-4-1-126,1 2 0,-1-2 0,4 1 1,0-1-111,0-2 1,-4-7 365,1 3 938,-1-2-564,4-3 0,0-2 357,0-8 1,0-2-178,0-5 0,0-4-169,0 1 0,0-6 34,0 2 0,4-3-184,-1-1 1,7 0-204,1 0 0,0 3-149,4 1 0,2 0-487,1-4 1,3 4 30,1 4 1,-3-1-523,-1 4 1,-3-1 1193,3 8 0,0 5 0,4 5 0</inkml:trace>
  <inkml:trace contextRef="#ctx0" brushRef="#br0" timeOffset="1833">1941 285 8033,'5'-6'1019,"1"-2"-186,5 4 1,2 0-580,1 4 0,5 0-521,6 0 1,0 4-270,4 0 1,1 1-688,3-2 0,-5-1 487,-2 1 736,-3-2 0,-11-1 0,-2 0 0</inkml:trace>
  <inkml:trace contextRef="#ctx0" brushRef="#br0" timeOffset="2008">1941 407 8303,'11'0'1453,"0"0"1,5 0-1414,3 0 1,3 0-117,3 0 1,4 0-408,4 0 0,0 0-1881,0 0 2364,-5 0 0,9-5 0,-3-1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1:21.1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155 327 8796,'-1'11'270,"-3"0"1,-2 1-202,-5 3 1,0-2-205,0 5 1,-4-3-259,1 3 0,-1 0 137,4 0 0,0 2-53,0-6 1,0 1 175,0-4 133,5 0 0,1-15 0,5-3 0</inkml:trace>
  <inkml:trace contextRef="#ctx0" brushRef="#br0" timeOffset="149">210 117 7721,'-6'-1'-819,"3"-3"0,1 2 819,2-6 0,0 6 0,0 12 0,0 8 0</inkml:trace>
  <inkml:trace contextRef="#ctx0" brushRef="#br0" timeOffset="478">188 448 7721,'-11'5'592,"5"-4"-620,1 4-286,5-5 268,0 0 0,5-1 27,3-3 1,1-2-10,2-5 1,2 0-82,1 0 0,-1 3 25,1 1 0,2 0 17,-1-4 0,0 1-3,-4 2 1,0 0 88,0 4 1,0-3 128,0 3 0,-4 1 52,0 3-1,-4 0 0,2 1-93,-5 2 1,0 4 51,0 4 1,0 3-100,0 1 1,0 1-50,0-1 0,0-2-170,0 5 0,0-4-97,0 1 1,5-3-349,2-1 0,6-5 605,2-2 0,54-23 0,9-5 0</inkml:trace>
  <inkml:trace contextRef="#ctx0" brushRef="#br0" timeOffset="877">1037 338 9575,'-5'11'1250,"-2"0"1,1 3-1215,-2 1 0,1 3-276,-4-3 1,1 3-90,3-3 1,-3 4-374,3-5 0,-3 1-496,-1-4 1198,5 0 0,6-25 0,6-5 0</inkml:trace>
  <inkml:trace contextRef="#ctx0" brushRef="#br0" timeOffset="1033">1070 139 7800,'6'-11'80,"-1"0"-293,-5 0-104,5 0 0,-2 1 78,4 3 1,-5 1-423,2 2 661,2 3 0,0-4 0,2 10 0,-1 2 0,15 32 0,7 9 0</inkml:trace>
  <inkml:trace contextRef="#ctx0" brushRef="#br0" timeOffset="1742">1136 426 7724,'-5'11'61,"1"0"0,-5 0 307,2 0 1,3 0 172,-3 0 213,4 0-413,-2-5-171,5-1 1,5-6-312,3-3 0,3-2-50,3-5 1,0-1-223,4-3 1,-3 3 192,3-3 1,-3-1-123,3 1 0,-3-3 136,3 3 0,-4 1-27,1 3 1,-3 0 101,-1 0 0,0-1 213,0 1-203,0 5 225,-5 1 147,4 5 1,-9 2-85,3 1 1,-4 3 8,-4 5 1,3 4-118,-3 0 0,3 1-41,1-1 0,-4-3 50,1 2 1,-1-1 72,4-2-86,0 0 0,4 0-5,-1 0 243,6-5 0,-2-1-77,8-5 1,-3-1-94,3-3 1,1-2 34,-2-5 0,6-1 33,-2-3 0,0-1-331,0-2 0,-1-3-697,1 2 1,2 2 405,-5-1 0,3 3-103,-3-3 1,-1 5 185,-2 2 326,-1 0 226,0 10 1,-5-2 68,-3 6 1,-3 5 233,-3 6 0,-3 3-278,-5 5 1,0 1 69,-1-1 1,1 1-309,0 3 1,0-2 110,0 5 1,0-3-110,0 4 1,0-5-55,0 5 0,0-5-170,0 5 1,1-6 85,3 2 0,-1-4 67,4-4 0,-4 0 85,5-4 34,-1-6-415,4 1 1,0-13 50,0-4 1,1-5-64,3-2 1,-2-5 158,6 2 0,-4-4 116,3-4 1,-1 3 110,1-3 0,3-1 0,-3 2 0,0-6 20,0 2 0,0 0-20,4 0 0,4 1 98,0-2 1,4-1 120,0 1 1,-2 7 116,1 1 1,1 7-59,3 0 1,-4 3-54,0 1 1,0 5 7,0 2 1,2 4 170,-6 4 1,1-1-76,-4 4 0,-4 1-85,1 7 0,-6-3-179,2 3 1,-4 2 37,-4 2 0,-3-2-110,-8 1 1,-2-4-86,-5 0 1,-1 2-385,-3-1 1,3 0 115,-3-4 0,3 0 360,1 0 0,9-15 0,3-3 0</inkml:trace>
  <inkml:trace contextRef="#ctx0" brushRef="#br0" timeOffset="2484">1985 260 7949,'-11'0'1304,"5"0"0,0 5-1098,2 3 0,3 1-119,-3 2 0,0 0 27,0 0 0,0 5-191,4 3 1,0-2-11,0 1 1,0-3-271,0 3 1,0-4 113,0 1 0,0-3-73,0-1 1,5-1 52,2-3 0,3-2 28,1-5 0,0-1-18,0-3 1,5-2-14,3-5 1,-2-5-164,1-2 0,0-3 281,5-1 0,-5 0 213,0 0 0,-1 0-11,2-1 0,-3 6 165,-5 3 1,-4 0 99,0-1-2,-4 8-125,2-3 1,-6 10-22,-3 0 0,1 5 16,-4 3 1,3 1-132,-3 2 1,3 2-117,-3 1 0,5 0 82,-2 4 1,3-4-90,1 0 0,0 2 169,0-1 0,0 1-76,0-1 0,0-3-13,0 3 0,1-3 31,3-1 0,-2-4 1,5 1 1,1-6-20,3 2 1,3-3 3,1-1 0,4-1-28,-5-3 1,6-2-5,-2-5 0,3-5-200,1-2 1,0-3 30,0-1 0,-1 0 34,-3 0 0,3-5 75,-2-3 0,-3 2-24,-2-1 0,0 3 79,0-3 0,-1-1 116,1-3 0,-3 5-13,-3 2 1,0 8 404,-4 3 323,0 3-514,-4 6 0,-2 6 61,-1 7 0,0 7-127,-4 0 1,3 6-22,-3-2 1,0 3-108,-4 1 1,1 4-165,2 0 0,-1 0 15,1 0 1,2-1-194,-1 4 1,1-1-187,-2 2 0,0 0 62,4-4 0,0 0-139,4-4 0,0 0 47,0 0 0,2-6-203,1-5 1,7-1 344,5-7 1,1 0 299,-2-7 0,28-31 0,11-13 0</inkml:trace>
  <inkml:trace contextRef="#ctx0" brushRef="#br0" timeOffset="2659">2459 238 7724,'-14'-3'1911,"-1"-2"-1602,1-1 1,7 2-335,3-3 0,9 4-157,6-1 0,6 3-268,9 1 0,2-1 34,5-3 0,1 3 416,-1-3 0,29-16 0,8-5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1:27.1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265 177 7725,'0'-8'1633,"0"1"-1304,5 4-226,-4-2 0,4 7 20,-5 1 0,-4 5-98,1 6 1,-6-1 14,2 1 1,-4 4-146,-4 0 1,3-1 30,-3 1 1,3-3-194,1 3 0,0-4 35,0 1 1,0-3-95,0-1 0,3-1-204,1-3-68,5 3 242,-3-9 0,6 4 173,3-5 1,2-5 182,5-2 0,0-3 0,0-1 0,39-34 0,10-9 0</inkml:trace>
  <inkml:trace contextRef="#ctx0" brushRef="#br0" timeOffset="240">309 177 7725,'0'-12'409,"0"1"1,4 4-351,-1 0 1,2 4-288,-1 0 213,-3 1-138,9 7 1,-7 3 115,4 6 1,-3-1 158,3 1 1,-3 2-11,3-1 0,0 3-2,4-3 0,2 5-37,1-2 1,2-2-21,3-1 1,3-3 64,0-1 1,1-1-4,6-3 0,1-2-11,3-5 0,-1-3 319,-3-4 0,2-5-97,-6-10 0,-3-1-174,-3-3 1,-9 1 19,1-4 1,-8 0 32,1-5 1,-9 6-428,-6 3 0,-1 6-586,-7 4 0,1 3 193,-4 1 1,5 5 614,2 2 0,3 23 0,1 5 0</inkml:trace>
  <inkml:trace contextRef="#ctx0" brushRef="#br0" timeOffset="584">871 33 8201,'0'-11'1363,"2"5"-884,1 2 1,3 3 163,5 1 0,0 5-251,0 2 0,5 8-35,3 3 1,-2 8-200,1 4 0,-4 1 0,0 3 1,-6 0-698,-5 3 1,2 1-151,-1 2 1,-1-2-538,-7-5 1,-7 0 514,-8 0 0,-1-5 711,-2-2 0,-35-17 0,-8-6 0</inkml:trace>
  <inkml:trace contextRef="#ctx0" brushRef="#br0" timeOffset="900">78 22 8334,'0'-11'1065,"0"5"0,-2 1-357,-1 5 0,0 6-267,-4 5 0,0 5-101,-4 6 1,0 4-235,-1 0 0,3 8-129,1-1 0,3 7-307,5 1 0,3 2-616,4 1 1,5-5 661,11-2 284,3-3 0,47-11 0,15-2 0</inkml:trace>
  <inkml:trace contextRef="#ctx0" brushRef="#br0" timeOffset="1218">1334 99 8104,'-11'-7'0,"0"1"1090,0 1 1,0 1-538,0 4 1,-1 6-164,-3 5 1,3 5-191,-3 6 1,4 2-1,4 1 1,2 4-478,5 4 0,0 3 70,0 1 1,9 0-75,2-4 0,7 0-182,0 0 0,3-5-638,1-2 1,-3-8 277,-1-3 823,0-8 0,9-26 0,2-12 0</inkml:trace>
  <inkml:trace contextRef="#ctx0" brushRef="#br0" timeOffset="1458">1577 165 7741,'0'-6'1398,"0"-3"0,0 9-1133,0 0 0,0 4-178,0 7 0,-4 5-94,1 3 1,-1 2-190,4 1 1,-1 3-76,-3 1 0,3 1-326,-3-1 0,3-3 198,1 3 0,-4-3-453,1-1 0,-1-5 206,4-2 646,0-8 0,0-2 0,4-7 0,-1-6 0,6 1 0,7-38 0,7-3 0</inkml:trace>
  <inkml:trace contextRef="#ctx0" brushRef="#br0" timeOffset="1727">1610 210 7741,'-6'-22'141,"2"-1"150,3 1 1,1 5-36,0 3 0,0 1 426,0 2-517,0 5 1,0 3-46,0 6 1,0 3 77,0 5 0,0 5 0,0 3 0,0 1-150,0 3 1,0 0-259,0 3 0,5-3-4,2 3 1,3 0 146,1 0 0,1 0-427,3-4 1,-2-4 97,6 1 0,0-6-61,7 2 0,1-4 270,3-4 1,1-2 278,-1-5 0,-3-8 17,-2-3 0,1-7 339,-4 4 1,1-7-277,-8-1 0,-4 0 40,-3-4 0,-5-1-22,5 1 1,-7 1-344,-1 3 0,-1-4-361,-7 0 0,-3 2 216,-4 5 298,1 3 0,-12 5 0,-3 0 0</inkml:trace>
  <inkml:trace contextRef="#ctx0" brushRef="#br0" timeOffset="1958">2558 364 8315,'0'-7'1124,"0"-1"0,-6 6-593,-5-2 0,-1 2-105,-7-2 0,0 3-234,-7-3 1,-2 2-147,-5-2 1,0 3-399,0-3 0,3 3-676,1 1 0,6 0-1388,0 0 2416,6 0 0,11-5 0,1-1 0</inkml:trace>
  <inkml:trace contextRef="#ctx0" brushRef="#br0" timeOffset="2183">2316 199 7754,'6'0'417,"0"-4"492,-3 0 0,2-1 75,3 2-485,2 1 1,-4 2 77,5 8 1,-4 2-316,0 1 0,-1 3-362,2 1 0,0 5-162,-4-2 0,3 6-411,-3 2 1,0 0 349,-4-4 0,0 0-483,0 0 1,0 0 805,0 0 0,10-15 0,2-3 0</inkml:trace>
  <inkml:trace contextRef="#ctx0" brushRef="#br0" timeOffset="2417">2734 243 7754,'4'-8'1626,"0"1"0,1 5-1133,-2-2 1,0 4 58,4 4 0,-3 2-359,3 5 1,-3 1-285,3 3 0,-4 2-118,0 5 1,2 0-501,-1 0 0,0-1 44,-4-3 0,0 3-618,0-3 0,1-2 1283,3-1 0,2-3 0,5-1 0</inkml:trace>
  <inkml:trace contextRef="#ctx0" brushRef="#br0" timeOffset="2685">2977 66 8081,'6'-6'1365,"5"2"0,3 8-598,8 3 0,2 12-283,9 3 0,2 9-66,1 2 1,-3 0-245,0 3 0,-6 0-131,-8 1 1,-7-3-1223,-5 3 1,-5-4 277,-2-4 0,-10-2-954,-9-5 1855,-1 0 0,-42 15 0,-9 3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1:33.99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 23 7384,'-7'3'2162,"0"1"-1889,4 0 0,3-4-104,8 0 1,6 0-157,5 0 1,2 0 53,1 0 0,5 0-272,2 0 205,3 0 0,35-15 0,9-4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1:36.7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507 133 7980,'-1'-11'0,"-2"0"0,-5 1 225,-2 3 0,-1-2-387,0 6 0,-6-1 96,-5 4 0,-1 0-69,-7 0 0,-4 0 148,-6 0 0,1 1 25,-2 3 0,6-2 55,-2 6 1,3-2-77,0 1 1,11 2-12,5-6 0,4 2 25,3-1-8,5-3 46,1 9 1,10-9-3,3 3 1,5 1-30,2-2 1,4 5-6,0-5 1,3 5-83,3-5 0,0 6 6,4-2 0,-3 3-119,3 1 1,1 0 40,3 0 1,0 0-130,0 0 1,-3 0 114,-1 0 0,-3-1-86,3-3 0,-4 3 157,0-2 1,-6 0 127,-5 0 20,-1 1 0,-7-3 15,-3 5 0,-3-3 58,-3-1 1,-8-3-51,-8 3 0,-3-3 188,-3 3 1,-4-4-124,-4 0 1,0 2-76,0-1 1,-4 0-87,1-4 0,-1 0-153,4 0 0,1-2-601,3-1 1,2-3 742,5-5 0,29-20 0,8-5 0</inkml:trace>
  <inkml:trace contextRef="#ctx0" brushRef="#br0" timeOffset="324">761 232 7815,'-6'0'1886,"-4"-5"-1623,9 4-18,-4-4 1,5 6 74,0 3 1,0 2-136,0 5 1,5 4-125,2 0 1,3 5-18,1 3 1,0-1 135,0 3 0,-1 2-500,-3-1 1,3 3-128,-3-3 1,2 1-184,-2-1 1,2-7 222,-5 3 0,-1-7-812,-3 0 650,0-3 569,0-6 0,-5-25 0,-1-12 0</inkml:trace>
  <inkml:trace contextRef="#ctx0" brushRef="#br0" timeOffset="590">772 232 7815,'-6'-12'10,"2"-3"1,3 3 170,1-3 1,0 7 802,0 0-269,0 6-349,5-3 1,2 5-115,8 0 1,-2 0-26,6 0 1,-5 1-1,5 3 1,-1-2-182,4 6 0,-5-1-200,-2 4 1,-4 0 18,-4 0 1,2 0-211,-5 0 0,-2 4-338,-5 0 0,-5-1 148,-7-3 1,3-1-95,-2-3 1,-2 3 171,1-2 0,0 0 457,4 0 0,0-8 0,0-7 0</inkml:trace>
  <inkml:trace contextRef="#ctx0" brushRef="#br0" timeOffset="1043">1191 265 7815,'-7'-10'335,"-1"3"162,6-3 1,-8 5-436,3-2-97,-3 2 0,-1 5-101,0 0 0,-4 4 108,0 0 1,2 4-62,6-1 0,-2 3 78,5 1 1,-3 0-5,3 0 0,1 2-15,3 1 1,0-1-134,0 1 0,0-2-175,0 0 197,0-1 1,5-2-65,2-1 1,3-2 191,1-3 0,0-1 6,0 1 0,0-3-54,0-3 1,0 0 11,0-4 0,0 0-9,0-4 1,0 0 2,0-1 0,-4 1 51,1 0 0,-5 0 8,5 0 0,-6 0 145,2 0 293,-3 0 52,-1 0-324,0 5-106,0 1 47,0 5-54,0 5 1,5 1-55,2 5 0,1 0-166,3 0 0,-5 0-21,8 0 1,-7 2-156,4 1 1,-3-1-318,3 1 656,0-1 0,0-2 0,0 0 0</inkml:trace>
  <inkml:trace contextRef="#ctx0" brushRef="#br0" timeOffset="1290">1400 56 7815,'0'-6'1049,"2"1"-716,1 5 1,0 1 210,4 3 0,0 7-438,4 7 1,0 4-81,1 4 0,-1-2-15,0 6 0,0-5-204,0 5 1,-4-4-423,0 3 0,-3-4 104,3 0 0,-3-1-472,3-2 0,-3-5 983,3-3 0,-4-21 0,2-6 0</inkml:trace>
  <inkml:trace contextRef="#ctx0" brushRef="#br0" timeOffset="1583">1356 232 8068,'0'-6'1259,"0"0"-1061,0 2 0,3 3 67,4-3 1,2 3 126,9 1 1,4 0-182,4 0 1,4 4-24,0 0 1,2 4 13,1-1 0,0 7-50,0 1 0,-5-1-119,-2-3 1,-8 2-22,-3 1 1,-3-1-211,-1 1 0,-5-2-318,-2 0-484,-3-1-484,-1 0 61,0-5-107,0-1 1530,0-5 0,-10-35 0,-2-8 0</inkml:trace>
  <inkml:trace contextRef="#ctx0" brushRef="#br0" timeOffset="1706">1665 89 7815,'-10'-17'0,"3"2"-66,3 3-331,-2 1 0,5 3-559,-3 1 956,3 5 0,16 7 0,3 7 0</inkml:trace>
  <inkml:trace contextRef="#ctx0" brushRef="#br0" timeOffset="2432">1985 210 7815,'-11'0'99,"0"0"0,0 0 240,0 0 1,0 0-196,0 0 0,0 1 0,-1 3 1,1 2-90,0 5 0,0 0-155,0 0 1,4 4 97,0 0 1,4 1-104,0-2 0,1-1-58,2 1 1,0-2-10,0 0 1,2-3-195,1-1 1,3 0 104,5-4 1,2 0-53,1-4 1,-1-2 112,1-1 1,-1 0 73,-2-4 0,0 0 126,0-4 0,0-1 0,0 1 0,0 0 79,0 0 0,-4 0-161,0 0 0,-3 0 248,3 0-193,-4 0 1,3 0 294,-2 0 0,-3 4 321,3 0 9,-3 4-213,-1-2-140,0 5 46,0 5-208,0 1 0,0 5-154,0 0 1,0 0 112,0 0 0,3 0-275,1 0 209,5 5 1,-3-3-128,5 1 0,-4-2 48,1 0 1,-1-3-307,4-1 273,0-3 1,0-5 14,0 0 1,0 0 3,0 0 0,-1-5 23,-3-3 0,3-1-14,-3-3 1,2 1 79,-2 0 0,-1-3 102,-2-1 1,-1-3-124,4 3 0,-5-5 12,2 2 0,-3-3 277,-1-1 0,0 0 264,0 0 1,-5 0 412,-2 0 1,1 1-441,-1 3 1,3-2 16,-4 5 1,5 4 192,-5 4 143,6 5-551,-3-3 1,5 10 34,0 2 1,0 4 72,0 4 0,1 5-221,3 6 0,-2 1-192,6-1 1,-1-2-2,4 6 0,0-2-279,0 1 0,0-2 86,0-5 0,0 0-261,0 0 0,4-1-379,0-2 0,-1-3 860,-3-5 0,15-25 0,4-5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1:40.6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1 265 7760,'1'-6'462,"2"2"748,-1 3-630,7 1-456,-2 5 1,4 2-72,0 8 0,0-2 111,0 6 0,0-4-268,0 3 0,0-1-26,0 1 1,-4 2-72,0-5 0,0 3 130,0-3 0,-2 0-59,-5-4 0,0-4-10,0 0 41,0-4-102,-5 2 1,-1-10 77,-5-3 0,3-3 42,1-3 0,3 1 57,-3-1 1,5-2 96,-2 1 1,3-3-163,1 3 1,0-3-1,0 3 1,0 0-11,0 4 1,5 0-89,2 0 0,6 0 84,2 0 0,4 4 81,-5-1 0,6 6 89,-2-2 1,2 3-62,-2 1 1,2 0 156,-6 0 0,1 4-112,-4-1 1,-1 6 71,-3-2 1,3 3-50,-2 1 1,-4-4 0,0 1 1,1-1 18,-1 4-20,4 0-111,-2 0 0,5-5 23,0-2 0,-3-3-40,-1-1-39,0 0 1,4 0-166,1 0 0,-5-3 72,0-1 1,-4-5-139,0 2 1,2 1 122,-1-1 1,0-1-25,-4-3 1,0 4 224,0-1 0,-2 2 0,-1-1 0,0-2 0,-4 6 0,0-1 98,-4 4 0,-1 0 125,1 0 0,0 1-11,0 3 0,4-2 78,0 6 0,1-1-35,-2 4 1,0 0 55,4 0 1,0 1-173,4 3 0,0-3-87,0 3 0,0-1-60,0 0 0,5-2-60,3 3 0,5-3-157,2-1 0,4-1 24,0-2 1,-2-3-109,1-5 1,1 0 66,3 0 1,0 0-5,0 0 0,-4-5 31,0-3 0,-3-2 215,4-1 0,-6-3 0,2-1 0,-4 0 0,-4 4 0,2-3 0,-6-1 0,5-3 0,-5 3 0,1-1 0,-4 1 0,0 2 0,0-6 0,-4 5 36,1-5 1,-6 6 135,2-2 1,1 3 361,-2 1 1,5 0 459,-5 0 1,5 5-66,-5 2-372,6 3-326,-3 1 1,5 5 12,0 2 0,0 3-124,0 1 0,0 1-116,0 3 0,5 2-244,2 5 1,-1-2-56,2 2 0,-2-6-339,1 6 0,3-3 290,-3 3 1,-1 0-161,2 0 0,-1 0 24,4 0 0,0-3 480,0-1 0,30-4 0,6 2 0</inkml:trace>
  <inkml:trace contextRef="#ctx0" brushRef="#br0" timeOffset="700">1004 309 7760,'-8'-11'230,"2"0"332,1 0 1,-2 4-79,3-1-278,-4 6 1,2-3 164,-5 5 1,0 1-103,0 3 1,3-2-145,1 6 0,0 3-31,-4 3 0,3 2-166,1-1 1,4-1 62,0 4 1,1-1-215,2 1 1,0 2 119,0-5 1,0-1-98,0-3 1,5 1-404,3-1 1,-2-2 243,1-1 0,1 0-91,3-4 0,0 0-268,0-4 334,0-5 1,0-1 237,0-5 0,0 0 151,0 0 0,-4-1 17,0 1 0,-3-3-35,3-1 0,-4-1 43,1 1 1,-3 3 134,-1-3 0,0 0-132,0 0 0,0-4 411,0 5 1,0-1 1275,0 4-892,0 0-325,0 0-352,0 5 1,-4 2-123,0 8 1,1-2 6,3 6 1,0 3-60,0 3 1,0 2-132,0-1 1,3 2 103,1 5 0,1-3-255,-1-1 0,-2-3 77,6 3 0,-2-3-41,1 3 0,2-4 90,-6 0 0,6-5-398,-2-2 308,3-4 1,1 2 72,0-5 0,0-5-90,0-3 0,0-1 127,0-2 0,-4-4 159,1 0 0,-2-4 0,1 0 0,-2 0 0,-5 0 0,0-2 0,0 3 0,0-3 0,0-1 0,-1 0 157,-3 0 0,2 0 265,-6 0 1,5 0-37,-5 0 1,6 0 323,-2 0 1,-1 5-212,2 2 1,-1 3 282,4 1-80,0 4-234,0 3-234,0 13 0,1 4-142,3 9 1,-2 0-61,6 0 0,-2 5-151,1 2 0,3 2 92,-3-2 1,0 2-49,0-6 0,-3 2-119,3-1 1,-3-3-225,3 3 0,-5-3-100,2-1 1,1-3-320,-1-1 0,1-8 86,-2 1 0,-2-6-189,3 2 940,-3-4 0,-1-3 0,5-36 0,1-12 0</inkml:trace>
  <inkml:trace contextRef="#ctx0" brushRef="#br0" timeOffset="942">1158 309 7760,'0'-11'193,"0"0"0,1 4 853,3-1-647,2 6 1,9-3-52,0 5 1,4 0 20,0 0 0,-2 0-65,1 0 1,0 5 94,4 2 1,0 4-169,1 4 1,-3-3-35,-1 3 1,-3 1-27,-5-1 0,2 3-141,-2-3 0,3 3-631,-7-3 1,-1-1-34,1-3 0,-4 1-389,1-1 1,-2-4-498,2 0-191,-3-4 1711,4 2 0,-5-30 0,0-6 0</inkml:trace>
  <inkml:trace contextRef="#ctx0" brushRef="#br0" timeOffset="1100">1423 133 7760,'0'-17'1026,"-4"-3"1,0 5-564,2 2 1,1 1-375,1 1 1,1 3-314,3 1-469,-3 4-276,4-1 0,-2 8 969,1 4 0,14 36 0,1 10 0</inkml:trace>
  <inkml:trace contextRef="#ctx0" brushRef="#br0" timeOffset="1759">1764 276 7779,'-7'-4'367,"1"0"434,1-3 0,-4 5-147,2-2 0,-3 3-250,-1 1 1,0 0-41,0 0 0,-3 1-216,-1 3 1,-3 2-148,3 5 0,-1 0-15,1 0 0,7 4-157,-3 0 0,2 3 82,-2-3 0,5 3-155,2-3 0,3-1-54,1-3 1,0 4-161,0 0 1,5-5 213,2-7 1,7 2-80,0-1 1,5 0-37,-5-4 1,5-5 143,-4-3 0,3-2 1,-3-1 0,3 0-126,-3 0 0,-1 0-85,-3 0 1,0-3 488,0-1 0,-4 0 69,-4 4 1,2 0 408,-1 0 1,-1 0-228,-3 0 0,-3 4 318,-1-1-57,-4 6-178,1-3 1,0 5 121,0 0-275,4 0 0,-2 5-110,5 2 0,0 3-13,0 1 1,2 0-134,1 0 0,0 1 130,4 3 0,-3-3-20,3 3 1,0-1 2,4 0 1,-3-1-1,-1 1 1,-1-2-125,2 0 1,0-1-181,-4 0 0,1-4-109,-2 0 239,-1-4-34,3 2 1,-4-5-18,3 0 1,-3-5 27,2-3 0,-1-1 66,-2-2 0,0 0 6,0-1 1,0 0 112,0-2 0,3 1 209,1-1 1,1-2-89,-1 1 1,-3-1 138,2 1 1,4 2 6,0-6 0,-1 6-78,1-2 1,1 3-8,3 1 1,0 1-127,0 3 0,0 2-147,0 5 0,0 0 75,0 0 0,0 5-152,0 2 0,0 7-522,0 0 1,0 6-31,0-2 0,-1 0-311,-3 0 0,3-3 134,-3 3 0,-1-5-1163,2 2 1970,-1-3 0,4-1 0,0 0 0</inkml:trace>
  <inkml:trace contextRef="#ctx0" brushRef="#br0" timeOffset="2137">2327 232 7780,'-6'-5'162,"-4"4"680,2-3-544,-1 3 1,-2 1-10,0 0 1,0 0-21,0 0 0,3 1-135,1 3 1,1-2-81,-2 6 1,-1-5 21,1 5 1,3-5-120,2 5 0,1-5 140,2 5-304,-5-1 72,4 4 1,-4 0 129,5 0 1,5-3-271,3-1 1,1-1 27,2 1 1,4 3 30,0-3 0,4 0 89,0 0 0,0-1-92,0 1 1,0 3 195,-4-2 0,3 1 160,-3 2 1,-4-3-36,-3-1 1,-6 0 182,2 4 1,-4 1-177,-4-1 1,-3 0-154,-8 0 0,-3-4-74,-8 0 0,1-4-293,-4 0 1,4-1 410,0-2 0,-8-15 0,-2-3 0</inkml:trace>
  <inkml:trace contextRef="#ctx0" brushRef="#br0" timeOffset="2818">2393 67 7780,'0'-11'1547,"0"0"0,1 4-963,3 4 1,-3 4-141,3 6 1,1 2 23,-2 9 0,6 1-255,-2 3 0,-1 5-121,2 2 0,-1 3 43,4 1 1,-4-4-136,1 1 0,-2-2-114,1 1 0,2 2-405,-6-5 0,1-2-221,-4-5 0,4-3-152,-1-5 210,1 0-69,-4-5 483,5-1 0,1-10-59,5-3 1,-4-3-184,1-3 1,-1 1 275,4-1 1,-3-2 86,-1 1 0,-3-3 244,3 3 1,-5-3-147,2 3 1,1-3 940,-1 3-277,-1 0 56,-3 4-250,0 0-260,5 5 0,-4 2-22,3 8 0,-3-2-28,-1 6 0,0-1-192,0 4 0,4 4 37,0 0 1,1-1-65,-2-3 1,2 4 31,3 0 0,0-1-65,-4-3 0,4 0 13,0 0 0,1-3-193,3-1 1,-5-3 185,0 3 0,1-4-72,3 0-197,0-2 77,0-1 1,-2-4 35,-1-4 0,0 2 118,-4-1 1,1-1 172,-1-3 0,-3 0 0,3 0 0,-3 0 0,-1 0 0,3-1 99,1-3 1,0 3 149,-4-3 1,3 7 208,1 0 558,0 1 196,-4-4-374,5 5-353,-4 1 0,4 10-265,-5 2 1,1 3-117,3 1 1,-3 1-67,3 3 0,-2-1 17,2 4 0,-2-3 12,6 3 1,-5-5-222,5 2 1,-2-3-477,1-1 1,3 0-43,-3 1 1,3-5-1501,1 0 2172,-5-4 0,19-28 0,-1-12 0</inkml:trace>
  <inkml:trace contextRef="#ctx0" brushRef="#br0" timeOffset="2984">2768 56 7794,'0'-15'500,"-2"1"557,-1 5 1,2 1-1215,-3 5-1692,3 1 1296,6-3 1,-3 10 552,5 3 0,10 31 0,7 9 0</inkml:trace>
  <inkml:trace contextRef="#ctx0" brushRef="#br0" timeOffset="3296">2977 243 10298,'0'-5'1113,"0"5"0,4 3-746,-1 8 1,6-2-95,-2 10 0,4-1-38,4 4 1,-3 5-209,3 3 1,-1 0-201,0 0 0,-3 1-160,0-1 0,-1-3-491,-6-2 0,-1-1 244,-3-2 1,0-5-376,0-2 0,-1-4 413,-2-4 1,0-2 114,-4-5 1,3 0 32,-3 0 394,4-5 0,-2-21 0,5-9 0</inkml:trace>
  <inkml:trace contextRef="#ctx0" brushRef="#br0" timeOffset="3527">3021 232 7814,'0'-16'58,"0"4"0,0-3 615,0 3 1021,0 1-1239,0 5 0,1 1-4,3 5 0,2 1-182,5 3 0,5 2-129,3 5 1,1 1-122,2 3 0,-3 2 148,-1 5 1,-4 0 53,0 0 0,-3-2 0,-3 2 0,0-6-23,-4 6 1,-5-6-391,-7 2 0,-1-4-627,-2 0 1,-5-3-2709,-3-3 3527,3-4 0,-9-18 0,1-5 0</inkml:trace>
  <inkml:trace contextRef="#ctx0" brushRef="#br0" timeOffset="3905">3440 221 7814,'0'-6'2165,"0"-4"-1749,0 9-65,-5-4 0,-1 5-184,-5 0 0,4 0-81,-1 0 0,1 4 120,-4-1-293,0 6 0,0-3-2,0 5 0,4-1-215,-1-3 0,5 3-4,-5-3 1,6 3-176,-2 1 0,3-4 141,1 1 1,0-1 201,0 4 1,5-1 17,2-3 1,7 3-71,0-3 0,6 0 57,-2 0 0,3 0 34,1 4 1,-3-3 2,-1-1 0,-5 0 89,2 4 1,-3-3 274,-1-1 1,-5-3 495,-2 3-502,-3-4 0,-2 5 61,-3-4 0,-7 0-93,-7-4 1,-3 0 85,-1 0 0,-4 0-376,1 0 0,-6-2-1144,2-1 1206,2 1 0,10-17 0,7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1:45.6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 34 7797,'-6'-5'546,"1"-1"-188,0 0 0,4 0 10,-3 2 115,3 3 194,1-4-55,-5 5-321,4 0 0,0 6-10,5 5 1,4 1-202,-1 6 0,3 1-174,1 3 1,0 4 115,0-1 0,4 5-173,0-5 1,-1 2-85,-3-1 0,-3-3-366,-1 3 0,-4 1 342,0-1 0,-2-4-110,-1-4 0,0-3-546,0 3 334,0-4 418,0 2-22,0-10 389,0-1-198,0-5 0,0-5-51,0-3 0,4-1 131,0-2 0,3 0 2,-3 0 0,3 0 71,-3 0 0,3 0-66,-3 0 0,3-1 35,-3 1 0,0 0-138,-4 0 1,3 0-7,1 0 1,1 4 1,-1 0 1,-3 3-205,2-3 154,4 4 0,-5-2-155,5 5 0,1 0 31,3 0 0,0 0 40,0 0 1,0 5 226,0 3 1,0 1-102,0 2 1,0 0-38,0 0 0,-5 4 148,-2 0 0,-3 1 199,-1-2 1,-1-1-150,-3 1 1,-3-1-204,-8-2 0,-1-2-156,-2-1 1,-3 0-75,2-4 1,2 0-766,-1-4 1049,9 0 0,0-15 0,9-3 0</inkml:trace>
  <inkml:trace contextRef="#ctx0" brushRef="#br0" timeOffset="370">471 342 7797,'11'0'-470,"0"0"602,0 0 1,0 0 343,0 0 1,-3 0-344,-1 0 0,0 0-237,4 0 0,0 0-218,0 0 0,-3-1 87,-1-2 1,0 1-107,5-1 424,-6-3-55,3-1 1,-7-4 18,1 0 1,-3 4 110,-3 0 0,-2 3 35,-3-3 0,-5 4-120,2 0 1,-3 1 120,3 2 1,0 0 308,0 0-289,0 0 1,2 5-92,1 3 0,0 1 29,4 2 0,0 0-97,4 0 1,0 0-114,0 0 0,2 4 3,1 0 0,1 0-268,7-4 0,-1 3-294,8 1 0,0-2 79,4-5 1,2 0 55,1-4 0,0-2 482,4-5 0,-4-1 0,1-7 0,-3 1 0,-1-8 0,0-25 0,0-10 0</inkml:trace>
  <inkml:trace contextRef="#ctx0" brushRef="#br0" timeOffset="575">791 78 7797,'-11'-17'0,"1"1"0,2 5 910,0 0-169,6 0-467,-3 5 0,5 6-55,0 7 1,1 6-14,3 2 0,2 6-26,5 1 0,0 1 0,0 7 0,0-5-77,0 5 1,-4-2-143,1 1 0,-1 3-335,4-2 0,-1-2-42,-3 1 0,3-4-255,-3 0 0,3-1 98,1-2 1,0-3 572,0-4 0,20-20 0,4-13 0</inkml:trace>
  <inkml:trace contextRef="#ctx0" brushRef="#br0" timeOffset="2005">692 254 7797,'-10'-5'2412,"3"-2"-2166,2-3 1,10 4-325,2 2 1,4 3 93,4 1 0,5 0-166,6 0 1,5 1 55,-2 3 0,3-1 89,1 4 0,-3 0-24,-1 4 1,-5 0-84,2 0 1,-8 0-266,-3 0 0,-3 4 71,-1 0 1,-3 1-3,-1-2 0,-4-1 98,0 1 0,0-1-2,0-2 0,-1 0 111,1 0 0,0-2 104,0-1 0,-1-2-45,1-2 0,0-3-86,0 2 243,-1-1-215,7-2-42,-7 0 17,8-5 1,-6-1 124,4-5 0,2 0 0,-3 0 0,-1 3 0,1 1 0,0 0 0,0-4 0,1 3 0,-4 1 0,3 3-413,-3-3 675,5 4 384,-8-2-197,9 5-298,-9 5 0,4 2-89,-5 4 0,0-4-104,0 0 0,1-1 310,3 2-150,-3 2 0,9-6-7,-3 4 0,-1-3-100,2-5 1,-5 3 31,5 1-154,-1 0-364,4-4 131,0-5 1,-1 2 136,-3-4 0,2 3-6,-6-3 0,5 3 35,-5-3 1,2 4 179,-1 0 0,-2-2-2,6 1 0,-6-1 0,2 2 78,2 1 0,-3-2 132,4 4 0,-3-4 268,3 0 406,-5 1-331,8 3-422,-4 0 1,5 3-154,0 1 1,-1 1 116,-3-2 1,3-1-42,-2 1 1,1 2 73,2-1 0,4 0 50,0-4 1,0 0-36,-4 0 1,3 0-100,1 0 1,1 0-82,-1 0 0,-3 0 22,3 0 1,-3-4-192,-1 0 1,0-3 103,0 3 1,-4-4-389,1 0 342,-6-2 0,3-1 10,-5 0 0,-1 2 84,-3 1 26,-2-2 0,-5 9 247,0-2-149,0 1 1,0 2 117,0 0 0,5 2-53,2 1 1,-1 0 294,1 4-288,1 0 0,3 4-35,0 0 0,0-3-93,0-1 1,1-1 46,3 2 0,-2 1-115,5-1 0,1-3 85,3-2 0,3 2-76,1-1 1,5 0 17,-2-4 1,3 0-3,1 0 0,0 0 25,0 0 1,4-5-8,0-3 1,-2 2-25,-6-1 1,2 3 50,-5-3 1,-1 1 15,-3-2 20,0-1 0,-3 2 72,-1-4-80,-4 0 1,0 0 7,-6 0 0,0 4 6,-4 0 0,-1 4-1,-3 0 0,4 1-81,0 2 0,-1 0 69,-3 0 0,4 2-8,0 1 1,1 0-8,-2 4 1,2 0 0,2 4 0,3 0 55,-2 0 0,-2 0 122,1 0 0,0 1-195,4-1-117,0 4 0,4-2-85,0 1 0,4-1 15,0-2 1,1-5-18,2-3 1,5 2 59,3-1 1,-2 0-188,1-4 0,4-4 140,4 0 1,0-4 18,-4 0 0,0-1 81,0-2 0,-4 3 126,1 1 1,-6 0 182,2-4 1,-7 0 63,0 0 1,-2-1 109,1 1 1,-2 4-166,-5 0 0,0-1 335,0-3-389,0 0 0,0 4 519,0 0-449,0 4-250,0-2 0,0 7-98,0 1 0,0 0 19,0 4 1,0 0-26,0 4 0,-1 0 78,-3 0 0,3 2 3,-3 1 0,3-1 68,1 1 1,0-1 77,0-2 1,4 0-144,-1 0 0,2 0 13,-1 0 1,-2-4-58,6 0 0,-1-4 32,4 1 0,-4-3-119,1-1 1,-1 0 97,4 0 1,1 0-123,3 0 0,-3-5 20,3-3 48,-3-1 0,-1-2 84,0 0 1,-1 0 135,-2 0 1,0 0 102,-4 0 0,1 1 309,-2 2 1,-1-1 722,1 1-535,3 3 66,1 0-516,4 5 1,0 0-39,0 0 1,0 5-142,0 3 1,0 2-175,0 1 1,3 0-640,1 0 1,3 3 396,-3 1 0,4 0-463,-5-4 0,6 0-1241,-2 0 1,-2-4 2029,-1 0 0,2-38 0,0-7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1:48.5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34 7791,'0'-6'427,"0"-4"1410,0 3-1134,0 2-218,0 0-36,5 15 1,-3-2-81,6 11 0,0-1-147,7 4 1,-2 5-151,6 2 0,-1 7-155,4 1 0,1 4-268,3 0 1,-3 0-582,3 0 1,-6-3 181,-2-5 1,-8-5 323,1-2 0,-7-12-1070,-1-3 1496,-2-7 0,-15-14 0,-5-8 0</inkml:trace>
  <inkml:trace contextRef="#ctx0" brushRef="#br0" timeOffset="376">1 287 7791,'7'0'340,"0"0"0,1-3-326,3-1 0,0 0 140,0 4 1,1 0 64,3 0 0,2 0 20,5 0 1,5 4 81,2 0 1,4 4-176,4 0 1,-3-2-122,3 1 1,1-4-151,-1 0 0,-2-1-164,-5-2 0,-4 0 56,-8 0 1,-2 0-91,-5 0 29,-5-5 1,-1-2 44,-5-4 0,-1 2-56,-3 1 1,-3-1 204,-8 1 1,3 2 177,-3-1 0,-1 4-59,1 0 1,-3-2 322,3 1-80,-4 0 0,6 6-43,-1 1 0,3 3-121,3 5 1,4 0-3,4 0 0,0 2 27,0 1 0,1 0-154,2 4 1,1-1-204,7 2 1,-1 2-19,8-3 1,1-2-309,3-1 1,0-3 37,0-1 1,4-5 521,-1-2 0,1-3 0,6-11 0,2-2 0</inkml:trace>
  <inkml:trace contextRef="#ctx0" brushRef="#br0" timeOffset="1285">662 287 7791,'0'-7'-136,"0"0"-441,0-2 772,0-1 1,0 3 1118,0 0-544,0 4-482,0-2 0,4 7-27,0 1 1,3 3-102,-3 5 0,4 0-130,0 0 0,-2 4 126,1 0 1,-3 4-126,3 0 1,-1-2-100,1 1 0,0-3-283,-4 3 1,0-4-77,4 1 0,-4-3 168,0-1 0,-2 0 147,-1 0 1,0-4 156,0 1 454,0-6-365,0 3 1,-1-6 54,-2-3 1,1-2-97,-1-5 0,1 0-1,2 0 1,0-4-122,0 0 1,2-1-26,1 2 0,5 0-208,6-4 0,0 3-125,4-3 0,-3 1-329,3-2 1,1 3 263,3 5 0,-4 0 45,0 0 1,-3 2 406,4 1 0,-10 0 0,2 4 0,-2 0 0,-2 4 0,1 0 0,-6 2 0,2 1 115,-3 3 0,-1 5 189,0 0 1,0 0-134,0 0 1,4 0 18,-1 0 0,1 0 123,-4 1 1,1-1 151,3 0 0,-3 0-152,3 0 1,-3 3-7,-1 1 1,1 0 39,3-4 1,-3 3-196,3 1 1,1 0-115,-2-4 0,2-4 106,-1 1 0,-2-2-93,6 1-40,-6-2 0,8-5-196,-3 0 1,-1-1-118,2-3 0,-4-2 152,3-5 1,-5-1-266,2-3 1,1 3 132,-1-3 1,3 1 7,-3 0 0,3 2 151,-3-3 0,3-1 161,-3 1 1,4 1-83,0 3 0,-2-1 191,1 1 0,-3 0-6,3 0 1,-3 5 20,3 3 169,-4 1-242,6 2 0,-7 5-21,1 3 0,-2 3-71,-1 3 0,0-1-120,0 1 0,0 2 115,0-1 0,0 1-94,0-1 1,5-3 31,3 2 1,-2-1 74,1-2 1,-3-4-13,3 0 1,1-3 19,3 3 0,0-4 101,0 1 1,0-3-194,0-1 1,-4-4-105,0 0 0,1-3 71,3 3 0,0-4-124,0 1 1,0-3-10,0-1 1,-4 0 145,1 0 1,-1 0 135,4 0 0,0-4-65,0 0 1,0 1 120,0 3 0,-1-1 195,-3 1 531,3 0-163,-9 5 151,4 1-400,-5 5 1,0 5-155,0 3 0,-4 5-249,1 2 0,-5 1 95,5-2 0,-1 0-86,4 4 0,0-4 22,0 0 1,5-1-209,2-2 1,4 0 2,4 0 1,2-1-111,5-3 0,0-2-437,0-5 0,4 0 48,0 0 1,-2-1-156,-5-3 0,0-2 824,-4-5 0,0-25 0,-4-5 0</inkml:trace>
  <inkml:trace contextRef="#ctx0" brushRef="#br0" timeOffset="1730">1941 243 7805,'0'-11'950,"0"0"-203,0 5-435,0-4-138,0 9 0,-5-4-41,-2 5 1,-4 0 13,-4 0 0,3 4-119,-3 0 0,-1 4 151,1 0 1,1-2-138,3 1 0,0-3-363,0 3 271,5 0 1,1 4 9,5 0 0,1-3 16,3-1 1,2-1-96,5 2 0,0 1 45,0-1 0,5-2-72,2 1 0,-1-3 84,2 3 0,-2-1-8,1 2 0,3 2 52,-3-3 0,-1-1 8,2 1 1,-6-1 82,2 2 1,-6 2-72,-2-3 1,-5-1 100,2 1 1,-3-3-46,-1 3 0,-1-3 100,-3 3 0,-2-4-112,-5 1 1,-5-3 11,-2-1 1,-3 0-134,-1 0 0,-1 0-139,-3 0 1,3 0-365,-3 0 0,4-4 266,4 0 312,2-4 0,19 2 0,5-5 0</inkml:trace>
  <inkml:trace contextRef="#ctx0" brushRef="#br0" timeOffset="2410">2614 321 8042,'-8'0'1927,"1"0"-1036,4 0-608,-2 0 1,5 4-116,0 4 1,0 2 12,0 1 0,5 3-163,3 1 1,-2 1-362,1-1 1,1-2-465,3 5 1,-2-4 180,-1 1 1,0-3 625,-4-1 0,0-10 0,-4-2 0</inkml:trace>
  <inkml:trace contextRef="#ctx0" brushRef="#br0" timeOffset="2568">2547 155 7805,'-5'-11'258,"1"0"-413,-4 0-1237,3 0 772,0 5 620,4 1 0,31 20 0,12 3 0</inkml:trace>
  <inkml:trace contextRef="#ctx0" brushRef="#br0" timeOffset="2936">2922 265 7805,'-7'0'316,"-1"0"0,1-3-233,-4-1 1,0 0-186,0 4 1,-4 0 130,1 0 0,-6-3-214,2-1 1,-2 0 289,2 4 1,2 0 180,5 0 1,0 0-325,0 0 0,5 2-2,2 1-174,3-2 185,1 9 1,1-7-18,3 4 0,-1-3-6,8 3 0,-2-3-184,6 3 1,2-1 40,1 2 1,3 1-73,1-1 1,0 2 194,0 1 0,0 0 97,0 0 1,0 0 190,0 0 0,-3 0-114,-1 0 1,-5-2 114,2-1 0,-4 2-6,-3-3-97,-4-2 0,-13 3 356,-6-4 1,-6 0-171,-5-4 1,1 0-625,-8 0 1,2 0-100,-6 0 1,3-1-306,1-3 0,2 3 728,6-3 0,38 3 0,19 1 0</inkml:trace>
  <inkml:trace contextRef="#ctx0" brushRef="#br0" timeOffset="3311">3484 100 7805,'0'-11'335,"-1"4"0,-1-1 1806,-2 0-1871,0 3 0,4 1 46,0 8 1,5 2 189,3 5 0,1 5-213,2 2 1,4 4-56,0 4 1,3-1-208,-3 4 0,0 0-279,-4 4 1,2-3-417,-2-1 0,3-3-115,-7 3 0,-1-5-569,1-2 0,-4-5 456,1-6 892,-3 0 0,4-20 0,1-4 0</inkml:trace>
  <inkml:trace contextRef="#ctx0" brushRef="#br0" timeOffset="3603">3892 254 7805,'-5'-7'533,"-2"0"141,-3-1 1,-1 2-280,0 3 0,4 1-65,0 2 1,-1 2-167,-3 1 1,4 3-124,-1 5 0,6 4-173,-2 0 1,3 4 90,1 0 0,0-2-64,0 1 0,5-3-126,2 3 1,8-3-475,3 3 0,3-5 309,1-2 0,-1-5-155,-2-6 0,0 0 515,-4 0 1,-1-1-59,-2-3 1,-6-7-5,-3-8 0,-6-1-119,-5-2 0,-8 0 217,-6 0 0,0-4 0,-3 0 0,-18-9 0,-4 0 0</inkml:trace>
  <inkml:trace contextRef="#ctx0" brushRef="#br0" timeOffset="3980">4124 210 8214,'4'-7'1818,"-1"0"-1630,1 4 14,-4-7 125,-5 9 1,-1-4 184,-5 5-159,0 0 1,0 0-239,0 0 1,3 1-204,1 3 0,3-3 165,-3 3-189,5 2 0,-3 0-456,5 5 337,0 0 0,1 2-127,3 1 1,2-2 103,5 3 0,1-1-108,3 0 0,-3 0 231,3 4 0,1-3 259,-2 3 1,5-3-202,-5 3 1,1-4-179,-4 1 667,-5 2 1,-1-5-153,-5 3 1,-9-8-704,-2-3 1,-7-3-146,0-1 1,-7 0-1079,-1 0 1662,1-5 0,-7-16 0,-2-8 0</inkml:trace>
  <inkml:trace contextRef="#ctx0" brushRef="#br0" timeOffset="4253">4311 67 7805,'-1'-11'3728,"-3"0"-3215,3 0 1,-4 10-128,5 4 0,1 7-2,3 5 1,2 3-87,5 8 1,2-2 150,1 6 0,3 0-315,5 7 1,0-3-224,1 3 0,-3-2-310,-1-2 0,0-2-661,-4-1 1,0-3-403,-4-5 0,-4-5-825,0-2 2287,-4-3 0,-8-21 0,-7-4 0</inkml:trace>
  <inkml:trace contextRef="#ctx0" brushRef="#br0" timeOffset="4444">4245 287 7805,'-6'-11'1252,"2"0"0,8 5-637,3 3 0,8 1-588,3 2 1,3 2-223,1 1 0,9 0-544,2 4 1,4-1 272,-1 2 0,-1 1-740,2-1 1206,-3 1 0,9 3 0,2-1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1:55.1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243 67 7750,'-6'-2'-33,"1"0"0,0-2 0,-3 1 503,-1-2 0,-4 3-325,-1-1 0,1 2 47,-1 1 1,-2 1 11,1 2 1,-3 0-95,3 4 1,-1-3-104,1 3 1,3 1-10,-3 3 1,4 0-55,4 0 1,-1 0 0,4 0 1,0 3-37,4 1 1,0 0-144,0-4 1,9 0 97,2 0 0,7-1 67,1-3 1,5-2 49,2-5 0,-1 0-2,-2 0 1,2-1-27,1-3 1,-4-2 10,-4-5 0,-4-1-179,1-3 1,-4 1-4,-4-4 0,-2 1-27,-5-1 0,0-2-8,0 5 0,-5-3 253,-2 3 0,-18-9 0,-4 0 0</inkml:trace>
  <inkml:trace contextRef="#ctx0" brushRef="#br0" timeOffset="282">342 67 7807,'7'3'0,"-1"2"385,-1 1 1,4-2 37,-2 3 0,3 1 17,1 3 1,0 0-112,0 0 1,0 3-74,0 1 1,1 0-113,3-4 0,-4 0-102,0 0 1,0 0 60,-3 0 0,-2-1 276,1-3 52,-5-2-222,3-5-215,-5 0 0,-5-1 52,-2-3 0,-3-2 34,-1-5 1,1-4 6,3 1 1,-3-2-23,3 1 1,2 1-386,1-4 0,3 5-158,1-2 0,5 1-357,2 0 0,8 1 35,3-1 0,8 5-1353,4 2 2153,1 4 0,56 3 0,-36 3 0,-1 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1:57.1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11 199 8632,'-6'1'1100,"2"3"1,3 2-763,1 5 1,4 5-56,-1 2 0,5 3-74,-5 1 1,6 4 13,-2 0 0,2 4-489,-2 0 0,3 2 128,-3 1 0,0 0-18,0 0 1,-1-4-65,1 1 0,2-10-722,-5 2 655,4-7 0,-5 0-431,4-8 421,-5-2 1,3-10 0,-5-2 1,4-3-193,0-1 0,3-1 177,-3-3 0,3 2 277,-3-6 1,3 1-133,-3-4 1,3 1 129,-3 3 0,3-3 74,-3 2 1,3 0 5,-3 0 0,1 0 12,-2 4 1,-1 0 236,1 4 1,0 2 541,0 1-346,-1 3-235,3 5 1,-2 2-86,1 1 1,1 3-33,-2 5 1,0 4-5,4 0 0,-3 4-41,3 0 0,-1 0-45,2 0 0,2 2-125,-3-3 1,3 2-195,1-2 0,0 2 76,0-6 1,0 1-336,0-4 340,0 0 1,0-5-76,0-2 0,-4-3 30,1-1 1,-2-5-63,1-2 1,2-3 118,-6-1 1,2-4 178,-1 1 0,-2-2 0,6 1 0,-6 3 0,2-3 0,1 1 0,-2 0 0,1 2 30,-4-3 1,4 3 45,-1 1 1,1 0 209,-4 0 500,0 0-563,0-1 0,1 6 459,3 3-287,-3 1 0,8 4-173,-6 1 1,5 3-115,-5 6 1,6 2-15,-2 1 1,0 3-197,0-3 1,-3 3-117,3-3 0,-1 3-330,1-3 1,2 0 208,-5-4 0,4 0 339,0 0 0,1-10 0,2-2 0</inkml:trace>
  <inkml:trace contextRef="#ctx0" brushRef="#br0" timeOffset="166">397 177 7831,'-6'-16'0,"-3"0"64,6-2 0,-1 2 322,4 5-634,0 5 1,5 1-376,2 5 1,3 3-10,1 1 632,0 5 0,24 16 0,7 11 0</inkml:trace>
  <inkml:trace contextRef="#ctx0" brushRef="#br0" timeOffset="653">915 111 7852,'-4'-8'243,"1"1"1002,0-1-815,-3 3-280,5-5 1,-4 10 189,5 0 0,0 5 126,0 6 0,5 1 12,2 3 0,3-2-142,1 6 0,4 3-156,-1 3 1,2 2-105,-1-1 1,-1-1-142,4 4 0,-1-3-159,1 3 1,-2-4-371,-5 0 1,-1-1-164,-2-2-646,1 0 255,-7-5 700,2-1 0,-4-11-352,0-5 512,0-5 1,-4-6-12,-4 0 1,-2-4 261,-1 0 1,-3-3 36,-1 3 0,-5-1 38,2 2 1,1 1-32,-1-1 0,-1 3 423,-3 3 1,0 0-32,0 4 0,0 0 170,0 4 1,5 0-250,2 0 0,3 5 50,1 3 0,5 1-90,2 2 1,3 4-80,1 0 0,6 1 32,5-2 0,1-1-112,7 1 0,-5-1-798,5-2 1,-1 1 95,4 3 1,0-7-257,0 3 1,-4-6 379,1 2 1,-1-4 456,4 1 0,25-28 0,5-6 0</inkml:trace>
  <inkml:trace contextRef="#ctx0" brushRef="#br0" timeOffset="1062">1268 45 7852,'-8'-11'2121,"1"0"-1765,5 0 1,-4 5-221,2 2 197,3 3 0,-3 7 194,8 5 1,2 2-73,5 9 0,1-2-187,3 6 1,-2 2-160,6 1 1,-2 3-170,1 1 0,3-1-243,-3-3 1,-1 3-65,2-2 1,-6-3-461,2-2 1,-3-3 386,-1-3 0,-3-5-907,-1-6 923,-5 2 0,3-10 212,-5 0 1,0-2-211,0-5 0,0 0 108,0-4 1,-5 0 313,-2 0 0,-3-4-50,-1 0 0,-5 0-9,-2 4 0,1-2 156,-2 2 1,0-3 63,-7 7 0,3 1 118,-3-1 1,3 4 286,1-1 1,1 4-103,3 4 1,-2-1-87,5 4 1,4 4 28,4 4 0,4 1-132,0-2 1,3 0-262,3 4 0,8-1-63,8 2 0,7 0-343,3-4 0,3 0-77,1-4 1,-4-2-556,1-1 0,-2-3-19,1-5 1043,3 0 0,-9-15 0,4-3 0</inkml:trace>
  <inkml:trace contextRef="#ctx0" brushRef="#br0" timeOffset="1827">1632 386 7852,'11'5'-427,"-4"-3"0,0 1 687,2-2 0,-3-1-21,1 0 1,1 0-312,3 0 1,0 0 65,0 0 0,0 0-192,0 0 1,4 0 128,-1 0 0,1 0 31,-4 0 1,-4-3-20,1-1 1,-5-3-128,5 3 1,-6-4 1,2 0 0,-3 2 113,-1-1 0,-5-1 251,-2-3 1,-4 0 68,-4 0 0,-1 0 123,-2 0 0,-2 5-149,5 2 0,1 3-93,3 1 0,0 1 100,0 3 1,1 2 101,3 5 1,-2 2-198,5 1 0,1 0 66,3 4 1,0 0-302,0 4 1,5 1-70,2-1 0,3-2-54,1-1 1,3 0 46,1-4 0,5-1-145,-2-7 0,3 1 106,1-4 0,0 0 69,0-4 1,-1-5-6,-3-2 1,2-3 10,-5-1 0,-1 0 81,-3 0 1,-1 0-28,-3 0 0,2-2 72,-5-1 0,3 1 47,-3-1 0,-1 2 196,-3 0 1,2 1-108,1 0 1,-2 0 111,3 0 0,-3 4 79,-1 0 1,0 3 896,0-3-20,0 4-523,0-2-422,0 5 1,0 5-194,0 3 1,0 1 66,0 2 0,0 0-244,0 0 1,2 0 110,1 0 1,-1 4-18,1 0 1,0 1-137,0-1 0,0-3-34,4 2 0,-3-1-26,3-2 1,-3-1 64,3-3 1,-3 3-293,3-3 217,1-2 89,3 0-64,0-5 60,0 0 1,-2-1-148,-1-3 1,0-2 84,-4-5 1,3 0 83,-3 0 0,1 0 126,-1 0 0,-3 0 188,3 0 1,-2-2 10,2-1 1,-2 1 305,5-1 1,-4 1 187,1 2 1,0 0-261,0 0 0,5 4-71,-2 0 1,-1 4 270,2 0-417,-1 1 0,4 4-44,0 1 1,0 0-72,0 4 1,0 4-6,0 4 0,0 1-200,0-2 0,0-1-608,0 1 0,0 2 102,0-1 1,0 3-207,0-3 1,0 0 295,0-4 522,5 0 0,36 5 0,13 1 0</inkml:trace>
  <inkml:trace contextRef="#ctx0" brushRef="#br0" timeOffset="1958">2712 629 7852,'5'-6'1054,"2"2"0,-1 3-1643,2 1 1,-5 0-504,5 0 1092,-6 0 0,-12 0 0,-8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2:03.6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1 8354,'-11'0'2016,"5"0"-1723,1 0 1,6 0 102,3 0 1,2 0-331,5 0 1,5 0-84,2 0 1,3 0-80,1 0 0,0 0-351,0 0 0,4 0 447,0 0 0,34 0 0,5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2:19.1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111 165 7781,'-4'8'55,"-1"-1"1,-1 2 0,-1 0 226,1 2 1,-3 2-241,5 1 1,-3 0 43,3 4 1,0-3-96,0 3 1,1-3-164,-4 3 0,5 0-4,-2 0 0,1-1-39,0-2 1,2-3-104,-3 3-458,-2-3 272,5-1 504,-4 0 0,5-5 0,-5-11 0,-1-7 0</inkml:trace>
  <inkml:trace contextRef="#ctx0" brushRef="#br0" timeOffset="501">34 143 7781,'-6'0'-195,"1"0"265,5 0 0,6-1 205,5-3 0,2 2-146,9-5 1,-1-1-36,9-3 0,-1-1-262,4-3 0,0 3-115,0-3 1,0 3-146,0 1 0,-6 1 171,-5 3 1,-1-2-174,-6 6 430,-5-1 0,-25 14 0,-10 2 0</inkml:trace>
  <inkml:trace contextRef="#ctx0" brushRef="#br0" timeOffset="698">12 298 7781,'-6'0'48,"1"0"1,6-2-154,3-1 1,2 0 83,5-4 0,5 3-333,2-3 0,6 0-80,2-4 0,5 0 434,-2 0 0,32-20 0,9-5 0</inkml:trace>
  <inkml:trace contextRef="#ctx0" brushRef="#br0" timeOffset="1161">353 220 7708,'-6'12'-111,"3"-1"1,0 0 141,-1 0 1,3 0-50,-2 0 1,-2 3 88,1 1 0,-1 3-18,1-3 0,2 3 3,-5-3 1,4 4 54,-1-5 1,0 1 120,0-4-160,-5 0 0,7-1 56,-5-3 22,4-2 43,-2-5-421,5 0 117,0-5 1,1-1-21,3-5 0,-1 0 149,4 0 1,0 0-231,4 0 1,4 0-43,0 0 1,4-4-33,0 0 0,-2 0 66,1 0 0,2 1-14,5-4 1,-1 3 233,1-3 0,-1 4 0,-2 0 0,-1 1 0,-3 2 0,-2 5-40,-5 3 40,0 1 64,-5 2 1,-1 5 126,-5 3 1,-5 1-46,-2 3 1,1 2 130,-2 1 1,1 1 7,-4-1 1,1-2-121,3 5 1,-3-3-37,3 3 1,2-3-10,1 4 1,-1-6 7,1 2 0,1-3 178,3-1-166,5-5 1,1-1 53,5-5 0,1-1 127,3-3 1,-3-6-396,3-4 1,-3-5-17,-1 5 1,0-6-42,0 2 1,-5 0-131,-2 0 1,-3 5-405,-1-2 0,0 6 313,0 2 352,-5 0 0,-25 10 0,-12 5 0</inkml:trace>
  <inkml:trace contextRef="#ctx0" brushRef="#br0" timeOffset="1990">838 220 7865,'0'-6'916,"2"1"-508,1 5 372,-1 0-613,2 0 1,-5 5-1,-2 3 0,1 2-42,-1 1 0,-2 1-114,1 2 1,-3 0 92,3 4 1,-1-4-93,2 1 1,1 0-62,-1 0 0,0 0-555,-1-4 10,3 0 243,-4 0 126,5 0 170,0-5 38,0-1-39,0-5 1,0-5 17,0-2 1,5-3 28,3-1 1,-2-4-102,1 0 1,0-4-251,4 1 0,2 0 213,1 0 1,0 0 46,4-4 0,-4 4 31,0 4 1,2 1 95,-1 2 0,0 0-73,-4 0 1,-4 5 1,0 3 172,-4 1 0,2 7 14,-5 3 0,0 1 6,0 2 1,0 0-114,0 0 0,0 4-15,0 0 0,0 3-19,0-3 1,0 0 0,0-4 1,0 0 45,0 0 1,0 0-5,0 0 0,0-4 29,0 0-93,0 1 7,0-2-49,0-1-82,0-5 0,3-1 59,1-3 1,4 2-161,-5-6 0,6 0 85,-2-7 1,3 3-102,1-3 0,4-2 210,-1-2 1,5 0 34,-5 0 1,1 2 73,-4 3 1,0 1-21,0-1 1,-3 3 505,-1 3-19,-5 3 297,8 5-495,-9 0 0,4 9 26,-5 2 1,0 2-130,0-2 1,0 4-88,0 0 0,1 0-99,3-4 0,-3 1-53,3 3 0,-1-4-333,0 0 1,0 0-236,4-4 0,-5-1 583,2 1 0,17-19 0,3-1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2:30.4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56 221 9114,'0'-11'-1059,"0"5"0,0-1 68,0 4 991,0 2 0,-10-4 0,-2 5 0</inkml:trace>
  <inkml:trace contextRef="#ctx0" brushRef="#br0" timeOffset="124">1 66 7847,'0'-11'123,"0"0"1,0 4 276,0 0 1,0 3-401,0-3 0,20-1 0,4-3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2:27.6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23 353 9263,'6'8'282,"-3"-1"0,-1 2-186,-2 5 1,0 0-34,0 4 0,0 2 2,0 6 0,0-3-185,0 3 1,0 2 58,0 1 1,0-2-176,0-1 1,-4-3-94,0-1 0,-1-1 28,2-3 1,2-2-350,-3-5 193,-2 0 85,4-5-111,-2-1 483,4-5 0,0-5 0,0-2 0,4-27 0,3-8 0</inkml:trace>
  <inkml:trace contextRef="#ctx0" brushRef="#br0" timeOffset="248">1 442 7847,'0'-17'0,"1"-1"172,2 4 0,-1 1 11,1-1 0,0 5-87,1 2 1,0-1 107,4-3 0,3 5 17,0 3 0,0-2-56,4 1 0,0 0-18,0 4 1,5 0-26,-2 0 1,-2 0-40,-1 0 0,1 4-148,-2 0 1,-3 4 21,-3 0 1,-6 5-172,2 2 0,-3 1 25,-1-2 0,-5-1-111,-2 1 0,-3 2 73,-1-1 1,-4 0-120,1-4 0,-5 0-5,5 0 1,-5 0-2,4 0 1,1-4 351,3 1 0,0-6 0,10-12 0,2-8 0</inkml:trace>
  <inkml:trace contextRef="#ctx0" brushRef="#br0" timeOffset="882">331 342 7977,'11'0'535,"-5"0"1,3 2-534,-5 1 0,1 3 101,-2 6 0,-1 0-30,1 2 0,-2 0-138,-1 4 0,0 1 144,0 3 1,0-5-82,0-2 0,-1 1 91,-2-2 0,1 1-19,-1-4 0,-2-4 25,1 1 0,-1-6 110,1 2-155,3-3 0,-4-2 8,5-3 1,0 2 35,0-6 0,2 0 13,1-7 1,3 2 1,5-6 0,4 2-302,0-1 1,4-3-440,0 2 0,3 0 19,4 0 1,-3 0 52,3 4 0,-3-3 189,-1 3 1,0 0 172,0 4 1,-1 2 197,-3 1 0,-2 2 18,-5 2-18,0 3 79,-5-4 1,-1 7 77,-5 1 0,-1 0 54,-3 4 0,-1 0 170,-2 4 1,-3 2-36,3 1 1,-3 0-64,-1 4 1,0-4-113,0 0 0,4 2-15,-1-1 0,5 1-3,-5-1 0,6-3-44,-2 3 1,3-3-93,1-1 0,0 0-59,0 0 0,1-1 78,3-3 1,-2-1 13,6-2 1,-5-3-214,5 3 102,-1-3 0,4-6-5,0-2 0,0-3-108,0-1 1,0-4 17,0 0 1,0-3-131,0 3 0,-1-4 119,-3 0 0,2-1 41,-5-2 0,3 3 375,-3 1 1,0 1-131,0-2 1,-3 3 614,3 5-205,-3 0 56,-1 0-414,0 5 0,0 2-57,0 8 0,0 2 33,0 5 1,0 2-54,0 1 1,2 0-290,1 4 0,0-3 105,4 3 1,-3-3-533,3 3 1,-3-3 3,3 3 0,-1-1-235,2 2 1,-2-2 852,-3-2 0,8-3 0,6 4 0</inkml:trace>
  <inkml:trace contextRef="#ctx0" brushRef="#br0" timeOffset="1232">1136 265 7847,'-6'-11'95,"-6"4"1,2 1 359,-2 1 0,2-2-140,-5 3 0,7 0 125,0 4 0,-3 1-133,-3 3 1,-1 2 22,4 5 0,0 0-146,0 0 0,1 4 0,3 0 0,-2 3-89,5-3 0,-3 4 1,3 0 0,1-2-172,3 1 0,5 1-50,2 3 0,4-5-205,4-2 0,-2-3-32,5-1 0,1-1-220,3-3 0,4 2 103,-1-6 1,1 1-251,-4-4 0,-4-4 247,1 1 1,-2-7 205,1-1 0,0-2 277,-4-5 0,-3 0 0,0-4 0,0 0 0,-5-40 0,5-9 0</inkml:trace>
  <inkml:trace contextRef="#ctx0" brushRef="#br0" timeOffset="1423">1312 89 7847,'-1'-18'143,"-1"0"158,-2 2 0,0 2 283,4 3 294,0 5-309,0 1 53,0 5-329,0 5 0,2 4 82,1 6 1,0 5-344,4-2 1,-1 7-124,2 0 1,1 6-208,-1-2 0,-2 3 147,1 1 0,-3-3-57,3-1 0,-4 0-177,0 5 1,0-5-307,1 0 1,-3-4 128,2 1 0,0-3-225,1-1 0,-3-5 787,2-2 0,4-23 0,-1-5 0</inkml:trace>
  <inkml:trace contextRef="#ctx0" brushRef="#br0" timeOffset="1666">1301 387 7847,'0'-11'0,"0"0"0,0-1 0,0 5 0,0 0 0,2 1 730,1-2 0,5-1 248,6 1 1,4 3-527,4 2 1,1-2-343,3 1 0,-2 0-288,5 4 0,-4 0 85,1 0 1,-3 5-122,-1 3 1,-5 1 160,-2 2 0,-4 4-129,-4 0 0,2 4-69,-5 0 0,3-2-194,-3 1 1,-1-1 43,-3 2 1,0 0-367,0-4 1,1 0-370,3-4 1136,-3 0 0,4-15 0,-5-3 0</inkml:trace>
  <inkml:trace contextRef="#ctx0" brushRef="#br0" timeOffset="1815">1599 89 7847,'-10'-11'133,"3"0"434,3 0-1695,-2 5 431,5 1 697,-4 5 0,15 29 0,2 8 0</inkml:trace>
  <inkml:trace contextRef="#ctx0" brushRef="#br0" timeOffset="2466">1919 243 7847,'-11'0'0,"-4"0"285,0 0 0,1 1 449,3 3 0,-4 2-271,0 5 0,1 4-99,3 0 1,0 4-167,0 0 1,4 1-55,4 3 0,1-3-168,2-1 1,2 2 7,1-3 0,7-2-153,5-1 1,4-3-138,0-1 0,2-5-449,1-2 1,-4-3 99,0-1 1,0 0 260,0 0 1,-1-1 121,-2-3 1,-3-2 66,3-5 0,-3 0 181,-1 0 1,0 0-164,0 0 1,-4 0-7,1 0 1,-2 0 185,1 0 0,2 0 7,-5 0 0,3 0 14,-3 0 1,0 1 148,0 2 1,-3 2 376,3 3-249,-3 1 128,4-3 2,-4 5-37,4 0 0,-3 0 191,1 0-292,-2 0 1,9 0-187,-2 0 1,1 0 84,2 0 0,0 0-173,0 0 1,0 0-2,0 0 0,4 0-30,0 0 1,1-1 17,-2-2 1,-1 0-162,1-4 0,-1 1-39,-2-2 0,0-2-149,0 3 0,-4-1 126,0 0 0,-4-2-36,1 3 0,-3 1 323,-1-1 1,-5 3 60,-2-3 1,-7 4 223,-1-1 1,-4 3-152,0 1 0,0 1 100,0 3 0,-1 2 124,1 5 1,2 0 205,-1 0 1,4 4-54,0 0 0,1 4-294,2 0 0,1 1-323,3 3 1,2-1-71,5 0 0,3 0-346,4 0 0,5-5 140,10-2 1,5-4-399,3-4 1,2-2 719,1-5 0,58-30 0,-37 12 0,-1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2:32.6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55 216 7835,'6'0'1358,"-1"0"-766,0 0-139,-4 0 1,9 1-160,-2 3 0,-2-1-44,1 4 1,0 0-98,4 4 0,4 4-99,0 0 0,0 4-194,-4 0 1,3 1-33,1 3 0,0 2-338,-4 1 1,-1-2 101,-3-5 1,3 0-1077,-3-4 544,-2 0-37,0-4 977,-5-5 0,-10-31 0,-2-11 0</inkml:trace>
  <inkml:trace contextRef="#ctx0" brushRef="#br0" timeOffset="225">0 205 7843,'0'-6'647,"0"1"0,5 4-425,2-3 1,4 3 110,4-3 0,4 3-225,6 1 1,1 0-146,7 0 0,-4 0-190,5 0 0,-1 0-427,-4 0 1,-2 0-881,-1 0 1534,-8 0 0,-12 0 0,-7 0 0</inkml:trace>
  <inkml:trace contextRef="#ctx0" brushRef="#br0" timeOffset="383">66 348 7843,'-6'0'-273,"0"0"629,2 0 193,3 0 0,-2 0-407,6 0 1,8 0-385,8 0 0,1 0-637,2 0 1,5-1 105,3-2 773,-3 1 0,39-22 0,5-1 0</inkml:trace>
  <inkml:trace contextRef="#ctx0" brushRef="#br0" timeOffset="559">496 249 8163,'8'0'796,"-1"0"1,-3 0-561,3 0 1,-3 2 59,3 1 0,0 3 92,4 5 0,-1 0-388,-2 0 1,5 5 110,-2 3 1,3 0-708,-3 0 1,0 1 3,0-1 0,-4 2-284,0 1 1,-1 0 326,2 0 549,2-5 0,-4-1 0,5-5 0</inkml:trace>
  <inkml:trace contextRef="#ctx0" brushRef="#br0" timeOffset="987">1014 426 7843,'-15'-17'40,"2"1"236,-1 5 0,1 1 451,2 2 0,-1 2-335,-3 3 0,3 1-182,-3-1 1,3 3 21,1 3 0,4 2 0,-1 3 0,2 1-286,-1-1 0,-2 5-16,6 2 1,-1 1-57,4-1 1,0-3 83,0 3 1,0-3-169,0-1 0,0 0-187,0 0 158,5 0 0,1-1-80,5-3 120,0 3 1,0-9-42,0 3 1,0-4 10,0-4 1,0-1 58,0-2 0,0-3 78,0 3 0,-1-3 115,-3-1 1,3 0-11,-2 0 0,-2 0 208,1 0 0,-4 0-4,0 0 0,2 0 154,-1 0 1,-1 3 162,-3 1-370,5 4 1,-2-5 28,4 4-95,-4 1-185,6 3 0,-2 4-97,4 4 0,-4 2-317,0 1 1,1 0 74,3 0 1,-4 0-314,0 0 0,-3-1-79,3-3 818,1 3 0,8-4 0,1 5 0</inkml:trace>
  <inkml:trace contextRef="#ctx0" brushRef="#br0" timeOffset="1243">1213 150 8017,'-5'-11'629,"3"0"-354,-6 0 1,4 1 375,-3 3-98,5 2-120,-3 5 1,5 1-102,0 3 0,1 6 194,3 4 1,3 6-361,8-2 1,-2 3-260,6 1 1,-1 1-367,4 3 0,-4-3 2,1 3 1,-2-1-613,1 0 1,2-1 515,-5 1 1,1-5-673,-2-2 1225,-2 1 0,14-12 0,-3-3 0</inkml:trace>
  <inkml:trace contextRef="#ctx0" brushRef="#br0" timeOffset="1501">1411 106 7843,'-11'-16'206,"4"4"1,0-3 1549,-2 3-1042,4 6-527,0 1 0,6 6 284,3 3 1,-1 2-74,4 5 1,4 5-136,4 2 0,4 7-156,0 0 0,1 6-190,2-2 1,1 0-68,-1 0 0,0-1-477,0 2 1,-2 0 286,-1-4 0,0 3-217,-4-3 0,0 0-618,-4-4 0,-1-5-213,-3-2 1388,3-3 0,-19-21 0,2-4 0</inkml:trace>
  <inkml:trace contextRef="#ctx0" brushRef="#br0" timeOffset="1718">1213 293 7843,'-17'0'2792,"1"-5"-1933,5-1-551,5 0 1,2 1 87,8 5 0,3 0-230,8 0 0,3 0 0,8 0 1,2 2-119,5 1 0,5-2-264,2 3 1,5-3-252,2-1 1,-1 2-628,1 1 0,-1-2-1337,-2 3 2431,-10-3 0,3-15 0,-9-5 0</inkml:trace>
  <inkml:trace contextRef="#ctx0" brushRef="#br0" timeOffset="2113">1786 293 10567,'11'6'218,"0"-1"-295,0-5 1,4 4-30,0 0 1,1-1-319,-2-3 0,-2 0-326,3 0 1,-3 0 45,-1 0 317,0 0 1,-1-4 113,-2-4 0,-5-2 249,-6-1 0,-3 0 116,-6 0 0,0 0 91,-2 0 1,-2 5 54,-3 2 0,0 0 267,4 0 0,-3 0 29,3 4 0,0 5-166,4 2 0,4 3-7,-1 1 0,2 2-199,-1 1 1,2 0-127,5 4 1,1-1 72,3 2 0,3 0-138,8-4 1,-2 0-166,6-4 1,-1 2-361,4-2 0,4 1-445,0-8 0,-1 0 371,-2-4 1,-3 0 627,-1 0 0,2-5 0,-4-31 0,5-11 0</inkml:trace>
  <inkml:trace contextRef="#ctx0" brushRef="#br0" timeOffset="2684">2095 282 7532,'0'-6'2609,"0"-4"-1833,0 9-467,0-4 1,0 7-62,0 1 0,0 0-53,0 4 1,3 2-12,1 5 0,5-1-133,-2 1 1,-1 2 44,2-1 1,-1 3-174,4-3 0,0 1 31,0-1 0,-1-3-132,-3 2 1,3-2-3,-3-5 73,3 3 0,1-9-213,0 3 1,-4-3-39,1-1 1,-4-5-134,3-2 0,-5-3 301,2-1 0,-3 0 70,-1 0 1,4-4 64,0 0 0,-1-3 206,-3 3 1,0-1-160,0 2 0,0 1 115,0-1 0,0 1 90,0 2 0,1 0-44,3 0 1,-1 4 55,4 0-75,0 4 0,4-2-34,0 5 1,-3 1 13,-1 3 0,0 2 4,4 5 1,-3 0-126,-1 0 1,0 2 1,4 1 1,0-1-63,1 1 1,-5 2-109,0-1 0,1 0-229,3-4 0,0-2-26,0-1 1,-2 2-258,-1-3 0,2-2-165,-3-2 83,3-1 769,1-2 0,-1-5 0,-3-3 0,-2-1 0,-5-2 0,1 0 0,3 0 0,-3 0 0,3 0 0,-3-1 51,-1 1 0,0 0 182,0 0 1,0 0 615,0 0-167,0 0 0,4 0 286,-1 0-392,1 5 0,-3 1-116,3 5 0,-2 0 218,6 0-448,-6 0 0,8 4 7,-3 0 1,-1 5-177,2 2 1,-1 0-45,4 4 1,-4-3-111,1-1 0,-1 4-441,4 0 1,0 0-761,0-4 1,-1 0 588,-3 0 705,3-5 0,-9-1 0,4-5 0</inkml:trace>
  <inkml:trace contextRef="#ctx0" brushRef="#br0" timeOffset="2834">2591 73 7850,'-11'-17'237,"0"2"1,5 3 1018,2 1-627,-2 0-629,5 5 0,15 20 0,11 11 0</inkml:trace>
  <inkml:trace contextRef="#ctx0" brushRef="#br0" timeOffset="3702">2789 315 8012,'8'0'1539,"-1"0"-1092,-5 0 0,5 0-154,-4 0 0,0 4-32,4 0 1,-3 4-224,3 0 0,-3-2-5,3 1 0,-3 1-104,3 3 0,-3 0 50,3 0 1,-4 0-205,0 0 1,2 0 85,-1 0 0,0-4-470,-4 0 120,4-4-59,-2 2 265,3-5 1,-5-1 179,0-3 0,0-2 23,0-5 0,1 0 26,2 0 1,-1-2 119,1-1 0,0 1-60,1-1 1,-2-2 128,5 1 1,-3 0-67,3 4 1,-3 0 288,3 0 11,1 5-253,3-4 1,0 9-22,0-2 1,-4 5-96,0 2 1,1 4-127,3 0 1,0 3 1,0 3 1,0-1-265,0 1 1,0-2 23,0 0 0,4-1-191,-1 0 0,5 0 268,-5 0 0,1-4 287,-4 0 0,4-4 0,0 0 0,3 2-57,-3-1 1,1 0-41,-2-4 1,-1-4 184,1 0 0,2-4 93,-1 0 0,0 0-24,-4 0 1,-2-1 30,-1 1 1,2-1-46,-3-2 1,-2-1-33,-2 1 1,-1 4 4,-2 0 0,0-1 57,0-3 0,-2 2 187,-1 1 1,-3 0-87,-5 4 0,0-1 120,0 1 1,-4 3-78,0-2 1,-1 1 38,2 2 0,1 0-250,-1 0 1,1 4-1,2 0 1,4 3-75,0-3 57,-1 4 0,2-2-112,2 5 1,3-3 19,1-1 1,0 0-123,0 4 0,6 0-19,5 1 0,0-1-243,4 0 1,1 0-87,-1 0 1,4 1 218,0 3 0,-2-3 97,1 3 1,-1-3 78,2-1 1,-3 3 119,-5 1 1,-4 0-31,0-4 0,-4 0 211,1 0 0,-3 0-148,-1 0 0,-5 0 44,-2 0 1,-8-4 53,-4 1 1,-1-6-360,-2 2 0,-5-3-355,-3-1 1,-2 0 246,-1 0 294,0 0 0,-54-24 0,37 8 0,0 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2:41.4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132 61 7832,'-4'-6'439,"2"-4"0,-3 4 0,2-1 1100,-1-1-1284,0 6 0,4-2 0,0 8 0,0 2 80,0 5 1,5 1-93,3 3 0,3 3-162,3 8 1,0 2 154,4 5 0,1 0-372,3 0 0,3 4-112,1 0 0,0 1-280,-4-1 1,0-3 303,0 3 0,-9-8-86,-2-3 1,-6-8-549,3-3 591,-6-8 0,2-2 103,-8-5 1,-1-1-128,-2-3 1,-3-2 49,3-5 0,-3 0 104,-1 0 1,0 0 120,0 0 0,-4-4-71,1 0 0,-5 0 80,4 0 0,-4 3 156,0-3 1,-1-1 87,-2 1 1,0 4 59,-1 4 0,1 1-2,0-2 1,0 4 138,0 4 1,5 1-164,2 2 0,4 4 39,4 4 1,2 3-107,5 1 1,0 5 19,0-2 0,1-1-135,3 1 1,6 1-88,5 3 1,4-4-182,0 1 0,3-2-192,3 1 0,0-2-408,4-5 0,-4-5 197,0-2 1,0-3-338,1-1 1,-4-1 563,0-3 0,0-3 355,-4-8 0,-2 3 0,10-48 0,-3-6 0</inkml:trace>
  <inkml:trace contextRef="#ctx0" brushRef="#br0" timeOffset="158">441 359 7832,'0'-19'-312,"0"1"1,0 4 603,0 0 0,0 1 570,0 2 1,0 4 260,0 0-810,0 4 0,1 0-148,3 6 0,-2 3-8,6 5 1,-1 2-14,4 1 1,1 0-33,3 4 0,-3 4-213,3 4 0,1 1-54,-1-1 0,3-3-381,-3 3 0,3-3-899,-3-1 1,0-5 1434,-4-2 0,5-3 0,1-1 0</inkml:trace>
  <inkml:trace contextRef="#ctx0" brushRef="#br0" timeOffset="300">408 116 7832,'0'-11'0,"0"0"0,0 5 0,5 1 0,11 25 0,7 4 0</inkml:trace>
  <inkml:trace contextRef="#ctx0" brushRef="#br0" timeOffset="1076">728 348 8729,'6'1'438,"-2"2"1,-2 2-360,2 3 0,-2 3 17,5 0 0,1 1-213,3 6 0,0-3 187,0 3 1,0 0-74,0 0 1,0 2-139,0-6-118,0 1 13,0-4 7,-5-5 45,-1-1 0,-6-11 122,-3-5 0,3 0-125,-3-4 0,-1-1 75,2 2 0,-1-5-129,4 4 0,-1-3 91,-3 3 0,3-3-3,-3 3 0,3-1 271,1 2 0,0 1 258,0-1-105,0 1 1,0 2-100,0 0 1,1 5 55,3 3 1,-2 1-138,6 2 1,-5 0-22,5 0 1,-1 0 17,4 0 0,0 4-44,0 0 0,1 4-38,3 0 1,-1 1-21,4 2 0,-3 1-123,3-1 1,-1 0 84,2 0 1,0-4-52,-4 0 1,3-1 67,-3 2 0,3 0 18,-3-4 0,1 0-47,-1-4 1,-3 0-27,3 0 0,-3-2 38,-1-1 1,-4-3 110,1-5 117,-6 0 0,3-4-120,-5 0 1,0 1 141,0 2 0,-1 1-139,-3 0 0,-2 2 18,-5 1 1,0 0 32,0 4 0,3-3-8,1 3 1,0 0 107,-4 4-93,0 0 0,0 2 64,0 1 0,3 3-87,1 5 0,5 0 26,-2 0 1,1 2-118,0 1 1,1 0-170,-1 4 1,3 1-320,3 3 0,4-4-50,4 0 0,5 1-261,2 3 0,4-5 806,4-2 0,66-13 0,-36-2 0,0-1 0</inkml:trace>
  <inkml:trace contextRef="#ctx0" brushRef="#br0" timeOffset="1539">1511 259 7832,'-8'-3'218,"1"-2"336,-2-1 1,-1 3-237,-1 0 0,4 1-69,0 2 1,3 2-90,-3 1 1,4 3-1,0 5 1,1 0 48,2 0 0,2 5 13,1 3 0,1-2-307,7 1 1,-2 1-208,5 3 1,0-4-232,0 0 1,4-3 192,4 3 0,-4-5-207,0-2 0,1-1 205,3-7 1,-1 5-44,-3-5 0,3 1 123,-3-4 0,-2-5 59,-1-2 0,1-3 173,-2-1 0,0-4 20,-7 0 0,2-4 0,-6 0 0,1-1 4,-4-2 1,0 0-69,0-1 1,0 1 104,0 0 0,-5-3 76,-2-1 0,-2-3 70,2 3 1,-3-4 319,3 5 0,-2-1-16,2 4 0,-3 1-30,3 3 0,1 3 801,-2 8-881,6-3 0,-3 10-2,5 0 0,0 5-39,0 6 0,5 5 130,2 2 0,7 4-293,0 4 0,5-2-153,-5 6 0,5 2-130,-5 1 1,5 2-113,-4-5 1,-1 0-233,-3 0 0,-1 1-70,-3-1 0,2-3-485,-5-1 1,3-8-423,-3-3-66,-1 2 1493,-3-5 0,5-11 0,1-8 0</inkml:trace>
  <inkml:trace contextRef="#ctx0" brushRef="#br0" timeOffset="1718">1654 270 7832,'-5'-11'528,"5"5"123,0 3 1,6 1-513,9 2 0,2 0-475,5 0 0,1 5 27,3 3 1,2-2-249,5 1 1,-3-3-37,-1 3 1,0-4 592,4 0 0,-3-2 0,-1-1 0,-4 0 0,2-14 0,-5-5 0</inkml:trace>
  <inkml:trace contextRef="#ctx0" brushRef="#br0" timeOffset="1893">2040 116 7832,'0'-7'1171,"0"-1"-976,0 6 17,0-3 1,0 6 28,0 3 1,5 3-53,2 8 0,-1 2-120,1 5 0,0 1-323,0 3 0,3 1-101,-3 2 1,-1 3-369,1-2 0,-3-2 337,4 1 0,-1-4 386,4 1 0,29-3 0,8-1 0</inkml:trace>
  <inkml:trace contextRef="#ctx0" brushRef="#br0" timeOffset="2314">2315 270 7832,'6'-1'924,"-2"-3"0,-1 3-748,0-2-715,-2 1 330,4 7 0,-5 1 181,0 5 0,4 0-38,0 0 0,1 2 62,-2 1 1,-2-1-15,3 1 0,2-1-141,2-2 1,1 0-65,2 0 1,0 0 40,0 0 1,2-5 111,1-2 0,0 0-6,4 0 1,-4 0 29,0-4 0,-1-1 74,-2-3 0,0-2-34,0-5 0,-1 3 130,-3 1 0,2 0 334,-6-4 1,2 0-62,-1 0 1,-3 0 102,3 0 0,1 3-190,-2 1 1,1 3 205,-4-3-367,5 4 0,1-2-162,5 5 0,-4 4 152,1 0 1,-1 8-88,4-1 0,-4 7-33,1 1 0,-1 5-127,4 2 1,-4 5-230,1-2 0,-5 3 140,5 1 1,-6 0 157,2 0 1,-3-5 80,-1-2 0,-1-4 125,-3-4 1,-3 0-275,-8-4 1,-2-6-211,-5-1 0,0-5-227,0-2 0,-1 0 74,-3 0 470,8-4 0,-8-22 0,9-10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2:37.7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66 7832,'-1'-11'-82,"-2"0"0,0 0-491,0 0 0,2 4-7,1 0 580,0 4 0,0-2 0,24 15 0,7 2 0</inkml:trace>
  <inkml:trace contextRef="#ctx0" brushRef="#br0" timeOffset="490">155 254 7832,'4'11'-559,"0"0"0,-1 0 713,-3 0 0,0-4 66,0 1 1,0-5 420,0 5-233,0-6-47,0 3-151,0-5 1,0-5-163,0-2 0,0 1-192,0-2 1,0 1 90,0-4 0,0-4 87,0 0 1,0 1-23,0 3 0,2 0-28,1 0 0,-2 0 1,3 0 88,2 0 0,-3 1 108,4 2 1,-3 0-73,3 4 0,-3 0 324,3 4-206,0 0 1,4 5-139,1 3 0,-1 2-170,0 1 1,0 3 77,0 1 0,0 3-223,0-3 1,0 3 161,0-3 0,0 0-83,0-4 1,0 0 100,0 0 0,-4-5-95,0-2 129,-4-3-38,7-1 1,-9-1 22,3-3 0,1-2 56,-2-5 1,1 0 129,-4 0 1,0 0-37,0 0 1,0-4 195,0 0 1,0 1 39,0 3-84,0 0 0,1 0 619,3 0-530,-3 0 0,9 1-135,-3 2 1,-1 3-8,2 5 0,-1 0-53,4 0 1,0 0-134,0 0 0,1 5-228,3 3 1,-2 2-333,6 1 0,-6 0-619,2 0 0,1 0-69,-1 0 1,-1 0 1211,-3 0 0,10 10 0,2 2 0</inkml:trace>
  <inkml:trace contextRef="#ctx0" brushRef="#br0" timeOffset="1176">1 276 8114,'0'-11'1325,"0"3"-627,0 1-238,0 5 100,0-3-219,5 5 0,1 5-195,5 2 1,0 4-102,0 4 1,0-2-947,0 6 1,0-1 237,0 4 663,0 0 0,30 25 0,6 5 0</inkml:trace>
  <inkml:trace contextRef="#ctx0" brushRef="#br0" timeOffset="2143">938 199 7894,'-4'-11'501,"1"0"-272,-6 0 1,7 1 190,-6 2-290,1 3 1,-4 5 29,0 0 0,-4 0-141,1 0 0,-1 5 87,4 3 1,0 5-77,0 2 1,0 1 26,0-1 0,3-2-212,1 5 0,5-4-23,-2 1 0,3 0-58,1 0 1,1 0-124,3-4 1,2-1 115,5-3 0,3-1-34,1-2 0,1-3 121,-1 3 0,-3-7-53,3 0 1,1-6 68,-2 2 1,1-7-22,-4 0 0,-4-1 269,1 4 1,-5-4-65,5 0 0,-6-1 221,2 2 0,-3 2-33,-1-3 0,0 3 402,0 1-374,0 0 16,0 0-125,0 4-22,0 2-98,0 15 0,4-2-197,-1 6 1,2 2-251,-1-1 0,1 3 94,2-3 1,3 3-57,-3-3 1,3 3 158,1-3 0,0 1 219,0-1 0,2-7 0,1 3 0,-2-6 0,3 3 0,-1-6 0,0 2 0,-1-4 0,1-4 0,2-1 0,-1-2 0,0-4-30,-4 0 0,3 0-3,1-4 1,0 3 133,-4 1 0,-4-4 157,0 0 0,0 1-51,0 3 0,2 0 134,-6 0 1,1 0-102,-4 0 0,0 0-104,0 0 1,-1 1 47,-3 2 1,-3 0 2,-8 4 0,3-3-38,-3 3 0,3 0-72,1 4 0,-2 0-397,-1 0 291,1 0 0,-2 0-48,4 0 1,3 2-60,1 1 51,4-1-94,-1 7 157,4-3 1,1 4-1,2-2 0,4 0-50,4-4 1,3 3-1,1-3 1,1 3-16,-1-3 0,-2 3-11,5-3 0,0 5 85,0-2 1,3-1 8,-3 1 0,2 2 73,-2 6 0,2-3-61,-6 3 1,1-2 105,-4 2 0,-1-3-29,-3 3 0,-2 1 169,-5-2 0,-5 0-120,-2-7 0,-8 3 66,-3-3 0,-7-2-410,0-1 0,-5 1-40,5-2 0,-5 1-29,4-4 0,-3 0-96,3 0 1,2-1 374,5-3 0,18-12 0,9-7 0</inkml:trace>
  <inkml:trace contextRef="#ctx0" brushRef="#br0" timeOffset="2488">1588 221 8001,'16'-5'104,"-3"4"1,3-4 418,-1 0 0,-2 4-444,1-3 1,-1-1-415,-2 1 0,0-1 198,0 2 1,0 0 110,0-4 1,0 4-86,0 0 0,-5-3 2,-2-2 0,1 2-114,-2-1 0,1 3 178,-4-3 0,0-1-29,0-3 1,-5 4 9,-2 0 1,-4 3 0,-4-3 1,1 4 114,-4 0 0,3 1 211,-3 2 1,1 2 181,-2 1 0,0 0-138,4 4 0,0 0 76,4 4 0,0 4-279,0 0 1,5 1-149,3-2 1,-2 4 127,1 4 1,0-2-222,4-1 1,5 2-162,3-3 1,6-2-1156,5-1 1453,2-3 0,54-11 0,15-2 0</inkml:trace>
  <inkml:trace contextRef="#ctx0" brushRef="#br0" timeOffset="2822">2107 99 7832,'-5'-6'126,"-1"0"0,-5 4 467,0-2 1,0-3-131,-1 3 1,1 0-12,0 4 0,0 0 11,0 0 1,2 2-245,1 1 0,0 0 2,4 4-140,0 0 1,4 4-193,0 0 1,0 0 140,0 0 0,5-1-204,3-2 0,1 1-679,2-1 1,2 0 283,1 0 1,0 1 101,4-1 1,-1-2 187,2 1 0,0-3 40,-4 3 0,3-1 178,-3 2 0,1 0 192,-1-4 1,-7 3-125,3-3 1,-6 3 94,3-3 0,-7 3 13,-1-3 1,-5 1-5,-6-1 0,-6-3-139,-5 3 1,-5-3-463,-6-1 1,-4 0 489,0 0 0,-29-5 0,-4-1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2:45.3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0 254 7881,'0'7'67,"1"-3"1,2-2 227,0 1 1,6 0-157,-2 4 1,-1-3-149,2 3 0,-2 4-265,1 4 0,3 4 51,-3 0 1,0 2 32,0 1 1,-5-4 207,2 0 0,1-4 133,-1 1 1,-1-3-57,-3-1 59,0-5-94,0-1 1,-1-5 163,-3 0 0,2-5-60,-5-2 0,3-3-100,-3-1 1,4-1-137,-1-3 1,3 1 30,1-4 0,0 3-209,0-3 0,1 5 127,3-2 1,1-1-58,2 1 1,3 1-41,-3 2 0,7 3-101,1 1 1,-1 0 151,-3 4 0,0-3 40,0 3 1,0 0 345,0 4-81,1 0 0,-3 2 49,-1 1 1,0 0-32,-4 4 0,3 0 146,-3 4 0,3 0-113,-3 1 0,5-1-38,-2 0 1,3 0-81,1 0 1,0-4-96,0 0 1,1 1-83,3 3 0,-2-4 56,6 0 1,-5-4-103,5 1 0,-5-3 75,5-1 0,-6-1-45,2-3 0,-2 1-42,2-4 1,-4 0 52,0-4 1,0 0-72,-4 0 1,-2 0 7,-1 0 1,1 0 46,-1 0 1,-1-1 115,-3 1 1,-5 0 141,-2 0 1,-3 5-5,-1 3 0,-3-2 212,-1 1 1,-1 0 206,1 4 1,3 4-227,-3 0 0,3 4 59,1 0 1,0 1-18,0 2 0,4 4-117,-1 0 1,6 3-142,-2-3 0,3 5-210,1-2 1,6 2-230,5-2 1,3 1-499,8-4 0,-2 4 835,10-5 0,33-9 0,13-6 0</inkml:trace>
  <inkml:trace contextRef="#ctx0" brushRef="#br0" timeOffset="284">838 232 7881,'-11'0'-364,"4"4"769,-1 0 859,1-1-915,1 2 1,1 1-165,5 5 1,5-3-21,2-1 1,7 0-10,0 5 1,2 2-169,-1 1 1,-3 0 102,3-4 0,1 1-112,-2 3 1,0-3-24,-7 3 0,2-3 71,-6-1 0,1 0 46,-4 0 1,-6 0-216,-5 0 0,-5-4-298,-6 1 1,-4-6 42,1 2 0,-5 1-651,4-2 1048,1 1 0,13-14 0,2-2 0</inkml:trace>
  <inkml:trace contextRef="#ctx0" brushRef="#br0" timeOffset="1303">1114 343 7874,'0'-7'720,"0"-2"56,0 1-499,0 3-293,0 1 147,0 13 0,0 2-62,0 8 0,1-2 14,2-2 0,0 1 112,4 2 0,-3 3-273,3-3 1,-1-2-100,2-1 1,2 1-84,-3-2 0,-1 1 138,1-4 0,-3-1-38,3-3 1,-3 2 24,3-6 0,-3 1-454,3-4 390,1 0 0,2-5-93,-3-2 0,1-3 132,-4-1 1,5-1 98,-2-3 0,-2-1 141,-1-2 1,1-3-10,-2 3 1,5 0 178,-5 0 0,1 3-56,-4-3 0,0 1 84,0-2 1,0 4 26,0 4 0,0 3 91,0 1-258,0 4 8,0-2 1,0 8-67,0 4 1,0 1-25,0 6 1,0 3-15,0 2 0,1 2-35,3 1 0,2 1-183,5 3 1,0-3-10,0 3 1,1-7 23,3 0 1,1-2-43,2 1 0,3-2 36,-3-5 1,2-1-139,-2-3 1,3-2 88,-2-5 1,-3-5 64,-2-2 0,-1-4 56,-2-4 1,2-2 168,-2-5 0,1 4-69,-8-1 1,3-3 57,-3-3 0,3-2 174,-3 1 1,0 1-87,-4-4 0,3 1 52,1-2 1,0-1 56,-4 1 1,0 2 233,0-1 0,-4 8-79,0-1 0,-1 3 59,2 1 0,2 6 224,-3 4-512,3 6 1,1-2-135,0 8 1,0 6 161,0 4 0,0 6 27,0-2 0,3 8-171,1 4 0,5 0-212,-2 0 0,3 1-79,1-1 0,-1 2-280,-3 1 0,3-1-207,-3-3 1,3 2 180,1-6 0,0 1-57,0-4 0,4-5 181,-1-2 0,1-4 139,-4-4 0,4-2 167,-1-5 0,1-1 162,-4-3 1,0-6-279,0-4 1,3-2-133,-3 1 0,5-2 345,-9-5 0,5-1 0,-4-3 0,1 1 0,2-4 0,-3 3 0,-1-3 0,-3 0 0,3-5 0,-4 1 0,0 0 0,-2 0 0,-1 0 0,-4 0 162,-4 0 1,2 6 385,-1 5 0,3 6 1422,-3 9-1316,4 2 1,-2 7-198,5 6 0,0 4-132,0 10 0,0 2-49,0 6 1,2-1-124,1 8 0,2-1-109,3 0 0,1-1-22,-1 1 0,0-1-277,0-2 1,1 0-652,-1 0 1,-2-4 36,1 1 1,-1-10-300,2 3 1,1-9 1167,-1 1 0,7-18 0,2-4 0</inkml:trace>
  <inkml:trace contextRef="#ctx0" brushRef="#br0" timeOffset="1460">1962 332 8472,'0'-8'-693,"0"1"1,9 4 225,2 0 0,7 2 467,1 1 0,2 0 0,45 4 0,11 3 0</inkml:trace>
  <inkml:trace contextRef="#ctx0" brushRef="#br0" timeOffset="1735">2481 265 7874,'-23'0'-191,"3"0"1,0 0-77,2 0 0,1 4 267,-2 0 0,3 1 348,5-2 0,4 3 511,0 6 1,5-1-679,2 0 0,5 0-389,6 0 1,5 5-108,3 2 1,0-2 175,-1-1 0,2 0 34,-5 0 1,1 1 86,-2-1 1,-5-3-71,2 3 1,-7-3-23,-1-1 0,-6-4-65,-5 1 0,-3-2-82,-3 1 0,-8-2-593,-8-5 850,-2 0 0,-17-6 0,-8-3 0,-6 0 0,1 0 0</inkml:trace>
  <inkml:trace contextRef="#ctx0" brushRef="#br0" timeOffset="2318">849 265 7874,'6'-4'1640,"-1"2"-1216,0-3 1,-3 2-212,6-1 0,-5 0-26,5 4 0,-2-1-350,1-3 1,3 3-1222,-3-2 853,3 1 1,1 2 530,0 0 0,-5 5 0,-1 1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2:48.7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1 182 7850,'0'-8'1854,"0"1"-1211,4 4-536,-2-1 1,4 4 137,-3 0 0,-1 1-87,1 2 0,2 4-108,-1 4 1,0 3-53,-4 1 0,3 1-349,1-1 0,0-2-135,-4 5 0,0-3-1251,0 4 1737,0-6 0,0 13 0,0-3 0</inkml:trace>
  <inkml:trace contextRef="#ctx0" brushRef="#br0" timeOffset="150">56 71 7863,'0'-17'301,"0"2"155,0 3 0,1 2-725,3 3 0,-3 1 269,2 2 0,9 18 0,0-1 0</inkml:trace>
  <inkml:trace contextRef="#ctx0" brushRef="#br0" timeOffset="462">210 336 8197,'11'5'1654,"-4"-4"-1160,1 3 70,-6-3-53,3-1-816,-5 0 0,0-5-296,0-2 583,0-3 1,0-2 156,0-3 0,1 3-234,3-3 1,-2 3-112,6 1 1,-1-4-50,4 0 0,0 1 184,0 3 0,-2 1 594,2 2 0,-3 0-112,7 4 1,1 1-14,-1 3 1,1 1-239,-2 2 0,0 8-261,4 8 1,-1 2-232,2 1 0,0 0-590,-4 0 1,3 0 476,-3 0 445,5-5 0,26-1 0,13-5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2:50.7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232 221 8541,'0'-6'3057,"0"1"-2689,0 0-229,0 4 1,-2-4-114,-1 5 1,-3 1 169,-5 3 1,0-2 27,0 5 1,-2-3-346,-1 3 1,1 1 43,-1 3 1,1-4-589,2 0 0,0 1-456,0 3 575,0 0 0,4 0 242,0 0 1,4 0 79,0 0 0,3 0 56,3 0 1,3 0 24,5 0 1,2 0 46,1 0 1,3-1 1,5-3 0,1 3 153,-1-3 0,0 3 42,0 1 1,-4 0 61,0 0 0,-5-3 46,-2-1 1,-5 0 235,-6 4 1,-1 0-227,-3 0 1,-5-1 36,-9-3 1,-2 3-121,-9-2 1,2-2-28,-6 1 0,6-1-607,-6 2 0,7 0-47,0-4 1,8 0-984,3-4 1528,3 0 0,21-15 0,4-4 0</inkml:trace>
  <inkml:trace contextRef="#ctx0" brushRef="#br0" timeOffset="413">375 353 10496,'0'11'412,"0"0"1,0 1-281,0 3 1,1-3-143,3 3 0,-2 1 71,6-1 1,-1 3-346,4-3 187,0-1 0,0-3-43,0 0 0,0-5-85,0-2 0,0-3 68,0-1 0,-3-3-15,-1-1 0,0-6 75,4-1 1,-3 0-100,-1-4 0,-3 2-62,3-2 1,-1 3 109,1-3 0,0 3 48,-4 1 1,0 4-15,4-1 20,-4 6-164,6-8 121,-7 9 1,2 1 374,-4 7 0,0 3 533,0 1 1,0 0-488,0 0 1,2 1-126,1 3 1,-1-3-389,1 3 1,0-3 22,0-1 1,2 0 29,3 0 0,1-3-113,-1-1 0,2-5-354,1 2 0,0-3 244,0-1 1,0-1 398,0-3 0,0 3 0,0-28 0,0-2 0</inkml:trace>
  <inkml:trace contextRef="#ctx0" brushRef="#br0" timeOffset="831">772 110 7980,'-7'-12'1871,"-1"-3"-632,6 3-389,-3-4-523,5 10 1,0 6 57,0 8 1,1 5-158,3 2 0,-2 4 14,6 0 1,-5 1-279,5 3 0,-5 0 96,5 3 0,-5-2-406,5 5 1,-6-3 48,2 4 1,-2-2-104,2 1 0,-3 2 214,3-6 1,-3 5-54,-1-4 1,-1-2 7,-3-6 105,3 3 1,-5-10 81,2 0 247,3-5 1,-4-7-71,5-2 0,0-4-190,0-4 0,1 0-143,3 0 1,-2-3 112,6-1 0,-5-3-23,5 3 1,-5-5 21,5 2 1,-1 1-30,4-2 1,-4 2-99,1-1 0,-1 2 39,4 5 0,0 0 26,0 0 0,1 0 111,3 0 0,-3 5 135,3 2 1,-3 3-132,-1 1 1,0 1 144,0 3 0,-1 5 13,-2 6 0,-4 1 179,-4-1 0,0 2-103,0 5 1,-8-4-85,-3 1 0,-4-5-113,0 5 1,-2-6-227,-5 2 1,-3 0-1563,-1-4 1786,5 2 0,-10-16 0,2 1 0</inkml:trace>
  <inkml:trace contextRef="#ctx0" brushRef="#br0" timeOffset="1186">1158 287 8092,'-6'0'1011,"-4"0"1,9 5-529,-3 2 1,3 3 42,1 1 1,0 5-291,0 2 0,1 4-44,3 4 0,-3 2-121,2 5 1,-1 0-371,-2 0 1,0-1 89,0-2 1,0 0-64,0-4 1,0-2-1030,0-5 286,0-3-592,0-5 1303,0-5 0,19-75 0,6-23 0</inkml:trace>
  <inkml:trace contextRef="#ctx0" brushRef="#br0" timeOffset="1418">1081 298 7980,'0'-6'221,"0"-4"332,0 3 0,1 0-316,2 0 1,4 5-234,4-2 1,5-1-46,2 1 1,8 1 79,3 3 1,3 0-88,1 0 0,-1 0 79,-3 0 1,-2 3-125,-5 1 1,-2 5 83,-6-2 1,-4 6-19,-10 2 1,-1 4-23,-3-5 1,-3 2-142,-8-1 0,-3-3-157,-8 3 0,3-3-159,-3-1 0,1-1 506,2-3 0,9-2 0,9-5 0</inkml:trace>
  <inkml:trace contextRef="#ctx0" brushRef="#br0" timeOffset="1905">1665 353 7980,'-11'-5'0,"3"0"326,1-2 0,0-2 488,-4 6 0,0-5-277,0 5 0,0-1-106,0 4 0,-4 0-150,0 0 1,-1 4-164,2-1 1,0 6-147,-4-2 1,3 4 96,-3 4 1,1-2-137,-2 6 0,3-5-97,5 5 0,0-5-135,0 5 0,5-6-241,2 2 0,4-4 290,4-4 0,2 2-402,5-5 1,1-1 180,3-3 0,-1 0-22,4 0 1,-3-1 357,3-3 1,-4-2 244,0-5 0,-2 0-135,0 0 0,0-3 94,2-1 1,-4 1 491,5 7 1,-9-3-278,5 3 1,-2-2 304,2 2 1,-4-2 172,0 6-287,-4-1-368,2 4 0,-5 1-155,0 3 1,0 2-163,0 5 0,0 4 103,0-1 0,0 2-108,0-1 0,0-3 19,0 3 0,0 1-583,0-1 1,0 1-513,0-2 724,5-1 1,1 1 566,5-6 0,10-23 0,2-10 0</inkml:trace>
  <inkml:trace contextRef="#ctx0" brushRef="#br0" timeOffset="2195">1764 364 7980,'1'-22'210,"3"0"1,-3 5 361,3 2 0,1 3 62,-2 1 1,6 5-165,-2 2 1,-1 3 218,2 1-471,-6 0 0,7 5-28,-5 2 0,3 3-48,-3 1 1,-1 1-146,-3 3 1,1 2-10,3 5 1,-3 0-213,3 0 1,1 0-532,-1 0 0,-1 0 311,-3 0 0,0-1 18,0-3 0,0 2 195,0-5 1,0-1-125,0-3 497,0-4 258,-5-3 0,0-8-108,-2-4 0,2-6 306,5-5 0,0-3-207,0-4 1,1 3-46,3-3 0,2-1-340,5 2 0,5-5-242,3 5 0,1-1-681,2 4 0,4 3 335,0 1 1,3 5 581,-3-2 0,10 3 0,-2 1 0</inkml:trace>
  <inkml:trace contextRef="#ctx0" brushRef="#br0" timeOffset="2819">2624 342 7848,'-7'-6'730,"-1"2"925,0 3-1472,3 1 0,0 5 45,5 2 1,0 8-1,0 3 0,0 7-278,0 0 1,4 7-3,-1 1 1,6 2-30,-2 5 0,-2-4-97,-1 0 0,1-1-375,-2-2 0,1-1 109,-4-3 0,0-7-1047,0-7 1044,0-3 1,0-7 446,0-5 0,0-10 0,5-66 0,1-19 0</inkml:trace>
  <inkml:trace contextRef="#ctx0" brushRef="#br0" timeOffset="3035">2657 320 7850,'0'-6'126,"0"-4"268,0 3 0,0 0 125,0 0-260,0 5 1,5-3 42,2 5 1,3 0 102,1 0 0,4 1-271,-1 3 1,5 2-40,-4 5 0,3 4-205,-3-1 0,-4 2-67,-4-1 0,-5-2-310,2 6 0,-4-6 226,-4 2 1,-3 1-171,-8-2 0,-2 1-130,-5-4 0,0-1 561,0-3 0,-15-2 0,-3-5 0</inkml:trace>
  <inkml:trace contextRef="#ctx0" brushRef="#br0" timeOffset="3779">2933 441 8076,'7'0'496,"0"0"0,-3 0-244,3 0 0,1 0-147,3 0 1,0 0-213,0 0 1,0 0 2,0 0 1,0-4-67,0 1 0,-1-2-164,-3 1 0,2 2 68,-6-6 1,5 5-181,-5-5 1,1 5 8,-4-5 327,0 1 0,-5 0 89,-2-1 0,-3 6 223,-1-2 0,-4 3-94,0 1 0,1 0-68,3 0 1,0 5-6,0 2 1,0 2-15,0-2 1,3 3 6,1-3 1,5 3-25,-2 1 0,3 0-27,1 0 0,1 4-27,3 0 0,2-1-84,5-3 0,3-3 36,1-1 0,1 0 83,-1 4 0,-3-5-1,3-2 0,1-3 23,-2-1 1,5 0 2,-5 0 1,5-5 34,-5-2 1,1-3 131,-4-1 1,4 0-24,0 0 1,-1 0 139,-3 0 0,-3 0-85,-1 0 1,-1-4 45,1 1-108,3-1 0,-7 4 131,4 0-151,-5 5 1,5-3 120,-4 6-132,-1-1 1,2 5-458,-4 3 161,0 2 0,2 6 44,1 3 1,-1-3 86,1 3 0,-2 1-57,-1-1 0,-1 3 105,-2-3 0,1 3 14,-1-3 1,0-1 68,0-3 0,1 0 429,-1 0 1338,-4 0-851,6-4-373,-9-3 0,9-8-446,-2-4 1,5-6-372,2-5 1,5-2 107,3-1 1,3-3-130,7-1 0,2 0-395,1 4 0,0-1-2054,4-3 2662,1 8 0,32-8 0,8 9 0</inkml:trace>
  <inkml:trace contextRef="#ctx0" brushRef="#br0" timeOffset="4137">3870 44 7884,'-15'-11'234,"0"1"342,2 3 1,-3-1-207,1 4 1,-1 0 61,2 4 0,1 0 80,-1 0-310,1 5 1,4 2-292,1 8 1,3-1 34,5 4 1,0 0 39,0 4 0,5 4 53,3 0 0,-2 6-110,1 1 0,0 1-107,4 6 0,0 1-162,0 3 1,-1-1-26,-2-3 1,0-2-44,-4-5 1,0-1-208,-4-2 0,0-5 195,0-6 1,-2-8-284,-1-8 703,-3-1 0,-6-2 0,-23-44 0,-7-12 0</inkml:trace>
  <inkml:trace contextRef="#ctx0" brushRef="#br0" timeOffset="4515">3539 386 7918,'0'-11'410,"5"4"-304,2-1 1,3 6 99,1-2 0,4 3 27,-1 1 0,10 0-103,-2 0 1,8 0-142,3 0 1,2 1 82,5 3 1,-1-3-129,2 3 0,-3-2-297,-5 2 1,-1-3-9,-3 3-109,-2-3 264,-10-1 110,-6 0 1,-11 1 60,-7 3 0,-4-2 66,-4 6 0,2-1-46,-6 4 0,5-2 32,-5 2 0,6-3 86,-2 7 1,3-3-55,1-1 1,1 0-29,3 0 0,2 2-32,5 1 1,0-2-2,0 3 0,1-6 10,3-2 0,5-1-6,6 2 0,5-4 133,-2-4 1,3 0 201,1 0 1,-4-4 151,1-4 1,-6-5-302,2-2 1,-4-5-250,-4 2 1,-2 1-205,-5-1 0,-5-1-445,-2-3 1,-4 5 346,-4 2 0,2 3 373,-6 1 0,1 15 0,-4 3 0</inkml:trace>
  <inkml:trace contextRef="#ctx0" brushRef="#br0" timeOffset="4805">4145 397 7884,'6'-6'1607,"1"-3"-986,-4 6 0,3-1-197,5 4 0,-3 0-146,-1 0 1,0 5-16,4 2 0,-3 3-48,-1 1 0,-3 4 0,3-1 1,-4 2-340,0-1 0,0-1 140,0 4 0,-1-5 42,1 2 1,-1-3 225,-2-1 60,0 0 1,0-3 183,0-1 399,-5-4-710,3 1 0,-2-5-21,4-2 1,0 0-196,0-4 0,0-2-106,0-6 0,1 2-603,2-5 0,5-1-41,6-3 1,0 0-430,4 0 1,-3 0 675,3 0 0,1 0-200,3 0 702,0 0 0,10 5 0,2 1 0</inkml:trace>
  <inkml:trace contextRef="#ctx0" brushRef="#br0" timeOffset="5562">4553 430 7884,'-6'-7'136,"2"-1"212,3 0 1,0 3 240,-3 1 95,3-2 314,-4 5-416,5-4-348,0 5 1,0 5-92,0 2 1,1 3-93,3 1 0,-2 1-123,6 3 0,-6-3 114,2 3 0,1 1-203,-1-1 0,0 1 83,0-2 0,-3-2-66,3 3 0,1-3 114,-1-1-18,-1 0 183,2 1 262,-4-6-388,9-1 1,-7-7-39,4-1 1,-3-5-131,3-6 0,-5 0 137,2-4 0,1 1-126,-1-2 1,3-2 12,-3 3 1,3-3-193,-3-1 1,3 4 196,-3-1 0,3 6-15,-3-2 0,4 3 253,0 1 1,-2 4 1,1-1 0,-3 6 15,3-2 0,-3 3-16,3 1 0,-3 5 110,3 2 1,-4 4-127,0 4 1,2-2-32,-1 6 0,0-5-30,-4 5 0,3-5-134,1 5 0,3-4-43,-3 3 1,1-5-5,-1 2 1,-2-3-182,5-1 333,-4 5 4,7-3-23,-9 2 1,5-8 124,-2-4 0,-3-3-149,3-3 1,-2-2 16,2-3 1,-2-5-13,6 2 1,-5-3 141,5 3 0,-5-3 163,5-1 0,-5-5 3,5 2 1,-5 1 221,5-2 1,-5 1-137,5-4 0,-5 5 50,5 2 0,-2 3-128,1 1 1,3 1-39,-3 3 0,-1 2-202,2 5 0,-1 0-93,4 0 1,-4 1-245,1 3 0,-1 6-184,4 4 0,0 5-628,0-5 0,-3 6 240,-1-2 0,-1-2-408,1-1 1,2 1 481,-5-1 794,4-1 0,-7 2 0,4 1 0</inkml:trace>
  <inkml:trace contextRef="#ctx0" brushRef="#br0" timeOffset="6016">5358 419 7884,'-11'-11'189,"0"0"0,2 1 108,-2 3 1,3-2 307,-7 6 0,3-5-315,1 5 1,-1-1-106,-3 4 0,3 5-120,-3 2 1,4 3-241,4 1 0,-2 0 144,5 0 0,-3 4-158,3-1 0,1 1-103,3-4 0,0 0 72,0 0 1,0 0-12,0 0 0,0 0-13,0 0 0,1-5-186,2-2 1,4 1 133,4-1 0,0-1 4,0-3 0,0-1 150,0-3 0,-1 2 148,-3-5 1,3 3 436,-3-3 1,2-1 102,-2-3-205,3 0 0,-4 0 6,5 0 1,-4 1 182,1 3 0,-5-3-271,5 3 1,-2 1-260,1-2 0,3 6 108,-3-2-258,3-2 1,1 5-150,0-3 1,-4 4 50,1 4 0,-6-2-121,2 6 0,1-1 70,-2 4 0,1 0-59,-4 0 1,0 0-29,0 0 386,5 0 0,16 5 0,8 1 0</inkml:trace>
  <inkml:trace contextRef="#ctx0" brushRef="#br0" timeOffset="6425">5534 364 7884,'0'-6'1750,"0"-4"-528,0 3-424,0 2-341,0-5 28,0 9-595,5-4 0,0 10 155,3 2 1,1 3-308,-1 1 1,-2 0 111,1 0 0,-1 4-81,2-1 1,-2 1 59,-3-4 0,0 4-39,4 0 1,-4-1 101,0-3 1,-1 0 44,-2 0 0,3-3 294,1-1-80,0-5 76,-4 3-314,4-5 0,-2-5-253,1-2 0,2 1 128,-1-1 1,1-1-46,-1-3 0,-3 0 200,2 0 0,-1 0 152,-2 0 0,3 0-157,1 0 1,3 0 42,-3 0 1,1 1-110,-1 3 194,2-3 0,5 9-100,0-3 0,0 3 1,0 1 0,0 0-126,0 0 1,0 1 93,0 3 0,0 2-24,0 5 0,4 0-40,-1 0 0,1 0-70,-4 0 1,1 0-322,3 0 1,-3 0 21,3 0 498,-3-5 0,14 9 0,3-3 0</inkml:trace>
  <inkml:trace contextRef="#ctx0" brushRef="#br0" timeOffset="6909">6196 276 7884,'-6'0'144,"-4"-1"271,3-3 0,-3 3-159,-1-3 1,0 6-28,0 2 0,0 5-39,0-2 0,0 6 26,0 2 1,3 1-379,1-1 1,4-2 171,0 6 0,2-2-342,1 1 1,1 2 123,2-6 1,4 1-40,4-4 1,0-3-35,0-1 0,3-5-145,1 2 1,5-3 70,-2-1 0,3 0-22,1 0 1,-4-1 373,1-3 0,-1-1 3,4-2 0,0-3 38,0 3 1,0-4 27,0-4 1,0 3 38,0-3 1,0-2 71,0-1 0,-4 1 107,-4-2 1,-1 6-65,-2-2 1,-4-1 349,0 1-441,-4 1 1,-7 4-5,-7 3 1,-4 2 171,1 5 1,-4 1 3,-4 3 1,4 2 150,0 5 0,1 1-146,-2 3 1,0-3 70,4 3 0,0 2-80,4 1 0,4-1-36,-1 2 0,6-2-136,-2 1 1,6 3-121,5-3 1,1 0 82,11 0 0,0-5-154,7 2 1,2-6-439,5-2 0,0-5 84,1 2 1,-3-3-103,-1-1 1,0-5-98,-4-2 1,-5-3 618,-6-1 0,-13-10 0,-3-2 0</inkml:trace>
  <inkml:trace contextRef="#ctx0" brushRef="#br0" timeOffset="7771">7320 463 10117,'-5'11'-540,"-55"44"0,21-22 1,0 0-1</inkml:trace>
  <inkml:trace contextRef="#ctx0" brushRef="#br0" timeOffset="8576">7783 166 7847,'0'-11'101,"0"-1"1,0 1 0,0 0 815,0 0 0,2 5-492,1 3 1,0 1-53,4 2 0,-3 0-267,3 0 0,-3 2 58,3 1 1,-3 7 60,3 5 1,-4 8-101,0-1 1,0 6-133,0-2 0,-1 8 47,1-1 0,-2 3-204,-1-3 0,0-4 44,0 1 1,0-5-65,0 5 1,0-6-50,0 2 0,0-8 27,0-3 1,0-3 6,0-1 118,0-4 30,0-3 1,4-8-93,0-4 0,1-2-119,-2-1 0,0 0 56,4 0 0,1-1-102,3-3 0,-4 3 57,0-3 1,1 3 70,3 1 0,0 0-16,0 0 1,0 0 50,0 0 0,0 1-18,0 3 1,1-2 49,3 6 1,1-1 149,2 4 1,4 0-103,0 0 1,0 1 58,4 3 0,-4 2 127,-4 5 1,2 0 114,-5 0 0,-6 1 158,-5 3 0,-4-3-17,-4 3 0,-4 1 148,-11-1 1,0-1-262,-11-3 1,2-1-50,-1-2 1,-3-2-228,3-3 0,-3-1-483,-1 1 0,6-2 495,5-1 0,34-9 0,14-4 0</inkml:trace>
  <inkml:trace contextRef="#ctx0" brushRef="#br0" timeOffset="8889">8312 397 7852,'5'-11'142,"-2"0"263,4 0 1,-1 4-130,2-1 1,-2 6 588,-3-2-571,-1 3-147,3 1 0,-5 5-39,0 2 0,-5 3 104,-3 1 0,-1 0-262,-2 0 0,1 1 4,2 3 0,0-3-105,4 3 0,-3 1-15,3-1 1,0-1-86,4-3 1,2-1 64,1-3 1,3 2-65,5-5 0,4-1 65,0-3 1,3 0-67,-3 0 1,0-5 139,-4-2 1,-5-4-312,-3-4 0,-1 2 422,-2-5 0,-30-25 0,-6-10 0</inkml:trace>
  <inkml:trace contextRef="#ctx0" brushRef="#br0" timeOffset="9257">8566 77 8027,'0'-11'617,"0"0"0,0 4 346,0 0-205,0 4-187,0-2 0,0 6-198,0 3 0,1 6-202,3 5 1,-2 5 0,6 3 0,-1 0-106,4 6 1,0 1-98,0 3 0,0 3-284,0 1 0,0 4-1049,0-5 0,-1 0 669,-3-7 0,-2 2-409,-5-5 0,4-2 1104,0-6 0,-10-21 0,-7-11 0</inkml:trace>
  <inkml:trace contextRef="#ctx0" brushRef="#br0" timeOffset="9743">8456 232 8803,'11'-4'1038,"0"0"1,-1-1-912,-3 2 0,3 0-149,-3-4 1,3 3-12,1-3 0,4 1-19,-1-2 0,1 0 45,-4 4 0,0-3 135,0 3 1,4 1-48,0 3 1,-1 0-33,-3 0 0,0 2-63,0 5 0,-1 1-1,-3 6 1,3 4-7,-2 0 0,1 3-120,2 1 0,2 3 81,1 1 1,-4 0 46,5-4 0,-5 0-36,4 0 0,-3-5 62,-3-2 1,2-4 118,-3-4 1,-1-1-132,1-2 0,-3-3 20,3 3 1,-3-4-151,3-4 0,-4 2-228,1-5 0,0-1 134,0-3 0,5 1 120,-2 3 1,3-3-42,1 3 0,-1 1 106,-3-2 1,3 6 141,-3-2 1,3-1-8,1 2 1,-4-1 258,1 4 0,-5 1-134,5 3 1,-5 2 1,5 5 0,-5-1-56,5-3 0,-5 3 7,5-3 0,0 7-57,7 1 0,-1-4-44,4-4 0,0-1-127,4 1 1,0-1 128,0-2 0,-1-3-9,-2 3 0,0-3-330,-4-1 0,0-3 263,-4-1 0,-10-14 0,-2-1 0</inkml:trace>
  <inkml:trace contextRef="#ctx0" brushRef="#br0" timeOffset="10525">9757 276 7873,'0'-6'294,"0"-4"508,0 3-386,5 2 1,-1 1-214,4 8 1,2 2 13,-3 5 0,3 1-27,1 3 0,0 2-14,0 5 1,0 0-263,0 0 0,0 0-111,0 0 0,-1 0-158,-3 0 1,-1-5 199,-2-2 1,-3-3 10,3-1 1,-4-3-20,-4-1 0,-2-5-65,-5 2 0,0-6 19,0-2 1,1-6 28,3-1 1,-2-1 146,6-6 1,-2 3-42,1-4 1,3 1 108,-3-4 1,4 4-101,4-1 0,-2 1-4,6-4 1,-5 5 109,5 2 1,-2 3 201,1 1 0,3 1-131,-3 3 1,3-2 57,1 5 1,-4 1 244,1 3 1,-1 3-156,4 1 0,-4 5 142,1-2 0,0 3-84,7 1 0,-1 0-173,4 0 0,-3 0-53,3 0 0,0-1-215,4-3 0,2 2 62,1-6 1,-1 2-187,1-1 0,-3-3 89,-3 3 0,2-4-61,-3-4 1,-1 2-320,2-6 0,-6 5 54,2-5 0,-3 1-69,-1-4 0,-4 0 283,1 0 0,-6 0 64,2 0 0,-4 0 52,-4 0 0,-2 0 151,-5 0 0,-4 5 345,1 2 1,-5 3 19,4 1 1,-3 0 263,3 0 0,1 3-202,3 1 0,0 6 147,0 1 0,1 0-252,2 4 1,0 0-51,4 0 1,-3 4-226,3-5 1,1 5-212,3-5 1,1 6-754,2-2 1,5 2 281,6-2 0,0-2-43,4-5 1,-3-1 680,3-3 0,25-12 0,10-7 0</inkml:trace>
  <inkml:trace contextRef="#ctx0" brushRef="#br0" timeOffset="10815">10628 276 7873,'-13'0'319,"0"-1"405,-2-3 0,-1 3-310,2-3 0,1 3 296,-1 1-251,1 0-230,2 5 1,5 1-132,3 5 1,1 0-159,2 0 0,5 1 230,3 3 0,1-2-348,2 6 0,4-5-569,0 5 0,1-5 517,-2 5 0,-1-5 50,1 5 1,-3-6 182,-3 2 1,0-3 371,-4-1-330,0 0 1,-13-1-11,-2-3 1,-9-2-806,-2-5 1,-1 0 100,-6 0 669,4 0 0,-21-19 0,-1-6 0</inkml:trace>
  <inkml:trace contextRef="#ctx0" brushRef="#br0" timeOffset="11808">10727 298 8144,'0'-11'1867,"0"5"-1386,0-4 6,0 9-271,0-4 0,1 6 1,3 3 0,-3 2 27,3 5 1,1 1-181,-2 3 0,2-2-40,-1 6 1,-2-5-152,6 5 0,-5-2-21,5 1 0,-5 2-188,5-6 1,-5 5 78,5-4 1,-2-1-698,1-3 719,3 0 0,-4-5-37,5-2 0,-4-3 10,1-1 1,-5-1 108,5-3 1,-5-2 0,5-5 0,-5 0 98,5 0 0,-6-3 209,2-1 0,-2-1-32,2 1 0,-3 3 186,3-3 0,-3-1-32,-1 2 1,4-1 76,0 4 0,-1 4 150,-3-1 19,0 6-586,0-8 55,0 9 1,4 1-70,0 7 1,-1 0 53,-3 4 0,4-2-131,0 6 0,4 1 38,0-2 0,1 5-137,2-5 1,0 5-57,0-4 1,-3-1 70,-1-3 0,0 0 98,4 0 1,0-1 82,1-3 1,-5-2 84,0-5 0,1 0-92,3 0 0,-4-1 136,0-3 0,-3-2-174,3-5 0,-1-1 25,2-3 1,0 3 46,-4-3 1,3-2 9,-3-1 0,1-3 1,-1-1 1,-3 0 84,3 0 1,-2 0 173,2 0 1,-3-5-5,3-3 0,-3 4 254,-1 0 1,0-1-81,0 1 0,0 2 96,0 5 1,0 3-223,0 5 1,-1 5 100,-3 2-302,3 3 1,-4 7 152,5 5 1,0 2 21,0 5 0,0 2-186,0 5 1,1-1-201,3 1 1,-2 4 28,5 0 1,1 2-119,3-2 0,1 2-159,3-6 1,-3 2 34,3-1 0,1-3-109,-2 3 1,1-8 162,-4-3 0,0-3-377,0-1 484,0-5 1,0-1 187,0-5 1,-3-1-147,-1-3 1,-1-5 38,1-6 0,2-1 25,-5 1 0,3-2-81,-3-5 0,3 0 13,-3 0 1,4-1 25,0-3 0,-2 2-33,1-6 1,-1 2 90,2-1 0,0-2 179,-4 5 1,3-3 8,-3 3 1,-1-3 270,-3 3 0,0 5 841,0 6-380,0 3-458,-4 6 1,-1 2-70,-3 8 1,3 7 57,5 7 1,-3 5-232,-1 2 1,0 0-109,4 4 0,4 1-16,0 3 0,3 2-331,-3-2 1,3 3-433,-3-7 0,4-1 46,0 2 1,0-6-248,0 2 1,1-4 315,-1-4 1,2-2 609,1-5 0,9-19 0,4-6 0</inkml:trace>
  <inkml:trace contextRef="#ctx0" brushRef="#br0" timeOffset="11991">11289 265 7900,'0'-11'718,"1"1"185,3 3 0,6 2-661,4 5 0,7 0-394,1 0 0,5 0-142,6 0 1,2 3-465,1 1 1,2 3 308,3-3 0,0 3 449,-4-3 0,15 0 0,-1-4 0</inkml:trace>
  <inkml:trace contextRef="#ctx0" brushRef="#br0" timeOffset="12285">11818 221 7900,'-11'0'61,"0"0"326,0 0-234,0 0 1,0 0 0,0 0 0,0 3 241,0 1 0,1 1 261,3-1-445,-3 2 0,9 5-116,-3 0 1,3 0-189,1 0 1,5 0 25,2 0 0,3 0-302,1 0 0,4 0 112,-1 0 0,2 0-112,-1 0 0,1 1 157,2 3 1,2-3 93,-5 3 1,-1-3 409,-3-1 0,3 4 59,-3 0-176,2-1 1,-11-3-86,1 0 1,-6-3 21,-5-1 1,-8-5-165,-6 2 1,-1-4-221,-6-4 1,-1 0 235,-3-4 36,5-6 0,-14-4 0,2-10 0</inkml:trace>
  <inkml:trace contextRef="#ctx0" brushRef="#br0" timeOffset="12958">13086 629 7915,'11'0'398,"-5"-2"-225,-2-1 1,-8 0-118,-3-4 1,-13 3 302,-6-3 1,-9-4 52,-5-4 0,-8-8 74,-4 1 0,-2-4-69,-1 0 1,1-1-57,3-2 1,3 2-235,8 5 1,7 1-133,7 3 0,8-2 31,3 5-428,8 1 272,2 3 1,7 3-95,5 1 0,1 5-309,6-2 0,4 3 182,0 1 1,3 0 128,1 0 1,0 1 80,0 3 0,-5 2 8,-2 5 1,-3 0 11,-1 0 0,-1 0 33,-3 0 0,-3-4 58,-8 1 0,-3 0 15,-8 7 1,-6-3 151,-4 3 0,-6 1-77,2-2 1,-2 5 58,2-5 1,-2 6-90,5-2 0,5 2 29,7-2 1,3 3-27,3-2 1,3-2-15,5 1 0,3-4 154,4 0 1,6-5-17,9-2 0,3-4 92,1 0 1,5-1-112,-2-2 1,3-5 163,1-3 1,0-3-229,0-3 0,-5-5-134,-2-6 1,-3 0-395,-1-4 0,-5 0-1647,-2 0 2101,-3 2 0,4 0 0,2-1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7:53:05.3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33 441 8151,'5'-6'126,"2"2"0,3 3-50,1 1 0,3-4-3,1 1 0,3-2-107,-3 1 0,4 2-218,-5-6 1,1 5-36,-4-5 0,-4 5 19,1-5 1,-6 5-36,2-5 0,-4 5 193,-4-5 0,-3 5 134,-8-5 1,-2 6 32,-5-2 1,0 3 274,0 1 0,3 0 130,1 0-105,0 0 1,1 5-10,2 2 1,7 3-66,5 1 0,3 4-115,3-1 1,4 5-66,4-5 1,1 5-115,3-4 0,5 3-85,6-3 1,5-2-258,-2-6 1,3 2-88,1-5 1,4-1-926,0-3 1365,4-5 0,3-20 0,7-11 0</inkml:trace>
  <inkml:trace contextRef="#ctx0" brushRef="#br0" timeOffset="327">672 66 7858,'-4'-7'437,"1"0"0,-7 1-2,-1-2 1,-5 2-70,-6 2 1,0 3-154,0-3 0,-5 3 0,-3 1 0,0 0-1,0 0 1,5 4 12,6 0 1,3 4-61,5 0 0,2 5-14,1 2 1,5 4-360,6 0 0,5 6 36,6 5 1,3 2-44,5 1 0,5 5-14,3 2 0,5 3-183,2 1 1,0-5 152,-4-2 0,-4-3-52,1-1 0,-9-4-99,1-4 1,-11-6-871,0-5 865,-8-6 1,-1-5 414,-6-6 0,-29-48 0,-4-15 0</inkml:trace>
  <inkml:trace contextRef="#ctx0" brushRef="#br0" timeOffset="484">418 331 7858,'0'-6'429,"7"0"0,2 3-309,5 0 1,5-1-25,0 4 0,3 0-242,4 0 0,2 1-200,5 3 1,-4-2-240,1 6 1,-1-6 167,4 2 417,5 2 0,1 0 0,5 5 0</inkml:trace>
  <inkml:trace contextRef="#ctx0" brushRef="#br0" timeOffset="760">1047 55 7858,'-38'-17'0,"4"1"0,-4 6 353,0 3 1,3 2-31,-1 5 1,11 0 1,7 0 1,5 5-158,6 2 0,2 4-116,5 4 1,1-1 130,3 4 0,3 2 4,8 5 0,2 1-123,5 7 1,4-2-197,0 6 1,4 0-333,0 0 0,3 4 12,4-5 0,-4 0-458,0-7 0,-1 1 472,-7-8 0,1 2 438,-4-5 0,-5-7 0,-2-1 0,-3-7 0,-20-24 0,-6-11 0</inkml:trace>
  <inkml:trace contextRef="#ctx0" brushRef="#br0" timeOffset="1010">893 441 7858,'0'-6'1031,"1"-3"-868,2 6 0,4-1-124,4 4 0,5-4 147,2 1 0,4-1 59,4 4 0,7 0 0,7 0 0,3 0-15,1 0 1,-3 0 26,-1 0 1,-5 0-113,2 0 1,-9 0-140,-6 0 1,-3 4-40,-4-1 0,-3 6-195,2-2 1,-5 2-195,-2-2 1,0 3 31,0-3 1,3 2-780,-3-2 687,3 3 1,-3-5-283,1 2 1,-5-2 763,5-5 0,-1-9 0,4-4 0</inkml:trace>
  <inkml:trace contextRef="#ctx0" brushRef="#br0" timeOffset="1143">1256 132 7858,'-11'-4'-1169,"0"-3"1169,5 1 0,1 1 0</inkml:trace>
  <inkml:trace contextRef="#ctx0" brushRef="#br0" timeOffset="1718">1741 342 7858,'-11'-4'0,"0"1"0,0-1 0,-1 0 123,-3 1 0,2-1 260,-5 4 0,0 1-228,0 3 0,-2 1-72,6 2 1,-1 3-140,4-3 0,5 7 145,2 0 0,3 5-16,1-5 0,5 5-52,2-4 1,8 3-186,3-3 1,3 3-59,1-3 0,1-1 100,3-3 0,-1-3-275,4-1 1,-4-4 98,0 0 1,-5-2-43,-2-1 0,-1-1 154,2-2 0,-3-4 78,-5-4 0,0 0 135,0 0 1,-5-3 23,-2-1 0,-3-1 159,-1 1 0,0 2-85,0-6 0,0 6-106,0-2 1,-4 3 429,0 1 1,1 4 1723,3-1-1687,0 6 0,1-3-210,3 5 0,-2 1-7,5 3 1,1 2-58,3 5 1,0 1-321,0 3 1,-1-2 17,-3 6 1,3-2-37,-3 1 0,3 2-230,1-5 0,-4 1-418,1-2 1,-2-1 124,1 1 1,3-6 648,-3-5 0,13-31 0,3-9 0</inkml:trace>
  <inkml:trace contextRef="#ctx0" brushRef="#br0" timeOffset="1851">1774 166 7858,'-11'-11'-75,"2"0"1,0 1-775,2 2 572,4 3 0,-2 7 277,5 1 0,40 23 0,9 10 0</inkml:trace>
  <inkml:trace contextRef="#ctx0" brushRef="#br0" timeOffset="2374">2193 419 9594,'11'1'185,"0"3"1,0-3-179,1 3 1,2-3-94,1-1 0,5 1-210,-2 3 0,-1-3 33,1 3 0,-4-3-786,1-1 399,-3-5 227,-1-1 1,-5-5 397,-2 0 0,-9 0-27,-6 0 1,-2 0 143,-5 0 0,0 4 107,-4-1 0,1 6 157,2-2 1,-1 3-85,1 1 0,3 0 35,2 0 0,1 5 6,2 2 1,2 7 36,1 0 0,3 2-167,5-1 0,5 1-25,3 2 0,3 3-274,3-3 1,3-2-83,6-1 1,3 1-73,4-1 1,2-1-220,1-3 0,0-4-1198,0-4 1687,0-2 0,29-40 0,8-10 0</inkml:trace>
  <inkml:trace contextRef="#ctx0" brushRef="#br0" timeOffset="2736">2546 342 7939,'0'-6'1278,"0"-4"-937,0 9-121,0-4 1,0 6-2,0 3 1,5 6 31,2 4 1,3 2 18,1-1 0,0-2-74,0 6 1,0-1-14,0 4 1,0-3-121,0-1 0,0-5-235,0 2 1,0 0-340,1-4 0,-6 2-19,-3-5 25,-1-3 155,-2-1 53,-5-8 0,-1-4-65,-6-6 1,5 1-100,0-1 1,1 1 127,-2 2 0,3-1 95,5-3 1,0 3 342,0-3 1,0 2 66,0-2 1,0 3 85,0-3 1,2 2-231,1-2 1,3 4-18,5 0 1,0 0 208,1 4 0,0 2 274,2 1 0,0 3-205,4 1 1,4 5-16,4 2 0,1 7-382,-1 0 0,-3 5-165,3-5 0,-1 5-253,-2-5 0,0 5 121,-9-4 0,1-1-233,-4-3 1,0 3 637,0-3 0,-10-3 0,-2-8 0</inkml:trace>
  <inkml:trace contextRef="#ctx0" brushRef="#br0" timeOffset="3561">3164 254 7923,'-11'-5'0,"-1"-1"297,1 0 0,0 1 1209,0 5-1497,0 0 0,2 5 13,1 2 0,0 6 107,4 2 0,0 3 22,4-3 0,2 5 7,1-2 0,3 3-219,5 1 1,4 0-226,0 0 1,4 0 48,0 0 1,0-1-164,0-3 1,0-3-249,-4-8 0,3 2 202,-3-5 0,3-1 36,-3-3 0,0-1 410,-4-2 0,0-7 0,0-5 0,-1-1 0,-3 1 0,3 2 0,-3-5 0,-1 0 0,2 0 0,-1-2 0,4 6 0,-4-5 0,1 5 0,-6-6 166,2 2 0,-3 2 299,-1 1 1,0 3-91,0 1 0,-1 0 191,-3 0 1,2 5 282,-6 2 24,6 3-679,-3 1 1,5 6-90,0 5 0,0 0-135,0 4 0,1 0 29,3 0 0,2 1-18,5-1 0,-1-3-99,-3 3 0,3 1-269,-3-2 1,3 0 127,1-7 0,0 2-1,0-6 1,2 5 20,1-5 0,-2 1 67,3-4 1,-1-1 173,0-3 1,-1-2 1,1-5 0,-3 0 102,-3 0 0,0 0-8,-4 0 1,1-4 280,-1 1 0,-3-1-88,2 4 0,-1 0 64,-2 0 0,0 0-26,0 0-151,0 5-241,5 1 1,-1 6-9,4 3 1,2 3 99,-3 8 0,2 2-5,-2 5 1,1 5-47,-4 2 1,3 3-24,-3 1 1,0 4-129,-4 0 0,-1 3-13,-3-3 0,1-2 110,-4-5 0,0 0-172,-4-4 0,0 2 105,0-6 0,-4-2 122,0-9 1,-1-1-48,2-3 0,-2 2 27,-3-6 1,0 1 22,4-4 1,-1-5 117,1-2 1,4-4-6,0-4 0,2 3 101,5-3 1,0-1 72,4 1 0,1-4-51,3 1 1,2 0-26,5 0 1,5 1-142,3-2 1,1-1-134,2 1 0,1 3 122,-1 2 0,5-2-140,2 1 0,-1 0-24,1 4 1,1 0-263,3 0 1,-1 4-432,-3 0 1,-2 3 207,-5-3 1,0 3 9,0-3 1,0 3 597,0-4 0,-3 6 0,-1-2 0,-3-1 0,3 2 0,-9-6 0,1 3 0</inkml:trace>
  <inkml:trace contextRef="#ctx0" brushRef="#br0" timeOffset="3803">4365 474 8554,'11'0'1352,"0"0"1,-3 0-1409,-1 0-2030,0 5 1484,4-4 602,-5 4 0,-25-5 0,-12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7:31.4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32 106 8046,'0'11'412,"0"0"-309,0 0 0,0 4-84,0-1 1,1 6 3,3-2 0,-3 7-178,3 1 1,-2 1 73,2-2 1,-3-1-57,3 1 0,-3 2 88,-1-1 0,0-4-251,0-4 0,0-4-158,0 1 259,0-3 1,-1-6 91,-3-2 1,3-4-2,-3-4 1,0-3 157,0-8 1,-1 1-97,1-4 0,3 0 142,-3-4 0,3 0-44,1 0 1,0 0 57,0-1 1,0-2-48,0-1 1,0 0 128,0 4 0,1 0 18,3 0 0,-1 0 63,4 0 0,-3 1-66,3 3 0,0 2-61,4 5 1,0 0 49,0 0 0,0 1-66,0 3 0,4 2 1,0 5 1,4 1 13,0 3 0,-2 2-135,1 5 0,-3 5 4,3 2 0,-3 4-170,3 4 1,-5-2-315,-2 6 0,0-6 254,-4 2 0,-1 2-333,2 2 1,-6-3 222,2-2 1,-3-3-232,-1-3 557,0-3 0,-10-15 0,-2-2 0</inkml:trace>
  <inkml:trace contextRef="#ctx0" brushRef="#br0" timeOffset="199">21 271 7911,'-11'-11'382,"5"4"-358,2 0 0,8 4-38,3 0 1,8 1 1,3 2 0,3 0-693,1 0 0,2 2 33,1 1 672,3-2 0,45 4 0,9-5 0</inkml:trace>
  <inkml:trace contextRef="#ctx0" brushRef="#br0" timeOffset="425">418 238 8472,'1'11'448,"3"0"1,-2 4-278,6 0 0,-5 4-282,5 0 1,-1 5 86,4 2 1,0 1-348,0-1 1,-3-3 25,-1 3 0,-1-4-239,1-4 0,2 2 176,-5-6 1,-1-3 407,-3-3 0,0-6 0,-5-26 0,-1-13 0</inkml:trace>
  <inkml:trace contextRef="#ctx0" brushRef="#br0" timeOffset="659">451 238 7783,'0'-11'-72,"0"0"0,0 0 0,1 0 81,3 0 1,2 5 282,5 2 1,1-1-64,3 2 0,-1-1-92,4 4 1,0 5-18,4 2 0,-3 3-132,-1 1 0,-4 1 73,0 3 1,-1-3-82,-2 3 0,-5 1-22,-3-1 0,-3 3-136,-3-3 1,-5-1-266,-6-2 1,-3-1 192,-6 0 0,5-4-315,0 0 0,-1-4 565,-3 0 0,0-11 0,0-4 0</inkml:trace>
  <inkml:trace contextRef="#ctx0" brushRef="#br0" timeOffset="901">672 205 7997,'7'0'405,"0"0"0,-4 1-47,0 3 0,2 3-202,-1 8 1,3-1-324,-3 4 0,3 0 12,-3 4 0,3 0 110,-3 1 1,1-1-504,-1 0 1,-3 0 252,3 0 1,-3-1-261,-1-3 1,0-6 554,0-4 0,0-6 0,-10-17 0,-2-9 0</inkml:trace>
  <inkml:trace contextRef="#ctx0" brushRef="#br0" timeOffset="1159">694 194 7783,'0'-11'29,"0"0"0,1 1 68,3 3 1,2 2 116,5 5 1,1 0-94,3 0 0,-2 0-30,6 0 1,-2 6-127,1 5 1,2 0 111,-6 4 1,5 1-130,-5-1 0,0 1 122,-7-2 0,2 0-285,-6 4 0,1-4-83,-4 0 1,-6-2-88,-5 0 0,-5-3 46,-6-1 0,0 0 339,0-4 0,-25-15 0,-5-7 0</inkml:trace>
  <inkml:trace contextRef="#ctx0" brushRef="#br0" timeOffset="1451">947 29 9842,'5'11'1035,"-2"1"-916,4 3 0,-1 2-23,1 5 1,3 4-609,-2-1 1,-2 5 309,1-4 0,-3 3-764,3-3 0,-5 2 112,2-6 854,-3 2 0,4-16 0,1 2 0</inkml:trace>
  <inkml:trace contextRef="#ctx0" brushRef="#br0" timeOffset="1642">1146 271 9363,'7'5'364,"0"3"0,-4 1-248,0 2 0,2 0-718,-1 0 0,1 1 133,-1-1 469,-3 0 0,14 4 0,-3 3 0</inkml:trace>
  <inkml:trace contextRef="#ctx0" brushRef="#br0" timeOffset="1795">1124 40 6813,'9'-11'0,"4"0"0</inkml:trace>
  <inkml:trace contextRef="#ctx0" brushRef="#br0" timeOffset="2535">1355 304 8424,'6'0'407,"-1"0"-489,-5 0 95,5 0 0,-3 0-65,6 0 0,-6 2-123,2 1 62,2-1-45,0 2 143,5-4 0,0 0-202,0 0 0,-3 0 25,-1 0 1,-3 0-284,3 0 339,0 0 0,1 0 19,-1 0 1,-3 0 100,3 0-44,-4 0 0,5-1 108,-4-2 0,-1 0-73,-3-4 0,0 3 85,0-3 0,0 3-39,0-3 285,0-1 0,-4-3-112,-4 0 0,-2 4 210,-1 0 1,0 4-96,0-1 0,0 3-134,0 1 0,-3 0 106,-1 0 0,0 0-95,4 0 0,0 5-105,0 3 1,0 1 86,0 2 1,4 4-145,-1 0 1,6 3 25,-2-3 0,-1 3-137,2-3 0,-1 4-171,4 0 0,5-3 119,2-2 0,4-1-707,4-2 0,2 0 95,5 0 751,0-5 0,64-35 0,-35 7 0,0 1 0</inkml:trace>
  <inkml:trace contextRef="#ctx0" brushRef="#br0" timeOffset="3094">1697 18 8096,'-4'-8'1491,"1"1"-704,-1 5-581,4 2 0,1 7 12,3 8 1,2-2-1,5 6 1,0-1-14,0 4 1,0 0 126,0 0 1,0 4-77,0 0 1,0 0-51,0 0 0,0-3-340,0 3 1,-1-4-1204,-3-3 610,3 1 1,-5-7-100,2 1-209,-2-6 659,-5-3 1,0-7 191,0-1 1,-1-3-12,-3-5 1,-1 0 102,-2 0 1,-3 0 1,3-1 1,1 4 101,-2-3 0,1 6 149,-4-6 0,0 4-111,0-1 1,2 0 228,-2 4 0,5-3-134,-8 3 1,4 0 101,-5 4 0,3 0-25,1 0 0,0 0 196,0 0 1,0 5-86,0 3 1,3 1-91,1 2 0,5 0-182,-2 0 1,3 4 96,1 0 1,5 3-208,2-3 0,6 0 48,2-4 1,5 0-113,-2 0 0,3-2 26,1-1 0,0-3-693,0-5 0,-4 0 66,1 0 714,-1 0 0,-1-39 0,-1-10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7:39.30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23 260 7196,'7'0'98,"0"0"0,1 0-46,3 0 0,0 0-112,0 0 1,4 4 104,-1 0 0,1-1-5,-4-3 1,0 0 9,0 0 1,0 0-281,0 0 1,0-1 42,0-2 1,-4 1 103,1-1 71,-6-3 1,3-1-29,-5-4 0,0 4 119,0 0 0,-1 3-68,-3-3 0,-3 3 123,-8-3 0,3 4-73,-3 0 0,-1 1 73,2 2 0,-5 0-50,5 0 1,-1 2 94,4 1 0,-4 3-27,0 5 0,1 0-75,3 0 1,3 2-11,1 1 1,5-1 27,-2 1 1,3 2-152,1-1 0,1 3 79,3-3 1,5 0-250,6-4 0,6 0-157,1 0 1,0-4-163,4 0 1,1-4 159,-2 1 385,1-3 0,1-31 0,1-6 0</inkml:trace>
  <inkml:trace contextRef="#ctx0" brushRef="#br0" timeOffset="441">309 249 7771,'-5'-6'997,"4"-3"-859,-4 7-1,5-3 0,0 7 62,0 1 0,4 0-119,0 4 0,4 2 70,0 5 1,0-1-144,0 1 1,1 0 61,-1 0 0,1 0-234,2 4 0,-1-4 78,-2 0 1,1-1 31,-1-2 0,-3 0-57,-2 0 1,0-5-256,0-2 19,-1 2 156,3-5-83,-5 4 0,-2-9 60,-1 1 1,1-6 11,-1 2 0,-2-3 81,1-1 1,-1 0 40,2 0 0,1-2 10,-1-1 0,2 2 109,1-3 0,0 1-163,0 0 0,0 1 215,0-1 0,0 1 78,0 2 0,4-1-75,4-3 0,2 7 78,1-3 0,0 6-97,0-2 0,1 4-40,3 0 0,1 1 120,2 2 1,3 5 172,-3 3 1,-1 1-195,2 2 0,-5 4-30,5 0 1,-6 3-187,2-3 0,-3 3 102,-1-3 1,-4 3-281,1-3 0,-2 1-34,1-1-168,3-3 0,-9 4 219,3-5 0,-2-5 244,2-2 0,-8-28 0,3-6 0</inkml:trace>
  <inkml:trace contextRef="#ctx0" brushRef="#br0" timeOffset="682">761 7 8237,'0'-6'1120,"0"11"1,5 3-869,3 11 1,1-1-61,2 4 0,4 5-318,0 2 1,3 3 122,-3 1 0,3-1-690,-3-2 1,0-3 401,-4-5 1,-4 0-501,0 0 0,-3-6-317,3-5 1108,-4 0 0,-3-30 0,-6 0 0</inkml:trace>
  <inkml:trace contextRef="#ctx0" brushRef="#br0" timeOffset="975">695 183 7778,'0'-7'135,"0"0"1,1 0-111,3 0 0,2 2-1,5 5 0,1 0 1,3 0 0,2 1 202,5 3 1,2 1 207,1 2 1,0 3-378,4-2 0,1 1-211,3 2 1,-5-3 38,-2-1 1,1 2-29,-2 5 0,0-4-110,-7 5 0,2-5 57,-6 4 1,1-1-57,-4-2 1,-3 0 41,-1 0 0,-3 0 60,3 0 0,-5 0-199,2 0-151,2 0 499,0 0 0,5-5 0,0-6 0,0-6 0</inkml:trace>
  <inkml:trace contextRef="#ctx0" brushRef="#br0" timeOffset="1149">1092 40 7726,'-4'-7'0,"1"-1"0,19 25 0,8 3 0</inkml:trace>
  <inkml:trace contextRef="#ctx0" brushRef="#br0" timeOffset="2101">1257 194 8222,'0'-11'352,"0"5"1,0 2-83,0 8-290,0 2 0,2 9 1,1 0 0,2 1 94,3-2 0,1 2-213,-1 3 1,-2 1 51,1-1 1,1 2-225,3 1 0,-4-4 133,0 0 1,-3-4-39,3 1 0,-4-3-113,0-1 27,-1 0-83,-2-5 269,0-1 0,-4-10 151,0-2 1,-3-4-97,3-4 0,-3 1 287,3-4 0,1 1-117,3-1 0,0-3 12,0 2 0,0 2-120,0-1 1,0 4-27,0 0 1,4 0-254,4 0 0,2 2 107,1 1 1,0 2 61,0 5 1,0-1 107,0 1 0,5 3 0,-4-4 0,3 5 0,-3 0 0,-1 0 0,-4 4 0,1 0 0,-5 1 0,5-2 0,-6 0 2,2 4 1,1-3 234,-2 3 3,6 0-201,-3 4 1,5-1 368,0-2-283,0 1 1,0-3 75,0 6 0,0-6-65,0-3 1,1 2-37,3-1 1,-3 1-53,3-2 1,-3-1-127,-1 1 0,2-1 140,1-2 0,-1 0 23,1 0 1,-1-2-608,-2-1 0,-4-2 213,0-3 1,-1-1 48,2 1 0,-3-2 260,-5-1 0,0 0 0,0 0 0,0 0 0,0 0 0,-5 0 0,-3 0 0,-1 2-63,-2 1 0,-5 0 39,-3 4 0,2-3 332,-1 3 1,3 0-87,-3 4 0,0 0 327,0 0 1,-1 1-103,4 3 0,0 2 50,4 5 0,1 5-99,3 3 1,2 1-146,5 2 0,1 0 99,3 1 0,5 0-89,9 3 1,6-3-117,13 3 0,4-7 72,6-1 1,2-5-674,3-2 0,-3-5-283,-5-6 1,-10-1-1659,-4-3 2395,-6-2 0,-21-35 0,-6-6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7:36.9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221 66 6905,'6'-5'-538,"0"4"1162,-2-2-230,-3 1-212,4 2 1,-4 0 462,3 0-277,-3 0-3,4-5-351,-5 4 115,0-4 1,-5 5-208,-3 0 1,-3 1-5,-3 3 1,-3 1-1,-5 2 0,0 3-6,-1-2 1,1 3 120,0 3 1,2-1-63,1 1 1,0-2 29,4 0 1,5 2-146,6 1 0,3 0 88,1-4 0,3-2-138,4-1 1,5 0 98,10-4 1,5 0-131,3-4 1,1-2 106,3-1 0,-1-1 39,0-7 1,-5 3-13,-2-7 1,-8 1 2,-3 0 0,-8 1 100,-3-1 1,-3-2-93,-1 1 0,-6 0 52,-5 4 0,-2 2-20,-5 1 1,1 0-120,-1 4 0,-2 0 167,5 4 0,6 10 0,4 2 0</inkml:trace>
  <inkml:trace contextRef="#ctx0" brushRef="#br0" timeOffset="451">474 88 7741,'-7'-3'107,"0"-1"0,4 2-41,-1 5 0,3 0 11,1 4 0,0 0-63,0 4 0,1 2-6,3 1 1,-1 0-143,4 4 1,0-3 108,4 3 0,4-4-146,0 0 0,3 2 96,-3-1 0,3 0 16,-3-4 0,3-5 1,-3-2 0,3-3 162,-3-1 0,1-1-20,-1-3 0,-7-2-99,3-5 0,-2-4 107,2 0 0,-5-3-69,-2 3 1,-3-3-131,-1 3 1,0-1 88,0 2 0,0 1-588,0-1 332,-5 1 0,4 2-235,-3 0 509,-2 5 0,5 1 0,-4 15 0,5 2 0</inkml:trace>
  <inkml:trace contextRef="#ctx0" brushRef="#br0" timeOffset="826">783 166 7771,'11'0'-430,"0"0"14,0 0 0,0 0 537,0 0 1,0 0-66,0 0 1,0 0 120,0 0 1,0 0-71,0 0 0,4-4 14,0 0-174,-1 1 1,-3 3 131,0 0 0,-1-2-202,-3-1 0,3 0 100,-2-4-108,-4 4 0,3-6 19,-4 1 1,-1 2-140,1-1 0,-6 1 36,-5-2 1,-2-2 143,-1 3 1,0 2 138,0 2 1,0 0-118,0-1 0,0 3 174,0-2 0,0 3-50,0 3 1,0 0 60,0 4 1,4 0-66,-1 4 1,5 2-4,-5 1 0,6-1-4,-2 1 0,3 0-131,1 0 0,0-1-3,0 1 1,5 2-113,2-1 0,3-2 37,1-5 0,4 0 65,0-4 1,4 0 79,-1-4 0,0 0 0,0 0 0,-3-5 0,3-3 0,-3-1 0,3-2 0,-4-2 0,0-1 0,23-28 0,5-11 0</inkml:trace>
  <inkml:trace contextRef="#ctx0" brushRef="#br0" timeOffset="1110">1202 66 7771,'3'-7'0,"2"1"0,0 0 27,0 0 0,0 3 313,-1-1 26,-3 3-28,4 1-191,-5 0-206,0 5 1,0 1 84,0 5 0,0 0-117,0 0 1,1 0 68,3 0 0,-3 0-76,3 0 0,-2 2-27,2 1 1,-3-1-17,3 1 0,1-5 63,-2-2 0,2 1 54,-1 3 1,-3-4-76,3 0 30,-3-4 218,-1 7-141,0-9 1,0 2 93,0-6 0,0 0-105,0-4 1,0 0 270,0-4 1,0-2 12,0-1 0,0 0-89,0-4 1,4 4-82,-1 0 1,5-2 49,-5 1 1,7-3-922,1 3 1,0 0 140,4 4 619,2 0 0,44 0 0,16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7:46.1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56 7765,'-4'-11'435,"0"1"1,-1 1-122,0 2-1375,1 0 676,4 1 385,0 1 0,15 24 0,3 6 0</inkml:trace>
  <inkml:trace contextRef="#ctx0" brushRef="#br0" timeOffset="552">11 232 7373,'0'-11'667,"0"5"46,0 1 40,0 5-516,5 0 0,-4 5-230,3 2 1,1 3 83,-2 1 1,5 4-384,-5 0 1,5 3 197,-4-3 1,0 3-451,0-3 0,-3 1 35,3-2 1,1-1-607,-1 1 1115,-1-1 0,-3-7 0,0-1 0</inkml:trace>
  <inkml:trace contextRef="#ctx0" brushRef="#br0" timeOffset="1320">198 265 8098,'-3'-7'558,"-1"0"-371,0 4 185,4-2 60,0 5-347,0 5 0,0-2 92,0 4 0,4 2-193,0 5 1,3-1-20,-3 1 1,0-2-71,-4-1 0,3 4-92,1 0 1,0 0 99,-4-4 0,3 0-35,1 0 1,0-4 19,-4 0-39,0 1 1,0-1 75,0 0-23,0-4 8,4 2 0,-2-6-103,1-3 1,0 1 39,0-4 1,0 0 76,4-4 0,-3 0 95,3 0 0,-4-4-65,0 0 0,2 1 99,-1 3 0,3-1-74,-3 1 1,3 0 46,-3 0 0,1 4-1,-1 0 1,-2 3 121,5-3 1,-4 3 5,1-3 1,-2 4-31,2 0 81,-3 1-158,9 2 1,-8 2 21,6 1 0,-6 0-4,2 4 0,1 0-125,-2 4 0,2 0 60,-1 0 0,-3 0-7,3 0 1,1 1-123,-2-1 139,1 0 0,0 0-40,-1 0 0,2 0 24,-1 0 1,-3-4-72,3 0 0,1-3 64,-2 3 1,2-4-82,-1 0 1,-2-1-3,6-2-16,-6 0 91,8 0 1,-8-5-31,6-3 124,-6-1 1,3-2-103,-5 0 1,1 0 199,3 0 0,-3 0-49,3 0 1,-3 0 8,-1-1 1,4 5-5,-1 0 1,2 1 226,-1-2-157,-3-1-94,9 2 1,-7 1 12,4 3 1,-3 1-27,3 2 1,-3 0-175,3 0 0,-3 5 66,3 3 0,0 1-279,4 2 0,-1 0-70,-3 0 1,3 4-213,-2 0 1,1 0-32,2-4 0,0 0 611,0 0 0,15 5 0,4 1 0</inkml:trace>
  <inkml:trace contextRef="#ctx0" brushRef="#br0" timeOffset="1778">893 320 7965,'-11'-7'0,"0"1"303,0 1 0,4-2-239,-1 3 0,2-1 122,-1 1 1,-3 3 38,3-2 0,1 1-204,-2 2 0,1 2 78,-4 1 0,3 2-210,1 3 0,1 1 107,-1-1 0,-2 1-190,5 2 1,-1 2 45,2 1 0,2-1-79,-3 1 0,3-1-108,1-2 183,5 0 1,1 0 9,5 0 0,0-4-111,0 0 1,0-4 79,0 1 0,0-3 7,0-1 1,0-1 134,0-3 0,-4 1-85,1-4 0,-1 0 158,4-4 1,-4 3-81,1 1 1,-5 0 66,5-4 1,-6 0-35,2 0 1,1 0 236,-2 0 0,1 0 225,-4-1-205,0 1 1,4 0 212,-1 0-185,1 5-105,-4 1-68,5 5 0,-4 2-197,3 1 1,1 3 65,-2 5 0,5 0-169,-5 0 1,6 4-130,-2 0 1,0 0-272,0-4 0,-1 0 593,1 0 0,18 5 0,-1 1 0</inkml:trace>
  <inkml:trace contextRef="#ctx0" brushRef="#br0" timeOffset="2254">1268 354 7765,'-1'-11'0,"-2"-1"343,0 1 1,-5 0-69,4 0 1,0 4-53,0 0 1,1 1-9,-4-2 1,0-2 270,-4 3-356,0 2 0,0 0-70,0 5-215,0 0 0,0 0 128,0 0 0,3 2-168,1 1 0,3 0 103,-3 4 1,3-1-66,-3 1 1,4 3-149,0-2 3,-3 1 1,4 2 21,-1 0 1,1-3-5,2-1 0,0-3 162,0 3 1,0-3-155,0 3 192,5-4 0,1 3-59,6-3 1,-5-1 127,0 1 1,1-1-67,3-2 0,0 0 83,0 0 1,0 0-54,0 0 158,0 0 0,0 0 52,0 0 0,0 0-53,0 0 0,0 0 56,0 0 0,-4 0-36,1 0 0,-1 0 33,4 0 0,0 1-46,0 2 0,-4 0 57,1 4-125,-1 1 1,-1 3-76,-2 0 1,1 0 55,-2 0 1,0 0-109,-7 0 0,-6 0 69,-4 0 1,-6 0-23,2 0 0,-4-5-143,-4-2 1,1 1 52,-4-2 1,1 1-222,-2-4 1,5-1 94,6-3 0,1 2 251,7-6 0,7-19 0,10-8 0</inkml:trace>
  <inkml:trace contextRef="#ctx0" brushRef="#br0" timeOffset="2696">1566 354 7819,'6'0'590,"-1"-5"-886,-1 3 264,3-2 0,4 4-146,0 0 0,0 0 33,0 0 0,0 0-69,0 0 1,0 0 51,0 0 0,0 0 86,0 0 0,0 0 35,0 0-73,0-5 1,-1-2 260,-3-4 0,-2 4-69,-5 0 0,0-1 193,0-3 1,0 4-69,0 0 1,-5 1 12,-2-2 1,-3 0-212,-1 4 0,-1-1 93,-3 1 0,1 3-19,-4-3 0,3 3-5,-3 1 1,1 5 167,-2 3 0,0-2-122,4 1 1,-3 2 231,3 5 1,0-1-17,4 1 1,2 2-35,1-1 1,0 3-102,4-3 1,2 3 19,5-3 0,8 3-455,8-3 0,6 0 171,5-4 1,3-1-486,4-3 1,-2-2 300,5-5 0,-9 0-1966,-2 0 2213,-4-5 0,-13-26 0,-2-10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7:50.2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22 199 8101,'4'-7'519,"0"0"-158,-1 4 69,-3-2 191,0 5-671,0 5 1,0 1 95,0 5 0,-3 2-172,-1 1 1,0-2 31,4 3 1,-3 1-57,-1-1 0,0 1 24,4-2 1,-3-1-17,-1 1 0,0-1 14,4-2 0,0 0 91,0 0 0,2-2-124,1-1 1,0-2 63,4-2 0,0-3-98,4 3 1,2-4 18,1-4 0,-1 1 12,1-4 0,2 0 60,-1-4 1,0 0-5,-4 0 1,2-2 163,-2-1 1,5 1-92,-9-1 0,6 1 99,-6 2 0,-1 0-82,1 0 1,-4 0 222,1 0 1,-2 0 10,2 0 1,-3 4 4,3 0 1,-3 3 10,-1-3-11,0 4 122,0-2-159,0 5-117,0 5 0,0-2 29,0 4 0,-1 0-87,-3 4 1,3 0 3,-3 0 1,3 2-132,1 1 0,0-1-167,0 1 1,0 2 95,0-1 0,0 0-270,0-4 1,5 3 188,2 1 1,3-2 269,1-5 0,54-18 0,13-8 0</inkml:trace>
  <inkml:trace contextRef="#ctx0" brushRef="#br0" timeOffset="433">585 199 7782,'-5'-7'6,"-3"0"258,-1-1 0,-2 1-47,0 0 0,3 4 630,1-1-552,-1 3 0,-3 1-280,0 0 1,0 1 27,0 3 0,4-1 81,0 4 1,3-3-542,-3 3 356,4 0 0,-3 3-484,2-3 239,3 3-219,-4-4 311,10 5 1,1-1-34,5-3 1,0 2-34,0-5 1,0 1 84,0-2 0,2-1 23,1 1 1,-1 2 31,1-1 0,0-1 72,0-3 0,-1 4-52,1 0 0,-1 1 173,-2-2 0,-1 0-31,-3 4 79,3-4 0,-5 6 519,2-1-457,-2-3 0,-5 4 326,0-1-329,-5-3 1,-5 3 136,-5-4 0,1 3-12,3-3 0,-4 0-85,0-4 0,-4 3 63,0 1 0,0 0 13,0-4 1,-1 0-1075,1 0 0,2-2 366,-1-1 0,4 0 432,-1-4 0,23-20 0,5-8 0</inkml:trace>
  <inkml:trace contextRef="#ctx0" brushRef="#br0" timeOffset="658">838 254 8408,'-11'0'2037,"5"0"-1803,1 0 0,5 5-184,0 3 1,0 1-53,0 2 1,0 0-658,0 1 0,0 2 439,0 1 0,0 0-885,0-4 1,0 0 1104,0 0 0,0-5 0,0-1 0</inkml:trace>
  <inkml:trace contextRef="#ctx0" brushRef="#br0" timeOffset="806">750 78 7901,'-7'-15'0,"1"1"365,1 0 1,1 6-490,4 0 1,0 5-821,0-5-126,0 6 1070,0-3 0,20 20 0,4 3 0</inkml:trace>
  <inkml:trace contextRef="#ctx0" brushRef="#br0" timeOffset="1309">981 232 8018,'0'-6'707,"0"1"0,0 7-614,0 1 1,0 3-12,0 5 1,0 0 6,0 0 1,0 0-160,0 0 0,0 0 109,0 1 0,0-1-203,0 0 167,0 4 1,0-2-208,0 1 1,0-5-84,0-2-27,0 1 115,0-2-24,0-1 1,2-5-147,1 0 211,-1 0 1,6-5 77,-4-3 0,3 2 100,-3-1 1,4-2 52,0-5 1,2 1-50,1-1 0,-2 2 50,-1 1 0,2-1-96,-3 1 0,-1 0 168,1 0 1,0 0-70,0 0 1,3 4 84,-3 0 1,-1 4 96,2 0-59,-1 1 1,4 2-153,0 0 0,0 2 34,0 1 1,0 3-372,0 5 0,0 4 159,0 0 0,0-1-189,0-3 1,0 4 121,0 0 1,-1 0-751,-3-4 947,3 0 0,-4-5 0,5-1 0</inkml:trace>
  <inkml:trace contextRef="#ctx0" brushRef="#br0" timeOffset="1842">1654 265 7789,'-6'-11'536,"1"0"141,0 0 0,3 0-252,-6 0 1,5 0-165,-5 0 1,5 4 35,-5 0 0,1 0-92,-4 0 1,0 2-230,0 5 0,0 0-77,0 0 1,-2 0-137,-1 0 1,2 1-196,-3 3 1,3 1 210,1 2 1,0 3-5,0-3 0,3 3 18,1 1 0,4 0-174,0 0 1,1 0 93,2 0 0,0-3 22,0-1 1,2 0-16,1 4 1,0-3 64,4-1 0,1-3 60,3 3 0,3-4 155,1 0 0,0-1-75,-4-2 0,0 0 75,0 0 0,0 0 0,0 0 0,0 0 0,0 0 0,0 0 40,0 0 1,-1-2-83,-3-1 0,3 1 189,-3-1 0,-1 2 141,2 1 1,-5-2-97,5-1 1,-5 1 239,5-1-92,-6 1 14,8 2-111,-4 5-145,5 2 1,-1 4 50,-3 0 1,2 0-203,-6 0 0,5 0-8,-5 0 1,1 3-30,-4 1 1,4 0 255,0-4 1,-2 0-124,-6 0 1,-3 0 114,-8 0 1,-2-4-65,-5 1 1,-5-6-1,-2 2 1,-4-3 4,-4-1 0,3 0-94,-3 0 1,3-4-225,0 1 1,6-6-933,3 2 1151,6-3 0,72-21 0,22-4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7:53.3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254 22 7791,'6'-4'200,"-1"2"31,-5-3 1,0 4 384,0-3-148,0 3-17,0-4-283,0 5-3,-5 0 0,-1 0-203,-5 0 0,-4 2 56,0 1 1,-4 0-38,0 4 1,2 0 19,-1 4 0,0 0-141,-4 0 0,3 2 45,1 1 0,4-1-134,0 1 0,1 2-52,2-1 1,5 0 100,3-4 0,1-4-62,2 0 1,5-4 92,3 1 0,7-3-100,8-1 1,0 0 53,6 0 0,-3-5-109,3-2 0,-4-3 137,1-1 0,-3 0 158,-1 0 1,-5 0 152,-2 0 0,-4 0-100,-4 0 1,2 0 404,-6 0 0,1 3-233,-4 1 0,-1 3 337,-3-3 1,2 4 113,-6 0-309,1 1 1,0 2 271,-1 0-227,6 0-307,-3 0 0,5 5 84,0 3 0,0-2-303,0 1 1,5 1 98,2 3 0,3-2-821,1-1 1,0 1 449,0-1 0,0 2 395,0 1 0,20 0 0,4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7:54.1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1 199 7800,'0'-7'0,"0"-1"50,0 1 389,0-4 114,0 0 129,5 0-268,-4 0-30,4 5 29,-5 1-264,5 5 1,-4 5 82,3 2 1,0 7-297,0 0 0,3 6-26,-3-2 1,1 7-55,-1 1 1,-3 3-15,3-3 1,-3-1 82,-1-3 1,0 1-333,0-1 1,0 0 139,0 0 0,0-2-342,0-1 1,-4-3-237,0-5-2,-4 0 847,7-5 0,-4-45 0,5-16 0</inkml:trace>
  <inkml:trace contextRef="#ctx0" brushRef="#br0" timeOffset="292">199 166 7800,'6'0'-359,"-1"1"750,-5 3 0,0-2-313,0 6 1,-6-1 14,-5 4 1,-1 0-26,-7 0 1,1 0 14,-4 0 1,1 0-27,3 0 0,-2 0 28,5 0 0,1-3-142,3-1 0,1-3 26,3 3 1,2-3-189,5 3 239,0 0 0,5 4-1,2 0 1,3-3-7,1-1 0,3 1-5,1 3 1,4 0-110,-5 0 1,6-4 106,-2 0 0,-1 1-556,2 3 1,-6-5 47,2-3 502,2-1 0,-5-12 0,4-2 0</inkml:trace>
  <inkml:trace contextRef="#ctx0" brushRef="#br0" timeOffset="684">387 342 7800,'11'0'0,"0"0"0,0-1-119,0-2 0,-4 1 391,0-1 1,1 1 31,3 2 1,0 0-243,0 0 1,0 0-189,0 0 1,-4-3-214,1-1 284,-1 0 0,3 3-413,-3-3 336,-2 3 0,-1-9-15,-1 3 0,0 1 45,-7-1 0,2 3-29,-6-3 1,0 3 266,-7-3 0,3 4-130,-3-1 1,-2 3 274,-1 1 1,-2 0-114,2 0 1,-2 0 205,5 0 1,1 5-110,3 2 0,-1 0-40,1 0 1,4 4-128,0 4 1,4 3 15,0-3 1,6 4-284,5 0 0,3-2 92,3 1 0,4-4-352,4 0 0,0 1 166,0-4 0,0 1-200,0-8 1,-4 0 73,1-4 1,-2 0 388,1 0 0,2-5 0,-6-3 0,1-31 0,-4-8 0</inkml:trace>
  <inkml:trace contextRef="#ctx0" brushRef="#br0" timeOffset="975">629 254 7800,'0'-7'90,"0"0"289,0 4-289,0-7 132,0 9 204,0-4 0,0 6-82,0 3 0,5 2-365,2 5 0,-1 0-75,2 0 0,-1 4-98,4 0 1,-3 4-80,-1 0 0,-1-2 129,1 1 0,0-1-11,-4 2 1,-2-2 57,3-2 1,1-3 45,-1 2 1,-1-5-130,-3-2 768,0-4-358,0 2 1,-3-10 39,-1-3 0,0-1-27,4-2 0,0-4-85,0 0 0,0-3-335,0 3 1,2 1 109,1 2 0,3-2-669,5-1 1,2 0 355,1 4 1,3 2-599,5 1 978,1-2 0,48 24 0,12-1 0</inkml:trace>
  <inkml:trace contextRef="#ctx0" brushRef="#br0" timeOffset="1451">971 287 8419,'-5'-11'1479,"4"0"-1228,-4 5 8,10 1 1,1 9-48,5 0 1,0 8-125,0-1 0,0 4-59,0-1 1,0 2-155,0 3 0,0 1 81,0-1 0,-1-2-15,-3 1 1,-2-4-106,-5 0 0,0 2 58,0-1 1,0-4-228,0-4 127,0 1 158,0-2-108,-5-1 1,3-6-169,-6-3 1,6-2 98,-2-5 0,-1 0 132,2 0 1,-5-2-96,5-1 0,-1 2 39,4-3 1,0-1 331,0 1 0,0-1-130,0 2 1,0 1 162,0-1 1,0-2-83,0 1 0,5 0 19,2 4 0,4 4-48,4 0 1,-2 4-53,6-1 0,-4 3 60,3 1 0,-1 1-47,1 3 1,3 6-122,-2 5 1,-3 3 43,-2-3 0,0 3-264,0-3 0,-5 3 91,2-3 1,-4 0-328,1-4 0,2 0 72,-3 0 0,-1-4-303,1 0 742,-4-4 0,7-13 0,-4-8 0</inkml:trace>
  <inkml:trace contextRef="#ctx0" brushRef="#br0" timeOffset="1834">1434 376 7860,'7'-4'339,"1"0"0,-5 0-272,5 4 0,-5 0 65,5 0-178,-1 0 0,4 0-86,0 0 1,0 0 99,0 0 0,0-1-130,0-2 0,0 1 14,0-1-33,0 1 48,0-2 68,0-3 1,-3-2 132,-1 1 1,-5-2-58,2 3 1,-4 1 192,-4-1 1,2 1-60,-5-2 1,-1 0 456,-3 4-353,0 0 0,0 1 69,0-1 1,0 0-23,0 4 1,0 4 21,0 0 1,0 4-128,0 0 1,4 1 46,-1 2 0,6 2-411,-2 1 0,3 0 129,1 4 0,0-4-352,0 0 1,1 2 206,3-1 0,6 0-393,4-4 0,2 0 145,-1 0 1,2-5-50,5-3 0,0-1-159,0-2 1,0 0 644,0 0 0,-1-9 0,-2-2 0,1-2 0,7-33 0,8-8 0</inkml:trace>
  <inkml:trace contextRef="#ctx0" brushRef="#br0" timeOffset="2051">1776 111 7860,'-4'-15'0,"0"1"0,-1-1 509,2 4 1,1 0 51,-1 0 0,-2 0 764,1 0-439,1 5-99,3 1-418,0 5 1,0 8-144,0 3 0,4 8-5,4-1 0,-1 8-9,4 3 1,-2 3-242,5 1 1,-1 0-129,-2 0 0,0-1-206,0-3 0,0 3-159,0-2 0,0-2-577,0 1 1,0-5-550,0-2 1,1-5 1647,3-6 0,7-35 0,6-7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8:49.22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155 264 7764,'0'-7'95,"0"0"1,-1-2 342,-3-1 1,2 4-415,-6 2 1,5 3 178,-5 1-328,1 0 0,-4 5 102,0 3 1,0 1-50,0 2 1,0 2-9,0 1 1,0-1 103,0 1 0,3 2-172,1-1 0,3 0 48,-3-4 0,5 0-21,-2 0 1,3 0 93,1 0 1,1-4-53,3 0 1,-2-4 42,5 0 0,1-1-113,3-2 1,4 0 24,-1 0 1,1-5-47,-4-3 1,0-1 103,0-2 1,0 0-17,0 0 1,-1 0 423,-3 0 1,3-2-184,-3-1 0,-2 1 361,-1-1 0,-3 1 104,-1 2 459,0-5-450,0 4-218,0-4-310,0 10 0,1 1 65,3 5 0,-2 5-223,6 3 0,-4 5 66,3 2 0,0 4-698,4 0 1,-3-2 354,-1 1 0,0 1-672,4 3 0,0-4-4,0 0 1006,0-4 0,5 7 0,1-4 0</inkml:trace>
  <inkml:trace contextRef="#ctx0" brushRef="#br0" timeOffset="607">872 220 7771,'0'-6'204,"0"-4"-40,0 9 1,-4-5 40,0 2-247,-4 3 1,2-4 55,-5 5 1,0 0 32,0 0 1,-2 0-16,-1 0 0,1 1-92,-1 3 1,1-1-64,2 4 0,4-3 96,0 3 1,-1-5-121,-3 2 1,5 2-15,2 2 48,-2-4 0,5 6 64,-3-2 0,3-2-11,1 1 0,4-3-20,0 3 0,4-3-12,0 3 0,5-3-94,2 3 1,3-1 112,-3 2 1,4 0-23,0-4 1,-2 4 13,1 0 1,-1-2 59,2 1 1,2-3-16,-3 3 1,-1-1 105,2 2 0,-6 0 5,2-4 0,-3 3-65,-1-3 0,-5 5 65,-2-2 1,-3-1-38,-1 1 0,-1-3 209,-3 3 0,-6-3-56,-4 3 0,-7-4-23,-1 1 0,-2-3-104,-5-1 1,3 0-172,-3 0 1,3-1-358,-3-3 0,4 1 228,0-4 0,6 1 236,4-1 0,23-18 0,5 1 0</inkml:trace>
  <inkml:trace contextRef="#ctx0" brushRef="#br0" timeOffset="1367">1147 297 7850,'-10'-11'675,"3"0"-184,-3 5 64,9 1-122,-4 5 36,5 0-253,0 5 1,4 1-48,0 5 0,4 0-37,-1 0 0,2 0-100,-2 1 1,3 2-245,-2 1 0,-2 3 152,1-3 0,-3 0-212,3-4 0,-5 0 146,2 0 1,1 0-289,-1 0 103,-1 0 85,-3 0 124,0-5 0,-1-1-146,-2-5 101,1 0 1,-4-1-121,2-3 0,3-2 250,-2-5 1,1-1-96,2-3 1,0 3 210,0-3 0,0-1-130,0 1 1,0 1 163,0 3 0,0 0-56,0 0 1,2 0 19,1-1 1,2 1-4,3 0 1,1 5-35,-1 3 0,1-2 150,2 1 1,1 0-99,-1 4 1,-2 2 54,-1 1 0,1 3-48,-1 5 0,2 2-162,1 1 1,-5-1 127,-3 1 0,2 0-169,-1 0 1,0-1 42,-4 1 1,0-1 29,0-2 1,0 0-125,0 0 127,0 0 0,0-4 135,0 0-133,0-4 112,0 2-482,0-5 213,0-5 1,0 2 27,0-4 1,0 0 111,0-4 0,0 0-40,0 0 0,0 0 172,0 0 0,1 0-122,3 0 1,-3 0 284,3 0 0,2 0-116,1 0 1,-1 0-48,1-1 1,1 1 81,3 0 0,0 4-48,0 0 0,4 4-6,-1 0 0,1 1-43,-4 2 1,4 2-104,-1 1 1,1 3 79,-4 5 1,0 2-420,0 1 1,-3-1 175,-1 1 1,-3 2-493,3-1 0,-5 0 14,2-4 1,1 0-751,-1 0 1400,-1 0 0,12-5 0,3-1 0</inkml:trace>
  <inkml:trace contextRef="#ctx0" brushRef="#br0" timeOffset="2326">1853 353 7789,'-8'-11'242,"2"0"0,1-1 983,3 1-808,-4 5 0,3-2 219,-4 4-454,0 0 0,-4 4-44,0 0 0,0 5-120,0 3 0,0-2-13,0 1 0,0 2-176,0 5 1,3-1-157,1 1 0,3 0 213,-3 1 1,4-3-292,0 2 0,1-1 169,2-2 1,0-4-400,0 0 342,5 1 0,1-2 145,6-2 0,-1-3-8,0-1 0,0 0-3,0 0 0,3-5 125,1-2 0,0-3-62,-4-1 0,-1 0 222,-3 0 1,3 0-52,-3 0 1,2-4 251,-2 0 1,2-1-148,-6 2 0,5 1 237,-5-1 0,1 1-121,-4 2 0,0 0 27,0 0 1,0 4-15,0 0 80,0 4-307,0-2 0,-4 10 43,1 3 0,-1 1-185,4 2 1,0 2-42,0 1 1,1-1-60,3 1 1,-3-1-24,3-2 1,-2 3 87,2 1 0,-2-2-9,6-5 0,-6 2 78,2-3 0,1-1-110,-2 1 1,2-4-6,-1 1 71,-3-3 0,9-1-48,-3 0 1,-1-4-99,2 0 0,-5-4 88,5 0 1,-5-5-22,5-2 1,-2-1 142,1 2 1,-1 0-95,-2-4 0,-3 1 360,3-2 1,-3-2-155,-1 3 0,0-3 576,0-1 0,-1 1-168,-3 3 0,3-2 605,-3 6-404,-2-1-489,0 4 0,-1 1-359,-1 3 244,6 2-16,-3 10 1,5 5-4,0 4 0,0 6-124,0-2 1,5 3-1,2 1 1,3 1-240,1 3 0,-1-1-396,-3 4 1,3-4 346,-3 0 0,3-1 130,1-2 0,-1-5 44,-3-3 0,3 0-451,-2 1 0,1-8 160,2 0 1,-3-4 339,-1-3 1,0-1-29,4-3 0,4-2-41,0-5 1,0-4 47,-4 0 0,0-4 154,0 0 1,0-1 144,0-2 1,0-1-106,0 1 0,-4-1 201,0-3 1,0 2-131,0-5 0,-2 3 56,-5-4 1,3 5-33,1-5 0,0 11 336,-4 0 1,0 6-158,0 2 0,-4 3 119,0 1 0,0 5-113,0-2 1,1 4-145,-4 4 1,3 2 95,-3 5 0,3 1-68,-3 3 0,5-1-122,-2 9 0,3-4 50,1 7 0,0-2-98,0 2 0,0 1-36,0 2 1,3 2-169,1-5 1,5-1-198,-2-2 0,3-1 197,1 0 1,0 0-270,0 0 1,0-6-88,0-5-150,0 0 1,0-10-179,0 3 525,-5-3 0,3-2-1993,-6-3 2286,1-2 0,-9-25 0,-1-4 0</inkml:trace>
  <inkml:trace contextRef="#ctx0" brushRef="#br0" timeOffset="2985">1952 154 7789,'0'-6'1315,"0"-4"-566,5 9 62,-4-9 172,4 4-299,-5-5-701,0 0 78,0 0 1,0 4-1060,0-1 783,0 6-2390,0-8 1348,0 9 1257,0-4 0,-5 0 0,-1-1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8:44.8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22 7809,'0'-6'254,"0"1"0,-4 3-71,0-1 0,0 2 67,0-3 0,-2 4-89,-5 4 0,0 2 47,0 5 0,-2 5-100,-1 2 0,2 4 53,-3 4 1,4 2-279,3 5 0,0 0 102,4 0 1,1 0-413,3 0 0,6 0 11,5 1 0,6-6-212,9-3 1,2-1 99,5-2 0,0-6 528,0-5 0,34-30 0,9-11 0</inkml:trace>
  <inkml:trace contextRef="#ctx0" brushRef="#br0" timeOffset="459">541 231 7809,'-11'-11'0,"1"0"115,3 0 0,-3 0 129,2 0 0,-1 5-48,-2 2 1,3-1-22,1 2 0,0-1-239,-5 4 0,1 4 61,0-1 1,4 6 0,0-2 0,-1 3 71,-3 1 1,2 1-268,1 3 0,0-3-8,4 3 1,-3-1-34,3 0 1,0-2 23,4 3 0,0-3 97,0-1 1,2-3-39,1-1 1,3-4 64,5 0 1,0-2 86,0-1 1,0 0-91,0 0 1,0-3 172,0-1 0,-1-4-49,-2 0 0,0-2 69,-4-1 1,3 4 86,-3 0 1,0-1-57,-4-3 1,1 4 268,2 0-289,-1-1 1,3 1-220,-5 0 245,0 4-172,0-2 65,0 5-43,0 5 0,1 1 111,2 5 0,-1 0-74,1 0 1,2 2 92,-1 1 0,0 0-86,-4 4 0,1-3 36,3 3 1,-3-1-11,2 2 0,-3 0 13,-3-4 0,-3 0-50,-5-4 1,0 2-157,0-2 1,-4 1-121,0-8 0,-1 3-346,2-3 0,1 0 603,-1-4 0,-4-30 0,1-6 0</inkml:trace>
  <inkml:trace contextRef="#ctx0" brushRef="#br0" timeOffset="842">629 297 7809,'7'-3'102,"-1"-2"306,-1-1 0,0 2-317,-1-3 1,-2 4 86,6 0 0,-5 1-50,5 2 0,-5 0 92,5 0 1,-5 0-465,5 0 219,-1 0 1,4 2-209,0 1 1,-4-2 86,1 3 0,-4 1-383,3-1 283,-5-1 0,4-3-57,-2 0 166,-3 0 0,4-1 44,-5-3 0,0 2 15,0-5-12,0-1 1,-5-3 233,-2 0 1,1 4 8,-1 0 0,3 3 20,-4-3 1,1 4 57,-4-1 0,4 3-66,-1 1 0,2 1-78,-1 3 0,-2 2 20,6 5 0,-5 0-149,5 0 0,-5 2 70,5 1 1,-1 0-271,4 4 0,0-3-58,0 3 0,5-4-38,2 0 0,-1 2-149,2-1 1,3 0 486,3-4 0,1-5 0,-4-3 0,5-1 0,31-37 0,11-7 0</inkml:trace>
  <inkml:trace contextRef="#ctx0" brushRef="#br0" timeOffset="1251">893 253 7809,'-4'-11'1282,"2"5"-907,-3-4 79,5 9-307,0-4 1,0 6 59,0 3 1,2-1-233,1 4 0,0 0 118,4 4 1,-3 2-195,3 1 0,-1-2 37,2 3 0,-2-3-75,-3-1 74,-1 5 0,4-3-133,-3 1 0,-1-1-393,1-2 209,-1 0-5,-2 0 99,0-5-152,0 4 224,0-9 155,-5-1 1,3-6-65,-1-5 75,2 0 0,1 0 122,0 0 0,0 0-81,0 0 1,0-1 72,0 1 1,3 0-57,1 0 1,5 2 97,-2 1 0,-1-2-55,1 3 1,1-1 162,3 0 0,1 0 15,3 4 1,-3 0 3,3 4 0,-2 0-151,2 0 0,-3 0 20,3 0 0,-3 5-274,-1 3 1,-4 5 106,1 2 0,-5 3-271,5-3 0,-6 3 144,2-3 1,-3 3-448,-1-3 0,4 0 9,-1-4 630,1 0 0,6-15 0,2-3 0</inkml:trace>
  <inkml:trace contextRef="#ctx0" brushRef="#br0" timeOffset="1618">1368 286 7809,'6'-5'-310,"0"4"250,-3-2-53,-1 1 1,4 2 82,-3 0-137,-1 0 155,8 0 0,-8 0 34,5 0 1,-4-1-95,0-3 0,0 3 91,1-2 1,-3 0 293,2-1 1,-1 2-108,-2-5 0,0 3 116,0-3 0,-2 4-65,-1-1 1,0 0-29,-4 0 1,1-1-17,-1 1 1,-3 3-101,2-3 0,2 3 14,-1 1 1,1 5-124,-2 2 0,0 3-191,4 1 0,-3 0 83,3 0 1,0 4-250,4 0 0,0 1 144,0-2 0,2-1-398,1 1 0,3-1 258,6-2 1,-1 0-76,0 0 0,3-5 424,1-3 0,29-16 0,4-5 0</inkml:trace>
  <inkml:trace contextRef="#ctx0" brushRef="#br0" timeOffset="1902">1577 264 7809,'0'-11'1292,"0"4"-1057,0 0 111,0 4-118,0-2-164,0 5 0,0 5-170,0 2 0,4 1 135,-1 3 1,1-3-105,-4 7 0,1 1-215,3-1 0,-3 1 96,3-2 0,-3 0 49,-1 4 0,0-4 79,0 0 0,0-1 135,0-2 1,0 0-111,0 0 711,0-5-191,0 4-233,0-9 1,0 3-139,0-8 1,0-4 21,0-6 1,5 2-353,2-3 1,-1-1 121,2 1 0,-1-3-783,4 3 0,4-3 55,0 3 828,4 0 0,8 4 0,7 0 0</inkml:trace>
  <inkml:trace contextRef="#ctx0" brushRef="#br0" timeOffset="2794">2007 319 7809,'-11'-11'0,"0"2"0,0 0 591,0 2 0,0 3-175,0-3 0,0 4-164,0 0 1,3 3-137,1 3 0,0 1-226,-4 7 1,1-3-63,3 7 1,-2-1 141,5 0 1,-1 0-219,2 4 0,1-4 110,-1 0 1,2 0-44,1 1 0,3-3-119,1 2 1,5-5-80,-2-2 1,3-4 40,1 1 1,0-3 117,0-1 0,0 0 115,0 0 1,0-5-47,0-3 0,0-1 162,0-2 0,0 0-11,0 0 0,-4 0 96,1 0 1,-2-2 4,1-1 1,-1 1 56,-2-1 0,-3 1 226,3 2 1,-3 0-162,-1 0 0,0 4 219,0 0-127,0 4-294,0-2 75,0 5 1,-4 5-119,1 3 1,-1 1 5,4 2 0,0 0 21,0 0 1,0 4-48,0 0 1,0 0-81,0-4 0,0 0-29,0 0 1,1 0 90,3 0 1,-2-4-129,6 0 1,-5-3 29,5 3 0,-1-4-205,4 0 234,0-1 0,0-4-87,0-1 0,0-3 150,0-5 1,0-2 8,0-1 1,0 0 277,0-4 0,-3 0-128,-1-5 1,-1 1 348,1 0 1,2 0-193,-5 0 0,1-5 297,-2-2 0,-1 2-174,1 1 0,-2 1 227,-1 2 0,0 0-145,0 8 0,0 1-148,0 3 1,-4 5-168,-4 2 1,2 3 80,-1 1 0,3 1-205,-3 3 1,4 2 89,0 5 1,-2 5 113,1 2 1,0 4-14,4 4 1,2-3-102,1 3 1,0 2-644,4 1 1,-3-2 256,3-1 1,-3-1-472,3 0 0,-1-5 352,2 2 1,1-4 41,-1 1 0,-2-3 54,1-5 1,-3-5 194,3-3-41,-4-1 0,6-4 225,-1-1 1,-2-5-35,1-6 1,1 0-132,3-4 0,0 0 119,0-5 0,-2 1-86,-1 0 0,0-3 109,-4-1 0,3 0-77,-3 4 0,3-4 478,-3 1 1,0-5 9,-4 5 0,-4 0 910,0 7-224,-4-3-377,2 9-710,-5 1 1,3 7 19,1 8 1,5 3-33,-2 8 0,3-1 130,1 8 1,0-1-226,0 9 1,3-2-11,1 1 1,1 3-764,-1-3 0,-2 2-19,5-2 1,-3 2-335,3-5 0,-3 0 25,3-4 0,-3-2 338,3-1 807,-4 2 0,21-24 0,1 1 0</inkml:trace>
  <inkml:trace contextRef="#ctx0" brushRef="#br0" timeOffset="3266">2547 264 7812,'0'-6'1903,"0"1"-1801,0 5-73,0 5 1,0 3 66,0 6 0,1-2-86,3 3 0,-2 1-117,6-1 1,-4 1 66,3-2 1,-3-1-336,3 1 0,-3-3 144,3-3 0,-3 2-40,3-3 1,-3-2-11,3-2 0,-3-1 25,3-2 0,0 0 167,4 0 0,-3-2-75,-1-1 1,0-3 208,4-5 0,-3-4-48,-1 0 0,-1-1 304,2 2 0,0-2-143,-4-3 1,0 0 395,-4 4 0,1 0-131,2 4 0,-1 0 475,1 0-312,-1 0 49,-2 0-823,0 5 1,0 2 186,0 8 0,0 3-58,0 8 0,0 1 87,0 2 0,3 4-162,1 1 1,3-1 29,-3 3 0,3 2-20,-3-1 1,1 0 138,-1-4 1,-3 0-1,2 0 1,-1-1-155,-2-3 1,-2 2 86,-1-6 1,-3-3-56,-5-3 0,-4-5 86,0 5 1,-4-6-247,0 2 1,0-4-245,0-4 1,0-2-845,4-5 1355,0 0 0,14-20 0,2-4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8:57.7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44 8133,'4'-11'297,"0"0"0,1 5 121,-2 3 138,-1 1-242,3-3-145,-10 4 0,-1-4-172,-6 5 0,0 0 72,-2 0 1,1 2-175,-1 1 1,-2 0 43,1 4 1,0-3-152,4 3 0,0-3 98,0 3 1,0 0-118,0 4 0,1-3 11,3-1 1,1-1 5,2 2 1,3 1 0,-3-1 0,4-2 66,4 1 0,2 1 39,5 3 1,1-2-25,3-1 1,-3 2 130,3-3 0,-1 1-118,0 0 1,-2 2 125,3-3 0,-3 2-23,-1-2 0,0 1-57,0-4 278,0 5-88,-4-3 64,-2 5 1,-10-1-51,-3-3 0,-6 2-64,-5-6 1,-2 6-19,-1-2 1,0-1-219,0 2 1,0-5 82,0 5 0,4-6-754,-1 2 348,6-3 492,-3-1 0,64-24 0,14-7 0</inkml:trace>
  <inkml:trace contextRef="#ctx0" brushRef="#br0" timeOffset="473">618 122 7715,'-11'-11'184,"0"0"0,0 3 316,0 1 1,4 4-69,0 0 0,-1 1-129,-3 2 1,0 0-141,0 0 1,-4 2 59,1 1 0,-1 0-243,4 4 0,0 1-116,0 3 1,0 1-136,0 3 1,1-3-247,3 2 0,-2-1 261,6-2 1,-2 0-194,1 0 1,3 0 160,-3 0 1,3 0 9,1 0 0,5-5-201,2-2 425,3 2 0,2-5-9,3 3 1,-3-3 99,3-1 1,-3-4 60,-1 1 1,0-6-82,0 2 1,0-2 135,0 2 1,-1-3-51,-3 3 1,3-2 47,-3 2 0,0-2 71,0 5-63,0-4 1,3 5-25,-3-4 369,3 5-238,-9-3 1,4 6 32,-5 3 0,0 2-8,0 5 1,0 1-135,0 3 1,-5-2-99,-2 6 1,-3-1 74,-1 4 1,-1 0-104,-3 0 0,3 4 118,-3-1 1,-1-1-290,2-2 0,-1-6-427,4 6 1,0-8 315,0 1 1,4-3-1353,-1-1 1146,6-4 1,-2-3-283,8-4 739,2-4 0,39-42 0,9-14 0</inkml:trace>
  <inkml:trace contextRef="#ctx0" brushRef="#br0" timeOffset="917">806 100 7715,'0'-11'1542,"0"4"-1228,0 2-187,0 5 0,0 5-107,0 3 0,-4 2-69,0 1 1,-3 1 89,3 3 1,-4-2-43,0 5 0,4-3 112,0 3 0,-1-3-414,1 4 0,1-6 139,3 2 0,0-3-147,0-1 1,0 0 115,0 0 0,0-4-91,0 1 0,5-6-286,2 2 399,3-3 0,1-2 22,0-3 0,3-2-33,1-5 0,1-1 238,-1-3 1,-3 2-112,3-6 0,1 1 106,-2-4 1,1 1 106,-4 3 1,0-2 81,0 5 0,-1 1 103,-3 3 0,2 0 43,-6 0 99,1 4-127,-4 2-123,0 5 0,0 5-80,0 3 1,-4 2-81,1 1 0,-2 0-26,1 0 0,3 1-163,-3 3 0,-1-2-5,2 5 1,-2-4-219,1 1 0,3-2-325,-3 2 1,3-3-44,1 3 149,0-3 558,0-1 0,49-24 0,12-7 0</inkml:trace>
  <inkml:trace contextRef="#ctx0" brushRef="#br0" timeOffset="1326">1423 133 7715,'-17'-11'174,"1"1"42,5 2 1,0 0 379,0 4 1,0-1-185,0 2 1,0 1-61,0-1 1,0 3-155,0 3 0,-1 0-103,-3 4 0,3 1 15,-3 3 1,3 0-158,1 0 1,0 0 128,0 0 0,0 3 96,0 1 1,1 0-875,2-4 0,4 0 337,4 0 1,-4 0 4,0 0 1,2-1 74,5-3 1,0-1-50,4-2 0,2-3 37,5 3 0,0-3 129,4-1 1,-3-4-155,3 1 0,1-6 84,3 2 1,-4-3 25,1-1 1,-2 0 205,1 0 0,2 0 0,-6 0 0,1 0 0,-4 0 0,0 0 82,0 0 1,-4 0 337,1 0 1,-6 3-12,2 1 47,-3 4-120,-1-1-54,-5 4 0,0 4-40,-2 4 0,-2 5-273,6 2 1,-6 1-94,2-1 0,2-3-263,1 3 1,-1 0 42,2 0 0,-1 4-746,4-5 1090,0 1 0,0-4 0,0 0 0</inkml:trace>
  <inkml:trace contextRef="#ctx0" brushRef="#br0" timeOffset="1676">1600 77 7715,'0'-6'1544,"0"-3"-1229,0 7-238,0-3 64,0 15 0,0-2-202,0 6 0,-2 0 99,-1 0 1,1 0-65,-1 4 0,-2-3 24,1 3 1,-3 0-121,3 0 1,-3 2-49,3-6 1,-3 1 71,3-4 1,-1 0 276,1 0-186,3 0 130,-9-5 0,9-2-102,-2-8 1,6-2 59,5-5 0,1-5-59,2-2 0,2-3 7,1-1 0,0-4-360,4 0 1,-3 4 157,3 4 0,-3 0-479,3-4 0,-3 3 291,3 1 1,-4 6 31,1 0 0,-3 3 329,-1 5 0,0-5 0,-10 33 0,-2 1 0</inkml:trace>
  <inkml:trace contextRef="#ctx0" brushRef="#br0" timeOffset="2040">1776 144 8602,'0'6'1328,"0"-1"-1339,0 0 0,1-4 65,3 2 1,-2 0-273,6 1 0,-5-3 73,5 2 0,-1-1-69,4-2 1,0 0-71,0 0 1,0 0 119,0 0 0,4 0-64,-1 0 0,1-4 77,-4 0 1,0-4-156,0 0 1,0 0 51,0 1 0,-1-3 132,-3 2 0,2-1 170,-5-2 0,-1 0 20,-3-1 1,-1 3 360,-3 1 1,-2 2-249,-5 3 0,0 1 116,0-1 1,-1 3-101,-3 3 0,2 0 357,-6 4 1,5 4-149,-5 4 1,6 1 9,-2-2 1,3 2-142,1 3 0,4 2-126,-1-3 0,6 3-128,-2 1 0,8-4 75,3 1 1,4-6-845,4 2 0,3-7 418,8 0 0,2-6-427,5 2 1,-1-8 54,-3-3 702,3-8 0,6-31 0,8-13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9:01.1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100 287 7197,'5'-11'1110,"-4"5"-806,4 1-211,-5 10 0,-2 1 7,-1 5 0,0 4-115,-4 0 0,0 1 84,-4-1 0,0-3-136,0 2 0,1 2 100,2-1 0,0 0-131,4-4 1,-4 0-1,0 0-276,3 0 84,0 0-97,5-5 91,0-1 187,5-15 0,-2 3-1,4-8 0,0 2 15,4-2 1,0 1 124,1-4 0,2 3-80,1-3 1,1 3 119,-1-3 0,-2 4-64,5 0 1,-3 1 71,3 2 1,0 0-74,0 0 1,-2 4 1,-5 0 1,-4 4 11,1 0-18,-6 1 0,3 7 175,-5 3 0,0 1-103,0 2 1,-5 2 122,-2 1 1,1-1-87,-2 1 1,1 2 37,-4-1 0,1 3-113,3-3 1,-2 0-4,5-4 1,-3 1 59,3 3 1,-3-7 81,3 3-610,1-2 127,3 2-50,0-5 173,0-1 0,1-5 14,3 0 1,-2-5-37,5-2 1,2-4 70,6-4 0,-3 3 129,3-3 1,1-2-55,-2-2 0,5 0 68,-5 1 0,2-3-52,-1 2 0,-2 2 252,6-1 0,-6 6 18,2 1 0,-6-1 285,-2 5 153,0 2-181,-1 0-250,-1 10 0,-5 5-57,0 5 0,-1 1-206,-3-2 0,3 0 114,-2 4 1,0-4-123,-1 0 1,3 2-52,-3-1 0,3 1-174,1-1 1,0-3-319,0 3 0,-3-3-47,-1-1-177,0 0 807,4-5 0,20-16 0,4-8 0</inkml:trace>
  <inkml:trace contextRef="#ctx0" brushRef="#br0" timeOffset="458">684 321 7701,'-5'-7'170,"-2"4"0,1-2 272,-2 1-261,6 1 141,-8 3-171,4 0-41,-5 0 1,0 3-31,0 1 0,0 4-66,0 0 1,-4 3 103,0 4 1,1-3-67,3 2 1,0 2 17,0-1 0,-1 1-196,1-1 1,5-3 48,3 3 1,1-3-215,2-1 1,0-4 122,0 1 1,2-6-125,1 2 1,7-3 44,5-1 0,3-1-39,-3-3 0,4-2 107,0-5 1,0 0 8,0 0 0,0-4 156,-4 0 0,1 1-82,-1 3 0,-3-4 226,3 0 1,-3-1 66,-1 2 1,-1 1 31,-3-1 0,3 2-13,-3 1 0,-2 3 411,-1 1 65,-3 4-177,-1-2-284,0 5 1,-4 5-20,1 3 0,-5 2-193,5 1 0,-5 3 43,5 1 0,-5 3-300,5-3 0,-2 5-101,1-2 1,3-1-286,-3 2 1,3-6-211,1 2 0,0 1 223,0-2 611,0 1 0,34-28 0,9-7 0</inkml:trace>
  <inkml:trace contextRef="#ctx0" brushRef="#br0" timeOffset="681">948 122 7701,'2'-11'-611,"1"0"0,-1 0 2733,1 0-882,-2 5-802,-1 1 0,2 5-52,1 0 0,-1 1-314,1 3 1,-1 6 94,-2 4 1,0 6-340,0-2 0,0 7 184,0 1 1,-4 3-27,0-3 0,-4 4-219,0 0 0,2-2-365,-1 1 1,-1-4-349,-3 1 0,2 0 450,1 0 1,0-4-24,4-3 0,-5-7 519,2-1 0,7-25 0,1-10 0</inkml:trace>
  <inkml:trace contextRef="#ctx0" brushRef="#br0" timeOffset="1159">871 343 7701,'0'-11'944,"0"3"-753,0 1 0,0 3 5,0-3 1,0 3 73,0-3 0,5 3 72,3-3 1,1 4-146,2 0 0,4-2 24,0 1 1,1 0-627,-2 4 1,-1 0 296,1 0 1,-1 2-161,-2 1 1,-2 3 42,-1 5 0,0 1 36,-4-1 0,0 0 78,-4 0 0,0 3 44,0 1 1,0 1-67,0-1 0,-4-2 71,0 5 0,-1-4 16,2 1 0,2-3 25,-3-1 1,-1 4-145,1-1 0,1-3 47,3-3 0,0-5-153,0 5 57,0-6 127,0 3 1,1-6 9,3-3 1,2-2-28,5-5 0,1-4 169,3 1 1,-3-2 9,3 1 1,-2-1 128,2-2 1,-3-2 113,3 5 0,-3 1-120,-1 3 1,1 0 66,3 0 1,-7 0-42,4 0 0,-4 4-30,3 4 1,-4 2 144,1 1-248,-1 0 0,1 0 17,-1 0 1,-5 4-17,2 4 1,1 3-147,-1 4 0,-1-3 53,-3 2 0,1 0-172,3 1 0,-3-3 65,3 3 0,-3 1-369,-1-2 0,0 1 225,0-4 0,1 0-800,3 0 492,-3 0 560,4 0 0,15-34 0,4-9 0</inkml:trace>
  <inkml:trace contextRef="#ctx0" brushRef="#br0" timeOffset="1306">1378 133 7701,'-1'-10'469,"-2"3"1,1-3 280,-1 3-2158,1 2 920,2-5 488,0 9 0,20 11 0,4 8 0</inkml:trace>
  <inkml:trace contextRef="#ctx0" brushRef="#br0" timeOffset="1608">1720 265 10282,'-11'11'406,"4"4"-455,-1 0 0,0 4 78,-7 0 0,2 2-541,-6 1 0,5 0 255,-5 0 1,5-1-525,-5-3 1,6 2 356,-2-6 1,3 1-263,1-4 686,5-5 0,6-11 0,6-7 0</inkml:trace>
  <inkml:trace contextRef="#ctx0" brushRef="#br0" timeOffset="1815">1566 299 7723,'-6'-5'2480,"1"3"-1581,5-7-600,0 7 0,5 2-28,2 8 0,0 3-508,4 3 0,-2 0 205,6 4 1,-3-3-863,-1 3 1,0 0 572,0 0 0,0 1-714,0-4 0,0 4 505,0-5 0,0 0 530,0-7 0,10-2 0,2-5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9:11.1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 44 8661,'-6'-4'793,"2"2"-693,8-1 0,3 1 191,8 2 1,2 0-612,5 0 1,2 0 133,1 0 0,4 0 186,4 0 0,19-14 0,6-5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9:11.93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45 299 8324,'-11'0'0,"0"0"2295,0 0-2343,4 0 24,3 0-26,13 0 1,5 0-335,12 0 1,-2 0-1289,5 0 1672,1-5 0,57-16 0,-37 6 0,0 1 0</inkml:trace>
  <inkml:trace contextRef="#ctx0" brushRef="#br0" timeOffset="728">761 155 7658,'1'-9'0,"2"0"277,1 2-78,-1-1 692,2 2-145,-4 1-774,9 5 0,-9 5 114,3 2 0,-3 3-78,-1 1 1,0 5-53,0 3 0,-5 1-150,-2 2 0,-3 2-95,-1 1 1,0-1 140,0 1 0,1 0-127,3 1 1,-3-3 56,3 3 1,2-7 230,1 0 0,3-6-228,1 2 254,0-3 0,5-2-23,2-3 1,4-2-26,4-5 0,-2-5 16,6-2 0,-4-3-23,3-1 1,-1-4-57,1 1 1,3-6 52,-2 2 1,1-4-126,3-4 1,-5 3 93,0-3 1,-3 1-11,3 0 1,-4 1 177,1-1 0,-4 1-65,-4 2 1,3 4 119,-3 0-189,-2 4 359,0-2-52,-5 10-137,0 1 1,-4 10-75,0 2 0,-3 3 127,3 1 0,-4 2-55,1 1 0,0 0-39,0 4 1,3-3-77,-3 3-1,5-1 63,-2 2 1,-1 0-222,1-4 1,1 5 62,3-2 1,0-2 120,0-1 0,1-3-520,3-1 1,2 0-1434,5 0 1891,0-5 0,24-21 0,7-9 0</inkml:trace>
  <inkml:trace contextRef="#ctx0" brushRef="#br0" timeOffset="1019">1323 144 7726,'-11'-6'968,"0"-2"-839,0 4 1,4 0 319,0 4-375,-1 0 1,-3 4 45,0 0 1,4 4-94,0 0 0,4 3-158,-1 3 1,0-2 126,0 3 1,0-1-175,4 0 1,0 2 30,0 3 0,4 0 2,0-4 1,4 3 90,-1-3 1,0 3-77,0-3 0,-3 0 132,3-4 0,-5 0 5,2 0 0,-3 0 81,-1 0-109,0 0 0,-1 0-222,-3 0 1,-5-5 87,-6-2 1,-1 1-445,1-2 1,2 1 598,-6-4 0,6-24 0,-3-7 0</inkml:trace>
  <inkml:trace contextRef="#ctx0" brushRef="#br0" timeOffset="1419">1445 343 7874,'0'-6'1167,"0"-1"-1099,0 4 1,1 2 87,3-3 0,-2 3 6,5 1 1,-3 0-331,3 0 1,1-2-66,3-1 0,-4 2-47,0-3 0,1 3-71,3 1 0,0-4 143,0 0 1,0-3-27,0 3 1,-1-4 58,-3 0 1,2-1-29,-6-2 21,1 0 1,-4-1 275,0 1 1,-1 2-70,-3 1 0,-2 0 236,-5 4 0,0 0-120,0 4 1,-4 0 212,1 0 0,-6 5-28,2 3 1,0 3 63,0 3 1,5 0-124,-2 4 1,3-1-53,1 2 1,1 4-30,2-5 1,4 6 1,4-6 1,0 3-355,0 1 1,2-4 114,5 1 0,2-10-790,9 2 1,2-7 140,6 0 700,-3-3 0,48-40 0,6-10 0</inkml:trace>
  <inkml:trace contextRef="#ctx0" brushRef="#br0" timeOffset="1727">1908 199 7726,'-11'-3'0,"0"-1"196,0 0 0,0 4 472,0 0 0,3 0-246,1 0 1,0 2-401,-4 1 1,3 2 39,1 3 0,4 1-259,0-1 1,-2-2 114,1 1 0,0 1-223,4 3 0,0 0 160,0 0 0,5 0 113,3 0 1,0-4-335,0 0 0,5 1 97,-2 3 0,3-4 322,-3 0 0,-4-3-113,0 3 1,-1-3 375,2 3 1,0-3-153,-4 3 0,0-3 269,-4 3 1,-2 0-223,-1 0 1,-5 2-96,-6-6 0,-5 6-292,-6-2 1,0-1-1136,-4 2 1311,-1-6 0,-8-2 0,-1-6 0</inkml:trace>
  <inkml:trace contextRef="#ctx0" brushRef="#br0" timeOffset="2178">2459 45 8199,'4'-11'0,"-1"0"951,0 0 0,-1 5-199,2 2-511,-3 3 1,8 2 148,-6 3 1,6 2-200,-2 5 0,-1 6 10,2 5 0,-6 1-382,2 7 0,-3-1 178,-1 4 0,0 0-207,0 1 1,-1-1 131,-3 0 0,-1 2-750,-2-2 1,-3 0-198,3-11 1,-3 2 459,-1-10 0,4 3-506,-1-5 1071,6-4 0,2-57 0,6-12 0</inkml:trace>
  <inkml:trace contextRef="#ctx0" brushRef="#br0" timeOffset="2929">2393 199 7742,'-11'0'-329,"3"0"274,1 0 1,3-1 1202,-3-2-298,5 1-158,-8-3-491,9 5 0,-3 0-111,8 0 0,2 0 82,5 0 1,3 0-280,1 0 1,5 0 108,-2 0 0,4-3-157,4-1 1,-3-3-13,3 3 1,-3-5 78,-1 2 1,1-3-28,3-1 0,-4 4 37,0 0 1,0-1-4,-3-3 1,-3 5-68,-2 2 18,-1-2 51,-2 5 0,-2 1 45,-1 7 1,-3 4-91,-5 4 1,1-1 69,3 4 0,-3 0-179,2 4 0,-1 2 46,-2 1 0,-5-1-73,-3 1 1,-1 2 120,-2-1 0,1-1 140,2-7 0,-1 2 316,1-6-178,3 6 86,0-8-132,5-1 1,5-6-174,3-5 0,6-5 126,5-2 1,2-3-472,1-1 1,-4-4 139,0 1 0,0-1 285,0 4 0,2-1 0,-6-3 0,1 3 0,-4-3 0,0 6-178,0 2 0,-5 3 56,-2-3 729,2 5-256,-5-8-125,9 8 1,-8-1-130,6 6 0,-6 0 14,2 4 1,2-1 161,1 2-130,3 2 0,1-6-133,0 4 0,0 0 50,0-4 0,4 3-115,0-3 0,1 0 72,-2-4 1,0 0 14,4 0 0,1 0-56,3 0 0,0 0-128,0 0 0,-3-4-86,3 0 1,-6-4 85,6 0 0,-7 2-60,0-1 1,-4 0 34,-4-4 1,-1 1 153,-2 2 0,-3-1-190,3 1 219,-8-1 1,-3-1-23,-8 2 1,3 3 46,-3 5 0,-1 0 318,1 0 0,-3 2-156,3 1 0,-3 4 436,3 4 1,-3 1-257,3 2 1,1-1 153,3 1 0,-1 2-142,1-1 1,5 1-112,3-1 1,3-3-155,3 3 1,5-3-109,6-1 1,8-1-155,8-3 0,2-2 177,1-5 1,0 0-768,0 0 0,0-1 361,0-3 0,-5-2-1588,-2-5 1959,-8 0 0,-2-10 0,-5-2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9:19.0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265 22 7900,'6'-7'1291,"-3"-1"-880,-1 6 0,-2-2-92,0 8 1,0 2-92,0 5 0,0 4-14,0 0 0,-4 3-190,0-3 0,-4 4 130,0 0 1,2 3-347,-1 3 0,0-1 23,-4 1 1,0-5-118,0-2 1,1 1 154,2 3 1,-1-5-649,1-2 0,2-3-220,-1-1 0,3-5 194,-3-2 805,4-3 0,3-31 0,6-6 0</inkml:trace>
  <inkml:trace contextRef="#ctx0" brushRef="#br0" timeOffset="259">121 66 7748,'-1'-11'0,"-3"0"0,3 0 532,-2 0 0,1 4 334,2-1-140,-5 6-207,4-3-66,-4 5-309,5 0 1,5 5 56,3 2 0,1 4-137,2 4 1,2 2 82,1 5 1,0 0-365,4 0 0,1 2-135,3 1 1,0 0 191,0 4 1,-1-4-730,-3 0 0,3-1 413,-3-2 0,-2-1-977,-1-3 1453,-3-2 0,-11-20 0,-2-3 0</inkml:trace>
  <inkml:trace contextRef="#ctx0" brushRef="#br0" timeOffset="551">55 188 7748,'-5'-7'262,"-1"2"428,0 1 80,-4 2-162,4-3 167,-5 5-140,5 0-258,1 0 1,6 2-61,3 1 1,2-1-59,5 1 0,6 0-85,5 0 0,2-1 12,5 1 1,5-1-233,7-2 1,-2 3-344,1 1 0,-3 0-926,4-4 0,-6 0 660,2 0 0,-9 0-1340,-6 0 1995,-5 0 0,-30-15 0,-7-4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9:15.8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166 185 7718,'-7'-4'0,"-2"1"0,1-4 0,-1 4 0,-3-2 0,1 5 0,0 0 387,0 0 1,-3 2-47,-1 1 1,4 3-553,4 5 1,-1-3 30,-3-1 0,5 0-332,2 4 478,-2 1 1,5-1-283,-3 0 169,3 0 1,6 0 137,2 0 0,3-4 60,1 0 1,0-3-82,0 3 0,5-3 43,3 3 1,-2 1 8,1 3 0,1-1 16,3-3 1,-4 3 22,0-3 0,-4 3 96,1 1 0,-3 0 144,-1 0-258,-5 0 1,-1 0 32,-5 0 0,-9-1-12,-2-3 1,-7 2-303,-1-6 1,-1 5 98,-2-5 1,0 1-53,-1-4 0,6 0-120,3 0 1,1-1 310,2-3 0,25-22 0,5-9 0</inkml:trace>
  <inkml:trace contextRef="#ctx0" brushRef="#br0" timeOffset="427">375 241 7718,'6'0'1485,"4"0"-1146,-9 0-128,9 4 0,-8 3-110,6 4 1,-5 0-84,5 0 1,-4 0 94,3 0 1,-3 0-364,3 0 1,-3-4 192,3 0 0,0 1-324,4 3 0,-3-5 182,-1-2 0,-3-3-315,3-1 305,0 0 0,3-1 68,-3-3 1,2-2 29,-5-5 1,-1 0 19,-3 0 0,4 0 156,0 0 1,-1 0-121,-3 0 128,5 0 0,-2 0-63,4 0 0,-3 3 70,3 1 0,-3 4 194,3 0-14,1 2 0,1 2 6,-1 2 1,1 7-138,-1 5 0,-2 5 124,1-2 1,-1 3-7,2 1 0,2 3-1,-3 1 0,-2 4 27,-1-5 1,0 5 171,0-5 1,0 5-216,-4-4 0,-5-2-65,-2-6 0,-8-2-463,-4-5 1,-1-1 211,-2-2 0,0-4-293,-1-4 1,5 0 247,0 0 0,1-8-1047,-2-3 0,8-4 1178,8 0 0,21-31 0,6-13 0</inkml:trace>
  <inkml:trace contextRef="#ctx0" brushRef="#br0" timeOffset="1094">739 230 7735,'0'-12'1276,"0"1"-1027,0 0 0,0 4 177,0 0 3,0 4 0,5 0-99,2 6 1,-1 3-69,2 5 1,-1 0-50,4 0 0,0 2-227,0 1 0,-4 2 98,1 3 1,-5 0-32,5-4 0,-5 1 84,5-1 0,-6-3-395,2 3 1,-3-3-215,-1-1-194,0 0 293,0 0 0,0-4-125,0 1-216,-5-6 156,4 3 239,-9-10 0,9-1 84,-3-5 1,3-1 20,1-3 1,1 3 55,3-3 1,-2-1 140,6 1 0,-2-3 221,1 3 0,2 1-160,-6 3 0,6 0 284,-2 0 0,0 1-162,0 2 0,-3 0 93,3 4 1,-3 0 91,3 4-179,0 0 1,3 5-30,-3 3 0,2 2-6,-5 1 0,3 0-313,-3 0 0,3 1 72,-3 3 0,-1-3 4,-3 2 0,0-1 24,0-2 1,0 0 39,0 0 0,0 0-4,0 0 22,0-5-34,0 4 20,0-9-245,0 4 223,0-5 1,0-5-26,0-2 0,0-3 81,0-1 1,0 0 109,0 0 0,4-1 56,0-3 0,3 3-114,-3-3 0,4-1 73,0 1 0,0 1-98,0 3 1,1 0 141,-1 0 1,2 3-4,1 1 90,0 4 0,0-2-85,0 5 0,-2 5-184,-1 3 1,0 2 70,-4 1 0,3 1-261,-3 2 0,3-1-173,-3 1 1,0-1-202,-4-2 0,3 0-656,1 0 643,5 0 588,-3 0 0,10-10 0,1-2 0</inkml:trace>
  <inkml:trace contextRef="#ctx0" brushRef="#br0" timeOffset="1594">1279 97 7735,'-1'-11'-454,"-3"0"2714,3 0-963,-4 0-331,5 5-567,0 1 0,1 6-50,3 3 0,-2 3-157,6 8 1,-5-1-26,5 4 1,-5 0-166,5 4 1,-5 0 71,5 0 0,-6-1-209,2-2 0,-2 3 24,2 0 1,-3-4-52,3 4 0,-3-2-226,-1 2 1,0-4 121,0 1 0,1-2-21,3 1 0,-3-2 57,3-5 1,-3 0-229,-1 0 155,0-5 342,5-1 1,0-10 16,2-2 1,-1-3 11,-2-1 1,-1-1 48,4-3 1,-1-1-94,1-2 0,2-3 140,-5 3 1,3 0-19,-3 0 1,4 3-44,0-3 1,-2 4 4,1 0-176,0 2 0,4 2 59,0 2 1,-3 3-127,-1 5 1,-3 0 32,3 0 1,1 2 49,3 1 1,-4 5 30,0 6 1,-3-1-25,3 1 0,-3 2 127,3-1 1,-4 3-78,0-3 1,-1 3 115,-2-3 1,-2 0-158,-1-4 1,-3 2-192,-5-2 0,-2 3-450,-1-7 0,-2 2 312,-3-2 1,0-2-198,4-5 0,-3 0-71,3 0 633,0 0 0,14-20 0,2-4 0</inkml:trace>
  <inkml:trace contextRef="#ctx0" brushRef="#br0" timeOffset="1902">1764 318 7737,'-7'-8'443,"1"1"777,1-2-784,-4 5-236,3-1 1,-5 5 173,0 0 1,0 0-97,0 0 1,0 3-173,0 1 0,1 5-112,3-2 0,-3 6 87,3 2 1,2 0-166,1-4 1,3 0 65,1 0 0,0 0 92,0 0 0,5 0-38,2 0 0,7-5-475,0-2 0,6 1 211,-2-2 0,-1 1 69,2-4 0,-6-5-961,2-2 1,-3-3 481,-1-1 1,-5 0-86,-2 0 723,-3-5 0,-20-16 0,-6-8 0</inkml:trace>
  <inkml:trace contextRef="#ctx0" brushRef="#br0" timeOffset="2185">1852 42 7747,'0'-7'0,"0"-1"2456,0 0-490,0-2-1479,5 4 0,-4 3 204,3 11 1,1 0-287,-1 11 0,3-1 66,-3 4 1,4 4-108,0 0 0,0 4-332,0 0 0,1 0 113,-1 0 0,-2 2-969,1-3 1,-1-1-194,2 1 0,1-8-789,-1 1 1,-3-7 1805,-2 0 0,-1-23 0,-2-5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9:30.7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122 341 7842,'-11'-4'0,"0"0"180,0 2 1,0 1 246,0 1 0,0 0-127,0 0 0,4 1-112,-1 3 1,1 2-201,-4 5 0,5 0 46,2 0 0,3 3-176,1 1 1,0 0 99,0-4 0,1 4-227,3-1 0,6-3 151,4-3 0,2-6-297,-1 2 1,-3-3 98,3-1 0,1-1-27,-1-3 1,-4-2-24,-4-5 1,-1-1 365,1-3 0,-2 3 0,-10-39 0,-1-2 0</inkml:trace>
  <inkml:trace contextRef="#ctx0" brushRef="#br0" timeOffset="300">442 120 7803,'0'-17'0,"0"1"122,0 5 1,0 0 97,0 0 0,-4 0 122,1 0 0,-7 4-78,-1-1 1,-1 5 142,-7-5 1,1 6-73,-4-2 1,3 4-100,1 4 0,4 2-153,0 5 1,3 1 77,3 3 1,4 2-123,4 5 1,1 1 71,2 3 1,5 2-165,6 5 1,0 0-157,4 0 0,1 1-148,3-1 0,0 0 126,0 0 1,1 0 72,3 0 0,-3-2-752,3-6 1,-4 0 389,-4-11 1,-2-4 519,-5-6 0,-14-32 0,-5-9 0</inkml:trace>
  <inkml:trace contextRef="#ctx0" brushRef="#br0" timeOffset="448">310 363 7819,'0'-6'838,"0"-4"0,5 9-146,2-3 0,8 3-544,3 1 1,3 0-543,1 0 1,0 0 393,0 0 0,20 9 0,4 4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9:27.7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0 375 9034,'0'-6'957,"6"1"-955,5 5 0,2 0 107,5 0 0,-3 0-701,3 0 0,1 0 21,3 0 1,3 0 570,1 0 0,24-5 0,3-1 0</inkml:trace>
  <inkml:trace contextRef="#ctx0" brushRef="#br0" timeOffset="393">629 220 7993,'0'-11'383,"0"5"0,1 1 250,3 5-444,-3 0 0,7 5 13,-4 3 0,5 3-19,-2 3 0,-1 0-82,1 4 0,1 1-283,3 3 1,-4 3 175,1 1 1,-2 1-497,1-1 1,2-3 293,-6 3 1,2-3-107,-1-1 0,-3-4-466,3 1-430,-3-6 1210,-1 3 0,0-10 0,-5-35 0,-1-14 0</inkml:trace>
  <inkml:trace contextRef="#ctx0" brushRef="#br0" timeOffset="649">607 209 7782,'0'-11'86,"0"0"67,0 0 0,0 4-157,0 0 0,1 1 67,3-2 1,3 0 164,8 4 1,-2 0-119,5 4 1,4 0 127,4 0 0,4 2-109,-5 1 1,2 3-127,-1 5 1,-4 0-8,0 0 1,-5 4-138,-6 0 0,-5-1-27,-2-2 0,-4 0 162,-4 2 1,-5-1-53,-6 1 0,-8-3 39,1-3 1,-4 2-456,0-3 0,3 2 166,-3-2 0,8 1 308,3-4 0,8-5 0,2-5 0</inkml:trace>
  <inkml:trace contextRef="#ctx0" brushRef="#br0" timeOffset="1182">981 309 8412,'-6'0'797,"1"0"-645,5 5 1,0 1-181,0 5 0,4 0 89,0 0 1,1 1-91,-2 3 1,-1-3 69,1 3 0,-2-3-115,-1-1 0,0 0 2,0 0 0,0 0-20,0 0 0,0-4 154,0 1-217,0-6 158,0 3-344,0-5 208,0-5 0,2-1-92,1-5 1,0 0-7,4 0 0,1-4 95,3 1 1,0-1-102,0 4 1,0-1 110,0-3 0,1 3 42,3-3 1,-3 6-65,3 2 1,-3 1 175,-1-1 0,0-2 234,0 5-166,0 1-7,0 3 0,-5 5-63,-2 2 0,-3 3 156,-1 1 1,0 1-65,0 3 1,0-3-56,0 3 0,0-3-51,0-1 1,1 4 29,3-1 0,-2 1-127,6-4 0,-1-1 124,4-3 1,1 2 110,3-6 0,-3 1-126,3-4 0,1-1 286,-1-3 1,-1-2-23,-3-5 0,-1-1-24,-3-3 0,2 2-143,-5-6 1,-1 2 34,-3-1 1,-5-2-412,-2 5 1,-4-3 205,-4 3 1,-3 2-684,-8 6 1,3 2 84,-3 5 647,8 0 0,7 19 0,6 6 0</inkml:trace>
  <inkml:trace contextRef="#ctx0" brushRef="#br0" timeOffset="1708">1610 44 8287,'-4'-7'1940,"1"-1"-1615,-1 6 1,4 2-17,0 7 0,5 8-90,2 3 1,3 3-172,1 1 0,4 4 119,-1 0 0,2 4-139,-1 0 1,-3-3 104,3-2 1,-3 2-593,-1-1 1,-4 0 63,1-4 1,-4-5-692,3-2 374,-5-3-202,3-1 237,-10-5 446,-1-1 0,-5-10-9,0-2 0,0-3 149,0-1 1,3 0 175,-3 0 0,2 0 56,-6 0 1,2-3-81,-2 3 1,2-2 151,-6 5 1,2 0-88,-1 1 1,-2 2 204,5 5 0,-3 0-104,3 0 0,1 1 55,3 3 1,1 3-90,2 8 0,4-3-31,4 3 1,0 0-158,0 0 0,4 1 93,4-1 0,5-3-316,2 3 0,6-4 118,1-4 1,0-1-775,4-2 0,-3-3 401,-1 3 0,0-3 473,0-1 0,20-29 0,4-8 0</inkml:trace>
  <inkml:trace contextRef="#ctx0" brushRef="#br0" timeOffset="2084">1885 265 7801,'0'-7'1102,"0"-2"-704,0 7-70,0-2 1,5 4-55,3 0 0,-2 4-292,1 4 1,-3 2-27,3 1 0,-1 1-64,2 3 1,1-2 85,-1 5 1,-2-4-120,1 1 0,1-2-8,3 2 1,-4-4 44,0 0 0,1 0-166,3-4 0,-4-2-151,0-1 134,1-3 1,3-1 10,0 0 0,-4-5-110,1-2 1,-2-3 151,1-1 0,2-4 238,-6 1 0,2-2 346,-1 1 1,-2 3-222,6-3 0,-6 3 140,2 1 0,-3 0-79,-1 0 1,4 3 262,-1 1 0,2 4 194,-1 0-429,-3 2 0,5 1-138,-2 0 1,-3 4-189,3 4 1,1 2-315,-2 1 1,1 1 250,-4 3 1,4-3-490,-1 3 1,2 0 285,-1 0 0,-2 0 374,6-4 0,24-5 0,9-1 0</inkml:trace>
  <inkml:trace contextRef="#ctx0" brushRef="#br0" timeOffset="2333">2525 232 7801,'-7'-10'0,"-1"2"591,1-1 0,-4 4-180,0-3 1,0 3 119,0 5 0,0 2-145,0 1 0,0 5-196,0 6 0,1 0-190,2 4 0,0-3 108,4 3 0,1 1-323,3 3 0,1-1 201,2-3 0,5 2-587,7-6 0,0 5 291,4-5 1,2-3-536,-3-3 0,3-6 161,1 2 0,0-3 226,0-1 1,0-5 457,0-2 0,-4-4 0,1-4 0,9-27 0,6-10 0</inkml:trace>
  <inkml:trace contextRef="#ctx0" brushRef="#br0" timeOffset="2550">2712 55 7801,'-6'-11'0,"-2"0"276,4 0 0,-1 1 218,1 3 372,3 2-539,-4 5 0,5 1 141,0 3 1,4 6-107,0 4 0,4 6-162,-1-2 0,3 8-159,1 3 1,4 0 70,0 0 1,3 0-31,-3 5 1,1-3 95,-2-1 0,4 3-590,4 0 1,0-5 226,0 2 0,-1-6-1031,-3-2 1,3-4-667,-3 1 399,-2-11 1483,0 2 0,-15-49 0,-2-10 0</inkml:trace>
  <inkml:trace contextRef="#ctx0" brushRef="#br0" timeOffset="2716">2668 254 7801,'-10'-5'661,"3"-3"0,1 2 57,2-1 0,4 4-236,0 0 1,6 1-93,9 2 0,2 0-271,5 0 0,5 0-216,3 0 0,-2 0-1278,1 0 1,2 4 224,6 0 1150,-8 4 0,37-1 0,-1 4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9:33.5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0 121 9555,'0'8'413,"0"-1"1,0 2-43,0 5 1,1 3-119,3 5 0,2 2-301,5 1 0,1 0 127,3 4 1,-3 1-861,3 3 0,-3-5 440,-1-2 0,0-7-320,0 0 0,-3-6 72,-1 2 589,-5-8 0,-6-21 0,-9-11 0</inkml:trace>
  <inkml:trace contextRef="#ctx0" brushRef="#br0" timeOffset="293">254 132 8923,'-2'11'488,"-1"0"0,-3 0-348,-5 0 0,-5 2 88,-3 1 1,2 0-73,-1 4 0,3-4-101,-3 0 1,4 2 98,-1-1 0,8 0-226,3-4 1,3 0-36,1 0 0,1 0-58,3 0 0,3 1 1,8 3 0,0-3 119,7 3 0,-2-3-426,5-1 1,-1 1 150,-2 3 1,0-6-482,0 2 0,0-8-4,0 1 805,-5-3 0,18-30 0,1-8 0</inkml:trace>
  <inkml:trace contextRef="#ctx0" brushRef="#br0" timeOffset="951">496 331 7372,'11'0'514,"0"0"0,0 0 362,0 0-669,0 0 1,0 0-115,0 0 0,0 0-252,0 0 0,-3 0 110,-1 0 0,0 0-321,4 0 1,-3-1 204,-1-3 0,-3 1-282,3-4 216,-4 0 0,1-4-31,-4 0 0,-1 0 153,-2 0 1,-4 3 120,-4 1 0,-3 1 271,-1-2 1,-5 4-144,2 4 1,-2 0 343,2 0 1,-2 1-223,6 2 1,-1 4 121,4 4 0,4 1-41,-1 3 1,6-2-182,-2 5 0,4 1-61,4 3 0,2-1-146,5-3 0,5 2-400,2-6 1,2 1 284,-2-4 0,3-1-468,-2-3 0,1-2 271,2-5 0,-1 0-161,-2 0 1,1-4 116,-1 1 1,-3-6 400,-2 2 0,-1-7 0,-2 0 0,-2-1 0,-1 4 0,-2-1 0,-2-3 0,-3 3 0,3-3 0,-3 2 0,-1-2 0,0 3 0,0-3 0,0 3 296,0 1 1,0 0 238,0 0 712,0 0-365,0 4-61,0-2-371,0 7-231,0 7 1,5-1-26,2 7 0,-1-2-13,1 2 1,1 1-121,3 3 0,4-2 105,-1 5 1,2 1-156,-1 3 1,-2-1-74,6-3 0,-6 3-122,2-3 0,-3 2 91,-1-2 1,-5-2-26,-2-5 0,-3 0-311,-1 0 263,0-5 0,-1-1 284,-3-5 0,-2-5-125,-5-2 1,0-3 85,0-1 0,0-4-92,0 1 0,4-2 34,-1 1 0,6 2-264,-2-6 1,3 6-423,1-2 1,1-1-14,3 1 0,3 1 271,8 3 1,1 0 406,2 0 0,32 0 0,4 0 0</inkml:trace>
  <inkml:trace contextRef="#ctx0" brushRef="#br0" timeOffset="1319">1113 331 7800,'7'5'-314,"-3"1"1,-2 5 777,1 0 1,0 0-55,4 0 0,-3 0-127,3 0 1,-1 4 92,2-1 1,1 5-69,-1-5 1,0 2-151,0-1 0,0-3 87,-4 3-252,5-3 227,-8-1-254,4-5-499,-5-1 442,-5-15 1,4 3-77,-3-8 0,1 3 58,0 1 1,2-4 37,-3 1 0,3-2 47,1 1 1,0 2-12,0-6 0,0 6 22,0-2 1,0-1 11,0 1 0,5 0 9,2 0 1,0 4 18,4 0 1,-2 1-11,6 6 0,-2-3-21,2 3 1,-2 2 0,6 6 0,-2 2 4,1 5 1,-2 3 96,-5 1 0,0 5-146,0-2 1,-4 3-130,1 1 0,-6-4-17,2 1 0,-2-5-274,2 5 0,-3-6-485,3 2 0,-3-7 207,-1 0 746,5-6 0,-4-16 0,4-11 0</inkml:trace>
  <inkml:trace contextRef="#ctx0" brushRef="#br0" timeOffset="1883">1565 386 7800,'8'0'446,"-1"0"0,-3 0-197,3 0 0,-3 0-30,3 0 1,-3-1-177,3-3 0,1 3-57,3-3 0,-4 3-122,0 1-148,1 0 0,1-1 143,-1-3 108,2 3 0,-8-8-63,5 5 1,-4-4 177,1 1 0,-4 0-130,-4 0 1,1 1 387,-4-1 0,1-3-85,-1 2 1,-3 2 62,2-1 0,-1 5-124,-2-2 0,0 3 316,0 1-257,0 0 0,0 5-33,-1 2 1,3 0-166,1 4 0,0-1 117,4 8 1,0 1-408,4 3 0,0 0 25,0 0 1,3-4-105,4 1 1,1-1 70,6 4 1,3-5-75,2-2 0,2-6 190,1-2 0,0-5 5,0 2 1,0-4 42,0-4 1,-4-5-41,1-6 1,-6-4-13,2 5 0,-3-6 54,-1 2 0,-4-3-121,1-1 0,-5-4 77,5 0 0,-6 0 142,2 0 1,-3 1 278,-1-4 1,-1-1-170,-3-3 1,-2 4 409,-5 0 1,0 4-262,0-1 1,1 4 197,3 4 1,-3 2 243,3 5 558,2 5-881,-5 1 0,9 14-45,-3 2 1,4 7-22,4 0 0,2 7 76,5 1 0,4 8-180,-1-1 0,5 4-10,-5-1 1,5 2-348,-5 3 1,1-3 179,-4-5 1,0-1-594,0-3 0,0 1-512,0-8 1,-3 1-2463,-1-8 3515,-5-1 0,-2-22 0,-6-6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9:32.1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38 7778,'-3'-7'262,"-1"-1"227,0 6-54,4-8 167,-4 9-353,2-9 0,-3 10-32,5 0 1,2 3-14,1 8 1,3 2 12,5 9 0,2 1 25,1 3 0,-1 2-38,1 5 0,2 0-427,-1 1 0,5 4 197,-2 2 0,-2-2-270,-1-1 1,-3-4 173,-1-4 0,-5-2-1532,-2-5 642,-3-5 130,-1-6 0,0-7 882,0-8 0,-10-36 0,-2-14 0</inkml:trace>
  <inkml:trace contextRef="#ctx0" brushRef="#br0" timeOffset="703">11 148 7778,'0'-11'0,"0"0"434,0 0 0,0 4-62,0 0 1,0 3 176,0-3-322,5-1 0,3 1-23,6 0 1,-1 3-168,1-3 0,2 4 51,-1-1 1,3 3-289,-3 1 1,1 0 207,-1 0 1,-3 0-358,3 0 0,-3 1 152,-1 3 1,0 2 28,0 5 0,0 4 120,0 0 0,-1 4-22,-3 0 0,3 1 96,-3 2 1,-1 4-73,2 0 1,-2 0 121,1-4 1,3 0-46,-3 0 1,2 0 77,-2 0 0,3-4-53,-3 1 0,2-6-38,-2 2 0,3-8 75,-3-3-64,3-3 0,1-2-219,0-3 0,-3-6 74,-1-4 0,-5-6-255,2 2 0,-3-3 125,-1-1 0,0 0-58,0 0 1,0 3 35,0 1 0,0 3 274,0-3 0,0 8-128,0-1 1,0 6 148,0-2 1,2 4 249,1 0 1,-1 3-155,1 3 0,3 3 210,2 5 1,0 2-127,0 1 1,3 0 7,0 4 0,0-3-3,3 3 0,2-4-46,-1 1 0,1 0-53,-1 0 1,-2-1 8,5-7 0,-3 3-83,4-3 0,-6-2 65,2-1 1,1-3-185,-2-1 1,5 0 55,-5 0 0,5-5-410,-5-2 0,1-3 51,-4-1 0,0-1-99,0-3 1,-1 3 345,-3-3 0,-2 1-49,-5 0 1,0 2 246,0-3 1,0 3-74,0 1 0,-5 1 65,-2 2 0,-3 2-9,-1 3 1,-3 1 476,-1-1 1,0 1-14,4 2 0,-1 2 154,-3 1 1,7 4-54,-3 4 0,7 0-201,0 0 0,-1 1 21,2 3 0,-1-3-112,4 2 0,4 2-29,-1-1 1,10 3-86,-2-3 1,8 0-317,3-4 0,1 0-288,7 0 1,-1-5-446,4-2 0,-1-3-566,-2-1 1,-3-5 635,-5-2 0,-5-3 775,-3-1 0,-26-20 0,-7-4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9:37.40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0 286 8717,'0'-11'374,"0"4"0,2 4-128,1 6 1,-1 4-100,1 4 0,3 1 3,2 3 1,-2-2-38,1 5 0,-1-3-352,2 3 0,2-4 130,-3 1 0,1 1-527,0-2 1,2 0 169,-3-7 1,-1 3-456,1-3 921,1-2 0,-2-29 0,-1-13 0</inkml:trace>
  <inkml:trace contextRef="#ctx0" brushRef="#br0" timeOffset="164">34 153 7836,'-5'-11'0,"2"0"108,-4 0 0,4 0 697,0 0-895,-3 0 1,4 4 142,-1-1-1692,1 6 792,2-3 847,0 15 0,20 22 0,5 14 0</inkml:trace>
  <inkml:trace contextRef="#ctx0" brushRef="#br0" timeOffset="531">419 275 7836,'-14'-5'-121,"-1"-3"0,0 2-273,4-1 1,-3 4 135,-1 0 1,-1 1 509,1 2 1,3 0-26,-3 0 0,-1 0 113,2 0 1,0 2-46,7 1 0,-2 0-108,6 4 0,-1-3-232,4 3 1,0 1 13,0 3 0,9-4-105,2 0 0,6 1-24,-3 3 0,6-4 53,-2 0 1,3-1-82,1 2 1,0 2-2,0-3 0,0-1 66,0 1 0,0 0 23,1 0 0,-3 3 122,-1-3 0,0 2-98,-4-2 0,0 3 151,-4-3 0,-5-1-44,-2 2 1,-3-5 44,-1 5 1,-5-6 98,-2 2 1,-8 1-37,-4-2 1,-5 1-253,-2-4 1,-1 0 112,2 0 1,0 0-419,-4 0 0,5 0 418,2 0 0,5-15 0,6-3 0</inkml:trace>
  <inkml:trace contextRef="#ctx0" brushRef="#br0" timeOffset="1417">1246 330 7836,'-5'-11'398,"-1"0"1,-1 5-97,0 2 1,-1 3-130,-3 1 1,0 0-27,0 0 1,-4 1-42,1 3 0,-5 2 130,5 5 0,-5 0-161,5 0 0,-1 3 82,4 1 1,1 1-301,3-1 1,-2-2 106,5 6 0,1-6-255,3 2 1,5-4 55,2-4 0,4 2-88,4-6 0,-2 5 11,6-5 1,-1 1 73,4-4 0,-1-4 3,-3 1 1,3-5 30,-3 5 0,-2-6 40,-1 2 1,0-3-5,-4-1 1,1-4 198,-8 1 1,-1-1-78,-3 4 1,0-4 391,0 0 0,0 1-179,0 3 1,-3 3-92,-1 1 1155,-5 0-461,8 1-354,-4 1-51,5 5-325,0 5 0,5 1-70,3 5 1,0 3-211,-1 1 1,3 1-294,-2-1 1,1-3 267,2 3 0,-3-2-442,-1 2 0,0-7 371,5 3 1,0-2 335,2 2 0,18-15 0,9-3 0</inkml:trace>
  <inkml:trace contextRef="#ctx0" brushRef="#br0" timeOffset="1843">1533 330 7836,'0'-8'502,"0"1"0,-4 3 275,1-3-228,-1 5-102,4-3 223,0 5-460,5 5 1,-3 1-18,6 5 0,-5 0-42,5 0 1,-1 3-122,4 1 1,-4 1-64,1-1 0,-5-2 90,5 6 0,-5-6-176,5 2 1,-6-3 63,2-1 0,-2-4-80,2 1 1,-3-5-61,3 5-235,-3-6 215,-1 3 0,-1-5 1,-3 0 1,3-5-135,-3-2 1,3-3 87,1-1 0,0 0 20,0 0 0,0-1 11,0-3 1,0 3 261,0-3 0,0-1-143,0 1 0,5 1 254,2 3 0,3-3-90,1 3 1,0-2 211,0 5 0,1 4-92,3 0 0,-1 3 40,4 1 1,-5 1 34,2 3 1,1 2-83,-1 5 0,-1 3-298,-3 1 0,-1 3 89,-2-3 1,0 4-409,-4-5 1,3 5 193,-3-5 1,3 1-453,-3-4 1,3 0 191,-3 0 1,5-1 515,-2-3 0,37-12 0,10-7 0</inkml:trace>
  <inkml:trace contextRef="#ctx0" brushRef="#br0" timeOffset="2091">2183 352 7836,'-6'-11'0,"-4"3"353,3 1 1,-3 1 28,-1-1 0,0 0 2,0 4 1,0 2-14,0-3 0,-1 4-112,-3 4 1,3 2-62,-3 5 0,-1 0 25,2 0 0,-1 3-133,4 1 0,4 1 93,-1-1 0,6-3-300,-2 3 0,3 1-81,1-2 1,5-3-223,2-3 0,8-2-263,3 1 1,7-2 325,0-5 1,1 0-381,-4 0 0,-3-1 266,-1-3 0,-5-2 112,2-5 1,-8 0 358,-3 0 0,-12-29 0,-5-8 0</inkml:trace>
  <inkml:trace contextRef="#ctx0" brushRef="#br0" timeOffset="2358">2227 54 7836,'0'-11'0,"0"0"941,0 0 0,0 4-268,0-1 1,5 6-100,3-2 1,-2 8 113,1 3 0,0 8-258,4 3 0,4 3-27,0 1 1,1 5-153,-1 2 0,-3 3-723,2 1 0,-3-1-32,-3-2 0,2 2-416,-3-3 1,-1 2 485,1-2 1,-3-2-835,3-5-1046,-4 0 1275,2-5 1039,-5-6 0,-15-26 0,-3-9 0</inkml:trace>
  <inkml:trace contextRef="#ctx0" brushRef="#br0" timeOffset="3336">2183 241 7836,'0'-7'486,"0"0"756,-5-1-441,4-3-391,1 0 1,6 2-168,5 1 0,5-2-33,3 3 0,1 1 13,2-1 1,2 3-46,1-3 1,0 3-372,4-3 1,-4 4 129,1-1 1,-3 3-61,-1 1 0,-1 4 43,-3 0 0,-2 8 132,-5-1 0,-4 6-65,1-2 1,-5 4 35,5 0 0,-6 1-70,2 3 0,-3 0 93,-1 3 1,4-3-173,0 3 0,0-3 93,0-1 1,2-4-211,5 1 0,0-2-51,0 1 0,2-3-29,1-8 0,-2 2-251,3-6 1,-6 1 190,-2-4 0,-1-5-7,2-2 1,-2-3 104,-3-1 1,-1-1 143,1-3 1,-2 2-83,-1-6 0,2 5 155,1-5 0,-1 6 173,1-2-59,-1-2 1,1 5 367,1-3 1,1 4-52,-2 4 522,-1 2-640,7 5 0,-4 5 32,3 2 0,0 3 11,-4 1 1,5 1-196,-2 3 0,-1-3 27,1 3 1,1-3 47,3-1 0,0 0-180,0 0 0,3-1 78,1-3 1,1-2-282,-1-5 0,1 0 118,2 0 1,2 0-273,-6 0 0,1-1 150,-4-3 0,3-2-374,-3-5 1,1-4 192,-8 1 0,-1-2 44,-3 1 0,0 3 472,0-3 1,-5 3-138,-2 1 0,-3 0 388,-1 0 1,0 1 28,0 2 0,-4 4 173,1 4 0,-1 0-255,4 0 0,1 4 47,3 4 0,-2 2-75,6 1 1,-1 3-26,4 1 1,0 3-308,0-3 0,0 3 96,0-3 0,1 0-111,3-4 1,2 4-149,5-1 0,1 0-89,3-7 0,-2 2 21,6-6 1,-1 1-83,4-4 1,0-1 76,0-3 0,0 0 29,0-7 0,-1 3 53,-2-7 0,0 3 14,-4 1 0,1-4 234,-2 1 1,-1-2 126,1 1 1,-5 3 144,-2-3 0,-3-1 283,3 1 0,-4 1-287,1 3 1,0 0 24,0 0 0,0 3 332,-4 1-320,0 4 1,1-2 142,3 5-432,-3 0 1,4 5 90,-5 3 0,0 2-118,0 1 0,1 1-81,3 3 1,-3-2-89,3 5 1,-3-3-101,-1 3 1,3-3 102,1 4 0,0-2-28,-4 1 1,4 2 23,-1-6 0,5 5-162,-5-5 1,1 1-232,-4-4 627,5 0 52,-4-5 1,4-2 231,-5-8 0,0-2 91,0-5 1,0-5-221,0-2 0,0 1 243,0-2 1,0 1-142,0-4 1,0 0-132,0 0 1,1 1 4,3 3 0,2-2-631,5 5 1,1 1 286,3 3 0,2 1-1407,5 2 1,-5 4 182,-2 4 1336,-3 0 0,-6 9 0,-1 4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9:42.4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11 298 7758,'-1'-6'82,"-1"1"513,-2 0-165,0 4 191,4-9-94,0 9 59,0-4-384,0 5 1,1 5 32,3 2 1,-1 3-93,4 1 1,-5 3-118,2 1 0,1 5 99,-1-2 1,1 2-207,-2-2 1,-2 2 67,3-6 1,-1 5-146,0-5 1,-2 5-160,3-5 1,-3 1 153,-1-4 0,2-3-293,1-1 154,-2-5 131,4 3 1,-3-8-145,1-1 0,-1-8 64,1 1 0,0-4 237,0 0 0,0-1-102,4-2 0,-3-5 102,3 4 1,-1-4-60,2 5 0,1-2 145,-1 2 0,0-2-89,0 5 0,0 1 251,-4 3-175,5 0 0,-7 5 411,5 2-189,-4 3 1,3 2 13,-2 3 1,-2 2-64,5 5 1,-3 3-101,3 1 1,-1 3-167,2-3 0,2 4 95,-3-5 1,2 5-143,-2-5 0,1 5 88,-4-5 0,4 5-63,-5-5 0,2 0-9,-1-7 0,-3 3-12,3-3 312,-3-2-216,-1 0-118,0-5 1,4-5 115,-1-2 0,2-3-138,-1-1 0,-3-1 101,3-3 1,1 3 38,-2-3 1,5-1 57,-5 2 0,2-6-93,-1 2 0,1 0 199,2 0 1,2 5-46,-6-2 1,6 3 31,-2 1 0,3 1-88,1 3 1,0-2 77,0 5 0,0 1-255,0 3 1,0 4 55,0 4 1,0 3-124,0 4 1,-1 2 45,-3 5 0,3-1-442,-2-3 0,-2 3 222,1-3 1,0-1-439,4 2 0,1-6 211,-1 2 1,0-3 562,0-1 0,3 0 0,1 0 0,19-24 0,2-7 0</inkml:trace>
  <inkml:trace contextRef="#ctx0" brushRef="#br0" timeOffset="401">838 375 7758,'0'-11'0,"0"-4"378,0 0 1,0 1 267,0 3 85,-5 0-406,-1 0 1,-5 1-180,0 3 1,0 2-71,0 5 0,0 0 110,0 0 0,0 5-201,0 2 1,1 4 86,3 4 1,-3-3-182,3 3 1,2 0 45,1 0 0,2 4-153,-2-5 1,3 1-45,-3-4 118,3 5 0,4-4 59,1 3 1,5-7-181,-2 0 0,3-6-3,1 2 1,1-3-5,3-1 0,-3 0-23,3 0 1,-3-5 114,-1-2 0,-1-3 133,-3-1 0,2 0-88,-6 0 0,5-1 299,-5-3 1,1 3-35,-4-3 1,0-1-35,0 1 0,4 1 128,-1 3 1,1 0 103,-4 0-396,0 5 206,0-4-355,0 9 200,0 5 1,1 4-77,3 7 1,-3-2 32,3 2 0,-3-3-210,-1 3 0,4-3-15,0-1 1,0 0 22,0 0 1,-1 0-19,4 0 1,-3-5 277,3-2 0,15-23 0,7-5 0</inkml:trace>
  <inkml:trace contextRef="#ctx0" brushRef="#br0" timeOffset="631">1003 0 8205,'-6'0'914,"1"0"1,9 5-467,0 2 1,4 9-227,0 6 1,5 5-296,2 6 0,1 0 111,-2 0 1,-1 5-379,1 3 0,-1-2 229,-2 1 0,3-4-976,1 1 0,-1-8 525,-7-3 1,2-8 561,-6-3 0,1-32 0,-4-9 0</inkml:trace>
  <inkml:trace contextRef="#ctx0" brushRef="#br0" timeOffset="1084">1092 309 7786,'0'-11'-954,"0"0"1,0 3 3266,0 1-1629,0 0 1,1-4-31,3 0 0,-2 3-264,5 1 0,2 4-215,6 0 0,-2 2 56,5 1 0,1 1-148,3 2 1,0 0-47,0 4 1,0 2-125,0 6 1,-1-3-138,-3 2 0,3 2 144,-3-1 0,-2 3-117,-1-3 1,-3 1 62,-1-1 0,-1-7-141,-2 3 90,1-2 130,-7 2 0,4-5-117,-3-2-6,-1-3-280,7-1 0,-3 0 153,6 0 0,-1-4-18,0 1 0,-4-5-126,0 5 572,-4-6 1,5 3-139,-4-5 1,0 4 157,-4-1 0,1 2 536,3-1 1,-3-3-344,2 3 1,0 0 196,1 0 0,-2 3-116,5-3 0,-3 5 349,3-2-535,1 3-252,3 1 1,0 1-364,0 3 1,-4 2 246,1 5 0,-5 0-221,5 0 0,-5 1 158,5 3 1,-5-3-845,5 3 1,-2 1 414,1-2 0,2-3 629,-6-3 0,11-16 0,-2 1 0</inkml:trace>
  <inkml:trace contextRef="#ctx0" brushRef="#br0" timeOffset="1222">1610 121 7803,'-4'-11'243,"0"0"0,0 1-1524,0 3 788,3-3 0,-3 9 493,8-3 0,16 13 0,10 3 0</inkml:trace>
  <inkml:trace contextRef="#ctx0" brushRef="#br0" timeOffset="1491">2018 187 7839,'6'-11'3415,"-1"5"-3022,-5-3 0,0 9-17,0 0 0,0 4 206,0 7 1,0 5-281,0 3 1,-4 2-151,0 1 0,-3 0-546,3 0 0,-4 3 329,0 1 0,2 0-1006,-1-4 0,1 0 593,-2 0 1,0 0-400,4 0 0,-3-5-790,3-2 1667,-4-3 0,6-35 0,-3-9 0</inkml:trace>
  <inkml:trace contextRef="#ctx0" brushRef="#br0" timeOffset="1682">1819 221 7839,'-7'-11'0,"0"-1"2906,-1 1-2100,2 5 1,2 1 115,8 5 1,7 5-315,7 3 1,8 3-223,4 3 0,3 4-429,3 4 1,-1-2 92,1-1 1,-2 2-1263,-5-3 0,3 4 789,-3 4 1,-6-7-2621,-1 3 3043,-2-7 0,-3 6 0,-1-4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9:46.8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12 8349,'6'-5'998,"4"4"-527,-3-3 1,8 3-741,3 1 1,4 0 150,4 0 1,-3 1-760,3 3 0,0-3 453,-4 3 1,1-3-302,-8-1 725,-1 5 0,-13-4 0,-2 4 0</inkml:trace>
  <inkml:trace contextRef="#ctx0" brushRef="#br0" timeOffset="183">34 122 8876,'11'0'833,"-3"0"-735,3 0 0,-2 0 67,6 0 1,2 0-1197,1 0 1,-1 0 1030,2 0 0,14 0 0,7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8:59:48.6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55 177 7762,'0'-11'227,"0"0"114,0 0-250,0 0 0,1 1 438,3 2-392,2 3 0,5 2-74,0-1 0,4 0-51,0 4 1,3 2 108,-3 1 1,3 3-243,-3 5 1,3 1 78,-3-1 0,-4 4-184,-4 4 1,-1-2 62,2 1 0,-3 1 40,-5 3 0,-5-4 43,-3 1 0,-3-2-25,-3 1 1,-3-2 125,-6-5 0,0 0-64,-2 0 0,5-1 116,-2-3 1,6 2-67,-2-6 0,4 1-128,-1-4 0,7 0 26,0 0-338,6 0 274,-3 0 1,6-4-281,3 1 0,2-6 439,5 2 0,0-3 0,49-25 0,12-7 0</inkml:trace>
  <inkml:trace contextRef="#ctx0" brushRef="#br0" timeOffset="251">452 177 7509,'-11'0'-11,"0"0"273,0 0 1,-4 0-65,1 0 0,-5 1-48,5 3 0,-5 0 43,4 4 1,0 2 49,0-3 1,3 3-56,-3 1 0,4 0-179,4 0 0,-2 3 28,5 1 0,1 0-34,3-4 0,5 0 50,2 0 1,8-4 16,3 1 1,4-2-538,4 1 0,-2-2 219,6-5 0,-6 4-689,2-1 1,-3 1 936,-1-4 0,10-24 0,2-7 0</inkml:trace>
  <inkml:trace contextRef="#ctx0" brushRef="#br0" timeOffset="585">1092 77 8885,'-10'2'849,"2"1"1,0 3-575,4 5 1,-4 2 110,0 1 0,-2 4-130,-1 4 1,0 1-186,0 3 1,0-2-274,0 5 0,0-4 185,0 1 1,0-4-620,0-4 0,0 2 379,0-6 0,4 0-1249,-1-7 1042,1 3 0,0-9-649,-1 3 742,6-8 0,-3-2 371,5-5 0,10-39 0,2-10 0</inkml:trace>
  <inkml:trace contextRef="#ctx0" brushRef="#br0" timeOffset="810">893 133 7765,'-4'-12'902,"1"1"-138,-1 0 49,4 0-255,0 5-142,0 1 1,1 5-73,3 0 0,1 5 46,2 3 1,3 1-91,-3 2 0,7 4-92,1 0 0,0 4-220,0 0 1,-1 2 78,4 1 0,-3 0-770,3 0 1,-1 0 383,2 0 1,-3-4-836,-5 1 0,0-6 466,0 2 1,0-4-1235,0-4 1220,-5-2 702,4-5 0,-9-29 0,4-8 0</inkml:trace>
  <inkml:trace contextRef="#ctx0" brushRef="#br0" timeOffset="1036">904 265 7765,'-11'-8'0,"0"1"0,0 5 712,0-2 0,5 2 399,2-2-74,-2 3-617,5-4 0,-3 5-155,8 0 0,2 3-37,5 1 0,5 0-25,2-4 0,3 3-334,1 1 1,5 0 192,3-4 0,0 1-1170,0 3 0,0-3 59,-4 3 1,3-3 1048,-3-1 0,19-10 0,2-2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0:33.9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166 153 8196,'0'-11'0,"0"0"0,-1 1 975,-3 3 58,3 2-640,-4 5 1,5 6-141,0 5 1,0 5-22,0 6 0,5 5-138,2 3 1,7 3 74,0 3 0,5-1-374,-5 1 1,6 2-82,-2-1 0,-2 4-265,-1-5 0,-3-3 81,-1-3 0,-1-6 100,-3 2 1,-2-8 45,-5-3 1,-1-8-34,-3-3 0,-2-3 272,-5-1 1,0-5-85,0-2 0,0-4 103,0-4 0,-3-2-27,-1-5 1,0 0 145,4 0 1,-4 4-51,1-1 1,-2 2 159,1-1 1,3 2 60,-3 5 1,-1 0 59,1 0 1,0 5 181,0 2 1,3 3-173,-3 1 1,3 1 19,1 3 1,1 2-31,3 5 0,2 3 73,5 1 0,0 5-175,0-2 0,0 3-21,0 1 1,8-4-251,3 1 0,4-1 92,0 4 1,2-3-753,5-1 0,1-6 401,3-1 1,-2-1 145,6-6 0,-6-1 92,2-3 110,2-5 0,5-25 0,6-12 0</inkml:trace>
  <inkml:trace contextRef="#ctx0" brushRef="#br0" timeOffset="180">453 396 7795,'0'-11'1570,"0"0"-1204,0 5 0,1 1-111,3 5 0,-2 1 20,5 3 0,-3 5-56,3 6 0,2 5-117,6-2 0,-3 3-61,3 1 0,-3-1-194,-1-3 1,0 3-374,0-3 0,0 2 259,0-2 1,0-2 135,0-5 131,0-5 0,-5-16 0,-1-8 0</inkml:trace>
  <inkml:trace contextRef="#ctx0" brushRef="#br0" timeOffset="322">431 186 7801,'0'-11'0,"0"4"-430,0-1 0,1 2-179,2-1 609,4 2 0,48 30 0,11 5 0</inkml:trace>
  <inkml:trace contextRef="#ctx0" brushRef="#br0" timeOffset="1100">717 429 10716,'6'11'546,"4"0"-327,-3 0 1,3 5-303,1 2 0,-1-1 108,-3 2 1,3-1-197,-2 4 0,0 0 168,0 0 1,0-3-212,-4-1 1,-1-5 35,-3 2 1,0-6-435,0-2 613,0-5-139,0 3 172,-4-14 0,2 1-65,-1-6 0,1-2 52,2 1 0,0-1-17,0 1 1,0-1-16,0-2 0,0-2 33,0 6 0,0-5-4,0 5 0,5-1 133,3 4 0,-2-4-91,1 0 1,0 1 104,5 3 0,-3 3-66,-1 1 0,1 5 85,-1-2 0,2 3-102,1 1 0,-2 1 23,-1 3 1,2 2-52,-3 5 1,-1 0-123,1 0 0,0 1 70,0 3 0,1-2-11,-4 6 0,3-6-205,-3 2 1,1 1 62,-1-2 0,-3 1 7,3-4 0,-3 0 83,-1 0 0,0-3 70,0-1-150,0-5 427,0 3-396,0-5-273,0-5 319,0-1 1,4-5-285,-1 0 1,2-4 115,-1 1 1,-2-1 104,6 4 0,-5-1-66,5-3 1,-1 3 351,4-3 0,-4 3 98,1 1 0,-1 0 147,4 0 0,0 1 88,0 3 0,0-2-211,0 5 0,-2 1 61,2 3 1,-3 0-12,7 0 1,-3 5-48,-1 2 1,0 4-356,0 4 0,-3-3-518,-1 3 1,0 1-483,4-2 0,-3 2 549,-1-1 1,-1-3-492,2 3 1,1-7 265,-1 0 747,2-6 0,5-7 0,3-7 0</inkml:trace>
  <inkml:trace contextRef="#ctx0" brushRef="#br0" timeOffset="1450">1456 506 7869,'1'-6'279,"3"2"1,-3 2 1006,3-2-928,2 3 0,0-4-139,5 5 1,0-1-236,0-3 0,0 3 91,0-3 1,4 3-314,-1 1 1,1 0 165,-4 0 0,0 0-364,0 0 182,0-5-232,0-1 0,-3-5 125,-1 0 1,-5 3-10,2 1 0,-6 0 372,-2-4 1,-6 1-61,-1 3 1,-1-2 377,-7 5 0,5 1-158,-5 3 1,5 0 323,-5 0 1,2 0-187,-1 0 0,1 5 32,2 2 1,6 4-51,-2 4 1,4-2-58,0 5 1,2 1-474,5 3 0,5-1 209,2-3 1,4 3-515,4-3 0,2-2 287,5-1 1,0-4-403,0-4 1,1-1 244,3-2 0,-3-3 28,3 3 1,1-8 394,-1-3 0,4-3 0,8-25 0,8-7 0</inkml:trace>
  <inkml:trace contextRef="#ctx0" brushRef="#br0" timeOffset="1850">1842 407 7801,'-10'-2'0,"3"-1"1424,-3 2-384,8-4-121,-2 5-683,4 5 1,0 1-31,0 5 1,1 3-20,2 1 0,2 1 19,3-1 1,2-3 1,-3 3 0,1 1 12,0-2 0,2 5-338,-3-5 0,-1 2 101,1-1 1,-3-3-391,3 3 1,-4-3-127,1-1-43,2 0-71,-5-5 396,4-1 1,-9-6-41,0-3 1,-3-2 44,3-5 1,-3 0 98,3 0 1,0-4 37,0 1 1,1-5 109,-4 5 1,5-5-4,-2 5 0,3-2 189,1 1 0,0 3 11,0-3 1,1-1-70,3 1 0,5 4 44,6 4 1,3 1-78,-3-1 1,6 2 63,1 5 0,0 1-110,4 3 1,1 5 1,-1 6 0,-1 1-17,-3-1 1,-1-2-6,-3 6 1,-2-2-446,-5 1 1,-1 2 191,-2-6 1,-2 2-688,-3-1 1,-1-3 409,1 3 1,-2-6 499,-1-2 0,0 0 0</inkml:trace>
  <inkml:trace contextRef="#ctx0" brushRef="#br0" timeOffset="2268">2503 385 7864,'-11'-11'883,"0"0"1,0 4 242,0 4-704,0 2 1,0 1-219,0 0 0,4 0 9,-1 0 0,1 3-238,-4 1 0,0 5 79,0-2 0,5-1-642,2 1 0,-1 1 385,1 3 1,1 0 203,3 0 0,1 0-415,3 0 0,-2-1-407,5-3 0,1 3 428,3-3 0,1 2 94,3-2 1,-3 3 287,3-3 0,1-1-47,-2 2 1,5-5 167,-5 5 1,5-6-86,-4 2 1,0 1 116,0-2 0,-3 5-109,3-5 0,-3 1 268,-1-4-137,0 5 1,-4-3 204,-4 6-195,-2-6 0,-5 3-115,-4-5 1,-7 4-31,-3-1 1,-3 1-117,-1-4 1,-4 0-227,1 0 0,-5 0 26,5 0 0,-5-1-163,5-3 1,0 3 449,7-3 0,16-7 0,10-1 0</inkml:trace>
  <inkml:trace contextRef="#ctx0" brushRef="#br0" timeOffset="2473">2779 429 7866,'6'-6'2502,"4"1"0,-4 5-1855,5 0 1,-4 1-294,1 3 0,-5 2-128,5 5 1,-5 3-818,5 1 1,-6 4 435,2-5 1,-3 2-547,-1-1 1,0-3 287,0 3 413,0-3 0,5-11 0,1-2 0</inkml:trace>
  <inkml:trace contextRef="#ctx0" brushRef="#br0" timeOffset="2623">2668 142 7866,'-7'-10'-532,"0"3"532,4-3 0,8 29 0,7 0 0</inkml:trace>
  <inkml:trace contextRef="#ctx0" brushRef="#br0" timeOffset="3001">3176 451 8204,'-8'-10'0,"1"1"2128,-2 2-1615,0 0 1,-4 1-171,-1 2 0,1 3-100,-1 1 1,-2 0-215,1 0 0,0 5 87,4 2 1,0 3-63,0 1 0,5 1 98,2 3 0,0-3-371,0 3 1,0-2-11,4 2 1,4-3-206,0 3 1,4-3-79,-1-1 1,8-1 230,4-3 1,-2-2-147,1-5 1,0 0 72,4 0 1,1 0-103,-1 0 0,-2-5 67,-1-2 1,-5-4 388,-6-4 0,-18-46 0,-8-16 0</inkml:trace>
  <inkml:trace contextRef="#ctx0" brushRef="#br0" timeOffset="3401">3264 396 7866,'11'0'1001,"0"1"-618,0 3 1,-4-2-110,1 5 0,3 2 272,3 6 1,1-2-168,-4 6 1,0-5-247,0 5 1,3-1 32,-3 4 1,1-4-262,-9 1 0,5-6 205,-4 2-382,-1-3 0,-4-4-13,-3-1-15,-2-5 0,-5 3 93,0-5 1,1-5-8,3-2 1,-3 1-24,3-2 0,1 1 136,-2-4 1,6-4 122,-2 1 1,2-1-121,-2 4 0,3-4 223,-3 1 1,3-2 19,1 1 0,1 2 12,3-6 1,1 4 49,2-3 1,7 5-117,-3-2 1,3 3 63,1 1 0,1 4-76,2 4 1,3 2-28,-2 1 1,1 4 36,2 4 0,-3 3-147,-1 4 0,-3-2 75,3 5 1,-4 1-654,0 3 0,-1-4-57,-2 1 0,-4-6-360,0 2 1,-1-2 228,2 2 824,2-8 0,-9-7 0,4-12 0</inkml:trace>
  <inkml:trace contextRef="#ctx0" brushRef="#br0" timeOffset="3785">3980 341 7866,'-6'-5'908,"-2"2"-358,4-4-318,-5 4 1,3-1 105,-5 4 1,-1 0-98,-3 0 1,2 0 171,-6 0 1,5 0-372,-5 0 1,6 1 45,-2 2 0,-1 2-302,2 3 0,0 1 164,7-1 0,-2 2-366,6 1 1,-1-4 234,4 0 1,0 1-193,0 3 0,5 0-28,2 0 0,4-4-145,4 0 1,-2 1 155,6 3 0,-1-4 93,4 1 1,0-2 302,0 1 1,-3 2-90,-1-6 1,-1 6 416,1-2 0,2-1-177,-5 2 0,-2-5 504,-5 5-472,1-1 1,-7 4 9,1 0 0,-8-4-110,-6 1 1,-1-5-125,-6 5 1,-4-2-526,-4 1 1,-1-2 252,1-5 1,-1 0 306,-2 0 0,-8-10 0,3-2 0</inkml:trace>
  <inkml:trace contextRef="#ctx0" brushRef="#br0" timeOffset="4174">4013 32 7871,'0'-7'-2,"0"-1"-47,0 1 1,7 1 239,4 2 1,6 8 590,8 3 0,4 4 12,4 4 0,1 7-302,3 7 0,0 4-43,7 4 0,-6 2-134,6 5 0,-8 4-217,1 0 0,-7 1-210,-5-1 0,-8-8-341,-6 1 1,-6-11 191,-8-4 1,-7-3-361,-5-1 0,-3-5-186,3-2 1,-4-4 310,0-4 1,2 2-1129,-1-5 1624,4-1 0,-7-17 0,4-5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0:30.2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78 263 7857,'-4'-7'49,"0"0"194,1 4 0,-1 0-154,0 6 0,-3 3-61,3 5 0,-3 4-116,3 0 1,-3 4 84,3 0 1,-3 2-128,3 1 0,-3-4 101,3 0 0,0 1-63,4 3 1,0-5 75,0-2 0,0-2-8,0 2 0,2-7 4,1 4 0,0-9-7,4 1 1,0-3 59,4-1 0,0-1-45,1-3 1,-1 2-82,0-6 1,3 0 83,1-7 0,0 3-65,-4-3 0,0 3 46,0 1 1,0-4 43,0 1 1,0-1-48,0 4 0,-5 0 116,-2 0-104,2 0 19,-5 0 30,4 5-23,-5 1 13,0 5-19,-5 5 0,4 1-15,-3 5 1,-1 0 10,2 0 0,-1 3-36,4 1 0,0 0 24,0-4 1,0 0-1,0 0 0,1 0 81,3 0 0,2-1-72,5-3 0,4 2 310,-1-6 1,6 1-77,-2-4 1,7 0 135,0 0 1,1-6-107,-4-5 0,-3-1 151,-1-7 1,-5 2-195,2-1 1,-4-3-293,-3 3 1,0-2-89,-4 2 0,-1-3 108,-3 2 1,-1 3 117,-2 2 1,0 5-62,-4 2 0,-1 4 0,-3-2 0</inkml:trace>
  <inkml:trace contextRef="#ctx0" brushRef="#br0" timeOffset="188">618 341 7858,'1'6'1882,"3"-3"-1591,-3 4-120,4-1 0,-5 5-60,0 0 0,0 0-195,0 0 1,0 0-921,0 0 135,-5 5 0,4-4 164,-3 3 705,-2-3 0,10-11 0,-3-2 0</inkml:trace>
  <inkml:trace contextRef="#ctx0" brushRef="#br0" timeOffset="321">629 120 7858,'-11'-11'-355,"3"4"-685,1-1 747,5 6 1,-7-4 292,5 2 0,1 3 0,17 6 0,5 7 0</inkml:trace>
  <inkml:trace contextRef="#ctx0" brushRef="#br0" timeOffset="666">926 21 7860,'-1'-7'3107,"-2"-1"-2679,1 6 0,-3-2-94,5 8 0,0-1 93,0 9 1,0-3-216,0 10 1,4 0 0,0 7 0,-1-2 47,-3 6 1,0-1-172,0 4 0,4 0-184,0 1 0,-1-3-1520,-3-1 0,-1 0 799,-2-4 0,0-1 34,-4-7 1,3-2-238,-3-5 453,4 0 0,-2-6 566,5-5 0,0-5 0,0-45 0,0-10 0</inkml:trace>
  <inkml:trace contextRef="#ctx0" brushRef="#br0" timeOffset="1215">794 219 7860,'0'-11'1326,"-4"4"-460,1 0-516,-1 4 0,5-5-134,3 4 1,-2-1 8,6 1 1,3 2-243,4-5 1,0 3 2,0-3 1,2 3 31,5-3 1,2 0-348,1 0 1,0-3 229,4 3 0,-4 1-299,0-2 0,2 5 101,-1-5 0,-1 5 86,-7-5 0,-2 6 80,-5-2 0,-4 3 292,1 1-89,-6 0 1,3 5 120,-5 2 1,-5 3-108,-2 1 0,1 4-15,-2 0 0,5 3 14,-5-3 0,5 4-35,-5 0 1,5 1-160,-5 2 0,6-3 97,-2-1 0,3 1-165,1 3 1,0-4 93,0 0 0,0-4 53,0 1 0,0-3 26,0-1 0,1-5 15,3-2 0,-2-3-30,6-1 0,-1 0 12,4 0 1,0-4-102,0 0 0,1-4 97,3 1 0,-3-3-126,3-1 1,-3 0 70,-1 0 0,0 0-106,0 0 0,4 0 61,0 0 1,-4 3 19,-4 1 1,0 3-37,4-3 0,0 4 24,0 0 0,-3 2 467,-1 1-181,0 0-14,4 0 0,-1 4 40,-2 4 0,-2 2 16,-3 1 0,-1 0 98,1 0 1,-1 1-101,-2 3 1,3-3 41,1 3 0,1-3-75,-2-1 1,0-1-233,4-3 1,1 2 157,3-6 0,0 1-821,0-4 1,3-1-26,1-3 1,5-2 729,-2-5 0,37-39 0,10-10 0</inkml:trace>
  <inkml:trace contextRef="#ctx0" brushRef="#br0" timeOffset="1764">2249 297 8014,'8'-4'0,"-2"-1"880,-1-1-543,-2 3 1,-1-3 197,1 3-280,-1 1 171,2-3-187,-8 5 0,-3 4-27,-4 0 1,0 4-403,0 0 1,-3 2 21,-1 1 1,-1 1-110,1 3 1,3-3-205,-3 2 1,3 2 224,1-1 1,0 3 1,0-3 1,5 0 92,2-4 1,3 0 49,1 0 1,6 0-45,5 0 1,1-5 209,7-2 1,-2-4-92,1-4 0,3-2 276,-3-5 0,0 0-173,0 0 1,-8-1-54,1-3 1,-7 3-662,-1-3 1,-2 2 64,-1-2 582,-4 8 0,-22-13 0,-10 8 0</inkml:trace>
  <inkml:trace contextRef="#ctx0" brushRef="#br0" timeOffset="2267">2646 120 8396,'-7'-10'0,"1"2"1071,1 0 667,1 1-656,4 1-125,0 1-567,0 15 1,1 1-126,3 7 0,1 4-104,2 0 0,3 2-130,-3 5 0,7-3-273,1 3 1,-1-3 239,-3 3 1,-3-3-827,-1 3 1,0-4 391,4 1 0,-4-3-72,-4-1 1,-2-5-298,-1-2 267,0-3 394,-4-6 1,-3-1 161,-4-5 1,0-1-27,0-3 0,2-2-123,1-5 1,-2 0 108,3 0 0,-6 0-15,-2 0 0,-1 0 73,1 0 1,2 4 39,-6-1 0,1 6 154,-4-2 1,4-1-10,-1 1 1,2 1-92,-1 3 0,2 3 166,5 1 1,5 5-53,2-2 1,-1 3-51,1 1 1,2 0-37,6 0 1,5 0-426,6 0 1,5 2-207,-2-2 1,7 3-445,0-7 0,5-1-832,-5 2 1749,6-6 0,2-7 0,6-7 0</inkml:trace>
  <inkml:trace contextRef="#ctx0" brushRef="#br0" timeOffset="2725">2911 131 7860,'-8'-11'882,"1"0"1,5 0 169,-2 0-557,3 5 1,2 1-108,3 5 0,2 6-134,5 5 0,0 1-104,0 7 0,5-1 27,2 4 0,-1 4-144,2 0 1,-5 1-220,5-2 0,-5 0-89,5 4 1,-6-4-394,2 1 1,-3-7-62,-1-1 1,-3 0-110,-1 0 300,-5-2 43,3-5 312,-5-5 19,0-6 1,0-6-184,0-5 0,-3 0 170,-1 0 0,-5 0 83,2 0 0,-3 0 126,-1 0 1,0 3-171,0 1 1,-4 3 842,1-3 0,-2 5-402,1-2 1,2 3 547,-6 1 0,1 0-275,-4 0 0,1 1-15,3 3 1,-3 3-93,2 8 0,4-3-148,0 3 1,8 1-146,3-2 1,3 5 49,1-5 0,5 5-14,2-5 1,9 1 13,6-4 0,1-1-995,7-3 1,-1 2 179,4-6 0,-5 1-79,-2-4 1,-2-4-736,2 1 1,-8-6 1402,1 2 0,-15-23 0,-6-5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1:24.5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232 144 8872,'-1'7'370,"-3"1"1,2-2-369,-6 1 1,5 7 35,-5-3 1,1 2-137,-4-2 1,1 4-229,3 0 1,-7 1 164,3-2 1,-2 0-323,2 4 1,1-4 229,3 0 0,-3 2-227,2-1 0,0 0 480,0-4 0,-1-5 0,7-1 0,2-15 0,7-2 0</inkml:trace>
  <inkml:trace contextRef="#ctx0" brushRef="#br0" timeOffset="256">78 155 7767,'-11'-11'169,"0"0"633,4 5-501,3 1 1,4 6-71,0 3 0,3 2 78,1 5 0,4 1-99,0 3 1,5-2-8,2 6 1,1-4-308,-1 3 0,-2 0 140,5 4 0,-3-3-608,4-1 0,-6-1 331,2 2 1,-2 0-437,2-4 1,-4 3-862,0-3 878,0 0 660,-10-4 0,9-5 0,-28-26 0,-2-10 0</inkml:trace>
  <inkml:trace contextRef="#ctx0" brushRef="#br0" timeOffset="447">22 276 7767,'-11'-6'887,"5"-4"-706,1 9 1,10-4 100,3 5 0,3 0-79,3 0 0,4 0-187,4 0 0,1 0 80,3 0 0,-3 4-272,3 0 0,-3 1 177,-1-2 0,1-2-1,3 3 0,7-3 0,6-1 0</inkml:trace>
  <inkml:trace contextRef="#ctx0" brushRef="#br0" timeOffset="833">684 45 7767,'0'-8'686,"0"1"-153,0 5 248,0-3-524,0 5 1,1 5 69,3 2 1,-2 4-58,6 4 1,-1 2-191,4 5 0,-1 4 82,-3-1 0,3 2 66,-3-1 1,6 1-26,-2 2 1,2 0-1,-6-4 1,0-1-692,0 1 0,-5-3 117,2-3 1,-3-3-2382,-1-5 841,0-5 1911,0-1 0,-5-44 0,-1-10 0</inkml:trace>
  <inkml:trace contextRef="#ctx0" brushRef="#br0" timeOffset="1132">915 144 7767,'7'0'1643,"-3"0"-1144,-4 0-283,-4 0 1,-3 4-194,-4-1 1,-1 5 132,-3-5 1,3 6-183,-2-2 0,-2 2 14,1-2 0,0 3-43,4-3 0,1 3 48,3 1 0,-2-3-88,6-1 0,-1 0 23,4 4 1,6 2 93,5 1 0,2-1-308,5 1 1,0-2 92,4 0 1,2-1-291,1 0 1,-5 0 169,2 0 1,-2 0-72,2 0 0,0-2 19,0-1 1,-5 0 364,-2-4 0,-3 3 0,-1-3 0,0-10 0,0-6 0</inkml:trace>
  <inkml:trace contextRef="#ctx0" brushRef="#br0" timeOffset="1559">1092 331 7767,'0'-6'-854,"0"0"1494,0 3-246,0 1 0,1-3-181,3 5 1,-2 0 46,6 0 0,-5 0-63,5 0 0,-1 0-202,4 0 1,0 0-78,0 0 1,1 4-108,3 0 0,-3-1-167,3-3 1,-3 0 205,-1 0 1,0 0 37,0 0 1,-3 0-114,-1 0 1,-3 0-136,3 0 0,-5-1 79,2-2 1,-3 0-73,-1-4 353,0-1 0,-1-3 27,-3 0 0,-2 2 254,-5 1 0,0 0-161,0 4 1,-4-3 252,1 3 0,-5 0-175,5 4 1,-1 0 53,4 0 1,0 0-4,0 0 1,1 5 60,3 3 1,-2 1-116,6 2 1,-1 2-48,4 1 0,1 0 27,3 4 1,3-3-224,8 3 0,-2-4-119,6 0 0,-1-1-184,4-2 0,0 0-379,0 0 1,0-4 358,0 0 0,-1-4-109,-3 1 0,2-3 480,-5-1 0,-1-5 0,-2-31 0,-1-11 0</inkml:trace>
  <inkml:trace contextRef="#ctx0" brushRef="#br0" timeOffset="1858">1445 276 7767,'-2'-7'170,"-1"0"411,2 4-75,-4-2-166,5 5-49,0 0 0,5 2-89,2 1 0,1 3-41,0 5 0,5 0 28,-2 0 0,3 4-274,-3 0 1,0 4-119,0 0 0,0-3 140,0-2 0,0 2-102,0-1 0,-5 0 53,-2-4 1,1 0 99,-2 0-5,1-5 126,-9-1 1,-1-6-60,-5-3 0,-4-2 73,1-5 0,0-1-36,7-3 1,-3 3 6,3-3 0,2-1 190,1 1 0,3 1-27,1 3 1,1 0-1184,3-1 1,3 1 82,8 0 0,2 2-931,5 1 1774,0-2 0,24 9 0,7-4 0</inkml:trace>
  <inkml:trace contextRef="#ctx0" brushRef="#br0" timeOffset="2309">1808 343 10212,'8'11'353,"-1"0"0,-3 0-150,3 0 1,-3 1-253,3 3 0,-1 0 103,2 4 0,0 0-150,-4-4 1,3 4-22,-3-5 1,0 1-23,-4-4 0,3-4 23,1 1-151,0-6 117,-4 3 0,0-6 28,0-3 1,0-2-103,0-5 0,0-4 89,0 1 0,-2-5 169,-1 4 0,2 0-45,-3 0 1,3 1 146,1-4 1,0 3-142,0-3 0,3 4 105,1 0 1,5 2-193,-2 0 0,3 3 108,1 1 0,3 2-96,1 3 0,5 1 75,-2-1 1,-1 3-23,2 3 0,-5 2-12,5 3 1,-6 5-255,2-2 1,-3 4-43,-1-1 0,-4-1-42,1 1 0,-5 2-43,5-1 1,-6 0 419,2-4 0,-3 3 0,-1 1 0,0-4 0,0-3 0,5-11 0,1 2 0</inkml:trace>
  <inkml:trace contextRef="#ctx0" brushRef="#br0" timeOffset="2907">2282 387 7767,'12'0'358,"-1"0"0,0 0-155,0 0 0,-4 0-111,0 0 1,-3 0 201,3 0-153,1 0-324,3 0 1,0 0 169,0 0 1,-4 0-271,0 0 1,-3-2-68,3-1 46,-4 1 1,3-6 101,-2 4 0,-3-1 77,3 2 1,-4-2 176,-4-3 1,-2 0 246,-5 4 0,-1-3-39,-3 3 1,3-1-90,-3 2 0,3 1 77,1-1 0,0 1-36,0 2 1,1 2 111,2 1 0,0 0-78,4 4 0,-1-1-172,2 2 1,1 3 13,-1 0 1,1 0-197,2 3 0,4 0 57,0 1 1,4-3-115,0 2 0,2-1 5,1-2 1,3-1 86,1-3 0,5 1-281,-2-4 0,-1 0 100,1-4 0,1-1-110,3-3 1,1-3 45,3-8 1,-7 1 107,4-4 1,-5 0 86,0-4 1,-2 0 2,-5 0 1,-1-1 103,-3 1 1,2-3-84,-5-1 1,1-3 281,-2 3 0,-2-4-88,3 5 1,-3-1 300,-1 4 0,0 0-198,0 0 1,-1 5 1108,-3 2-74,3 3 261,-9 6-603,9 1-615,-9 5 1,9 5 48,-3 2 1,3 8-87,1 3 1,4 4-106,0 4 1,4 2 44,0 5 1,3 0-87,3 0 1,-2-3 122,3-1 0,-1 0 0,0 5 0,0-5-1587,4 0 0,-4-5 702,0-2 1,-1-2-364,-2-5 0,-4-1 1032,0-7 0,-14-32 0,0-11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1:28.5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166 33 7710,'6'-1'0,"-2"-3"493,2 3-184,-5-9-217,4 9 0,-6-4 67,-3 5 0,1-4 38,-8 1 1,2-1-176,-6 4 1,2 0 37,-2 0 1,3 1-83,-3 3 0,3-3 40,1 3 0,0 1-141,0-2 0,0 5 113,0-4 0,3 3-145,1-3 146,5 4 0,-3-2 16,5 5 1,0-3 10,0-1 1,5-1-8,2 1 1,3 3-116,1-2 0,5 1 18,2 2 0,3-3-80,1-1 1,1 0 98,3 4 1,-1 2-18,4 1 0,-5-1 24,2 1 1,-6-1-29,-2-2 1,-8 1-109,1 3 0,-7-7 177,-1 3 0,-6-3 123,-5-1 1,-6-1-126,-5-2 1,-5-3 88,-2 3 1,-5-3-148,2-1 1,1 0-84,-2 0 1,6-1-352,-2-3 1,7 3 512,0-3 0,35-17 0,5-3 0</inkml:trace>
  <inkml:trace contextRef="#ctx0" brushRef="#br0" timeOffset="1576">497 154 7720,'-6'-6'1430,"1"1"-1333,5 5 0,0 2 56,0 1 1,0 3-137,0 5 1,0 2 74,0 1 1,4-1-174,-1 1 1,6 2 109,-2-1 0,-1 3-238,2-3 1,-1 0 35,4-4 0,-4 0-34,1 0 1,-1-1 72,4-3 0,0 2-36,0-6 0,0 1 12,0-4 1,0-5 53,0-2 0,-1-3 15,-3-1 0,3-1-27,-3-3 0,2 1 146,-2-4 0,2 3-68,-5-3 0,3 5 170,-3-2 0,1 3 7,-2 1 1,-2 0-105,3-1 1,-3 5 28,-1 0 36,5 4-27,-3-2-43,2 5 0,-4 2 106,0 1 1,0 3-114,0 5 1,0 1-1,0-1 1,0 0-10,0 0 1,0 0 3,0 0 0,4 3-58,0 1 1,4 0 65,0-4 0,1-1-29,3-3 0,-1 1 17,0-4 1,3 3 92,1-3 0,1 0-151,-1-4 0,-2-1 1,5-3 1,-4 1-64,1-4 1,-7 0-204,0-4 0,-5-1 86,5-3 1,-6 3-136,2-3 1,-3 3 19,-1 1 232,0 0 1,0 0 76,0 0 29,-5 4 0,4 1-35,-3 3 95,3 1 0,2-3 91,3 5 0,-2 4 115,6 0 0,-5 3-92,5-3 1,-1 3-2,4-3 1,0 3-65,0-3 1,0 3 44,0-3 0,0 3-71,0-3 1,4 3 7,0-3 1,-1 0-46,-3-4 0,4 1-13,0 3 0,1-3-21,-2 2 1,-1-1-126,1-2 0,-2-2-140,-1-1 0,1 2 101,-1-3 1,0-2-51,0-2 1,-5 2 83,-3-1 1,2 3 41,-1-3 82,0 0 125,-9-4 0,-3 1-63,-6 2 1,1 3 128,-1 5 1,-2 0 20,1 0 1,0 0-65,4 0 0,0 0-69,0 0 1,4 5 19,0 3 1,4 2-30,0 1 0,1 0 1,2 0 1,0 1-73,0 3 1,5-3-131,3 2 1,3 2 59,3-1 1,3 0-3,5-4 0,2 0 68,1 0 1,4-4 23,4 1 0,1-6-32,3 2 0,-3-3-235,3-1 1,-4-4 68,-4 1 0,-2-6-38,-5 2 1,-5-3-66,-2-1 1,-3 0-105,-1 0 0,-3 1 380,-1 3 0,-4-3 0,0 2 0,-2 2 0,-1-1 0,0 0 0,0-4-50,0 0 0,0 3 198,0 1 0,0 3 215,0-3 1,-1 4-35,-2 0 1,0-2-98,-4 1 1,3 1-22,-3 3 0,-1 0 24,-3 0 1,4 0 87,0 0 1,-1 0-117,-3 0 0,0 3-84,0 1 1,4 1 6,0-2 0,0 0-119,0 4 1,-2-3-141,6 3 1,-1 1 83,4 3 0,0 0-20,0 0 0,1-4 19,3 0 1,6 1-322,5 3 0,4-1-31,-1-3 0,3 1-146,1-4 1,2 4 152,1-5 0,0 1 52,4-4 1,-3-1 338,3-3 0,-3 2 0,3-6 0,-4 1 0,1-4 0,-4 0 0,-4 0 0,2 0 0,-6 0 0,1-2 0,-4-1 0,-5 2 0,-2-3 0,-2-1 440,2 1 0,-3 0-168,3 4 1,-4 2 308,-4 1 1,2 0 145,-5 4 320,4 0-297,-7 4-575,9 0 0,-4 2 67,5 1 0,0 0-13,0 4 1,0 2-203,0 5 0,1 0 122,3 4 1,1-3-146,2 3 1,3 1 59,-3 3 0,7 3 53,1 1 0,1 1-6,-2-1 0,0 1-175,4 2 1,-4 2 23,0-5 0,-3-4-488,-3-4 1,0-5 1,-4 2-649,0-8 395,-4-2 0,-5-10 310,-3-2 0,2-4 68,-1-4 1,-1-1 149,-3-2 1,4-3 211,0 3 0,-1-3-2,-3-1 0,4 0-19,0 0 1,-1 1 206,-3 3 1,4-6-91,0 6 1,0-5 399,0 4 0,-1-1-217,4-2 0,-3 0 396,3-1 0,0 6-259,4 3 0,0 1 173,0 2 0,1 2-255,3 1 1,-1 0-137,4 4 1,4 0-43,4 4 1,4 0 46,0 0 0,1 1-115,2 3 0,4-1 114,0 4 0,3 2-332,-3 5 1,-1-2 87,-7 3 1,-2 1-325,-5-1 0,-5 3 160,-2-3 1,-4 3 23,-4-3 0,-7 0-48,-7-4 0,-7 0 77,-1 0 1,-3-4-35,3 0 0,-4-4 65,0 1 0,3 0-450,2 0 1,2 0-25,5-4 636,2 0 0,5 0 0</inkml:trace>
  <inkml:trace contextRef="#ctx0" brushRef="#br0" timeOffset="1969">2591 110 7720,'0'-11'0,"4"4"0,0 0 627,0 4-388,-4-7 1,-2 9 121,-1-3 0,-4 3-74,-4 1 1,0 0 169,0 0 0,-3 0-95,-1 0 0,-3 1-163,3 3 1,0-3-218,4 3 1,0 1 98,0-1 1,4 4-54,-1 0 1,6-2 78,-2 1 1,3 0-554,1 4 165,0 0 0,1 0-188,3 0 1,2-1-27,5-2 1,0 1 214,0-1 0,1 0-76,3 0 1,-3 2 30,3-3 0,1 1 172,-1 0 0,-1 0-67,-3-4 0,0 5 287,1-2 1,-1-1 96,0 1 1,-5-3 74,-3 3 1,-1-3 245,-2 3 0,-9-4-247,-2 1 1,-9-3-135,-2-1 1,-5 0 4,-6 0 0,0 0-579,0 0 1,1 1 233,3 3 1,3-3 235,8 3 0,22 2 0,9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1:32.1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22 8074,'4'-7'796,"-1"0"-473,1 4 43,-4-2-195,5 5 1,-4 5 0,3 3 0,-3 1-98,-1 2 0,1 5 75,3 3 1,1-2-215,2 1 1,3 1 60,-3 3 0,4 0-226,4 0 1,-3-1 120,3-3 0,-3-2-112,-1-5 1,4 0-127,0 0 197,-1-5 0,-3-2-224,1-8 0,-5-2 106,0-5 1,-3-4-32,3 0 1,-4-3 53,0 3 1,2-4 272,-1 0 1,1 4-19,-1 0 1,-3 1 187,2 0-192,-1 1 167,-2-3 343,0 5-190,0 5-171,0 1 0,0 7-80,0 1 0,0 0-47,0 4 1,1 0 46,3 5 0,-2-1-161,5 0 1,1 1 10,3 3 1,0-3 35,0 2 0,0-1 0,0-2 0,0 0 32,0 0 1,4-1-182,-1-3 1,1 1 43,-4-4 1,0 4-89,0-5 0,0 1 92,0-4 0,-4-5 56,1-2 1,-2-3 18,1-1 0,2 0 69,-6 0 0,5-2 23,-4-1 1,0 2 221,0-3 1,-3-1-23,3 1 0,-3 1-75,-1 3 1,0-1 224,0 1 1,0 4 183,0 0 96,0 4-364,0-6 1,1 9-262,3 0 0,-3 4-24,3 7 1,1 5 146,-1 3 0,4 2-158,0 1 0,-1 1 60,4 3 1,-3-2-16,7 5 1,-1 1 24,0 3 1,0 0 229,4 0 1,-4-5-50,0-2 0,-3-4-1134,-3-4-19,2 3 249,-9-13 0,2 0-314,-6-11 1,2-5 550,-3-7 1,-1 2 418,1-5 0,-4-1 0,-13-32 0,-9-8 0</inkml:trace>
  <inkml:trace contextRef="#ctx0" brushRef="#br0" timeOffset="222">551 155 7730,'-1'-17'0,"-1"2"312,-2 3 1,-3 1-34,3 0 0,0-1 128,4 1-150,0 0 0,5 0-33,2 0 1,7 2-151,1 1 0,8 2 84,-1 2 0,4 3-49,-1-2 0,4 1 91,4 2 0,-4 4-228,0 0 1,-4 8-54,1-1 0,-5 6-39,-7-2 0,0 3-223,-11-3 1,-4 4 153,-6 0 1,-4-3-187,-4-2 0,-6-1 135,-4-2 1,-1 0-360,4 0 1,1-1 200,3-3 0,2-1 398,5-2 0,24-13 0,7 2 0</inkml:trace>
  <inkml:trace contextRef="#ctx0" brushRef="#br0" timeOffset="506">1191 66 7730,'0'-11'278,"0"0"1,0 0-74,0 0 0,-2 5 165,-1 3 1,-3 1 13,-5 2 1,-4 0-17,0 0 1,-4 5-151,0 3 1,2 1-7,-1 2 0,1 5-224,-2 3 1,3 0 71,5 0 0,1 2-353,3-3 0,2 3 77,5 1 0,6-4-85,5 0 0,3-4-268,8 1 1,-2-8 225,5-3 1,-1-3-139,-2-1 0,-2-5 111,-1-2 1,-3-3 17,-5-1 1,-4-4 351,0 0 0,-14-34 0,0-4 0</inkml:trace>
  <inkml:trace contextRef="#ctx0" brushRef="#br0" timeOffset="917">1312 66 8582,'0'-6'1254,"0"1"0,4 7-1012,-1 1 0,2 0-135,-1 4 1,-2 2-15,6 5 1,-5-1-174,5 1 0,-6 2-255,2-1 0,1 0 226,-2-4 1,1 0-158,-4 0 0,0 0-104,0 0 246,0 0 1,0-4-49,0 1-353,0-6 98,0 3 301,0-15 0,0 6 190,0-7 0,1-1-92,3-3 0,-2 1 243,6 3 1,-5-4-95,5 0 1,-2-1 90,1 2 1,3 1-63,-3-1 1,4 1 160,4 2 0,-3 2 27,3 1 1,1 0 93,-1 4 1,4 0-93,0 4 1,-3 5-21,-2 3 1,2 5-30,-1 2 1,0 4-30,-4 0 1,-2 0-458,-1 0 0,0 0 209,-4-4 1,1 1-1870,-1-1-80,-3-3-926,4 4 2861,-5-10 0,0-16 0,0-8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1:35.8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0 319 7924,'11'0'-92,"1"0"1,-1 0 0,1 0 0,0-2-242,-1-1 0,6 2 359,-6-3 0,3 3-164,-3 1 1,0-4 106,0 0 0,-1-1-62,-3 2 0,1 0 66,-4-4 0,4 3 30,-5-3 1,1 3 95,-4-3 1,-1 3 153,-3-3 1,2 3 60,-6-3 1,0 4-102,-7 0 1,1-2 40,-4 1 0,3 0-56,-3 4 1,5 2 119,-2 1 1,3 2-48,1 3 1,0 1-38,-1-1 1,6 2-54,3 1 1,1 3-82,2 1 0,0 1-433,0-1 1,2-3 199,1 3 1,7 0 170,5 0 1,4 4-423,0-5 0,2 0-641,1-7 0,0 2 338,0-6 1,-1 1 686,-3-4 0,-2 0 0,24-34 0,8-9 0</inkml:trace>
  <inkml:trace contextRef="#ctx0" brushRef="#br0" timeOffset="361">408 253 7924,'-6'-5'1532,"0"3"-464,2-1-304,3-3-434,-4 4-260,5-3 1,0 10-13,0 3 1,0 2 86,0 1 1,2 0-264,1 0 1,0 0 98,4 0 0,0 0-215,4 0 1,-3 0 102,-1 0 1,-1 0-138,2 0 1,0-4 186,-4 1 1,1-6 107,-2 2-303,-1 2 217,7-5 1,-6 3-425,4-8 1,-3 2 180,3-6 0,-1 0-250,2-7 0,1 3 183,-1-3 1,2 1 426,1 0 1,0 2 198,0-3 0,-4 3 283,0 1 0,-3 0 8,3 0 1,-3 3-262,3 1 0,-3 4 265,3 0-268,1 1 1,2 4-260,-3 1 0,3 0 199,-3 4 1,3 2-555,1 5 0,4-1-148,-1 1 0,1 2-370,-4-1 0,4 3 303,-1-3 545,1 0 0,16-4 0,4 0 0</inkml:trace>
  <inkml:trace contextRef="#ctx0" brushRef="#br0" timeOffset="584">926 32 7924,'-6'-11'885,"-3"0"-885,7 5 0,-1 2 1073,6 8 1,3 6-459,5 4 1,4 10-475,0-2 0,3 3 65,-3 1 0,3 2-257,-3 5 1,0-3-316,-4-1 1,-4 1-434,0 3 1,-3-5-452,3-2 0,-4-3 156,1-1 1094,-3-5 0,-11-11 0,-2-7 0</inkml:trace>
  <inkml:trace contextRef="#ctx0" brushRef="#br0" timeOffset="833">849 219 7915,'0'-11'806,"0"0"0,2 4-432,1 0 1,5 4 29,6 0 1,3 1-138,5 2 0,5 2-146,3 1 0,2 3 67,1 5 0,0 0-394,0 0 1,-4 4-75,1 0 1,-6 4-249,2 0 0,-8-2 47,-3 1 1,-4-4 193,-4 1 0,-1 0-570,-2 0 1,-3 0 856,3-4 0,-13-10 0,-3-2 0</inkml:trace>
  <inkml:trace contextRef="#ctx0" brushRef="#br0" timeOffset="975">1114 98 7915,'-5'-11'47,"0"0"151,-2 0 1,2 4-199,5-1 0,19 26 0,6 1 0</inkml:trace>
  <inkml:trace contextRef="#ctx0" brushRef="#br0" timeOffset="1677">1323 275 7565,'6'4'217,"4"3"1,-7 4 226,4 0 1,-3 0-107,3 0 0,-1 1-248,2 3 0,1-2-224,-1 6 0,-2-6-240,1 2 1,-3-3 257,3-1 1,-4 0-69,0 0 0,0-5 133,0-2-311,-1-3 141,3-1 0,-5-5-50,0-2 1,0-3 40,0-1 1,0-4 229,0 1 0,0-6 0,0 2 0,0-3 0,0-1 0,0 3 0,0 1 0,3 3 0,1-3 0,1 6 0,-1 1 0,-3 0 34,9 9 1,-8-3 308,5 5 0,-3 5-126,3 3 1,1 2-69,3 1 1,0 1 19,0 2 0,4 0 71,-1 4 1,6-4-56,-2 1 1,-1-3-467,2-1 1,-1 0 167,4 0 0,-4-4-289,1 1 1,-6-6 47,2 2 0,1-3-311,-1-1 665,-1-5 0,-4-1 0,-2-5 0,-4-4 0,-4 0 0,0 1 0,0 3 0,0-4 0,0 0 0,0-3 0,0 3 0,-4 1 0,-4 3 0,-2 1 206,-1 2 1,0 0-6,0 4 1,0-1 96,0 2 0,0 1-111,0-1 1,0 3 470,0 3 0,0 3-216,0 5 0,5 0 129,2 1 0,-1 0-183,2 2 0,0 4-67,7 4 1,2 0-104,5 0 0,6 0-28,5 0 1,5 0-919,6 0 1,2-5 506,1-2 0,-1-3-583,1-1 0,-3-5 100,-3-2 704,-8-3 0,-6-35 0,-5-9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1:34.6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 38 7924,'0'-11'1324,"0"0"-812,0 0 1,3 6-94,1 5 1,0 6-269,-4 9 0,3 2 27,1 5 0,0 5-91,-4 2 1,0 0 131,0 0 0,0 0-286,0 4 1,0 1 32,0-1 1,0-5-594,0-2 0,0-4 91,0-4 1,0 2-956,0-6-251,0-4 1742,0-5 0,0-5 0,-10-39 0,-2-10 0</inkml:trace>
  <inkml:trace contextRef="#ctx0" brushRef="#br0" timeOffset="673">22 181 7924,'-6'0'0,"0"-3"1150,2-1-266,3 0-498,-4 4 1,10-3-273,2-1 1,3 0 117,1 4 1,5-3-290,3-1 0,1-3 100,2 3 0,0-3 147,1 3 1,0-3-733,3 3 1,-3-3 297,3 3 1,-3-3-74,-1 3 1,-4 0 90,1 4 0,-10 0 85,2 0 0,-3 1 22,-1 3 1,-2 2 307,-5 5 1,-1 5-96,-3 3 0,2 6 110,-6 5 0,2-3-28,-1-2 0,-3 2 34,3-1 1,1 3-43,-2-3 0,6 0-51,-2-4 0,3-4-122,1 1 1,0-6 101,0 2 1,5-8-313,2-3 1,3-3-97,1-1 0,0-1-81,0-3 0,4-2-17,-1-5 0,2 0 138,-1 0 0,-3-4 143,3 1 1,-3-5-47,-1 4 0,-3-3 111,-1 3 1,-1 1-233,1 3 828,3 0-128,-9 0 188,9 4-358,-9 3 0,6 5-96,-4 2 0,-2 4-76,3 4 1,1 1 17,-1 3 1,3-3 50,-3 3 0,3-3-59,-3-1 1,4 0-19,0 0 0,-2 0 13,1 0 1,1-4-4,3 1 0,0-6-259,0 2 0,1-3 93,3-1 1,-2-5-246,5-2 1,-3-3 137,3-1 1,-4-1-75,1-3 0,-3 1 114,-1-4 1,-1 5 133,-3-2 1,-2 1 52,-5 0 182,0 1 1,-1-1 250,-3 6 1,-2 4-254,-5 4 0,0 0 397,0 0 0,0 0-232,0 0 1,0 4 141,0 4 0,1 2-107,3 1 1,-2 3-173,5 1 0,-3 0-22,3-4 0,1 0-111,3 0 0,0 0-356,0 0 0,0 0 223,0 0 1,5 2-1104,2-2 0,4 3 588,4-7 0,-2-2-1818,6-1 2372,-1-3 0,43-21 0,10-4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1:38.6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1 198 7874,'6'-11'2301,"-1"5"-1268,-5 1-813,5 5 1,-4 5-4,3 3 0,1 1-418,-2 3 0,6 2 229,-2 1 0,-1 5-341,2-2 0,-2 1 245,1 0 1,2 2-1067,-6-3 0,5-2 1134,-4-1 0,-1-3 0,-3-1 0</inkml:trace>
  <inkml:trace contextRef="#ctx0" brushRef="#br0" timeOffset="155">67 66 7916,'0'-14'510,"0"-1"-1929,0 0 410,0 4 1009,0 5 0,0 1 0,20 20 0,4 3 0</inkml:trace>
  <inkml:trace contextRef="#ctx0" brushRef="#br0" timeOffset="676">210 276 7916,'0'16'0,"4"-4"115,0 3 0,4 0 257,0 0 1,-2 4-90,1-5 0,-3 0 180,3-7-362,-4 3 0,3-9 321,-3 3 25,-1-3-807,3-1 334,-5-5 1,0-1-238,0-5 1,0-4 146,0 1 0,0-2-210,0 1 0,0 3 130,0-3 1,1-1-48,2 1 1,0-3 77,4 3 0,-3 1 198,3 3 0,1 1-39,3 2 0,-4 0 82,0 4 0,1-1 50,3 2 0,0 1 76,0-1-20,0 6 1,0 7-69,0 5 1,-4 1 34,1-2 1,-2 0-1,1 4 1,2 1-29,-6 3 0,5-4-141,-5 0 0,2-3 93,-1 4 1,-3-6-93,3 2 0,-2-4 157,2-4-292,-3 3 233,4-9-239,-5 4 0,0-10 96,0-2 0,1-3-45,3-1 0,-3-4 185,3 1 0,1-6-98,-2 2 0,6 0 74,-2 0 0,-1 0 135,2-4 0,-1 1 39,4 2 1,0 0-100,0 4 0,0 0 273,0 4 0,0 5 288,0 3-603,0 1 0,0 4-126,0 1 0,-3 7-278,-1 5 1,-4 4-76,0 0 0,2 2-384,-1 1 1,1-4-25,-2 0 1,0 0 9,4 0 792,-4-2 0,36 10 0,4 3 0</inkml:trace>
  <inkml:trace contextRef="#ctx0" brushRef="#br0" timeOffset="1092">1048 243 7916,'-6'-11'0,"-2"0"479,4 0 1,-3-1-84,3 1 1,-5 4 484,2 0-554,-3 4 1,-2-2-221,-3 5 0,3 4-162,-3 0 0,4 4 100,4 0 1,-3 5-58,3 2 1,-2 1 46,2-2 1,-2-1 46,6 1 1,-1 2 6,4-1 0,0 1-185,0-1 1,0-3 37,0 3 0,0-3-70,0-1 0,5-1-42,2-3 1,3-2-170,1-5 1,0 4-31,0-1 1,0 0 113,0-7 1,0 2-61,0-6 1,0 0 84,0-7 0,-3 3 213,-1-3 1,-3 3-14,3 1 1,-3-4 160,3 0 0,-5-1-6,2 2 1,-2 2-86,2-3 1,-1 4 354,4 3-222,-5-1 1,5 4-66,-4-3-44,-2 3 1,8 10-151,-5 3 1,-1 3-66,-3 3 0,0 0-193,0 4 0,2-3-266,1 3 0,-2-3 227,3 3 0,1-4 383,-1 1 0,-1-3 0,27-1 0,7 0 0</inkml:trace>
  <inkml:trace contextRef="#ctx0" brushRef="#br0" timeOffset="1517">1401 243 7916,'-1'-11'648,"-3"0"0,3 0-96,-3-1 0,-1 5-160,2 0 0,-6 1-167,2-2 0,1 0 239,-2 4-386,1-5 1,-4 8 255,0-2-380,0 1 1,0 4 111,0 1 0,0 0-199,0 4 1,3-3 16,1 3 0,3-3-34,-3 3 1,3-1-391,-3 2 376,5 1 1,-3-2-136,5 4 1,0-4 85,0 0 0,1-3-17,3 3 0,-2-3 57,5 3 0,1-4-2,3 0 0,0-1 149,0-2 1,0 0-74,0 0 0,0 0 219,0 0 0,4 0-66,-1 0 1,1 0 242,-4 0 0,0 0-115,0 0 1,0 1 28,0 3 1,0-3-28,0 2 0,0 2 110,0-1 1,-3 5 2,-1-2 0,-3 3 26,3 1 1,-5 0-299,2 0 1,-4 4 97,-4-1 1,-2 5-244,-5-5 0,-5 5 62,-2-5 1,-4 1-549,-4-4 1,-1-1 95,-2-3 1,-2 2-108,5-6 0,1 1-1169,3-4 1786,0 0 0,19-10 0,6-2 0</inkml:trace>
  <inkml:trace contextRef="#ctx0" brushRef="#br0" timeOffset="1934">1577 254 7916,'2'-7'-13,"1"4"0,-1 0 1276,1 0-305,3 1-750,0-2 1,6 4 9,-1 0 0,0 0-424,0 0 1,0 1 157,0 2 1,-4-1-178,0 1 0,1-1-31,3-2 105,0 0-39,0 0 59,0 0 1,-5-5 42,-2-3 1,0 2 51,0-1 1,0 0 96,-4-5 1,-1 5-77,-3 0 0,1 1 45,-4-2 1,0 0 9,-4 4 1,0 0 128,0 4 0,-2 0 213,-1 0 0,2 0-139,-3 0 0,-1 5 122,1 3 1,0 1-68,4 2 1,0 0 219,0 1 0,5 3-102,3 4 0,1-2-118,2 1 0,0 1-254,0 3 0,10-4 111,5 1 1,4-6-1006,4 2 0,3-3 500,4-1 0,1-5-526,-2-2 0,-1-3 876,-2-1 0,2-20 0,5-4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1:49.3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23 495 8442,'7'-11'0,"-1"0"0,0 1 1074,1 3 0,-5 1-829,2 2 1,-2 3 312,2-3 163,-3 3-220,4 1-228,-5 0 1,-5 4-148,-2-1 1,1 2 104,-2-1 0,5-3-225,-5 3 1,2-2-273,-1 2 0,1-3-97,2 3-394,3-3-2501,-4 4 3258,5-4 0,34 4 0,9-5 0</inkml:trace>
  <inkml:trace contextRef="#ctx0" brushRef="#br0" timeOffset="484">442 54 7906,'-8'-7'544,"2"-1"1,0 0 1130,0-2-1458,4 4 0,-3 2 227,5 8 1,0 2-86,0 5 0,3 1-19,1 3 0,5 2-110,-2 5 1,4 4-93,4 0 0,-3 3-409,3-3 1,1 4 256,-2 0 1,5 2-953,-5 1 0,2-4 491,-1 1 0,-3-6-801,3 2 1,-3-8 470,-1-3 0,-3-4 805,-1-4 0,-5-51 0,3-17 0</inkml:trace>
  <inkml:trace contextRef="#ctx0" brushRef="#br0" timeOffset="690">662 43 7906,'-6'-11'0,"1"4"1576,5-1-517,-5 1-663,4 1 1,-3 2-112,8 8 0,-1 3 102,4 8 1,0 2-322,4 5 1,2 1 23,1 3 0,0 1-249,4 2 0,-4 3 215,0-2 0,2 2-1162,-1 1 1,0 0 548,-4 0 0,-2-5-1490,-1-2 2047,2 2 0,-9-15 0,4 2 0</inkml:trace>
  <inkml:trace contextRef="#ctx0" brushRef="#br0" timeOffset="856">585 286 7916,'0'-8'512,"0"1"0,5 3-453,2-3 1,4 4-188,4 0 0,3 2-249,8 1 0,-1 0 377,4 0 0,20 9 0,9 4 0</inkml:trace>
  <inkml:trace contextRef="#ctx0" brushRef="#br0" timeOffset="1209">1004 330 7929,'7'0'187,"1"0"0,-5-4 32,5 0 1,-5 1-37,5 3 0,-1 0 18,4 0 1,-4 0-14,1 0 0,-1-2-153,4-1 1,0 2-521,0-3 87,0 3 1,0-3 242,0 0 1,-3-1-240,-1 2 214,0-3 1,-1-5 136,-2 0 0,-3 3-43,-1 1 0,-1 1 29,-3-2 0,-3 2 128,-8 3 0,2 1-62,-5-1 0,3 1 183,-3 2 0,3 4-45,-4 0 1,5 4 36,-5 0 0,6 2-76,-2 1 0,4 3 5,4 1 1,1 1-115,2-1 1,4 1-145,0 2 1,6-1 73,9-2 1,6-4-147,4 0 1,6-1 138,-2-7 1,3 1 77,1-4 0,35-29 0,8-8 0</inkml:trace>
  <inkml:trace contextRef="#ctx0" brushRef="#br0" timeOffset="1790">1302 242 9453,'7'11'335,"0"0"0,1 1-251,3 3 1,0-2-80,0 5 1,0-3 52,0 3 1,0-3-91,0 4 1,-4-6 86,1 2 1,-5-3-259,5-1 138,-6 0 0,2-5 81,-8-2 0,2-3-140,-6-1 0,1-1 38,-4-3 0,0-2-245,0-5 0,1-1 29,3-3 0,-2 3 23,5-3 0,-3 3-92,3 1 1,1 0 63,3 0 1,0 0 86,0 0 1,5 0 70,2 0 0,3 3 149,1 1 0,1 3 0,3-3 0,-2 4 97,6 0 1,-5-2 76,5 1 1,-2 1 173,1 3 0,3 0-11,-3 0 0,3 1-75,1 2 0,-3 0-141,-1 4 1,-3-4 26,3 0 0,-1 0-162,2 0 0,-3-1 132,-5 1 1,0-1-379,0-2 0,0 0 49,0 0 0,-4 0-266,0 0 258,1-5 0,1-1-55,-1-5 1,-3 3 173,-5 1 0,-1 1-21,-3-2 0,-2 0 234,-5 4 1,0-3 96,0 3 1,-5-3 115,-3 3 0,3 0-193,2 4 1,-2 0 159,1 0 0,-1 0 360,1 0 1,7 4-210,-3 0 0,4 4 32,-1 0 1,3 3-128,5 3 1,0 0-326,0 4 1,5-3 13,3 3 1,5-1-152,2 2 0,6 0-146,1-4 0,0 0 176,3-4 1,2-1-870,-1-3 1,3 2 423,-3-6 1,4 1-1034,-5-4 1561,6-5 0,-8-11 0,4-7 0</inkml:trace>
  <inkml:trace contextRef="#ctx0" brushRef="#br0" timeOffset="2042">2283 418 8243,'-6'1'1015,"2"3"0,2-2-573,-2 6 0,1 3-371,-4 3 1,0 10 42,-4-2 1,0 2-1156,0-2 0,0 4 1041,0 0 0,-5 4 0,-1-2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03.5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12 203 8895,'11'0'-10,"-4"0"-91,0 0 0,1 0 59,3 0 0,1 0-174,3 0 1,-3 0 90,3 0 1,-2 0-53,2 0 0,-3 0 109,3 0 0,-3 0-58,-1 0 1,-4-1-49,1-2 40,-6-4 1,3-4 72,-5 0 1,-1 0-25,-3 0 1,-2 4 511,-5 0 1,-4 4-188,1-1 0,-6 3 91,2 1 1,1 0-106,-2 0 1,5 5-8,-5 3 1,7 1-127,1 2 0,0 4 20,4 0 1,2 4-300,1 0 0,3-2 89,1 1 0,1 1-419,3 3 1,5-2 198,6-1 0,5-3-297,-2-5 0,3 0 614,1 0 0,1-5 0,3-2 0,36-23 0,14-5 0</inkml:trace>
  <inkml:trace contextRef="#ctx0" brushRef="#br0" timeOffset="400">508 214 7992,'-5'-11'214,"-2"0"1,0 2 11,0 1 0,1 2-127,-1 2 0,-3 3 141,2-2 0,-1 1-178,-2 2 1,0 0 122,0 0 1,0 2-237,0 1 0,0 0-18,0 4 0,1-3 11,2 3 0,-1 0 21,1 4 1,3-3 37,2-1 1,1 0-137,2 4 0,0 1 23,0-1 0,2-4-99,1 0 1,0-3 49,4 3 1,0-4-64,4 0 0,2-1 47,1-2 1,-1 0 43,1 0 0,2-2 256,-1-1 1,0 0-89,-4-4 0,0 3 99,0-3 0,0 3-39,0-3 1,-5 3 858,-2-3-636,2 4 1,-4-2 459,6 5-424,-6 0 1,3 2-70,-5 1 1,0 4-282,0 4 1,0 3 60,0 1 1,0 8-199,0-1 0,0 6 59,0-2 1,0 4-100,0-5 1,0 2 47,0-1 1,0-3-524,0 3 1,0-8-802,0-3 1449,0-3 0,5-30 0,1-8 0</inkml:trace>
  <inkml:trace contextRef="#ctx0" brushRef="#br0" timeOffset="818">695 203 7992,'0'-11'0,"0"4"443,0 0 0,0 3-1,0-3 306,0 4 1,1-2-301,3 5 0,-3 5-208,3 3 0,-3 3-491,-1 3 0,4 2 175,0 3 1,-1 1-385,-3-1 0,2 2 262,1 1 0,0-2-242,4-1 0,-5 0 211,2-4 1,1 1-112,-1-1 1,4-7 17,0 3 1,-2-7 88,1 0 0,0-3 290,4-1 0,-3 0-23,-1 0 1,1-5-32,3-2 1,0-4 41,0-4 1,0 3 105,0-3 1,-4-1-66,0 1 1,-1-4 93,2 0 0,0 4 38,-4 0 1,3-1 210,-3 1 0,3 0-1,-3 4 0,1 2 207,-1 1-416,-3 3-13,4 5 1,-5 2-219,0 1 1,0 3-152,0 5 1,3 4-237,1 0 1,0 4-17,-4 0 0,0 0 175,0 0 1,0 2-591,0-3 1,1-1 321,3 2 1,-2-6 507,6 2 0,28-3 0,12-1 0</inkml:trace>
  <inkml:trace contextRef="#ctx0" brushRef="#br0" timeOffset="1474">1224 281 7992,'-7'-11'220,"0"0"0,3 3 402,-3 1 0,3 4 182,-3 0-579,-1 1 1,-3 2-104,0 0 39,0 5 0,1 2-288,3 4 1,-1 3 142,4 1 0,-4 0-309,5-4 0,-1 3-27,4 1 0,0 0-231,0-4 1,0 3 11,0 1 0,0-4 180,0-3 0,1-2-24,3 1 1,2-2 231,5-5 0,0 0 151,0 0 0,0 0 0,0 0 0,0-5 0,0-2 0,-3-3 20,-1-1 0,0 0 47,4 0 0,-4 0 500,-4 0 1,2 0-293,-1 0 0,-1 0 265,-3 0 1,0 0 145,0 0-343,0 0 1,0 3 235,0 1-620,0 4 5,0-1 0,0 5 98,0 2 0,0 0-140,0 4 0,0 1 42,0 3 0,0 0-112,0 0 0,2 1-1,1 3 0,-1-3-35,1 3 1,0-3-54,0-1 0,0 0-225,4 0 1,-3-1-312,3-3 438,1 3 0,3-9-6,0 3 0,0-3 341,0-1 0,0 0 0,0 0 0,0-5 0,0-2 0,-4-7 0,0 0 0,0-5 0,0 4 0,-1-4 0,-2 0 0,-3-1 162,3-2 1,-3-2 23,-1-1 1,0 1 348,0-1 0,0-2-148,0 1 0,0-3 226,0 3 0,0 4-167,0 3 1,0 6 35,0-2 1,0 7-151,0 0 0,0 7-106,0 1 0,0 5-23,0 6 1,0 6-129,0 5 1,1 1 149,3 7 1,-3-1 28,3 4 0,-3 0-1019,-1 0 0,0-3 415,0-1 0,0-1-519,0 2 1,0 0 396,0-4 0,0-1-280,0-7 0,0 2-461,0-6 486,0 1 727,-5-9 0,4-1 0,-4-29 0,5-7 0</inkml:trace>
  <inkml:trace contextRef="#ctx0" brushRef="#br0" timeOffset="1690">1390 303 7992,'-4'-13'310,"0"-1"0,1 5-125,3-2 1,1 4 1738,3-1-1355,2-1 1,8 7-67,1-1 0,5 1-106,-2 2 1,3 0-169,1 0 0,0 5-199,0 3 0,0 2 140,0 1 0,-3 1-101,-1 2 0,-5 0 117,2 4 1,-6 1-810,-2 3 0,-5-4-120,2 1 0,-3-5-403,-1 5 0,0-5 655,0 5 0,0-6 491,0 2 0,0-13 0,0-3 0</inkml:trace>
  <inkml:trace contextRef="#ctx0" brushRef="#br0" timeOffset="1823">1654 115 8059,'0'-22'327,"0"1"41,0 3 1,0 2-1019,0 5 1,-1 5 144,-3 2 0,2 3-275,-5 1 780,-1 5 0,2 16 0,1 8 0</inkml:trace>
  <inkml:trace contextRef="#ctx0" brushRef="#br0" timeOffset="2466">1974 369 8107,'0'-11'0,"-4"0"1387,1 0-837,-6 0 1,3 1-3,-5 3 1,0 2-399,0 5 1,0 1-284,0 3 0,-4 2-59,0 5 0,1 3 159,3 1 1,0 1-239,0-1 1,1-3 112,3 3 1,2 1-155,5-2 1,0 1-182,0-4 219,0 0 0,5-1 31,2-3 1,3-2 89,1-5 1,3 0-145,1 0 1,1-1 100,-1-3 0,-3 2 128,3-6 1,1 1-85,-2-4 0,1 1 270,-4 3 1,-1-3-100,-3 3 1,3-3 378,-3-1 1,-1 4-16,2-1 0,-6 1 161,2-4 1,1 3-150,-1 1 0,-1 3 274,-3-3-738,0 5 299,0-3-30,0 5-100,0 5 0,0 1-196,0 5 0,1 0 96,3 0 0,-1 0-177,4 0 1,-5 0-18,2 0 1,1 0 146,-1 0 1,-1 0-108,-3 0 118,5 0 79,-4 0-28,9-5 1,-7-1 244,4-5-208,-5 0-33,8 0 1,-5-1 270,2-3-216,3-2 1,-4-5 379,5 0 0,-1 0-169,-2 0 0,1 0 376,-1 0 0,2 2-225,1-2 0,0 6 70,0-6 1,0 4-30,0 0 1,0-2-74,0 5 1,0 1-414,0 3 0,3 0 113,1 0 1,4 5-1184,-5 2 0,2 4 604,-1 4 1,-3 2-1851,3 5 1,-4 0 2324,-4 0 0,-7 15 0,-6 3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01.9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89 95 7301,'0'-6'-144,"0"1"374,0 5 7,0-5 217,0 4-187,-5-4 178,4 5-186,-4 0 466,5 0-462,5 0 1,-4 1-54,3 3 1,-3-2 64,-1 6 1,1-1-165,3 4 0,-3 5-5,3 2 0,-2 3-234,2 1 1,-2 2 97,6 1 0,-6 2-331,2 3 1,1 0 172,-2-4 1,1 0-373,-4-4 0,4-1 193,0-3 1,-1-2-291,-3-5 0,0 0-295,0 0 952,5-5 0,-4-1 0,4-34 0,-5-8 0</inkml:trace>
  <inkml:trace contextRef="#ctx0" brushRef="#br0" timeOffset="699">23 249 7971,'-7'-3'0,"-1"-1"0,6-1 0,-2 2 767,3 1-431,1-7 0,5 7-250,2-1 1,3-2 165,1 1 0,4-1-381,-1 1 1,6 3-14,-2-2 1,3-2-5,1 1 0,-1-1-166,-3 1 0,3 3 148,-2-2 0,-4 1-78,0 2 1,1 0 121,-1 0 0,-4 0 142,-4 0 0,-3 2-104,3 1 0,-3 0 136,3 4 1,-4 0-43,0 4 0,-1 0 138,-2 0 0,3 0 17,1 0 0,1 4-141,-1 0 0,-3 0-20,2-4 0,2 3 34,-1 1 0,3 0-82,-3-4 0,3-4 70,-3 0 1,5 0-122,-2 0 69,3-2 1,1-5-12,0 0 0,4-1 28,-1-3 1,1 1-4,-4-4 1,0 0-126,0-4 0,0 0 119,0 0 0,-1-4-16,-3 0 0,3 1-21,-3 3 243,-2 0-114,5-1 11,-9 1 93,9 0-153,-9 5 125,4 1 0,-1 7-101,0 1 0,0 0 6,0 4 0,-3-3 2,3 3 0,1-3-117,-1 3 0,0 1 96,0 3 0,-3-4-285,3 0 87,2 1 118,0 3 1,2-2-130,-1-1-44,0 2 1,4-9-4,0 2 1,-3-1 74,-1-2 1,0 0-22,4 0 0,0-2 106,1-1 1,2 0 118,1-4 1,0 0 282,-4-4 0,0 0-184,0 0 0,0 0 117,0 0 1,0 1 134,0 2 613,0-1-231,0 2-93,0 1-347,-5 1-418,4 5 0,-9 5-201,3 3 1,1 1 229,-2 2 0,2 1-169,-1-1 1,-2 0 93,6 0 1,-6 0-631,2 0 0,1 0 309,-2 0 1,5 0 430,-5 0 0,11-10 0,-2-2 0</inkml:trace>
  <inkml:trace contextRef="#ctx0" brushRef="#br0" timeOffset="856">927 62 7971,'-6'-11'-58,"1"0"106,5 0-1445,0 0 712,0 0 685,5 5 0,30 16 0,13 8 0</inkml:trace>
  <inkml:trace contextRef="#ctx0" brushRef="#br0" timeOffset="1159">1203 117 7971,'-5'-6'-129,"2"0"210,-4 2 1,3 3 170,-3-3 143,4 3 1,-3 1 253,3 0-882,1 0 206,-3 5 1,5 1-119,0 5 0,0 0 73,0 0 0,0 0-19,0 0 1,2 0 56,1 0 1,0 0-58,4 0 0,0 0 24,4 0 1,1 4 22,-1 0 0,0 1-155,0-2 0,-2-1 96,-1 1 1,-2 0-49,-2 1 0,-3-3 88,2 3 0,-5-3-368,-2-1 1,-4 0-34,0 0 464,-1-5 0,-22-1 0,-5-5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07.0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166 67 8024,'6'-12'624,"-3"1"-137,-1 5-263,-2-3 234,0 7-352,-5-3 0,-1 5 137,-6 0 0,0 4-277,-2 0 1,1 3-26,-1-3 1,1 4-59,2 0 1,0 2-24,0 1 1,0-4 65,0 0 1,0 1-110,0 3 151,5 0 1,1 0-67,5 0 0,0 0 83,0 0 1,1-4-130,3 0 0,2 1 67,5 3 1,4-4 52,0 0 1,4-3-85,0 4 0,0-5-12,0 5 0,0-5 219,-4 5 1,0-2-93,-4 1 1,-2 3 257,-1-3 1,-3 3-88,-5 1 1,-5 0 8,-3 0 0,-6 0-71,-5 0 0,-3 0-143,-3 0 0,1 3-635,-1-3 1,1 2 122,2-6 539,5 3 0,16-13 0,8-5 0</inkml:trace>
  <inkml:trace contextRef="#ctx0" brushRef="#br0" timeOffset="400">397 22 8016,'-6'0'1310,"0"0"-840,2 0 0,3 3-33,-3 4 0,3 2-209,1 9 1,0-2-212,0 6 1,0-1 112,0 8 1,0 0-235,0 0 0,0 2-98,0-6 1,0 1 206,0-4 0,0-1-212,0-3 127,0-2-106,0-10-73,0-1 18,0-15 1,5 2-1,2-11 0,2 2 151,-2-1 0,7-3 83,-3 3 1,2-3-16,-2-1 1,4 1 120,0 3 1,-1-2-123,-3 5 0,2 1 347,1 3-154,-2 0-63,4 4 0,-8 5-114,-1 9 1,-4 2-188,0 9 0,-2 1-324,-1 3 1,0 0 205,0 0 1,4 0-211,0 0 1,1-1-23,-2-3 544,3-2 0,30-5 0,6 0 0</inkml:trace>
  <inkml:trace contextRef="#ctx0" brushRef="#br0" timeOffset="665">882 122 8016,'0'-11'0,"-1"3"434,-3 1 1,3 3-80,-3-3 1,2 4-246,-2 0 0,2 2 21,-6 1 1,1 4 110,-4 4 1,0 3-185,0 4 0,0 2 5,0 5 1,-1 0 10,-3 0 0,6 0 145,-2 0 1,4 0-336,0 0 0,2-5-15,5-2 0,1-3-19,3-1 1,2-1 136,5-3 1,5-3 45,2-8 1,3-2-200,1-5 0,-4-5 119,1-2 0,-6 1-167,2-2 0,-3 2 51,-1-1 1,-3-3 162,-1 3 0,-10-23 0,2-5 0</inkml:trace>
  <inkml:trace contextRef="#ctx0" brushRef="#br0" timeOffset="1256">1136 144 7843,'-8'-2'1103,"1"-1"-664,4 2 1,-3-4-30,3 5 0,1 1 323,-1 3-608,2 2 1,1 6 1,0 3 1,0-3-178,0 3 1,0-2-324,0 2 1,1-3 282,2 3 0,2 1-57,3-2 1,2 1-345,-3-4 1,-1-1 100,1-3 1,1-1 37,3-2 0,0-3-47,0 3 1,0-7 45,0 0 0,0-9 113,0 0 0,0-2 136,0-1 0,-4-2 145,1-5 0,-1 1-45,4 3 0,-4-2 164,1 5 0,-6-3-29,2 3 1,-3 1 15,-1 3-22,0 4-105,0 3 0,-1 4 106,-3 0 1,2 3-108,-6 1 1,2 5 159,-1-2 1,-2 4-63,6 4 1,-2-3-38,1 3 1,3-2-89,-3 2 1,3-3 68,1 3 0,0 1-44,0-2 1,5 1 39,2-4 0,3-1 41,1-3 0,1 2-68,3-6 0,-3 1 340,3-4 0,1-1 121,-2-3 0,5-3 125,-4-8 1,-1 2-227,-3-6 0,0-3-156,0-4 1,-3 1-404,-1 3 0,-5-2 231,2-1 0,-3 1-465,-1-1 0,0 3 98,0 3 305,-5 3 0,-1 10 0,-5 1 0</inkml:trace>
  <inkml:trace contextRef="#ctx0" brushRef="#br0" timeOffset="1759">1753 44 8000,'0'-11'1200,"0"5"-99,0-3-726,0 7 0,-5-3-346,-2 5 1,-3 0 144,-1 0 1,0 4-119,0 0 0,0 4 100,0 0 0,0-2-315,0 1 1,0 0-241,0 5 139,0-1 1,5 0-134,2 0 0,3 0 155,1 0 1,0-4-152,0 0 1,2 1 103,5 3 1,1-4-25,7 0 0,0 0 82,0 0 1,5 3 126,-2-3 0,-2-1 116,-1 1 1,-3-3 179,-1 4 0,-5-5 462,-2 5 0,-3-5-363,-1 5 1,-2-2 196,-6 1 0,0-1-169,-11-2 0,1 1-508,-4 2 1,0 3 154,0-3 1,3-1-403,1 2 0,3-1 432,-3 4 0,14-5 0,1-1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14.7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120 288 8017,'11'-11'343,"-1"3"-47,-2 1 1,-3 3 159,-5-3-220,4 4 278,-2-1-380,3 4 728,-5 0-876,-5 4 0,-1 3-372,-6 4 0,1 4 167,0 4 1,-3 2 109,-1 1 0,0 0 3,4 0 1,0-4 74,0 1 0,0 1-53,0 2 0,4 2 72,0-10 0,4 1-50,-1-4 0,4-1 51,4-3 0,7-2 3,7-5 1,3-5-211,1-2 0,0-8 116,0-3 1,-1-3-93,-2-1 0,-5 0 71,-6 0 1,0-3-277,-4 3 1,0-2 88,-4 5 0,-5 4-149,-3 0 459,-1 3 0,-12 5 0,-3 3 0</inkml:trace>
  <inkml:trace contextRef="#ctx0" brushRef="#br0" timeOffset="656">374 266 8007,'0'11'215,"0"0"1,0 3-280,0 1 1,0 5 67,0-2 0,0-1-64,0 1 0,0 0 87,0 0 0,0 2 27,0-6 1,0 1-20,0-4-67,5 0 0,-3-4 38,6 1-3,-1-6 0,3-2-185,-3-7 1,3-3 113,-3-1 1,-1-1-135,2-3 1,-2-1 88,1-2 0,3-3 59,-3 3 0,0 0 25,0 0 0,-3 5 111,3-2 0,-5 1-83,2 0 1,1 5 310,-1-2-223,-1 7-66,-3 0 1,0 5 209,0 2 0,-1 5-98,-3 7 1,2-2 55,-5 5 1,3 1-121,-3 3 1,4-1 8,-1-3 1,3 3-126,1-3 0,1 2 78,3-2 0,2-1-41,5-2 0,2-4 53,1 0 1,0-5-90,4-6 1,0 0 50,5 0 0,-3-6-57,-1-5 1,2-6 53,-3-9 1,3 2-203,1-6 0,-4 1 78,1-4 1,-6 3-41,2 1 0,-3 0 80,-1-4 0,-5 1 19,-2 2 1,1 0 1,-2 4 0,1-3-30,-4 3 0,0 1 205,0 7 40,0 2 216,0 10-116,0 1 1,0 6-160,0 3 0,0 7 248,0 7 0,0 3-78,0 1 0,0 1-237,0 3 1,0-1 117,0 4 1,0 0-149,0 5 0,0-5 139,0 0 0,0-4-356,0 1 1,0 0-119,0 0 0,4-1-110,-1-7 1,6-2-460,-2-5 1,-1 0 905,2 0 0,4-29 0,5-8 0</inkml:trace>
  <inkml:trace contextRef="#ctx0" brushRef="#br0" timeOffset="1150">738 321 8405,'0'-11'540,"1"3"36,3 1 1,3 0-550,8-4 0,2 0-490,5 0 0,6 0-71,5-1 1,0 1 244,4 0 0,-6 4-97,-2 0 1,-8 4 115,1 0 1,-7 1 446,-1 2 0,-3 5-122,-3 3 0,-3 6 363,-5 5 0,0-2 15,0 1 0,-2 4-226,-1 4 1,0 5 209,-4-2 1,4-1-86,0 2 1,-2 0 25,1 7 0,1-3-95,3 3 1,0-3-17,0-1 1,0-1-379,0-2 0,0 0-490,0-4 0,0-5-553,0-7 589,0-1 251,0-2 0,0-6 84,0-5 1,-2-6-361,-1-9 0,0-2 610,-4-5 0,3-2-329,-3-1 0,4-4 345,0-4 0,-2 0-16,1 0 0,0-3 288,4-1 1,0 0-210,0 4 0,0-4 224,0 0 1,4 2-129,0 6 1,4-2 496,0 5 0,3 2-250,3 5 0,0 3 20,4 5 1,-3 5-86,3 3 1,4 1-150,4 2 0,-4 2-245,-3 1 1,-2 5 118,1 6 1,-2 3-146,-5 5 0,-5 1 46,-2-1 0,-8 0 189,-3 0 1,-4 3-105,-4 1 1,-2 1-336,-5-1 1,-4-3 102,0 3 0,-3-3 164,3-1 0,-4-10 0,1-2 0</inkml:trace>
  <inkml:trace contextRef="#ctx0" brushRef="#br0" timeOffset="1901">1322 310 7985,'6'-2'1099,"-2"-1"-241,-3 2-473,-1-4 1,0 6-204,0 3 1,4 2-211,-1 5 0,1 3-3,-4 1 1,0 3-91,0-3 0,1 1 18,3-1 0,-3-3 157,3 3 1,-2-3-314,2-1 135,-3 0 1,9-1-51,-3-3 0,0-2-99,0-5 0,-3-1-143,3-3 1,-3-2-57,3-5 1,0-5 165,4-2 0,-3-3 61,-1-1 1,0 0 29,4 0 1,-3 3 293,-1 1 1,-1 3-305,2-3 746,1 4-123,-7-1-79,2 8 1,-4 4-109,0 6 0,0 5 112,0 6 1,-3 0-79,-1 4 0,-1 1-129,2 3 0,1-1-53,-1-3 1,1 2 84,2-6 1,2 6-133,1-2 0,2-2 28,3-1 0,1-4-131,-1-4 0,2 2 84,1-6 1,0 1-18,0-4 1,0-1-148,0-3 0,1-2 60,3-5 1,-3-5-221,3-2 0,-3-4 83,-1-4 1,0 1 121,0-4 0,-1 3 65,-3-3 1,2 1 55,-6-2 0,5-5 39,-5 2 1,5 1 208,-5 3 1,1 4 197,-4-1 0,0 4 15,0 4-117,0 7 1,-1 6-35,-3 5 0,-1 1 22,-2 3 1,-3 7-71,3 7 1,1 3 186,-2 1 0,6 0-397,-2 0 0,3 4 115,1 0 0,0 3-209,0-3 0,0 3 63,0-3 0,0 3-242,0-3 1,5 3 141,2-3 1,3 0-735,1-4 1,1-1 247,3-3 0,-3 2-9,3-6 1,-2-4-267,2-6 1,-3-4 43,3-4 797,-3-2 0,4-49 0,1-11 0</inkml:trace>
  <inkml:trace contextRef="#ctx0" brushRef="#br0" timeOffset="2056">1620 232 7944,'-11'-3'2758,"0"-1"-1978,5-4 1,1 1-568,5-4 0,6 4-140,5 0 1,8 1 112,7-2 0,5 0-2515,-2 4 2329,3-5 0,30 3 0,8-5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20.2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0 276 8142,'0'-11'2107,"0"5"-1157,0 1-648,0 14 0,0 4-211,0 9 0,2 1 8,1 3 0,0 2-216,4 5 1,-4 0-416,0 0 1,0-3 343,0-1 0,-1 0-327,1 4 0,-1-6-56,-2-5 35,0 0 1,0-9-222,0 1-34,0-6 791,-5-8 0,3-10 0,-1-5 0,1-4 0,2-62 0,0 30 0,0 0 0</inkml:trace>
  <inkml:trace contextRef="#ctx0" brushRef="#br0" timeOffset="198">22 331 7925,'0'-22'30,"0"1"1,0 1 0,0 3-1,2 1 612,1 3 1,-1 1-179,1 1 1,3 4-106,2 4 1,2-2-266,1 1 1,0 0 124,0 4 0,5 2-5,2 1 1,-1 4-89,1 4 1,0 1-139,0 2 0,-2 0 1,-5 4 0,-1 1 83,-3 3 1,-2 0-319,-5 0 0,-5 0 133,-2 0 1,-7 0-517,0 0 1,-6-4 298,2 1 1,-3-6-436,-1 2 1,3-3 127,1-1 1,4-5 636,0-2 0,36-22 0,10-7 0</inkml:trace>
  <inkml:trace contextRef="#ctx0" brushRef="#br0" timeOffset="543">552 309 7926,'6'-5'0,"-1"-1"285,-5-5 0,0 3-17,0 1 1,0 3 351,0-3-154,0 5-378,-5-3 0,-5 5 83,-5 0 0,1 5-82,3 2 1,-4 3 65,0 1 1,0 3-157,4 1 0,0 5 72,0-2 1,0 3-215,0 1 0,5 0-27,3 0 0,1-1 109,2-3 0,2 2-40,1-5 1,3-1 52,5-3 1,5-5-113,3-2 0,1-3 135,3-1 0,-5-6-1,0-5 0,-4-1-474,0-6 0,-5-1 197,-2-3 1,-4 0-545,0 0 1,-3 1 846,-3 3 0,-18-13 0,-8 2 0</inkml:trace>
  <inkml:trace contextRef="#ctx0" brushRef="#br0" timeOffset="926">794 199 7934,'-11'-5'-929,"0"3"1420,0-1 1,4 2 143,-1 1-360,1 0 0,-4 0-67,0 0 0,4 0 12,-1 0 0,2 1-139,-1 2 0,-2 0 105,6 4 1,-2-1-161,1 2 0,3 1 114,-3-1-135,3 2 0,2 1-184,3 0 1,-2-2 84,6-1 0,-1 2-78,4-3 0,0 3 40,0 1 0,0-4-313,0 0 0,4 1 135,-1 3 0,2 0-39,-1 0 1,-3-1 39,3-3 0,-3 3 262,-1-3 0,-1 3 20,-3 1 0,-2 0 200,-5 0 1,0-4-83,0 1 0,-5-1-78,-2 4 1,-4-1-173,-4-3 0,-2 3 101,-5-3 0,4-2-483,-1-1 541,6 2 0,-13-10 0,3 3 0</inkml:trace>
  <inkml:trace contextRef="#ctx0" brushRef="#br0" timeOffset="1124">982 287 7934,'6'1'962,"-3"3"0,2-2-746,-1 5 0,3-3-18,-3 3 0,3 1-1,-3 3 1,3 1-210,-3 3 0,0-3-277,-4 3 0,0 1-1076,0-2 1,0 5 1364,0-5 0,-5 1 0,-1-4 0</inkml:trace>
  <inkml:trace contextRef="#ctx0" brushRef="#br0" timeOffset="1290">938 77 7900,'-5'-11'0,"3"-1"189,-1-3 0,1 7 662,2-3-1688,-4 2 167,2 3 670,-3 1 0,30 44 0,6 10 0</inkml:trace>
  <inkml:trace contextRef="#ctx0" brushRef="#br0" timeOffset="1566">1169 77 7933,'-5'-17'0,"4"1"917,-3 5 1337,3 0-1406,1 5 1,1 2-338,3 8 1,2 2-124,5 5 1,-2 5-117,2 2 1,-3 5-167,7 2 0,-3 2-195,-1 3 1,-1 1-372,-3-1 1,3 3 18,-3 4 0,2-7-630,-2 3 0,0-2-243,-4 2 0,-2-5-105,3-2 472,-3-3 947,-1-6 0,-14-20 0,-5-11 0</inkml:trace>
  <inkml:trace contextRef="#ctx0" brushRef="#br0" timeOffset="1833">1114 276 7933,'0'-11'0,"0"0"0,0 0 0,0 3 0,0 1 0,5 1 1108,2-2 0,4 4-450,4 4 0,2 0-147,5 0 0,1 0-213,3 0 0,-1 3-124,4 1 0,-3 6 59,3 1 1,-6 0-346,-1 3 1,-1 2-74,-6-1 1,0 5-193,-4-2 0,-4 3-118,0 1 0,-3-4 192,3 1 0,-4-2-442,0 1 1,-1-2-714,-2-5-367,0 0 1825,0 0 0,10-19 0,2-6 0</inkml:trace>
  <inkml:trace contextRef="#ctx0" brushRef="#br0" timeOffset="1982">1412 110 7891,'-11'-20'1161,"-1"1"0,6 3 224,3 5-1723,1 0 336,2 5 0,5 1-2370,3 5 2372,2 5 0,35 21 0,9 9 0</inkml:trace>
  <inkml:trace contextRef="#ctx0" brushRef="#br0" timeOffset="2633">1864 353 7918,'-4'-11'0,"0"0"0,-4 0 847,0 0 0,2 3-102,-1 1 0,-2 5-337,-5-2 0,0 3-324,-4 1 0,3 1 86,-3 3 0,3 2-124,-3 5 0,4 3 128,-1 1 1,4 1-340,4-1 1,-2-3-103,6 3 0,-1 1 72,4-2 0,0 1-7,0-4 0,1-1 39,3-3 0,2-2-11,5-5 0,4 0 79,0 0 1,4-1-131,-1-3 0,0-2-120,0-5 0,0 0-246,4 0 0,-3-1 214,-1-3 0,-4 3-18,0-3 0,-1 3 342,-2 1 1,0-4 274,0 0 0,-5 1 484,-3 3 0,2 3-148,-1 1 705,0 0-329,-4 1-214,0 1-474,0 5 0,0 5 12,0 2 1,0 3-168,0 1 1,0 0 80,0 0 1,3 1-156,1 3 0,0-3 3,-4 3 0,3 1-96,1-2 1,1 1 66,-1-4-1,-3 0-84,3 0 0,-3 0 69,-1 0 1,3-4-292,1 1 1,0-4-161,-4 3 26,0-5 234,0 3 1,3-6 111,1-3 1,0 2-187,-4-5 1,0-1 29,0-3 1,0 0 187,0 0 1,0 0 79,0 0 1,1-4-152,3 1 0,-2-5 125,6 5 1,-5-5 228,5 4 1,-5 0 213,5 0-285,-1 3 0,4-3 180,0 8 1,0 2-87,0 5 0,4 0 201,-1 0 1,1 5-158,-4 2 1,0 6-84,0 2 1,0 3-14,0-3 1,0 4 26,0-5 1,-1 6-247,-3-2 1,3 2 36,-2-2 0,11 8 0,4-3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19.7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88 332 7869,'7'-5'-111,"-1"0"382,-3-3 0,-1 2 25,1 3 0,0 1 524,0-1-458,-1-3 1,3 3-124,-5-4 1,1 4-127,2 0 216,-1 1-358,3 2 1,-10 2 60,-3 1 1,2 4-214,-1 4 0,-2 1 69,-5 2 0,1 4-65,-1 4 0,1 0-134,2 0 0,4-1 123,0-3 0,0 3-94,0-3 0,2-2 128,5-1 1,0-3-58,0-1 78,0-5 1,5-1 7,2-5 0,3-1-63,1-3 1,4-3 10,0-8 1,-1-1-72,-3-2 0,-3-3 58,-1 3 1,-1-7 383,2-1 1,0 4-124,-4 4 0,1 0 279,-2-4 0,-1 3-26,1 1 1,-1 4 556,-2 0-195,0 6-124,0-1-518,0 7 0,0-1 196,0 6 1,-4 3-236,0 5 1,1 2 72,3 1 1,0 0-106,0 4 1,0-3-7,0 3 0,0-1-37,0 2 1,0 2 65,0-3 1,1-1-81,2 2 1,4-6-87,4 2 1,0-3 113,0-1 0,0-1 23,0-3 0,0-2-53,0-5 0,3-9-11,1-2 1,0-7-7,-4 0 1,0-3-146,0-1 1,0-5 293,0-3 0,-1 2-116,-3-1 0,2 3 196,-6-3 0,6-2-64,-2-6 1,-1 7 50,2-3 0,-2 3-73,1 1 1,2 3 333,-6 8 1,2 3 107,-1 8-141,-3 2 0,3 6-22,-8 3 0,-2 7-32,-5 7 0,0 3-141,0 1 1,0 5 42,0 2 0,1 3-209,3 1 1,1-3 117,2-1 0,3-3-106,-3 3 0,3-1 67,1 2 1,5-2-444,2-2 0,3-7-508,1 3 1,0-5 448,0-2 1,4-1-720,-1-11 0,1 1 22,-4-4 1140,0-5 0,10-55 0,2-18 0</inkml:trace>
  <inkml:trace contextRef="#ctx0" brushRef="#br0" timeOffset="147">287 243 7988,'-17'-1'1282,"2"-2"1,6 0 170,2-4-473,5 4-656,-3-7 0,13 9-108,3-2 0,9-2-1100,2 1 1,1 0 558,7 4 1,-2-3 324,1-1 0,47-5 0,7 3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31.5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198 45 7920,'0'-11'0,"0"0"0,0 3 538,0 1 0,-1 5-96,-2-2 1,-4 3-83,-4 1 0,0 1-330,0 3 0,-3 2 153,-1 5 1,-5 3-203,2 1 0,2 3 95,1-3 0,3 1-36,1-1 1,0 1-40,0 2 1,5-1-242,2-2 1,3-3 12,1 3 0,1-3-79,3-1 1,3-4 43,8 1 0,-2-6-69,6 2 1,-1-3-43,4-1 1,-3-5 79,-1-2 1,-1-3 172,1-1 1,2-1-75,-5-3 0,-2 2-17,-5-6 0,0 5 345,-4-5 1,1 2 529,-2-1 0,-1-2-21,1 5 0,-3 1-321,-3 3 0,0 1 364,-4 3-75,4-3 36,-1 9-431,4 1 1,0 7-90,0 8 1,1-3 103,2 3 0,7 2-448,5 1 0,3 2-275,-3-2 1,6 4-523,1 0 0,0-4 1014,4 5 0,36 6 0,9 5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32.0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55 8048,'-4'-7'0,"1"0"0,0-2 0,1 0 656,-2 2 0,3 1 222,-3 2-335,3 3-226,1-4 0,1 10-71,3 2 0,-3 3-17,3 1 1,2 4-12,1 0 1,-1 6-155,2 1 0,-5 0-152,5 3 1,-4 2-285,3-1 0,-5 3-18,2-3 1,-3 5-483,-1-2 0,0-1-163,0 2 1,0-6 420,0 2 1,0-4 613,0-4 0,0-2 0,5-24 0,1-6 0</inkml:trace>
  <inkml:trace contextRef="#ctx0" brushRef="#br0" timeOffset="291">243 88 7920,'7'-1'321,"0"-2"144,1 1-193,3-3-40,-5 5 1,-1 2-266,-5 1 0,-4 0 8,0 4 1,-4 0 28,0 4 0,-1 0-36,-2 1 0,0-3 85,0-1 0,1 1-86,2-1 0,0 2 28,4 1 1,0 1-65,4 3 0,0-3 49,0 3 0,0 0-101,0 0 1,2 4 10,1-5 1,4 5-103,4-5 0,0 6-12,0-2 0,3-2 92,1-1 0,5-4-402,-2-4 1,-1 2 533,1-5 0,11-16 0,5-6 0</inkml:trace>
  <inkml:trace contextRef="#ctx0" brushRef="#br0" timeOffset="660">485 287 7920,'1'-10'566,"3"3"1,-2 2-147,6 5 0,-4-1-17,3-3 0,0 3-146,4-3 1,0 3-258,0 1 1,2 0 114,1 0 1,-2 0-516,3 0 0,-3 0 91,-1 0 0,0-1-85,1-3 1,-5 1-73,0-4 1,-4 3 190,0-3 1,-1 3 202,-2-3 0,-2 1-91,-1-1 1,-3-2 221,-5 5 1,-2-3-70,-1 3 1,-2 1 417,-3 3 0,0 0-40,4 0 1,-3 1 118,3 3 0,0-2-38,4 5 0,0 1-89,0 3 0,5 1-248,2 3 0,3 1 53,1 2 1,0 2-231,0-6 1,4 6 74,-1-2 1,10-2-71,-2-1 1,7 1 25,0-2 0,3-3-775,1-3 1,0-2-7,0 1 1,2-2-279,1-5 0,-1-1 1093,1-3 0,4-21 0,-1-11 0</inkml:trace>
  <inkml:trace contextRef="#ctx0" brushRef="#br0" timeOffset="958">794 210 7912,'0'-11'-140,"0"0"0,0 3 1687,0 1-487,0 4-740,0-1 90,0 4-205,0 4 1,1 3-180,3 4 1,-2 1 78,6 3 1,-5-2-230,5 5 1,-6 0 94,2 0 1,1 3-230,-2-3 1,2 2 104,-1-2 1,-3 2-185,3-6 1,1 5 284,-2-5 0,1 1 500,-4-4 412,0-5-662,0-1 1,-4-7 449,1-6 0,-5 0-246,5-11 0,-5 5 62,5-5 1,-1 1-124,4-4 1,1 0-907,3 0 0,2 0-151,5 0 0,1 0-653,3 0 0,2 3-892,5 1 2261,0 4 0,20 13 0,4 9 0</inkml:trace>
  <inkml:trace contextRef="#ctx0" brushRef="#br0" timeOffset="1600">143 243 8067,'0'-6'1951,"0"1"-1342,0 5-45,5 0-432,-3 0 0,4 0-126,-3 0 292,-1 0-178,2 0-472,-4 0 239,0 5-325,-4 1 0,-3 1-112,-4 0 1,4 0-1238,0 0 1787,-1 3 0,-3 1 0,0 6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29.5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11 338 7954,'2'-11'345,"0"0"1,2 0-1,-1 1 1,1 1 1161,0 2-1285,-1 5 0,-3-2-202,0 8 1,0 2 76,0 5 0,0 1 108,0 3 0,0 1 13,0 2 0,-3 3-660,-1-3 0,-3 3 105,3 1 1,-1 0 17,2 0 0,1-4 97,-1 1 0,1-4-6,2 3 115,0-5 1,4 3 21,0-5 1,4-5-5,0-2 0,3-8 0,3-3 1,0-4-233,4-4 0,-1-2 42,2-5 1,0-1 113,-4-3 0,5 2 287,-2-6 0,-2 6-94,-1-2 0,-3 3 77,-1 1 1,-4 0-53,1 0 811,-1 5-315,-1 1 169,-1 9-235,-5 3-309,-5 13 0,4 0-232,-3 9 0,2-3 72,-2 3 0,3 1-105,-3 3 1,3 0 16,1 0 0,0 0-398,0 0 0,0-4 169,0 1 1,0-2-381,0 1 1,4-2 225,-1-5 0,6-3 463,-2-1 0,28-24 0,6-3 0</inkml:trace>
  <inkml:trace contextRef="#ctx0" brushRef="#br0" timeOffset="315">618 239 7954,'-11'-11'569,"0"3"-280,0 1 1,3 4 105,1 0-220,0 1 1,-4 2-67,0 0 1,0 5-72,0 3 1,3-2-46,1 1 0,3-1-130,-3 2 0,4 1 118,0-1 0,1 2-61,2 1 1,0-4-9,0 0 0,2 1 28,1 3 1,3 0-31,6 0 0,0 3-159,2 1 0,0 0 116,4-4 0,-4 1 86,0 3 0,-1-3 128,-2 3 1,0-3-84,0-1 1,-4 0 289,0 0 1,-4 0-92,1 0 0,-4 0-152,-4 0 0,-2-3-129,-5-1 1,-5-1-161,-3 1 0,2 2-1416,-1-5 1660,4-1 0,-21-12 0,-1-4 0</inkml:trace>
  <inkml:trace contextRef="#ctx0" brushRef="#br0" timeOffset="497">783 283 7954,'6'0'1662,"4"0"0,-8 0-1244,6 0 0,-6 1-167,2 3 0,1 2-15,-1 5 0,0 3-1,0 1 1,-3 5-14,3-2 1,-3 3-575,-1 1 0,-1 0 243,-3 0 109,3 0 0,-14 0 0,3 0 0</inkml:trace>
  <inkml:trace contextRef="#ctx0" brushRef="#br0" timeOffset="630">849 84 7920,'-5'-22'1014,"3"1"-179,-5 3-3259,4 2 2424,-2 10 0,10 16 0,1 8 0</inkml:trace>
  <inkml:trace contextRef="#ctx0" brushRef="#br0" timeOffset="1409">1048 338 7920,'-8'0'0,"1"0"999,-2 0-121,5 0-627,-6 0 1,7 5-77,-4 2 0,4 3-14,0 1 0,2 1-184,1 3 1,0-3 75,0 3 1,0-3-155,0-1 0,0 0 89,0 0-91,0-5 1,1 3-116,2-6 0,0 1-100,4-4 1,-3-4 82,3 1 1,1-6-10,3 2 0,0-7 52,0 0 1,0-2 60,0 1 1,0 2 25,0-6 1,-4 4-50,1-3 0,-1 5 224,4-2 0,-4 3-114,1 1 0,-5 1 126,5 3 1,-5-2 187,5 5-121,-6 1 1,7 4-78,-6 3 1,2 2-52,-1 5 1,1 0-3,2 0 1,2 3 13,-6 1 1,6 3-101,-2-3 1,3 1 83,1-1 1,0-3-145,0 3 0,0-4 26,0-4 1,4 2 32,0-6 0,3 1 33,-3-4 0,4 0-1,0 0 0,2-5-10,1-2 1,0-4-3,0-4 0,0 2 9,0-6 1,-5 5 2,-2-5 0,-3 4 146,-1-3 1,-4 5 18,1-2 1,-6 1 117,2 0 0,-8 5-70,-3-2 0,-1 4-120,-3-1 1,3 4 115,-7 4 1,-1-4-76,1 0 0,-3 1 85,3 3 0,1 1-74,3 2 0,0 2-19,0 3 0,1 1-165,2-1 0,2 2 103,3 1 0,1 0-192,-1 0 1,3 3 65,3 1 1,0 5-179,4-2 0,2-1 69,5 2 0,-1-1 64,1 4 0,2 0 91,-1 0 0,0-1-17,-4-3 1,-1 3 144,-3-3 1,1-2 246,-4-1 1,-1-3 195,-7-1 1,-3 3-246,-8-3 0,-2 2-401,-5-5 1,-5-2 116,-3 1 1,2-3-1228,-1 3 0,4-4 1237,0 0 0,26-16 0,7-6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36.1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12 265 7724,'0'-11'691,"0"0"1,1 1 361,2 3-731,-1 2 1,3 6-142,-5 3 0,-2 2-28,-1 5 0,0 0-229,-4 0 1,4 3 128,0 1 0,2 5-274,1-2 1,0-2 167,0-1 0,0 1-262,0-2 1,0 1 114,0-4 1,4 0-130,4 0 1,5-1-19,2-3 1,1-2 4,-1-5 0,-3 0-17,3 0 0,0-1 100,0-3 0,0-2-33,-4-5 1,2-1 291,-2-3 0,3 3-37,-7-3 0,-1-1 37,2 2 0,-6-1 268,2 4 1,-3 0 168,-1 0-104,0 0 0,0 4 14,0-1-108,-5 6 1,0-2 27,-2 8 1,-2-2-73,6 6 0,-5-1-166,5 4 0,-1 0 94,4 0 0,0 0-148,0 0 0,0 4 168,0-1 0,1 2-10,3-1 0,2-3-49,5 3 1,5-3 4,2-1 1,3-1 370,1-3 1,0 2-140,0-5 0,0-1 27,0-3 0,0-5-154,0-2 0,-4-4-298,-4-4 0,-3-1-332,-3-2 0,0-2-480,-4 6 1,-2-6-579,-5 2 0,0 1 373,-4-2 1121,0 6 0,-14-13 0,-3 3 0</inkml:trace>
  <inkml:trace contextRef="#ctx0" brushRef="#br0" timeOffset="175">629 276 7928,'7'3'391,"1"1"0,-5 5 584,5-2 1,-5-1-478,5 2 0,-5 3-156,5 3 0,-5 5-1395,5-5 1,-6 6 548,2-2 0,1-1-1410,-2 2 1914,1-6 0,-9-2 0,-1-6 0</inkml:trace>
  <inkml:trace contextRef="#ctx0" brushRef="#br0" timeOffset="325">629 110 7928,'-6'-11'469,"-4"-2"-187,3 2-1974,2-3 1692,0 13 0,34 16 0,8 9 0</inkml:trace>
  <inkml:trace contextRef="#ctx0" brushRef="#br0" timeOffset="618">905 44 7951,'-5'-12'559,"3"-3"894,-1 8-618,2 2-613,1 0 0,0 6 356,0 3 1,1 3-138,2 8 1,4 2-313,4 5 0,0 5-124,0 3 1,1 2-288,3 1 0,-3 5-169,3 2 0,-3-1-556,-1 2 0,0-1-245,0 4 1,-5-6 569,-2-5 1,1-6 681,-2-8 0,1-4 0,-4-4 0,-5-29 0,-1-8 0</inkml:trace>
  <inkml:trace contextRef="#ctx0" brushRef="#br0" timeOffset="1112">827 254 7951,'0'-11'1142,"-3"0"-718,-1 0 0,0 3 1168,4 1-1097,0 0 1,5-3-80,3 3 1,3-2-134,3 5 1,5-1-209,6 2 0,0 1-19,4-1 0,1-2-88,3 1 0,4-3-178,-1 3 0,-3-3 224,-3 3 0,-6-1-475,2 2 0,-4 1 190,-4-1 1,-5 1-370,-6 2 388,-5 0 1,3 2 155,-5 1 1,0 5 51,0 6 0,-1 4 82,-3 4 0,3 1 38,-2 3 1,1-2-77,2 5 1,0-3-84,0 4 1,2-1 63,1 4 0,2-5-1,2-2 1,3-3-11,-2-1 0,-2-5 37,1-2 0,0-4-10,4-3 1,-3-4 80,-1-4 0,1 0-19,3 0 1,0-1-59,0-2 0,-4-7-252,0-5 1,1-1 96,3 1 1,0 3-88,0-3 1,1 0 38,3 0 0,-3-4 179,3 5 0,1-2 76,-2 1 0,1 7 246,-4-3 1,4 3 65,-1 1 0,-3 2-169,-3 5 1,-2 1 381,1 3 1,2 2-176,-6 5 1,6 1-325,-2 3 1,0 1-351,0 2 1,1 2-699,7-5 0,-3 3 586,3-3 383,-3 4 0,29-7 0,7 4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34.8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66 341 7924,'2'-8'357,"1"1"321,-1 5-132,2-3 42,-4 5-227,0 0 1,0 5-177,0 2 0,-1 3-14,-2 1 0,0 3-9,-4 1 0,3 1-160,-3-1 0,4 1-115,0 2 0,-2-1 102,1-2 0,-3 1-220,3 2 1,-3-2 110,3-5 1,-1 0-323,1 0-11,3 0 343,-4 0 0,5-6-323,0-5 287,0-10 0,4-3-94,0-5 1,4-1 55,0-3 1,1 0 110,2 0 1,0 0-52,0 0 1,4-4 206,0 0 0,3 2 95,-3 6 1,3-2 125,-3 5 1,0 2-76,-4 5 1,0 0 382,0 4-431,-5 1 0,2 7-39,-4 4 1,0 5-207,-4 2 1,0 3 139,0-3 0,0 5-559,0-2 1,0-1 218,0 2 0,1-6-532,3 2 1,-3-3 231,3-1 0,0 0 564,0 0 0,10-15 0,-2-3 0</inkml:trace>
  <inkml:trace contextRef="#ctx0" brushRef="#br0" timeOffset="589">408 374 7924,'0'-6'2113,"0"1"-1104,0 5-854,0-5 0,1 4-51,3-3 1,-1 3-145,4 1 1,0 0 98,4 0 0,0 0-283,0 0 0,-3 0 179,-1 0 0,0 0-91,4 0 0,0 0-431,0 0 159,0 0 1,0-1-401,0-3 207,-4-2 565,2-5 1,-7 0-90,1 0 0,-3 3 203,-3 1 1,-3 5-73,-6-2 1,1 3 231,0 1 0,-3 0-25,-1 0 0,0 1-20,4 3 1,-1 2 86,-3 5 1,7 0-49,-3 0 0,3 0 1,1 0 0,1 3-59,2 1 0,3 1-69,-3-1 0,4-3 46,4 3 1,-1-3-108,4-1 1,1-1 81,7-3 0,-1 2-111,4-6 0,-1 1-197,1-4 0,3 0 95,-2 0 1,2-5-102,1-2 1,0-7 43,0 0 1,-4-2-72,0 1 0,1-2 17,3-5 0,-1-1 51,-3-3 1,2 3 122,-6-3 0,1-1 128,-4 1 1,-1-3 30,-3 3 0,2-1-121,-6 1 1,2 4 165,-1 0 0,-3-2 7,3 5 367,-3 1-56,-1 7-215,0 5 0,-1 2 24,-3 8 1,-2 2 122,-5 5 1,4 5-149,-1 2 1,1 3-38,-4 1 0,1 1-19,3 3 0,-2 1 11,6 3 1,-1 0-202,4-4 0,0 1 136,0-1 1,0 1-596,0 2 0,1-1 250,3-2 0,2-4 163,5 0 0,0-1-116,0-7 126,5 1 0,16-23 0,8-6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38.3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34 286 8509,'0'-11'695,"0"0"-570,0 0 0,-2 5-9,-1 2 0,2 4 112,-3 4 1,-1 5-151,1 6 1,-3 1-43,3-1 0,1-2-153,3 6 0,0-1-12,0 4 0,0-5 52,0-2 0,0 1-72,0-2 1,5 1 105,2-4-128,3 0 0,1-3 96,0-1 0,0-5-135,0 2 1,0-4 56,0-4 0,4-2 30,-1-5 0,1-3 89,-4-1 0,0-4-55,0 5 1,0-6 115,0 2 0,-4 2-60,1 1 0,-6 3 183,2 1-228,-3 0-213,-1 0 275,0 5 1,0 6 0,0 6 114,0 5 0,0 0-134,0 0 0,0 0 203,0 0 1,0 0-111,0 0 0,4 0 176,-1 0 0,6 0-41,-2 0 1,7 0 453,1 0 1,4-4 35,0 1 0,-2-6 219,1 2 1,0-8-417,4-3 0,-4-4-153,-4-4 1,-1-2-659,-2-5 0,-2 0 256,-1 0 1,-3 0-1118,-5 0 1,0 1 707,0 3 0,-2 0-2197,-1 4 2675,-3 6 0,-10-1 0,-1 9 0</inkml:trace>
  <inkml:trace contextRef="#ctx0" brushRef="#br0" timeOffset="166">640 297 7885,'11'0'809,"0"0"1,1 3-48,3 1 1,-4 5-274,0-2 0,0 3-29,-4 1 1,0 4-174,0-1 1,-5 2-1125,2-1 0,-4-3-159,-4 3 0,2-3 996,-5-1 0,-15-10 0,-8-2 0</inkml:trace>
  <inkml:trace contextRef="#ctx0" brushRef="#br0" timeOffset="307">651 65 7885,'-6'-14'684,"2"-1"1,-1 4-1543,2 4 53,-1-1 397,4 2 0,0 2 408,0 8 0,15 17 0,3 8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39.8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100 110 7901,'-6'-5'1033,"1"-1"-208,5-5-544,0 0-38,0 5 1,0 3 89,0 6 0,1 1-103,3 7 1,-2-1-124,6 8 1,-5 2-16,5 5 0,-1 0-186,4 4 0,0 1 45,0 3 0,0-1 61,0-3 0,-4 3-299,1-3 0,-2-2 117,1-1 0,2-4-197,-6-4 1,1-2-109,-4-5-130,0-5 243,0-1 0,0-13-151,0-3 0,-5-4 146,-2 0 1,-3-2 148,-1-5 0,-1 1 169,-3 3 0,3-2-71,-3 6 1,3-1 570,1 4 1,0 0-346,0 0 1,-4 5 530,0 2 1,1 3-132,3 1 0,3 1 84,1 3 0,3 2-199,-3 5 1,5 1-125,-2 3 0,3-2-382,1 6 1,0-5 121,0 5 1,5-5-195,2 5 1,3-6 141,1 2 0,1-3-859,3-1 1,-3 0 130,3 0 1,2-1 772,1-3 0,37-26 0,10-12 0</inkml:trace>
  <inkml:trace contextRef="#ctx0" brushRef="#br0" timeOffset="217">398 55 7901,'0'-11'0,"-4"0"1073,0 0 0,1 4 234,3-1 79,0 6-620,0-3 0,0 8-291,0 4 0,6 5-3,5 10 0,1 2-130,6 1 0,1 3-98,3 5 0,0 1-28,0-1 1,0 3-1821,0 1 0,-1 0 456,-3-4 0,-2-1-85,-5-3 1,-4-2-164,1-5 1,-6-5 1395,2-2 0,-18-22 0,-4-7 0</inkml:trace>
  <inkml:trace contextRef="#ctx0" brushRef="#br0" timeOffset="687">353 276 7901,'-6'-12'945,"3"-3"1,1 3 314,2-3-814,0 3 0,5 1-86,3 0 1,6 1-131,5 2 1,2-1-175,1 1 1,3 2 120,1-1 0,1 3-267,-1-3 0,-3 4 114,3 0 1,-4 1-267,-4 2 0,-1 0-74,-2 0 0,-6 5 6,2 3 0,-7 1 120,4 2 1,-4 5 63,3 3 0,-3 0 156,3 0 0,-3 2-98,3-3 0,-3 3 123,3 1 1,0 0-48,4 0 0,0-1 80,0-3 1,-3 2-101,-1-6 0,0 1-37,4-4 1,0-1-164,0-3 0,1-2 123,-1-5 0,0 0-295,0 0 0,0-3 89,0-1 0,0-6 28,0-1 1,0 0-3,0-4 1,0 3 120,0 1 0,-4 0 113,0 0 1,1 1 465,3 3-482,-5-3-146,4 9 1190,-4-4 1,4 6-455,-3 3 0,3 2 7,-3 5 1,1 1-152,3 3 0,-3-3-110,7 3 0,2 1-60,1-2 1,0 1-370,0-4 1,-5-1-206,2-3 0,1 2-1348,-1-5-1155,-1-1 2852,-3-3 0,0-14 0,0-5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42.1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11 585 9092,'-6'0'848,"1"0"0,7 0-630,1 0 1,0-1-115,4-3 1,2 2 54,5-6 0,0 5-127,4-5 0,1 1-46,3-4 0,0-1 100,0-3 1,0-2-486,0-5 0,0 0 181,0 0 1,-4-5-21,1-3 1,-7-5 64,-1-2 0,-1 0-32,-7 4 1,5 0-12,-5 0 1,1 1-23,-4 3 0,0 2 275,0 5 0,-1 4-96,-3-1 1,-2 11 120,-5 0 0,0 6-83,0 2 1,0 1 247,0 3 1,0 7-59,0 7 0,0 4 160,0 4 1,4 6-45,-1 4 0,6 6-75,-2-2 0,3 2 43,1-1 1,0 1-113,0-1 1,1-3 162,3-1 0,2-3-80,5-1 1,0-1-188,0-3 0,4-3 77,-1-8 1,1-2-918,-4-5 1,0-1-1139,0-3 1941,0-2 0,5-24 0,1-6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42.7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199 271 7950,'1'-11'0,"1"0"369,2 0 0,3 3-66,-3 1 0,1 1 866,-1-1-503,-3-3-252,4 4-391,-5-5 0,-5 4 71,-3 4 0,-3 2 18,-3 1 0,0 0 82,-4 0 1,-1 4-223,-3 4 0,2 5 18,1 2 0,-2 5-310,3-2 0,3 6 45,4 2 1,1 1-80,7-1 1,-1 1-154,4 2 0,5-2 193,2-5 0,8-1-82,3-3 1,4-2 47,4-5 0,-1-5-155,4-2 0,-4-3 503,0-1 0,1-1 0,-4-3 0,3-2 0,-13-19 0,4-5 0</inkml:trace>
  <inkml:trace contextRef="#ctx0" brushRef="#br0" timeOffset="754">375 381 7950,'0'-7'131,"0"-1"118,0 6 1,0-4 245,0 2-52,0 3-153,0-4-103,5 5 0,1 0-121,5 0 0,4 0 127,-1 0 1,2 0-149,-1 0 1,1 0-41,2 0 0,-1 0-147,-2 0 1,-3 0-336,3 0 1,-4-1 269,-4-3 0,2 2-669,-5-6 593,-1 1 0,-7-4 109,-4 0 0,-3 4-121,-4-1 1,2 2 498,-5-1 0,3-2 85,-3 5 1,3 1-193,-4 3 0,6 0 117,-2 0 1,3 1-38,1 3 0,0 2-32,0 5 1,1 4-74,3-1 1,2 2-113,5-1 0,0 2 97,0 5 1,0 0-147,0 0 0,6-3 14,5-1 1,5-5-94,6 2 0,0-3-245,0-1 0,0-5 140,0-2 1,1-3-170,3-1 1,-3-5 441,3-2 0,-4-3 0,-3-1 0,1-3 0,-1-1 0,-7-3 0,-1 3 0,-4-4-228,1 5 1,-2-2 227,-2 1 104,-3 3 1,4-4-56,-5 5 0,0 4 732,0-1-203,5 6 333,-4-3-267,4 5-91,-5 0 1,1 4-409,3-1-149,-3 6 0,4-3 117,-5 5 1,0 0-93,0 0 0,0 0 66,0 0 0,0 4-140,0-1 1,0 1-3,0-4 1,1 0-87,3 0 0,-3 0 26,3 0-88,-3 0 327,-1 0-118,5-5-203,-4-1 0,4-6 114,-5-3 0,4-2-296,-1-5 1,1 0 133,-4 0 1,0-1 172,0-3 1,1 2 279,3-6 1,-3 5-112,3-5 0,2 5 94,1-5 1,0 5-60,4-5 1,-2 6 96,6-2 1,-3 3-18,-1 1 1,4 3 24,-1 1 0,1 5-74,-4-2 0,0 4 74,0 4 1,0 2-276,0 5 1,0 1 93,0 3 0,-1-2-452,-3 6 0,3-1 216,-2 4 0,-2-1-623,1-3 1,-3 2 380,3-6 1,-3 1-376,3-4 0,-3 0 797,3 0 0,-4-5 0,16-11 0,0-7 0</inkml:trace>
  <inkml:trace contextRef="#ctx0" brushRef="#br0" timeOffset="993">1158 50 7947,'-6'-5'1525,"2"-2"-470,-2 2-616,5 0 1,-4 6-19,5 3 0,1 6-138,3 5 1,2 8-121,5-1 1,0 7 71,0 1 0,0 2-616,0 1 0,0 1 315,0 3 0,-1-3-974,-3 3 0,2-3 22,-6-1 1,5-5-127,-5-2 0,5-3 1144,-5-1 0,11-19 0,-2-6 0</inkml:trace>
  <inkml:trace contextRef="#ctx0" brushRef="#br0" timeOffset="1954">1147 282 7947,'7'-4'163,"0"0"0,-3 0 343,3 0 0,2 3-183,6-3 1,-2 3 90,5 1 0,1 5-422,3 2 0,5 3 64,2 1 0,-1-1-68,2-3 1,-4 3 81,3-3 1,-5 2-447,2-2 1,-4-2 57,-3-5 0,-3 0-553,-5 0 100,0 0 455,-5 0 1,-1-5 35,-5-2 1,-5-3 90,-3-1 1,-3 0 480,-3 0 0,0 1-212,-4 3 1,4-3-137,0 3 0,1 2 357,2 1 1,0 3 440,0 1-366,0 0 1,1 5-89,3 2 0,2 3-176,5 1 1,0 0 37,0 0 0,1 5-234,3 2 1,2-1 64,5 2 0,4-5-358,0 5 1,4-6 181,0 2 1,1 1-97,3-1 0,-1-4-276,0-4 1,0-5 214,0 2 1,0-3 119,0-1 0,-5 0 232,-2 0 0,-3-1 0,-1-3 0,-4-1 0,1-2 0,-6-3-79,2 3 1,-3-6 156,-1-2 1,4 0 131,-1 4 0,1-4 347,-4 1 1,1-1-273,3 4 0,-2-4 60,6 1 0,-5-1-84,5 4 1,-5 3-270,5 1 0,-5 5 292,5-2-306,-6-2 0,3 6 131,-5 0 0,4 1 52,-1 6 0,1 2-99,-4 6 1,0-3 12,0 3 0,1 1-18,3-2 0,-3 5 48,3-5 1,-3 5-144,-1-5 1,4 2 96,0-1 0,-1-3-204,-3 3 0,1-6 92,3-2 1,-3-3 193,3 3-711,-3-5 135,-1 3 0,0-17 237,0-3 0,4-2-104,0 6 1,4-5 35,-1-2 0,0 2 113,0 1 0,0-1-46,4 2 0,0-1 47,0 4 0,0 4 87,0-1 0,0 6 369,0-2-113,0-2 0,1 5-108,-1-3 0,-4 4 206,0 4 1,-3 1-116,3 2 0,-3 3 218,3-3-352,1 3 0,3 1-147,0 0 0,0-4-51,0 1 0,0-5 114,0 5 0,0-6-12,0 2 1,0-3 29,0-1 1,0 0-23,0 0-45,5 0 128,1-5 1,0-1-66,-2-5 0,-7 0 10,0 0 1,-6 0 211,2 0 0,-3 0-69,-1 0 1,-5-4 229,-2 0 1,1 4-99,-2 4 0,-3 5 91,-3-2 0,-1 3-62,4 1 0,-1 0 42,-3 0 1,3 1-72,-3 3 0,2 2 3,-2 5 0,6 1-142,-2 3 1,4-2-187,0 6 0,2-1-465,5 4 1,0 0 346,0 0 0,8-3-866,3-1 0,9-1 491,2 1 0,1-2-185,7-5 1,-1-5 747,4-2 0,54-22 0,-37 6 0,0-1 0</inkml:trace>
  <inkml:trace contextRef="#ctx0" brushRef="#br0" timeOffset="2388">2591 50 7995,'-5'-17'2204,"4"1"-853,-4 5-796,5 5 1,1 6-157,3 7 1,-2 4 246,6 4 1,-5 4-197,5 6 0,-1 0-478,4 4 0,-4 1 67,1 3 1,-2 0-831,1 0 1,-2 0 160,-5 0 1,0-1-287,0-3 1,0-2 256,0-5 1,0 0-357,0 0 93,0-5 208,5-1 563,-4-10 0,5-2-75,-2-8 0,-3-2 141,3-5 0,-2 0 39,2 0 1,-3-1 142,3-3 0,-4 3 344,-4-3 1,-2 3-246,-5 1 1,0 0 64,0 0 1,-1 1-108,-3 3 1,2-2-7,-6 6 1,1-1 252,-4 4 0,0 1 910,0 3 1,1 3-718,2 8 0,0-2-257,4 6 0,2-1-111,5 4 0,3 0 0,5 0 0,10 4-928,5 0 1,9-4 516,6-4 0,0-4-677,0 0 0,0-3 382,-4-3 0,-1-3 480,-7-5 0,-2-30 0,-5-7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47.7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1 132 7586,'6'-7'405,"-2"0"1,-3 3-189,-1-3 0,0 3-4,0-3 1,4 3 351,-1-3-351,1-1 0,-4-3-126,0 0 1,0 4 299,0-1-69,0 1-475,0-4 0,0 4 161,0-1-247,0 6 204,0-3 0,0 6-49,0 3 0,0 2 63,0 5 1,0 4-94,0-1 1,0 5 43,0-4 1,0 3-142,0-3 0,1 1 145,3-2 0,-3-2 27,3 3 0,-3-3-56,-1-1 0,1 0 35,3 1 0,-3-1-108,3 0 109,-3-5 1,-1 0 101,0-3-260,0-1-265,0 3 184,0-5 1,-5-5-1,-1-1 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52.9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45 7944,'0'-7'929,"0"-1"-47,0 0 1,0 2-225,0-2-271,0 6-387,5-3 0,6 10 0,6 1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51.8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77 66 8016,'-3'-11'0,"-2"2"0,0 0 435,0 2-218,1 4-270,4-7 1,4 8-78,0-5 1,4 4 99,0-1 1,3 3-8,3 1 1,-2 0 87,3 0 0,-3 0 24,-1 0 1,0 4-60,1 0 0,-3 4-22,-1 0 0,-2 1 175,-3 2 1,-1 4-79,1 0 0,-3 4-23,-3 0 0,-3 0 0,-5 0 0,0 2-127,-1-3 0,-2 3 116,-1 1 1,-3-5-80,3-2 1,-3 1-6,3-2 0,0 1-137,4-4 0,0-5-118,0-2 0,1-2-94,3 2-270,2-3 385,5-1 1,4-6-65,-1-5 0,10-1 325,-2-3 0,6 3 0,-2-3 0,4-2 0,0-1 0,1 2 0,2 1 0,59-32 0,-33 20 0,0 0 0</inkml:trace>
  <inkml:trace contextRef="#ctx0" brushRef="#br0" timeOffset="216">441 33 7952,'-11'0'-726,"0"0"544,0 0 0,2 0 663,-2 0 1,3 2-64,-7 1 1,-1 3-298,2 5 0,-5 0 64,4 0 0,0 5 255,0 3 1,3 0-95,-3 0 1,4 2-122,4-3 1,2-1-15,5 1 1,0-4 10,0 1 0,5-3-146,2-1 1,4-1 124,4-3 1,1 2-527,2-6 1,3 1 208,-3-4 0,3-1-980,1-3 1,-1 2 122,-3-6 973,3 6 0,6-28 0,7 0 0</inkml:trace>
  <inkml:trace contextRef="#ctx0" brushRef="#br0" timeOffset="560">684 221 10016,'-8'0'1262,"1"0"0,3 5-979,-3 2 0,3 3-311,-3 1 1,4 0 112,0 0 1,-2 0-64,1 0 0,1 0 27,3 0 1,1-1-630,2-3 0,0 3 295,4-3 1,1-2 55,3-1 0,3-3-734,1-1 0,3 0 963,-3 0 0,29-39 0,4-10 0</inkml:trace>
  <inkml:trace contextRef="#ctx0" brushRef="#br0" timeOffset="700">739 44 7947,'-11'-11'0,"0"2"1535,0 1-1013,5-2 1,2 9-1449,8-3 1,-2 3 925,5 1 0,20 15 0,9 3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48.8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99 293 8198,'-1'-11'676,"-2"0"-424,1 5 0,-3 0 123,5 3-152,0 1 1,0-1 75,0 6 0,0 1-76,0 7 1,-1-1-30,-2 8 1,1 1 56,-1 3 1,1 3-273,2 1 0,0 3-79,0-3 0,-3 4-116,-1-5 0,-1 5-25,1-5 0,3 5 140,-2-4 1,-2-4-441,1-4 1,-3-5-155,3 2-678,-5-3 879,8-6 1,-7-2 153,4-8 1,0-3 339,4-8 0,0-2 0,0-5 0,-1-1 0,-3-3 0,3 2 0,-3-6 0,3 5 0,1-5 0,0 2 0,0-1 0,4 0 44,0 4 0,4 1 86,0-1 1,1-2 300,2 1 1,0 4-57,0 4 1,5 4 98,3-1 1,2 4-77,1 4 1,0 2-86,0 5 0,-4 0-304,0 0 1,1 6 83,3 5 0,-5 4-101,-2 3 0,-8 3 54,-3-2 1,1 5-160,-2 2 0,0 0 0,-7-4 0,-3 1-8,-8 3 1,2-7 1,-6 3 0,1-6 116,-4 3 1,0-6-406,0 2 1,1-7 181,2 0 1,4-6-262,3 2 0,6-4 487,3-4 0,46-46 0,12-16 0</inkml:trace>
  <inkml:trace contextRef="#ctx0" brushRef="#br0" timeOffset="358">673 304 8044,'0'-11'257,"-1"0"-257,-3 0 674,3 0 1,-4 4 317,5 0-775,0 4-63,0-2 1,-2 7-169,-1 1 1,-3 3 0,-5 5 1,0 4 23,0 0 0,0 4 174,0 0 1,-4 0-63,0 0 0,0 2-64,4-3 0,0 3 49,0 1 0,2 0-236,1 0 1,3-5 86,5-2 1,6-4-11,5-4 0,5-2 96,6-5 0,2-2-210,1-6 1,-1 0-81,1-11 0,-2 1-177,-5-4 0,-3 0 26,-8 0 0,2 0 88,-6 0 0,0 1-424,-7 2 0,-2 0-85,-5 4 817,-5 0 0,-11 4 0,-7 0 0</inkml:trace>
  <inkml:trace contextRef="#ctx0" brushRef="#br0" timeOffset="708">1048 161 8117,'-11'-5'0,"0"4"271,-1-3 157,1 3 1,-3 1-158,-1 0 1,0 0-19,4 0 0,0 5-242,0 2 1,0 3 105,0 1 0,0 0-25,0 0 1,5 0-71,2 0 0,3 0-199,1 0 0,0 2 107,0 1 1,5-1 70,2 1 1,7-1 9,1-2 0,3 0 30,-3 0 0,-1 0 84,-3 0 1,0 0-67,0 0 1,-1 0 31,-2 0 1,-4 0-82,-4 0 1,0 0 5,0 0 0,-8 4-141,-3-1 1,-4 1-287,0-4 1,0 0-648,-4 0 0,-2-4 117,3 1 941,2-1 0,-5-6 0,4-2 0</inkml:trace>
  <inkml:trace contextRef="#ctx0" brushRef="#br0" timeOffset="923">1180 238 8117,'0'6'1829,"0"4"0,0-4-1561,0 5 0,-1 4-556,-3 0 0,3 4 12,-3 0 0,-1-2-785,1 1 1,-3 3 358,3 1 1,0 1 701,0-8 0,3 0 0,-4-4 0</inkml:trace>
  <inkml:trace contextRef="#ctx0" brushRef="#br0" timeOffset="1056">1224 62 8024,'-6'-11'0,"-4"-3"1542,3 3-1410,2-2-2496,0 7 2364,5 0 0,24 11 0,7 7 0</inkml:trace>
  <inkml:trace contextRef="#ctx0" brushRef="#br0" timeOffset="1331">1533 62 8000,'-2'-10'2203,"-1"3"-883,2-3-633,-4 9-461,5-4 1,0 11-101,0 5 1,0 5 114,0 6 0,0 5-187,0 2 0,0 3-163,0 1 1,0 2-340,0 1 1,-4-1-33,0 1 1,-4-1-439,0-2 1,2-4-107,-1 1 0,1-7 445,-2-1 1,-1-6 578,1-9 0,-2-2 0,-1-44 0,0-10 0</inkml:trace>
  <inkml:trace contextRef="#ctx0" brushRef="#br0" timeOffset="1566">1389 282 8000,'0'-11'-240,"0"0"1,5 4 1017,3 0 1,1 3-248,2-3 0,5 3 61,3-3 0,2 4-200,1 0 0,1 1-306,3 2 0,-3 2 169,3 1 0,0 3-29,0 5 1,-4 0-776,-3 0 0,-6 5 417,2 3 1,-8-2-179,-3 1 0,-3 1 137,-1 3 0,0 0-538,0 0 1,-5-1 289,-2-3 0,1 2-587,-2-6 0,5 1 1008,-5-4 0,1-10 0,-4-2 0</inkml:trace>
  <inkml:trace contextRef="#ctx0" brushRef="#br0" timeOffset="1698">1753 62 7958,'-6'-11'0,"-3"0"119,6 0-119,-1 5 0,14 11 0,2 7 0</inkml:trace>
  <inkml:trace contextRef="#ctx0" brushRef="#br0" timeOffset="2374">2084 316 7983,'-11'-12'471,"0"1"1,0 5-60,0 3 1,0 1-99,0 2 1,-4 0-76,0 0 0,-3 5-79,3 3 0,-3 3 65,3 3 0,-1 0-232,2 4 1,1-1-4,-1 2 1,3 0 37,3-4 1,0 1-362,4-1 0,0-3 123,4 3 0,0-7-332,0 0 351,0-6 1,5 3 215,3-5 0,1-1-56,2-3 1,2-2-298,1-5 0,-1 0-183,1 0 1,2 0-241,-1 0 0,3 0 751,-3 0 0,3-4 0,-3 0 0,0 1 0,-4 3 0,-4 0 0,0 0 0,0 0 0,0 0 0,-2 3 0,-5 1-360,0 4 872,0-6 27,0 7 0,0-1-85,0 6 1,1 0-117,3 4 0,-2 0 118,6 5 1,-6-1-50,2 0 1,1 3-360,-2 1 0,1 3 117,-4-3 1,4 1-107,-1-1 1,1 1-108,-4 2 0,-1-1-39,-3-2 1,2-3-43,-6 3 1,6-3 73,-2-1 0,-1-4-208,2 1 45,-1-6-442,4 3 414,0-5 0,0-5-116,0-2 0,4-3 60,-1-1 1,6-5 102,-2-2 0,3 1 141,1-2 0,1 0-59,3-7 0,-2 3 176,6-3 1,-1 3-55,4 1 1,-3 1 145,-1 2 0,-1 3-48,1 5 1,3 4 735,-2 0 1,-2 4-80,1 0 1,-4 6 202,0 5 0,-5 3-628,-2 3 1,-4 0-111,0 4 0,-1 1-604,-2 3 1,-2-4 308,-1 0 0,0 1-554,-4 3 1,3-1 218,-3-3 405,4 3 0,3-9 0,7 4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2:46.5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254 210 8182,'4'-13'460,"-1"-1"0,1 5 361,-4-2-695,0 2 1,0 2 133,0 0 0,-1 4-116,-3 0 1,2 1 70,-6 2 1,1 0-1,-4 0 1,0 5-94,0 3 0,-4 1 138,1 2 0,-5 5-296,5 3 1,-5-2-2,4 1 1,-3 1-122,3 3 1,-3 0 92,3 0 1,1 0 114,3 0 0,3-4-680,1 1 0,4-5-95,0 5 429,2-6 0,5 2 101,4-8 1,6-2 10,5-5 0,2-5 20,1-2 0,0-8-52,0-3 0,0 1 30,0-2 1,-1 1 8,-3-4 1,2 0 194,-6 0 1,1 1-94,-4 3 1,-1-2 290,-3 5 1,-2 1-4,-5 3 83,0 0-121,0 0 14,-5 4 0,0 4 55,-2 6 1,-2 1-117,6 7 1,-5-2 51,5 5 0,-6 2 77,2-1 1,1 5-10,-2-2 0,5-1-113,-5 2 1,6-2-116,-2 1 0,3-2 116,1-5 1,0 1-223,0 3 0,0-6 35,0 2 1,5-8-97,2 1 1,3-3-13,1-1 0,1-1 110,3-3 1,1-7-109,2-7 0,2-3 121,-5-1 0,4-4-156,0 0 0,-2 0 94,1 0 1,-3 1-18,3-4 0,-4 1 78,0-2 1,-1 0-7,-2 4 0,-2 0 216,-1 4 0,0 5 22,-4 2 177,0 8-210,-4 2-194,0 5 1,-2 5 82,-1 2 1,-2 7 146,-2 1 0,-3 4-72,2 0 1,0 1-39,0 2 1,-1 5-106,1 3 1,0-3 37,0-2 1,0 0-102,4 1 0,-1-2 89,2 6 1,1-7-260,-1-1 1,5-1 87,2-7 0,8 1-275,-1-4 0,7-5 60,1-2 0,2-4-33,1-4 0,3-7-223,1-7 633,0-3 0,6-26 0,2-5 0</inkml:trace>
  <inkml:trace contextRef="#ctx0" brushRef="#br0" timeOffset="150">486 188 8182,'-18'0'650,"-1"0"-455,4 0 1,4 0 1265,4 0-1258,4 0-894,8 0 0,9-4-1397,11 0 2088,-1-4 0,32-8 0,3-8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58:47.1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243 33 7671,'0'-6'189,"0"-3"162,4 7-73,-2-3 82,3 5 18,-5-4-67,0 2-24,0-3-67,0 5-59,-5 0-208,3 0 1,-7 0 73,1 0 0,-1 0-6,-2 0 0,-1 0-36,1 0 1,-3 0-124,-1 0 0,-3 5-9,3 3 1,-3-2-3,3 1 0,-1 0-30,1 5 1,3-1 95,-3 0 0,4 0-122,4 0 0,-2 0 100,6 0 0,-1-4-13,4 0 1,0 1 13,0 3 1,1-1-4,3-3 1,2 1-1,5-4 1,0 0 4,0-4 0,0 0 13,0 0 0,0 0 36,0 0 1,0 0 84,0 0 17,5-5 1,-4-1-41,3-5 1,-3 3 33,-1 1 1,-3 1-18,-1-1 1,-3-2 145,3 5 0,-4-1-110,0 2 1,0 2 330,0-3-233,-1-2 190,3 5-72,-5-4-114,0 5-144,0 5 0,0-3 60,0 5 0,0 1-71,0 3 1,0 0 63,0 0 1,0 5-13,0 2 1,0-1-18,0 2 0,0-1-58,0 4 1,0 4-133,0-1 0,0 1 73,0-4 1,0 0 34,0 0 1,0 0 20,0 0 1,0-1 3,0-2 1,0-2 78,0-3 4,0-1 16,0 3 161,0-5 3,0-5-159,0-1 313,0-5-232,0-5 0,3 2-36,1-4 0,3 0-68,-3-4 0,4 0-7,0 0 0,2 0-64,1-1 1,1 1-186,3 0 1,-3 0-473,3 0 0,-2 0 53,2 0 1,-3 0-214,3 0 1,1 4 261,-2 0 558,1 4 0,6 13 0,2 8 0</inkml:trace>
  <inkml:trace contextRef="#ctx0" brushRef="#br0" timeOffset="974">243 67 7671,'0'-7'-1160,"0"3"1223,0-1-51,0 3 120,0-2 269,0 4-380,0 4 0,0-1-131,0 4 102,0-4-15,0 6 1,-2-4 35,-1 3 1,1-2-12,-1-2 77,2-3 1,-1 7-50,-1-4 44,1 0 62,-2 1 15,4-4-7,0 4 139,0-5-69,-5 0 37,3 0-115,-2 0-69,4-5-151,0-1 151,0-5 1,3 3-186,1 1 0,0 3-464,-4-3-461,0 4 1043,0-1 0,4 4 0,3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59:12.3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241 47 7711,'0'-7'177,"0"-1"0,-1 1 0,0 1 1,-3 2 246,0 0 0,1-1-271,-2 2 1,0 1-89,-3 2 0,1 1-9,-1 1 1,-3 3-4,-2 2 1,1 1 7,-1 0 1,0 2 27,-3 1 1,1 1-197,-1-1 0,3 3-65,0-1 0,3 0-38,-3 0 1,4 2 42,-2-2 1,5-1-76,1 1 1,3-4 12,0 2 118,1-3 1,2-1-47,1-2 1,3-1-17,2-4 0,1 0 37,0 0 0,2-1 95,1-2 0,2-2 133,-3-5 1,4 1-60,-1-1 1,-2-1-26,-1 0 0,1 0-4,0 1 1,2 0 126,-3-3 1,0 4 77,-2-1 1,0 1-37,0 1 0,-1-1-35,1 1 0,-3-1 78,0 7 300,-3-1-369,2 0 0,-4 3 102,0 0 0,-3 4 27,0 6 1,-3 0-162,1 3 1,-2 1 9,0 4 1,-1-1-9,0 4 0,0-3-81,1 2 0,-4 1 53,1 2 1,-1 1-12,0-1 1,3-1-21,-3-1 0,3 0-144,0-2 1,3-1 82,0-3 0,0 0 9,0-2 0,1 0-192,1-6 0,2 3-635,-1-5-483,1 2 412,1-3-211,0 0 1103,0-4 0,7-7 0,1-2 0</inkml:trace>
  <inkml:trace contextRef="#ctx0" brushRef="#br0" timeOffset="674">272 536 7783,'0'-4'870,"0"0"114,0 4-892,-3 7 1,1-2-195,-3 6 0,2-2 58,-2 1 1,3 0-114,-4 3 0,2-3-143,-1 3 0,-1-3 49,3 3 0,0-2-80,0 2 0,2-4 32,-1 2 0,1-3-73,1 0 0,0-3 372,0 0 0,3-3 0,3 1 0,28-37 0,8-9 0</inkml:trace>
  <inkml:trace contextRef="#ctx0" brushRef="#br0" timeOffset="865">350 373 7711,'-5'-5'-272,"0"0"-104,3 3 1,-2-1-306,1 3 681,2 0 0,-2 0 0,10 17 0,1 4 0</inkml:trace>
  <inkml:trace contextRef="#ctx0" brushRef="#br0" timeOffset="1258">451 606 7649,'0'5'243,"0"0"1,0 0-190,0 3 1,0 1 29,0 1 0,0 2-5,0 4 0,-1 0-24,-2 2 1,2-2-77,-1 3 1,-2 0 55,-2-1 1,2 0-118,-1-3 1,0 0-28,-3-2 0,0-2-56,0-3 0,3 0-152,0-1 1,0-2 111,-3-3 1,0-1-114,1-1 1,1-1 317,1-1 0,4-23 0,-3-9 0</inkml:trace>
  <inkml:trace contextRef="#ctx0" brushRef="#br0" timeOffset="1459">489 396 7013,'-7'7'0,"-1"2"0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59:15.10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 8 7714,'-6'4'187,"1"-1"199,-1-2-180,3-1-199,-1 0 543,4 0-464,7 0 0,-2 0-7,6 0 1,0 0-207,-1 0 0,4 0 52,-1 0 1,-1 0-361,1 0 0,0 0 15,2 0 0,0 0-161,-2 0 1,1 0 580,-4 0 0,4 0 0,-6-7 0,4-2 0</inkml:trace>
  <inkml:trace contextRef="#ctx0" brushRef="#br0" timeOffset="247">16 140 8242,'8'0'-305,"2"0"96,0 0 1,4 0-292,-1 0 1,2 0 499,4 0 0,18-7 0,7-2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59:17.1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427 117 7634,'8'0'85,"-3"0"309,1 0-454,-5 0 88,3 0 115,-4 0 0,-6 0-120,-2 0 1,-2 0-70,3 0 0,-5 0 31,0 0 0,-3 0-60,-1 0 0,0 0 56,-2 0 0,1 2-151,-4 1 0,1 2 148,-1-2 1,0 2-14,3-2 1,-3 2 30,3-3 0,3 3-1,5-2 0,1 0-105,2 0 1,2-1 69,3 3 0,1-2-32,1 2 50,0 0 0,3 3-6,3-1 0,1 0 12,4-2 0,-2 3-3,4 0 1,-1-1-34,1 1 1,2-1 0,-2-1 0,1 0 66,2 2 1,-3 0-13,0 0 1,-4-1 2,1 1 1,0-3-16,0 1 1,-4-1 2,2 3 0,-5-3 29,-1 0 1,-1 0 90,-1 3 1,-1 0-52,-1-1 0,-4 1 16,-4 0 1,1 0-58,-4 3 0,2-3 23,-2 3 1,1-3-1,-4 0 0,1 2 1,-1 1 0,0 0-5,1-1 0,-1 0-8,1 3 1,-1-3-16,1 3 0,0-3-13,2 3 0,-1-2 11,1 2 0,1-1-3,-1 1 1,3 0-17,0-2 0,4 0-4,1-1 1,0-1 17,0 1 1,2-1-5,3-1 1,0-1 17,0 1 0,0 0-1,0 0 0,3-3 21,2 0 1,3-1 84,3 1 0,1 1 33,3-3 1,1 0-94,-1 0 1,3-2-39,0 1 0,4-1 39,-1-1 1,2 0-10,3 0 0,-2 0-80,2 0 1,0 1-155,0 2 1,-1-2 32,-4 1 0,-2-1-136,-4-1 1,-3 0-414,-1 0 1,-3 0 687,0 0 0,-10-3 0,-4-2 0</inkml:trace>
  <inkml:trace contextRef="#ctx0" brushRef="#br0" timeOffset="1197">1234 1 7719,'8'0'-371,"0"0"415,-1 0 1,-2 0 84,1 0-33,-5 0 0,4 0-11,-3 0 0,-1 0 31,2 3 0,-3-2 133,-3 1-263,-1-1 0,-7-1 30,1 0 0,-4 3-111,1-1 1,-2 2 103,-3-2 1,1 0-135,-4 3 1,0-2 112,-2 2 0,-1-2-126,-2 2 0,-2 0 183,-3 3 1,4-3-43,1 0 0,2 0-1,1 3 0,3-3-1,2 0 1,3 1 8,5 1 0,0-1-30,8-1 0,-1 0 4,3 3 0,0-3 73,0 0 1,6 0-2,2 3 1,6 0-42,1-1 1,1 2-21,5 1 0,0-1-7,2 1 0,1 0-31,2 0 1,-4-1-7,1 1 1,-5-1 50,0-2 1,-2 1-7,0 0 1,-1 0 3,-3-1 0,-3 0-8,-4-1 0,-3 1 5,1 1 0,-3 0 10,-3 2 0,-1-1 82,-4-1 1,-3 3-66,-2 2 1,-2-1 5,0 1 0,-4 0 28,-2 2 0,-1 1 6,-2-1 0,1-2 8,0 0 1,2-1 12,0 1 1,3 1-26,-2-4 1,3 3-54,2-3 1,3 1-1,4-4 0,3 2 40,0 1 0,3-1 38,-1 1 7,6-1 1,4-1-2,3-1 1,4 1-3,-1 0 1,5-3 118,3 0 1,2 0-37,3 0 1,-1-1-97,3-1 0,1-2 28,2 1 1,2-1-41,1-1 0,-3 0-92,-3 0 0,-3 0 61,1 0 0,-3 0-28,-2 0 0,-2 0-119,-3 0 1,-4 0-213,-2 0 1,-1 0-429,-2 0 0,-1 0-487,-1 0 145,-4 0 1096,3 0 0,-14 0 0,-3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59:27.9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0 7703,'0'5'-325,"0"1"417,0-1 0,-1 2-4,-1 1 1,1 0-23,-2 0 1,3 2 1,0 0 0,0 3-17,0-2 0,-3 2-119,0-3 0,1 3-81,2-3 0,0 1 37,0 0 0,-1-3-289,-2 3 228,3-3 0,-4 0-417,4 0 352,0-4 238,0 0 0,0-4 0,4-11 0,0-2 0</inkml:trace>
  <inkml:trace contextRef="#ctx0" brushRef="#br0" timeOffset="640">147 16 7497,'0'4'278,"0"-1"-11,0-3-30,0 4-28,0-3-202,0 2 57,0 1 1,0-3-138,0 5 1,-3-5-17,-2 2 1,1 0 28,-2 0 0,1 2-69,-3-2 0,3 0 51,0 0 1,0-2 31,-3 5 1,0-5-16,1 2 1,0-1-24,2 0 1,-2-1 49,1 2 0,3-2-59,0 2 135,-1-2-35,3 2 17,-2-3-30,3 4 6,0-3 0,2 3-27,1-2 0,3-1 0,-1 2 1,2 0-32,1 0 0,-3 0-123,0 0 1,0-1-111,3 3 1,0-3 290,0 0 0,-3 0 0,0 1 0,11-3 0,4 4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59:30.1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1 7703,'-1'4'-511,"-2"-1"275,2-2 332,-2 2 85,3-2 465,0 2-554,3-3 0,-1 0-104,3 0 0,-2 0 6,2 0 0,0 0-90,3 0 0,0 0 22,-1 0 1,1 0-199,0 0 0,0 0 13,-1 0 1,1-2-368,0-1 626,0 1 0,-1 2 0,1-4 0,0 0 0</inkml:trace>
  <inkml:trace contextRef="#ctx0" brushRef="#br0" timeOffset="273">8 86 7552,'-5'4'-76,"2"-4"49,3 4 1,0-3 146,0 1-283,0-1 130,0 3 1,3-4 55,3 0 0,-2 0-149,1 0 0,0 0 105,3 0 1,0 0-145,0 0 1,0-3 3,3 0 0,-3 0 161,2 0 0,16-4 0,4-5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59:31.4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 8 7632,'-4'-4'-134,"4"0"367,-4 4 414,4 0-378,0 4 1,1 0-141,2 4 0,-3-1-22,3 1 1,-2 1-80,-1 1 0,3-1 66,-1 1 1,2 1-155,-2 0 1,-1 2 39,2-3 1,-3 1-187,0-1 0,3-1-101,0 1 0,-1-1 133,-2-1 0,0 0-1100,0-1 1274,0-2 0,-3-9 0,-2-4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59:32.8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1 264 7729,'0'-4'10,"0"0"1,0 1-116,0-2 0,2 0-15,1 0 1,0 3 167,0-3 0,0 2 29,2-2 1,2 2 2,-2-2 0,2 0-2,1-3 1,1-1-60,1-1 0,-1 2-44,1-3 1,0-1 47,0-1 0,-2 1-116,3-1 1,0 4-49,-1-2 1,1 0 38,-4 1 0,-1 0 44,-1 2 0,-1 0 19,1 0 0,0 0-5,-3 1 0,-1 2 21,2-1 1,-3 4 6,0-3 0,0 3 61,-3-1 0,1 2-36,-3 1 0,3 0 2,-4 0 0,4 0 1,-3 0 1,-1 3-2,-1 0 0,2 3 35,-1-1 1,2 3 99,-1 2 1,-1-1-97,3 1 1,-2 2 12,3 1 1,-4 1-27,4-1 1,-1 1 3,3-1 1,0 3-78,0 2 1,0-2 34,0 2 1,0-1-97,0-2 0,1 0-33,2-2 0,-2 0-213,5-2 0,-5-1 343,2-2 0,8-7 0,2-2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59:38.2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9 280 7735,'-5'0'306,"2"0"0,3-1-87,0-1-98,0 1 1,1-3-30,1 4 1,0-2-5,3-1 0,0-2-132,3 2 1,0-3-3,0 1 0,0-2-105,3-1 1,-2 1 53,4-1 1,-3-1-21,3-1 1,-2 0 47,2-2 1,-3-1-134,3-3 0,-3 1 90,3-1 0,-4 3 4,-1 0 1,-2 3-111,-3-3 0,2 3 162,-2-3 0,-1 6 257,-2-1 1,-2 2 88,-1-2-143,-3 4 0,2 1-116,-4 3 0,3-3 40,0 0 1,2 1-53,-2 2 0,2 2 22,-2 1 1,3 3 130,-3-1 1,3 5-128,-1 0 0,0 4 11,0-1 0,1 5-4,2 2 1,0 0 1,0 1 0,0 0-57,0 2 0,0 0-141,0 0 1,0 0 138,3-2 1,-1-3-13,3-2 1,-2-3-171,2 0 0,-3-4-560,3 2 747,1-6 0,1-22 0,1-9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59:36.7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39 7024,'-5'-3'733,"1"2"-802,1-2-75,2 3 1020,-2 0-739,3 3 1,0 1-77,0 4 0,1 0-69,1 0 1,-1 3-19,2 2 1,-1 1 74,0 2 1,-1-1-223,2 1 1,-2 2-18,-1 0 1,0 0-10,0-2 1,0-2 78,0-1 1,0 1-86,0-4 1,0-2-32,0-3-148,0-3-111,0 1 495,0-3 0,0-6 0,0 0 0,0-7 0,0 2 0,0-2 0,0 4 0,0-1 0,0-2 0,0 2 0,0-4 0,0 1 0,0 2 0,0 1 0,0-2 38,0-1 1,0 1 53,0-1 1,0 2 59,0-2 0,0 4-82,0-1 0,0 1 12,0 1 0,0 1-19,0-1 0,2 3 12,1-1 1,2 4-4,-3-3 0,4 3-7,0-1 1,1 3-1,0 0 1,1 0-24,0 0 0,0 0-141,-1 0 1,4 3 65,-1 2 1,0 2-38,-2 1 0,0 0 28,0-1 1,-4 4-124,-2-1 0,-1 3 80,-1-3 0,0 1-62,0-4 0,-1 4 32,-1-1 1,-2 0 3,-4-2 0,-2-3 111,-1 0 0,-2-3 0,3 1 0,-3 0 0,3 0 0,-4-1 0,2-22 0,-4-6 0</inkml:trace>
  <inkml:trace contextRef="#ctx0" brushRef="#br0" timeOffset="264">302 24 7689,'6'0'0,"-2"-1"0,-1-2-18,3 2 0,-1-3 10,2 2 1,1 1 35,0-2 0,0 2-100,0 1 1,0 0-382,2 0 0,-1-2 202,1-1 1,-1 1 250,-1 2 0,0 0 0,-1 0 0</inkml:trace>
  <inkml:trace contextRef="#ctx0" brushRef="#br0" timeOffset="464">279 125 7689,'0'-5'-10,"0"2"27,0-1 0,1 4-210,2-3 0,-2 2 97,5 1 0,-1-2-98,2-1 1,4-1 19,-1 2 1,4 1 173,-1-2 0,29-11 0,8-3 0</inkml:trace>
  <inkml:trace contextRef="#ctx0" brushRef="#br0" timeOffset="706">558 16 7298,'0'8'859,"0"0"0,0-1-744,0 1 0,1 3-55,2 2 1,-2 2-217,1 0 1,2 1-49,-2-1 0,2 1-714,-2-1 918,-1 1 0,3-7 0,-4-3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59:40.6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47 40 8236,'1'-5'-96,"1"3"110,3 1 0,2-2-26,1 1 1,0-1-63,0 3 1,0 0-14,-1 0 1,1 0 39,0 0 1,0 0-7,-1 0 1,0 3-10,-2 3 0,0 1 17,-3 0 1,-1 4-8,2-1 1,-6 4 7,-2-1 0,-2 1-5,-1 2 1,-2-3 66,0 0 1,-3-1-28,2 1 1,-2-1 9,0-2 0,1-1-19,2 1 1,1-4 0,2-1 0,-1-2-113,0 2-185,4-3 122,0 1-26,4-3 43,4-3 1,1-2 114,5-2 0,0-1 61,3 0 0,-3 0 0,3 1 0,0-1 0,27-17 0,5-4 0</inkml:trace>
  <inkml:trace contextRef="#ctx0" brushRef="#br0" timeOffset="276">334 24 7703,'8'-3'0,"-1"0"-122,-2-1 0,1 1-100,-4-2 0,2 3 246,-2 0 82,-1 1 1,2 1-30,-6 0 59,-1 0 0,-4 0-12,0 0 0,-2 2 39,0 1 1,-1 3 20,0-1 1,2 3-71,-4 2 0,3-1 8,0 1 0,-1 1 55,0 0 0,-1 3-95,1-2 0,1 4-119,2 2 0,3-1 4,0 4 1,3-1-65,-1 0 1,3-1 145,0-3 1,3-4-28,2-2 0,3-1-49,2-1 1,0-4-53,3-1 0,0-3-254,2 0 0,-2 0 141,0-3 1,-3-1-1085,3-4 1276,-3 0 0,4-10 0,-2-3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59:43.5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62 6101,'4'0'219,"0"0"0,-3 0-11,1 0-64,-1 0 460,2 0 1,-6 3-542,-2 0 1,1 2-26,-2-3 0,1 4-5,-3 0 0,1-2-17,-1 1 1,0-1-12,0 2 1,1 0 16,-1 0 0,0-2-92,0 1 1,1-2 21,-1 2 1,-1-3-135,-1 4 1,4-5-240,-2 2-74,2-2-374,-2 2 869,4-2 0,25-11 0,9-8 0</inkml:trace>
  <inkml:trace contextRef="#ctx0" brushRef="#br0" timeOffset="1251">191 39 7710,'2'-5'-196,"1"0"1,0 1 152,0-2-36,-2 3 129,2-1 60,-3 4 56,3-4-86,-2 4 1,2 1-23,-6 2 1,2-2-95,-5 4 0,1 1 53,-2 1 0,-2 1-79,-1 0 0,1 0 46,-1-1 1,-2 1-12,-1 0 0,1 0-31,-1-1 0,1 1 33,-1 0 0,1 0-12,1-1 0,3-1-20,-3-1 0,4-3-66,1 4 110,-1-5-11,7 3 31,-4-4 49,4 0-54,7-4 0,-2 1 1,6-2 0,-3-2 2,0 2 0,0 0-2,-1 0 1,1 0 1,0-3 0,2 3 0,1 0 0,0 0-5,-1-3 1,0 0 0,3 0 0,-3 3-1,3 0-1,-3 0-8,3-3 0,-3 0-1,0 1 0,-1 1 10,-2 1-1,1 4 0,-3-5-5,0 3-9,-3 0 121,2 3 85,-4 0-192,-7 0 1,4 1-4,-5 2 0,5-1 5,-2 3 1,0-3-9,-3 3 1,3 0 19,-1 0 1,1 2-5,-2-2 0,-2 2 6,-1 1 0,1-1 9,-1-2 0,1 2 94,1-2 0,-2 2-70,0 0 0,-1-1 9,3-1 0,1-1-55,-1 1 0,0 1-71,0-3 0,1 2 54,-1-2 1,1 0-114,2 0 1,1-2-450,1 1 35,2-1 542,-2-1 0,23-10 0,6-3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59:46.02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55 117 7543,'0'4'217,"0"3"1,0-5-14,0 3-98,-3-3 0,1 4-4,-3-4 0,2 5 2,-2-2 1,3-1-112,-4 1 1,4 0 39,-3 3 0,2 0-113,-2 0 1,2-1 131,-2 1 0,3-3-18,0 0 1,1 1-303,1 1 1,0-1 42,0-1 1,1-4-56,1 2 1,3-2 99,2-1 0,1 0-58,0 0 1,0 0 29,0 0 0,2-4 208,0-1 0,11-19 0,0-5 0</inkml:trace>
  <inkml:trace contextRef="#ctx0" brushRef="#br0" timeOffset="225">102 32 7710,'-4'-8'34,"4"3"0,-4 0 182,1 2 0,2 0 88,-2 0-233,2 2-1098,1-2 1027,4 3 0,7 7 0,5 1 0</inkml:trace>
  <inkml:trace contextRef="#ctx0" brushRef="#br0" timeOffset="582">327 164 7710,'7'0'-67,"-1"0"118,-1 0 1,-3 0 133,4 0 104,-5 0 50,3 0-86,-4 0-246,-7 0 0,2 0 79,-6 0 1,0 0-129,1 0 0,-4 0-32,1 3 0,-2-2-107,0 1 0,0-1-172,2-1 1,0 0 143,2 0 1,0 0-266,1 0-21,1 0 495,-2 0 0,7 0 0,10-10 0,7-3 0</inkml:trace>
  <inkml:trace contextRef="#ctx0" brushRef="#br0" timeOffset="874">249 94 8089,'-1'5'565,"-1"0"1,1-2-424,-2 2 1,2 0 8,1 3 0,0 0-264,0-1 0,0 1-82,0 0 0,-2 0-82,-1-1 1,1 1-20,2 0 0,-3 0-202,0-1 0,1-1 151,2-1 347,0 0 0,3-1 0,2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0:00.9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31 47 7711,'5'0'548,"-2"0"-479,-3 3 0,0 2 9,0 2 1,0 1-6,0 0 0,0 0-167,0-1 0,0 1 61,0 0 1,-3 0-69,1-1 0,-2 1 62,2 0 1,1 0-113,-2-1 1,2 1 41,-2 0 0,2-3-84,-1 0 0,-2-2 104,2 2 1,-1-2-114,3 2 134,0-4 0,-1 3-108,-1-4 95,1 0 0,-3-1 64,4-2 0,0 2 7,0-4 0,0-1-38,0-1 114,0-1 1,1 0-50,2 0 0,-2 1 122,1-1 1,-1 0-60,-1 0 1,0 3-39,0 0 1,3 0 79,-1-3 1,2 0-99,-2 1 0,0-1 7,3 0 0,-2 0-26,2 1 1,0 0-8,3 1 0,0 0 39,-1 0 1,1 0-12,0 1 0,0-1 18,3 4 1,-3-2-7,3 2 0,-3 1 0,0-2 1,0 2 10,0 1 1,-1 0 75,1 0-106,0 0 1,-1 1 18,-2 2-7,-2 1 1,-3 4-11,0 0 1,-3-1-66,-2 1 0,-2 0 39,-1 0 0,0-3-77,1 0 0,-2 0-17,-1 3 0,0-1-187,-3-2 0,4 1 50,-2-4 1,0 4-411,1-4 646,0 4 0,12-15 0,3-1 0</inkml:trace>
  <inkml:trace contextRef="#ctx0" brushRef="#br0" timeOffset="2592">248 148 6684,'-7'0'437,"2"0"1,1 0-231,2 0 52,1 0 756,-3 0-1112,11 3-216,-2-2 1,6 2-4,-3-3 1,3 0-173,-1 0 0,0 0 233,-2 0 1,0 0 254,0 0 0,-1 0 0,1 0 0,7-3 0,1-1 0</inkml:trace>
  <inkml:trace contextRef="#ctx0" brushRef="#br0" timeOffset="2973">411 39 7442,'4'-4'556,"-3"0"-131,2 4-64,-3 0-178,4 4 1,-4 0-69,3 4 0,-2 0-146,-1-1 1,1 4-213,1-1 1,-1 0 112,2-2 1,-2 2-42,-1 1 1,0 2-60,0-3 1,0 0-196,3-2 0,-2 0 104,2 0 1,-3-1 320,0 1 0,7-4 0,2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0:06.6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47 334 7383,'1'-4'189,"2"1"142,-2 2 397,2 1-415,1 0-42,-3 0 711,2 0-785,-3 4-262,0 0 1,-3 4-67,1 0 0,-4-1-85,1 1 0,-1 0-57,0 0 1,0-3-211,0 0 0,0 0-455,1 3-86,-2 0 1024,3-1 0,10-6 0,3-2 0</inkml:trace>
  <inkml:trace contextRef="#ctx0" brushRef="#br0" timeOffset="875">288 133 7710,'0'4'-621,"0"-1"819,0-3 17,0 4-111,0-3 0,1 3 82,1-2 0,-1-1-150,3 6 1,-4-2-2,0 2 0,0-2-52,0 1 0,2-1 34,1 3 1,-1-1-129,-2 1 1,0 0 94,0 0 0,0-1-62,0 1 77,0 0 0,0 0-7,-3-1 1,1 0-40,-3-2 0,3 1-50,-4-3-20,1 3 1,-3-2-84,1 1-48,-1-2 1,0-3 48,0 0 1,1 0-40,-1 0 1,0 0 237,0 0 0,-3-17 0,-1-5 0</inkml:trace>
  <inkml:trace contextRef="#ctx0" brushRef="#br0" timeOffset="1100">218 24 7710,'0'-5'0,"-1"0"-159,-1 2-239,1-3 318,-3 5-293,4-2 373,0 3 0,11 10 0,2 3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0:10.0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0 117 7716,'8'0'288,"0"0"1,-1 0-165,1 0 0,2 0-158,1 0 1,0 0-79,-1 0 1,-1-1-137,1-1 1,1 1 14,0-2 0,-1 2-179,-2 1 1,0-1 2,-1-1 409,1 1 0,0-2 0,0 3 0,-4 0 0,-4-4 0,-4 0 0</inkml:trace>
  <inkml:trace contextRef="#ctx0" brushRef="#br0" timeOffset="357">78 55 7710,'0'4'-234,"-1"0"422,-2-4 30,2 0 81,-2 3-153,3 2 1,1 2-172,1 1 1,-1-2 67,2 2 1,0-4-55,0 6 1,0-3-111,0 4 1,-2-3-227,1 0 1,2 0 28,-2 0 0,1-3 318,-3 0 0,10-3 0,3 1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1:01.7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8 115 7606,'-4'0'633,"0"0"0,4 5-513,0 3 1,0 4-112,0 4 0,0 5 47,0 4 1,0 1-17,0 7 0,0-1-35,0 6 1,0 0-162,0 3 0,0-3-71,0-3 1,0-5 33,0-2 0,0-3 107,0 0 0,0-8-49,0-3 8,0-1 29,4-3 55,0 1 1,2-6 26,-1-2 0,0-3 9,0-3 1,3-2 19,-3-3 0,2-3 7,2 0 0,0-6-44,2 1 1,-2-5 48,2 2 1,1-4 7,-2 1 0,1 1-5,-2-1 0,-1 1 9,0-1 0,0-1-6,0 4 0,-2-1 5,-1 1 0,-3 3 15,1-1 1,-2 5 13,-1 3 1,0 4 17,0-1-70,0 5-11,0-3 1,0 5-23,0 2 0,0 1-9,0 4 1,0 2-23,0 0 1,0 4-13,0 5 1,0-1-64,0 4 0,0 0 44,0 3 1,0-1-136,0 1 1,3-1 170,-1-2 0,5 0-19,-2-3 1,3 2 122,3-4 0,-2-3 208,2-5 1,-1-5 37,1-1 1,-1-2-120,4-1 1,-4-4 74,1-1 1,1-7 7,-1-5 0,2-1 140,-2-6 0,0 0 33,-3-6 1,1 0 35,-1-3 0,2-1-193,-2-1 1,2 0-50,-5-3 0,-1 0-283,-1-3 0,0 1-82,0 1 0,0 5-64,-3 6 0,0 5 97,0 6 0,0 4-319,0 3-572,0 4-1009,0 2 1997,0 12 0,0 8 0,0 10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1:06.4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66 99 8015,'0'-6'1509,"0"1"-1115,0 3-295,0-2 0,0 5 105,0 2 0,0 4-12,-3 6 0,1 2-27,-3 7 1,0 3-78,0 5 0,-3 3 12,3 3 1,-3 1-117,0 4 0,3-2 65,-1 2 1,5-5-96,-2 2 0,2-7-126,1-4 0,0-4 80,0-1 0,1-8 41,2 0 1,-2-5-120,5-3 1,-3 0-137,2-3 0,0-1 188,0-5 0,2-2 57,-1-3 1,4-5-89,1-3 1,1-4 78,-1-5 1,0 1 67,3-1 0,1-3-73,-4-2 1,2 1 165,-2-1 0,0 3-35,-3 0 1,0 2 67,1 3 1,-2 2-114,-2 4 0,-1 6 56,-4 2 25,4 5-44,-3-1 1,1 9-30,-4 3 1,1 2-13,-2 6 0,1 0 11,-1 6 1,3 0-54,-3 2 0,2 0-126,1-2 1,0 1 109,0-1 1,0-1-108,0 1 0,4-4 219,1 2 0,2-6-102,1 0 1,2-5 184,0-1 1,1-1-60,2-4 0,-3 0 50,1-3 1,1-4-111,-1-1 0,0-6 429,-3-3 0,0-1-38,0-2 0,1-6 110,-1-1 0,2-3-159,-2-1 0,2 1-39,-4-6 1,1 1-281,1-6 0,0-3-36,0-3 0,1 4-18,-1 5 0,-1 3-119,-1 4 1,0 3-430,-3 8 0,-1 3-623,-2 6-1099,0 3 134,0 1 2142,-3 4 0,-9 19 0,-5 3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1:12.5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74 91 7806,'0'-6'760,"0"1"-485,0 3-127,-4 6 1,3 6-37,-1 9 0,-2 2-17,1 4 0,-3 0-17,0 2 0,0 3-75,1 6 0,-3 0 9,3 3 0,-1-3-137,0-3 1,0 0-94,3-1 1,0-1 15,3-3 1,0-5 131,0-6 0,0-2-8,0-1 1,4 0 1,1-6 0,3-2 38,0-6 1,0 0 3,0 0 0,1-2-29,2-3 1,-1-1 10,4-8 0,-3-1-27,3-4 1,-1-2 33,4-3 1,-1-1-19,0 0 1,1-3 59,-1-2 0,0-1 11,-3 1 0,2-1-32,-4 4 1,2-3 6,-2 2 1,-2 2 53,-4 4 0,-3 6 256,1 5-76,-2 2-12,-1 4 1,-1 2-155,-2 6 0,1 2-17,-3 3 0,2 4-13,-3 1 0,2 4 8,-2 2 1,-1 2-11,2 3 0,1-2-34,1 0 0,1 0-23,0 3 0,1 2-114,-2 0 0,2 1 124,1-4 1,4-2-9,1 0 0,3-4 78,0 1 1,1-6-1,2-5 1,1-3 34,1-5 0,4-2 172,-1-3 1,-1-5-16,4-6 1,-4-7-31,4-1 1,-1-7 88,-2-2 0,1 0 30,-1-2 1,-2-2 222,-1 2 0,-3-2-236,1 2 1,-2 1-143,0-2 1,-2 6-120,-2 3 0,2 2-266,-5 4 1,2 1-885,-1 7 424,-2 1-93,2 7 206,-3 2 1,0 4-390,0 1 0,0 3 251,0 3 702,0 4 0,4 26 0,1 11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1:17.0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58 49 7864,'-5'-3'509,"2"2"-367,-1-3 0,3 5-5,-2 2 0,2 1-141,1 5 0,0 0 96,0 2 1,0-1-94,0 3 0,0 1 74,0 2 1,0 2-90,0 1 1,-2-1-313,-1 4 1,-1-3 135,1 3 0,2-4 72,-5 1 1,3-1-15,-2-2 0,3-3-95,-1-2 1,3-5 31,0 0 1,-1-5-62,-2 2 1,2-3 89,-2-3 0,2-1 168,1-4 0,3-4 0,0-2 0,0 1-51,-3 0 0,2-1 51,1-2 0,0-1-17,-3 1 1,1 0-21,1 3 0,-1-3 113,2 3 1,-2 0 138,-1-1 0,0 1 39,0 0 0,0-3-77,0 3 0,1 1-60,2 1 1,-2 0-39,5 3 1,-1-2-4,4 4 0,-1-1-6,0-1 1,1 3-19,2 2 0,-1 0-21,4 0 1,-1 0-92,4 3 0,-4 3 17,1 0 0,-4 3-144,1 0 1,-2 4-30,-1 1 0,-3 0 26,-2 0 1,-3-1 91,0 4 0,0-3-2,-3 3 0,-2-4 6,-3 1 1,-3-1 28,0 0 0,-3 0 65,0 1 0,1-5 0,0-1 0,3-3 0,-13-2 0,1-4 0</inkml:trace>
  <inkml:trace contextRef="#ctx0" brushRef="#br0" timeOffset="381">271 287 7771,'0'-4'484,"0"-1"-109,0 2-235,0 2 0,-1-1-116,-2 4 0,2 3 33,-1 3 0,-3 0-241,0 1 1,0-1-313,0 0 1,0 1 175,0 2 1,-3-2-265,3 2 584,1-2 0,-3-1 0,2 1 0</inkml:trace>
  <inkml:trace contextRef="#ctx0" brushRef="#br0" timeOffset="807">476 58 7771,'-5'0'598,"2"0"1,3 1-418,0 1 1,-1 3 25,-2 3 1,2 1-88,-2 2 1,2 1-128,1 2 1,0 1 188,0-1 1,-2 4-339,-1 1 0,0 0-537,3-2 0,-2-1 359,-1 0 1,0 1-104,3-1 1,-3-3 124,1-2 1,-1-2-293,3-1 604,0 0 0,0-3 0,11-31 0,2-10 0</inkml:trace>
  <inkml:trace contextRef="#ctx0" brushRef="#br0" timeOffset="1131">623 90 7771,'5'0'648,"-1"0"-808,-4 0 229,0 4 1,-4-2 34,-1 3 0,-3-2 3,0 3 1,0-1 11,0 3 0,-1 0 15,1 1 1,0-4-51,0 1 1,0-1-2,-1 3 0,1 0-5,0 1 0,4-1-5,1 0 1,-1 0 59,1 0-149,1 1 1,5-1-12,3 0 1,2-1-187,3-1 0,3 1-81,5-1 1,1-2-348,2 2 0,3-2-346,-3 2 987,3 5 0,7 1 0,7 9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1:41.9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1 366 7745,'5'0'414,"0"0"1,-4-3-375,2 0 272,-2-1-227,4 4 1,-5 1 22,0 3 0,0-2-136,0 5 0,0 0 27,0 3 1,0 1 135,0 3 1,0-3-248,0 3 1,0-2-60,0 2 0,0-2-38,0 5 1,3-5 50,1 2 1,3 1-146,-4-2 0,5 1 78,-1-4 1,-2-1-106,2-2 1,-4 1-152,4-5 481,0 0 0,3-3 0,0-4 0,1-38 0,-1-13 0</inkml:trace>
  <inkml:trace contextRef="#ctx0" brushRef="#br0" timeOffset="193">41 214 7745,'-6'-10'2,"-1"0"-245,0-1-746,1 6 544,2 0 445,4 5 0,0 0 0,13 18 0,4 5 0</inkml:trace>
  <inkml:trace contextRef="#ctx0" brushRef="#br0" timeOffset="498">275 611 7745,'0'5'0,"0"1"380,0-3 135,-4 3 1,3 4-289,-3 0 0,3 4-286,1-1 0,0 2-291,0-1 0,0-3 151,0 2 0,-3 2-66,-1-1 1,1 3-56,3-4 1,0 1 319,0-4 0,4-4 0,2-2 0</inkml:trace>
  <inkml:trace contextRef="#ctx0" brushRef="#br0" timeOffset="942">418 295 8057,'5'0'590,"0"1"-460,-5 3 0,0 1-1,0 6 1,1 0-137,2 2 1,-2 0 97,3 4 1,0 0-167,0 3 1,-1 2 24,-3 1 1,4-1 111,-1 2 0,0-3-100,-3-1 1,0 1-177,0-1 1,-1-1 122,-2-2 0,1-2 38,-5-5 1,0 0-56,-3 0 1,0-1-28,-1-2 1,1-2-171,0-5 0,0 0-8,0 0 0,0-6-46,-1-4 1,1-5 358,0-5 0,9-50 0,2-13 0</inkml:trace>
  <inkml:trace contextRef="#ctx0" brushRef="#br0" timeOffset="1157">346 41 7745,'-5'-10'1342,"-4"0"-936,8 0-981,-4 4-1231,5 1 1806,0 5 0,5 5 0,0 1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1:52.3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102 433 7878,'0'-11'280,"0"6"0,-1 0 154,-2 5-57,2 0-216,-4 0 132,5 0-325,0 5 0,-3-3 49,-1 5 1,0 0-123,0 3 1,0 3-148,-3 1 0,-2 3-242,2-4 0,2 4 136,-2-3 0,0 3 358,-3-4 0,0 10 0,0-2 0</inkml:trace>
  <inkml:trace contextRef="#ctx0" brushRef="#br0" timeOffset="572">265 250 8068,'-6'-5'978,"2"4"-847,4-4-210,0 5 0,1 5 13,2 2 0,0 2 116,3 1 1,-3 0-155,0 0 0,2 4 80,-2-1 0,1 4 21,0-3 0,-3 3-34,2-4 0,-1 5 3,-2-1 0,0-1 2,0 1 0,0-1-21,0 1 0,-4-2-108,1-5 1,-5 3 45,1 1 1,-2-2-165,-1-5 1,0-1 19,-1-3 1,-2-2-93,-1 3 1,1-8 350,3-3 0,-10-29 0,-1-8 0</inkml:trace>
  <inkml:trace contextRef="#ctx0" brushRef="#br0" timeOffset="789">255 26 8016,'-5'-10'-788,"4"4"0,-3 0 788,4 3 0,4 15 0,2 1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1:54.5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 21 7933,'0'-5'-1488,"-1"0"1324,-2 5 726,2 0-459,-4-4-7,5 2-49,0-2-149,0 4-2,0 4 92,0-2-31,0 7 0,0-7 30,0 5 5,0-5-8,0 2 11,0 1 1,1-4 33,3 2 9,-3-1 123,3-2-144,-4 0 241,5 0-135,-4 0 157,3 0-177,-4 0 15,0-5-46,0 4 0,0-5 183,0 3-18,0 2-376,0-4-172,0 5 1,-4 9-1,-2 3 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2:14.3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 71 7820,'-3'-3'229,"0"3"119,3-3-212,0 8 1,0 0-132,0 6 1,0-2 2,0 1 0,0 1-85,0 2 1,1-3-5,1 1 1,-2 0-158,3 2 1,-3 0 118,0-1 1,0 0 44,0-1 1,0 1-388,0-4 0,0 1-147,0-3 608,0 1 0,0-21 0,0-5 0</inkml:trace>
  <inkml:trace contextRef="#ctx0" brushRef="#br0" timeOffset="307">116 77 7693,'4'0'-295,"2"0"315,-6 0 15,3 3 0,-4 0-237,-1 1 0,-1 2 106,-4-2 0,-1 1 151,-1 0 1,0 0 162,0 0 0,2 0-63,-1-1 0,-2 1 223,2-3-236,-1 3 61,3-1-215,2 2 94,1 0 0,4 0-98,1-2 1,3 2 7,3-2 1,0 1-141,3 0 1,-1 0-101,0 0 0,2 0-260,-1 2 1,-2-2 185,0 0 322,1 0 0,3-4 0,3 2 0</inkml:trace>
  <inkml:trace contextRef="#ctx0" brushRef="#br0" timeOffset="615">296 142 7693,'-4'-3'159,"1"2"294,1-1-360,1 1 1,-1 1 80,4 0 0,1 0-132,4 0 0,-1 0-125,1 0 1,1 0-146,1 0 0,2 0-81,-3 0 1,3 0-812,-3-3 1120,1 3 0,12-3 0,3 3 0</inkml:trace>
  <inkml:trace contextRef="#ctx0" brushRef="#br0" timeOffset="857">546 1 10356,'1'9'389,"1"1"1,-1 3-220,4-1 1,-1 4-141,2 1 0,1 2-209,-1 0 1,1 2-187,-1 1 1,1-1 364,2-2 0,3 6 0,5 2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2:40.05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205 209 8447,'1'-6'0,"0"-1"1295,2 1-1387,-1-1 1,0 5 270,0 2 0,0 2-11,-2 5 0,-2-1 6,0 1 1,-3 2-19,1 2 1,-4 1-13,-1 1 0,-2-1-103,3 1 0,-3 3-282,0 1 1,-1-1-125,-1 1 1,1 1-327,1 1 0,0-2-304,2 0 0,1-3 995,1-2 0,4-7 0,0-6 0</inkml:trace>
  <inkml:trace contextRef="#ctx0" brushRef="#br0" timeOffset="232">64 222 7844,'0'-7'139,"0"1"457,0 0-353,0-1-156,3 4 1,1 1 229,2 4 1,1 3-80,2 4 0,-2 4-139,4 0 0,-2 4-39,1 1 0,-1 0-110,2 1 1,-3 3-137,0-1 1,1 0-390,0-1 0,-1-3 132,-1 0 0,-3-4-897,0 0 1340,-2-3 0,-5-18 0,-4-3 0</inkml:trace>
  <inkml:trace contextRef="#ctx0" brushRef="#br0" timeOffset="407">19 331 7844,'-6'-3'0,"-1"-1"238,4-2 1,1 3 387,4 0 0,2 1-682,5-1 1,1 1-99,2 2 0,4 0-164,1 0 0,5 0-130,1 0 1,2 0 447,1 0 0,25 0 0,7 0 0</inkml:trace>
  <inkml:trace contextRef="#ctx0" brushRef="#br0" timeOffset="877">584 151 7844,'-7'-6'0,"1"0"715,-1 2 194,4 1 1,0 7-598,3 2 1,0 3-195,0 4 0,0 3-114,0 1 1,0 3 17,0 3 1,1 1-240,1 4 0,-1 0 61,4 0 0,-4 1-207,1-2 0,-1-3 153,-1-1 0,2-5-59,0-3 0,0-4-422,-2-3 350,0-3 0,0-5 107,0-5 1,0-3-36,0-3 0,0-2-12,0-2 1,0-1 280,0-3 0,0-1 0,0-2 0,1 0 0,1-4 0,0 2 0,2 1 0,-2-1 0,2-1 0,1-1 44,1 0 0,-2 4 68,0 0 1,1 4 115,1 1 1,3 6 195,-1 0 1,1 6-49,-3 3 0,4 2 46,0 2 1,0 5-92,1 3 0,0 3-40,1 2 0,1 4-92,0 2 0,0 1-238,0 0 0,-3 0-334,1 1 0,-1 3 37,1-2 1,-2 2-224,-3-5 1,0 0 261,-2-1 297,2-1 0,-8-8 0,1-3 0</inkml:trace>
  <inkml:trace contextRef="#ctx0" brushRef="#br0" timeOffset="1088">641 344 7844,'-3'-7'0,"0"1"0,7 2-631,2-1 1,4 3-42,5-2 672,-2 3 0,32-2 0,3 3 0</inkml:trace>
  <inkml:trace contextRef="#ctx0" brushRef="#br0" timeOffset="1266">1135 235 7844,'-10'-3'127,"0"2"1,3-1 470,-2 1 1,-2 1-221,0 0 0,-1 1-18,2 1 1,-2 2-101,1 2 1,1 3 0,-1 2 0,4 1-235,1 1 1,0 1-85,4 1 1,0 0-104,5 4 1,0-4 72,4 5 1,3-5-241,2 0 0,2-2 178,3 0 1,1-4-13,3-2 0,-1-2 162,2-3 0,9-14 0,2-5 0</inkml:trace>
  <inkml:trace contextRef="#ctx0" brushRef="#br0" timeOffset="1482">1257 68 7843,'-6'-6'0,"1"2"636,1 2 1,3 5-176,-1 3 0,2 4-166,2 5 1,1 2-196,4 5 0,0 0-185,1 4 0,0 3 23,3 0 0,-1 5-245,1 0 0,0 0-57,-2-4 1,0-2-340,-1-2 1,-3-4-178,2-3 880,-5-3 0,-5-17 0,-4-4 0</inkml:trace>
  <inkml:trace contextRef="#ctx0" brushRef="#br0" timeOffset="1724">1244 305 7843,'0'-6'53,"3"-1"0,1 1 238,2 0 0,1-1-74,2 1 1,1 2-2,3-1 1,2 4 42,0-1 1,5 1-81,-1 1 0,1 1 13,0 1 0,-1 2-79,0 5 0,0 1-193,1 2 1,-4 2 65,-1 1 1,-1-1-165,-2 3 1,-2 0-71,-1 0 0,-4 1-437,-1-3 0,-2-3 50,0-1 1,-2-3 213,0 1 421,-2-2 0,-2-12 0,-2-3 0</inkml:trace>
  <inkml:trace contextRef="#ctx0" brushRef="#br0" timeOffset="1906">1514 74 7839,'-5'-2'-579,"1"-3"579,3 2 0,6 9 0,6 5 0</inkml:trace>
  <inkml:trace contextRef="#ctx0" brushRef="#br0" timeOffset="2183">1668 267 7839,'0'3'380,"0"1"-151,0-2 1,-2 2-147,-1 2 0,1 0 132,2 1 0,1 1-26,1 1 1,0 2-166,2 0 1,0 1 42,3 1 1,-1-1-35,0-1 1,1 0 42,2-2 1,-1-1-136,3-1 0,-3-2 6,3 0 0,-3-2 28,0-3 1,1-1 123,0-1 0,0-5-21,-3-3 1,-2-5-80,1 0 0,-4-2-107,1-1 1,1-2-665,-1-2 1,1 3 771,-1 2 0,7-17 0,5-7 0</inkml:trace>
  <inkml:trace contextRef="#ctx0" brushRef="#br0" timeOffset="2603">2046 260 7839,'-6'3'0,"-1"-1"0,3 0 613,0-2 0,-1 2-260,-1 0 1,0 3-292,-1-1 1,1 4 50,-1 1 0,0 1-121,-1-1 0,1 2 93,-2 0 0,4 1-19,1 1 1,2 0-40,0 0 1,1-3-156,1 1 1,0-3-44,0 0 0,4-3-82,2 0 0,1-4-109,1 1 1,0-1 62,1-1 0,-1-1-79,2-1 1,-2-1 81,1-4 1,-2 0 50,-1-2 1,1 2 248,-1-4 0,1 0 54,-1-2 1,-2 1 53,0-1 0,-2 0 47,0 0 1,-1 0 296,-1 0 1,0 1-117,0 2 0,-3 0 229,-1 4 1,0 2-260,0-1 0,2 4-78,-3-1 0,4 2-56,-1 2 1,1 2-155,1 2 0,1 1-203,1 2 1,2 1 58,2 2 1,0 1-4,1 0 0,-1-2-24,1-1 0,1 0-208,1 1 0,0 1-129,0-4 1,0 1-243,1-3 1,0-2 727,-1-2 0,1-10 0,3-3 0</inkml:trace>
  <inkml:trace contextRef="#ctx0" brushRef="#br0" timeOffset="2841">2200 42 7824,'-3'-13'78,"0"3"157,-1 2 449,-2 1 177,6 3 0,-2 4-419,4 5 0,1 3-46,4 3 0,-1 4-152,0 2 0,3 2-37,0 2 1,1 2-299,-1 0 1,-1 2-14,-1-1 0,1 1-152,1 3 0,-1-2-230,-1 2 0,-1-2-627,1-3 1,-3-1-376,0-2 147,-2-4 1341,1-3 0,-9-18 0,-1-7 0</inkml:trace>
  <inkml:trace contextRef="#ctx0" brushRef="#br0" timeOffset="3109">2181 203 7814,'2'-7'0,"1"1"153,0-1 0,2 3 320,4 0 1,-1 0-164,2 0 1,1-1 13,2 3 0,0 0-151,2 2 1,0 0-1,2 0 0,-2 3-1,2 1 1,-3 2-59,1 3 1,-1 1 38,1 3 1,-3 0-175,1 2 0,-5-1-487,1 4 0,-2-1 64,-1 5 1,-2-3-163,-2 0 1,-1 0 129,-1-4 1,0 1-247,0-3 1,0-2 721,0-4 0,0-1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2:44.14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7 7468,'0'-6'0</inkml:trace>
  <inkml:trace contextRef="#ctx0" brushRef="#br0" timeOffset="700">232 180 7942,'-5'-6'0,"1"-1"622,-1 1 0,-1 3-429,0 0 0,2 3-28,-1 0 0,0 3-149,-3 1 0,1 1 36,-2 2 0,4 2 41,1 2 0,0 2-53,0 2 1,-1-1-141,3 3 1,0-2 29,2 2 1,0-1-148,0 2 1,5-1 53,1-2 0,4-2-4,-1-2 1,4-3-52,0 0 1,1-3 210,-1-3 0,0-2 121,0 0 0,-3-2-87,1-3 1,-4 0 194,0-2 1,-2-2-217,-2-2 1,-1-1-98,-2-1 1,-3 0-154,-1 1 0,-1-1-381,-1 0 1,1 0-263,-4 0 887,2 0 0,-2-5 0,-1-2 0</inkml:trace>
  <inkml:trace contextRef="#ctx0" brushRef="#br0" timeOffset="1103">321 200 7814,'3'3'2007,"-2"3"0,5-3-1600,-2 4 1,2 2-119,0 2 1,1 1-34,2 1 0,-2 2 0,4 2 0,-3 0-121,1 0 0,-2-1-175,-1 1 1,0-1-33,-2-3 0,0-3-47,-2-1 24,-1-2 0,1-4 51,-4-1 1,-1-2-46,-2-2 0,0-4-5,0-2 0,0-3-162,-2 3 0,1-4 100,-1 2 1,1-3 51,0 1 1,1-1-85,1 0 1,3 0 49,-1 0 1,1 1 55,1-1 1,0 0 50,0 0 0,1 1 132,1 1 0,1 0-103,4 2 1,1 1 127,1 4 1,2 1-76,0 3 0,1 1 150,1 1 1,2 5-124,0 3 0,0 2-148,0 1 0,-2 3-237,0 1 1,0-1-201,-2 1 1,-1-2-578,0 3 0,-4-4 380,0 1 704,-1-5 0,-1 0 0,-1-4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2:51.8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97 311 7712,'0'-7'0,"-3"1"0,1 0 493,-2-1 0,2 3-78,-2 0 0,2 0-53,-3 0 1,1 1-219,-2 3 1,-1 1-83,1 1 1,-1 3 76,1 4 0,-2 3-10,2 1 1,-2 3 36,4 3 0,1 0-213,1 0 1,-1 3-50,1-1 0,-1 0 34,3-1 1,3-2-113,2-1 0,0-1 34,2-3 0,-1-3-150,0-2 0,1-1 107,-1-3 1,1-1 69,-1-3 1,1-3-138,-1-1 0,0-5 99,1-1 0,-1-3 61,1-2 0,-3 0 115,0-2 0,0 0 167,0-2 0,0 0-52,-2 0 1,-2 1 87,3 1 0,-3 0-63,-3-2 1,0 3 66,-4 1 0,3 1 26,0 1 1,0 4 81,-3 3-217,4-1 0,0 7 8,3 0 1,0 4-233,0 4 0,0 4 3,3 3 0,1 4 109,4 0 1,2 1-103,3 4 1,0-3-217,0 3 1,3-2-164,1 3 1,1-3 177,1 1 1,1-4 117,-1-2 0,-2-4 30,0 0 0,-5-3-176,1-3 183,-4-4 1,-2-3 80,-3-4 0,-3-5-37,2-1 0,-3-3 30,0 1 0,0-4 210,0-1 1,0 1-67,0 1 1,0 0 163,0 0 0,-3-3-39,-1 1 0,1 1-20,-2 1 0,1 1 1,-2 2 0,-1-1 207,1 0 1,2 3-33,-1 1 1,3 3 564,-2 2-674,2 1 1,0 4-116,2 4 1,0 0 73,0 8 1,2-1-139,3 5 0,1 3-197,3 1 1,-1 3 97,2 0 0,-1 1-118,1 0 1,1 1 115,2 0 0,0-1 65,0 1 0,2 0-481,0-1 1,-3-4-71,-1-2 1,-3-5-1216,0-1 714,0 0-482,-5-9 1158,3 2 0,-5-11 338,1-1 0,-19-34 0,-4-5 0</inkml:trace>
  <inkml:trace contextRef="#ctx0" brushRef="#br0" timeOffset="224">347 407 7712,'-6'-23'-415,"1"2"541,1 1 0,0 1 425,0-1 1,1 3-220,3 0 1,0 5-102,0-1 0,3 5-9,1-1 1,3 3-14,1 1 0,3 3 0,4 2 0,-1 0-44,3 2 0,0 3-24,3 3 0,-2 2 1,-1 3 1,-1 2-86,-3 0 1,-4 5-177,-3-1 1,-2 2-308,-4-2 0,-6-2-203,-2 0 0,-2 0 32,0 0 0,-1-2-209,-2-2 0,1-2 113,1 0 693,-1-3 0,8-13 0,-2-7 0</inkml:trace>
  <inkml:trace contextRef="#ctx0" brushRef="#br0" timeOffset="456">590 311 9718,'3'6'965,"-1"1"1,3 4-740,2 2 0,0 5 4,4 1 1,-1 4-1,3 4 1,0 1-344,0 1 0,-1-1-55,-1-1 0,0-2-67,-2-2 0,-2-5-196,-2-1 1,-2-6-528,-1-2 1,-1-4 317,1-1 1,-3-3-225,-1-1 0,-3-3 864,0-3 0,0-4 0,-7-17 0,-2-7 0</inkml:trace>
  <inkml:trace contextRef="#ctx0" brushRef="#br0" timeOffset="673">642 292 7751,'6'-13'97,"-2"3"128,1 1 0,1 1 100,3 1 1,0 2 213,0 5 0,1 0-89,2 0 0,1 1-140,0 1 1,0 2 50,0 2 1,1 3-65,-1 2 0,1 2-57,-3 2 0,-4 0-298,-1 3 1,-4 0-161,1-1 0,-6 3-255,-4-1 0,-2 1 206,-4-5 0,0 0-238,-2-2 1,1-3 4,-1-1 1,2-5-360,0-2 1,1-1-346,1-1 1204,-1 0 0,13-17 0,1-5 0</inkml:trace>
  <inkml:trace contextRef="#ctx0" brushRef="#br0" timeOffset="914">866 125 8589,'0'-4'1658,"0"2"-1258,0 4 0,2 3-27,2 6 1,1 1 37,6 7 1,-1 0-99,3 7 0,2-1-300,0 5 0,2 0-321,-2 2 1,2-2-424,-2 0 0,-2-4 388,-2 0 1,-4-6-285,-1-5 0,1-2 95,-3 0 532,-1-6 0,11-15 0,0-10 0</inkml:trace>
  <inkml:trace contextRef="#ctx0" brushRef="#br0" timeOffset="1112">1129 349 7761,'0'-6'744,"0"-1"1,0 3-140,0 0-416,0 2 0,2 0 55,1 4 1,2 4 12,-1 3 0,2 2-58,0 0 0,0 1-13,1 1 0,1 2-90,1 0 1,-1 2-179,-1-2 1,-1 2-1157,1-2 0,-1 0 1238,0-2 0,7-3 0,0-1 0</inkml:trace>
  <inkml:trace contextRef="#ctx0" brushRef="#br0" timeOffset="1306">1155 144 7761,'-4'-6'-573,"1"-1"383,1 1 190,1-1 0,-2 12 0,3 3 0</inkml:trace>
  <inkml:trace contextRef="#ctx0" brushRef="#br0" timeOffset="1590">1399 388 7767,'10'0'0,"-1"0"109,0 0 0,-2-1 152,2-1 0,0 0-88,0-2 0,0 2-87,-1-2 0,-3-1 57,2-1 1,-3-2-113,0-1 0,0-2 33,-2 0 1,-1 1 57,1-1 0,-4 1-115,-2 0 1,-3-2 46,-1 4 0,-2-1 10,0 3 1,-2 2 124,1 2 1,-1 1 136,2 1 0,0 3-94,1 1 1,3 3 97,-1 1 1,2 2-36,3 3 0,-1 1-31,3 1 0,1 1-441,1 3 1,2-1 62,2 1 0,4-3-110,0 3 0,3-3-164,2 1 1,0-2-511,4 2 0,-1-6 138,3 0 0,0-4 760,0-2 0,25-20 0,8-6 0</inkml:trace>
  <inkml:trace contextRef="#ctx0" brushRef="#br0" timeOffset="2019">1758 16 7767,'-4'-7'1116,"1"3"-279,1 0 0,1 3-579,-1 1 1,4 6 54,2 4 1,4 5 190,1 2 0,4 4-230,0 1 1,2 2-56,0-1 0,1 5-206,3 2 0,0 3-296,-2-1 0,-1-1-58,-3-6 0,-3-2-31,-2-2 1,-1-4-267,-3-4 0,-1-6 32,0-5 274,-3-1 1,3-2-31,-3-1 0,-2-2 125,0-2 0,-2-3 54,1 1 0,-2-4 116,1 2 0,-2-2 58,-3 1 0,1-1 91,-2 2 1,-1-2 152,-2 2 1,2 0 19,1 4 1,-1-1 192,-2 1 0,-2 2-48,0 2 0,0 4 179,3 3 0,1 3-114,0 3 1,4 3 43,1 1 1,2 3-456,4-1 0,1 0-42,1 0 0,4-1-24,5 1 1,2-1-150,2-3 0,1-3-427,3 1 0,1-4-24,-1 0 0,-2-2-595,0-3 0,-3 1 1207,1-3 0,-1-20 0,-1-5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2:47.51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205 334 7737,'-10'-7'150,"0"1"0,3 0 544,-2 2 0,-2 1-381,0 3 0,-2 1-82,-2 1 0,0 2 25,-3 5 0,1-1-55,2 2 1,0 1-1,2 2 0,3 0-45,1-1 1,5 2-128,2 1 0,1-2-34,1 2 0,6-1-198,2-1 0,4-2-103,1-2 0,0-1 124,2-6 0,-1-1-45,1-3 1,0-2 83,-3-5 1,2-1-101,-5-3 0,-1 0-47,-1-2 0,-1 1-182,0-1 0,-2 2 7,-2 0 1,-1-2-34,-1 0 0,0-2 498,0 2 0,3-14 0,0-2 0</inkml:trace>
  <inkml:trace contextRef="#ctx0" brushRef="#br0" timeOffset="276">353 135 7737,'4'-13'-66,"0"0"289,-1 0 0,-1 3 366,1 2 0,-3-1-298,2 0 0,-2-2-130,-2 3 0,-1-3 58,-4 3 0,-2-1-6,-2 3 0,-1 2-1,-1 2 1,1 1-8,-1 1 0,0 3 12,0 1 0,2 5-61,1 1 0,3 5-22,0 3 0,4 3-28,3 2 0,0 5-200,3 2 0,2 2 156,4 0 1,2 0-167,0 0 1,1 3-210,1 4 1,0-3-28,2 0 1,-1-3-142,1-1 1,-2-3-26,-3-3 1,-3-7-1281,-2-6 1087,-4-6 699,2-4 0,-6-15 0,0-2 0</inkml:trace>
  <inkml:trace contextRef="#ctx0" brushRef="#br0" timeOffset="463">199 385 7737,'0'-6'714,"0"-1"1,3 3-662,1 0 0,5 1 26,1-1 0,2 3-183,1-1 1,4-1-83,2 1 0,0-1-472,3 1 1,0 0-332,-1-2 989,0 3 0,24-19 0,7-2 0</inkml:trace>
  <inkml:trace contextRef="#ctx0" brushRef="#br0" timeOffset="659">526 109 7737,'-6'0'789,"-1"-2"80,1 0-157,2 0 1,2 5-241,4 4 1,2 2-40,2 4 0,3 0-6,-1 2 1,4 2-175,-2 5 0,3 1-69,-1 2 1,1 1-242,0 0 1,-2 1-338,-1 1 0,0 0-127,1-2 1,1-4-715,-4 0 1,0-3-384,-4-2-248,-1-1 1866,-3-6 0,-6-12 0,-1-6 0</inkml:trace>
  <inkml:trace contextRef="#ctx0" brushRef="#br0" timeOffset="1430">533 372 7737,'4'-2'-54,"0"0"54,1 0 0,1 0 0,0-1 0,3 1 89,2 2 1,1 0 163,1 0 1,3 0-34,1 0 1,1 0 149,2 0 1,0 0-109,1 0 1,1 0 81,2 0 0,-2 0-495,-3 0 1,-1 0 9,0 0 1,-3 0-195,-5-3 213,-1 0 1,-5-4-247,-2 1 0,-2-2 142,-2-1 0,-2 0-18,-5 3 1,0 0 272,-2 2 1,-1-1 14,1 3 1,2 0 152,1 2 1,-2 0-67,2 3 1,-1 0 129,3 4 1,2 1-79,-1 1 0,4 2-18,-1 0 0,1 0-45,1 0 1,3 2-23,1 0 1,2-1-16,0 3 0,4 0-150,0 0 1,3-3 102,2 1 0,-1-1-260,3-3 0,0 1-121,3-4 0,-4-1 149,-1-5 1,-2 0-3,-2 0 0,0-5 58,-2-1 1,-1-5-74,-1 0 1,-3-1 73,0 0 0,0-1 21,0 0 0,-1 0 159,-3 0 1,2 3 61,0-1 0,0 0 133,-2-2 1,0 3 8,0-1 1,-2 3 205,0 0 1,-1 0 76,1 2 240,1 2-522,-2 2 0,3 2-68,0 2 1,0 2-121,0 2 1,3 4 5,1 0 1,1 2-168,0 1 0,0 0 119,0 0 1,0 1-64,2 0 0,-3 0 98,0 1 1,1 1 1,1-1 1,-2 0 32,1 0 1,-4-4 27,1 0 0,-1-4-85,-1 0-20,0-4 0,-1 0-134,-1-3 1,1-3 95,-4-1 0,3-4-154,-2 0 0,3-4 113,-2 2 0,1 0-4,-1-1 0,1 0 25,2-1 0,0-1-25,0 0 0,0 0 21,0 0 1,2 0 27,1 1 1,2-1 89,-1 0 1,1 0 85,2 0 0,1 0 149,1 1 1,2 2-72,-3 1 0,4 3 92,-2 1 0,0 3-24,1 2 0,0 3-72,2 3 0,-3 4 102,1 5 0,-3 0-187,3 5 1,-3-3-107,1 5 0,-2-2-139,-1-1 1,1 0-458,-1 1 1,-2-4-19,0-1 0,0-4-1771,0-3-188,-1-1 2539,-3-3 0,0-10 0,0-5 0</inkml:trace>
  <inkml:trace contextRef="#ctx0" brushRef="#br0" timeOffset="2555">1719 340 7723,'-3'-6'1057,"-1"-1"0,-2 1-622,0-1 1,2 3-188,-1 0 1,1 2-157,-2 0 0,-1 2-7,1 0 1,-1 2-155,1 3 1,-1 0 129,-2 2 0,3 2 43,0 2 1,-1 1-71,3 1 0,1 0-172,1-1 0,1 3-75,1 0 0,0 2-59,0-2 1,1 0-77,1-2 1,2 0 70,2 0 1,0-3-20,1-2 1,0-3 102,1 0 1,0-4 6,0 1 0,1-4 50,0-2 0,-1-3 21,-1-1 0,-1-1 20,1-2 0,-1-3 160,1 1 0,-3-1-89,0 1 1,-2 0 200,0 0 1,1-2 116,-1 0 0,0 2-33,-2 3 0,0 0 124,0-1 1,-2 2 203,0 2 61,-1 1-527,1 2 3,1 1 1,-1 6-28,4 2 0,-1 1-3,4 3 1,-1-2-151,2 4 1,3 0 21,-1 2 1,2-1-121,-2 1 1,1 0 12,2 0 0,1-1-80,-4-1 1,3 0 121,0-2 1,-2-1 59,0-1 1,0-4-32,0-1 0,-1-1-34,-1-1 0,-1-1-53,1-4 0,-1 1 39,0-5 0,1 0-100,-1-2 1,-1-1 94,-1-1 1,-2 0-121,2 0 1,-2 0 282,0-2 0,-2 1-104,0-1 1,0-1 225,-2-1 1,0-2-79,-2 0 1,0 0 113,-3-1 1,1 1 198,-1 0 1,1 2 229,0 0 0,0 5 366,2 2 442,-2 2-1118,5 4 1,-2 2-121,3 4 0,0 3 183,0 3 1,3 3-179,1 4 0,3 3-167,1 4 1,0 2 37,0-1 1,2 3-124,1 2 1,-1-2-219,0-1 1,1 0-546,2-4 0,0 3-63,0-3 0,-1 0-617,1-4 1,0-3 553,0-4 937,0-5 0,0-7 0,-1-9 0</inkml:trace>
  <inkml:trace contextRef="#ctx0" brushRef="#br0" timeOffset="2852">2162 302 7723,'-10'-7'0,"3"1"0,-3 1 782,0 1 1150,2 3-1491,1-2 0,4 4-206,1 1 0,1 1-125,1 4 1,0-1 33,0 1 0,1-1-147,1 0 0,4 4 30,2 0 0,1 2-144,0 1 0,1 0-155,3 0 1,0 0-266,-1 0 0,1-1 257,0 1 0,1 2-72,-1 0 0,1-1 297,-6-3 1,0 1-92,-4-1 1,-1-2 128,-3 0 1,-3-3-144,-4-2 0,-1 1 24,-4-2 0,0-1-193,-3-2 1,2 0-72,0 0 0,3-1 400,1-1 0,11-13 0,2-6 0</inkml:trace>
  <inkml:trace contextRef="#ctx0" brushRef="#br0" timeOffset="3153">2476 314 7723,'0'-6'411,"0"0"0,-1-1 245,-1 1 0,1 1-287,-4 1 1,0 3-111,-3-1 0,0 2 132,-3 2 0,-1 2-84,-3 5 1,-3 1 131,4 2 0,-1 3-232,5 0 1,0 5-153,4 0 1,2 2-511,2 0 0,4 0 219,3-1 0,6-1-19,4 2 1,4-6-31,2-3 0,0-4-194,2-5 1,1-1 326,1-3 0,-3-3 185,-2-4 1,-4-5 34,-3-5 1,-4-2 346,-3-3 0,-2 2-496,-4-1 0,-4 1-364,-2 1 0,-3 0-597,-4 2 1,0 2 504,0 5 537,-2-3 0,-2 12 0,-2-1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2:46.6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13 183 7909,'0'-6'1522,"0"2"-1063,0 1 53,0 3-218,0 9 0,3-3-261,-1 7 1,1-2 135,-1 2 0,-2 0-130,3 2 1,-2-1-276,1 1 1,-1-2-381,1-3 1,-1 2 89,-1-1 0,0-2-1370,0 0 1896,0-5 0,0-27 0,0-9 0</inkml:trace>
  <inkml:trace contextRef="#ctx0" brushRef="#br0" timeOffset="201">20 61 7726,'-4'-12'-60,"0"0"-237,1 1-777,-2-1 1074,4 5 0,-1 0 0,2 7 0,0 4 0</inkml:trace>
  <inkml:trace contextRef="#ctx0" brushRef="#br0" timeOffset="459">244 164 7682,'-6'0'-55,"-1"-2"255,-2 0 1,2 0 350,-1 2 1,0 0-281,2 0 0,0 0-240,-1 0 0,3 2-128,0 0 0,0 3 59,0-1-20,1 2 1,3 0 32,0 1 1,0 0-77,0 1 0,3 0 44,1 0 0,2 0-210,0 0 0,3 0 142,-1 3 1,4-1-43,-2 1 0,0 0 99,1-2 0,-1 1-5,1-1 1,-2 2 201,-3-3 0,1 3-14,-1-3 1,-2 1 19,-2-3 0,-1 1-56,-1-1 0,-4 1 64,-2-1 1,-4-2-307,-5 1 1,0-4-176,-2 1 0,3-1-768,-1-1 1106,2 0 0,0-12 0,0-2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20:02:55.57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 8456,'0'3'389,"0"3"1,2-3-281,0 4 1,3-1-18,-3 1 1,3-1-27,-1 1 1,0-1-152,0 0 0,-1 1-27,2-1 0,0 1-207,-3-1 0,2 0-128,-2 1 1,0-1 446,-2 1 0,0-7 0,0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3:50.4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385 12 8286,'0'-6'2112,"0"1"-1788,0 14 1,0 2-13,0 8 1,4 2-94,-1-3 0,6 8-67,-2 3 0,3-1 54,1 2 1,-4-5-289,1 5 0,-2-2-107,1 1 0,2 2-169,-6-5 1,1-2-380,-4-5 0,0 0 361,0-4 1,0 0-587,0-4 1,-4-4-229,1 0 1190,-6-4 0,8-42 0,-4-17 0</inkml:trace>
  <inkml:trace contextRef="#ctx0" brushRef="#br0" timeOffset="325">716 45 7798,'11'-4'69,"0"0"1,-2 1 0,0-1 390,-2 0 0,-3 1 317,3 3-411,-4 0 1,1 0-135,-8 0 0,-7 0-70,-8 0 1,-4 0 25,-6 0 1,-2 0 136,-9 0 1,-2 0-120,-6 0 1,2 0-92,-6 0 0,-3 0 52,-4 0 0,1 0-679,3 0 0,1 0 306,2 0 0,9 0-1363,10 0 151,15 0 1,9 0 809,13 0 0,8 0 608,10 0 0,29 0 0,13 0 0,8 0 0,0 0 0</inkml:trace>
  <inkml:trace contextRef="#ctx0" brushRef="#br0" timeOffset="950">528 89 9887,'4'12'630,"0"3"1,4 2-619,-1 5 0,3 1 78,1 3 0,0-2-337,0 6 1,-1-2-56,-2 1 0,0 2-250,-4-5 0,3 0 381,-3-4 0,-1-2 5,-3-1 0,0-3-334,0-5-223,0 0-426,0 0 1149,0-5 0,-4-1 0,2-10 0,-3-1 0,5-5 0,0 0 0,0 0 0,4 0 0,0 0 0,-1 0 0,-3 0 0,0 0 0,0 0 0,0 0 0,0-1 0,0 1 0,0 4 12,0 0 1,0-1 460,0-3-183,0 0 0,0 0 504,0 0-243,0 0-202,0 0 1,5 1-85,3 3 1,2 2-12,1 5 0,0 0-24,0 0 1,1 5-201,3 2 1,-3 7-83,2 1 1,2 1-76,-1-2 1,0 2-396,-4 3 0,-1 0 280,-3-4 1,2 0-457,-6-4 0,5 1 305,-5 3 0,2-7-257,-1 3 650,-3-7 0,4 1 0,-10-20 0,-1-3 0</inkml:trace>
  <inkml:trace contextRef="#ctx0" brushRef="#br0" timeOffset="1316">914 409 7870,'11'-7'1439,"0"3"-1059,0 4 1,-4 0-502,1 0 0,-1 0 177,4 0 0,0 0-393,0 0 0,0 0 237,0 0 0,0-4-91,0 0 1,3-1 59,-3 2 1,2 0-403,-5-4 0,1 3 141,3-3 0,-3-1 118,-1-3 0,0 4 176,-4 0 1,0-1 97,-4-3 43,0 0 1,-2 0-44,-1 0 0,-5 5 60,-6 2 0,0 3 101,-4 1 1,1 0 222,-2 0 0,0 1 130,4 3 0,-3-1-191,3 4 0,0 0 20,4 4 1,1 0 1,3 0 1,-2 2-142,6 1 1,-1 0-85,4 4 0,0-3-133,0 3 0,1-3 14,3 3 0,6-4-150,4 0 1,6-3-273,-2-3 0,5 0-1214,2-4 1635,3 0 0,19-24 0,8-9 0,4-2 0,1 1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3:52.8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23 221 8139,'-6'-11'0,"1"1"0,1 1 1664,1 2-1009,-1 5-283,4-3 0,1 5-41,3 0 0,1 6 23,2 5 0,3 1-100,-3 7 1,3-4-85,1 7 1,-1-2-114,-3 6 0,3-3-185,-3-1 1,2 4-631,-2 0 0,2 3 427,-6-3 0,5-1-511,-5-3 1,5-3 338,-5-1 0,1-4-1092,-4 0 857,5-1 738,-4-7 0,9-36 0,-4-12 0</inkml:trace>
  <inkml:trace contextRef="#ctx0" brushRef="#br0" timeOffset="299">210 254 10759,'0'7'73,"0"1"0,-3-5 209,-1 5-386,-5-1 0,4 4 85,-2 0-103,-3 0 1,5 0 53,-2 0 1,2 1-72,5 3 0,0-3 39,0 3 1,0-2 48,0 2 1,5-1-174,2 4 0,4-1 67,4 2 0,1-2-186,2-3 0,5-1 113,-1 1 0,0-3-562,3-3 1,-1 0 151,-2-4 640,0 0 0,5-24 0,1-4 0</inkml:trace>
  <inkml:trace contextRef="#ctx0" brushRef="#br0" timeOffset="683">475 430 7754,'5'-6'2136,"1"1"-1973,5 5 0,0 0-59,0 0 0,0 0-56,0 0 0,4 0-221,-1 0 0,5 0-201,-4 0 1,3 0 231,-3 0 0,-1-3-384,-3-1 0,4-1 241,0 1 0,-2-2-66,-5-5 1,-2 4 14,-3 0 0,-1-1 168,1-3 1,-6 0 302,-5 0 0,-2 4-177,-1-1 1,-5 5 486,-2-5 1,-3 6-242,-1-2 0,1 3 382,3 1 1,-2 0-192,6 0 1,-5 5-84,5 2 0,3 3-51,3 1 1,6 5-30,-2 2 1,3 2-247,1-2 1,1 3 67,3-2 0,3 0-313,8 0 0,-2 0 128,6-4 0,0 0-626,7-4 1,-3-4 356,3 0 1,-3-4-341,-1 0 0,0-1 740,0-2 0,10-25 0,3-6 0</inkml:trace>
  <inkml:trace contextRef="#ctx0" brushRef="#br0" timeOffset="1000">828 331 6730,'-8'-4'0,"2"0"1375,1-3-705,2 5 1,4-2-245,3 8 1,2 1-78,5 2 0,-3 3-103,3-3 1,-2 3-302,6 1 1,-7 1 116,-1 3 1,1-3-117,3 3 1,-1 1 95,-3-1 0,2-1-610,-6-3 1,5 2 300,-5 1 1,1-5 28,-4 2 1,0-6 152,0 2 640,0-4-104,-5 2 1,-1-10-193,-5-3 1,1-5-8,3-2 0,-2-1-99,5 2 1,1 0-185,3-4 0,0 1-295,0-2 0,5 0-434,2 4 0,4-4 411,4 5 349,7-1 0,75-1 0,-38 8 0,0-1 0</inkml:trace>
  <inkml:trace contextRef="#ctx0" brushRef="#br0" timeOffset="1475">1202 386 8850,'0'-11'1550,"0"0"-1089,0 5-10,0 1 1,4 6-151,0 3 0,4 3-122,0 8 0,0-1-278,0 4 1,1-3 121,-1 3 1,-2-3-420,1 3 0,-1-1 214,2 2 1,-2-2-330,-2-3 0,-3-1-129,2 1-55,-1-1 361,-2-2-91,0-5 523,-5-1 0,0-10-85,-2-3 0,2-3 258,5-3 1,-2 0-114,-1-4 1,2 0 135,-3-5 0,3 5-102,1 0 1,1-1 77,3-3 0,-2 1-78,5 3 0,1-3-96,3 3 1,1 2-115,3 1 1,-2 7 130,6 0 0,-5 6-82,5-2 0,-5 4 42,5 4 1,-6 2-158,2 5 1,-2 5 78,2 2 0,-6 3-350,2 1 1,-4-3 156,0-1 1,3 0 123,-3 4 1,-2-3-2529,-1-1 1301,2-4 1301,-5 2 0,9-15 0,-4-2 0</inkml:trace>
  <inkml:trace contextRef="#ctx0" brushRef="#br0" timeOffset="2067">1643 452 7784,'2'-6'112,"0"1"1,3 2 1432,1-1-1364,2 0 0,3 4 50,0 0 0,0-3-147,0-1 1,0 0-109,0 4 1,0 0-206,0 0 1,3-3 27,1-1 1,0-1-160,-4 1 1,0 2-109,0-5 0,0-1 195,0-3 0,-1 4 11,-3-1 0,-2 1 39,-5-4 0,0 0 374,0 0 1,-5 0-107,-2 0 1,-4 4 117,-4-1 1,-2 6-30,-5-2 0,3 3 462,1 1 0,5 5-139,-2 2 1,0 3-7,4 1 1,-2 0-178,5 0 1,3 4-12,2-1 0,2 6-370,1-2 1,1 0 99,2 0 1,5-1-37,6 2 1,0 0 10,4-4 0,1-2-257,3-5 0,0 0 30,0-4 1,0 3-74,0-3 0,0-2 99,0-5 1,0-3 66,0-5 1,-1-4-56,-3 0 0,-2-4 47,-5 0 1,0-2-21,0-1 0,0-3 99,0-1 0,-1-1 9,-2 1 1,-2 2 56,-3-6 1,-1 1 185,1-4 1,-2 5 486,-1 2 1,-1-1-352,-2 1 0,0 2 684,-4 5 0,1 3-370,-2 5 0,-2 2 164,3 1 0,1 3 169,-1 5-542,4 0 1,-5 5-48,4 3 1,0 6-103,4 5 1,0 5 163,0 2 1,2 6-79,1 1 0,3 0-279,5 4 1,0-3-180,0-1 0,2 0-316,1 0 0,-1-1-1038,1-3 0,-1 2 761,-2-5 0,1-4 73,3-4 1,-4-4-960,0 0 1602,0-6 0,-10-23 0,4-9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3:55.8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227 182 8291,'0'-11'1424,"0"0"-935,0 5-292,0-4 0,-4 9-177,-4-3 1,-2 3-20,-1 1 0,-1 0-107,-3 0 1,2 3-28,-5 1 1,3 5 94,-4-2 1,6-1-189,-2 1 0,3 1 78,1 3 0,5-4-111,2 1 180,-2-1 1,5 4-38,-3 0 0,8-1-2,3-3 0,4 3-4,4-3 1,2 3-123,5 1 1,0-1 86,0-3 0,0 3-66,0-3 0,0 3 113,0 1 0,-1-1 26,-2-3 0,0 3-54,-4-2 1,-2 1 194,-5 2 0,-3 0 2,-5 0 0,-3-1 127,-4-2 1,-2 1 8,-9-1 1,-5 0-42,-7 0 1,0 0-201,0-4 1,-2 1 91,3-2 1,-2-1-474,2 1 1,2-1 54,5-2 372,5 0 0,30-25 0,13-6 0</inkml:trace>
  <inkml:trace contextRef="#ctx0" brushRef="#br0" timeOffset="1418">415 303 8528,'-6'5'1286,"1"1"-1215,5 5 1,0 1-6,0 3 1,1-1 82,3 4 1,2-3-353,5 3 1,-3-1 174,3 2 1,-6-4-239,6-3 1,-2-1 80,2 0 1,0-5 9,0-3 0,0-1-17,0-2 0,0-2-48,0-1 1,0-3 70,0-5 0,0-4-55,0 0 0,-1-4 226,-3 0 0,2 2-109,-5-1 0,3 0 189,-3 0 1,-1-1-166,-3 4 209,0 0-16,0 4-9,0 5-10,0 1 0,0 6-91,0 3 0,0 6 39,0 4 1,0 1-37,0-4 1,0 4 3,0 0 0,0 3 6,0-3 0,2-1 166,1-3 1,2 0-93,2 0 0,3-1 282,-2-2 0,5 0-95,2-4 0,1 0 17,-2-4 0,0 0-486,4 0 0,-4-2 136,0-1 1,-1-4-206,-2-4 0,0 0 159,0 0 1,0-1-481,0-3 0,-5 3 226,-2-2 1,-2 0-15,2-1 1,-3 3 346,3-3 0,-3 7-78,-1 0 320,0 1 1,0 0-42,0-1 58,0 6 1,1-3 90,3 5-156,2 5 0,5 0-4,0 2 1,0 2 106,0-6 1,0 5-118,0-5 0,0 5 107,0-4 0,1 3-121,3-3 0,-3-1 5,3-3 0,1 0-272,-1 0 1,-1 0 96,-3 0 1,4 0-270,0 0 1,-1-5 98,-3-2 1,0 1-56,1-2 0,1 1-58,-2-4 1,1 4-201,-8-1 472,0 1 1,-6-3-74,-1 3 1,-1 1 287,-7 2 1,2 3-118,-5-3 1,0 4 261,0 4 1,1 1-99,-1 2 0,3 3 21,3-3 0,0 3-35,4 1 1,-3 0-83,3 0 0,0 0-116,4 0 1,0 0 104,0 0 0,2 2-192,1 1 0,3-2 40,5 3 1,0-6-40,0-2 1,5-1 52,3 2 0,2-2-7,1-3 1,3-1 20,1 1 1,5-3-9,-2-3 1,7 1-128,0-1 1,1-3 81,-4-2 1,-5 2-290,-2-1 0,-3 1 126,-1-2 1,-5-2-110,-2 3 1,-3 1 86,-1-1 1,-3 1 118,-1-2 0,-4-2 57,0 3 1,-2-3 152,-1-1 0,0 4 57,0-1 0,-1 1-77,-2-4 0,0 1 361,-4 3 1,-1-2-172,-3 6 0,4-1 178,0 4 1,-1 0-104,-3 0 1,0 0-24,0 0 1,2 5-189,1 2 1,-2 3 94,3 1 1,2 1-277,1 3 1,0-3 60,0 3 0,0-3-8,4-1 0,1 0 40,3 0 1,-1 0-313,4 0 1,1-3 149,7-1 1,-1-4-393,4 0 1,0-2 68,4-1 0,0-4-113,1-4 1,-1-2 319,0-1 0,0-3 251,0-1 0,-5-3 0,-2 3 0,0-3 0,0 3 0,-4-4 63,-3 5 1,-6-5-15,2 5 0,-3-1 1417,-1 4-327,0 5 103,0-4-518,0 9-257,0-4-212,0 15 1,0-2-120,0 11 0,0-5 25,0 5 1,5-1 36,2 4 1,-1 0-28,2 0 1,-1 4 127,4 0 1,4 4-58,-1 0 0,2 2-624,-1 1 0,-3-4 281,3 0 1,-3-4-616,-1 1 0,-1-1 21,-3-3-190,-2-2 408,-5-14 1,-1-1-60,-3-5 0,2-2 128,-5-6 1,-1 0 102,-3-11 1,0 5 188,0-5 1,1 1-95,3-4 0,-3 3 206,3 1 0,-2 0 97,2-4 1,-3 0 117,3 0 0,-3-1-110,-1 1 1,4 0 141,-1 0 1,5 0 107,-5 0 1,6-1 321,-2-3 1,3 7-36,1-3 1,5 6-195,2-3 1,4 6-213,4-2 0,-2 7-35,6 0 1,-1 6 6,4-2 0,0 4 6,0 4 1,0 2 59,0 5 0,-1 5-110,-2 2 0,0 3 50,-4 1 0,-5 0-394,-7 0 1,-1-1 167,-2-3 1,-5 3-584,-3-2 0,-6-4 330,-5 0 1,-7-3-902,-3-1 0,-3-1 156,-1-2 1,1 0 1013,3-4 0,2-15 0,5-8 0</inkml:trace>
  <inkml:trace contextRef="#ctx0" brushRef="#br0" timeOffset="1784">2311 281 7715,'0'-11'156,"0"0"1,0 0 879,0 0 1,0 4-85,0-1-332,-5 6-422,-1-3 1,-5 6 23,0 3 1,-4-2-190,1 6 0,-1-1-147,4 4 0,0-1-173,0-3 0,1 3-294,3-3 1,2 3 294,5 1 1,0 0-152,0 0 1,2 0 161,6 0 0,0 0-106,10 0 1,2 0 33,6 0 1,-3 0 562,3 0 1,-3-1-194,-1-2 0,0 1 233,0-1 0,-5 0 329,-2 0 440,-3 1-574,-6-2 0,-2 2-132,-8-1 1,-5-2-500,-6-3 0,-6 0 184,-1 4 0,-1-4-1004,-7 0 1,5 2 266,-5-1 1,5 0 732,-5-4 0,25 0 0,3 0 0</inkml:trace>
  <inkml:trace contextRef="#ctx0" brushRef="#br0" timeOffset="2469">3050 369 7718,'-4'-11'1476,"0"0"-1079,1 0 232,3 5-418,0 6 1,0 6-26,0 5 1,0 1-114,0 3 1,0-3 107,0 3 1,0 1-206,0-1 1,3 1 64,1-2 1,3-1-128,-3 1 0,5 0 34,-2 0 1,-1-5-33,1 2 1,1-4-20,3 1 0,0-3-126,0-5 1,4 0-65,-1 0 1,1-2-198,-4-1 1,2-3 50,-2-5 1,3-4 98,-7 0 1,2 1 226,-2 3 1,-1-4-63,-2 0 1,-3 0 246,3 4 0,-4 2-39,-4 1 1,2-2 3,-6 3 1,5 2 132,-5 2 0,5 1 30,-5 2 18,6 0-201,-3 5 1,5 1 9,0 5 0,0 0-7,0 0 0,5 0 123,2 0 1,3 0-70,1 0 0,5 1 119,2-1 0,0 0 191,0 0 0,4-2-111,4-1 0,-1 0 222,-3-4 1,1 0-145,-1-4 1,-2-4 78,-1 0 1,-5-8-130,-6 1 1,0-4-326,-4 1 1,0 0 93,-4-4 0,-5 1-914,-3-2 1,-3-2 172,-3 3 1,-2 1-788,-3-1 1458,-1 4 0,-7-7 0,-8 4 0</inkml:trace>
  <inkml:trace contextRef="#ctx0" brushRef="#br0" timeOffset="2650">3667 358 8022,'11'4'0,"0"1"779,0 1 1,0 0 359,0 1 0,1 7-635,3-3 1,-3 4-230,3-1 1,-3 2-606,-1 3 0,-1-3 290,-3-5 1,3 2 333,-2-2-294,-3 3 0,-1-23 0,-4 2 0</inkml:trace>
  <inkml:trace contextRef="#ctx0" brushRef="#br0" timeOffset="2808">3623 171 8631,'-10'-19'0,"2"4"1940,0 2-2255,6 0 371,-3 12-1038,5-4 1,1 5 552,3 0 1,-2 5 428,6 2 0,18 17 0,10 6 0</inkml:trace>
  <inkml:trace contextRef="#ctx0" brushRef="#br0" timeOffset="3069">3888 61 7744,'-8'-15'202,"2"0"1,0 3 0,1 2 948,0 3 1,1 6-755,4 1 1,2 4 3,1 7 1,3 5 112,5 3 0,1 7-69,-1 3 0,4 3-113,4 1 0,2 4-552,1-1 0,0 6 223,0-2 0,4 0-1181,-1 0 1,0-6 158,-7-1 1,-2-4-1678,-5-7 1793,-5-5 903,-1-6 0,-20-41 0,-3-12 0</inkml:trace>
  <inkml:trace contextRef="#ctx0" brushRef="#br0" timeOffset="3544">3832 182 8466,'-6'-5'1100,"1"4"1,10-4-982,3 5 1,6 0 45,5 0 1,2 0-165,1 0 0,3 0 96,1 0 0,5 3-117,-2 1 0,2 0-29,-2-4 0,-2 0-27,-5 0 0,3 0-67,-3 0 1,-3 0 81,-8 0 0,0 4-20,0-1 0,-3 1 25,-1-4 23,-5 5 1,5 1 15,-4 5 0,-2 0-77,3 0 0,-1 0 9,0 0 1,0 0-9,4 0 0,-3 4 14,3-1 1,-3 5 34,3-4 1,-1 0-183,2 0 1,1 1 104,-1 2 0,2-2-99,1-5 1,-2 0 61,-1 0 0,1-1 11,-1-2 217,2-3 1,1-5 248,0 0 0,0-5 207,0-3 0,0-2-273,0-1 1,1-3 273,3-1 0,-3 0-186,3 4 1,1 0 26,-2 0 1,1 4-43,-4 0 0,4 3-84,-1-3 0,1 4-29,-4-1 1,0 3-108,0 1 0,3 5-154,-3 2 0,2 3-248,-5 1 0,-2 2-997,1 1 1,-1-2 650,1 3 0,-2 1 642,-5-1 0,-5 4 0,-1-1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4:00.6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55 7691,'1'-11'-56,"2"0"695,0 0 1,0 1-370,-7 3 0,2 2-74,-6 5 0,0 0-248,-7 0 0,2 5 100,-6 2 0,1 4-63,-4 4 0,0-1 8,0 4 1,3 0-85,1 4 0,4-3-112,0-1 0,3-3 74,3 3 1,3-4-32,5 0 0,0-1 73,0-2 0,10-5-181,5-3 0,5-1 69,2-2 0,0-2-136,0-1 0,3-3 106,1-5 0,0-4 120,-4 0 1,-1-3 268,-3 3 1,1-3-117,-8 3 1,2-5 415,-6 2 0,-2 2-247,-1 1 0,-3-1 430,-1 2 0,0 3 128,0 3-118,0 6 123,0-3 125,0 5-584,5 5 0,1 1-148,5 5 1,0 4-405,0 0 1,4 4 209,0-1 0,-1 0-1410,-3 0 0,2-1 1435,1 2 0,8 1 0,7-2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4:02.6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210 161 6879,'11'0'0,"0"0"0,0 0-29,0 0 0,0-4 431,1 1 0,-5-1 292,0 4-460,1 0 1,3-4 161,0 1-247,-5-1 1,-1 3 173,-5-3-323,0 3 0,-2-4 62,-1 5 1,-8 0-222,-8 0 1,-1 0 115,-3 0 1,0 0-125,-3 0 1,3 1 8,-3 3 1,3-2 30,1 6 1,0-5 50,0 5 0,5-2-16,2 1 0,3 3-105,1-3 1,5 3 87,2 1 1,3 0 39,1 0 1,6-1-16,5-3 1,5 3 136,6-3 0,0 3-90,0 1 0,5 0 146,2 0 0,0 0 11,0 0 0,-3-3-126,3-1 0,-1 0-3,2 4 1,-3 0 29,-5 0 0,-5 0-139,-2 1 1,-8-5 72,-3 0 1,-4 1 32,-4 3 0,-8-4 3,-10 0 0,-5-3 2,-6 3 1,-4-4-164,0 0 0,0-1 85,4-2 1,1 0-136,3 0 1,3 0 219,8 0 0,31-15 0,13-3 0</inkml:trace>
  <inkml:trace contextRef="#ctx0" brushRef="#br0" timeOffset="215">365 117 7725,'0'-7'156,"0"-1"1,0 4 622,0-3 0,0 3 262,0-3-567,0 5 0,1-1-135,3 11 0,3 0-102,8 11 1,-2 3-192,5 3 0,5 6-179,2-2 1,2 7-771,-1 1 0,-4 3 543,0-3 1,-1-2-797,-6-5 1,-1-3-209,-3-5 1364,0 0 0,-5-35 0,-1-7 0</inkml:trace>
  <inkml:trace contextRef="#ctx0" brushRef="#br0" timeOffset="635">464 293 7862,'0'-11'141,"0"0"-123,5 0 1,1 1 293,5 3 1,5 2-67,2 5 1,3 0 87,1 0 0,5 0-50,2 0 1,0 5-198,0 2 0,-3 7-70,3 1 1,-6 4-197,0 0 0,-3 1 9,-5 2 0,0 0 115,-4 1 1,-1-1-179,-3 0 0,1-2 57,-4-1 0,0-3 108,-4-5 1,3-4-162,1 0 376,0-4-235,-4 2 10,5-5 0,-3-1-276,6-3 1,-6 1 118,2-4 1,1 0 82,-2-4 1,5 0 45,-5 0 0,2 0 157,-1 0 0,-2 0-161,6 0 0,-5 1 389,5 2 0,-5-1 37,5 1 0,-2 2 216,1-1 1,3 3 33,-3-3 1,3 4-193,1 0 0,0 1-114,0 2 1,0 2-57,0 1 0,0 3-105,0 5 1,0 1 91,0-1 0,0 1-351,0 2 1,0-1 139,0 1 1,0-1-918,0-2 1,1 0 56,-1 0 1,-4-5 879,0-2 0,-4-13 0,2-3 0</inkml:trace>
  <inkml:trace contextRef="#ctx0" brushRef="#br0" timeOffset="783">938 172 7725,'-7'-11'0,"0"0"0,3 0 0,0 4 109,4-1-109,0 6 0,29 12 0,8 8 0</inkml:trace>
  <inkml:trace contextRef="#ctx0" brushRef="#br0" timeOffset="1201">1324 29 7725,'-4'-8'777,"0"1"1145,1 0-1386,3 1 0,5 7-200,2 10 0,8 5 86,3 6 0,3 5-64,1 2 0,0 3-464,0 1 0,0 4-43,0-1 0,-1 1 1,-3-4 1,1 3-732,-8-3 1,1-4 432,-8-10 1,-1-3-921,-3-5 370,0 0 584,0-5 1,-5-6 84,-2-8 0,-3-1 128,-1-2 0,0-4 49,0 0 1,-1-3 149,-3 3 0,2-3 104,-6 3 0,5 0-190,-5 4 1,6 4 655,-2 0 1,-1 3-309,2-3 1,-1 4 280,4-1 0,4 4-106,-1 4 0,6 4-20,-2 6 0,3 0-353,1 4 1,5-1 104,2 2 1,3 0-700,1-4 0,4 3 333,-1-3 1,6 0-341,-2-4 0,2-2 226,-2-1 0,2 0 311,-5-4 0,19-25 0,1-9 0</inkml:trace>
  <inkml:trace contextRef="#ctx0" brushRef="#br0" timeOffset="1584">1710 359 7868,'11'0'283,"0"0"1,0-1-72,0-2 0,0 1-13,0-1 0,4 1-99,-1 2 1,6 0 33,-2 0 0,-2 0-129,-1 0 1,1 0-123,-2 0 1,2-3 124,-1-1 1,-4-1-122,0 1 0,0 2 29,-4-5 0,0 3-536,0-3 446,-5-1 0,3-3 87,-5 0 1,0 4-34,0 0 0,-5-1-127,-2-3 0,-3 5 285,-1 2 0,-5 2-75,-2-2 0,1 3 395,-2-3 0,1 7-166,-4 0 1,0 6 442,0-2 1,1 7-270,3 1 0,2 4 87,5 0 0,5 1-88,2 2 1,8 0-47,3 1 0,13-1-228,5 0 1,11 0 62,4 0 1,7-5-205,1-2 0,4-8 112,0-3 1,-1 0-674,-3 0 0,-5-1 323,-10-7 0,-10-2-2354,-5-5 2642,-4 0 0,-42-15 0,-10-3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4:06.89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34 10275,'0'-11'2224,"0"0"-2663,0 5 266,-5 1 264,4 5-91,-4 0 0,5 10 0,0 2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4:18.14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106 1 7676,'0'6'-195,"5"-1"0,1-4 279,5 3 1,1-3 35,3 3 1,3 1-28,8-2 1,2 5-6,5-5 0,0 6-56,0-2 1,4 2-122,0-2 0,-5 3 35,-7-3 1,-1-1-227,-2 2 210,-5-1 1,-3 0 50,-6 1-8,-3-6 1,-10 7-13,-3-6 1,-1 1 145,-2-4 1,-5 4-79,-3-1 0,-3 5 19,-3-4 1,0 3 17,-4-3 0,3 0 88,-3 0 1,-1-1-102,-3 4 1,0-5-7,0 2 1,0-3-150,0-1 0,1 1 90,3 3 1,2-3-1093,5 3 1104,4 2 0,56 5 0,19 6 0</inkml:trace>
  <inkml:trace contextRef="#ctx0" brushRef="#br0" timeOffset="1400">73 475 6673,'0'6'1292,"0"-1"-428,0-5-759,5 0 0,-3 0-17,5 0 1,1 0 26,3 0 1,1-4 1,3 1 1,-2-1-52,6 4 1,-1-4 38,4 1 1,4-1-176,-1 4 1,1-4 91,-4 0 0,0 1-95,0 3 0,-1 0 81,-3 0 1,2 0-247,-5 0 62,-1 0-76,-3 0 118,0 0 68,-4 0-93,-2 0 0,-7 0 59,-1 0 28,1 0 0,-4 0 3,3 0 0,0 0 104,-4 0 1,3 0-87,-3 0 1,3 0 118,-3 0 1,-1 0-58,-3 0 0,0 3 7,0 1 1,-3 0-5,-1-4 1,-5 0-15,2 0 0,-2 4 121,2-1 1,-3 1-67,3-4 1,-3 0 155,-1 0 0,1 1-105,3 3 1,-2-3-2,5 3 1,1-3 40,3-1-257,5 0 54,1 0 23,5 0 79,9 0 0,-1 0-42,7 0 1,2 0 56,1 0 0,3 0-47,1 0 1,0 0 125,0 0 1,0-4-221,0 1 1,-1-1 122,-3 4 0,3-1-184,-3-3 1,-2 3 98,-1-3 0,-3 3 43,-1 1 1,0 0-24,0 0 1,-3-1-325,-1-3-55,-4 3-243,1-4 76,-4 5 405,-4 0 0,1 0-491,-4 0 393,-1 0 0,-3 0 262,0 0 0,0 0 0,-9 0 0,-4 0 0</inkml:trace>
  <inkml:trace contextRef="#ctx0" brushRef="#br0" timeOffset="2159">844 78 7825,'0'-11'43,"0"0"1,-1 0 1457,-3 0-644,3 5-197,-4 1-244,5 5 0,0 1-143,0 3 1,0 3 120,0 8 0,4 3-115,0 8 1,3-2-87,-3 6 1,4-4-49,0 3 1,-2-3-115,1 3 0,0-4-518,4 0 0,-3 1 332,-1-4 1,-1 5-1182,2-9 1,-2 2 76,-3-5 1259,-1-3 0,3 4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4:21.5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199 88 7532,'-11'0'0,"0"0"0,0 0 0,0 1 269,0 2 0,0 0 84,0 4 1,-4 4-14,0 4 1,-3 5-129,3-2 0,-3 8 98,3 3 0,2 4-167,5 4 1,3-2-95,5 6 1,2 2-390,1 1 0,8 1 231,8-8 0,3 2-796,3-6 0,4 1 445,4-8 0,1 0-89,3-4 0,2-6 549,5-5 0,44-25 0,-38 2 0,-1 0 0</inkml:trace>
  <inkml:trace contextRef="#ctx0" brushRef="#br0" timeOffset="659">761 374 7773,'-5'-7'105,"-2"-1"315,-3 0 0,-2 3-372,-3 1 1,3 3 128,-3 1 1,-1 5-91,1 2 0,1 3 117,3 1 0,0 4-347,0 0 1,1 3-1,2-3 0,0 3-93,4-3 1,1 3-151,3-3 0,0 1 143,0-2 0,1-1-24,2 1 1,4-5 110,4-2 0,0-4 28,0 0 0,3-1-45,1-2 0,0-4 135,-4 0 1,1-6-58,3-1 0,-3 0 106,3-3 1,-3 0-12,-1 0 0,0 0 99,0-4 0,-4 4 110,1 0 1,-2 0 58,1-1 27,3 3-18,-9-4 255,4 5-288,-5 5 1,-1 1-160,-3 5 1,3 5 19,-3 2 1,-1 3-16,2 1 0,-1 1-92,4 3 0,4-1 99,-1 4 0,6-4-177,-2 0 1,2 2 47,-2-1 0,7 0-71,-3-4 1,2 0 81,-2 0 1,0-5-179,0-3 0,4-1-15,0-2 1,-1-2-34,-3-1 0,0-3 51,0-5 1,-3-4 55,-1 0 0,-1-4 128,2 0 0,-3-2-103,-5-1 0,0 0 232,0 0 1,0-3-63,0-1 1,-4 0 79,0 4 0,-4 0 324,0 0 1,2 4-11,-1-1 95,-1 6 1,-1-3 91,1 5 200,-2 5-81,9 1-681,-9 5 1,9 5 50,-2 2 1,1 4 68,2 4 0,2 2-101,1 5 1,3 5 38,5 2 0,2 3-284,1 1 1,0 1 94,4 3 1,-3-2-803,3 1 0,-3-1 442,3-2 0,-4-2-797,0-1 0,2-8 1214,-1-7 0,15-33 0,-1-7 0</inkml:trace>
  <inkml:trace contextRef="#ctx0" brushRef="#br0" timeOffset="1152">1257 407 7773,'-4'-11'0,"-1"1"1748,-1 3-677,4 2-788,-3 5 0,5 1-67,0 3 1,4 6-143,-1 5 0,6 4-134,-2 0 0,2 1-215,-2 2 0,3 0-360,-3 1 1,3-5 398,1 0 0,-3-1-160,-1 2 0,0-2 112,4-2 0,-3-4-118,-1 0 1,-3-2-391,3-5 748,0 0 1,4-5-32,0-3 1,-3-6-45,-1-5 0,-3-4 290,3 0 1,-4 2-103,0-1 1,2 1 67,-1-2 0,-1-1-38,-3 1 0,0 3 281,0 2 1,0 1-160,0 2 0,-1 4 606,-2 0-285,1 4-166,-3-2-410,1 5 56,2 0 1,-3 5-86,5 3 1,0 1 35,0 2 0,4 0-69,0 0 0,1 0 5,-2 0 0,-1 2-98,1 1 0,2-1 11,-1 1 1,1-1 97,-2-2 1,0 0-17,4 0 0,-4 0 32,0 0 1,2-4 508,-1 0-184,4-4-282,-1 2 1,2-6 553,-1-3 1,0-2-193,-4-5 1,3-2-341,-3-1 1,1-3 129,-1-5 1,-3 0-922,2-1 0,0 1 438,1 0 1,-3 0-1130,3 0 1481,-3 0 0,4 0 0,1 0 0</inkml:trace>
  <inkml:trace contextRef="#ctx0" brushRef="#br0" timeOffset="1601">1885 462 7777,'-4'-11'0,"-3"0"662,1 0 0,-4 0 230,3 0-477,-3 5 0,-1-2 153,0 4-492,0 0 1,0 9-25,0 2 0,4 3-150,0 1 0,0 0 8,0 0 0,-2 2 182,6 1 0,-1 0-409,4 4 1,-4-4 118,1 0 0,-1 0-360,4 0 1,0-1 219,0 1 1,4-1-188,-1-2 1,6-5 111,-2-3 1,3 2 137,1-1 1,0 0 112,0-4 1,0-5 161,0-3 0,2-1-76,1-2 0,-5 0 76,2 0 0,-3-2 144,3-1 0,-3 0-105,-1-4 0,-1 1 382,2-2 1,-3 0 154,-5 4 0,1-1 14,2 1 16,-1 3-140,3-4-320,-5 5 8,0 5 1,0 6-213,0 7 1,0 3 37,0 1 0,1 4-295,2 0 0,0 4-61,4 0 1,1-2-226,3 1 0,-4-1-21,0 2 1,-1 0 621,2-4 0,31-5 0,4-5 0</inkml:trace>
  <inkml:trace contextRef="#ctx0" brushRef="#br0" timeOffset="2043">2084 374 7777,'-1'-10'0,"-2"2"507,0 0 0,-1 5 156,4-5-333,0 6-233,0-3 1,0 6 91,0 3 0,0 2-201,0 5 1,4 0 26,-1 0 0,5 1-69,-5 3 1,5-1 144,-5 4 1,5-5-64,-5 2 0,6 1-545,-2-1 1,-1-1 250,2-2 0,-5-3-61,5-1 1,-5 0-156,5-4 452,-1 4 1,4-6-107,0 1 1,0-6 125,0-5 0,0-1-14,0-2 0,-3-4 150,-1 0 1,-1-3 16,1 3 0,2-3-96,-5 3 1,-1 0 280,-3 4 1,0 0 105,0 0 154,0 0-109,0 0-461,0 5 202,0 1-466,0 5 126,0 5 1,2 1 109,1 5 0,0 0-75,4 0 0,-1 5 26,1 3 0,3 1 150,-2 2 0,-2 4-99,1 0 0,-1 1-174,2-1 0,-4 0 125,-4 4 1,0-3-229,0-5 1,-4-1-207,-4-3 0,-6 0 29,-5-7 0,-2 2 109,-1-10 0,0 1 353,0-4 0,5-24 0,1-7 0</inkml:trace>
  <inkml:trace contextRef="#ctx0" brushRef="#br0" timeOffset="2427">2646 341 7813,'-11'-7'0,"1"-1"550,3 0 0,-3 3-119,3 1 1,1-1-354,-2 2 0,5-1 73,-5 4 1,2 1 48,-1 3 0,-3-2-142,3 6 1,1-5-189,-2 5 0,1-1-317,-4 4 1,3-1 276,1-3 0,1 3-137,-1-3 0,1 0-113,2 0 218,3 0 1,-4 4 70,5 0 1,1-3-7,3-1 0,-1-1 57,8 1 0,-1 2-13,8-5 0,1 4-122,3 0 1,0 0 125,0 0 0,0 1 112,0-1 0,-4-2 30,1 1 0,-6-1 403,2 2-373,-8 1 1,-3-2 77,-8 4 0,-3-4 84,-8 0 1,-3-4-99,-8 0 1,-2 0-512,-5 1 1,-4-3 216,0 2 0,4-1 147,4-2 0,0-10 0,-4-2 0</inkml:trace>
  <inkml:trace contextRef="#ctx0" brushRef="#br0" timeOffset="2793">3197 429 7819,'0'-11'1193,"2"5"-758,1 2 1,0 4-36,4 4 0,-3 2-279,3 5 0,-3 4-238,3 0 1,-3 4-738,3 0 1,-3-2 527,3 1 0,-3 1-1028,3 3 1354,-4-5 0,1-6 0,-4-6 0</inkml:trace>
  <inkml:trace contextRef="#ctx0" brushRef="#br0" timeOffset="2933">3131 231 7827,'8'-6'-720,"-1"2"1,-3-1 719,3 1 0,15 6 0,7 4 0</inkml:trace>
  <inkml:trace contextRef="#ctx0" brushRef="#br0" timeOffset="3277">3451 562 7772,'4'7'0,"-1"0"-191,0 2 0,-1-3 437,2 1 1,-3-3-46,3 3 1,-3-3 414,-1 3-79,0-4-469,0 7 34,-5-9 1,3 4-257,-6-5 0,5 0 7,-5 0 1,6-1-133,-2-3 189,-2-2 0,5-5 41,-3 0 1,3 0-82,1 0 0,0 0 33,0 0 1,0 0-48,0 0 0,1-4 86,3 0 0,-2 0 3,6 4 0,-1 4 211,4 0 0,0 1-119,0-2 1,1 3 64,3 5 0,-2 2-107,6 1 1,-2 3-35,1 5 0,2 4 64,-5 0 0,3 4-430,-3 0 1,-1 0 160,-3 0 0,-3 0-422,-1-4 666,-4 0 0,1-4 0,-4 0 0</inkml:trace>
  <inkml:trace contextRef="#ctx0" brushRef="#br0" timeOffset="3518">3793 242 7830,'0'-6'2014,"1"2"-1411,3 8 1,2 3-200,5 8 1,1 6-371,3 4 0,2 7-162,5 1 0,-4 0-137,1 4 0,-2 1-309,1-1 1,-2-5-1636,-5-7 2209,-5-1 0,4-12 0,-4-2 0</inkml:trace>
  <inkml:trace contextRef="#ctx0" brushRef="#br0" timeOffset="3726">3771 407 8035,'16'-6'1336,"-4"1"-1127,2 5 1,4 0-1,0 0 1,6 1-136,2 3 0,5 3 99,-2 8 0,2-3-843,-2 3 0,-2-3 69,-5-1 0,0-3-237,0-1 0,-1-4 838,-2 0 0,-8-6 0,-7-4 0</inkml:trace>
  <inkml:trace contextRef="#ctx0" brushRef="#br0" timeOffset="4077">4190 462 7830,'7'0'-205,"0"0"529,-4 0-229,6 0 0,-6 4-15,4 0 0,-3-1-124,3-3 112,1 5 0,3-3-134,0 1 0,-4-2 95,0-1 1,1 0 40,3 0 0,0 0 0,0 0-275,0 0 1,0-1 65,0-2 1,-4 0 50,1-4 108,-6-1 1,3-3 81,-5 0 0,-1 2 169,-3 1 1,-2 0-78,-5 4 0,-4-3 112,0 3 1,0 0-60,0 4 1,1 1 22,-4 3 1,5-1 13,-2 4 0,0 4-108,4 4 0,-2 4-173,5 0 0,3 0-252,2 0 0,1 1-560,2-1 1,7 2 430,4 1 0,6-5-599,9-2 0,2-7 977,5-1 0,59-24 0,-39 7 0,0 1 0</inkml:trace>
  <inkml:trace contextRef="#ctx0" brushRef="#br0" timeOffset="4503">4686 451 7830,'-2'-9'87,"0"0"0,-3 2 538,-1-2 0,2 3-249,-3-1 1,0 3-167,-4-3 0,-4 4-36,0-1 1,0 3 34,4 1 1,-3 0-299,-1 0 0,0 1 125,4 3 0,0-1 173,0 4 1,0-1-717,0 1 1,4 3 197,-1-2 0,2 1-142,-1 2 0,2 0 157,5 0 1,0 0-206,0 0 0,1-3 162,3-1 1,2-3 211,5 3 1,0-4 2,0 0 0,1-1 148,3-2 0,-3 0-112,3 0 1,-3 0 85,-1 0 1,0-4 413,0 0 0,0-3-176,0 3 0,-3-1 723,-1 2-345,1 1-13,3-7-310,0 7-76,0-3-267,0 5 125,0 5 1,-2 1-97,-1 5 0,-3 2 49,-5 1 1,3 2-137,1 3 0,0 2 32,-4-3 1,0 3 216,0 1 0,0 0-127,0 0 0,-6-5-80,-5-2 1,-5-3-191,-6-1 1,-5-5-375,-3-2 0,-2-3-782,-1-1 1412,0-5 0,-24-30 0,-7-13 0</inkml:trace>
  <inkml:trace contextRef="#ctx0" brushRef="#br0" timeOffset="4928">4818 529 7629,'11'0'0,"0"0"54,0 0 1,-4 0-15,1 0 1,-1 0 178,4 0 1,1 0-86,3 0 0,-3 0-233,3 0 0,1 0 60,-1 0 1,-1 0-30,-3 0 0,0 0-18,0 0 0,-1-2 67,-3-1 0,-2 0 95,-5-4 0,0-1-91,0-3 1,-5 4 3,-2 0 1,-8-1 47,-3-3 0,-6 4 94,-2 0 1,-4 1-35,5-2 1,0 3 15,7 5 1,-3 0-25,3 0 0,2 2-1,1 1 0,6 5-86,2 6 0,5 0 71,-2 4 1,8 0-420,3 5 0,8-1 80,3 0 1,8 0-388,3 0 0,8-1 300,3-3 1,3-3 352,1-8 0,0-2 0,15-30 0,4-5 0</inkml:trace>
  <inkml:trace contextRef="#ctx0" brushRef="#br0" timeOffset="5229">5171 518 7830,'0'-12'0,"-2"1"-97,-1 0 269,2 0 386,-4 0-112,5 5-293,0 1 1,0 7 69,0 1 0,3 3-14,1 5 0,5 0 0,-2 0 1,3 4-57,1 0 1,0 4 10,0 0 1,3-2-100,1 1 1,1-1-338,-1 2 1,-3 0 168,3-4 1,-4 0-66,-4-4 175,3 0 357,-9-5 0,3-1-140,-8-5 1,-2-9-16,-5-2 1,-4-7 32,1 0 1,-5-3 134,5-1 0,-1 0-200,4 0 1,0 1 38,0 2 0,5 4-454,2 3 214,3-3 1,7 4-991,5 0 0,10 4 476,8 7 1,3 2-772,1 1 0,4 3-197,0 5 1506,-1 0 0,7 5 0,2 2 0</inkml:trace>
  <inkml:trace contextRef="#ctx0" brushRef="#br0" timeOffset="5520">5259 54 7830,'0'-11'340,"0"0"1,1 0-1,3 2 1,4 1 499,6 5 1,3 3-443,5 3 0,3 8-71,4 8 1,0 3 344,8 3 0,2 5-219,2 7 1,2 7-331,1 7 1,-5-1 37,-2 2 1,-13-6-1331,-6 2 1,-9-4 700,-5-3 1,-4-8-1355,-4-8 0,-2-6 1822,-5-5 0,-10-6 0,-2-3 0</inkml:trace>
  <inkml:trace contextRef="#ctx0" brushRef="#br0" timeOffset="5685">6119 650 7830,'11'0'0,"0"0"26,0 0-1497,0 0 1471,-5 0 0,-16-5 0,-8-1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4:30.8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281 232 8038,'7'-11'648,"1"-1"1,-5 3 327,5 1-815,-6 3 0,2 4 46,-8-2 1,2 1-271,-6-1 0,-3 1 92,-4 2 1,-4 2-398,1 1 0,-3 0 245,-1 4 0,0-3-128,0 3 0,-1-1 84,1 2 0,4 0-39,0-4 1,4 4 67,0 0 0,1-2 39,2 1 38,5-4 9,-4 7 0,10-8 114,0 5 0,5-4-96,6 0 1,1 2-111,3-1 0,2 3 73,5-3 1,0 3-149,0-3 1,4 5 88,0-2 1,5 2 116,-2-2 0,-1 3-38,2-3 0,-1 7 92,4 0 1,-5 1-90,-2-4 0,-4 1-12,-4 3 1,1-2 45,-8 6 1,-3-6-12,-8 2 1,-8-3 254,-3-1 1,-11 0-19,0 0 0,-9-3 6,-2-1 1,0-5-402,-4 2 1,-1-3 91,1-1 1,2 0-140,5 0 1,3-5 229,5-2 0,20-22 0,4-7 0</inkml:trace>
  <inkml:trace contextRef="#ctx0" brushRef="#br0" timeOffset="221">435 132 7810,'0'-11'0,"0"0"2041,0 0-848,0 0-590,0 5 1,1 2-214,3 8 1,3 7-40,8 7 0,2 7-94,5 1 1,2 8-200,1-1 1,-1 6-602,1-2 1,-1 1-110,-2-1 1,-5-3-1029,-3 3 1,-3-4 88,-3-4 1591,2-7 0,-14-16 0,3-7 0</inkml:trace>
  <inkml:trace contextRef="#ctx0" brushRef="#br0" timeOffset="684">490 331 7810,'0'-11'0,"0"0"0,2 1 507,1 3 1,0-2-125,4 5 1,2-3 0,5 3 0,3 1-138,5 3 0,2 0-276,1 0 1,7 0-24,5 0 1,1 5-77,-1 2 1,-4 3-362,0 1 0,-1 1 311,-7 3 1,0 1-172,-7 2 0,-2 2 134,-5-6 0,-3 6-51,-1-2 1,-5-1 32,2 2 0,-3-6 269,-1 2 1,0-3 62,0-1 236,0 0-87,0 0-141,-5-5-399,4-1 197,-4-5-337,5 0 219,5-5 1,-4-1-22,3-5 1,1-1 186,-1-3 0,1 3 103,-2-3 1,0 2 304,4-2 1,-3 3-207,3-3 1,0 3 323,4 1 0,1 0-213,-1 0 0,0 1 86,0 3 1,0-2 10,0 5 0,0 1 20,0 3 0,0 0-214,0 0 1,0 5-136,0 2 1,0 4-153,0 4 1,0-2 111,0 6 1,-1-6-379,-3 2 0,2 1 225,-6-2 0,6 2-874,-2-1 0,-1-6 105,2 2 929,-1-3 0,4-11 0,0-5 0</inkml:trace>
  <inkml:trace contextRef="#ctx0" brushRef="#br0" timeOffset="840">1030 110 7810,'-9'-17'242,"0"2"33,2 3-1094,4 1 466,-2 5 0,7 1-337,1 5 690,3 5 0,40 21 0,8 9 0</inkml:trace>
  <inkml:trace contextRef="#ctx0" brushRef="#br0" timeOffset="1309">1482 44 7810,'-7'-11'934,"1"0"1092,1 0-1334,1 5-157,4 1 69,5 15 0,1 3-157,5 13 1,2-1-12,1 4 1,4 4-331,4 4 0,-4 3-218,0-3 0,0 3 239,0-3 0,1 4 81,-4-5 0,0-4-1622,-4-6 1,-5-8-162,-2-3-237,-3-3 1264,-1-6 0,0-2 150,0-8 1,0-3 151,0-8 0,-1 2 32,-3-6 1,-2 5-21,-5-5 1,0 5 77,0-5 1,-4 6 556,0-2 1,-4 3-324,0 1 0,0 1 153,0 3 0,0 2-39,4 5 0,-3 1 207,3 3 1,0 2-75,4 5 1,2 5 106,1 2 1,0 3-298,4 1 1,0 0 30,4 0 1,2 0-389,1 0 0,3 0 156,5 0 0,5-5-550,3-2 0,3-8 324,3-3 0,0-3-299,4-1 0,0-1-4,0-3 595,3-7 0,20-50 0,-20 23 0,0-1 0</inkml:trace>
  <inkml:trace contextRef="#ctx0" brushRef="#br0" timeOffset="1651">1813 364 8950,'11'0'1311,"1"4"-1253,3-1 1,-3 1-12,3-4 1,1 4 131,-1-1 1,3 1-384,-3-4 0,3 0 162,-3 0 0,3-1-209,-3-3 0,1 2 105,-1-6 1,-7 1-73,3-4 0,-6 0 73,2 0 1,-4 0 130,1 0 1,-4 0 159,-4 0 0,-2 0-71,-5 0 0,-4 1 102,0 2 0,-1 4-88,2 4 1,0 0 343,-4 0 1,3 4-137,-3 4 0,4 3 280,0 4 1,-2-2-141,1 5 1,4 1-75,4 3 1,4 0-245,0 0 0,2 0 114,5 0 1,7 0-217,8 0 0,5-5 76,2-2 1,4-4-1089,0-4 1,2-2 502,1-5 0,-5 0-932,-2 0 0,-3-5-46,-1-2 1470,-5-3 0,-11-16 0,-7-3 0</inkml:trace>
  <inkml:trace contextRef="#ctx0" brushRef="#br0" timeOffset="2351">2519 132 8185,'-8'-3'1762,"1"-1"-1481,5 0 1,-2 4-69,8 0 0,3 0-1,8 0 1,7 5-110,7 3 0,4-2 99,4 1 0,3 2-175,8 5 0,2-1 91,5 1 0,-1 2 77,-2-1 0,-4 0-234,-8-4 0,-8-4-1144,-10 0 1,-5-1 563,-6 2 0,-6-3 244,-5-5 0,-6 1 432,-9 3 0,-6-2-67,-4 5 0,-10-3 261,2 3 0,-7 0-161,-1 0 0,-5 3 34,-2-3 1,0-1 26,4 1 0,4-3-183,-1 4 0,7-5 50,1 5 1,10-5-1548,8 5 1529,8-6 0,61-2 0,19-6 0</inkml:trace>
  <inkml:trace contextRef="#ctx0" brushRef="#br0" timeOffset="2634">3279 88 7758,'-1'-10'1018,"-1"2"149,-2 0 1,0 7-707,4 1 0,0 6 228,0 9 1,5 3-275,3 8 0,5 2-158,2 5 1,4 2-43,0 1 1,-2 0-187,1 4 1,1-3 94,3 4 1,-1-6-1558,-3 2 0,-2-8 368,-5-3 1,-1-8 1064,-3-3 0,-2-12 0,-5-5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4:29.5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44 398 11128,'0'11'433,"5"1"-655,3 3 0,1-2-75,2 5 1,4-3-351,0 4 1,-1-1 156,-3 4 1,0-4-427,1 1 1,-5-3 915,0-2 0,-19-9 0,-2-11 0</inkml:trace>
  <inkml:trace contextRef="#ctx0" brushRef="#br0" timeOffset="157">33 188 7876,'-10'-11'0,"2"0"630,1 0-1229,4 0 1,-2 4-318,5-1 388,0 6 528,0-3 0,44 10 0,11 1 0</inkml:trace>
  <inkml:trace contextRef="#ctx0" brushRef="#br0" timeOffset="457">540 89 7810,'-17'-17'174,"-4"2"0,-3 3 270,-1 1 0,2 0-37,1 0 1,-1 5-75,-3 2 0,6 3-63,-2 1 0,4 0-50,0 0 1,2 5-194,5 2 0,5 4-12,2 4 1,3-1-126,1 8 0,1-1-45,3 9 0,2-1 122,5 4 1,3 5 63,1 3 1,8 1-135,-1 3 0,4-1-526,0 0 1,-3-1 270,3-3 1,-3-1 186,-1-2 0,-5-8-876,-2 1 1047,-3-11 0,-6-47 0,-1-16 0</inkml:trace>
  <inkml:trace contextRef="#ctx0" brushRef="#br0" timeOffset="640">309 398 7810,'-5'-11'1903,"4"0"0,2 4-1669,10 4 0,1-2-250,7 1 1,0 1 78,7 3 1,-2 0-2751,6 0 2687,4 0 0,14 4 0,7 1 0,7 1 0,0 1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4:34.5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10 172 7777,'-6'-2'497,"3"-1"0,3 1-88,3-1 1,8 1-77,8 2 0,11-3-173,7-1 0,7 0 57,8 4 1,4-1-192,10-2 1,-8 1 114,-3-1 0,-14 1-916,-4 2 0,-7 0 80,-8 0 695,-10 0 0,-42 10 0,-19 2 0</inkml:trace>
  <inkml:trace contextRef="#ctx0" brushRef="#br0" timeOffset="191">32 326 7777,'12'0'-284,"0"0"1105,2 0 0,5-1-185,7-3 1,4 3-56,11-3 0,0-1-378,11 1 0,-2 1-342,1 3 1,-8-4-1050,-10 0 0,-5 1 677,-5 3 1,-8-1 510,-4-3 0,-4-12 0,-7-7 0</inkml:trace>
  <inkml:trace contextRef="#ctx0" brushRef="#br0" timeOffset="442">341 17 7790,'-10'-7'1650,"3"-1"-1090,2 6 1,15 2-114,5 7 1,9 3-272,6 1 1,6 4-152,5 0 1,2 4 38,1 0 0,-1 1-153,-3 2 0,-7 0-683,-7 1 1,-13-5 489,-5 0 1,-7 1-164,-5 3 1,-12-5 127,-10-2 0,-9 2-232,-5 1 1,-2-2-84,1-1 632,-1-3 0,12-6 0,-2-1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4:38.0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22 243 8297,'6'-5'1584,"4"3"1,-9 2-1248,3 8 1,-2 2-123,2 1 0,-3 1-528,3 3 1,-3-2 270,-1 5 0,0 1-893,0 3 0,-4-4 146,1 1 0,-6-6-1056,2 2 1845,2-3 0,-10-16 0,3-3 0</inkml:trace>
  <inkml:trace contextRef="#ctx0" brushRef="#br0" timeOffset="139">22 132 7761,'6'-27'-824,"-2"5"1,-3 2 2747,-1 5-1340,0-5 1,0 12-959,0-3 393,0 7-666,5-1 1,0 6 150,2 3 496,3 2 0,1 15 0,6 2 0</inkml:trace>
  <inkml:trace contextRef="#ctx0" brushRef="#br0" timeOffset="635">209 397 7761,'0'6'815,"0"4"0,2-5-103,1 2-153,-1 3-503,3-9 259,-5 9-368,4-9 0,-1 4-229,4-5 1,-3-5-294,3-2 1,1-3 117,3-1 0,0-1 150,0-3 1,0-1 182,0-2 1,0-2 14,0 5 0,0-3 207,0 3 0,-4 4 233,1 4-161,-1 0-23,4 1-77,0 1 0,-1 10-160,-3 2 0,-2 6 86,-5 2 1,4 3-141,-1-3 0,1 1 81,-4-1 1,0-3 81,0 3 1,0-3-14,0-1 1,4-4 100,-1 1 0,2-2-123,-1 1 0,-2-2 14,6-5 1,-5-1-143,5-3 1,-1-2 111,4-5 0,0 0 289,0 0 1,0-4-93,0 1 0,-1-5 168,-3 4 1,3-3-47,-3 3 0,3 1 67,1 3 0,-1 0-286,-3 0 0,2 3 211,-5 1-202,4 4 18,-2-1 0,5 5-418,0 2 0,-3 4 170,-1 4 0,-1 1-789,2 3 1,1-3 391,-1 3 0,2 0 550,1 0 0,9 10 0,4-2 0</inkml:trace>
  <inkml:trace contextRef="#ctx0" brushRef="#br0" timeOffset="964">1058 364 7761,'0'-11'0,"-1"0"115,-3 0 0,2-4 230,-5 0 0,3 2 520,-3 6 1,3-3-390,-3 2 0,-1 4-169,-3 0 1,0 3-355,0 1 1,0 0 124,0 0 1,-4 5-231,1 2 0,-5 4 154,5 4 1,-1-3-307,4 3 0,1-3 189,3-1 0,-2 0-175,6 0 0,-1 0-555,4 0 333,0 0 0,1-1 113,3-3 1,-2-2-131,6-5 1,-1 0 266,4 0 1,4 0 261,-1 0 0,5-4-173,-5 1 0,5-6 322,-5 2 1,5-3 59,-4-1 1,0 4 127,0-1 0,-3 1-146,3-4 1,-6 3 349,-2 1 1,-1 3 167,2-3-469,1 5 0,-6-3 267,4 5-1271,-4 0 287,1 5 1,-2 1-360,1 5 1,-1 0 117,1 0 718,-1 0 0,7 5 0,4 1 0</inkml:trace>
  <inkml:trace contextRef="#ctx0" brushRef="#br0" timeOffset="1357">1422 287 7761,'-6'-11'418,"-4"0"-138,4 0 1,-5 1-79,0 2 1,0 4 14,0 4 1,0 0-3,0 0 1,0 3-49,0 1 0,0 4 289,0 0-476,-5 2 1,4 1-70,-3 0 0,8 0-72,3 0 0,-1-4-265,1 0 0,2 0 240,6 0 0,2 1-67,5-4 1,3 4 44,1-5 1,5 1 251,-2-4 1,3 0-133,1 0 1,-1 1 245,-3 3 1,2-3-52,-5 3 1,0-2-112,0 2 1,-3-2 108,3 6 1,-6-1-75,-2 4 0,-5 0-23,2 0 0,-4 0 5,-4 0 1,-3 4-135,-8-1 1,2 1 62,-5-4 0,-4-1-85,-4-3 0,-4 2-86,5-5 0,-5 3-196,5-3 0,-5-1-13,4-3 0,6 0 438,5 0 0,27-19 0,8-6 0</inkml:trace>
  <inkml:trace contextRef="#ctx0" brushRef="#br0" timeOffset="1750">1665 353 7761,'11'0'1401,"0"0"-1090,0 0 0,0 0 183,0 0-314,0 0 1,4 0-65,-1 0 0,1 0-151,-4 0 1,0 0-48,0 0 0,0 0 156,0 0 1,-4 0-822,1 0 246,-1-5 30,4-1 281,-5-5 0,-1 0 223,-5 0 1,-5 3 63,-2 1 0,-3 1 194,-1-1 1,-4 2 57,1 5 0,-2-4-133,1 0 1,3 2 38,-3 6 0,3-2-51,1 5 0,1 1-40,3 3 1,-2 0 24,5 0 1,1 1-407,3 3 1,0 1-130,0 2 1,6 3-322,5-3 1,5-1-524,6 2 1,4-6 529,-1 2 1,6-8 659,-2-3 0,3-3 0,36-25 0,8-7 0</inkml:trace>
  <inkml:trace contextRef="#ctx0" brushRef="#br0" timeOffset="2143">1378 287 8125,'4'-11'1629,"-1"0"-600,1 5-19,1 1-657,1 5 1,5 1-631,0 3 1,1-2 253,3 5 0,-3 1-1503,3 3 0,-1-2 1526,0-1 0,-6 11 0,1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4:35.8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210 146 7761,'0'-11'150,"0"4"361,0-1 236,-5 6-2,4-8-235,-9 9-311,4-4 1,-5 6 15,0 3 0,-2 6-181,-1 4 0,0 7-41,-4 1 0,3 5-71,-3 6 1,4 0-78,0 1 1,1 2-172,2 1 1,2 1-106,1-1 1,3-4 199,5 0 1,0-6 9,0-9 0,5-6 189,3-4 1,3-7 137,3-1 0,0-6 9,4-9 1,0-3-76,5-8 1,-5-2-66,0-5 1,-4-1 20,0-3 0,-1 3-244,-2-3 0,-4 4 87,0 3 1,-4 0-166,1 4 0,-3-2 48,-1 6 1,0 2 277,0 9 0,0 15 0,0 3 0</inkml:trace>
  <inkml:trace contextRef="#ctx0" brushRef="#br0" timeOffset="558">397 345 7643,'0'11'-99,"0"0"1,-4 0 342,1 0 0,-1 0-105,4 0 1,0 1-12,0 3 1,0-3-69,0 3 0,5 1-23,2-2 0,0 0 0,0-7 1,0 3-87,4-3 0,0-2-185,0-1 0,0-3 99,0-1 1,0-1-157,0-3 1,0-3 89,0-8 1,0 2 224,0-6 0,-3 5 34,-1-5 0,1 2 173,3-1 0,-4-2-92,0 5 0,-1-1-101,2 2 0,0 5 100,-4-2 0,1 7 41,-1 1-188,-3 2 0,4 2 89,-5 2 1,0 4-51,0 4 0,0 5-22,0 2 0,0-1-41,0 1 0,1-3 27,3 4 1,-2-2 0,5 1 0,-3 2-214,3-6 0,1 1 66,3-4 1,-3-5-60,3-2 0,-2-3 35,6-1 1,-3-1 157,-1-3 0,1-7-29,3-7 1,-3-3 102,3-1 0,-3-4-60,-1 0 0,0-4 142,0 0 1,0-1-100,0-2 0,0-2-1,0-2 0,-3 2 137,-1-5 1,-3 9-25,3 2 0,-5 4 194,2 3 1,-3 9 517,-1 1-565,0 9 1,0-1-31,0 8 0,-1 7-77,-3 7 0,3 3-179,-2 1 0,1 5 136,2 2 1,0 4-230,0 4 0,-1-2 54,-3 1 1,3-1-704,-3-2 1,3 0-575,1 0 1,0-1 804,0-3 1,0-3 499,0-8 0,0-7 0,0-6 0</inkml:trace>
  <inkml:trace contextRef="#ctx0" brushRef="#br0" timeOffset="1078">772 334 7761,'0'-11'-364,"0"0"1195,0 0 1,1 0-375,3-1 1,7 5-262,7 0 0,8 3-164,3-3 1,3 4 47,1 0 0,0 1-250,0 2 1,-1 4 122,-2 0 0,-1 8-209,-7-1 1,-3 6 152,-12-2 0,1 4-46,-4 0 1,0 5 80,-4 2 0,0 3 6,0-3 0,-1 4 164,-3-5 1,3 8-89,-3-3 0,-1 4 90,1-5 0,1-2-44,3-1 0,0 1-208,0-1 0,1-2 118,3-5 0,-3-3-807,3-5 110,-3-5-159,-1-1 606,0-15 0,0-2 280,0-10 0,0 0 19,0-1 0,0 0-75,0-3 0,0 2 505,0-5 0,0 3-5,0-4 1,3 1 183,1-4 1,1 1-53,-1 3 0,1-3-167,2 3 0,3-2-38,-3 1 0,3 4-131,1 3 0,-4 6 367,1 3-392,-1 1 0,4 4-174,0 1 1,0 5 119,0 6 1,1 2-280,3 2 1,-1 5-515,4-1 0,-3 0 368,3 3 0,-5 3-81,2 2 1,-8-2 104,-3 1 0,1-3 130,-1 3 0,-2-3-76,-5 3 0,-4 0 212,-4 0 1,-5-2-131,-2-5 1,0 1-104,-4 3 0,3-7-819,-3 3 1,0-3 58,4-1 967,2-2 0,5-20 0,6-3 0</inkml:trace>
  <inkml:trace contextRef="#ctx0" brushRef="#br0" timeOffset="1744">1533 367 7761,'0'-11'1158,"0"0"1,0 3 155,0 1-456,0 4-173,0-1-519,0 13 1,0-1 61,0 6 0,0 2-288,0-1 1,0 3 104,0-3 1,3 4-387,1-5 1,3 5 192,-3-5 0,5 1-581,-2-4 0,-1 0 305,1 0 0,1-5-134,3-2 0,-4 1 123,1-2 0,-1 0 147,4-7 0,0-2 204,0-5 0,-1-1-132,-3-3 1,3 2 246,-3-6 0,-1 2-67,2-1 0,-6 2-95,2 5 0,1 0 345,-2 0 0,1 0 899,-4 0-630,5 5-234,-4 1-55,4 5 1,-5 5-51,0 2 0,0 3-143,0 1 0,0 3 76,0 1 0,0 0-220,0-4 1,4 4-22,-1-1 22,6 1 1,-3-5-21,5-3 1,0 2 82,0-6 1,0 1-79,0-4 1,0-1 79,0-3 1,2-2-95,1-5 1,-1-4 91,1 1 0,-3-6 159,-3 2 1,1-3-10,-1-1 0,0-4 98,0 0 0,0-4 82,-4 0 1,3-3-95,-3-4 0,3 3 125,-3-3 0,1 7-30,-1 0 1,-3 7 284,2 1-39,-1 5-152,-2 6 1,-2 8-99,-1 3 1,0 13-102,-4 1 0,5 6-118,-2 2 0,-1 5 106,1 2 1,1 3-480,3 1 1,0 2 243,0 1 1,0-1-302,0 1 1,0-3 183,0-3 0,0 0-841,0-4 0,0 2 245,0-6 1,1 0 184,2-11 0,4-2 628,4-9 0,24-39 0,7-10 0</inkml:trace>
  <inkml:trace contextRef="#ctx0" brushRef="#br0" timeOffset="1900">1819 290 7761,'-16'-12'1256,"4"1"0,6 2-1304,10 1 0,9 3-211,6 5 0,5 0 243,2 0 1,4-3 15,0-1 0,31 0 0,9 4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4:41.9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22 100 7747,'-1'-6'126,"-2"1"1,-2 1 779,-1 1 1,4 0-271,-2 7 0,8 2-228,3 5 1,-1 5-154,1 2 0,2 4 108,6 4 1,-3 2-117,3 5 0,-3 4-221,-1 0 0,0 3 142,0-3 0,-1 0-406,-3-4 0,2-1-59,-6-3 1,1-6-907,-4-4 193,0-6 722,0 3 0,0-11-149,0-5 215,0-5 1,0-7-83,0-3 1,0 2 101,0-6 0,1 1 185,3-4 0,-3 0-4,3 0 1,2 0 4,1 0 0,0 0 87,0 0 0,-3 3-68,3 1 1,-1 3 131,1-3 0,3 8-48,-2-1 0,1 7 49,2 1 1,0 1-15,0 2 0,0 6 109,0 6 0,0 0-288,0 6 1,0 1 77,1 3 1,-5 0-514,0 0 0,-1 0 245,2 0 1,0 0-575,-4 0 1,3-5 193,-3-2 627,5-3 0,-3-6 0,5-1 0</inkml:trace>
  <inkml:trace contextRef="#ctx0" brushRef="#br0" timeOffset="386">738 298 7747,'-11'-15'0,"0"6"567,0-2 0,0 7-145,0 1 0,0-2 2,0 1 0,0 2-256,0 5 0,0 7-166,0 5 0,0 1-136,0-2 1,4 3 129,-1 6 0,2-5-42,-1 0 0,-2 1 50,6 3 1,-1-4-461,4 0 0,0-4 198,0 1 1,0-3-345,0-1 1,5-4 159,2 1 1,3-6 29,1 2 1,0-4 308,0-4 1,4 2-5,0-6 0,0-3 92,0-3 1,-3-2 14,3 1 0,1 1 253,-1-4 0,-2 5-177,-5-2 0,1-1 581,-1 1 1,0 1-163,0 3 1,0 0 597,-4-1-709,4 1 64,-6 5-558,7 1 0,-7 12 130,1 4 0,0 1-225,0 6 1,-1-1 150,1 2 0,-1 2-718,-2-3 1,0-1 323,0 1 0,4-4 448,4 1 0,11-8 0,5-2 0</inkml:trace>
  <inkml:trace contextRef="#ctx0" brushRef="#br0" timeOffset="703">1113 254 7747,'-11'-3'-315,"0"-1"1,-1 2 163,-3 0 0,3-1 1157,-3-1 1,3 0-586,1 4 1,5 5-164,2 3 0,-1-2-626,2 1 1,0 0 256,7 4 1,-2 0-261,6 0 1,-1 0 232,4 0 1,4 1-51,-1-1 1,1 0 35,-4 0 0,4 0-5,0 0 1,-1-2 343,-3-1 1,0 2-95,0-3 1,-3-1 426,-1 1 0,-5-3-190,2 3 1,-3-3 32,-1 3 1,-5-3-64,-2 3 0,-8-4-527,-3 1 0,-3 1-322,-1-2 0,-4 2-609,1-1 1,0-2 1157,7 6 0,22-6 0,9 3 0</inkml:trace>
  <inkml:trace contextRef="#ctx0" brushRef="#br0" timeOffset="1259">1753 320 7782,'7'-11'0,"-1"0"239,-1 0 0,-1 4 98,-4 0 1,0 3 727,0-3-695,0 4 1,-2-2-112,-1 5 0,0 0-158,-4 0 1,-2 2 99,-5 1 1,1 3-215,-1 5 1,0 0 90,0 0 0,1 4-211,-1 0 1,1 1-401,2-2 1,4 0 300,0 4 1,4-3-280,0 3 0,1-4 216,2 1 0,2-3-188,1-1 0,5-4 132,6 1 0,3-6-35,5 2 0,1-4 386,-1-4 0,0-2 0,0-5 0,-4-4-61,0 0 1,-4-4 60,1 0 0,-8-1 597,-3-2 1,-3 0-303,-1-1 0,0 3 614,0 1 0,-5 0-368,-2 4 0,0 4 518,0 4-740,5 4 0,-7-1-257,5 8 1,1 2-66,3 5 1,3 5 86,1 3 0,5 1-633,-2 2 0,6 2 352,2 1 0,0-1-1013,-4 1 0,4-1 32,-1-2 1178,1 0 0,6-10 0,2-2 0</inkml:trace>
  <inkml:trace contextRef="#ctx0" brushRef="#br0" timeOffset="1687">2646 276 7820,'-5'-11'933,"-3"0"-536,-1 0 1,-2 5-202,0 3 0,-2 1 40,-1 2 1,1 0-28,-1 0 0,-2 0-175,1 0 0,-3 4-66,3 0 0,0 4-70,4 0 1,0 1-148,0 2 0,1 0 199,3 0 0,2 0-141,5 0 0,0 1 30,0-1 0,1 0-45,3 0 0,6 0 24,4 0 0,6-4-42,-2 0 0,7 1 131,1 3 1,-1 0 28,-3 0 1,4-1-46,0-3 0,-5 3 11,-7-3 1,-1-1 735,-2 2 1,-4-5-325,0 5 1,-5-5-114,-2 5 1,-10-6-3,-9 2 0,-6 1-382,-5-2 1,2 1-153,-1-4 0,1 0-203,-2 0 1,2 1-700,2 3 1237,8-3 0,17-11 0,14-8 0</inkml:trace>
  <inkml:trace contextRef="#ctx0" brushRef="#br0" timeOffset="2268">2833 320 7820,'6'-6'811,"0"1"206,-2 5 0,-3 5-547,3 3 1,1 3-82,-2 3 0,1 0-335,-4 4 0,1 1 45,3 3 0,-3 0-244,3 0 0,-3-4 189,-1 1 1,4-5-450,-1 5 1,1-6 104,-4 2 0,0-7-239,0 0 293,0-6 0,1 3 83,3-5 0,-3-5-114,3-2 0,1-3 88,-1-1 0,0-1 30,0-3 0,-1 2 26,4-6 0,0 2 6,4-1 1,-3-2-1,-1 5 1,0-3 102,4 3 0,0-3-47,0 3 1,-3 1 120,-1 3 1,-3 3 229,3 1 1,-3 4-12,3 0 72,-4 1 0,1 7-120,-4 3 0,4 2 56,0 1 0,0 0-79,-4 0 0,0 1-201,0 3 1,1-3 40,2 2 1,-1-1-66,1-2 1,2 0 96,-1 0 45,4 0 56,-1 0-81,4-5 462,0-1-341,0-5 1,-2-1-127,-1-3 1,0-2-160,-4-5 1,3 0 118,-3 0 0,3-1-61,-3-3 0,5 3 89,-2-3 0,-1 1-142,1 0 0,1 1 150,3-1 1,-1 2 84,-3 0 1,3 3-140,-3 1 0,3 2 253,1 3 0,-4 1-16,1-1 1,-5 1-21,5 2 1,-5 5-548,5 3 1,-2 3 191,1 3 1,2 0-271,-6 4 0,2-3 210,-1 3 0,1-3-1195,2 3 0,3-4-934,-3 1 2300,3 2 0,40 15 0,10 8 0</inkml:trace>
  <inkml:trace contextRef="#ctx0" brushRef="#br0" timeOffset="3688">3770 387 7750,'0'-11'-35,"0"0"0,0 0 944,0 0 1,-1 1-363,-3 2 1,3 2 110,-3 3 1,-2 1-258,-1-1 1,-3 1-241,-1 2 1,-4 0 19,1 0 1,-5 5-132,5 3 0,-5 2-6,4 1 1,1 3-179,3 1 0,0 3-240,0-3 0,1 3 182,3-3 0,2 3-335,5-3 0,0 4 208,0-5 0,1 1-178,3-4 0,2-4 127,5 1 1,3-6-96,1 2 1,5-3 99,-2-1 0,-1-4 93,2 1 0,-6-7 200,2-1 0,-3 0-91,-1-4 0,-1-1 289,-3 1 0,-1-4-122,-2 1 0,-3 0 550,3 0 0,-3 1-135,-1-2 0,0 4 80,0 4 1,-1 1-232,-3 2 0,3 2 323,-3 3-382,3 1 0,1 2 4,0 8 1,0 5 26,0 2 1,0 3-285,0-3 0,1 5-317,3-2 0,1-1 282,2 1 1,3 1-372,-3 3 1,3-5 56,1-2 0,0-3-157,0-1 1,4-1 234,0-3 0,-1-2-9,-3-5 0,0-1 219,0-3 1,0-3-72,0-8 1,0 2 326,0-6 0,-3 1 10,-1-4 1,-1 0 147,2 0 1,-3-2 155,-5-1 1,3-3-228,1-6 0,0 1 318,-4 0 0,0-1-208,0-3 0,0 3 3,0-3 1,1 8-11,2 3 1,-1 8 511,1 3-574,-1 8 1,-4 2-69,-1 5 1,0 5 34,-4 2 1,3 8 0,-3 3 0,4 4-263,0 4 0,2 3 102,1 8 1,0-1-32,0 4 0,4-3-18,4 3 0,2-4-322,1 0 0,1-1-164,3-2 0,-3-5-376,3-2 1,-3-4 279,-1-4 0,0-3-1019,0-8 1449,0-2 1,-1-6-49,-3-3 0,3-6-16,-3-4 1,2-6-31,-2 2 0,2-3 72,-6-1 0,5-1-85,-5-3 0,1 3 390,-4-3 1,0-2 229,0-2 1,0-2-233,0-1 1,0 4-172,0 0 0,0 3-9,0-4 1,0 7 1220,0 1 1,-1 5 208,-3 6-540,3 5-554,-4 1 0,1 11-114,1 5 1,-1 5 43,4 6 1,0 5-27,0 2 1,0 3-307,0 1 1,4 0 134,-1 0 1,6-1-476,-2-2 0,3 0 237,1-4 0,1 0-444,3-4 0,-1-1 197,4-3 0,-5-3 9,2-8 1,1 2 24,-1-6 0,3 0 84,-3-7 0,3 2 110,-3-6 1,3 0-34,-3-7 0,0 2 46,-4-6 0,0 4 70,0-3 0,-2 1 131,-1-1 1,0-3 295,-4 2 1,0 0-217,-4 0 1,-5 0 142,-3 4 0,-1-2-17,-2 6 109,0-3 1,0 13-83,0-2 1,0 6 15,0 5 1,1 5-47,2 2 0,0 4-152,4 0 0,-3 2-230,3 1 0,0 0 81,4 0 0,0 0-473,0 0 1,5-4 272,3 1 1,1-6-112,3 2 0,0-3 132,2-1 1,4-5-247,4-2 0,0-3 222,0-1 1,1-5 276,3-2 0,-7-4 9,3-4 0,-7 3 171,0-3 1,1-2-10,-2-1 1,-3 0 198,-3 0 0,-2 3-127,1-3 0,2 4-4,-5 0 0,-1 0 49,-3 0 0,4 5 86,0-2 252,-1 2-302,-3 3-273,0 1 0,0 7 144,0 1-107,0 3 0,0 9-154,0 0 1,0 1 57,0-2 0,0 0-56,0 4 0,0-1 9,0 2 1,0 2-155,0-3 1,0-1 45,0 2 1,0-6-379,0 2 0,1-2 176,3 2 1,-3-7-169,3 3 1480,2-7-744,-5 1 0,4-6 47,-5-3 0,0-2 151,0-5 1,0-4 314,0 1 0,0-2-174,0 1 0,5 2 191,3-6 1,-2 2-362,1-1 1,2-3-152,5 2 0,0 2-191,4-1 1,0 1 59,5-2 1,-5 0-799,0 4 0,-1 2 426,2 5 1,-3 0-1373,-5 4-1661,-5 0 3327,-1 9 0,-15 21 0,-2 9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4:46.5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188 232 7758,'11'-4'-24,"0"0"1,-3-3 192,-1 3 1,-3-1 141,3 2 0,-3 0 93,3-4 592,-5 4-625,8-6 0,-9 6 46,3-4-297,-3 4 1,-6-3 45,-2 2 1,-4 3-308,-4-2 0,-1 1 197,-2 2 0,-3 0-503,3 0 0,-2 2 95,2 1 0,-3 0-70,3 4 0,2-3 192,1 3 1,3-3-272,1 3 0,1 0 92,3 4 1,2-3 131,5-1 0,0 1 248,0 3 0,5-4-101,2 0 0,8 1 185,3 3 1,8-4-70,3 0 0,4-3 7,4 3 0,-1-3 63,4 3 1,-1-3 112,2 3 1,1-3 44,-1 3 1,-3-3-108,-1 3 0,-8 0-92,-3 0 1,-8 3 37,-3-3 94,-8 3 1,-3 1 56,-8 0 1,-3-4 211,-8 1 0,-3-5-94,-8 5 0,-2-6-145,-5 2 0,0-3-436,0-1 1,0 0 170,-1 0 1,5 0-635,0 0 1,4 0 383,-1 0 1,8-1 337,3-3 0,23-12 0,5-7 0</inkml:trace>
  <inkml:trace contextRef="#ctx0" brushRef="#br0" timeOffset="190">618 265 7766,'11'3'0,"0"1"0,0 0 0,0-4 0,0 5 0,0 2 0,2 6 0,1 2 0,-2 5 1593,3-2 0,-3-1-784,-1 2 0,-1-2-1752,-2 1 1,0-2-1813,-4-5 2755,0 0 0,-14-20 0,-3-4 0</inkml:trace>
  <inkml:trace contextRef="#ctx0" brushRef="#br0" timeOffset="339">607 77 7781,'-11'-16'1398,"1"0"-769,3-2-1697,-3 2 467,9 10 0,-3 1-64,8 5 1,0 1 664,7 3 0,-3 2 0,47 39 0,5 9 0</inkml:trace>
  <inkml:trace contextRef="#ctx0" brushRef="#br0" timeOffset="882">850 209 7803,'0'-11'414,"0"0"-1,0 0 1,1 2-373,3 1 0,-1 2-41,8 2 1,-1 3 214,8-2 0,1 5-95,3 2 1,-1 8-191,-3-1 0,2 2 36,-6-2 0,0 2-126,-7 1 0,2-1-70,-6 1 1,2 2 90,-1-1 0,-3 3-15,3-3 1,-3 1 75,-1-1 0,0-3-14,0 3 1,5-3 39,2-1 0,3 0 111,1 0 1,0-4-2,0 1 0,1-6-107,3 2 0,2-3-191,5-1 0,-3-1 76,-1-3 1,0-2-66,5-5 1,-1 0 42,0 0 0,-2 0 59,-1 0 0,-2 0 117,-2 0 0,-4 0 187,0 0 0,0 0-53,-4 0 0,-2 0 239,-1 0 1,-3 0 52,-1 0 0,-5 1-168,-2 2 0,-3 0 112,-1 4 1,-4 1-49,0 3 0,-3 0 42,3 0 1,-3 1-146,3 2 1,-3 4 11,3 4 0,2 3 9,5 1 1,-1 3-23,1-3 0,3 1-160,2-1 1,1 1 122,2 2 1,9 3-405,2-3 1,12-2 161,3-1 0,5-3-566,2-1 1,3-5 247,1-2 1,4-3 34,-5-1 1,0-5-178,-7-2 1,2-3-22,-5-1 0,-2-4-482,-5 1 1034,-4-1 0,1-11 0,2-3 0</inkml:trace>
  <inkml:trace contextRef="#ctx0" brushRef="#br0" timeOffset="1073">1974 485 7803,'7'0'968,"1"0"101,0 0 0,-1 0-1673,0 0-674,-5 0 1278,3 0 0,-39-10 0,-9-2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4:57.5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51 332 8203,'-6'-5'2084,"-4"4"-1814,9-4 0,0 6 83,4 3 0,5 2-250,-5 5 0,6 0-155,-2 0 1,3 3-22,1 1 0,-1 1 126,-3-1 0,3-2-622,-3 6 0,-2-5-13,-1 5-1160,2-6 1742,-5 3 0,-1-34 0,-6-8 0</inkml:trace>
  <inkml:trace contextRef="#ctx0" brushRef="#br0" timeOffset="138">40 122 7885,'-6'-11'0,"-4"0"-750,3 0 1,1 4 749,-2-1 0,6 6 0,12-3 0,8 5 0</inkml:trace>
  <inkml:trace contextRef="#ctx0" brushRef="#br0" timeOffset="500">514 67 7777,'-5'-11'0,"-2"1"-96,-3 3 0,-2-3 465,-3 3 1,-2 2-72,-5 1 0,0 2 206,0-2 0,0 3-133,0-3 1,1 3-258,2 1 0,4 5-67,4 2 1,0 1 112,-1 3 0,6-3-287,3 7 1,1 1 115,2-2 1,2 7-84,1 1 1,5 2 11,6 5 1,0-3-44,4 3 0,1 2-67,3 6 1,-1-7-116,-3 3 1,3-6 1,-3 3 1,-2-6 106,-1 2 1,-3-4-324,-1-4 0,-1-1 133,-3-2 1,-2-6-262,-5 2 649,0-8 0,-10-8 0,-2-7 0</inkml:trace>
  <inkml:trace contextRef="#ctx0" brushRef="#br0" timeOffset="689">349 420 7892,'0'-11'0,"0"0"0,1 3 546,3 1 1,2 5-362,5-2 1,5-1-1121,2 1 1,3 1 934,1 3 0,59 10 0,14 2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5:04.2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29 276 8415,'-8'-5'1504,"1"-2"-1407,4 2 0,0 1 98,6 8 0,0 2-20,4 5 1,1 4-125,3-1 1,0 5-217,0-5 1,0 6-601,0-2 1,-1-1 446,-3 2 1,3-4-1116,-3 3 1433,3-5 0,11-11 0,2-10 0</inkml:trace>
  <inkml:trace contextRef="#ctx0" brushRef="#br0" timeOffset="140">18 133 7925,'-4'-15'-83,"0"0"8,-4 0-479,6 4-11,2 5 0,7 1 565,4 5 0,9 10 0,4 2 0</inkml:trace>
  <inkml:trace contextRef="#ctx0" brushRef="#br0" timeOffset="434">260 364 7925,'0'11'0,"4"-4"76,-1 1 0,5-5 384,-5 5-10,1-1-72,1 4 48,-4-5-381,4 4 194,0-9-414,-4-1 0,4-6-10,-5-5 0,0 0 11,0 0 1,0-1 85,0-3 1,1 3-78,3-3 0,-3 3-36,3 1 57,2 0 160,0 0-70,5 0 0,0 5 97,0 2 1,4 3-164,0 1 0,1 5-145,-2 2 0,0 0 24,4 5 0,-3-4-174,3 7 1,-3-3 414,3-1 0,-4-5 0,16 4 0,0-4 0</inkml:trace>
  <inkml:trace contextRef="#ctx0" brushRef="#br0" timeOffset="650">668 243 7925,'0'-11'0,"0"0"1444,0 5-476,0-4-569,0 9 1,4 1-168,-1 7 1,6 4-153,-2 4 1,3-2 39,1 6 0,0 3-86,0 3 0,4 6 6,0-2 1,-1 2 53,-3-2 0,4 4-414,0 1 1,-1-6 217,-3 1 0,-3-6-816,-1-4 0,-4-3-97,0-5 22,3-5 1,-6-4 992,0-9 0,-9-35 0,-9-17 0</inkml:trace>
  <inkml:trace contextRef="#ctx0" brushRef="#br0" timeOffset="858">701 254 7925,'-4'-11'-313,"1"0"0,-5 0 822,5 0 1,-1 3-82,4 1 0,6 5-202,5-2 1,1-1-9,7 1 0,0 1-24,7 3 0,-1 1 57,4 3 1,0 2-9,4 5 0,-4 1-399,-4 3 0,-3 2 168,-3 5 0,-8 0-466,-8 0 0,-4 0 239,-6 0 0,-2 0-422,-9 0 1,-4-5 45,-4-2 1,-3 0-636,3-4 1226,0 2 0,9-26 0,1-1 0</inkml:trace>
  <inkml:trace contextRef="#ctx0" brushRef="#br0" timeOffset="1458">1153 298 7925,'-6'0'794,"1"5"1,5-3-603,0 6 0,0-1-99,0 4 1,1 0 74,3 0 0,2 0-434,5 0 1,-4 0 228,1 0 1,-1 0-449,4 0 0,-3 0 91,-1 0-125,0-5 1,4-1-148,0-5 336,0 0 0,0-3 330,0-1 0,-3-5 0,-1 2 0,-5-6 0,2-2 0,1 0 0,-1 4 0,-1 0-29,-3 0 1,2 1 31,1 3 1,-1-3 595,1 3-195,3 2-153,0 0 0,2 5 180,-1 0-306,1 5 0,1 2-12,-1 8 0,0-3-3,-4 3 1,4-2-132,0 2 1,-2-3 67,1 3 1,-3-3-136,3-1 1,1-1 89,3-3 0,0-2-201,0-5 0,1 0-80,3 0 1,-3-2-80,3-5 0,-3-2 74,-1-9 1,0-1 56,0-3 0,-1 0 240,-3 0 0,-1-4-13,-2 1 0,-3-2 86,3 1 1,-4-1 108,-4-2 0,-1-2 153,-2 5 1,-3 1-156,3 2 1,-2 3-87,2 1 1,-2 3 2092,6 5-1552,-6 5 1,7 1-298,-6 5 1,6 2-75,-2 1 0,3 5 0,1 6 0,5 3-132,2 5 1,3 4-83,1 0 1,0 5 4,0-2 0,4-2-130,-1-1 0,1 1-688,-4-2 1,4 5 394,-1-5 1,1 1-815,-4-4 0,0 0 359,0 0 1,0-5 222,0-2 1,-3-6 586,-1-2 0,0-29 0,4-4 0</inkml:trace>
  <inkml:trace contextRef="#ctx0" brushRef="#br0" timeOffset="1625">1440 254 7925,'-17'-11'798,"-2"0"-599,8 0 1,3 3 590,8 1 0,2 5-251,5-2 1,6 3-610,9 1 1,5 0-427,2 0 1,3 0-524,1 0 0,4 0 496,-1 0 523,-4 0 0,20 0 0,0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5:34.30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286 1 7711,'-7'3'440,"-1"2"0,0 1 41,-2 3 0,-1 4-353,0 2 1,0 3 40,0-3 1,0 5-166,0-2 1,3 3-237,1 1 0,0-1-168,-4-3 1,1 2 32,3-6 1,-3 5-389,2-4 1,2-2 430,-1-6 0,3-2 324,-3-5 0,3 0 0,-3 0 0,0-34 0,-4-9 0</inkml:trace>
  <inkml:trace contextRef="#ctx0" brushRef="#br0" timeOffset="167">66 78 7711,'-7'-11'389,"4"0"327,-3 5-282,4 1 1,-1 5 35,6 0 0,0 0-256,4 0 1,2 5 7,5 2 0,0 6-234,4 2 0,-3 1 82,3-1 1,-3-2-837,3 6 0,1-5 450,3 5 1,-5-6-886,-2 2 0,1-3 1201,-2-1 0,-4 0 0,-5 0 0</inkml:trace>
  <inkml:trace contextRef="#ctx0" brushRef="#br0" timeOffset="325">10 188 7711,'-4'-6'1260,"2"-4"1,-1 8-1111,6-6 0,7 5 3,5-5 1,9 6-78,2-2 1,5-1-493,2 2 1,5-1-1687,2 4 2102,3 0 0,16-5 0,3-1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5:33.3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276 0 8444,'-11'5'0,"0"1"0,0 2 284,0-1 0,0 4-209,0 4 1,0 1 2,0-2 1,-3 4 78,-1 4 1,0 0-595,4 0 0,0-4 59,0 1 0,1-2-165,3 1 1,-2-2-280,6-5 822,-6 0 0,3-5 0,5-21 0,2-9 0</inkml:trace>
  <inkml:trace contextRef="#ctx0" brushRef="#br0" timeOffset="167">67 44 7830,'-6'-7'933,"2"0"-143,3 4-1037,1-2 258,0 5 162,0 5 1,5 3-310,2 6 0,4 0 85,4 4 1,1-3-615,2 3 0,2-1 354,-5 2 1,4 2-558,-1-3 868,-2-2 0,10 5 0,-3-4 0</inkml:trace>
  <inkml:trace contextRef="#ctx0" brushRef="#br0" timeOffset="342">12 144 7830,'-6'0'1124,"1"-2"-274,5-1-771,0 2 0,10-4 20,4 5 1,7 0-67,5 0 0,3 1 80,8 3-113,2-3 0,35 9 0,7-4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5:32.4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65 7931,'0'-11'493,"0"0"1,0 0 1301,0 0-1116,0 0-568,0 5 0,0 2 86,0 8 1,-1 2-60,-3 5 0,-2 5-80,-5 2 1,0-1-212,0 2 1,0 0-59,0 7 1,0-3-315,0 3 1,0-3-445,0-1 0,0 1 442,0-1 0,1-5-632,3-3 1159,-3-1 0,14-22 0,-3-4 0</inkml:trace>
  <inkml:trace contextRef="#ctx0" brushRef="#br0" timeOffset="223">34 65 7931,'-5'-17'732,"3"2"-366,-6 8 45,6-3-360,-3 9 0,6-3 478,3 8 1,2 3-135,5 8 0,4-2-308,-1 6 0,6-5 44,-2 5 1,3-1-427,1 4 0,0 0 38,0 0 0,-3-1-91,-1-2 1,-1 1-634,2-1 1,0 0 430,-4 0 0,-4-3 550,-4-5 0,-19-25 0,-1-5 0</inkml:trace>
  <inkml:trace contextRef="#ctx0" brushRef="#br0" timeOffset="398">34 219 7931,'-7'-4'838,"-1"-4"1,5 0-253,-5 0-417,6-2 1,-3 8 200,5-5 1,5 4-152,2 0 1,7-2 0,0 1 0,7 0-112,1 4 1,5 0-1427,6 0 0,1 0 1318,3 0 0,61-9 0,-39 2 0,0 1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6:02.2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34 144 8025,'-6'-8'1776,"2"1"-1390,3 5 0,6-3-162,2 5 0,7 0 381,0 0 1,6 0-185,-2 0 1,8 0-308,3 0 1,3 0 46,1 0 0,0 0-455,0 0 1,4-4 258,0 0 1,-5 1-883,-7 3 0,1-2-383,-4-1 1,3 1 632,-7-1 1,-3 0-461,-4 0 1127,0 1 0,-25-2 0,1 4 0</inkml:trace>
  <inkml:trace contextRef="#ctx0" brushRef="#br0" timeOffset="265">1 276 8025,'7'-4'0,"2"1"799,3 0 0,0 1-297,7-2 1,4 3-206,6-3 1,8 2-61,3-2 0,3 3-209,1-3 1,-4 2 72,-4-2 1,-3 3-645,-3-3 405,-3 3-2522,-10 1 2660,-6 0 0,-6 0 0</inkml:trace>
  <inkml:trace contextRef="#ctx0" brushRef="#br0" timeOffset="575">332 44 7842,'-7'-11'844,"4"0"104,2 0 1,2 5-524,2 3 1,7 1-142,5 2 0,6 2 192,1 1 0,1 3-155,6 5 0,1 5-219,3 3 0,-4-2-39,1 1 1,-7 1 93,-1 3 0,-5-4-215,-6 0 0,-5 1 119,-2 3 1,-3-4-308,-1 1 0,-10-5 114,-4 5 1,-6-6-720,-2 2 1,0-3-2,0-1 0,-4-4-311,1 1 1,-1-5-131,4 5 1293,5-6 0,1-2 0,5-6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5:58.83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56 243 8293,'10'-11'1842,"-3"0"-1454,3 4 1,-9 4-312,3 6 1,-3 5 88,-1 7 1,0-2-43,0 5 0,-1-3 49,-3 3 0,1 0-371,-4 0 0,3 2 184,-3-6 0,1 6-321,-1-2 1,-2-2 116,5-1 1,-3-3-326,3-1 42,-4 5 125,2-4-84,0-1 311,1-6 1,5-10 35,0-2 1,1-6-18,3-2 1,2-5 3,5 2 0,-3-2 53,3 2 0,-2-3-17,6 3 1,2-3-148,1-1 1,3 3 77,1 1 0,0 3 147,0-3 0,4 1-62,0-2 0,-1 5 158,-3 6 1,-3 0-173,-1 4 419,-4 0 0,0 6-5,-6 1 0,-4 4 134,-4 4 0,-1 0-60,-2 0 0,0 5-68,-4 2 1,-1-1-17,-3 1 0,0 1-107,0 3 0,2-4-87,1 1 0,0-2 56,4 1 0,0 2-149,4-6 0,0 1-131,0-4 1,4 0-280,0 0 1,8-1-832,-1-3 1,4-2 190,-1-5 1021,3-5 0,30-25 0,6-12 0</inkml:trace>
  <inkml:trace contextRef="#ctx0" brushRef="#br0" timeOffset="774">695 364 7925,'-10'-1'759,"3"-3"567,2 3-1269,5-4 1,5 5 48,2 0 0,8 0-1072,3 0 1,3 0 475,1 0 1,0 0 489,0 0 0,49-5 0,13-1 0</inkml:trace>
  <inkml:trace contextRef="#ctx0" brushRef="#br0" timeOffset="982">1158 243 10685,'0'11'1248,"1"5"-848,3 2 0,-1 4-396,4 4 1,-1 2-419,1 5 0,-2 1-433,-5 3 0,4-1 264,0 4 0,-1-6-572,-3-1 0,0-6 410,0-8 745,0-3 0,-9-25 0,-4-4 0</inkml:trace>
  <inkml:trace contextRef="#ctx0" brushRef="#br0" timeOffset="1224">1147 276 7842,'0'-17'0,"0"2"0,1 3 645,3 1 0,-1 0-72,4 0 0,1 3-4,7 1 1,2 4-28,5 0 0,0 3-152,0 3 1,4 7-133,0 5 0,-2 5-34,-5-2 0,0 3-439,-4 1 0,-5 0 207,-6 0 0,-4-1-733,-4-3 0,-3 2-43,-8-6 1,-4 5-446,-6-5 1,0-3-352,-4-3 1580,4-6 0,-16-12 0,0-8 0</inkml:trace>
  <inkml:trace contextRef="#ctx0" brushRef="#br0" timeOffset="1432">1632 276 7842,'6'0'1475,"-1"5"1,-1-3-1007,0 5 1,1 2-100,-2 6 0,0-3-782,4 3 1,-3 2 45,3 1 0,-5-1-167,2 2 1,-1-2-1685,0 1 2217,-2-2 0,9-24 0,-4-6 0</inkml:trace>
  <inkml:trace contextRef="#ctx0" brushRef="#br0" timeOffset="1565">1632 99 7842,'-10'-14'678,"3"-1"0,2 4-520,5 4-714,0 4 0,5-2-786,2 5 1342,3 0 0,16 10 0,3 2 0</inkml:trace>
  <inkml:trace contextRef="#ctx0" brushRef="#br0" timeOffset="1807">2106 210 7842,'-5'-11'3593,"3"1"-2950,-5 2 1,3 4-248,-3 4 0,3 6 30,-3 5 0,-1 1-147,-3 6 0,0-3-341,0 3 0,0 1-341,0 3 0,-1 0-417,-3 0 1,3-1-1033,-3-3 1,-1 2 394,2-6 1457,-6 1 0,-7-19 0,-7-3 0</inkml:trace>
  <inkml:trace contextRef="#ctx0" brushRef="#br0" timeOffset="2016">1831 199 7842,'1'-11'-506,"3"0"1,-2 4 1520,5 4 0,1 1-497,3 2 1,3 0-245,1 0 1,5 7-316,-2 4 1,4 3 126,4 5 0,-3 5-314,3-2 1,-3-1 200,-1-3 0,-1 1-663,-3 3 1,2-4 148,-5 1 0,1-6-141,-2 2 0,-4-7 682,5 0 0,-5-6 0,4 2 0,18-13 0,4-3 0</inkml:trace>
  <inkml:trace contextRef="#ctx0" brushRef="#br0" timeOffset="2527">2371 386 7842,'11'-6'0,"-4"0"-84,1 2 0,-5 2 176,5-6 0,-2 5-141,1-5 0,3 5 67,-3-5 0,-1 5-67,2-5 0,-5 4 96,5-3 0,-6 3-113,2-3 243,2 0 1,-5-4 118,3 0 0,-3 3-129,-1 1 0,-5 1 10,-2-1 0,1 0 2,-2 4 1,-3 2-25,-3-3 0,-1 4 74,4 4 0,0 2-49,0 5 1,0 0-116,0 0 1,4 0 58,-1 0 0,6 1-130,-2 3 0,3-3-261,1 3 1,5-2 187,2 2 0,3-3-94,1 3 0,5-3 64,2-1 0,3-4-144,1 1 1,4-6 153,-1 2 0,1-3 61,-4-1 0,4-5-85,0-2 1,-1-4 7,-3-4 1,-1 2 248,-2-6 1,-2 1 3,-2-4 1,-3 0-266,2 0 1,-2-4 75,-5 0 1,3-1 50,-3 2 1,-2 1 123,-1-1 0,-3-2 197,-1 1 1,0 0 300,0 4 406,0 5-445,-5 1 0,-1 10-195,-5 2 0,3 3-87,1 1 1,3 5-78,-3 2 0,5 4 36,-2 4 1,3-1-51,1 4 1,0 4-155,0 4 1,0 1-234,0-2 0,1-1 145,3 1 1,-2 0-423,5 1 1,0 1 264,0 2 1,3-2-660,-3-5 0,3 0 372,1 0 1,0 3-258,0-3 1,0 1-58,0-8 0,0-4-915,0-4 1705,5-5 0,21-21 0,9-12 0</inkml:trace>
  <inkml:trace contextRef="#ctx0" brushRef="#br0" timeOffset="2968">3132 232 7842,'-7'-8'0,"3"2"0,0 0 2082,0 0-865,-4 3-828,1-1 0,-4 4-142,0 0 0,0 0-223,0 0 0,0 3 2,0 1 0,4 4-10,0 0 0,1 2-360,-2 1 1,2-4 264,2 0 0,3 1-824,-3 3 606,3 0 0,1 0-24,0 0 1,5-1-13,2-3 1,1 3 122,3-3 1,-3-1-35,7 2 0,-1-5 92,0 5 0,0-2 93,4 1 0,-3 2-102,3-6 1,-4 5 322,0-5 0,-1 6-93,-2-2 0,0-1 360,0 2-315,-5-1 1,-1 4 292,-5 0 1,-5-4-83,-2 1 0,-8-2 23,-4 1 0,-1 2-219,-2-5 0,-5 3 41,-3-3 1,2-1-709,-1-3 1,4 0-173,-1 0 0,4-1 710,4-3 0,31-12 0,13-7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5:57.2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55 8210,'-2'-10'0,"0"2"1030,-2 1-608,1-1 52,3-3 43,0 5 189,0 1-610,0 20 0,1-5 68,2 12 0,-1 1-185,1 3 1,2 4 88,-1 0 1,3 2-251,-3 1 0,0 0 92,-4 0 1,1 0-12,3 0 1,-3-5-5,2-2 1,-1-3-88,-2-1 1,0-4-51,0 1 0,0-9-359,0 1 373,0-8 1,0 1 110,0-8 0,0-2-179,0-5 0,0-3 97,0-1 1,0-5 53,0 2 1,3-3 55,1-1 0,3 1-10,-3 3 1,3-3 154,-3 3 0,5 0-47,-2 0 0,-1 5 123,1-2 1,1 3-49,3 1 0,0 3 133,0 1 0,0 4-39,0 0 0,0 3-60,0 3 0,-4 5-79,1 7 1,-5 2 2,5 5 1,-5 0-102,5 0 1,-5 0-214,5 0 1,-5-1-407,5-3 0,-5 2 34,5-6 644,-1 1 0,9-14 0,1-2 0</inkml:trace>
  <inkml:trace contextRef="#ctx0" brushRef="#br0" timeOffset="409">541 221 7842,'-5'-11'0,"2"1"687,-4 2 0,3 0-211,-3 4 1,3-3-202,-3 3 1,3 2-71,-3 5 1,1 4 5,-1 4 0,-3 1-185,2 2 1,0 2 99,0 3 1,-1 4-212,1-5 1,2 6 7,-1-6 1,4 2-340,0-2 0,-2 2 42,1-6 1,0 1-57,4-4 0,2 0 83,1 0 0,0-5 47,4-2 0,0-3-13,5-1 0,-1-1 38,0-3 1,0-6 105,0-4 1,0-2 65,0 1 1,-2 2 150,-1-6 1,0 2 259,-4-1 1,5-3-203,-2 3 1,-2 0 334,-1 0 0,0 1-228,0-1 0,0 2 95,-4 5 0,0 0 322,0 0 0,0-1-325,0 6 1,0 3-167,0 6 0,0 3-119,0 6 1,0 3-166,0 4 1,3 2-365,1 1 1,0 0 286,-4 0 0,1-4-644,3 1 0,-2-2 381,6 1 1,-5 0 484,5-7 0,23-12 0,11-11 0</inkml:trace>
  <inkml:trace contextRef="#ctx0" brushRef="#br0" timeOffset="742">849 165 7842,'-6'-11'529,"-3"4"-370,1 0 0,2 3 427,-1-3 0,3 4 276,-3 0-715,4 1 1,-5 4 76,4 1 0,-3 0-173,3 4 1,-1 0-295,1 4 0,3 0 174,-3 1 1,2-1-302,-2 0 0,3 0 197,-3 0 1,3 0-250,1 0 1,0 0 122,0 0 1,5-4 31,2 0 1,0 0 47,0 0 1,2 1 154,5-4 0,-2 3-177,3-3 216,-3 5 0,-1-4 525,0 2-378,0 3 1,-4-4 572,-4 5-496,-1 0 1,-4 0 18,-1 0 0,-4 0-56,-4 0 1,-4 0-497,-4 0 1,2 0 1,-1 0 0,0-5 332,0-2 0,2-18 0,5-4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6:03.70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243 349 7729,'-5'-11'975,"-1"5"-607,-5 2 0,0 3-509,0 1 0,-5 1 66,-3 3 1,2 3 62,-1 8 1,-1-2 104,-3 5 1,2 1-40,1 3 0,1-4-81,7 1 0,-1-2 69,8 1 1,0 2-114,4-6 1,6 0 69,5-7 1,4-2 89,3-5 1,7-1-66,-3-3 1,-1-2-63,-3-5 1,-1-5 56,2-2 1,0-3-271,-4-1 0,-4 4-110,-4-1 1,-3 4-133,3-3 0,-4 3-540,0-3 1033,-1 5 0,-17 2 0,-3 6 0</inkml:trace>
  <inkml:trace contextRef="#ctx0" brushRef="#br0" timeOffset="600">331 371 7729,'-5'6'655,"4"4"1,-5-4-390,2 5 0,3 0-67,-3 0 1,3 0-169,1 0 0,0 4 5,0-1 1,4 1-79,-1-4 0,6 0-91,-2 0 196,3 0 1,1-1-328,0-3 1,0-2 118,0-5 0,0-1-290,0-3 1,0 1 151,0-8 1,4 1 3,-1-9 0,5 1 82,-4-4 0,0 0 221,0 0 0,-1-4-131,4 0 0,-4 1 109,0 3 0,-2 4 76,-1 4 1,-1 2 396,-2 1 26,1 4-343,-7 2 0,3 10 115,-5 3 0,0 2-66,0 1 1,0 3-8,0 1 0,0 5-78,0-2 0,0-1-191,0 1 0,3-3 56,1 4 0,1-6-67,-2 2 0,2-3-105,3-1 0,2-1 54,-3-3 0,-1-2-58,1-5 1,1 0 7,3 0 0,1-5-51,3-2 1,-3-8 19,3-3 1,-2-3-15,2-1 1,-3-1 255,3-3 1,-3 1-99,-1-4 0,0 0 89,0-5 0,-4 5-125,1 0 0,-1-1 310,4-3 0,-4 1 59,1 3 1,-6 6 622,2 4-387,-3 6-57,-1 2 0,0 11-24,0 7 1,0 4 44,0 4 1,0 2-225,0 5 0,-1 4-17,-3 0 1,3 7-338,-3-4 1,2 5 155,-2-4 1,3 2-393,-3 1 0,3 0 192,1 0 1,-4-4 29,1 1 0,-1-6-1172,4 2 0,4-4 589,-1-4 1,5-2 295,-5-5 1,6-5 413,-2-2 0,13-37 0,3-10 0</inkml:trace>
  <inkml:trace contextRef="#ctx0" brushRef="#br0" timeOffset="1095">827 371 7729,'0'-11'0,"0"0"0,5 1 403,2 3 1,8-3-53,3 2 1,3 2-153,1-1 1,4 1-1,0-2 1,4 0 67,0 4 0,-3 1-55,-2 3 0,-3 0-208,-3 0 0,-3 4 86,-5 4 0,-4 6-28,0 5 1,-4 2-35,1 1 1,0 5 73,0 2 1,0 3 101,-4 1 1,1 0-89,3 0 0,-3 1-215,3 3 0,2-1 64,1 4 1,-2-4-660,-1 0 0,-3-3 61,-1-3 0,0-3-199,0-5 1,0-5 364,0-2 0,-1-8 102,-3-3 0,-1-4 365,-2-4 0,-2-7 0,5-7 0,-3-4 0,3-4 0,-3 1 0,3-4 0,-3 3 0,3-3 0,1 3 0,3-3 0,0 3 0,0-3 0,0 4 0,0-1 0,0 3 0,0 1 0,0 0 612,0 0 1,0 1-235,0 3 1,1-2 345,3 5 0,2 1-254,5 3 1,0 0 77,0 0 0,5 3-178,2 1 0,3 5-64,1-2 1,4 3-229,-1 1 0,1 0 134,-4 0 0,-1 6-153,-3 5 1,-3 1 89,-8 6 0,-2-3-55,-5 3 1,-6 0-20,-5 0 1,-6 2-349,-9-6 1,3 5-253,-3-5 1,-1 1-456,2-4 0,0 0-1667,7 0 2647,2 0 0,15-19 0,2-6 0</inkml:trace>
  <inkml:trace contextRef="#ctx0" brushRef="#br0" timeOffset="1820">1499 382 5871,'0'-6'3907,"0"-1"-2756,0 4-650,-4 2 1,2-3-122,-1 8 1,1 2-365,2 5 0,0 0 134,0 0 1,0 3-300,0 1 0,4 4 168,0-5 0,4 5-211,0-5 0,-2 5-253,1-5 0,-3 1-370,3-4 1,-1 0 227,2 0 1,1-5 144,-1-2 0,-2-3-221,1-1 417,1 0 1,3-5 144,0-2 0,-1-7-99,-3 0 1,3-6 244,-3 2 0,2-3 63,-2-1 1,3 4 170,-3-1 1,-1 4-50,2-3 1,-6 5-1,2-2 113,2 3 0,-5 4 145,3 1-251,-3 5 0,-1 2-99,0 7 0,0 3-122,0 1 0,0 1 38,0 3 1,0-2-154,0 6 1,5-6 27,2 2 1,-1 1 75,2-2 1,-1 1-203,4-4 0,0-1 50,0-3 0,0 2-40,0-6 1,0 1-73,0-4 84,0 0 1,0-5-48,0-2 1,-1-4-98,-3-4 1,3 2 134,-2-6 0,-2 1 37,1-4 1,-3 0 202,3 0 0,-3-4-138,3 0 1,-4-4 473,0 0 0,2-2-213,-1-1 1,-1 4 502,-3 0 1,0 0-111,0 0 0,0 7 789,0 7-498,0 3-499,-4 1 1,2 10 27,-1 4 0,-2 11-72,1 4 0,0 3-177,4 1 0,0 5 56,0 3 1,0 1-281,0 2 1,0 4-144,0 0 1,4-2-168,0-5 1,3 2-368,-3-3 1,4 2 373,0-2 0,1-6-630,3-4 0,-1-6 406,0 2 1,0-8 70,0-3 1,1-3-116,3-1 652,-3-5 0,28-60 0,2-19 0</inkml:trace>
  <inkml:trace contextRef="#ctx0" brushRef="#br0" timeOffset="1951">1863 305 7729,'0'-11'726,"0"3"-399,0 1 1,5 4-1099,3 0 1,7 0 332,7 0 0,7 1 438,7-1 0,48 6 0,15 4 0</inkml:trace>
  <inkml:trace contextRef="#ctx0" brushRef="#br0" timeOffset="2385">2624 404 7737,'0'-11'0,"0"0"431,0 0 1,0 3 356,0 1-433,0 0 1,5-4-167,2 0 1,3 3-152,1 1 1,4 3-154,-1-3 0,2 4 96,-1 0 1,-3 2 31,3 1 1,-3 0 64,-1 0 0,2 4-162,1 4 0,-2 2 9,3 1 0,-3 0-53,-1 0 1,2 3-10,1 1 0,-1 0-32,1-4 0,2 3 137,-1 1 1,0 0-1,-4-4 1,0-4 18,0 1 1,3-6-27,1 2 1,1-3 160,-1-1 0,-3 0-95,3 0 1,1-5 97,-2-2 0,5-3-34,-5-1 0,0-4 144,-7 0 1,3-3-207,-3 3 0,-2-1 37,-1 2 1,-3 2-2034,-1-3 1130,0 3 837,0 1 0,-10 9 0,-2 4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6:08.0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11 298 7732,'0'-11'1140,"0"0"-320,0 0 68,0 5-380,0 1 0,2 7 100,1 1 1,-2 8-134,3 8 1,1 3-133,-1 3 0,3 0-519,-3 4 0,1 1 200,-2 3 0,-1 0 151,1 0 0,-2 0 24,-1 0 1,-1-4-2133,-2 1 0,1-6 824,-1 2 0,-2-8-746,1-3 1855,-4-8 0,6-21 0,-3-11 0</inkml:trace>
  <inkml:trace contextRef="#ctx0" brushRef="#br0" timeOffset="240">0 309 7732,'5'-16'330,"-2"1"-231,4-4 0,0 0 638,4 4 0,0 1-269,0 7 1,5 2-16,3 5 0,3 0-152,4 0 1,-2 5 72,5 2 0,0 4-49,0 4 1,2 1-131,-6 2 1,0 3-364,-7-2 1,-7 0 208,-7 0 0,-5 0-386,-7-4 0,0 3 223,-11-3 0,-3 0-718,-3-4 1,-6-2 373,2-1 0,-2 0-658,2-4 1,-2 1 46,5-1 1077,1-3 0,12-16 0,3-9 0</inkml:trace>
  <inkml:trace contextRef="#ctx0" brushRef="#br0" timeOffset="431">419 265 7732,'5'-6'2459,"1"1"-1906,5 5 1,0 0 285,0 0 0,0 9-325,0 2 0,4 7-199,0 1 1,0 1-104,-4 3 0,-2-1 0,-1 0 1,0 0-2545,-4 0 1,0-5 2331,-4-2 0,-15-8 0,-3-2 0</inkml:trace>
  <inkml:trace contextRef="#ctx0" brushRef="#br0" timeOffset="589">496 89 7743,'-7'-15'79,"0"1"0,1 2-216,-2 5-731,3 5 161,5-3 707,0 5 0,30 29 0,7 8 0</inkml:trace>
  <inkml:trace contextRef="#ctx0" brushRef="#br0" timeOffset="806">926 199 7778,'0'-11'2449,"-5"0"0,3 5-1530,-5 2 1,3 3-412,-3 1 0,1 10-140,-2 5 0,-2 4-375,3 3 0,-3 5-264,-1 3 0,0 1-1046,0 3 0,0 2 766,0 1 1,-1 0-1145,-3-4 0,3-5 79,-3-2 1616,3-8 0,-9-17 0,-2-8 0</inkml:trace>
  <inkml:trace contextRef="#ctx0" brushRef="#br0" timeOffset="998">640 199 7778,'0'-11'681,"-1"4"1030,-3-1-1404,3 6 0,-3-3-103,8 5 1,2 1 209,5 3 1,3 6-59,1 4 0,5 6-667,-2-2 0,3 3-239,1 1 0,-4 4-564,1 0 1,3 0 60,4-4 0,-2-2 682,-6-1 0,3-3 371,-2-5 0,1-5 0,2-1 0</inkml:trace>
  <inkml:trace contextRef="#ctx0" brushRef="#br0" timeOffset="1515">1026 420 7778,'11'-6'-311,"0"2"1,-4 3 181,0 1 96,1-5 0,3 4 132,0-3 0,0 3-14,0 1 1,-4 0-49,0 0 0,1 0-147,3 0 1,-4 0 97,1 0 1,-2-2-136,1-1 0,3 1-35,-3-1 1,-1-3 47,2-2 282,-6-1 1,7-2-66,-6-1 0,1 1 36,-4 0 0,-5 0-24,-2 0 0,-3 2 180,-1 1 0,-1 0 87,-3 4 1,3 0-86,-3 4 1,-1 0 49,1 0 1,1 4-44,3 0 1,3 5-89,1 2 1,5 2 17,-2 5 0,-1-3-192,1 3 0,2 1-57,6 3 0,-2-2-241,5-1 0,2 0-74,6-4 0,-2 3 207,5-3 1,1 0-161,3-4 0,1-5 53,3-2 1,-2-3 268,6-1 1,-2-5-70,1-2 0,-2-8 159,-5-3 1,0-3 0,0-1 0,-1-2-88,-2-1 1,-3 1 33,-5-1 1,-2-2-29,-1 1 0,-2-5 161,-2 2 1,-3-2-43,2 2 1,-1 1 283,-2 2 1,-2 3-165,-1-3 1,2 4 740,-3 4-520,3 2 1,-1 6 569,-1 3-420,2 2-402,-9 10 0,7 6-32,-4 7 1,4 3-1,0 1 0,2 4 255,1-1 1,0 8-119,0-3 1,0 4-1193,0-4 1,1 1-83,2 2 0,-1-1-564,1-2 0,0 0 208,0-4 0,0 0 168,4-4 1121,-4-5 0,16-16 0,0-8 0</inkml:trace>
  <inkml:trace contextRef="#ctx0" brushRef="#br0" timeOffset="1875">1874 243 7778,'-11'-10'644,"0"3"0,3 2-188,-3 5 1,2 0 144,-5 0 0,0 0-210,-1 0 1,2 0-16,-5 0 1,4 4-283,-1 0 1,3 4-218,1-1 0,4 3-497,-1 1 0,6 2 453,-2 1 0,8-1-443,3 1 1,3 0 253,1 0 0,4-1 77,-1 1 0,6-1-43,-2-2 0,3-4 292,1 0 1,-3 1-118,-1 3 1,-1-2 413,2-1 0,-3 2-148,-5-3 0,-2 3 324,-1 1 0,0-4 16,-4 0-376,0 1 1,-9 3-211,-3 0 1,-6-5 57,-5-2 0,-2 1-240,-1-2 0,0 1 112,0-4 0,2 4-261,1-1 1,-2 1 457,3-4 0,-18-15 0,-4-3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6:07.1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121 133 7732,'0'-8'519,"0"1"1,0-2 1160,0 0-1371,0 2 1,0 4-61,0 6 0,0 4-206,0 4 1,0 3 99,0 1 1,-1 5-90,-3-2 1,3-1-42,-2 1 1,0 0-196,-1 0 1,3 2-188,-3-6 1,2 1 218,-2-4 1,3 0 135,-3 0 1,3-4-35,1 1 1,-1-6-28,-3 2 0,3-4 6,-3-4 1,3-2-73,1-5 1,1-5 115,3-2 0,-1 1 3,4-2 1,0 0-38,4-7 0,-2 3-112,2-3 1,-3 3 43,7 1 0,1 0 31,-1 0 0,4 3 127,0 1 0,2 6 55,1 1 0,-2 1 145,-1 6 1,2 0-55,-3 4 0,-2 6-115,-1 6 1,1 2 70,-2 5 0,0 4-50,-7-5 0,2 7-195,-6-3 0,1 0 133,-4 4 0,0-3-533,0-1 1,0-4-120,0 1 0,-1-6-1275,-3 2 1906,3 2 0,-19-15 0,2 2 0</inkml:trace>
  <inkml:trace contextRef="#ctx0" brushRef="#br0" timeOffset="225">0 463 7732,'0'-6'3279,"5"1"-2720,2 5 1,13 0-183,6 0 1,10 0-353,8 0 0,7 0 141,7 0 1,1-3-966,0-1 1,-6 0-58,-13 4 1,-4 0-1923,-11 0 2778,1 0 0,-38 10 0,-3 2 0</inkml:trace>
  <inkml:trace contextRef="#ctx0" brushRef="#br0" timeOffset="635">309 651 7732,'-22'-6'761,"0"-4"96,0 3 0,0 2 43,-1 1 0,5 3-393,0 1 0,4 0-233,0 0 0,1 0-93,2 0-581,0 5 1,1 1 251,3 5 1,2-4-1333,5 0 1043,0 1 0,0 3 63,0 0 0,5-1-45,2-3 1,3 2 66,1-6 1,2 5 142,1-5 1,-2 2 8,3-1 0,1-3-57,-1 3 1,3 1 43,-3-2 1,3 2 218,-3-1 0,3-3 75,-3 3 0,3 1 91,-3-2 0,0 2-65,-4-1 1,0-3 246,0 3 155,0 2-38,-5 0 1,-1 5 187,-5 0 1,-5-1-246,-2-3 1,-8 3-95,-3-3 1,-8 0-64,-4 0 0,-1-1-480,-2 1 1,-1 0 211,1-4 0,0-2-979,0 3 1,5-3-64,2-1 0,4-5 1053,4-2 0,36-32 0,14-9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06:11.2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298 329 7704,'0'-11'0,"0"-1"411,0 1 1,-1 2-52,-3 1 0,-3 0 37,-8 4 0,1 0-127,-4 4 0,0 0-239,-4 0 0,0 0-91,-1 0 1,1 0 114,0 0 0,0 4-201,0 0 1,5 4 114,2 0 1,4-2-130,4 1 1,-2-3 19,6 3 0,-1 1-223,4 3 0,5-4 48,2 0 1,4 1-45,4 3 1,2-4 9,5 0 1,0-3 49,0 3 1,4-1 211,0 2 1,3 0-47,-3-4 0,3 5 95,-3-2 0,3-1 68,-3 1 0,0-3 8,-4 3 1,0 1 207,0 3 0,-5-1-110,-2-3 0,-8 3 23,-3-3 0,-8-1 181,-3 2 1,-8-2-118,-3 1 0,-4 2-79,-4-6 1,-2 2 207,-5-1 0,-4-3-129,0 3 1,2-3-310,5-1 1,0 0-305,4 0 1,-2 0-976,6 0 1365,2-5 0,29-11 0,4-7 0</inkml:trace>
  <inkml:trace contextRef="#ctx0" brushRef="#br0" timeOffset="274">849 306 7722,'-6'-1'2067,"2"-2"-1792,3-4 1,7 1 68,5 3 1,1 1-96,7 2 1,3 2-857,4 1 0,4 0 343,0 4 1,1-4-1053,2 0 0,-1-2 1316,-2-1 0,-8 5 0,-6 2 0</inkml:trace>
  <inkml:trace contextRef="#ctx0" brushRef="#br0" timeOffset="440">805 450 7722,'11'0'0,"1"0"684,3 0 1,2 0-459,5 0 1,5 0-520,2 0 0,3 0-1477,1 0 1770,0 0 0,5-5 0,2-1 0</inkml:trace>
  <inkml:trace contextRef="#ctx0" brushRef="#br0" timeOffset="884">1764 251 7675,'-12'-11'0,"-2"2"-24,0 1 1,-2 0 575,1 4 0,2-3-152,-6 3 1,1 0-28,-4 4 1,0 0-211,0 0 1,1 0-71,2 0 1,0 4 130,4 0 0,0 3-26,4-3 1,5 4-782,3 0 0,1 1 367,2 2 0,3 0-71,4 0 1,2 0 107,9 0 1,-3 0-235,3 1 1,1-1 148,3 0 1,0 0 13,0 0 1,0 0 50,0 0 0,0 0 44,0 0 1,-4 0 86,1 0 0,-1-4-90,4 0 1,-4 1 334,1 3 0,-7-4-132,-1 1 0,-4-5-70,-3 5 0,-4-2 498,0 1 1,-8 2 663,-7-6 1,-8 5-685,1-5 0,-8 1-110,1-4 0,-7 4-764,-1-1 0,-3 1 315,3-4 0,1 0-952,2 0 0,3-1 1058,1-3 0,13-17 0,7-8 0</inkml:trace>
  <inkml:trace contextRef="#ctx0" brushRef="#br0" timeOffset="1107">1918 97 7747,'-6'-5'670,"1"4"299,5-4 0,0 10 195,0 2 0,6 8-578,5 3 0,1 4-630,2 4 0,2 2 74,-1 5 0,3 0-1082,-3 0 1,0 3 334,-4-3 0,-2 3-21,-1-7 0,-2-3-310,-2-4 1048,-3 0 0,4-34 0,-5-3 0</inkml:trace>
  <inkml:trace contextRef="#ctx0" brushRef="#br0" timeOffset="1592">1885 284 7747,'-5'-11'512,"4"0"-359,-3 0 1,3 4 434,1 0 0,1 4-144,3 0 1,6 1-105,5 2 0,4 0-161,0 0 1,3 4-132,3 0 0,0 4-366,4 0 1,-1 3 230,2 3 1,1-1-245,-6 1 0,0-1 199,-7-2 0,2 1-22,-6 2 0,-3-1 183,-3 1 1,-6-1-146,2-2 135,-3 0 0,-1 0 213,0 0 0,0-4 96,0 0-195,0 1-542,0-2 207,0 4-469,0-9-585,0 4 1034,0-15 0,0 3 24,0-8 1,0 3 324,0 1 0,4 0-119,-1 0 1,6 0-129,-2 0 0,3-4 60,1 0 0,0 2 387,0 5 1,4-1 9,0 1 0,-1 3 2,-3 2 0,4 1-111,0 2 1,1 0-107,-2 0 1,2 5-36,3 3 1,-2 2-2,-2 1 1,-2 1-44,5 3 1,-4-2 35,1 5 0,-3-4-212,-1 1 0,-4 0-133,1 0 0,-2 0-624,1-4-830,-2 0 770,-5 0 950,5-5 0,6-30 0,6-13 0</inkml:trace>
  <inkml:trace contextRef="#ctx0" brushRef="#br0" timeOffset="1732">2425 119 7747,'-14'-17'674,"-1"2"1019,5 3-1612,5 1 1,7 5-530,1 2 0,3 3-1468,5 1 1916,0 0 0,10 10 0,3 2 0</inkml:trace>
  <inkml:trace contextRef="#ctx0" brushRef="#br0" timeOffset="2184">2767 20 7748,'-5'-11'2193,"4"5"0,-3 3-1682,8 11 1,-1 1-9,4 13 1,4 3-40,4 8 0,4 1-132,0 3 1,-2 2-772,1 5 1,1 2 358,3 1 1,-5-7-942,-3-4 1,-3-6 191,-3-8 1,-2-6-844,-2-5 1195,-3-5 1,4-7 107,-5-3 0,0-2-4,0-5 1,0-5 75,0-2 1,-2 0 240,-1 0 0,2 1-63,-3-1 0,-2-2 264,-2 5 1,2 1-179,-1 3 1,-2-1 461,-5 1 0,0 2-16,-4 1 1,-2 3 175,-5 5 0,0 0-24,-4 0 1,4 5-178,-1 3 1,4 3 154,4 3 1,2 4-145,5 4 0,5 0-408,2 0 1,9 3-165,6 1 0,5 0-251,6-4 1,4-5-1013,0-2 0,3-4 685,-3-4 1,3-2-253,-3-5 1003,0 0 0,20-34 0,7-9 0</inkml:trace>
  <inkml:trace contextRef="#ctx0" brushRef="#br0" timeOffset="2560">3087 384 7748,'7'0'467,"1"0"1,-1 0 672,4 0 1,1 0-686,3 0 0,1 3-254,2 1 1,3 0-1,-3-4 1,2 3 24,-2 1 1,3 0-784,-2-4 0,-3-2-276,-2-1 0,2 0 498,-1-4 1,-2 0-91,-5-4 1,0 0 139,-4 0 1,0-2 399,-4-1 0,-5 0-93,-3-4 0,-6 4 419,-5 0 1,-3 3-231,-3 3 1,0 0 205,-4 4 0,0 0-121,0 4 0,-2 2 789,6 1 1,0 8-414,7 8 0,7 1-165,7 2 0,4 5-89,4 3 1,4 0-161,11 0 1,5 0-45,13-4 0,2 0-233,5-4 0,-1-5-305,-2-2 1,0-8-1541,-4-3 1,0-4 852,-4-4 0,-5-2-529,-2-5 1,-8-1 1539,-3-3 0,-8-17 0,-2-8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7:26.0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0 299 7723,'0'-7'1727,"0"3"1,4 5-1373,-1 2 0,5 5-537,-5 7 1,5-2-187,-4 5 1,4-3-421,-1 3 0,0-3-347,0 4 1,-5-5 285,2 5 849,-3-6 0,-1-7 0,0-7 0</inkml:trace>
  <inkml:trace contextRef="#ctx0" brushRef="#br0" timeOffset="183">11 78 7723,'-6'-11'-185,"1"0"-448,5 0-11,0 0 458,0 0 1,1 1 185,3 3 0,2 2 0,5 5 0,0 4 0,0-1 0,0 6 0,0-2 0,0 3 0,20 75 0,-13-34 0,-1 0 0</inkml:trace>
  <inkml:trace contextRef="#ctx0" brushRef="#br0" timeOffset="691">165 453 7723,'0'11'-309,"0"0"1,0 0 415,0 0 0,0-4 1383,0 1-448,0-6-70,0 3-690,0-5-59,0-5 1,0-1-199,0-5 1,0-4 68,0 1 1,2-5-45,1 5 1,0-6-83,4 2 1,-1 0-208,2 0 1,1 3 35,-1-3 1,2 3 47,1-3 0,0 4 91,0 0 1,0 3 8,0 3 69,0-1 1,0 7-37,0-1 1,-1 3 33,-3 3 0,2 3-51,-6 5 1,5 4-3,-5 0 0,5 3-91,-5-3 0,1 3 65,-4-3 1,1 3-92,3-3 1,-3 1 54,3-1 0,-3-3 27,-1 3 1,0-3-150,0-1 280,0 0-19,0 0-60,-5-5 293,4-1-168,-4-5 0,5-1 0,0-3-76,0-2 1,0-5 108,0 0 0,0-4-53,0 1 0,4-1 105,-1 4 1,6-4-37,-2 0 1,-1 0 55,2 0 0,-1 3-78,4-3 0,0-1 84,0 1-158,0 1 1,0 3 69,0-1 0,0 6-138,0 3 1,0 1 73,0 2 0,-3 2-154,-1 1 0,-3 3-135,3 6 1,-3 2-120,3 1 0,-5 1-48,2-1 1,-1-3 147,0 2 0,-2 2-610,3-1 1,-3 0 334,-1-4 0,0 0-174,0 0 697,0-5 0,5-1 0,1-5 0</inkml:trace>
  <inkml:trace contextRef="#ctx0" brushRef="#br0" timeOffset="1275">926 365 7723,'-10'-17'0,"3"2"0,-3 3 544,3 1 0,1 3-88,-2 1 1,5 4 17,-5 0 0,2 0 24,-1 0-299,-3 1 0,8-1-275,-6 6 1,5 0 94,-5 4 1,6-3-19,-2 3 1,-1 1 81,2 3 0,-1 0-287,4 0 1,-4 0-34,1 0 1,-1 0-132,4 0 0,0 0-26,0 0 0,0 0 114,0 0 1,0 0-16,0 0 0,0-4 45,0 1 0,1-5-57,3 5 0,-2-6 65,6 2 0,-1-3-57,4-1 1,4 0 298,-1 0 0,1-1 0,-4-3 0,0 2 0,0-6 0,0 5 0,0-5 0,0 1-2,0-4 1,-3 4 1,-1-1 0,-5 1 344,2-4 1,-3 3-154,-1 1 0,0 0 141,0-4 0,0 3-2,0 1 1,-1 3 471,-3-3-573,3 5 125,-9-3-356,9 5 63,-9 0-79,9 0 0,-4 5 0,5 2 1,1 3-72,3 1 1,-1 0 74,4 0 1,-3 1 51,3 3 0,-1-2 72,1 6 1,3-2-65,-2 1 1,-2 3 172,1-3 1,-5 2-111,2-2 1,-3 2 176,-1-5 0,-1 3-41,-3-3 0,-2-1-335,-5-3 1,-5-1-172,-2-2 0,-3 0-302,-1-4 1,0-1-86,0-3 0,0 0 302,0 0 1,1-4 345,3-4 0,26-21 0,12-7 0</inkml:trace>
  <inkml:trace contextRef="#ctx0" brushRef="#br0" timeOffset="1728">1147 398 7832,'6'0'783,"0"0"-458,-2 0-282,2 0 0,5 3 87,0 1 1,3 1-78,1-1 1,0-3 94,-4 3 1,4-3-378,-1-1 1,1 0 71,-4 0 1,1 0-55,3 0 0,-6 0 33,2 0 0,-3-5-209,3-2 299,-5-3 1,0-1 30,-2 0 1,-3 0 132,3 0 0,-6 0-77,-2 0 1,-5 0 133,2 0 1,-4 1-86,-4 2 1,3 4 365,-3 4 1,2 0-67,-2 0 1,3 0 53,-3 0 1,3 4-85,1 4 1,3 3-116,1 4 1,5-2-228,-2 5 0,3 1 83,1 3 0,0 0-260,0 0 0,1-1 39,3-3 1,2 2-59,5-6 1,0 5-142,0-5 1,4 0-292,-1-7 1,2 2-235,-1-5 1,-2-1 885,6-3 0,-6 0 0,52-29 0,7-8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7:25.0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23 166 7723,'-6'0'-290,"-4"0"482,9-5 737,-4 4-132,5-4 143,0 5-729,5 0 1,-3 0 21,5 0-34,1-5 0,3 4-220,0-3 1,0 0 68,0 0 0,-4-3 192,1 3-735,-1-5 1,4 3 276,0-5 1,-5 4 136,-2-1 42,2 1 0,-5-4 182,3 0 1,-3 4-84,-1-1 0,0 5 305,0-5-188,0 6-171,0-3 77,0 5 1,0 6-157,0 5 0,0 1 101,0 7 1,0-3-52,0 6 0,0-3-36,0 7 0,4-3-114,-1-1 0,5 0-43,-5 0 1,5 0-205,-5 1 0,5-1-300,-5 0 0,5-2 298,-5-1 0,1-3-76,-4-5 1,0 0 497,0 0 0,0-5 0,-5-11 0,-1-7 0</inkml:trace>
  <inkml:trace contextRef="#ctx0" brushRef="#br0" timeOffset="209">12 453 7723,'-6'0'2283,"1"0"-1836,5 0-119,5 0 1,1 0-240,5 0 0,5 0-210,2 0 0,3 0-279,1 0 0,5 0 284,2 0 0,2 0-1077,-2 0 0,3 0 1193,-2 0 0,11-15 0,4-3 0</inkml:trace>
  <inkml:trace contextRef="#ctx0" brushRef="#br0" timeOffset="477">409 122 7723,'-5'-11'0,"3"4"1784,-1-1-704,2 1-67,1 1-572,0 1 0,1 5-64,2 0 1,0 6-317,4 5 1,1 1 92,3 7 1,-2 0-525,-1 7 0,2-3 275,-3 3 1,-2-3-330,-1-1 0,0 2 233,0 1 1,0-1-964,-4 1 1,0-5 239,0-2 0,0-4-322,0 1 1236,0-3 0,-5-26 0,-1-5 0</inkml:trace>
  <inkml:trace contextRef="#ctx0" brushRef="#br0" timeOffset="753">353 78 7723,'-11'-11'0,"4"-4"1283,0 1-418,4-1-4,-7 4-542,9 5 1,1 1-20,8 5 1,3 1-219,3 3 0,3 1 141,6 2 1,2 7-282,1-3 0,5 7 102,-2 0 0,-1 3-441,2 1 1,-2 4 194,1 0 0,-3 3-178,-8-3 0,-3 3 140,-8-3 1,-2 3 14,-5-3 1,-5 0 181,-2-4 1,-8 0-105,-3 0 0,-7-5 3,0-2 1,-5-4-177,5-4 0,-5-2-460,4-5 0,2 4 70,6-1 710,2 1 0,24-24 0,6-4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7:23.4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1 9041,'5'11'748,"-3"1"-562,6 3 0,-1 2-62,4 5 0,0 0-231,0 0 1,0 5 85,0 2 0,-1 0-58,-3 0 0,2-4 70,-5 0 0,0-1-430,0-2 0,-3-4 189,3 0 0,-3-8-1101,-1 1 879,-5-2 0,3-3 472,-5-2 0,-1-47 0,-3-12 0</inkml:trace>
  <inkml:trace contextRef="#ctx0" brushRef="#br0" timeOffset="240">12 34 7274,'-6'-6'1675,"1"1"-1525,5 5 1,5 0-32,2 0 1,4 0 40,4 0 1,0 0-120,7 0 1,-2 0-189,10 0 0,-1 0-299,4 0 1,0 0-479,0 0 1,-4 0 140,-4 0 783,-1 0 0,-7 0 0,-1 0 0</inkml:trace>
  <inkml:trace contextRef="#ctx0" brushRef="#br0" timeOffset="692">34 144 7721,'-6'0'0,"0"0"458,2 0-61,3 0-668,-4 0 225,15 0 1,-3 1-362,8 3 0,-2-3 203,2 3 0,2-3-131,5-1 0,0 0 97,0 0 1,4 1 237,0 3 0,3-3 0,-3 3 0,0-3 0,-4-1 0,0 0 0,0 0 0,0 0 0,0 0 0,-5 0 0,-2 0 0,-3 0 0,-1 0 0,0 0 0,-5 1 57,-2 3 98,-3-3 0,-6 8-80,-2-5 1,1 3-43,-2-3 0,1 4 143,-4 0 0,-4 1-70,0 2 0,2 0 121,6 0 1,-3 0-66,2 0 1,-1 4-39,-2 0 1,5 1-58,2-1 0,3-3-105,1 2 1,0-1 133,0-2 1,5 0 2,2 0 1,3-4-81,1 0 0,3-4 38,1 1 0,5-4-88,-2-4 1,-2-2 81,-1-5 0,-1-1-199,-3-3 1,2 1-18,-10-4 0,5 3-309,-5-3 0,1 3 155,-4-3 0,-1 4 319,-3 0 0,-22 1 0,-9 2 0</inkml:trace>
  <inkml:trace contextRef="#ctx0" brushRef="#br0" timeOffset="1043">629 221 7405,'0'-6'2043,"5"1"-1858,-4 5 1,4 5-268,-5 3 0,0 3-72,0 3 1,0 0-82,0 4 0,0-3 60,0 3 0,0-1 92,0 2 0,0 0 118,0-4 1,0 0-72,0-4 0,0 0 623,0 0-223,0 0 241,0 0 170,0-5 125,0-1-488,0-15 1,0 3-82,0-8 1,2 3-260,1 1 1,0-1 79,4-3 1,-3 1-533,3-4 1,0 1 252,4-2 0,4 2-417,0 3 1,1 1-303,-2-1 1,0-1-1562,4 4 2407,-4-3 0,11 18 0,-1-3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7:30.8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232 276 7739,'0'-7'0,"-1"-1"263,-3 0 1,2 3-51,-6 1 0,1 3-67,-4 1 0,0 0 67,0 0 0,-1 0 67,-3 0 0,2 1-89,-6 3 1,6 1 12,-2 2 1,-1 3-225,1-3 0,1 3 79,3 1 0,1 0-62,3 0 1,-2 0 59,5 0 0,1 1-379,3 3 0,0-3 150,0 3 0,5 1-271,2-1 1,8-2 173,3-6 0,3 2 26,1-5 1,4-1 153,-1-3 0,0 0 154,-7 0 1,2-5-293,-6-2 1,4-6 122,-7-2 0,1-3-295,-8 3 0,3-5 103,-3 2 0,-1 2 296,-3 1 0,0-2 0,-14 5 0,-5-4 0</inkml:trace>
  <inkml:trace contextRef="#ctx0" brushRef="#br0" timeOffset="451">475 265 8827,'0'7'324,"0"1"0,0-5-302,0 5 1,0-1 83,0 4 0,0 0-202,0 0 1,0 0 81,0 0 1,0 0-150,0 0 0,1 0 40,3 0 0,-2 0-45,5 0 1,-3-5 42,3-2 1,1 1-118,3-1 0,-4-1-41,1-3 1,-1-3 81,4-1 0,4-8 77,-1 1 0,1-6-17,-4 2 0,0-4 186,0 5 0,0-6-48,0 2 1,-1 1 195,-3-2 1,2 6-19,-5-2 0,0 3-25,0 1 0,-3 3 257,3 1-88,-3 5-136,-1-3 0,0 6-84,0 3 1,0-2 110,0 5 0,0 1-93,0 3 1,0 4-132,0-1 1,0 2 66,0-1 0,0-3-16,0 3 0,1 1-38,3-2 1,-3 1-138,3-4 1,1 0-258,-1 0 0,4-5 177,-1-2 1,3 1-408,1-1 1,0-2 231,0-6 1,2-2 392,1-5 0,13-39 0,8-10 0</inkml:trace>
  <inkml:trace contextRef="#ctx0" brushRef="#br0" timeOffset="665">938 33 7739,'-1'-9'376,"-3"1"0,3 2 210,-3 2-391,3 3 108,1-4 0,0 7-69,0 1 1,1 5-94,3 6 1,-2 0 58,5 4 1,-4 1-211,1 3 0,0 1-71,0 3 1,1-3-137,-1 3 0,-3-3-108,3-1 1,-3 0-267,-1 0 0,3 0 42,1 0 1,0-5-141,-4-2-28,0-3 717,0-6 0,0-25 0,0-12 0</inkml:trace>
  <inkml:trace contextRef="#ctx0" brushRef="#br0" timeOffset="976">894 243 7739,'0'-7'-62,"0"-1"-29,0 6 0,5-7 104,2 5 1,3-3 3,1 3 1,3 0 44,1 0 1,5 3-38,-2-3 1,2 2 127,-2-2 1,2 3-104,-6-3 0,5 3-41,-5 1 1,1 0-84,-4 0 1,0 3 113,0 1 0,-1 5-135,-3-2 1,-1 4 67,-2 4 0,-3-2-18,3 6 0,-2-5 32,2 5 1,-3-1-4,3 4 0,-3 4 34,-1 0 0,0 3 83,0-3 1,2 1-57,1-2 0,-2-1-31,3 1 0,-3-1-175,-1-2 0,0-5 111,0-3 1,0-1-732,0-2 305,0 0 55,-5-5 421,4-1 0,-4-30 0,5-5 0</inkml:trace>
  <inkml:trace contextRef="#ctx0" brushRef="#br0" timeOffset="1267">1158 265 7737,'0'-11'0,"-3"4"460,-1-1 0,0 5-49,4-5 1,-3 4 111,-1-3-323,0 5 1,5-7-53,3 5 0,2 1-24,5 3 0,0 0-123,0 0 0,5 0 3,3 0 1,-2 0 105,1 0 0,-1 1-295,2 3 0,0 2 109,-4 5 1,3 0-130,-3 0 0,-4 4 85,-4-1 0,-4 2 59,0-1 1,-3-3-19,-3 3 1,-3 1-75,-5-2 0,-5 1-65,-3-4 1,-5 0 57,-2 0 0,0-3-603,4-1 1,4-5-29,0 2 791,4-3 0,42-20 0,16-6 0</inkml:trace>
  <inkml:trace contextRef="#ctx0" brushRef="#br0" timeOffset="1968">1478 287 7737,'-6'0'1557,"1"0"-831,5 0 1,0 5-650,0 2 1,0 1 90,0 3 0,4-3-53,-1 7 0,2-2 98,-1 2 0,-3-1-198,3 4 1,1-3-119,-2 3 1,5-5-133,-5 2 0,5-3-598,-5-1 634,6-4 0,-3-3-283,5-4 0,0 0 201,0 0 0,-1-4-121,-3-4 1,3-3 42,-3-4 0,3 2 187,1-5 1,-1 0-44,-3 0 1,2-2 217,-5 6 1,4-5-75,0 5 0,-4-1-201,0 4 743,-3 0 0,1 1-93,1 3-155,-2 2 0,4 6-69,-5 3 0,0 2-54,0 5 0,0 0-40,0 0 0,0 0 7,0 0 0,0 4-100,0-1 0,2 1 76,1-4 0,0 0-128,4 0 0,-3 0 109,3 0 1,0-1-193,4-3 1,1 2 89,-1-5 1,0-1 61,0-3 1,0 0-31,0 0 1,3-5-8,1-2 1,1-3-53,-1-1 0,-3 0 35,3 0 0,1-5-57,-2-2 0,1 1 78,-4-2 1,-1 1 20,-3-4 0,2-4-39,-6 1 1,5-6 85,-5 2 1,2-3 39,-1-1 1,-3 4 191,3 4 0,-3 1 79,-1 2 282,0 10-460,-5 2 1,3 12-19,-6 1 0,5 5 840,-5 6 0,6 3-385,-2 5 0,3 4-307,1 0 0,0 1-155,0-1 0,0-2-129,0 5 0,0-4 50,0 1 1,0-2 127,0 2 1,1-3-354,3 3 1,-3-3 84,3-1 0,1-1-728,-2-3 0,5 0 395,-5-4 0,6-6-646,-2-1 1,-1-5 358,2-2 0,-2-1 712,1-2 0,18-43 0,-1-14 0</inkml:trace>
  <inkml:trace contextRef="#ctx0" brushRef="#br0" timeOffset="2140">1908 232 7737,'-7'-6'0,"-1"2"700,6-2 1,2 5-389,7-3 0,7 3-317,0 1 0,6-1-1036,-2-3 1,4 3 431,4-3 0,-2 2 609,6-2 0,9 3 0,6-4 0</inkml:trace>
  <inkml:trace contextRef="#ctx0" brushRef="#br0" timeOffset="2635">2470 386 7883,'0'-6'1464,"0"-4"-1053,5 4 0,1-4-108,5 3 1,1 1-104,3 2 1,-1 3-43,4-3 1,-3-1 41,3 2 0,-1-1-229,2 4 1,1 0 8,-1 0 0,-3 1-37,-2 3 1,2-2-371,-1 6 1,1-1 203,-1 4 0,-3-4-105,3 1 1,-3-1 109,-1 4 1,0-1 166,0-3 1,-1 3-77,-3-3 1,3 0-17,-3 0 1,3-5 336,1 2 0,-4-3 42,1-1 1,-1 0-41,4 0 0,0 0-97,0 0 1,-4-1-99,1-3 0,-1 0 56,4-4 0,-3-2-561,-1 3 1,0-3 229,4-1 0,-5-1 274,-2-3 0,7-12 0,1-7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7:29.9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22 165 7775,'-11'0'980,"5"0"-778,1 0 32,5 0-78,5 0 0,6 0-144,7 0 1,4 0 100,4 0 1,6 0-289,5 0 0,1-4-20,-2 1 0,0-1-32,4 4 0,-9 0-420,-2 0 1,-4-4 312,-3 1 0,-9-1-241,-2 4 575,-7 0 0,-24 0 0,-10 0 0</inkml:trace>
  <inkml:trace contextRef="#ctx0" brushRef="#br0" timeOffset="232">66 297 7707,'-11'5'0,"0"-3"974,5 2-241,-4-4-633,9 5 1,1-3 38,7 1 0,4-2 140,4-1 0,2-1-214,5-2 1,2 1-185,1-1 1,0-2-614,4 1 0,-4 0 405,0 4 1,0-3-162,1-1 0,-4-3 18,0 3 470,0 0 0,-5-20 0,5-7 0</inkml:trace>
  <inkml:trace contextRef="#ctx0" brushRef="#br0" timeOffset="525">320 55 7707,'-2'-11'239,"-1"0"0,2 3 290,-3 1-367,3 5 0,1-4-398,0 2 1,8 3 237,3-3 1,8 4 397,-1 4 1,3 2-338,1 5 1,5 1 42,2 3 1,-2 2-298,-1 5 1,-4 0 95,-4 0 0,-2 0 50,-5 0 0,-5 1 51,-2 3 0,-5-3-109,-6 3 1,-3-3-49,-12-1 0,1 0-84,-9 1 0,5-5-122,-5 0 1,6-4 115,-2 0 0,4-1-439,4-2 680,2-5 0,39-26 0,9-10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7:34.5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56 7706,'0'-6'722,"0"-4"-445,0 4 200,0-1 214,0 3-78,0 4-391,0 4 0,0 3-25,0 4 0,1 0-292,3 0 0,-3 1 10,3 3 0,-3-3-70,-1 3 1,0-2-11,0 2 1,0-3 61,0 3 0,0-3-39,0-1 0,0 0 84,0 0 1,0 0-80,0 0 0,-1-1 96,-3-3 0,3-1-290,-3-2 134,3-3-158,1 4 206,0-5 1,0-5 48,0-2 1,0 0 103,0-5 1,4 4-60,0-7 0,3 2 103,-3-2 1,3 2-69,-3-6 0,4 6 32,0-2 0,1-1-34,2 1 0,0-1 28,0 2 0,0 2 19,0-3 0,2 3 4,1 1 0,-1 3 74,1 1 1,-1 4 179,-2 0 0,0 2 71,0 1 0,0 4-120,0 4 1,-4 2-20,0 1 0,-3 5-51,3 2 0,-3-1-99,3 1 1,-4 0 80,1 0 1,-2 2-228,2-6 0,-3 2-490,3-1 0,1-3 323,-2 3 0,1-3-558,-4-1 1,1-4-111,3 1 389,-3-6 527,4 3 0,-10-15 0,-1-2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7:35.9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23 7706,'-8'-2'-1048,"1"0"1395,-2-2 0,4-1 586,2 2-641,-3 2 48,4-4-206,-2 5 0,12 0 12,3 0 0,9 0-130,2 0 0,2 0 41,9 0 1,3 0 77,8 0 0,5 0-128,2 0 1,7 0 54,1 0 1,3 0-128,-3 0 1,2 0 87,-6 0 0,-4 0-458,-15 0 1,-5 0-201,-13 0 301,-2 0 1,-11 0-207,-5 0 1,-5 0 227,-6 0 1,-5 0 311,-2 0 0,-42 0 0,-11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7:40.0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78 7662,'-7'-4'-56,"0"-1"1429,3-1-867,0 4 1,4-2-62,0 8 1,1 3-125,3 8 1,3 2-129,8 5 0,-3 5-236,3 2 1,1-1 118,-2 2 0,1-1-247,-4 4 1,-1-3 165,-3-1 0,2-4-966,-6 0 1,1-3-736,-4-3-95,0-3 1801,0-10 0,-15-50 0,-3-18 0</inkml:trace>
  <inkml:trace contextRef="#ctx0" brushRef="#br0" timeOffset="205">23 78 7662,'-6'-1'1276,"2"-3"-517,-2 3-373,5-4 52,-4 0 0,11 4-113,5-3 1,2 3-61,9 1 1,-1 0-202,9 0 0,0 1-215,7 3 0,-2-3-758,6 3 0,-4 0 588,3 0 1,-2 1-372,-1-1 1,-2-2 691,-9 5 0,-5 1 0,-5 3 0</inkml:trace>
  <inkml:trace contextRef="#ctx0" brushRef="#br0" timeOffset="599">111 254 8466,'12'0'-91,"3"0"0,7 0-152,7 0 1,4 0 69,4 0 0,2 0-1,5 0 1,0 0 87,1 0 0,-3 4-111,-1 0 0,-8-1 47,-7-3 0,-4 1-301,-4 3 601,-7-3 1,-7 8-144,-8-5 0,-3 4 193,-8-1 1,2 3-69,-6 1 0,5 0-13,-5 0 0,4 4-41,-3 0 0,5 3 295,-2-3 1,8 1-88,3-2 1,3 0 23,1 4 0,0-4-225,0 0 0,6-1-107,5-2 1,1-4 47,6 0 0,-3-4 79,3 1 1,0-7-2,0-1 0,2-5-162,-6-2 1,1-2-200,-4-5 0,-5 0-238,-2-4 0,-4 0 220,-4-1 1,-2 3-309,-5 1 0,0 0 76,0 4 507,-5-5 0,-11 3 0,-7-5 0</inkml:trace>
  <inkml:trace contextRef="#ctx0" brushRef="#br0" timeOffset="891">684 331 7688,'10'8'1094,"-3"-1"0,3-3-649,-3 3 0,3-1-196,1 2 0,0 1 83,0-1 0,0 3-67,0 3 1,0-1-365,0 1 0,-1-1 130,-2-2 0,0-4-180,-4 0 1,1-1 112,-2 2 198,-1-3-127,3 0-25,-5-4 0,-2 2-71,-1-6 0,0 0 52,-4-4 0,4 0 151,0-4 0,0 0-33,0 0 1,1-4-342,-1 0 0,3-3 118,3 3 0,0-4-573,4 0 1,2 2-581,5-1 0,2 0 614,3 0 0,2-1-12,-3 4 665,3 0 0,35 4 0,9 0 0</inkml:trace>
  <inkml:trace contextRef="#ctx0" brushRef="#br0" timeOffset="1400">1434 155 8260,'0'-11'0,"0"0"478,0 0 0,1 5-258,3 2 0,-2-1 249,5 1-306,1 1 0,3 3 25,0 0 0,4 1-195,-1 3 1,5 2 71,-5 5 0,5 0-274,-5 0 1,5 0 136,-4 0 0,-1 0-230,-3 0 0,-3 1 127,-1 3 1,-5-3-4,2 3 0,-4 1 72,-4-1 0,-5 3-52,-6-3 0,-6 3 265,-1-3 0,0-1-68,-4-3 1,3 2 262,1 1 0,0-1-117,0 1 1,5-1 56,2-2 0,6-4 55,2 0-342,5 1 1,2 1 160,7-1 1,4-2-652,4-2 1,5-3 62,6 2 0,5-1-162,-2-2 1,8-5 633,3-3 0,23-16 0,5-5 0</inkml:trace>
  <inkml:trace contextRef="#ctx0" brushRef="#br0" timeOffset="1648">1842 199 7690,'-6'-11'844,"-4"0"1197,2 0-1409,4 5-577,-1 1 301,5 5 0,5 5-112,2 2 1,4 7-99,4 0 0,1 6 61,2-2 1,3 3-12,-3 1 0,-1 0-701,2 0 0,-6-3-958,2-1 1,-3-1 253,-1 2 1,-4-2 123,1-3 1085,-6-1 0,3 3 0,-10-10 0,-16-41 0,-8-14 0</inkml:trace>
  <inkml:trace contextRef="#ctx0" brushRef="#br0" timeOffset="1907">1809 111 7690,'-5'-11'0,"3"0"769,-1 0 1,2 3-270,1 1 1,1 5-97,2-2 0,9 3-150,6 1 1,6 5 72,2 2 0,10 4-96,0 4 1,6 2-168,2 5 1,-1 5 111,-3 2 0,1-1-361,-8 2 0,-2-2-16,-9 1 0,-9 0-201,-2-4 1,-7-1 77,-1 1 0,-7-3 148,-7-3 1,-5-2-73,-6-2 0,-5-4 10,-3 0 0,-2-2-15,-1-5 1,4 0-117,-1-4 1,6 0-756,-2 0 1124,8 0 0,36-15 0,14-3 0</inkml:trace>
  <inkml:trace contextRef="#ctx0" brushRef="#br0" timeOffset="2217">2768 287 11928,'5'15'272,"2"0"0,-1 4-188,1 0 0,1 1-676,3 2 0,0-3 353,0-1 1,-4-1-930,1 2 0,-6-3 1168,2-5 0,-18-20 0,-4-4 0</inkml:trace>
  <inkml:trace contextRef="#ctx0" brushRef="#br0" timeOffset="2373">2724 100 7724,'0'-21'0,"0"3"0,-4 2 911,0 5-457,1 0-1017,8 0 1,-3 5-6,5 2 0,1 3 137,3 1 0,-4 3 431,0 1 0,15 34 0,8 5 0</inkml:trace>
  <inkml:trace contextRef="#ctx0" brushRef="#br0" timeOffset="2859">2911 453 7724,'6'11'0,"4"-4"345,-3 0 1,-2 1 54,-1 3 1,-2-4 217,2 0-132,-3-4-25,4 2-521,-5-5 0,0-5 108,0-3 1,-4-1-220,1-2 1,-1 0 177,4 0 1,0-2-136,0-1 1,0 1 14,0-1 1,4 1-267,-1 2 1,5-3 112,-5-1 0,6 0 81,-2 4 1,0 4 214,0 0 0,-1 3-69,1-3 1,3 4 135,-2-1 0,-2 4-44,1 4 0,0 2-53,4 5 1,-3 2-74,-1 1 0,0 0-74,4 4 0,-3-3 70,-1 3 1,0-1 35,5 2 0,-5-2-120,0-2 1,-3-3 47,3 2 1,-3-5 224,3-2-103,-4-4 0,3 2 62,-2-5 1,-3-1-98,2-3 1,-1-2 2,-2-5 0,0 0 82,0 0 1,0-4-59,0 0 0,0-1 188,0 2 1,0 1-57,0-1 0,0 1 87,0 2 0,3 0 21,1 0 1,1 0-5,-1 0 0,-2 2-216,5 1 70,1 3 1,3 5-109,0 0 0,0 0 85,0 0 1,0 5-628,0 3 0,4 3 277,-1 3 0,1-1-574,-4 1 1,0 0 158,0 0 697,0-1 0,25 27 0,5 2 0</inkml:trace>
  <inkml:trace contextRef="#ctx0" brushRef="#br0" timeOffset="3284">3606 320 7724,'-8'-11'0,"1"0"669,0 0 1,-4 1-161,-1 3 1,1 2-117,0 5 0,4 0-152,0 0 1,-1 5-18,-3 2 0,4 3-269,0 1 1,4 4 109,0 0 1,1 1-381,2-2 0,0-1 205,0 1 0,0 2-194,0-1 1,2 0-76,1-4 1,3 0-270,5 0 0,0-2 5,0-1 0,0 0 222,0-4 1,4 0 420,0-4 0,0 0 0,-4 0 0,3-5 0,1-3 0,-2 2 0,-5-1 0,2 0 0,-3-4 0,-2-2-10,-1-1 1,-3 1 68,-1-1 1,0 0 652,0 0 0,0 1 83,0-1 58,0 1-84,0 2-752,0 5 46,0 1 1,1 7-180,3 1 1,-2 3 70,5 5 0,0 0-63,0 0 0,1 0-119,-4 0 0,5 0-207,-2 0 1,-1 3-335,2-3 0,-1 2 339,4-5 0,-4 2 429,1 1 0,28 0 0,12 0 0</inkml:trace>
  <inkml:trace contextRef="#ctx0" brushRef="#br0" timeOffset="3751">4013 364 7724,'7'-11'-1244,"-2"0"1369,-5 0 1,0 0 1733,0 0-1459,0 0 1,-2 0-137,-1 0 0,0 4 108,-4 0 0,-1 4-70,-3-1 1,0 3-53,0 1 1,0 0-52,0 0 0,4 0-158,0 0 1,-1 1-17,-3 3 1,4-1-108,0 4 0,3 0-27,-3 4 127,4 0-134,-2 5 0,5-4 28,0 3 0,0-3-201,0-1 1,4-3 118,0-1 0,3-3-27,-3 3 1,4-4 90,-1 0 1,0-2 46,0-1 0,0 0 17,4 0 0,0 0-5,0 0 1,-3 0 101,-1 0 1,0 0-81,4 0-208,0-4 0,1 2 131,-1-1 0,0 0-39,0 0 0,-4 1 44,0-1 1,1 1-6,3 2 1,-4 0 12,0 0 1,-3 2-2,3 1 1,-1 0 104,2 4 1,0 0-93,-4 5 0,0-1 140,-4 0 1,0 1-65,0 3 1,0 0-38,0 4 1,-1 2 154,-3-3 0,-2 2 63,-5-2 0,0 2-351,0-6 0,-5 1 115,-3-4 1,-1-1-289,-2-3 1,-1-2 126,1-5 1,0 0-610,0 0 826,5 0 0,6-24 0,6-7 0</inkml:trace>
  <inkml:trace contextRef="#ctx0" brushRef="#br0" timeOffset="4127">4234 353 7724,'7'0'0,"1"0"0,-5 4 249,5 0 1,-1-1-361,4-3 0,-4 4 119,1 0 1,-1-1-154,4-3 0,-4 0 72,1 0 1,-1 0-26,4 0 1,0 0 111,0 0 120,0 0-94,0-4 0,-1-3-100,-3-4 183,-2 0 1,-5 0 123,0 0 0,0 0 206,0 0 1,-5 4-173,-2 0 0,-3 3 177,-1-3 1,0 4-97,0-1 1,-3 3-2,-1 1 1,0 5-163,4 2 0,0 3-108,0 1 1,-2 2-67,2 1 0,-3 0 70,7 4 0,2-3-574,1 3 0,3 1 262,1 3 1,1-5-747,3-3 0,2 1 407,5-4 1,5 3-409,2-7 0,-1-2 964,2-1 0,33-13 0,13-3 0</inkml:trace>
  <inkml:trace contextRef="#ctx0" brushRef="#br0" timeOffset="4501">4686 298 7724,'-11'-3'318,"0"-1"1,0-3 11,0 3 1,2 0 225,-2 4 1,5 0-454,-9 0 0,9 0 202,-5 0-314,3 0 1,0 4 172,1 0-290,5 4 1,-3-2-88,5 5 0,3 0-100,1 0 1,3 0-253,-3 0 1,5 0 241,-2 0 0,-1-3-12,1-1 0,1 0 40,3 5 0,-4-3 209,1-1 0,-5 1-100,5-1 0,-6 2 505,2 1-296,-3 0 0,-1 0 307,0 0 1,0 0-25,0 0 0,-5-4 96,-2 0 0,-3-3-291,-1 3 0,-5-4-6,-2 1 1,-3-3-907,-1-1 1,1 0 129,2 0 671,-1 0 0,2-15 0,-4-3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7:37.30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34 261 7706,'-11'-5'945,"5"4"-190,-4-4-490,9 5 1,-4 1 12,5 3 1,0 2-25,0 5 0,0 4-89,0-1 1,4 6 55,-1-2 1,6 3-328,-2 1 0,-1 0 121,2 0 1,-2 0-633,1 1 1,2-1 312,-6 0 1,2-5-677,-1-3 0,-3-1-375,3-2 1355,2 0 0,-5-5 0,-6-26 0,-7-10 0</inkml:trace>
  <inkml:trace contextRef="#ctx0" brushRef="#br0" timeOffset="259">12 250 7706,'-1'-17'492,"-3"2"0,3 3 247,-3 1-251,3 0-314,1 0 0,1 4-83,3-1 0,3 6-57,8-2 0,-2 4 70,6 4 0,-1-2-58,4 6 0,4 0 113,0 7 0,3-2-322,-3 6 0,-1-2 35,-2 1 1,-6 3-226,-3-3 1,-3 3 156,-3 1 0,-3-3-59,-5-1 0,-5-5-4,-3 2 0,-8-4-99,-6-3 0,-1 0-9,-6-4 1,4-1 72,0-3 0,1-1-178,2-2 472,10 1 0,2-22 0,10-1 0</inkml:trace>
  <inkml:trace contextRef="#ctx0" brushRef="#br0" timeOffset="466">541 283 7706,'8'6'438,"-1"-2"0,-3-2-105,3 2 0,-3 1-51,3 2 1,-3 7 18,3-3 1,-1 2-86,1-2 1,0 2-491,-4 1 1,0-2-160,4 3 0,-5-3-402,2-1 0,-1-1 835,0-2 0,-6-8 0,1-7 0</inkml:trace>
  <inkml:trace contextRef="#ctx0" brushRef="#br0" timeOffset="624">497 74 7706,'-5'-17'0,"4"1"-226,-3 5-487,3 0 365,1 4 0,5-1 348,2 4 0,18 15 0,4 8 0</inkml:trace>
  <inkml:trace contextRef="#ctx0" brushRef="#br0" timeOffset="900">905 217 9064,'-6'0'2644,"1"5"-2188,5 2 0,-1 8-143,-3 3 0,3 4-249,-3 4 1,3 0-184,1 7 1,-4-6-805,1 6 1,-5-7 644,5-1 1,-5-1-1067,5-2 1,-6-6 529,2-5 1,0-2 813,0-5 0,5-39 0,-3-14 0</inkml:trace>
  <inkml:trace contextRef="#ctx0" brushRef="#br0" timeOffset="1551">718 228 7716,'0'-6'1377,"4"1"1,3 5-1111,4 0 0,0 5 127,0 2 1,3 7-251,1 0 0,5 2 54,-2-1 0,-1-2-428,2 6 1,3-2 201,3 1 0,1 2-219,-4-5 1,-1-1 191,-3-3 0,3-1-556,-3-2 0,-2-2 172,-1-3 1,-3-1 44,-1 1 0,4-2 83,0-1 1,-1-1 92,-3-2 1,1 0 53,-1-4 0,0 1 164,0-2 1,-2-1 76,-1 1 1,0 2-94,-4-1 0,3-1-77,-3-3 1,3 0 122,-3 0 1,0 0 184,-4 0 1,-2 1 111,-1 3 0,-3-3-146,-5 3 0,0 2 200,0 1 1,0-1-113,0 2 1,0-1-33,0 4 1,-1 1-46,1 3 1,0-2-9,0 6 1,2-1 16,1 4 1,0 0-177,4 0 0,0 1-90,4 3 0,0-3-83,0 3 1,2 1-120,1-1 1,3 3 126,5-3 1,5 3-250,3-3 1,2 0 154,1-4 0,0-4-130,0 0 1,3-4 64,1 0 1,0-5 87,-4-2 0,0-4 126,0 0 1,-1-5-98,-3-2 1,2-4 104,-6 0 1,1 2-41,-4-1 0,-3-1 150,-1-3 0,-5-3-78,2-1 0,-3-1 321,-1 1 0,0-1-150,0-2 1,-5 1 191,-2 2 1,-3 4-123,-1 0 0,0 1 558,0 6 0,4 4-28,-1 4 0,5 4 89,-5 0-659,6 2 1,-3 5 53,5 4 1,0 3 110,0 4 1,1 2-99,3 5 0,-2 1-286,6 3 1,-5-2 25,5 6 1,-2-6-1,1 2 1,3 1-414,-3-1 1,0-1 239,0-3 0,-3 0-973,3 0 1,0-1 531,4-2 0,-3-3-939,-1-5 1590,0-5 0,14-11 0,2-7 0</inkml:trace>
  <inkml:trace contextRef="#ctx0" brushRef="#br0" timeOffset="1894">1754 239 7716,'-11'0'414,"0"0"137,0 0 1,0 0-164,0 0 1,-4 0-47,0 0 0,4 1-27,4 3 0,1-2 132,-2 6-431,-1-1 0,7 4 73,-1 0 0,3 0-35,3 0 1,5 0 42,6 0 1,-1 0-676,1 0 0,4 0 226,0 0 1,-1 0-184,1 0 1,-4-3 190,1-1 1,-2 0-258,2 4 706,-3 0 0,3 0-96,-8 1 3,3-1 1,-9 0-19,3 0 0,-4-2 37,-4-1 0,-3 2-73,-8-3 1,3-1-8,-3 1 1,-2-4-404,-1 0 1,0-1 167,0-2 1,0 0 283,-4 0 0,-20-35 0,-5-7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7:36.4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256 110 7706,'1'-7'-282,"3"0"491,-3-1 1,4 1 165,-5 0-226,0 4 1,-5-2-92,-2 5 1,-3 0 63,-1 0 1,-1 0-24,-3 0 0,-1 0-61,-2 0 1,-2 0 74,6 0 0,-5 4-100,5 0 0,-1 3 50,4-3 0,0 3-133,0-3 0,5 4 52,2 0 0,3-2-35,1 1 0,0-3 47,0 3 1,1-3-123,3 3 1,2-3-85,5 3 0,1-1 65,3 2 0,-2 0-97,6-4 0,-2 4 49,1 0 0,3-2 88,-3 1 1,-2-3-34,-1 3 0,1-1 101,-1 2 1,0 2 8,0-3 0,-7-1 101,-1 1 1,-1 1 242,-2 3 0,-2-4-146,-6 0 1,-2 1 115,-5 3 0,-5-4-76,-2 1 0,-6-5-153,-2 5 0,-5-5 71,2 5 1,1-6-500,-2 2 1,4-3-78,-3-1 1,8 0 449,-1 0 0,32-25 0,5-5 0</inkml:trace>
  <inkml:trace contextRef="#ctx0" brushRef="#br0" timeOffset="426">466 0 7507,'6'0'1620,"4"0"-1672,-3 0 0,3 0-44,1 0 0,0 0 162,0 0 0,0 0-150,0 0 1,1 0 110,3 0 1,-3 4-160,3 0 0,-4 0 13,-4 0 0,2-1-24,-6 4 0,1-3 126,-4 3 1,0-3-62,0 3 82,0 0 1,-6 4-39,-5 0 0,0-3 166,-4-1 1,-1-3-88,2 3 0,-2-1 264,1 2 1,3 0-107,-3-4 0,3 1 138,1-2 1,0 0 106,0 4-150,5-4-336,1 6 142,5-7 1,5 3-559,2-5 1,8 0-161,3 0 1,4 0-1210,4 0 1823,-3 0 0,33-15 0,3-4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7:46.5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209 22 7679,'0'-7'1372,"0"0"-920,0 4 1,-1-2-180,-3 5 1,-2 0-187,-5 0 1,-1 0 63,-3 0 0,3 0-279,-3 0 1,-1 0 129,1 0 0,1 0-111,3 0 0,3 4-70,1 0-510,4 4 478,-6-2 0,9 6-163,0-1 0,5 0 64,6 0 0,1-4-31,3 0 0,2 1 253,5 3 1,1 3-93,3 1 1,-3 0 142,3-4 0,-3 1-103,-1 3 0,-5-7 110,-2 3 1,-4-2 108,-4 2 0,-3-1 194,-8-3 1,-3-1 267,-8-2 1,-6-3-270,-4 3 1,-6-3 147,2-1 1,0 0-102,0 0 1,1-1-225,-2-3 0,7 3 82,5-3 0,4-1-509,0 2 0,6-6 332,5 2 0,60-8 0,17-2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8:12.90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122 231 7683,'0'-6'0,"0"-1"573,0 1 0,-2 1-134,-1 1 0,1 2-50,-1-2 1,2 2-149,-3 0 1,0 1-48,-3 1 1,-1 4 76,-1 2 0,-2 2-64,3 2 0,-3 3-94,3 2 1,-1 3 105,3-1 1,-1 1-264,1 2 0,1-1 66,1 0 0,3 0-370,-1 1 0,2-2-317,2-1 1,-1-1 374,3-3 1,1-3 41,1-2 0,1-3 29,2-3 0,-1-2-121,2-2 0,-1-5 54,2-3 0,-3-3 59,3-2 0,-3-2 128,0-2 0,0 0 177,1 0 1,-3-1-54,0 1 0,1 2 154,-3 0 0,-1 3-22,-1-1 1,1 2 179,-1 2 1,0 2 53,-2 3 1,0 2-120,-3 2 1,2 1 273,-3 1 0,2 3-161,-3 1 0,2 4-71,-2 1 1,2 1-303,1-1 0,1 2 73,-1 0 1,2 1-394,2 1 0,-1 2 213,4 0 0,-1 0-598,2-2 1,3 2 337,0 0 0,2 2-266,0 0 1,1-2-44,1-2 0,-1-3 664,1-3 0,11-21 0,4-4 0</inkml:trace>
  <inkml:trace contextRef="#ctx0" brushRef="#br0" timeOffset="475">301 19 7724,'-6'-5'702,"0"0"1,1 2 367,1 3-428,3 0 1,-2 3 195,3 2 1,0 4-332,3 4 0,-1 2-237,4 5 1,-1 2-72,4 1 0,1 3-220,0 2 1,0 0 92,1 2 1,-1-1-629,1-4 1,-2 0 221,-3-1 1,0-2-94,-2-3 0,1 0-139,-3-2 1,1-2 146,-3-5 1,0 0 182,0-4-110,0 0 592,0-2 1,0-2-176,0-4 0,0-4 16,0-2 0,0-4-37,0 2 1,0-2-58,0-1 1,2-1-36,0-1 1,3 2 40,-1-2 0,1-1-120,-1 1 0,2 0 75,-2 2 1,2 1-19,0 1 1,1 0-8,-1 2 0,1 4-25,-1 3 0,3 1 88,-1 1 1,3 1 4,-3 1 1,4 2 58,-1 5 1,-1 1-98,0 2 1,-1 3 51,1 0 1,-2 3-33,-2-1 0,0 2 209,-4 0 1,0 0-55,-2 1 1,-3-3-4,-1 0 0,-5-3-142,-4 1 1,-3-2-223,-3-3 0,-3-1-431,-2-5 1,2 1 310,1-3 1,-1 1-316,3-3 1,4-3 667,7-2 0,18-17 0,5-6 0</inkml:trace>
  <inkml:trace contextRef="#ctx0" brushRef="#br0" timeOffset="800">827 301 7724,'-10'0'0,"0"-2"546,2 0 1,0 0-150,-3 2 1,3 0 15,-3 0 0,2 1-148,-1 1 1,-1 1 248,-2 4 1,3 2-122,2 2 1,1 1-15,0 1 0,1 2-385,2 0 1,2 3 93,4-1 1,2 1-439,2 1 1,4-3 280,3-3 0,1-3-135,3-4 0,0-2-43,2-2 0,-3-4-166,-1-2 1,-2-6-113,-2-2 1,-2-2 189,-2-3 0,-4 0-400,-1-2 1,-2-1 267,-5 1 0,1 0-391,-5 0 858,-1 2 0,-8-1 0,-6 1 0</inkml:trace>
  <inkml:trace contextRef="#ctx0" brushRef="#br0" timeOffset="1534">936 289 10684,'0'6'537,"0"0"0,0 2-300,0 0 0,1 2-127,1 3 0,2 2 89,2 0 0,1 3-219,-1-1 1,3-1-76,-1 1 1,1-2-235,-3 0 0,0-4 69,1 0 0,-1-4 133,1-1 1,-1-2-286,1-4 0,-1-1 132,0-1 0,1-5-247,-1-3 0,3-2 160,-1-1 0,1-2 138,-3 0 0,1-2 101,-1 2 1,1-3 191,-1 1 0,-2 1-4,0-2 1,0 2-162,0-1 1,0 1 391,-2 3 1,-1 3 29,1 2 462,-1 1-218,-1 3-267,-3 4 1,2 6-89,-1 2 1,1 4-79,1-1 0,0 1 23,0 0 1,0 1-2,0 0 1,2 1-233,0 1 1,3-2 43,0 2 0,0-1-39,2-1 0,1-1 1,1 1 1,2-3-87,-3-1 1,4-1-49,-2 0 1,2-4 84,-2 1 0,2-4-71,-1-1 1,-1 0 41,1 0 1,-3-5-71,0-1 1,-1-5-1,0 0 0,-2-3-261,0-1 1,0-2 122,-3 2 1,2-3 95,-2 1 1,3-2 249,0-3 0,-2 2-70,1-4 1,0 1 207,0-3 1,1 0-85,-3-2 1,3 2 415,-3-2 1,0 4-237,-2 0 1,-1 5 273,-1 0 1,1 8 620,-4 2-297,1 5 1,-2 5-229,-1 1 1,4 4-213,1 5 1,1 4 32,1 2 1,0 4-82,0 3 1,3 2-292,1 1 1,2 2 87,3 1 0,-2 3-144,2-3 0,-2 2-185,-1-2 1,1-1-281,-1 1 1,3 0-371,-1 0 0,3-5 427,-3-6 0,3-3-610,-2-3 1,-1-4 486,-1-2 1,-3-5 545,0-6 0,0-21 0,3-9 0</inkml:trace>
  <inkml:trace contextRef="#ctx0" brushRef="#br0" timeOffset="1715">1270 205 7724,'-4'-3'0,"-1"-1"0,4 1 1756,-1-2 0,5 4-845,3-1 0,5-1-39,4 1 0,4 0-352,0 2 1,1 0-958,4 0 0,-1 0-676,3 0 1,-1 0 1112,1 0 0,3-3 0,0-1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8:09.65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225 237 7689,'-4'-1'1419,"2"-1"-1268,1 1 0,1-2 214,-3 3 1,2 1-64,-3 1 1,2 4-214,-3 3 1,1 4 82,-2 0 1,-4 4-73,0 0 1,-2 2 59,2 0 0,-3 0-423,3 0 0,-2 1 116,-1 2 1,1-5-589,1 0 1,2-3 104,2-1 0,1-3-992,0-1 944,2-5 678,1-4 0,3-15 0,0-6 0</inkml:trace>
  <inkml:trace contextRef="#ctx0" brushRef="#br0" timeOffset="206">58 275 7689,'0'-6'0,"0"0"490,0-1 1,0 3 30,0 0-318,0 2 0,3 0 81,1 4 0,2 2 359,0 2 1,1 4-359,-1 3 0,3 0-65,-1 5 0,4-1-311,-2 2 1,2 0 96,1 0 1,0 0-278,0-2 0,0 3 159,-1-3 1,1 0-1078,-3-4 1,0-2-882,-4-1 2070,0-2 0,-11-10 0,-2-6 0</inkml:trace>
  <inkml:trace contextRef="#ctx0" brushRef="#br0" timeOffset="398">39 397 7689,'-10'-3'777,"3"2"1192,-1-3-1319,1 2-340,3-3 37,1 4 1,8-2-110,2 3 0,6 0-422,2 0 0,4-2 208,2 0 1,2-1-1256,3 1 1,-1 1 232,1-1 998,2 1 0,16-2 0,6 0 0</inkml:trace>
  <inkml:trace contextRef="#ctx0" brushRef="#br0" timeOffset="1074">674 134 7694,'0'-4'0,"0"0"687,0-1 0,0 1 31,0 0-552,0 2 1,0 1 188,0 5 1,0 2-55,0 7 0,0 1-147,0 5 0,-1 3 66,-1 2 0,1 1-112,-1 1 1,-1 2-57,1 2 1,0 1-177,2 1 1,1 0-289,1 1 1,1-4 257,1-1 1,2-5-282,-2-2 0,2-3 188,0-3 0,0-6 144,1-2 1,-1-1-67,1-4 0,-1-1 143,0-3 1,1-2-119,-1-5 0,1-1-112,-1-5 0,3-2-25,-1-2 1,-1-3 114,-3-2 0,0-3 166,3-1 1,-3-4-99,0 2 0,-2 1 256,3 6 1,-4-1-45,1 5 0,1 0-1,-1 6 0,0 1 599,-2 6-481,3 2 0,-2 2 17,1 4 1,-1 2 28,-1 2 0,0 2 4,0 0 1,2 3-87,0 4 1,0 1-200,-2 3 1,0 1 32,0-1 0,0 2-97,0 1 0,0 1-42,0-1 1,3 1 77,1-2 1,2 0-243,0-4 0,4-2 97,0-4 1,2-2 251,1-2 0,0-4-81,0-1 0,-1-2 408,-1-5 0,1-3-187,-2-7 1,0-1 134,1-3 0,-3-4-195,1-3 0,-3 0-202,-2-4 0,1 2-163,-3-2 0,0 3 141,-2-1 0,0 0-1020,0 0 1,0 1 477,0 4 1,0 3 610,0 2 0,6-1 0,1-4 0</inkml:trace>
  <inkml:trace contextRef="#ctx0" brushRef="#br0" timeOffset="1484">1103 51 8121,'0'-4'3127,"0"1"-2623,3 3 0,1 4-158,2 2 1,1 7-227,-1 4 0,1 2 52,-1 2 0,0 5-86,1 4 0,0 2 100,1 2 0,0 0 0,0 5 0,1-5-264,0 2 0,-1-3 75,-1-3 0,-1 0-132,1-4 0,-3-5 36,0-6 1,-2-4-99,0-3 1,-1-1-115,1-3-81,-1-1 0,2-4 133,-3-1 1,0-2 4,0-2 1,-1-4 60,-1-3 1,1 0-31,-1-4 1,2-3 51,0-1 1,0-3-2,0 3 0,0 0 325,0 1 1,2-1-32,3 0 1,0 1 28,2 3 0,0 4 6,1 0 1,2 1 86,3 6 0,-1 1 36,-1 5 1,1 6-77,-1 2 1,0 4-319,0 1 1,-2 2 84,-5 2 0,2 2-104,-2 0 1,1 0-247,-1-2 0,0 1-327,-2-3 0,1 2-607,1-2 0,2 2 289,-2-2 1024,2-3 0,9-6 0,2-3 0</inkml:trace>
  <inkml:trace contextRef="#ctx0" brushRef="#br0" timeOffset="2166">1687 314 7694,'-10'-7'0,"2"1"0,0 2 912,2-1 1,-2 4-363,-1-1 1,-2-1-234,3 1 1,-1 3 92,3 3 1,-3 2-82,1 3 1,-1-1-314,3 2 0,0 3 84,2 2 1,-1 3-150,3-1 0,-1 1 90,3-1 1,1 2-381,1-2 0,2-1-46,2 1 0,1-5 186,2 1 0,-2-2-344,2-1 1,1 0 181,0-4 0,0-2-62,-2-2 0,1-1 87,0-1 0,-1-4 307,-1-2 0,-1-4 107,1-3 1,-3-2 113,0-2 1,-2-3-15,3-1 1,-4-1 161,1-2 0,-1 0-47,-1 3 0,2-3-18,0 3 1,0 0 10,-2 4 1,0 4 216,0 5 246,0 1-436,0 3 0,0 3-86,0 5 0,0 1-98,0 6 1,0-1 66,0 3 1,0 2-247,0 0 0,3 3 65,2-1 0,0-1-24,2 2 0,-2-4 72,1 4 1,-1-2-139,4 1 1,0 1-113,-1-3 0,4-2-237,-2-3 1,2-2 44,-1-2 1,-1-3-147,-2-3 0,-1-1-92,2-3 1,0-2 204,0-7 1,-3 0 44,-2-6 0,0 1 108,0-3 0,1-1 48,-3 1 0,0-3 73,-2 3 1,0-6 92,0 2 1,0-7 188,-2 2 0,0-5-144,-2 3 1,2-1 498,-3 1 1,2 3-274,-1 4 1,-2 7 616,2 8 1,-2 3-352,-1 2 0,3 3 79,0 4 1,0 2-98,0 2 0,1 4 25,3 0 1,0 5-142,0 0 1,1 5 10,1 2 1,4 4-158,2 2 1,4 4-17,-2-2 0,3 3-388,-1-1 0,1 1 219,0 3 0,2 0-190,0 0 0,0-1 133,-2-5 0,2-7-1024,0-4 0,-2-7-58,-3-1 713,-2-6 1,1-8 398,-5-5 0,2-41 0,-3-10 0</inkml:trace>
  <inkml:trace contextRef="#ctx0" brushRef="#br0" timeOffset="2340">1790 205 7694,'-7'0'0,"1"0"3293,0 0-2444,2 0 0,5 0-588,5 0 0,5 0 169,6 0 1,1 0-102,8 0 1,0 0-2029,4 0 1,2-1 1698,-2-1 0,15-10 0,5-5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8:22.99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6 161 8134,'0'-6'1174,"0"-1"-513,0 4 402,0 0-698,3 11 1,2 1 34,3 8 0,0 2-38,3 3 0,-1 3 9,3 0 1,0 2-336,0 3 1,-1-3 113,-1 3 1,0-3-550,-2-2 0,-2-3 309,-2-5 1,0-1-1204,-3-3 577,0-3-1349,-2-1 1365,0-5 1,0-4-109,0-4 808,0-2 0,-6-26 0,-1-7 0</inkml:trace>
  <inkml:trace contextRef="#ctx0" brushRef="#br0" timeOffset="248">0 71 7686,'3'-13'2,"-2"-1"1208,1 1 0,1 2-826,2 5 1,6 0-814,4 2 0,6 1 466,2 3 1,6 3 408,3 4 0,0 3-75,2 5 1,0 4-130,-2 4 0,-4 2 189,-7 1 0,-3 2-74,-3 0 1,-6 2-451,-2-3 0,-5-2-152,-6-3 1,-4-3-191,-7-2 0,-4-2-286,-2-4 0,-3-3 351,0-4 0,0 0-413,1-2 1,-1-1 310,5 1 0,2-1-377,6-1 849,5 0 0,26-15 0,8-2 0</inkml:trace>
  <inkml:trace contextRef="#ctx0" brushRef="#br0" timeOffset="667">661 353 7693,'3'0'292,"-1"-2"0,-4 0-351,-2-2 0,-2 2-169,0 0 1,-3 2 331,-2 0 0,-4 0 429,-2 0 1,-4 2-57,0 3 1,-1 1-247,3 3 1,3-1 89,1 2 1,2 0-114,2 1 1,3 1-289,3-1 0,3 1 177,2 1 0,3-1-273,4-2 1,2 2 89,4-4 0,2 1-168,0-3 0,2 0-37,-2-2 1,2-1-168,-2-3 0,0 0-19,-2-3 0,-1-1 139,1-4 1,-2 0 234,0-3 0,-4 0-62,2-1 0,-3-2-43,-1-1 1,-2 2 152,-1 0 1,-1 1 281,1 1 1,-1 2 977,-1 0-639,0 5-103,0-2 1,0 6-158,0 0 1,1 3-8,1 3 1,1 1-105,1 2 0,4 1-225,-2 3 0,3 0 115,-1-1 0,0 2-573,3 1 1,-1-2 103,3 2 1,-1-2-413,1-2 796,-2 1 0,13-10 0,0 0 0</inkml:trace>
  <inkml:trace contextRef="#ctx0" brushRef="#br0" timeOffset="1101">1052 103 7713,'-4'-3'2631,"2"0"-1895,2-4 0,0 5-1332,0 2 1,3 3 242,4 6 0,0 1 1153,3 5 0,1 3-239,2 3 0,0 0-105,0 2 1,-1 1-554,1 1 0,2 1 117,0 0 0,-1-1-782,-3-2 0,-1-4 474,-1-4 1,-2-1-427,1-1-42,-3-3-334,-3-4 697,-2-6 1,-2-6 12,-3-2 0,-1-4 164,-3 2 0,-1 0 5,-5-1 0,0 0 371,-2-2 1,0 3-189,-2 2 1,-1 1 221,-1 0 1,1 2 136,-2 0 0,2 3 340,1 2 0,2 5-278,0 1 0,5 5 151,2-1 0,3 3-101,2 2 1,4-1-172,5 4 1,2-2-266,7 1 1,0-1 88,4-1 1,4-1-573,-2 1 0,2-4 85,-2-3 0,0-4-120,-2-1 1,1-3-637,-1 0 1,-1-1 1146,-1-3 0,7-18 0,2-8 0</inkml:trace>
  <inkml:trace contextRef="#ctx0" brushRef="#br0" timeOffset="1509">1328 116 7722,'0'-10'1582,"0"1"-868,0 2-572,0 1 25,0 3 0,0 0 274,0 6 1,3 2 8,1 4 1,2 3-133,3 1 1,-1 2 322,2 5 0,2 2-227,3 1 1,-1 2-52,3 1 0,0 0-98,2-1 1,0 2-656,-2-1 1,1 0 294,-3-4 1,-1-4-1171,-3-3 676,1-1-714,-8-7 813,2-1 1,-7-9 57,-1-2 0,-2-2-73,-2-2 0,-2-2 133,-1 0 0,-5-1 288,2-1 0,-3 1-77,0 1 0,-2 2 397,-2 2 0,-2 0 72,2 0 1,-2 2 259,4 5 0,-1 1-177,-1 1 1,3 4-131,3 5 1,4 2 193,5 2 1,1 1-63,3 4 0,3-3-152,4 0 0,2-1-28,4 1 0,2-1-192,3-3 1,0-1 30,1-1 1,1-2-794,-1-3 0,1-2-74,1-2 1,-3-1-412,1-1 0,-2-4 1226,0-2 0,16-26 0,1-10 0</inkml:trace>
  <inkml:trace contextRef="#ctx0" brushRef="#br0" timeOffset="1682">1713 302 7735,'3'3'2838,"3"1"-2054,-2 5 0,3 2-227,1 3 0,0 3-189,3 2 1,-3 0-305,3 1 0,-3 0 99,3 1 0,-3-4-593,1 0 0,-2-3 223,-1-4 207,0 0 0,-2-21 0,-1-4 0</inkml:trace>
  <inkml:trace contextRef="#ctx0" brushRef="#br0" timeOffset="1824">1706 167 7735,'-3'-12'2020,"0"2"-1566,3 1 1,0 2-2609,0 1 1525,0-1 1,3 4 106,1 0 0,2 3 522,3 0 0,-2 3 0,14 14 0,-1 8 0</inkml:trace>
  <inkml:trace contextRef="#ctx0" brushRef="#br0" timeOffset="2185">1905 366 7743,'6'7'863,"1"-1"1,-3 3-354,0-1 1,0 4-319,0-2 1,2 2 33,-2 1 0,0 0-283,0 0 1,-3-3 142,2-2 1,-1 2 153,1-2 0,-1-1-142,-2-3 205,0-3-554,0 2 1,0-8-54,0-1 0,0-5 142,0 0 0,-2-3-57,-1-1 0,1 0 134,2 2 0,0 1 117,0-1 0,1 0-14,1 0 0,2 0-79,2 0 0,1 3 203,2-1 0,1 6-30,3 1 0,0 2-65,2 2 0,-1 3-54,4 2 1,-4 4-96,1 4 1,-2 0 120,0 4 0,-2 1-23,-1 3 1,-2-3-1192,1 2 1,-2-3 528,-1 0 1,1-2 665,-1-2 0,15 3 0,3 0 0</inkml:trace>
  <inkml:trace contextRef="#ctx0" brushRef="#br0" timeOffset="2619">2425 463 7743,'0'-17'0,"2"-1"843,0 0 0,0 1-342,-2 0 1,0 2-61,0 4 1,-3 0-92,-1 2 1,-3-2-100,-1 3 1,-3 1-51,-4 3 0,1 3 146,-3-2 1,3 3-147,-1 0 0,1 3-174,1 1 0,1 2-56,1 3 0,2-1-231,3 2 0,2-1-295,2 2 1,1-3 310,1 3 0,1-1-279,1 1 0,2-2 206,2-3 1,3 1-111,-1-1 0,3 0 82,-2 1 0,2-3-1,0 0 1,-1-2 152,0 0 1,0-1 162,1-1 0,0 0 185,-2 0 1,0 0-165,0 0 0,-2-2 336,1-1 0,0-1-165,1 2 0,-2-1 305,2 1 0,0 1-178,-1-1 0,1 2 164,-3 2 1,3 2 75,-1 2 1,1 4-169,-3 0 1,1 3 3,-1 2 1,-2 2-97,-2 5 0,-1 0-257,-1 1 1,-6-1 87,-3-3 0,-3 1-55,-3-1 1,-2-3 50,-4-1 1,0-2-254,-2-2 1,1-3 33,-1-3 0,2 0-88,0-3 0,1-2-1168,0-2 1,1-5 1378,0 0 0,5-12 0,2-2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8:18.7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392 411 8164,'-3'5'800,"-1"0"1,-3-2-1507,-1-1 0,-3-1 421,-4 1 0,-2-2 461,-4-2 1,-2-1-38,-3-4 1,-2-3 115,1-3 0,-2 0-82,1-4 1,2-3 97,-2-1 1,5 2 32,4 2 1,3 0-72,3 0 1,4-1-289,2 1 0,4 1 87,3 1 1,2-1-573,3-2 1,5 3 196,3 0 0,5 2 43,1 2 0,1 2 145,4 3 1,-1 2 40,0 2 0,-2 2 178,-3 2 0,-1 2-150,-5 2 0,1 3 174,-6 2 0,-2 1-55,-5 1 1,-3 0 31,-1 2 1,-7 2 21,-2 2 1,-4-2 127,0 0 0,-2 0 21,0 3 0,0-2-139,0-1 1,0 2 48,2-2 1,1 1-59,1 2 0,4-3-90,0 0 0,6-3 82,0 1 1,4-1-55,-1-2 0,4-2 34,2-1 1,5-3 236,1-1 0,3 0-9,2-3 1,-1 0 14,4-2 1,1-4-457,2-2 0,3-3 123,0-4 0,-1-1-269,0-1 0,0 0 175,1-2 1,0-2 123,0 2 0,9-24 0,4-7 0</inkml:trace>
  <inkml:trace contextRef="#ctx0" brushRef="#br0" timeOffset="648">1001 238 7708,'0'-7'351,"0"1"0,-3 0-90,-1 2 1,-2-1-386,0 3 0,-3-1 160,-2 3 0,-3 1 172,-1 1 0,-3 2 270,1 2 1,-1 3-190,1-1 0,-2 4 40,2-2 0,4 3-136,0-1 0,4 1 17,1 0 1,4 3-258,1 1 0,4-1-249,3-2 1,7 0-430,8-1 1,4 0 399,5 0 1,1-4-475,3-3 1,1 0 295,1-4 0,0-1 168,2-3 0,-2-1 335,0-4 0,-5 0 0,-3-1 0,5-11 0,-1-4 0</inkml:trace>
  <inkml:trace contextRef="#ctx0" brushRef="#br0" timeOffset="881">1315 238 7710,'-8'-3'417,"-1"1"1,-1-1 607,1 1 0,-2 2-997,0-3 0,-1 6-3,-1 1 1,2 2-159,1 3 1,1 1 86,-2 5 0,4 0-56,-2 2 0,5-1 99,2 1 0,1 2 210,1-2 1,3 1-103,1-1 0,5-4-107,1-2 1,3-3 15,2 0 1,-1-1-68,3-3 1,-2-2-81,0-4 1,0-1 114,0-4 0,0-2-664,-2-2 0,-2-1 307,0-1 0,-6-2-1061,2 0 1436,-5-2 0,-14-23 0,-5-7 0</inkml:trace>
  <inkml:trace contextRef="#ctx0" brushRef="#br0" timeOffset="1181">1386 199 7710,'6'1'783,"1"1"0,1-1-276,1 4 1,2-1-470,-3 2 1,4 4 56,-2 0 1,0 4-55,1 1 1,-1 3 99,1-1 1,-2 0-91,-3 0 1,-1-2 71,-1 2 0,-3-3 26,1 1 1,-1-2-113,-1-2 0,-1-2-78,-1-3 0,1-2 260,-3-2-95,-1-1 1,-1-3 100,-1-2 1,2-1-57,0-6 0,1 1 0,1-3 1,-1 0-139,2 0 0,0-2 89,2 0 1,3 0-624,1 0 0,4 0 305,3-2 0,1 3-352,1-1 1,3 2 240,1 0 1,4 2-784,0 0 1,0 4 1091,-1 1 0,5 8 0,1 5 0</inkml:trace>
  <inkml:trace contextRef="#ctx0" brushRef="#br0" timeOffset="1589">1758 257 10455,'2'6'-202,"0"1"0,3 1 358,0 1 0,0 2 88,2 0 0,-3 1 109,0 1 0,0 2-56,0 0 1,-1 0-150,-3-3 1,2 1-287,0 0 0,0-3 133,-2-1 77,0-2-116,0-4 1,-2-1-143,0-4 0,0-2-172,2-5 1,0 0 162,0-4 1,0 0 76,0 0 0,-2-1 23,0 0 1,0 0 210,2-1 1,0 1-75,0-1 0,0 1-63,0-4 1,3 4-58,4-1 1,2 2-37,4 0 1,2 4 112,0 2 1,0 1-28,0 4 1,-1 4 238,1 4 0,-2 3-96,-3 4 1,2 3-6,-4 1 0,1 2-190,-3 0 1,1 1-212,-1 0 0,0 0-27,-2-2 0,1-3-275,-3 0 0,3 0 26,-1-2 0,2 0 567,0-4 0,9-12 0,3-5 0</inkml:trace>
  <inkml:trace contextRef="#ctx0" brushRef="#br0" timeOffset="1941">2117 327 7715,'7'0'-60,"-1"0"-56,0 0 0,2 0 378,0 0 1,0 0-155,3 0 1,-1 1-6,3 1 0,0-1-135,0 1 1,0-1 190,0-1 1,-1-1-157,1-1 0,-1 0-170,-1-2 0,0-1-311,-2-3 0,-3 0 206,-1-3 0,-4 0 148,1-1 1,-4-1-23,-2 0 0,-5 2 646,-4 1 1,-1 2-280,-3-1 1,1 3 167,-1 1 0,-1 3 17,3 2 0,0 0 279,2 2 1,1 5-250,1 4 0,2 1 13,2 1 0,4 2-325,1 2 1,2 2 98,2 0 1,2 2-273,5 1 0,4-1 99,4-2 0,1 0-223,1-2 1,3 0-428,-1-4 0,3-2-666,-3-4 0,3-4 1266,-3 0 0,17-23 0,3-5 0</inkml:trace>
  <inkml:trace contextRef="#ctx0" brushRef="#br0" timeOffset="2284">2438 231 8752,'0'4'-25,"0"1"1,2-1 488,0 2 1,4 4-80,0 0 1,1 5 27,1 2 1,0 3-116,1 1 1,-2-1-159,1 1 1,-3-4 29,0-2 0,-2-1-488,1-1 0,-1-3 126,-3-2-44,0-1 1,0-4 219,0-3 1,-3-3-4,-1-3 0,-1-3 168,1-2 0,-2-1-155,2-1 0,-1 0 517,1-2 0,-1 1-176,3-1 0,-1-1 122,3 1 0,0 0-333,0 3 1,3-1-347,2 0 0,4 0-692,4 0 1,2 3 514,5 2 0,0 1-247,1 3 0,2 1 234,2 3 1,-2 0-694,-1 0 1,-2 0 242,-1 0 862,0 0 0,12 3 0,2 1 0</inkml:trace>
  <inkml:trace contextRef="#ctx0" brushRef="#br0" timeOffset="2575">2932 244 7741,'-7'0'853,"1"0"0,-3-2-685,1 0 0,-4-3-178,2 3 1,-2 0 572,-1 2 0,-3 0-175,-1 0 0,1 0 96,1 0 1,3 0 242,1 0-90,-1 0-482,5 3 1,0 1-131,5 2 0,5 0-24,3 1 0,2 1-161,2 1 1,4 2-87,3 0 1,1 1-387,2 1 1,-2 0 294,-1 2 0,2 0 97,-2 2 1,1-1 114,-1 1 1,-2 2-65,-2-2 0,-3-1 256,-1 1 1,-5 0 10,-2 0 1,-7-4-91,-3-5 0,-7-1-112,-2 0 0,-5-4-90,-3 0 1,-1-3-626,-2-3 1,0 0 838,0-4 0,-8-13 0,-1-5 0</inkml:trace>
  <inkml:trace contextRef="#ctx0" brushRef="#br0" timeOffset="3216">3227 19 7719,'2'-4'0,"1"1"1121,0 0 1,2-2-461,4 3 0,1 0-357,3 2 0,2 3-176,3 1 1,0 2-82,1 0 0,1 2 224,-1 0 0,-3-1-37,-1 2 1,-2 0-20,-2 0 0,-3 2-77,-3 0 1,-3 0-536,-2 0 0,-5 1-28,-1-1 0,-7 1-403,0 1 0,-4-1-694,0-2 0,1 2 1522,-1-4 0,-9 1 0,-4-3 0</inkml:trace>
  <inkml:trace contextRef="#ctx0" brushRef="#br0" timeOffset="3324">3336 488 7717,'6'6'1682,"1"-2"310,-1 1 0,-1-1-2502,2 2 0,-2-1-19,3-1 529,-1 0 0,2-6 0,1-2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8:16.4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57 328 7710,'7'0'0,"-1"0"422,0 0-293,1 0 1,-1 2-174,1 0 0,-1 0-41,0-2 0,3 0 166,0 0 1,-1 0-89,-1 0 0,0 0 69,1 0 1,-1-1-151,2-1 1,-2 1 17,-1-4 1,1 2-119,-1-1 0,-1-2 85,-1 2 0,-3-2-344,1 0 1,-1-1 170,-1 1 0,-3 1 276,-1 1 0,-2 0 7,-3-3 1,-1 2 1,-3 0 1,-2 2 502,0 1 0,-2 1-240,2-1 0,0 2 271,2 2 1,1 2-110,-1 2 1,3 3-83,1 2 1,2 1-124,1 1 0,-1 2-35,1 0 0,2 2-180,2-2 1,5 1 134,3-1 0,4-2-246,5 2 1,2-4 75,2-3 1,1 2-544,1-2 0,0-1-34,2-3 0,-1-1-295,1 2 1,-1-3 451,1-4 1,-1-3 440,4-3 0,4-16 0,6-7 0</inkml:trace>
  <inkml:trace contextRef="#ctx0" brushRef="#br0" timeOffset="408">551 33 7710,'0'-10'0,"-3"5"853,-1-1 0,0 2-332,0-1 1,2 2-435,-2 3 1,2 4 185,0 2 0,1 4 224,1 3 0,0 2-107,0 2 1,4 2-115,2 0 0,1 3 103,4 2 0,0-1-121,2 0 0,0 1-393,-1 1 1,1 1 153,0 0 1,-1-4-565,-1 0 1,-2-4 72,-3-1 0,-2-4-236,-2 0 0,-1-3-445,-1-4 764,0-2 1,-5-2 53,-2-4 1,0-2 102,0-5 0,-1-1-144,-1-3 0,-2-2 204,0 0 1,-1 0 166,-1 3 0,0-1 271,0 0 0,1 1-221,-1 1 1,-2 3 494,0 3 0,2 0-294,2 3 1,1 3 335,-3 3 0,4 5-220,2 1 1,1 3-12,4 2 1,0-1-114,2 4 1,4-3-219,2 2 1,3-3-49,4 1 1,5-2-287,1 0 0,3-3-428,-1-1 0,1-4 385,2-1 1,2-3-718,-2 2 1,1-3 51,-3 0 1022,2-3 0,-4-9 0,2-5 0</inkml:trace>
  <inkml:trace contextRef="#ctx0" brushRef="#br0" timeOffset="883">968 251 7710,'-11'-7'0,"1"1"0,1 2 454,-2 2 0,-2-1-171,-1 1 1,-4 0 186,1 2 0,-1 3-128,1 1 0,-1 2-141,3 0 1,0 1-85,2 2 0,4-1 5,2 2 1,2 1-83,3 2 0,-1 0 75,3 0 0,6-1-330,3 1 0,3 0 161,3 0 1,1-2-523,3-1 0,1-3 268,2 0 0,-2-1-370,1-4 1,-2 0 186,-2-2 1,-1-3 52,-3-1 0,-1-5 187,-1-2 1,-4-1 250,-3 0 0,-2-3-4,0 0 1,-4 0-97,-3 2 1,0 0 499,-2 0 1,1 2-257,-1 1 1,-1 2 531,-1-1 1,1 4-154,1 1 1,1 3 588,-1-1-772,4 1 0,0 2-143,3 1 1,4 3 5,2 4 1,3 2-6,4 0 0,0 4-1,0 2 1,2 2-3,3 0 1,-1 2 114,0 1 1,-2 1-180,-4-1 0,-2 0-211,-5-1 1,-2-2-487,-4 0 1,-5-3 376,-6-5 0,-3-2-309,-6-2 0,-2-4 216,-2-1 0,-1-1-638,4-1 1,1-4 297,0-2 0,4-1-66,3-4 0,3 0 688,8-4 0,24-22 0,9-7 0</inkml:trace>
  <inkml:trace contextRef="#ctx0" brushRef="#br0" timeOffset="1225">1180 315 7710,'6'0'0,"0"-2"616,1 0 1,-1-1-198,1 3 0,-1 0-299,1 0 0,1 0 102,1 0 1,-1 0-210,-1 0 0,1 0 86,1 0 0,0 0-120,-1 0 1,0 0-43,0 0 0,1 0-38,0 0 1,0-2-662,0-3 1,-2 0 355,1 1 0,-3-4-299,0 2 0,-4-3 380,1 1 1,-2-2 324,-5 0 0,-2 0 0,-6 4 0,-2 0 0,-2 2 0,-2-1 108,0 3 1,0 0 86,2 2 1,-1 3 564,1 1 1,2 2-318,2 0 1,1 3 127,6 2 0,-1 4-159,5 2 1,1 2-356,5 0 1,3-2 40,6 0 1,3 0-43,1 2 0,4-2-156,0-2 1,3-4-456,-3 0 0,3-6-689,0 2 0,0-6 1244,-1-1 0,22-28 0,3-11 0</inkml:trace>
  <inkml:trace contextRef="#ctx0" brushRef="#br0" timeOffset="1559">1635 167 7710,'-13'0'613,"0"0"-430,1 0 1,-1 0 178,0 0 0,-1 1-83,1 1 0,1 1 59,6 1 0,0 2-181,2-2 0,2 4-242,4 1 0,4 0 30,5-1 1,5 2 131,3 0 1,2 5-161,3-3 1,1 3 111,-2-2 1,2 0-302,-2 2 1,1-1 34,-2 3 0,-2-2-64,-2 0 1,-4-2 217,-3 0 0,-2 1 5,-5-1 1,-4 1 67,-4-6 0,-6 1 176,-2-3 0,-3 1-27,-2-1 0,-4-2-94,2-2 0,-2-2-138,2 0 1,-1 0 140,1 0 1,1 0-777,1 0 0,3-2 728,3-3 0,21-18 0,2-4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8:28.6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45 295 7239,'-7'0'0,"1"-1"0,1 0 549,1-2 1,2 1 666,-2 2-686,-1 0 0,1 0 155,0 0-464,3 0 1,-2 1 163,6 1 0,1-1-84,7 1 1,1-1-153,8-1 1,0 0 58,6 0 1,2 2-267,-1 0 0,5 0-253,0-2 0,-1 2-366,1 0 0,-2 1-498,-5-3 1,-3 0-74,-2 0-476,-4 2 1724,-6-1 0,-24 2 0,-8-3 0</inkml:trace>
  <inkml:trace contextRef="#ctx0" brushRef="#br0" timeOffset="238">51 391 7817,'-9'3'0,"1"0"0,0-2 1018,4 1-197,-2-1-398,5 2 1,1-1-61,5 0 0,4 0 109,4-2 0,2 0-178,5 0 0,4 0 28,2 0 0,3 0-208,1 0 0,2 0 54,0 0 0,-2 0-1106,0 0 1,-3 0 575,1 0 1,-5 0-1121,-2 0 0,-6-2 1482,-5 0 0,-16-12 0,-5 0 0</inkml:trace>
  <inkml:trace contextRef="#ctx0" brushRef="#br0" timeOffset="531">346 179 7817,'-6'-3'1697,"2"3"-970,1-3 1,4 3-277,1 0 0,5 3-45,6 1 0,3 2-290,3 0 1,1 3 44,1 2 1,0 1-61,2 1 1,-1 1 79,1 0 1,-3 3-167,0 2 1,-7-2 25,-4 0 0,-6-2-174,-3 2 1,-6-2 11,-7 2 1,-3-4-25,-6-1 1,-1-1-221,-5 0 1,4 0 183,1-2 0,4-1-926,2-1 1,5-2-605,-1 0 1711,8 0 0,19-12 0,11-1 0</inkml:trace>
  <inkml:trace contextRef="#ctx0" brushRef="#br0" timeOffset="1333">1122 64 8228,'-2'6'0,"0"1"1047,0 2 1,0 2-769,-1 4 0,1 4-72,-1 4 0,3 5 202,-2 2 0,1-1-109,1 1 0,-1 0-198,-1 2 0,1-5-105,-1-4 1,-1-3 91,1-3 0,-1-1-99,1-3 0,1-4-6,-3-3-518,2-2 0,-1-6-19,0-2 0,3-2-241,-2-6 1,1 0 406,1-6 1,0-1 23,0-2 1,0-3 70,0 0 0,0-3 73,0-1 1,2-2 167,0 2 1,5 1-37,0 4 0,1-1 45,1 2 1,3 2 156,3 5 1,2 4 459,-2 7 1,3 1 257,-1 3 0,3 6-402,2 5 1,-1 4 298,-2 4 0,1 2-240,-1 1 1,0 4 68,0 0 0,-1-1-210,-1-2 1,-3 0-500,1 1 0,-2 0-8,-3-3 0,-1 0-82,-5-4 0,1-1-915,-3-3 0,0-1 560,-2-2 0,0 0-794,0-4 1,-2-2 1388,-3-2 0,-12-13 0,-3-3 0</inkml:trace>
  <inkml:trace contextRef="#ctx0" brushRef="#br0" timeOffset="1511">1148 314 7681,'0'-6'1883,"0"-1"-1341,0 1 0,3 0-857,4 2 0,5 1 232,5 3 1,2-2 274,3 0 0,0-1-756,4 3 0,0 0 259,2 0 1,-1 0-519,0 0 0,-2 0 823,-2 0 0,6 0 0,4 0 0</inkml:trace>
  <inkml:trace contextRef="#ctx0" brushRef="#br0" timeOffset="1923">1744 19 7710,'-3'-4'2453,"3"-1"-1764,-3 4 1,3-1-316,0 7 0,3 2-123,1 6 0,4 5 301,0 1 0,4 4-109,-1 1 0,3 1 39,1 3 1,2 4-614,-2 2 0,0-1 131,-2-3 0,-1-3-621,-2-4 0,0-4 237,-4 0-528,-2-4 406,-2-2 1,-4-7-225,-3-4 1,-1-2 217,-3-5 0,-1 0-13,-2-5 0,-1-3 182,0-2 1,-2-1 12,0 1 1,-3 1 381,1-3 0,-4 3-86,0-1 1,-1 4 138,1 2 1,1 3 136,-2 2 1,1 1 267,2 3 1,1 5 249,8 1 1,1 6-320,2 0 0,4 3 169,0 2 1,4 2-217,3-2 0,1 2-222,6 0 0,0 0 26,4 0 0,0-2-487,2-2 1,0-4 267,2 0 1,0-4-472,1-1 1,-1-2 277,0-4 1,3-3-1189,2-1 0,0-5 158,-1-4 0,0-1 505,-4-3 739,0 0 0,6-28 0,1-6 0</inkml:trace>
  <inkml:trace contextRef="#ctx0" brushRef="#br0" timeOffset="2307">2039 19 7710,'-2'-4'1515,"1"1"0,-2 5-928,3 2 1,5 4-132,1 7 1,6 2 19,1 4 0,1 3 363,5 4 0,0 2-335,4 4 1,0 2-392,0 2 1,0-5-9,-4-3 0,-3-4-713,-1-2 0,-4-4-348,-3-3-453,0-6 312,-5-2 732,0-6 1,-4-6-71,-1-1 0,-1-4 92,-1-3 1,-2-2-236,-1-2 0,0 1 196,-4-3 0,1 2 138,-3 0 0,-3 0 210,-1 0 0,-1 1 232,1 3 1,-4 0 169,2 5 0,-2-1 5,2 5 0,1 2-297,1 5 1,1 4 98,3 4 0,1 2 1127,1 5 0,3-2-603,3-1 1,3 2-140,4-2 1,6 1-102,4-1 0,3-2-78,4-2 1,-1-1-479,6-1 1,-1 0 134,3-2 1,-1-3-1519,-1-4 0,-2-1 808,-3-1 0,-1-3-537,0-2 0,-3-4 1209,-5-4 0,-6-17 0,-5-7 0</inkml:trace>
  <inkml:trace contextRef="#ctx0" brushRef="#br0" timeOffset="3285">2848 314 7676,'-3'-4'-2,"-1"-1"0,0 1 0,0 0 0,-1 0 622,-1 1 0,-1 1-378,-2 2 0,-1 1-48,-3 1 0,1 2-279,-1 2 1,0 1 101,0 2 0,-2 1 19,0 3 0,1-1 57,3-2 0,2 3-93,3-3 1,0 2 1,2-2 0,1 2-103,6-4 1,1 1 21,4-3 1,4 1 62,3-1 1,3-2-219,-1-2 1,3-2 82,1 0 0,-2 0-59,0-2 1,-1-2 20,-3-2 1,-4-3-196,2 1 0,-3-4 229,-2 1 0,0-1-14,-6-1 1,0 1 346,-2-1 1,0 1-131,0 1 0,0 0 444,0 2 0,-2 3-234,0 1 1,-1 4 675,1-1-645,1 1 0,-1 2 62,4 1 0,1 2-299,2 2 1,2 2 106,0 1 1,1 2 58,-2-3 0,1 3-38,-1-2 0,2 1-930,1-1 0,2 1-26,0-1 776,4 0 0,13-9 0,5 0 0</inkml:trace>
  <inkml:trace contextRef="#ctx0" brushRef="#br0" timeOffset="3832">3380 51 7691,'-6'-11'618,"2"1"1,-1 2 433,3-1-280,0 5-444,2 1 1,0 3-101,3 0 1,2 5 310,4 1 1,2 6-106,0 1 0,1 0 38,1 4 0,0 3-233,-1 4 1,3 1-81,0 0 1,0 2-573,-2 1 1,-2 0 328,0 2 0,-4 1-80,2-4 0,-4-2 111,-1-6 1,-2-3-815,0-3 188,-1-3 36,-1-1 88,0-5 391,0-4 1,0-4-106,0-2 1,0-3 72,0 1 0,0-4 105,0 2 1,2-2-66,0-1 0,1-1 51,-1-1 0,1 2-62,4-2 0,-2 1 6,0 1 1,3 1 47,-2-1 0,4 1 137,-1 1 0,2 4 14,0 3 0,1 2-48,1 0 0,2 2 86,-1 2 1,4 2-91,-3 2 1,0 3 228,-3 2 0,3 3-35,-3 1 0,0 2-41,-6-2 0,-2 3-28,-2-1 1,-1-1 128,-1-1 1,-7-2-203,-3-3 1,-4 2 64,-5-4 1,0 0-530,-4-3 1,-1-3 213,-1-2 1,1 0-219,1 0 1,4-2 193,0 0 1,7-3-250,1 1 1,6-4-197,3-1 681,7 1 0,33-13 0,14-3 0</inkml:trace>
  <inkml:trace contextRef="#ctx0" brushRef="#br0" timeOffset="4099">4124 263 7691,'-3'-6'809,"-1"2"0,-2 1-681,0 3 0,-4 0 80,0 0 0,-5 1 118,-2 3 1,-2 1-37,0 6 0,0-2-82,-1 4 0,4-1-111,1 3 1,4 0 77,3 0 1,4 3-253,1-1 1,3-1 84,3-1 1,2-2-87,5-3 1,2 1 55,5-5 1,0 2-105,2-6 0,0-1-97,1-3 0,-2-4-101,-1-2 0,-3-6-797,-5-1 1,-1-4 479,-6-2 1,-3-2 640,-3-3 0,-19-22 0,-5-6 0</inkml:trace>
  <inkml:trace contextRef="#ctx0" brushRef="#br0" timeOffset="4621">4413 295 7728,'0'-7'0,"0"1"0,0-1 0,0 1 0,0 2 0,0-1 0,-1 3 611,-1-2 1,-3 3-101,-3-1 1,-2 1 16,-3 1 0,0 0-104,0 0 0,-2 0-98,1 0 0,-2 3-209,1 1 0,3 4-154,0 0 0,3 2-105,1-2 0,3 2 151,0 3 0,4-2-169,-1-1 0,2 1 78,5 2 0,0 0-72,5-1 1,1-1-219,2 0 0,2-3 133,0 0 1,2-3-104,-2 0 0,0-4 101,-2 1 1,0-4-32,-1-2 1,-1-3 45,0-1 0,-3-3 204,0-4 0,-4 2-114,-1-2 0,-2-2-54,1 0 1,-1 2 390,1 2 1,-2 1 233,-2 4 1,-1-3 816,-1 2-919,-2 4 1,5 0 118,-4 3-262,4-1 1,-2 6-216,3 2 1,1 2 90,1 2 0,0 2-203,4 0 1,-1 2 73,4 2 0,-1-2-138,0 2 0,0 0-114,3 0 1,0-4-211,1 2 1,1-3-448,0 1 0,0-2 42,0-2 930,0-4 0,2-8 0,2-6 0</inkml:trace>
  <inkml:trace contextRef="#ctx0" brushRef="#br0" timeOffset="4950">4586 263 8380,'-3'-7'326,"2"3"245,-1 0-240,1 2 129,1-1-305,3 6 1,1 2 509,2 3 1,3 0-135,-1 3 0,3-1-49,-2 3 0,0 0-434,-1 0 1,-1 0 51,2-1 0,-2 3-197,0 0 1,-2-3 118,0-3 0,0-2 220,-3 0-40,0-4 109,-2 0 0,-3-8-106,-1-1 0,0-5-77,0 0 1,0-1 29,0-1 1,1 0 24,3 1 0,0-1-318,0 0 1,1 0-424,1 0 0,2 3-269,5-1 0,2 2 382,3-1 1,3 4-973,2 0 1,0 3 438,1 1 1,-2 2 977,-1 2 0,-1 16 0,-3 6 0</inkml:trace>
  <inkml:trace contextRef="#ctx0" brushRef="#br0" timeOffset="5458">5137 25 7779,'-2'-10'1023,"1"3"-511,-1 3-360,1 2 1,1 0-120,0 4 1,1 3 428,1 3 1,4 5-14,2 4 0,3 2 129,0 0 1,2 5-117,2 2 1,-1 2-127,3-1 0,0 3-453,0 2 1,-2-1 147,-2-1 1,-3-4-703,-1-5 0,-3-4-4,-1-5 28,-3-2 378,-2-6 0,0-4 5,0-4 0,-2-4-154,-3-1 0,0-2 66,-2 0 1,0-1-40,-2-1 0,-3 0 144,-3 1 0,0-1 370,0 3 0,-2-2-69,-2 4 0,0-1 81,0 3 0,2 2-245,-1 2 1,4 2-61,-1 2 1,2 5 1182,3 3 0,1 5-423,5 0 1,1 2-44,3-2 0,0 2-229,0 1 0,1-3-129,1 0 1,4-1-403,2-1 0,4-1 164,-2-2 0,2 0-30,1-4 1,-2 0-189,0-2 1,-1-1-835,3-3 0,2 0 483,0 0 0,0-3-872,-2-1 1490,2-5 0,5-18 0,2-7 0</inkml:trace>
  <inkml:trace contextRef="#ctx0" brushRef="#br0" timeOffset="6134">5355 346 10141,'10'3'634,"-2"-2"-380,2 4 1,1-2 43,2 1 1,2 1-149,0-2 0,0 1-95,0-2 0,-1 0-293,1-2 0,-2 0 194,0 0 1,-3-3-644,-1-1 0,-2-2 385,-1 0 1,-2-3-139,-2 1 1,-5-4 141,-3 2 0,-4-3 123,-2-2 1,-3 4 176,0 0 1,-2 4 314,2 0 1,0 4 23,2 1 0,1 2-190,1 2 1,2 2 111,2 4 1,4 2-30,1 3 1,1 3-66,1 1 0,5 2-34,1 0 0,5-2-102,0 0 0,2-1 7,2 2 1,1-3-13,3-2 0,1-1-383,1-1 0,0-4 183,3-3 1,-3-2-596,3 0 1,-1-2 356,3-2 1,-1-2-122,-2-2 1,-3-3 104,-3 1 1,-3-3 323,-1 2 1,-3 0 90,-4 1 1,-2 0 10,1-3 0,-4 1 353,1-1 1,-4 0-297,-2 2 0,-2-1 738,0 1 1,0-2 101,2 3 151,-2-1-158,5 3-695,-2 2-44,3 2 47,3 7 0,-1-1-46,2 5 0,0 1 22,3 1 0,-2-1-134,0 0 0,0 1 31,0 2 0,-2 0 205,1 0 1,0-1-73,0 1 1,2 0-108,-2 0 1,0 0 74,0 0 0,-2-1-584,2 1 0,0-3 145,0-1 1,0-3 51,-2-2 123,-1 2 1,2-6 7,-3 0 1,-1-3 156,-1-6 0,-2-2-162,-2-4 0,-1 0 552,1-2 1,0-2 93,-1 2 0,3-2 300,0 0 0,2 0-390,0 0 1,2 2-23,2-1 0,5 1-366,6-2 1,1 5 66,6 1 0,-3 4-841,5 1 1,1 4 502,0 2 1,-2 1-1861,-1 1 0,-2 3 2052,-3 1 0,3 7 0,-2 3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8:37.5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218 468 7721,'1'-5'-37,"1"1"91,2-1 1,0 2 342,0-2-296,-3 4 275,2-2-135,0 0 190,-2 2 54,2-1-423,-3 2 37,-6 0 0,1 0-29,-6 0 1,0 2 76,-1 3 1,-4 1-185,-1 3 1,-2 1 48,-3 3 1,0 0-82,-1 2 1,1-1 8,5 3 1,2-2-58,5 0 0,1 0 34,5 0 1,2-3-14,4-3 0,4-2 141,5-1 1,2 0 97,2-2 1,2-1-136,4-6 0,-1 0 4,1-4 1,1 0-119,0-1 1,-1-1 83,-2-2 1,0-1-516,-2 1 0,0-1 53,-4-1 484,1 3 0,-9-11 0,0 1 0</inkml:trace>
  <inkml:trace contextRef="#ctx0" brushRef="#br0" timeOffset="375">327 404 7738,'6'0'473,"1"0"1,-3 0 114,0 0 1,3 0-157,4 0 1,2 0-907,2 0 0,4 0 417,5 0 1,3 0 503,3 0 0,5-3-78,1 1 0,-1-3-105,-1 1 0,-4-4-259,-2 0 0,-4-4 65,0-1 0,-7-1-567,-2-3 1,-5 0 295,-3-2 0,-4-3 154,-1-2 1,-1-1-738,-1-1 0,-6 1 329,-2-1 1,-4 3 249,-3-1 0,-2 4-40,-2 1 0,0 3 501,0 6 0,-1 0-186,1 4 0,3 2 394,1 2 1,4 2-173,3 2 0,1 5-10,0 6 0,4 3 63,0 3 0,3 6 171,0 3 0,0 5-6,3 4 1,0 1-149,4 0 1,2 3-2,1-1 1,3 4-100,-1 1 1,2 0-418,1-1 0,-2-4-210,2-6 0,-2-3-509,-2-3 1,-2-6 101,-2-7 0,-4-6 48,-1-3 724,-1-4 0,-10-8 0,-1-4 0</inkml:trace>
  <inkml:trace contextRef="#ctx0" brushRef="#br0" timeOffset="522">551 461 7743,'10'-6'0,"-3"-3"0,1 1 0,3 1 929,2 3 1,4 3-670,7-1 0,3 2-298,7 2 0,1 1 38,4 4 0,36-4 0,10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8:39.6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20 166 10653,'0'7'216,"0"-1"0,0 2-8,2 3 0,2 3 146,2 7 1,2 5-127,0 4 0,4 3-166,3 2 0,0-1-297,-2-2 1,0-1 183,0-1 0,-1 0-859,-2-4 1,-1-5 507,-5-6 1,1-4-532,-3-3 1,0-3 932,-4-3 0,-10-36 0,-6-8 0</inkml:trace>
  <inkml:trace contextRef="#ctx0" brushRef="#br0" timeOffset="231">0 128 7690,'0'-13'986,"0"2"-737,0 1 1,1 2-306,1-1 0,3 5 29,6 2 1,2 4 313,7 2 0,4 5-100,2 2 0,3 4-165,-1 2 1,2 4 387,-3 3 0,0 0-149,-3 2 0,-6 0-225,-5-1 1,-3 0 49,-6-1 0,-5-1-549,-5-3 0,-6-3 278,-6-7 0,-3 0-479,-2-4 0,-2-2 277,2-2 1,1-1-959,2-1 1345,4 0 0,6-18 0,4-3 0</inkml:trace>
  <inkml:trace contextRef="#ctx0" brushRef="#br0" timeOffset="422">462 250 7708,'4'3'916,"1"-1"0,-2 0-504,2 0 0,-3 2-847,-2 5 0,3-1 403,-1 5 0,2-1 609,-2 5 0,2 1-675,-1 1 0,2 0-3,2 0 1,-1-2-121,3-2 0,-2-3-65,-1-1 286,1-2 0,-1-8 0,0-2 0</inkml:trace>
  <inkml:trace contextRef="#ctx0" brushRef="#br0" timeOffset="580">494 89 7708,'0'-6'2059,"0"-3"-1476,0 1 0,1 2-1998,1 1 1,2 4 1414,5-1 0,29 12 0,11 5 0</inkml:trace>
  <inkml:trace contextRef="#ctx0" brushRef="#br0" timeOffset="806">898 154 9489,'-3'6'709,"2"6"-23,-3 3 1,0 6-334,0 2 1,-2 5-146,2 2 0,0 1-329,0 1 0,1 0-335,-2 1 1,0-6-429,0-2 1,2-3 455,-2-1 0,1-6 428,-2-2 0,-9-13 0,-2-2 0</inkml:trace>
  <inkml:trace contextRef="#ctx0" brushRef="#br0" timeOffset="1323">699 192 7710,'0'-6'0,"0"-1"1283,0 1 1,3 2-576,-1-1 1,3 4-1557,-1-1 0,5 5 347,4 3 0,1 3 572,3 4 1,0 0-18,2 0 1,0 2-582,1 0 0,-3 0 171,0-3 1,-2 1 14,2 0 1,-3 0-12,1 0 0,-2-1 352,-2-1 0,0-3 0,-2-4 0,-1 2 0,-1-5 0,-1 2 0,-2-5 272,1-1 1,-1 1 145,2 2 1,1 0 230,-1 0 0,0 0-25,1 0 1,1 0-217,1 0 0,2 0-95,-3 0 0,6 0-116,-1 0 1,2 0-3,0 0 1,-1 2 26,3 1 0,0-1-310,2-2 1,-2-1-154,-2-1 1,-2 0-202,0-2 0,-2-2-264,-2-3 1,-1-2 342,-6 0 1,0-1-261,-2-1 0,-5-2 222,-1 0 0,-7 1 270,0 3 0,-4 2-58,0 3 1,-2 0-10,0 2 1,3 1 1409,1 3 1,3 3-633,2 1 0,2 4 46,-1 3 1,5 2-241,2 2 1,2 1 36,2 4 0,2 1-168,5 0 0,1 1-100,5 0 0,0-2 67,5 1 1,-2-1-189,6-1 0,-2-3-301,2-3 1,1-3-508,-2-4 0,-1-2-506,0-2 1,-3-7 179,-2-4 1100,-1-2 0,-3-56 0,0-14 0</inkml:trace>
  <inkml:trace contextRef="#ctx0" brushRef="#br0" timeOffset="1514">1399 25 7710,'-5'-8'1,"1"2"1,2-1 1095,-2 5 0,2 0-497,0 4 1,2 5-377,2 4 0,2 4-20,2 5 1,3 2 11,-1 3 1,4 2 587,-2 0 1,3 3-309,-1 2 0,2 1-740,1 1 1,-3-4 198,3 2 1,-4-4-1322,2-3 0,0-3 74,-2-5 0,1-2 1292,1-4 0,-1-16 0,1-6 0</inkml:trace>
  <inkml:trace contextRef="#ctx0" brushRef="#br0" timeOffset="1823">1783 173 7738,'-6'-4'356,"0"-1"130,-1 3 1,-1-2-373,-1 2 0,-2 0 38,0 2 1,2 0 76,0 0 1,2 0-5,1 2 1,0 0-138,2 2 0,-1 3 112,3 1 1,0 1-87,4 0 1,0 0-3,5 2 1,-1 1-153,4-1 0,1 2-262,2 1 1,0 1 185,2 2 0,-1-2-17,1 2 1,-2-2 104,0 2 1,-3-2 12,-1 2 0,-3-3 36,-2 1 0,-1-2 66,-3-2 1,-3 0-222,-4-2 1,-3-1 133,-5-4 1,-1-1-461,-3-3 0,-1 0 202,1 0 0,1-3-1180,1-1 1438,1-2 0,6-6 0,1-2 0</inkml:trace>
  <inkml:trace contextRef="#ctx0" brushRef="#br0" timeOffset="1973">2034 558 7740,'3'0'1854,"0"-3"-1854,-3 2 0,-11-2 0,-4 3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8:55.3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186 52 7695,'-3'-4'1155,"0"0"-979,-4 2 0,0 2-482,-1-3 0,-1 3 184,-4 3 1,2 0 93,-4 4 1,1 0 135,2 1 1,-2 0-104,-1 3 1,4-1 182,-2 3 1,4-2-87,1 0 0,3-1-58,0 0 0,4 2 40,-1-4 1,6 0-126,3-4 1,5 1 37,1-3 0,4 1 44,0-3 1,2-3-254,0-1 1,0-3 60,1-1 0,-2 0 15,-1-3 1,-1 2-51,-3-1 0,-3 1-127,1-1 1,-3 0-257,1-1 0,-2-1 569,-1 1 0,1 1 0,-1-1 0,-2 4 0,0-2 0,-2 2 0,0 0 0,-1 1 0,-1 0 0,-1 2 131,-1 2 1,0 1 328,-2 1 0,2 1-86,-2 1 1,2-1-33,0 4 0,2-1-79,0 2 1,0 1-41,0-1 0,0 3-102,0-1 1,2 3 43,0-2 0,3 1-146,-1-1 0,2 2-11,0 0 0,1 1 43,-1 1 0,0-1-111,-2-1 0,1 0 60,-3-2 0,2-1 159,-1-1 0,-1-3-41,-2 0 623,0-2-475,-3-2 0,0-7-40,-1-3 1,-1-1-87,3-2 0,-1 2-82,3-4 1,0 0-123,0 0 0,3 2 109,2-2 0,2 1-885,2 2 0,2-1 408,0 3 0,3 0-1013,1 4 0,2 0 1445,-2 2 0,15 4 0,0 4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8:55.9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231 135 7695,'-4'0'92,"-1"-2"0,0 0 1,0 1-1,-2 0 700,-2 1 1,-1 0-894,-3 0 1,0 1 127,1 1 0,-4 2-136,-1 5 1,-1-1 100,1 2 0,-1 1-9,3 2 1,1 0 138,3-1 1,2 3 112,2 0 1,4 0-360,1-2 0,7 2 85,3 0 1,4-1-106,3-3 1,2-2 76,2-5 1,3-1-254,2-3 1,-2 0 128,-1 0 0,1-5-176,-3-2 0,1-1 44,-2-1 0,-1 0-41,0-2 0,-1-1 364,-3 1 0,0 1 0,0 0 0,-1-4 0,1-2 0</inkml:trace>
  <inkml:trace contextRef="#ctx0" brushRef="#br0" timeOffset="352">532 168 7695,'7'0'0,"-3"0"0,0 0 708,-2 0-42,1 0-763,-3-3 0,-3 2 24,-1-1 0,-3 2 171,-1 2 1,-2-1 158,-3 4 1,0-1-76,0 2 1,1 1-81,1-1 0,-1 1 22,2 2 1,0 0-102,2 2 0,3 1 155,0-1 1,4 1-197,-1 1 1,7-1-12,3-2 0,5 2 14,1-4 0,5 0-3,2-4 1,1-1 63,-3-3 0,-2-3-223,0-1 1,-5-4 71,-2-3 0,-5-1-106,-3-1 0,-2-2 59,-2 0 0,-2-2-444,-5 2 0,2 0 52,-4 2 0,1 1-473,-1 1 1017,2-1 0,8 2 0,2-3 0</inkml:trace>
  <inkml:trace contextRef="#ctx0" brushRef="#br0" timeOffset="575">680 193 7695,'4'7'971,"-1"-1"-728,-1 0 0,0 1 328,2-1 0,-2 4-461,2 0 1,-2 4-528,3 1 1,-1 3 280,2-4 0,1 4-78,-1-1 1,1 0 87,-1 0 1,0-1 76,-2 1 0,1 0-69,-3-2 1,0-2 60,-2-1 1,2 1-933,1-2 193,-1-2 490,-5 0 0,-1-5 306,-2-2 0,-3-21 0,-1-6 0</inkml:trace>
  <inkml:trace contextRef="#ctx0" brushRef="#br0" timeOffset="808">674 193 7695,'0'-6'0,"2"-1"0,0 1 644,2 0 1,0 2-194,3 2 0,2 1-422,2 1 1,1 1 108,1 1 1,2 2 128,2 5 0,-1 1-158,-1 3 0,-2-1-119,-2 1 0,-2 0-2,-3 0 0,-2 0 92,-2 0 0,-5-1-370,-3 1 0,-4-2-51,-5 0 1,1-4-198,-4-1 0,1 0-19,-2-4 0,2 0 31,0-2 1,5 0-97,-1 0 622,4 0 0,12-14 0,4-4 0</inkml:trace>
  <inkml:trace contextRef="#ctx0" brushRef="#br0" timeOffset="983">911 212 7695,'3'3'0,"2"-1"1254,-2 2 0,2 0-535,-1 3 0,2 0-891,0 1 1,0 2-108,1 3 0,-1 2-222,1 0 0,1 0-528,1-2 1,-1 0 526,-4 0 1,1-3-130,-3-2 631,0-4 0,-10-7 0,-3-4 0</inkml:trace>
  <inkml:trace contextRef="#ctx0" brushRef="#br0" timeOffset="1133">892 46 7695,'0'-7'631,"-3"1"790,1-1-2212,0-2 1,2 4-278,0-1 191,0 4 877,3-1 0,3 11 0,4 3 0</inkml:trace>
  <inkml:trace contextRef="#ctx0" brushRef="#br0" timeOffset="1486">1058 168 7695,'8'4'296,"0"0"0,0-2 440,3 2 1,-3 1-610,3 1 1,0-2 38,4 1 0,-1-1-206,4 2 0,-4 0-142,1-2 1,-2-1-170,-3-3 0,2 0 151,-4 0 0,0-3 3,-4-1 0,-1-4-6,-3 0 0,0-4-46,0 2 0,-3-2-97,-4-1 0,0 3 64,-4 1 0,3 2 497,-3 1 0,1 2-158,-3 2 0,0 2 445,0 2 0,0 2-58,0 2 1,1 3 167,2-1 1,-2 4 25,4-2 0,-1 2-212,3 1 0,0 2-184,2 0 0,1 3-22,3-1 1,5 2-284,1 0 1,5-3 103,0-1 0,4-1-858,2-1 0,0-3 408,1-2 1,0-4-854,-1-2 0,2-2 10,0-2 1252,0-4 0,12-21 0,2-7 0</inkml:trace>
  <inkml:trace contextRef="#ctx0" brushRef="#br0" timeOffset="1759">1430 116 7695,'-6'-3'0,"0"-2"0,-1 3 0,1-1 1050,-1 1 1,1 1-460,0-1 1,-1 1-900,1 1 291,2 3 1,1 0 8,3 4 0,0 0 225,0 1 1,5 0-37,2 0 0,3 2 6,1 1 1,1 0-124,1 0 0,2 1-108,0-1 1,0 1-16,-2 1 1,-3-1 75,1-2 0,-4 3 157,0-3 1,-2 0-88,-3 1 0,0-3 14,-4 0 1,-2-1-29,-5 0 1,-1-1-338,-3-2 0,0-1 159,0 0 0,1-3-733,-1 2 838,0-1 0,-3-12 0,0-4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8:52.40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193 12 8088,'-1'-5'490,"-1"0"0,-2 3-951,-2 4 1,-3 5 833,-2 4 1,-1 4-137,-1 2 0,-2 4 165,0 3 1,-3 5-137,1 4 1,1 3 5,-1 0 0,3 3-102,1 0 0,6-2-285,5-5 0,1-3-153,1-1 1,4-3-307,2-4 0,4 0-527,2-6 1,1 0 493,0-2 0,0-1 607,0-1 0,20-8 0,4-4 0</inkml:trace>
  <inkml:trace contextRef="#ctx0" brushRef="#br0" timeOffset="463">424 295 7703,'0'-7'659,"0"3"-467,0 0-166,0 2 1,0-1-55,0 1 0,3 1 27,1-1 1,4 1 2,0 1 0,4 0-130,-2 0 1,1 0 110,2 0 1,-2 0 72,4 0 0,-1 0-70,-1 0 1,-1 0-30,1 0 1,-2 3 51,0 1 0,-4 2-5,-1 0 1,-2 1 26,-4 2 0,0 1 106,0 3 0,-4 2-30,-2 0 0,-4 2-51,-2 1 0,-1 0 213,0 1 1,0 0-56,0-2 1,0 1-53,1-3 0,2-1-39,1-3 1,5 0-230,2-2-20,1-1 1,5-4-207,2-2 0,3-1-353,4-1 1,3-3 332,1-1 0,1-2-104,2-1 0,-1 0 169,0-1 1,0 0 286,-2-3 0,-2 3 0,-2-7 0,0 2 0</inkml:trace>
  <inkml:trace contextRef="#ctx0" brushRef="#br0" timeOffset="1336">744 449 7703,'3'3'413,"-2"3"1,2-5 300,-3 4-665,0-4 0,1 2 27,1-3 1,-1 2 284,3 0-299,1 0 1,3-2 77,1 0 1,2 0-203,0 0 1,1-2 59,1 0 1,0-3-132,-1 1 1,3-2 69,0 0 0,0-1-347,-5 1 1,2-3 173,-1 1 1,-2-2-260,-3 2 0,0 0 86,-4-3 1,0 1 108,-2 0 1,-3 0 514,-1 4 0,-4 0-195,0 2 1,-4 1 341,1 3 1,-1 1-164,-1 1 0,1 2-13,-1 2 1,0 3 28,0 2 1,0-1 68,1 1 0,1-1 13,0 0 0,4 2-96,1-1 0,2 0-142,4 0 0,0 1 46,0-1 1,5 0-154,1 0 1,5-1 59,0-1 1,4-2-82,2 1 0,-1-3 25,1-3 1,-2-2-461,2 0 0,-2 0-6,3 0 1,-4-2-121,1-3 1,-4-3 294,0 0 1,-3-4 334,0 2 0,-1-2 0,0 2 0,-2-2 0,0 1 0,0-1 0,0-1 0,-2 3 0,-1 1 0,1 2 0,-1 1 0,2-1 93,-2 1 157,3 2 0,-3 2 185,2 2 0,-2 0-141,2 0 1,1 0 36,1 2 0,-2 2-42,0 2 1,1 2-60,4 0 1,-2 0-41,2 3 1,-2-3-12,-1 3 1,-1 0-17,-1 1 1,0-1-95,2 0 1,-2-3-75,-2 0 1,-1 1 86,-1 0-155,0 0 75,0-3 1,-1-2-49,-1-2 61,-2-2 1,0 0-281,0 0 110,2 0 0,0-2 15,2-3 1,0-1-239,0-3 1,2 1 156,3-2 0,1 1 73,3-1 1,-1 1-43,2-2 1,1 1-418,2 0 0,2 0 372,0 1 0,2 2 11,-2-2 0,2 4 429,-2 1 0,0 2-168,-2-2 0,-1 2 277,-2 0-150,0 1 267,-7 1 0,0 3-121,-3 2 0,-3 0 230,-1 2 0,-1-1-178,1 1 0,-2-1-176,2 0 0,1 3-193,1-1 0,1 2 59,1-2 1,0 0 39,0 3 0,3-3 26,1 3 0,5-3-44,1 0 0,3 0-5,2-2 0,1 0-96,1-2 0,1-1 53,-3-3 1,0-1 11,-2-1 1,-3-2-182,-2-5 1,-4-1 64,-1-3 1,-3-2 106,0 0 1,-3 0-327,-1 0 0,-4 3-68,0 0 1,-4 1 97,2 0 1,-5 2-555,0 2 0,0 2 223,3 0 0,-3 2 239,0 1 0,0 1 359,2-1 0,0 1 0,3 10 0,1 1 0</inkml:trace>
  <inkml:trace contextRef="#ctx0" brushRef="#br0" timeOffset="1976">1732 340 7703,'3'-7'265,"-2"1"-68,2-1 0,-6 4-292,-2 1 0,-1 1 48,-3 1 1,0 0 105,-4 0 0,0 2 165,0 0 0,-2 3-61,0-1 0,1 1-101,3 0 0,2 0 160,2 0-261,1 0 0,2 2-19,2-1 0,2 1-30,2-1 0,3-2 25,3 1 0,2 1 96,3 3 1,0-1-135,0-1 1,0-1 60,2 0 1,-3 1-82,1-1 0,-2 1 68,2 2 1,-3-2 28,-2 2 0,-1 0 65,0-1 1,-4 1 102,0-3 0,-3 1 110,-3 2 1,-3-2-99,-5 2 1,-4-3-106,-2-2 0,-1 2 42,-2-2 1,2 0-437,1 0 0,-1-2 191,3 0 1,0-2-512,2 0 1,1 0 662,1 0 0,25-22 0,8-7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8:58.55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706 308 7695,'-6'-2'0,"0"0"0,-1 0 0,-2 2 0,1 0 729,-3 0 0,1 0-385,-3 2 0,0 2-348,0 2 1,0 1 125,1 2 0,0-1 74,1 3 0,2-1-137,5 0 1,1 2 80,3-1 0,4 0 25,2 0 0,4 1-133,5-4 1,4 0 156,5-4 0,-2-1-175,-1-3 1,-1 0 96,-3 0 0,-2-4-836,-2-2 0,-3-1 383,-1-4 0,-5-2-1794,-2-2 2136,-1-2 0,-18-8 0,-5-5 0</inkml:trace>
  <inkml:trace contextRef="#ctx0" brushRef="#br0" timeOffset="326">1040 122 7695,'10'-11'534,"-1"1"1,-5 1-268,-2-2 0,-2 3-214,-2 0 1,-5 0-652,-3 0 1,-5 0 190,-2 0 1,-3-1 947,-1 0 0,-2 3-275,-2 1 0,-3 4 244,3-1 1,1 2-234,7 2 1,2 4 84,5 5 1,-1 2-64,4 2 1,3 2-148,6 4 0,3 3 99,3 4 1,2 0-33,3 2 0,0 1-251,2-1 1,2 0 66,2-1 1,2 1-57,-2 0 1,1-3 28,-5-3 1,-2-2-961,-3-3 0,-2-5-944,-2-3-363,-2-4 2259,-4-6 0,-18-24 0,-3-12 0</inkml:trace>
  <inkml:trace contextRef="#ctx0" brushRef="#br0" timeOffset="475">886 308 7695,'7'0'1019,"-1"0"1,0 0-1424,1 0 1,2 0 19,2 0 1,1 1 270,1 1 1,2 1-52,0 1 0,0 2-362,0-2 0,-3-1-46,0 2 572,-3-4 0,-8-1 0,-6-3 0</inkml:trace>
  <inkml:trace contextRef="#ctx0" brushRef="#br0" timeOffset="986">1 269 8034,'6'0'1559,"1"0"-1342,-4 0 1,1 0 879,-2 0-17,-1 0-708,4 0 0,-1 0-217,2-2 1,1 1 52,-1-1 0,4-1-837,0 1 1,0-3 628,1 3 0,20-5 0,6-1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9:00.84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243 138 7698,'0'-3'-10,"0"-3"0,0 5-78,0-4 0,-1 4 333,-1-1 0,-1 1-80,-4 1 0,0 0 65,-1 0 1,-2 0-61,-3 0 1,-1 0 31,-1 0 0,-1 3-105,-3 1 1,-1 0-44,1 0 1,1 0-55,0 3 0,3-3 70,2 0 1,3 0-167,1 0 0,5 2 31,2-2 0,5 0-154,3 0 0,4 0 45,2 3 1,5-3 17,2 0 1,1 3 106,4 1 1,-2 1-9,2-3 0,0 3 20,-3-1 1,2 3-29,-2-3 1,-3 3-53,1-2 1,-5 0 69,-1 0 1,-1-2 106,-3 1 1,-4-1-103,-2 0 0,-3-3 171,-3 0 0,-4 0 30,-6 0 1,-1 1 53,-5-3 0,0 0-26,-4-2 1,-1 0-122,-1 0 1,0 0 39,1 0 1,2 0-7,3 0 0,0 0 9,2 0 0,2 0 93,5 0-138,3-2 1,4 0-1435,3-2 1,4 0 1369,2-3 0,44-11 0,12-2 0</inkml:trace>
  <inkml:trace contextRef="#ctx0" brushRef="#br0" timeOffset="358">365 228 7698,'6'0'872,"-1"0"-654,-1 0 0,-3 1 622,1 1 0,-1-1-707,-1 4 1,-3-1-814,-1 2 0,-1 3 872,1-1 1,-1 4-5,3-1 0,0 1 45,2 0 1,0 1-102,0-3 0,2 2-158,3-1 1,1 1 106,3 1 0,1-3-424,2-1 1,-1-4 206,0-1 0,-1-3-348,3 1 0,-3-2 89,-1-2 1,0-2-41,0-5 0,-3-1-236,-2-2 1,-2-1 670,0 0 0,-1-3 0,-1-1 0,0 1 0,0-1 0,0 3 0,0 1 0,0 1 0,0 4-100,0-1 406,0 6 0,0 0-105,0 6 0,2 2 364,0 4 0,3 2-181,-1 0 1,0 3-223,3 1 0,-4 2 65,6-2 0,-3 1-422,2-1 0,0-2 164,1 2 1,0-2-628,2-2 0,0-2 90,-2-2 568,2-1 0,5-17 0,4-4 0</inkml:trace>
  <inkml:trace contextRef="#ctx0" brushRef="#br0" timeOffset="656">666 247 7698,'7'7'1034,"-1"2"1,1-1-896,2 3 1,-1 0 10,2 4 0,1-1-102,2 3 0,-2-2 52,-1 2 1,-2-2-297,1 0 1,-4-5-122,-1-1 78,-3-2 286,2-3 1,-6-4 87,-1-5 1,1-1-68,1-3 0,-1 1 151,1-2 1,0-1 92,2-2 0,0 0-74,0 1 0,0 1-178,0 0 0,3 0-156,1-1 0,2 0-339,0 1 1,3-1-670,-1 4 0,4-3 535,-2 3 0,3 0 569,-1 4 0,13 1 0,2 3 0</inkml:trace>
  <inkml:trace contextRef="#ctx0" brushRef="#br0" timeOffset="906">955 292 7700,'3'7'364,"-2"-1"-255,4 0 1,-3 3 379,2 0 1,-2 0-123,2-1 1,-1 2-479,1 0 0,-2 2 73,2-1 1,-2-2 159,0 0 0,-1-2 59,-1 0 1,0-3 465,0 0-108,0-2-242,0 0-318,0-7 0,0 0 145,0-3 1,0-2-90,0-1 0,0-1 87,0-1 1,2 3-600,0-1 0,3-1 34,-1-3 1,2 4-165,3-2 0,-1 3-453,3-1 1,-1-1 54,3 4 1005,0-1 0,51 6 0,13 0 0</inkml:trace>
  <inkml:trace contextRef="#ctx0" brushRef="#br0" timeOffset="1131">1301 254 7510,'4'0'1403,"-2"0"-901,-4 0 0,-2 0-15,-2 0 0,-3 2-158,-2 0 0,-1 3-121,-1-1 1,0 2-72,0 0 0,1 2 59,2 0 1,0 0-143,4 3 1,2-3 103,2 3 1,2-1-294,2 1 0,5 0 119,3-3 0,5 1-332,0-3 1,3 0 138,-1-2 1,-1-1-273,1-3 1,-3 0 101,1-3 0,-4-3-38,-2-5 1,-5-1 84,-2-1 0,-2-2-47,-2 0 0,-2-2-43,-2 2 1,2 0-113,-1 3 534,1 2 0,-5-2 0,-1 2 0</inkml:trace>
  <inkml:trace contextRef="#ctx0" brushRef="#br0" timeOffset="1517">1430 228 11342,'0'7'644,"0"2"0,3-1-247,1 2 0,2-1-216,0 2 1,2-1-142,1 3 0,2-2-371,0-1 1,1 0 240,1 1 0,-1-2-488,-1-2 0,0-4 326,-2 0 0,2-3-133,-3 0 1,1-1 67,-3-3 0,0-1-397,1-6 1,-1 0 351,-2-2 1,-1 0 177,-3 1 1,0 0 58,3 1 0,-3-1 171,2 4 0,-1-1 530,-1 3 0,-1 2-144,-1 2 452,2 2-565,-3 0 0,3 2-6,0 3 0,3 0-64,1 2 0,2 1-74,0 1 1,1 2-389,2 0 0,-2 0 153,1 0 0,-1 1-743,0-1 0,-1-1 390,1 1 1,-1-3 412,0 3 0,4-3 0,0 1 0</inkml:trace>
  <inkml:trace contextRef="#ctx0" brushRef="#br0" timeOffset="1898">1731 267 7713,'0'-4'318,"1"1"626,1 3-633,-1 0 108,2 0 0,-1 1 329,0 1 1,3 2-245,-1 2 1,2 3-22,0 2 1,1-1-297,-1 1 0,0 1 24,1 3 0,-3 0-195,0-2 0,0-3 65,0-1 1,-1-2-859,-3-1 515,0 1-843,0-4 54,0 0 439,0-9 0,0 2 362,0-4 1,0-2 16,0 2 1,0-4 196,0 2 0,2 0-85,0-1 1,3 1 228,-3-1 1,3-1-25,-1 2 1,2 0-139,0 2 1,1 1 169,-1 0 0,1 4-24,2 0 1,-2 3 155,1 0 1,0 3-94,1 1 0,-2 4-179,1 3 1,2 1 59,-2 1 0,1 1-208,-3 1 1,3-2 103,-1 2 1,2-1-571,-2 1 1,0-1 637,3 1 0,8 1 0,4 1 0</inkml:trace>
  <inkml:trace contextRef="#ctx0" brushRef="#br0" timeOffset="2332">2110 29 7752,'0'-6'0,"0"-1"0,0 1 0,0 0 0,0 3 511,2 3 1,2 3-263,2 6 1,3 2 778,0 4 0,1 2-441,-1 4 0,2 3-131,0 3 1,-2 0-282,0 1 1,0 0-292,-1 0 0,1 0 220,-3-3 1,0-2-241,-2-2 1,1-3-88,-2-3 1,-1-5-961,-2-1 598,0-5 0,-3-2 196,-1-4 0,-2-2-218,-1-2 0,1-3 227,0 1 1,-1-3 140,-2 3 1,2-4 340,-2 2 0,2 0-146,1 2 1,-3 1 127,1 0 1,-2 4-97,2 1 1,0 1 478,-3 1 1,3 1-226,-3 1 0,2 1 246,-1 4 1,2 0-106,-1 1 1,2 2-23,1 0 1,2 2-285,-1-1 1,4 1 60,-1-2 0,4 2-100,2-4 1,5 3 61,1-3 0,3 0-600,-1-3 0,1 0 278,0-3 0,2 0 222,0-2 0,17-14 0,2-4 0</inkml:trace>
  <inkml:trace contextRef="#ctx0" brushRef="#br0" timeOffset="2532">2328 241 11029,'4'8'759,"0"1"0,0 2-79,3 0 0,-1 2-734,1 2 1,-2-2 71,0 2 0,0-2-1290,0-2 1,-2 1 306,2-1 965,-4-2 0,2-5 0,-3-5 0</inkml:trace>
  <inkml:trace contextRef="#ctx0" brushRef="#br0" timeOffset="2671">2302 113 7752,'-3'-13'206,"2"0"50,-1 0 1,2 3-976,0 2 1,0 1 194,0 0 1,0 3 523,0 0 0,2 2 0,5-1 0,3 3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9:14.4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32 167 7838,'0'4'2416,"0"-1"-2365,0-1 0,0 2 15,0 2 0,1 6 63,1 3 1,2 5-40,2 3 0,0 1-1,1 3 0,-1 3-116,1 0 0,-1 0 89,1 0 1,-2-1-359,-1-4 1,2-1 154,-2-1 0,0-4-435,0 0 1,-2-6 283,3 0 1,-4-7-201,1 1 94,2-5 0,-3-3 398,1-5 0,-4-18 0,-2-6 0</inkml:trace>
  <inkml:trace contextRef="#ctx0" brushRef="#br0" timeOffset="241">13 276 7838,'-4'-11'0,"-1"1"0,4 2 810,-1-1 0,1 2-267,1-2 0,4 4-733,2-1 0,1 3 181,4 1 0,0 2-124,4 0 1,2 0 186,2 0 0,0 0 154,0 2 1,3 4-186,-1 3 1,0 2 65,-4 0 0,-1 1-134,-4 1 1,-2 2 72,-4 0 1,-2 0-127,-4-3 1,-5 1 104,-3 0 0,-5-1-227,-6-1 0,-3 0-110,-2-2 0,-1-1-242,0-1 1,0-1-264,1-2 1,5 1 834,4-3 0,10-14 0,3-6 0</inkml:trace>
  <inkml:trace contextRef="#ctx0" brushRef="#br0" timeOffset="449">449 263 7829,'7'-3'1066,"-3"3"-800,0-2 1,-2 2 363,0 2 1,-2 3-446,0 4 1,0 5-442,0-2 0,0 3-172,0 0 1,0 2 203,0 2 0,0-3-99,0-1 0,1 0 98,1-2 1,2 3-92,2-6 1,1 1 315,-1-4 0,6-18 0,2-4 0</inkml:trace>
  <inkml:trace contextRef="#ctx0" brushRef="#br0" timeOffset="588">404 199 7829,'-4'-16'553,"0"1"0,0 4 0,0 3-553,1 3 0,26 5 0,5 4 0</inkml:trace>
  <inkml:trace contextRef="#ctx0" brushRef="#br0" timeOffset="925">885 218 7829,'0'5'1782,"0"-1"0,0 1-1817,-3 3 0,1 3-148,-4 4 1,1 4 112,-4 5 1,0-1-604,1 0 1,-3 0 283,2 1 1,-1-3 31,1-4 1,-2-2 40,3-4 1,-1-1-318,3-3-6,2 1 639,1-8 0,3-17 0,0-8 0</inkml:trace>
  <inkml:trace contextRef="#ctx0" brushRef="#br0" timeOffset="1116">661 257 7811,'6'-7'0,"-2"1"0,1 0 0,-1 2 0,2 2 0,2 1 852,0 1 1,2 4-667,3 2 1,0 3-627,2 4 1,0 1 253,2 1 0,-1-1-253,1 3 1,2-3 223,-2 1 0,1-3-167,2-2 1,-2 0 155,-1 1 1,1-4 225,-3-2 0,11-13 0,2 1 0</inkml:trace>
  <inkml:trace contextRef="#ctx0" brushRef="#br0" timeOffset="1460">1052 366 7811,'0'-4'470,"0"-1"-101,0 1 0,3-2 236,1 2 0,2 1-593,0 0 1,1 3 63,2-2 1,-1 1-385,3 1 0,-2 0 163,2 0 0,1 0 201,-1 0 1,0-1-35,0-1 1,0 1-29,-2-4 1,2 3-136,-3-2 1,1 0-78,-3 0 1,0-2-86,-2 2 0,-1-2 78,-3 0 1,-1 0 254,-4 2 1,0 0-90,-8 2 1,1 2 325,-5-3 1,0 3-160,0 3 1,-1 0 442,3 4 1,0 0-204,3 1 0,2-1-22,1 2 0,3 0 89,1 0 1,2 2-88,3 0 0,3 0-137,2 0 1,3 1 41,3-1 1,3-1-363,1 0 0,3-2 132,-1 1 0,2-3-622,0-2 0,2-1 53,1-3 0,-1 0-194,-2 0 0,0-3 91,1-4 1,-1 0 215,0-3 1,-5-1 452,-1-2 0,-13-28 0,-1-8 0</inkml:trace>
  <inkml:trace contextRef="#ctx0" brushRef="#br0" timeOffset="1658">1302 141 9959,'3'7'1151,"1"-1"1,5 4-783,2 3 0,1 3-682,3 6 0,2 1 211,2 2 0,-3 1-134,-1 0 0,0-3 160,0 1 1,-5-7-499,1 1 0,-3-5 246,-2-2 0,3-1-505,-1-2 0,1-3 191,-3-1 0,1-3 642,-1-1 0,12-20 0,3-5 0</inkml:trace>
  <inkml:trace contextRef="#ctx0" brushRef="#br0" timeOffset="1968">1681 212 7800,'-10'-2'570,"1"0"0,0 0-143,0 2 1,-2 0-381,0 0 0,-1 2-47,-1 3 0,3 1-134,-1 3 1,3-2 9,-1 1 1,3-1 136,2 0 37,1 2 1,7-2-2,2 2 0,2-2-121,5-1 0,-1-1 57,5-1 1,0 0-157,2 3 0,0-3 23,1 0 0,-2 0 74,-1 3 0,1-1 88,-3 1 1,-1 0 102,-3 1 0,-5-1 95,-3 2 1,-3-2-78,-3 0 1,-3-1 36,-5 0 1,-2 1-23,-1-1 0,-2 1-482,-1-1 1,-1 0 106,3-2 1,-2 0-56,2-2 0,0-2-368,2 3 1,1-3 15,1 0 632,2 0 0,8-8 0,2-3 0</inkml:trace>
  <inkml:trace contextRef="#ctx0" brushRef="#br0" timeOffset="2259">1674 13 7800,'7'-2'0,"-1"0"0,1-2 1103,2 1 0,1 1-444,3 2 1,2 6-478,2 3 0,4 3 86,0 3 1,4 1 148,-2 3 0,1 5-340,0-1 0,-5 4 99,-4-4 0,-1 2 63,-2 1 0,-2-3-32,-1-2 0,-3 1-589,-1-1 0,-2 1-234,-3-3 0,0-3-495,0-1 0,-3-3 328,-2-1 0,0-3-1169,-2 3 1952,1-3 0,-1-5 0,1-4 0</inkml:trace>
  <inkml:trace contextRef="#ctx0" brushRef="#br0" timeOffset="2402">2181 513 7800,'2'-6'1448,"0"0"-869,0-1-579,-2 4 0,-11 8 0,-3 6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19:13.2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 8762,'5'0'255,"-1"0"0,-2 0-100,2 2 1,-2 0-122,3 2 1,-3 0 93,2 3 0,-2-1-134,3 1 0,-4 2 65,1 2 0,0 1-170,0 1 0,-2-1 89,3 1 1,-3 0 84,0 0 1,0-3 46,0-2 0,-2 0-62,0-2 1,-1-2 35,1-2-123,1 1 0,-4-3-129,3 0 0,0-3-155,2-3 1,0-3 128,0-2 0,0 1 81,0-1 1,2 1 24,0-3 0,3 0 101,0 0 0,0 2-75,2 1 0,-1 2 72,1-1 0,1 2-40,1 1 0,2 0 139,0 2 1,1 1 181,1 3 0,-1 0-93,1 0 1,0 5-140,0 1 1,-2 5 8,-1 0 0,0 1-186,1 1 1,-2 0 109,-2 2 1,-1 1-307,1 1 1,-1 2 135,0-2 1,1-1-200,-1 1 0,1-3 377,-1 1 0,6-10 0,2-2 0</inkml:trace>
  <inkml:trace contextRef="#ctx0" brushRef="#br0" timeOffset="525">578 90 7896,'-3'-6'-1337,"1"-1"1003,-2-2 0,0 2 267,-3-1 0,0 0 67,-1 2 0,-2 0 1619,-3 2 0,-1-1-878,-1 3 1,1 0-570,-3 2 1,2 0-59,-2 0 0,3 0 92,-1 0 1,1 2-130,1 0 1,3 3 79,2-1 0,4 2-425,1 0 0,3 1 45,0-1 0,0 3-78,3-1 1,0 1 57,4-3 1,0 0-82,1-2 1,2 2 40,3-2 0,0-1 44,0-1 1,2 0 131,0 0 1,2-1-51,-2 1 1,0-2 112,-3 0 0,1 0-110,-3 0 1,2-2 244,-4-3 0,0 2 73,-4-2 0,-1 1 285,-3-2 97,0-1-175,0 1-99,0 0-196,0 2 1,1 2 152,1 4 0,2 2 36,2 2 1,3 3 130,-1 2 0,4 4-137,-2 2 1,0 2 107,1 3 0,-1-2-234,1 1 0,-5 1 81,-4-1 0,-1-2-105,-1-4 1,-6 0 50,-2-2 0,-7-2-215,-5-4 0,-2-4 74,-3-1 1,-3-2-223,0-2 1,0-1-434,3-4 1,-3 0 635,0-2 0,-11-20 0,-1-9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1:13.1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1 100 8153,'0'11'-32,"0"0"1,0 1-3,0 3 1,0-2 61,0 5 0,3-3-84,1 4 1,3-1 9,-3 4 1,3-4 20,-3 1 1,1-6-31,-1 2 1,-2-3 50,5-1 0,-3-1 96,3-3 1,-3-2-90,3-5 1,-3 4 86,4 0 1,-5-2-74,5-6 1,-6 2-22,2-5 0,1-1-29,-2-3 8,6 0 1,-7-1-39,6-3 1,-6 3 68,2-3 1,-2 3-130,2 1 0,-3 2 55,3-2 0,-3 6-117,-1-6 137,5 3 1,-4 1-258,3-1 192,-3 6-7,-1-3 132,5 5 0,-4 1-65,3 3 0,-3 2 62,-1 5 1,1 0-59,3 0 0,-3 0 119,3 0 1,-2 4-88,2-1 0,-2 1 77,6-4 1,-5 0 28,5 0 0,-2-4 153,1 1 0,3-2 703,-3 1-392,3-2-232,1-5 0,-1-5-91,-3-2 1,2-3-70,-5-1 0,-1-4 83,-3 1 0,0-5-466,0 5 1,-1-2-134,-3 1 0,2 3-334,-5-3 0,0-1-182,0 1 1,-1 1 225,4 3 645,0 0 0,9 5 0,1 1 0</inkml:trace>
  <inkml:trace contextRef="#ctx0" brushRef="#br0" timeOffset="618">398 33 7753,'0'-7'353,"0"0"0,0 3-24,0-3 58,0 4-66,0-2-136,0 15 1,1-2-141,2 6 1,0 2 88,4-1 1,-1 4-179,2 0 0,2 0 19,-3 0 0,-1 2-108,1-3 1,-1 3 49,2 1 1,2-1-11,-3-3 0,-1 2 84,1-6 0,-3 2-33,3-1-139,-4-3 163,2 4 0,-2-8-81,1-1 83,0-5 1,-4 2-120,0-8 1,0 2-79,0-5-30,0-1 0,0-7 77,0 1 0,0-1 24,0 4 1,1 0 52,3 0 1,-3-4-30,3 1 0,-3-1-23,-1 4 0,4 0-184,-1 0 577,1 0 0,0 0-136,-1 0 1,2 5 112,-1 2 1,-3 2 247,3-2-231,2 3 0,-1-3-39,2 8 0,2-2-109,-6 5 0,5 1-65,-5 3 0,6 0 75,-2 0 1,-1 0-179,2 0 0,-2 0 56,1 0 1,3 0-301,-3 0 1,-1-4-32,2 1 0,-1-2-158,4 1 1,-3 2-442,-1-6 944,0 1 0,4-4 0,0 0 0,5-24 0,1-7 0</inkml:trace>
  <inkml:trace contextRef="#ctx0" brushRef="#br0" timeOffset="980">816 232 6453,'7'0'1830,"-1"0"-1426,-3 0-246,-1 0 283,7 0-437,-2 0 108,4 0 1,0-1-82,0-3-87,0 3 1,0-4-175,0 5 1,0-4-521,0 1 538,0-6 1,0 4-351,0-2 344,-5-3 0,3 4 122,-6-5 1,1 3-35,-4 1 0,-1 5 103,-3-2 1,2-1-2,-6 1 0,1 1 165,-4 3 0,0 0 159,0 0 1,0 1-113,0 3 0,0 2 5,0 5 1,0 0-25,0 0 1,0 3-77,0 1 0,4 0 7,4-4 1,2 4-96,1-1 1,1 1 3,2-4 1,4 0-64,4 0 1,4 0-356,4 0 1,0-1 179,0-3 0,2-2-267,-3-5 0,4 0 500,4 0 0,-8 0 0,23-29 0,-6-8 0</inkml:trace>
  <inkml:trace contextRef="#ctx0" brushRef="#br0" timeOffset="1416">1125 199 7753,'-6'-6'616,"1"1"0,5 4 141,0-3-272,0 3-244,0-4 1,0 6-28,0 3 1,1 1-94,3 2 1,1 3 92,2-3 1,2 3-1,-5 1 1,4 0-13,-1 0 0,0 4 12,0-1 1,-3 1-561,3-4 0,-1 0 199,1 0 0,0 0-296,-4 0 1,-2 0 207,3 0 1,-1-3-373,0-1 229,-2-5-212,4 3 406,-5-5 0,0-1-65,0-3 1,0-2 165,0-5 0,0 0 13,0 0 0,0 0 35,0 0 0,0 0-50,0 0 1,0 0 203,0 0 0,0 0-36,0 0 0,2 0 86,1 0 1,0 0 10,4 0 0,-3 4 10,3-1 0,0 5-11,4-5 1,0 6-82,1-2 0,0 3 65,2 1 1,-1 5-79,1 2 0,2 3-12,-1 1 1,0 4 30,-4-1 1,-1 5-269,-3-5 0,1 5-153,-4-5 0,4 5-193,-5-5 1,5 1-471,-5-4 980,6 0 0,7-19 0,7-6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1:42.6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34 7853,'-7'-10'0,"1"1"0,0 3 2085,-1 1-1847,5 2 0,-3 4-39,5 2 0,0 5 24,0 6 1,5 4 297,2 4 1,3 5-162,1 2 1,4 3-257,0 1 0,3 4-48,-3-1 1,-1 1-89,-3-4 1,0 0-847,0 0 0,-1-4 480,-2-4 0,-4-3-252,-4-3 1,2-5-1581,1-6 2230,-1-3 0,2-30 0,-4-5 0</inkml:trace>
  <inkml:trace contextRef="#ctx0" brushRef="#br0" timeOffset="358">309 309 7720,'13'0'530,"-2"0"0,-2 0-210,2 0 1,1-3-110,3-1 0,-3 0-195,3 4 0,-3 0 134,-1 0 1,4-3-556,-1-1 1,1-1 163,-4 1 0,0 2-9,0-6 0,-1 5-6,-3-5 0,2 5 6,-5-5 91,-1 1 1,-3-4-18,0 0 0,-6 1 258,-5 3 0,-1-2-106,-7 6 0,1-5 491,-4 5 1,0-1-49,0 4 0,1 0 110,3 0 0,1 5-174,2 2 0,4 3-60,0 1 0,1 1-280,6 3 0,1 2 139,3 5 0,6 0-186,5 0 1,2-1 46,9-3 1,-2 3-684,6-2 0,1-2-17,-2 1 1,1-8-345,-4 1 0,1-7 252,3-1 777,-3-1 0,19-37 0,-2-8 0</inkml:trace>
  <inkml:trace contextRef="#ctx0" brushRef="#br0" timeOffset="626">805 67 7720,'-16'-16'202,"-2"5"1,-3 1 364,-1 6 0,0-3-202,0 3 1,4 2-125,4 5 1,3 0-64,3 4 1,0 2 20,4 6 0,0-2 97,4 5 1,5 1-41,3 3 1,3 4-131,3-1 1,1 6-66,7-2 0,-2 2-166,5-2 0,2 6-510,-1-6 0,4 4 361,-5-7 0,-3 0-739,-3-4 1,-2-2 447,1-1 1,1-3-877,-8-5 1421,2-5 0,-7-1 0,-14-35 0,-6-6 0</inkml:trace>
  <inkml:trace contextRef="#ctx0" brushRef="#br0" timeOffset="800">717 309 9274,'11'0'-63,"0"0"0,3 4-173,1 0 1,6 0 141,1 0 0,1-1-620,7 4 1,-5-5 302,5 2 1,-5-3 410,5-1 0,14-9 0,7-4 0</inkml:trace>
  <inkml:trace contextRef="#ctx0" brushRef="#br0" timeOffset="1026">1025 45 7720,'-6'0'1846,"2"5"-1392,8 2 1,2 8-109,5 3 0,4 4-148,0 4 1,4 7-1,0 7 1,2-2-176,1-1 0,-2 1 55,-1-1 1,0-5-908,-4-7 1,-1-1 30,-7-2 1,5-5-390,-5-3 0,2-3 563,-5-3 624,-3-3 0,9-15 0,-4-2 0</inkml:trace>
  <inkml:trace contextRef="#ctx0" brushRef="#br0" timeOffset="1192">1113 287 8957,'12'0'-155,"2"0"-371,1 0 0,5 0 136,-2 0 0,3 1 390,1 3 0,24-3 0,7 4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1:41.20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18 7862,'0'-11'1252,"0"4"1,1 7-875,3 8 0,-2 3-106,6 4 0,-1 2-61,4 5 0,1 5-178,3 2 0,-1 2 58,4-2 1,-5 3-384,2-3 0,1 2 47,-1-2 0,-2-2-112,-5-5 1,0-3-555,-4-1 1,0-8-122,-4 1 317,0-2 0,-2-3 715,-1-3 0,-3-1 0,-15-37 0,-3-8 0</inkml:trace>
  <inkml:trace contextRef="#ctx0" brushRef="#br0" timeOffset="359">33 249 7717,'-5'-6'-682,"3"-3"805,-5 6 940,4-6-865,-2 3 0,5-1 0,0-1 1,1 6-311,3-2 1,3 3 99,8 1 1,1 0-67,2 0 1,3 0 104,-2 0 1,5 0 83,2 0 0,3 0-134,-3 0 1,1 4-188,-1-1 1,-3 6 25,3-2 0,-8-1 91,-3 2 1,-3-1-101,-1 4 1,-4 0 26,1 0 0,-6 0 116,2 0 1,-3 1-54,-1 3 0,0-3 42,0 3 1,0 1 3,0-1 1,0-1 103,0-3 1,1-3 10,3-1 1,-2-1-50,6 2 1,-1-3 153,4-5 1,0 0-62,0 0 0,-1-5 248,-3-3 1,2-3-117,-5-3 1,-1 1 68,-3-1 1,0-4-124,0 0 1,-5 2-250,-2 1 1,-7 0 259,0 0 0,-5 1-32,5 7 0,-5-2-2321,5 6 2162,-1-1 0,4 14 0,0 2 0</inkml:trace>
  <inkml:trace contextRef="#ctx0" brushRef="#br0" timeOffset="720">573 249 7719,'-11'-5'2162,"0"-2"-2046,5 2 1,1 1 128,5 8 1,0-2 158,0 6 1,2 3 42,1 4 1,5 4-44,6-1 0,-1 3-23,1 1 1,2 4-140,-1 0 1,3 1-690,-3-2 1,0-1 361,-4 1 1,0-1-973,0-2 0,-4-4 227,0 1 0,-4-6-947,1 2 589,-3-8 835,-1-2 1,-1-6 352,-3-3 0,-7-36 0,-6-14 0</inkml:trace>
  <inkml:trace contextRef="#ctx0" brushRef="#br0" timeOffset="926">629 249 7719,'0'-17'-200,"0"1"200,0 5 1528,0 0-1041,0 0 1,1 5-272,2 2 0,4 3 14,4 1 0,1 5-7,3 2 0,0 3 50,4 1 0,2 1-75,-3 3 1,-2-2-106,-1 6 1,-1-4 61,-3 3 0,-2-5-488,-9 2 0,0 1-55,0-1 0,-9-1-289,-2-3 1,-7-1-600,0-2 0,-3 0 1276,-1-4 0,-10-10 0,-2-7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1:37.71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154 353 7848,'0'-11'852,"0"5"1,-1 1-630,-2 5 0,-4 0-21,-4 0 0,0 0 8,0 0 1,0 5-175,0 3 1,0 1-50,0 2 1,-2 0-84,2 0 0,-3 0-86,7 0 0,-2 0 104,2 0 0,2 1-37,5-1 1,0 0 56,0 0 0,0-4-273,0 0 1,5-4 96,2 0 0,3-1-100,1-2 1,4 0 29,0 0 1,3-5 0,-3-3 0,1 1 214,-2-4 0,-1 2-76,1-5 0,-2 1 178,0 2 1,-5 0-57,0 0 1,-4 0 42,0 0 0,-1 0-84,-2 0 325,0 0-48,0 0 149,0 5-81,-5 1-56,3 10 1,-2 1-104,4 5 0,0 0-36,0 0 1,1 0-101,2 0 1,0 0 68,4 0 0,1 0-165,3 0 0,1-3 29,3-1 0,-3-1-48,3 2 1,-3-3-25,-1-5 1,0 0-56,0 0 0,0-2 150,0-1 0,0-3-2,0-5 1,-4-2 101,1-1 0,-5 1-67,5-1 0,-6 1 136,2 2 1,-3 0-89,-1 0 0,4 0-59,-1 0 1159,1 0-498,-4 5-11,0 1-137,0 5-208,0 5 0,4 1-38,-1 5 0,5 4-155,-5 0 1,6 4-23,-2 0 0,3-2-91,1 1 0,0 4 8,0 4 0,0 0 133,0-4 0,-3 0-120,-1 0 1,-1 0 84,1 0 0,-2-4-209,-5 1 0,0-6-27,0 2-271,0-8-42,0-2 186,-5-5 0,1-5-438,-4-2 1,2-3 751,2-1 0,2-5 0,-5-2 0,3 1 0,-3-2 0,3 4 0,-3-3 0,3 1 0,-4-1 0,5-3 0,-5 2 0,5-1 0,-5-3 0,5 5 0,-5 0 0,5-1 113,-5-3 0,6 4 180,-2 0 0,3 4 794,1-1-736,0 3 1,1 2 1,3 3 1,0 2-97,7 5 1,-2 0-166,10 0 0,-4 1 89,3 3 1,0 2 35,4 5 1,-3 0-119,-1 0 1,-4 4 35,0 0 0,-6 3-358,-5-3 1,-2 3 137,-1-3 1,-4 3-501,-4-3 1,-6 0 318,-5-4 1,2-2-576,-1-1 1,0 0 243,0-4 1,2 1 596,5-1 0,10-23 0,2 0 0</inkml:trace>
  <inkml:trace contextRef="#ctx0" brushRef="#br0" timeOffset="242">695 331 7717,'7'4'0,"0"0"0,-3 4 691,3 0 1,-3 1-149,3 2 1,1 5-88,3 3 0,0 1-306,0 3 1,0-1 72,0 0 0,0 1-397,0 3 0,-1-7 186,-3 3 0,2-3-185,-6-1 121,6 3 0,-8-9-1123,3 3-17,-3-8 330,-1-2 0,0-6 303,0-3 0,0-2 559,0-5 0,-10-25 0,-2-5 0</inkml:trace>
  <inkml:trace contextRef="#ctx0" brushRef="#br0" timeOffset="451">761 364 7717,'-5'-17'175,"4"1"48,-3 5 0,3 0 391,1 0-416,0 0 0,1 5 109,3 2 0,2-1-109,5 2 1,4-1-100,-1 4 1,6 5 84,-2 2 1,3 3-26,1 1 0,0 1-83,0 3 1,-5-3 81,-2 3 1,-4 1-19,-4-1 0,-2 3-13,-5-3 1,-5-1-1172,-2-2 0,-4-1 541,-4 0 1,2-2-135,-6-1 0,1-3 115,-4-5 1,1 0 521,3 0 0,7-25 0,6-6 0</inkml:trace>
  <inkml:trace contextRef="#ctx0" brushRef="#br0" timeOffset="721">1058 144 7753,'11'0'882,"-4"0"1,2 1-375,-1 3 0,0 3-214,0 8 0,1-2-83,-1 6 0,2 3-215,1 3 0,-2 2 73,-1-1 1,0-3-370,-4 3 1,3-3 207,-3-1 1,3-3 172,-3-1 1,1-6-1235,-1-1 1,-3 0-177,3-3 704,2-3 0,-1-2 625,2-6 0,8-28 0,-3-11 0</inkml:trace>
  <inkml:trace contextRef="#ctx0" brushRef="#br0" timeOffset="893">1301 298 8239,'6'0'1322,"0"0"-958,-2 0 1,-3 1-33,3 3 1,1 2-127,-2 5 0,5 0-8,-5 0 0,5 4-171,-5 0 1,5 1 138,-5-2 1,5-1-960,-5 1 0,5-1-83,-4-2 1,3-4 875,-3 0 0,9-34 0,-1-5 0</inkml:trace>
  <inkml:trace contextRef="#ctx0" brushRef="#br0" timeOffset="1017">1312 100 7717,'-4'-11'-682,"1"0"1,-1 3 681,4 1 0,-5 5 0,14 6 0,-2 9 0</inkml:trace>
  <inkml:trace contextRef="#ctx0" brushRef="#br0" timeOffset="1436">1477 309 8285,'11'0'761,"0"1"-676,0 3 1,-3-3 83,-1 3 0,1-3-159,3-1 0,-4 0 3,0 0 1,1 0-145,3 0 0,0-1 7,0-3 1,-4 2 6,0-5-163,1-1 1,1-3-45,-1 0 45,-3 0 196,-5-5 1,-4 4 255,0-3 1,-4 4-101,0 4 1,-5-2-112,-2 6 0,1-1 174,3 4 0,0 0 202,0 0 0,0 5-20,-1 2 0,5 3-51,0 1 1,4 4 106,0-1 0,1 6-94,2-2 0,5 3-470,3 1 1,3-1-105,3-3 0,2 3-313,3-2 1,2-3-537,-3-2 0,6-3 662,2-3 1,4 0 480,-5-4 0,21-25 0,0-10 0</inkml:trace>
  <inkml:trace contextRef="#ctx0" brushRef="#br0" timeOffset="1862">1907 67 7717,'-6'-11'1361,"3"0"-690,1 0-155,2 4-70,0 3 0,4 8-87,0 4 1,4 3-47,0 4 0,1 2-81,2 5 1,4 1 15,0 3 0,1-2-89,-2 6 1,0-6-115,4 2 0,-4-3-618,0-1 1,-1 0 376,-2 0 0,0-5-430,0-2 0,0-3 285,0-1 0,-4-4-376,1-4-4,-6-2 200,3-1 1,-5-4 142,0-4 0,-5-2-104,-2-1 1,-3 0 481,-1 0 0,-1-1 0,-3-3 0,3 3-62,-3-3 0,-1 7-15,1 1 0,-3 0 629,3 0 1,-1 1-316,2 2 1,1 3 275,-1-3 1,0 4-155,-1 4 1,7 2 551,-3 5 0,4 4-362,-1 0 0,3 3-172,5-3 1,0 3-283,0-3 1,5 3 69,3-3 1,6-1-736,5-3 0,-2 1 410,1-1 0,4-5-1422,4-3 0,0-1 184,-4-2 1398,0-5 0,5-36 0,1-13 0</inkml:trace>
  <inkml:trace contextRef="#ctx0" brushRef="#br0" timeOffset="2426">2547 56 7717,'0'-11'348,"0"0"0,0 0 1308,0 0-1193,0 4 262,0 3-464,5 13 1,-3 0-115,5 9 0,1 4 63,3 4 1,5 5-224,2-2 0,-1 3-247,2 1 0,-2-1-320,1-3 0,2 2-371,-6-5 1,1-1 459,-4-3 1,-3-4-1070,-1-4 1560,-5-2 0,3-5 0,-19-27 0,-5-11 0</inkml:trace>
  <inkml:trace contextRef="#ctx0" brushRef="#br0" timeOffset="2818">2514 265 7717,'-11'-11'125,"0"0"0,4 4 286,4-1 1,-2 5-332,1-5 1,2 6 65,5-2 1,4 3-136,4 1 0,5 0 60,2 0 1,4 0-195,4 0 0,1 0 108,2 0 0,3 4 4,-3-1 1,3 5 8,1-5 0,0 5-161,0-5 1,-2 5-129,-5-5 1,-2 2 121,-9-1 1,-2-2-5,-5 6 0,0-5 71,-4 5 0,0-1 59,-4 4 0,-4-3-47,0-1 0,-3 1 21,3 7 0,-3-3-37,3 3 0,1-3-1,3-1 1,0 4 41,0 0 0,3-1-2,1-2 0,8-1 66,-1 0 0,4-4-68,0 0 1,-2-4 289,5 0 1,1-1-89,3-2 0,-5-5 193,-2-3 1,1-5 90,-2-2 1,0-4 214,-7 0 1,2 2-313,-6-1 0,0 3-18,-7-3 0,-3 4 71,-8-1 0,-2 3-118,-5 1 0,-5 1-943,-2 3 1,0 2 257,0 5 430,5 0 0,11 15 0,10 3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1:36.1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44 172 8347,'0'6'1858,"0"4"-1777,0-2 1,4 1 50,0 2 1,3 2-586,-3 1 1,1 0 90,-2 4 0,0-3-69,4 3 1,-4-4-100,0 0 1,-2-1 54,-1-2 475,5-5 0,-3-11 0,2-7 0</inkml:trace>
  <inkml:trace contextRef="#ctx0" brushRef="#br0" timeOffset="159">33 51 7717,'-5'-6'0,"3"-4"166,-5 3 1,4 1 32,0-2-199,-4 6 0,6-8 0,-4 9 0,35 16 0,6 9 0</inkml:trace>
  <inkml:trace contextRef="#ctx0" brushRef="#br0" timeOffset="509">342 117 7717,'-11'0'311,"0"0"152,0 0 1,0 0-407,0 0 0,0 0 49,0 0 0,0 0-84,0 0 0,0 0 113,0 0 0,0 1-47,0 3 0,1-1 31,3 4 0,-2-3-169,5 3 1,1-3 101,3 3 0,0-3-182,0 3 1,5-3 38,2 3 1,-1-3-116,1 3 1,2-1-70,6 2 0,-3 0-61,3-4 0,0 4-10,0 0 0,4-2 79,-5 1 1,2-3 129,-1 3 1,-3-3 47,3 3 0,-3-3 131,-1 3 0,-1-3 315,-3 3 1,-1-3-208,-2 3 1,-3-3 302,3 3 0,-8-3-217,-3 3 0,-4-3-43,-4 3 1,-1-4-51,-2 0 0,-3 2-352,3-1 0,-2 0-222,2-4 0,-2 0 431,5 0 0,15-20 0,8-4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1:32.7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12 197 7906,'-4'-11'1232,"0"0"-882,1 0 1,3 4 69,0 0-139,0 4 139,0-2-100,0 15 1,0-3-67,0 8 0,4 2-24,4 2 0,-2 2-20,1 1 1,-1 3-13,2 1 0,0 1 12,-4-1 1,5-2-1,-2 6 0,-1-6-741,1 2 1,-3-4 305,3-4 1,-4 2-1942,1-5 1,-2-1 289,2-3 1876,-3-5 0,-1-40 0,-6-15 0</inkml:trace>
  <inkml:trace contextRef="#ctx0" brushRef="#br0" timeOffset="267">166 264 7713,'11'-5'819,"0"-1"-13,0-1-506,0 3 1,-5 8 60,-2 4-294,-3 2 0,-2 1-66,-3 0 0,-2 0 57,-5 0 0,4-4-87,-1 0 0,5 1 47,-5 3 0,6-4-152,-2 0 1,3 1 50,1 3 1,0 0-85,0 0 1,1 0-113,3 0 0,2 1-119,5 3 1,0-3-151,0 3 1,4-3 211,-1-1 0,1 0 14,-4 0 0,4-1 322,0-3 0,-1-2 0,-3-5 0,0 0 0,0 0 0,5-24 0,1-7 0</inkml:trace>
  <inkml:trace contextRef="#ctx0" brushRef="#br0" timeOffset="653">420 385 7713,'6'-6'302,"0"1"6,-3 5-41,-1 0-111,7 0 0,-2 0-143,4 0 0,0 0 81,0 0 0,0 0 39,0 0 1,0 0-327,0 0 0,0 0-9,0 0 0,-3 0-176,3 0 0,-6 0-3,6 0-63,-2 0 1,-2-4 129,1 0 1,-6-4 313,2 1 0,-4 0 0,-4 0 0,0 1-97,-7-1 0,3-2 153,-7 5 1,2 1-73,-2 3 0,3 0 321,-3 0 1,3 0-108,1 0 0,1 1 104,3 3 1,-2 2-85,5 5 1,-3 0-70,3 0 0,1 1-90,3 3 1,0-2-179,0 6 1,0-6 19,0 2 1,4 1-155,4-2 0,2 1-20,1-4 1,0-4 105,0 1 1,3-6 19,1 2 1,3-3 146,-3-1 0,44-29 0,7-8 0</inkml:trace>
  <inkml:trace contextRef="#ctx0" brushRef="#br0" timeOffset="962">728 330 7226,'0'-6'473,"0"1"0,0 3-182,0-1-127,0 2 1,0-3-53,0 8 1,0-2 85,0 5 0,1 1-187,3 3 0,-1 0 114,4 0 0,-1 4 24,1-1 1,2 2-150,-5-1 0,4-3 65,0 3 1,-2 1-87,1-2 1,-3 1 81,3-4 0,-3 0 136,3 0 1,-4-3 48,0-1 694,-2-5-672,-1 3 0,0-6-126,0-3 1,-1-5 59,-2-6 0,1 0-209,-1 4 1,1-4-142,2 1 1,0-2-173,0 1 0,2 3 211,1-3 0,3-1 84,5 2 1,0-1-1513,0 4 1,-3 3 53,-1 1 1483,1 0 0,3 15 0,0 6 0</inkml:trace>
  <inkml:trace contextRef="#ctx0" brushRef="#br0" timeOffset="1453">982 363 8321,'0'-11'1814,"0"5"-1615,0 1 1,0 6 113,0 3 0,1-2-93,3 5 0,-2 1 0,5 3 0,-3 4-34,3-1 1,-3 2 12,3-1 1,-3-3-361,4 3 0,-6-3 161,2-1 0,1 0-322,-2 0 0,1 0 46,-4 0-149,0-5 110,0 4-82,0-9 128,0 4 0,0-13 257,0-3 0,0-3-64,0 3 1,0-1 189,0-3 0,0 3-106,0-3 0,4-1 120,-1 2 1,5-2-54,-5 1 1,6 3-42,-2-3 0,3 3 29,1 1 1,0 0-39,0 0 0,0 5 19,0 2 1,1 3-14,3 1 1,-3 1-111,3 3 0,-3 2 52,-1 5 1,-1 3-314,-3 1 0,2 5 142,-5-2 1,-1-2-308,-3-1 0,2 1-33,1-2 1,-2 1-152,3-4 1,-3-4 688,-1 1 0,15-16 0,3 1 0</inkml:trace>
  <inkml:trace contextRef="#ctx0" brushRef="#br0" timeOffset="2059">1379 396 7728,'7'0'322,"0"0"0,-3 0 192,3 0-343,1 0 0,3 0 41,0 0 0,0 0-74,0 0 30,0 0 1,0-1-395,0-3 1,0 3 45,0-3 1,-4 2-68,1-2 0,-5 3-331,5-3 383,-6-2 0,7 0-20,-6-5 0,1 3 85,-4 1 0,-1 1 205,-3-1 0,-2-2-58,-5 5 0,0-3 57,0 3 0,-1 1 36,-3 3 0,3 0 115,-3 0 1,-1 0 208,1 0 1,1 1-157,3 3 0,3 0 93,1 4 0,1 3-88,-2 0 0,4 0-294,4 4 0,0 1 146,0-2 0,2 5-106,5-5 0,1 5-63,6-5 0,4 1-157,0-4 1,3-4-38,1 1 1,1-6-189,3 2 0,-3-3 124,3-1 0,-4-1 26,-4-3 1,2-2 66,-5-5 1,-1 0 41,-3 0 0,3-4 3,-3 1 0,1-5 83,-8 5 1,3-5 135,-3 4 0,3-4 38,-3 1 0,-1-3 114,-3-1 1,0 0 242,0 0 1,0-4-197,0 0 1,0 0 256,0 4 0,0 0-132,0 0 1,0-2 250,0 2 0,0 2-239,0 9 0,0 4 129,0-1-178,-4 6 0,2-2-52,-1 8 0,1 2 85,2 5 0,0 6-89,0 5 0,0 2-211,0 5 0,4 4 101,0 4 1,4 3-259,0-3 1,1 0-307,2-4 0,-3 0-437,-1 0 0,1-1-186,3-3 0,-4-2 465,0-5 1,-3-1-847,3-3 1,-4-2 163,0-5 1218,-1-5 0,-7-20 0,-1-11 0</inkml:trace>
  <inkml:trace contextRef="#ctx0" brushRef="#br0" timeOffset="2643">144 396 7728,'-7'0'0,"-1"0"77,6 0 0,-4 0 372,2 0-117,3 0 0,-5 0 180,2 0-374,3 0 14,-4 0 0,1 1-681,0 3 232,1-3-97,3 9-199,-5-9 1,2 5-130,-4-2 51,5-3 671,-8 4 0,4-5 0,-5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1:26.5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188 287 7734,'0'-11'465,"0"5"1,0 0-195,0 2-48,-5 3 0,3-4 224,-5 5-249,-1 0 0,-3 0-63,0 0 0,-4 0 58,1 0 1,-1 5-223,4 2 1,-1 0 76,-3 4 1,3-2 81,-3 6 0,4-2-531,4 2 0,-2-2 248,5 6 1,1-5-338,3 5 0,1-6 239,3 2 1,3 1-223,8-1 0,3-2 169,8-6 1,-2-2-516,6-5 819,-6 0 0,42-29 0,5-8 0</inkml:trace>
  <inkml:trace contextRef="#ctx0" brushRef="#br0" timeOffset="267">475 331 7716,'0'-7'86,"0"-1"0,-1 6 112,-3-2 1,2-1-189,-6 2 1,4-1 54,-3 4 0,0 1-79,-4 3 0,3-2 46,1 6 0,1-1-89,-1 4 0,-2-4 2,5 1 0,1-1 143,3 4 1,0 0-153,0 0 1,0 0 8,0 0 0,5 0-52,2 0 0,3-3 76,1-1 1,1-5-19,3 2 0,-2-3 82,6-1 0,-6 0-2,2 0 1,-4-5-221,-4-2 0,2-3 57,-6-1 1,1 0-350,-4 0 1,0-1 34,0-3 446,0 3 0,-29-19 0,-8 2 0</inkml:trace>
  <inkml:trace contextRef="#ctx0" brushRef="#br0" timeOffset="750">684 298 7823,'0'-6'1692,"5"1"-1611,-4 10 1,4 1 141,-5 5 0,0 0-114,0 0 0,4 0 89,0 0 0,-1 0-171,-3 0 0,0 0-93,0 0 0,0 0-335,0 0 144,0 0 0,0 0-18,0 0 206,0-5-35,0 4 227,0-9-139,0 4 0,0-6-33,0-3 0,0 2-22,0-5 0,0-1 4,0-3 0,0 0 52,0 0 1,4 0-9,0 0 0,1 0 41,-2 0 1,0 0-61,4 0 1,-1 0 45,2 0 0,1 0-30,-1 0 0,3 4 173,3-1 0,-1 5-80,1-5 1,2 6-44,-1-2 1,0 3-114,-4 1 1,3 1-184,1 3 1,-4 2 18,-3 5 0,-5 0 87,5 0 0,-6 4-63,2-1 0,1 1 45,-2-4 0,1 0-557,-4 0 741,5 0 0,6-15 0,6-3 0</inkml:trace>
  <inkml:trace contextRef="#ctx0" brushRef="#br0" timeOffset="1058">1059 298 7716,'-1'-7'300,"-3"-1"0,3 5 259,-3-5-104,3 6-17,1-3 20,0 5-396,5 5 1,-3 1 86,6 5 1,-4 1-83,3 3 1,-3-3 56,3 3 0,-1-3-192,1-1 0,3 4 62,-2-1 1,0 1-100,-1-4 0,3 0-11,-2 0 1,1 0-8,2 0 0,0-1 51,0-3 0,0-2 29,0-5 0,1 0-295,-1 0 246,0 0 0,-2-5-92,-1-2 1,0-4 73,-4-4 1,3 2-285,-3-5 1,1 3-87,-1-4 0,-2 2-42,5-1 1,-3 1 521,3 2 0,20-2 0,9-5 0</inkml:trace>
  <inkml:trace contextRef="#ctx0" brushRef="#br0" timeOffset="1384">1621 320 6874,'5'-6'1141,"-3"0"-213,1 2-297,-2 3-433,-1-4 1,-1 5-10,-2 0 1,0 0 8,-4 0 0,-1 1 42,-3 3 0,-1 2-68,-3 5 1,3 0-126,-3 0 0,3 0-199,1 0 1,1 0 144,3 0 1,-2 4-171,6 0 1,-1-1 79,4-3 0,0 0-7,0 0 0,5-3-16,2-1 1,7-5-129,1 2 0,3-3 2,-3-1 1,1-5 105,-2-2 1,-2-3-243,3-1 0,-6-3 93,-2-1 1,-1-4-414,2 5 0,-4-1 702,-4 4 0,-14-10 0,-5-2 0</inkml:trace>
  <inkml:trace contextRef="#ctx0" brushRef="#br0" timeOffset="1724">1765 221 8011,'-6'-11'0,"2"-2"403,3-1 1,-3 5 29,0-2 1,1 6 295,3-2 13,0 4-440,0-1 0,1 5 88,3 2 0,-2 4-112,5 4 1,-1 5-102,2 2 1,2-1-161,-3 1 0,3 1 57,1 3 1,-4 0-623,1 0 1,-1-4 321,4 1 0,-4-2-797,1 1 0,-2-2 447,1-5 0,3 0-467,-3 0 1,-1-1 200,2-3 842,-1-2 0,14-39 0,2-9 0</inkml:trace>
  <inkml:trace contextRef="#ctx0" brushRef="#br0" timeOffset="2126">1996 298 7716,'1'-10'694,"3"3"-10,-3 2-263,4 5-24,-5 0-285,0 5 0,4 1 18,0 5 1,0 0-102,0 0 0,-1 4-106,4-1 1,-3 1 97,3-4 0,-3 1-155,3 3 0,-3-6 55,3 2 1,-3-3-309,3 3 1,-1-3 136,2-1 1,1-5-544,-1 2 461,1-3 1,3-2-76,-1-3 0,-4-2 180,0-5 0,-1 0 227,2 0 0,-2 0 0,-2 0 0,-3-1 0,2-3 0,-1 3-43,-2-3 3,5 3 0,-4 1 756,2 0-177,-1 0 122,-2 5-393,0-4 0,1 9 85,3-3-359,-3 8 0,5 2 86,-2 5 0,-3 0-93,2 0 0,2 0 56,-1 0 1,1 0-227,-1 0 0,1 0-68,2 0 1,3 0-55,-3 0 1,3-1-220,1-3 0,0 2 308,0-5 0,0-1 216,0-3 0,0 0 0,20-29 0,4-8 0</inkml:trace>
  <inkml:trace contextRef="#ctx0" brushRef="#br0" timeOffset="2351">2382 144 7716,'-5'-7'316,"4"3"674,-4-1-589,5 3 0,0-1-154,0 6 1,0 5-141,0 6 0,5 0 91,2 4 1,3 1-149,1 3 1,0 0 123,0 0 0,0 4-367,0-1 1,0 1-21,0-4 0,-1 0-202,-3 0 0,3-3 298,-2-1 1,0-5-155,-1 2 271,3-8 0,-8-31 0,2-13 0</inkml:trace>
  <inkml:trace contextRef="#ctx0" brushRef="#br0" timeOffset="2601">2393 342 7716,'-6'-5'161,"-3"3"23,6-6 0,-1 5 848,4-5-838,0 6 1,0-4-1,0 2 0,9 3-160,2-3 0,3 3 71,1 1 1,2 0-27,5 0 1,2 0 63,1 0 0,-1 5-58,1 2 1,0 1-84,0 3 1,-2-3-198,-1 7 1,-2-2-71,-5 2 0,0-2 148,-4 6 0,0-6-494,0 2 1,-5-3 269,-2-1 0,-2-1-1177,2-3 1518,-3 3 0,4-33 0,-5-3 0</inkml:trace>
  <inkml:trace contextRef="#ctx0" brushRef="#br0" timeOffset="2741">2647 221 7716,'-8'-11'51,"1"0"1,5 3-551,-2 1 0,3 3-248,1-3 747,0 5 0,0-3 0,14 24 0,5 6 0</inkml:trace>
  <inkml:trace contextRef="#ctx0" brushRef="#br0" timeOffset="3383">2966 342 8164,'-9'-7'1175,"1"-1"-1093,-2 6 1,4-3 82,-5 5 1,-1 0-26,-3 0 1,2 0-183,-6 0 1,5 5 85,-5 2 0,6 3-98,-2 1 1,7 0 60,0 0 0,6 1-348,-2 3 0,3-3 188,1 3 1,6-3-231,5-1 0,4-1-34,3-3 1,3 2-204,-3-5 0,2-1 620,-2-3 0,2-1 0,-5-3 0,2 2-158,-6-5 1,2-1 157,-5-3 0,0 4 181,0 0 1,-2-1-77,-3-3 0,-1 0 249,1 0 1,-2 0-113,-1 0 1,0 0 45,0 0 0,0 4 196,0-1-141,0 1-142,0 1 104,0 1-284,0 5 0,4 1 99,0 3 1,1 2-84,-2 5 0,0 0 95,4 0 0,-4 0-5,0 0 0,2 0 9,-1 0 0,1 4-30,-2 0 0,-1-1-114,1-3 80,-1 0 1,1 0-79,1 0 101,0-5-60,-4-1 0,1-5-232,3 0-129,-3 0 0,4-5 98,-5-2 1,0-3 69,0-1 1,0 0-11,0 0 1,0 0 25,0 0 1,1 0 154,3 0 1,-3 0-107,2 0 0,2 0 348,-1 0 0,5 0-40,-2 0 1,3 1 81,1 3 1,0-2 16,0 6 0,4-5-90,-1 5 1,2-1 87,-1 4 0,-2 1-20,6 3 1,-5 3-317,5 8 0,-6-2 136,2 6 0,-3-2-500,-1 1 1,-1 2-247,-3-5 0,3 3-1670,-2-3 2304,-4-1 0,11-17 0,-3-5 0</inkml:trace>
  <inkml:trace contextRef="#ctx0" brushRef="#br0" timeOffset="4383">3815 287 7705,'0'-6'55,"0"1"395,0 0 0,-1 4 181,-3-3-507,3 3 1,-4 2 97,5 3 0,0-2-113,0 6 1,0-1 87,0 4 0,0 0-170,0 0 0,0 0 89,0 0 1,0 0-239,0 0 0,0 0-46,0 0 1,5 0-54,2 0 1,0 0 3,0 0 0,2-3-75,5-1 0,0-5-147,4 2 1,-3-3 158,3-1 1,-3 0 1,3 0 1,-1-1 89,2-3 1,-3-2 76,-5-5 0,0 0-36,0 0 0,-1 0 146,-3 0 165,-2 0 1,-5 0-106,0 0 1,0 4 139,0-1 1,-5 6-63,-2-2 0,0 2 34,0-2 1,3 3 102,-3-3-145,5 3 1,-5 6-41,4 2 1,2-1 92,-3 2-165,3-1 1,4 4 61,1 0 0,3 0-8,-3 0 1,5 0-4,-2 0 1,6-3 149,2-1 0,5-1-97,-2 1 1,3 2 126,1-5 0,-4-1 26,1-3 0,-2 0 40,1 0 1,2-5-346,-5-2 0,-4-3 66,-4-1 1,-1-3-551,1-1 1,-2 0 306,-5 4 1,-1-4-720,-3 1 1,-2-1 413,-5 4 1,1 0 512,3 0 0,-13 5 0,2 1 0</inkml:trace>
  <inkml:trace contextRef="#ctx0" brushRef="#br0" timeOffset="4567">4344 331 7705,'8'4'525,"-1"-1"0,-1 2-115,2-1 0,1 2 9,-1 5 1,-2-4-161,1 1 0,-3-1-38,3 4 1,-3 0-620,3 0 0,-4-3-839,0-1 0,0-5-158,0 2 1395,-1 2 0,8-29 0,-4-3 0</inkml:trace>
  <inkml:trace contextRef="#ctx0" brushRef="#br0" timeOffset="4709">4322 155 7705,'-11'-11'10,"2"0"-10,1 0-275,-2 0-216,4-1 29,0 6 0,2 1 462,8 5 0,22 20 0,9 5 0</inkml:trace>
  <inkml:trace contextRef="#ctx0" brushRef="#br0" timeOffset="5028">4521 44 7713,'-6'-11'0,"2"0"0,3 0 1641,1 5-1089,0 1 1,1 5-129,3 0 1,-2 9-39,5 2 1,4 7-145,4 1 1,1 1-201,-1 2 0,-2 5 67,6 3 0,-5-2-571,5 1 0,-6 0 334,2 0 1,-3 3-389,-1-3 0,-3-3 248,-1-4 0,-3-1-735,3-6 0,-5-4-261,2-4 491,-3-5 773,-1 3 0,-5-44 0,-1-10 0</inkml:trace>
  <inkml:trace contextRef="#ctx0" brushRef="#br0" timeOffset="5504">4554 166 7713,'0'-11'522,"0"0"1,0 0-116,0 0 1,0 3-125,0 1 1,0-1 9,0-3 0,1 4-64,3 0 1,2 3-97,5-3 0,0 3 65,0-3 0,4 4-165,-1 0 1,6 1 134,-2 2 0,3 0-165,1 0 1,-1 0 0,-3 0 1,0 6-26,-4 6 1,-2 0 75,3 6 0,-3 1-14,-1 3 1,-3 0-392,-1 0 0,1 3 169,3 1 0,-4 0-84,0-4 1,1-4 84,3 1 1,0-2-65,0 1 0,-2-2-46,-1-5 1,2-1-328,-3-3 62,-2 3 186,5-9-30,-9 4 188,4-10 1,-5-1-15,0-5 0,0 0-2,0 0 0,0 0 434,0 0 1,1 0-106,3 0 0,-2 4 15,5-1 0,-3 1-89,4-4 1,-5 5 60,5 2 0,-5-1 301,5 2 1,-1-1-154,4 4 0,-4 0 103,1 0 1,0 5-106,7 2 1,-3 3 141,3 1 0,1 0-78,-2 0 1,6 0 49,-2 0 0,2 0-453,-2 0 1,2-4 134,-5 1 1,1-2-345,-2 1 0,-1-2 74,1-5-1913,-1 0 2152,-2 0 0,-5-24 0,-1-7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1:44.8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0 298 7720,'0'-11'-610,"0"0"0,0 0 731,0 0 1,0 4 800,0-1 1,2 6-687,1-2 1,5 3-39,6 1 1,4 0-142,4 0 0,5 1 39,2 3 1,4 2 185,4 5 0,-4 1-76,0 3 0,-2-1-573,-9 4 0,-3-5 152,-8 2 0,-5 1-15,-2-1 0,-9-1-237,-6-3 0,-1-3 191,-7-1 0,-3-3-366,-3 3 1,-5-4 641,5 0 0,-2-1 0,1-2 0,-7-15 0,-6-4 0</inkml:trace>
  <inkml:trace contextRef="#ctx0" brushRef="#br0" timeOffset="552">34 309 7176,'-7'-11'1520,"1"5"-803,3 2 137,1 3-556,-3 1 0,9 5-104,0 2 0,4 7 29,0 1 1,2 4-182,1 0 1,0-2 62,0 1 0,0 1-97,0 3 1,3 0-318,1 0 0,0 0-420,-4 0 0,0-4-537,0 1 1,-1-5 156,-3 5 1109,3-6 0,1-2 0,6-6 0</inkml:trace>
  <inkml:trace contextRef="#ctx0" brushRef="#br0" timeOffset="809">530 298 8086,'6'0'1151,"4"0"0,-4 1-829,5 3 0,-4 2-353,0 5 0,0 4-311,0 0 1,1 3-29,-4-3 0,3 1 227,-3-2 1,1-1-755,-1 1 0,-3-1 127,3-2 770,-3-5 0,4-26 0,1-10 0</inkml:trace>
  <inkml:trace contextRef="#ctx0" brushRef="#br0" timeOffset="943">541 188 7720,'-6'-11'0,"-3"0"0,5 0 0,-1 1-1366,2 3 1366,1-3 0,-2 9 0,33 15 0,8 11 0</inkml:trace>
  <inkml:trace contextRef="#ctx0" brushRef="#br0" timeOffset="1177">938 199 7720,'0'6'1374,"-2"0"-919,-1-2 1,1 2-143,-1 5 0,-2 4-90,1 0 1,-4 4-7,0-1 1,2 7-245,-1 1 0,4-1-293,0-3 1,-2 1-442,1-1 0,-1-5 427,1-3 0,3-1-1592,-2-2 1197,-4 0 729,6-5 0,-4-26 0,5-10 0</inkml:trace>
  <inkml:trace contextRef="#ctx0" brushRef="#br0" timeOffset="1647">750 243 7720,'0'-11'444,"0"0"627,0 5-1040,5 1 1,1 5 37,5 0 0,4 9-68,0 2 0,4 3 54,0 1 0,5 2-153,2 5 1,4-3 109,0-1 1,-2-1-92,1 2 1,-4-1-37,1-7 0,-3 2-174,-1-5 0,-5-3 86,-2-2 1,-7-1 92,0-2 0,-5 0-28,5 0-48,-6-5 67,8-1 35,-4-6 1,5 5 45,0 0 14,0 4 1,0-5 4,0 4 0,0-1 95,0 2 1,-3 1-119,-1-1 1,0-2 56,4 1 0,-3-5-40,-1 2 0,-5 1 199,2-1 0,-3-1 77,-1-3-85,0 0 1,-1 0 328,-3 0 0,-2 4-22,-5 0 1,-1 4-129,-3-1 0,-1 3-26,-2 1 0,-3 0 51,3 0 1,2 5-117,1 2 1,3 3-84,1 1 1,1 1 39,3 3 0,2-1-112,5 4 1,0 0-118,0 4 0,8 0-239,3 1 0,9-3-122,2-1 0,0 0 205,4-4 1,2 0-735,1-4 1,0-5 382,0-2 1,-4-3-396,0-1 0,-1-5 421,-2-2 1,-2-8 498,-1-4 0,2-21 0,-4-7 0</inkml:trace>
  <inkml:trace contextRef="#ctx0" brushRef="#br0" timeOffset="1869">1456 34 7720,'-8'-8'54,"1"1"1203,4 0-380,-1 0 243,4 3-748,0 18 0,0-4 154,0 12 0,8 1-93,3 3 1,3 7-38,-3-3 0,3 4-410,1-5 0,3 3 86,-3 1 1,4-1-1005,-5-3 0,1-2 561,-4-5 0,0-1-1374,0-2 643,0 1-840,0-7 1942,0-2 0,5-21 0,1-8 0</inkml:trace>
  <inkml:trace contextRef="#ctx0" brushRef="#br0" timeOffset="2137">1908 431 7720,'7'0'1164,"0"0"-3150,-4 0 1069,2 0 917,-5-5 0,-5-11 0,-1-8 0</inkml:trace>
  <inkml:trace contextRef="#ctx0" brushRef="#br0" timeOffset="2277">1875 265 7720,'0'-7'588,"0"-1"0,0 5-585,0-5-691,0 6 688,0-3 0,4 10 0,3 1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1:51.39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640 77 7397,'-5'-6'490,"4"1"0,-9 6-305,3 3 0,1 2 71,-1 5 1,-2 0 36,-6 0 1,3 5-60,-3 3 1,4 5-162,4 2 0,-2 4 65,6 0 1,-1 2-450,4 1 0,0 0 197,0 0 0,9-1-216,2-3 1,7-1-202,0-2 1,3-8 530,1 1 0,30-25 0,7-8 0</inkml:trace>
  <inkml:trace contextRef="#ctx0" brushRef="#br0" timeOffset="274">872 143 8002,'0'-6'1396,"0"1"0,4 18-1232,-1 1 1,5 8-638,-5-3 1,6 1 289,-2 3 1,4 2-703,4 1 0,-3 3 182,3-3 703,2 0 0,25 11 0,10 3 0</inkml:trace>
  <inkml:trace contextRef="#ctx0" brushRef="#br0" timeOffset="482">1269 408 8379,'6'-6'1269,"4"6"0,-9 7-1008,3 8 1,-2-2-500,2 6 1,-3-5 174,3 5 0,-3-2-717,-1 1 0,0 3 430,0-3 0,0 2-255,0-2 0,0 2 605,0-5 0,5-15 0,1-8 0</inkml:trace>
  <inkml:trace contextRef="#ctx0" brushRef="#br0" timeOffset="809">1478 110 7774,'0'-6'2650,"0"1"-2236,0 5 0,1 9 32,3 2 1,-1 7-345,4 1 1,0 3 5,4 3 1,-3 0-369,-1 4 1,2-2 237,5 6 1,-4-7-278,5 3 1,-7-4-265,3-3 1,0-1-450,-3-3 0,-3-2-512,-2-5 1524,3-5 0,-9-16 0,2-8 0</inkml:trace>
  <inkml:trace contextRef="#ctx0" brushRef="#br0" timeOffset="1066">1611 0 9145,'15'1'937,"4"3"1,2 6-624,1 4 1,5 7-103,2 1 0,2 5-76,-2 6 1,2 0-167,-6 0 1,-4-1-202,-6-2 1,-8 2 265,-3-3 0,-4 2-1115,-4-2 0,-2-6 521,-5-4 0,-4-6 559,1 2 0,-11-3 0,2-1 0</inkml:trace>
  <inkml:trace contextRef="#ctx0" brushRef="#br0" timeOffset="1501">2173 265 8148,'-6'0'1714,"2"0"-1397,8 0 1,2 0-114,5 0 0,1 0-130,3 0 0,-2 0-195,6 0 1,-1 0-301,4 0 0,-4 0-826,1 0 1,-1 0 276,4 0 970,-5-5 0,4-6 0,-4-6 0</inkml:trace>
  <inkml:trace contextRef="#ctx0" brushRef="#br0" timeOffset="1699">2195 386 7774,'-11'0'2117,"0"0"-1563,5 0 1,2 0-193,8 0 0,3 0-346,8 0 1,2 0 150,5 0 0,1 0-836,3 0 0,-7 0 480,4 0 0,-4 0 234,3 0-45,-5 0 0,9-15 0,-3-3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1:54.51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496 22 8066,'0'-6'1400,"0"-4"-1003,0 9 87,0-4 180,0 5-498,0 5 1,0 3 36,0 6 0,4-1-290,0 1 0,3 3 100,-3 2 0,3-2-675,-3 1 1,3 1 379,-3 3 0,3-1-789,-3-3 0,3 2 14,-3-6 1057,0 1 0,5 1 0,4 1 0</inkml:trace>
  <inkml:trace contextRef="#ctx0" brushRef="#br0" timeOffset="249">342 408 8201,'-6'0'1450,"2"0"-1222,8 0 1,0 0 132,7 0 1,2 0-244,9 0 0,5 0-200,3 0 0,6 0-775,5 0 0,-3 0 536,-2 0 0,-1 0-320,-2 0 1,-1-1 640,-3-3 0,-12-2 0,-7-5 0</inkml:trace>
  <inkml:trace contextRef="#ctx0" brushRef="#br0" timeOffset="792">695 552 7690,'-6'-5'636,"-4"3"1,5-4-161,-2 3 1,-3 1-206,3-1 1,-3 2-110,-1 1 0,0 0-72,0 0 0,-2 0 7,-1 0 0,0 1 83,-4 2 1,1 2-276,-2 3 1,0 1 77,4-1 1,0 2-113,4 1 1,4 0-88,0 0 0,4 0-102,-1 0 0,3 0 102,1 0 0,5-1-34,3-3 1,3-1 15,3-2 1,0-3-133,4 3 1,-1-3 67,2-1 1,1-5 115,-1-2 0,-3 1 112,-2-2 1,-1 2-84,-2-1 1,3-3 218,1 3 0,-4-3 77,-4-1 0,0 3 308,0 1-202,3 0 1,-9-1 591,3 1 297,-3 5-473,-1-8-327,0 8 1,-1-2 387,-3 4-234,3 0-132,-4 4 1,5 3-82,0 4 1,0 0-200,0 0 1,0 0 81,0 0 0,1 1-121,3 3 0,-2-3 37,6 3 1,-5 1-412,5-2 0,-5 5 190,5-5 0,-6 5 145,2-5 0,1 1-6,-2-4 1,1 0-2830,-4 0 28,0 0 2805,0-5 0,-15-15 0,-3-10 0</inkml:trace>
  <inkml:trace contextRef="#ctx0" brushRef="#br0" timeOffset="1273">77 210 7764,'0'-11'1673,"0"5"-1366,-4 1 1,-1 6 192,-3 3 0,-1 7-134,1 7 0,0 3-304,0 1 1,-2 5 119,3 2 0,2 3-179,2 1 0,1 0 80,2 0 0,0-1-865,0-2 1,5 1-118,3-1 0,5-3 899,2-1 0,53-3 0,11-1 0</inkml:trace>
  <inkml:trace contextRef="#ctx0" brushRef="#br0" timeOffset="1617">838 166 7655,'6'0'1259,"4"0"1,-4 5-757,5 2 1,4 8-128,0 3 1,4 8-169,0 3 0,5 4-57,2 4 0,0 1-91,-4 2 1,-5 3-772,-3-2 0,-5-5 468,-2-2 1,-4-6-797,0-6 1,-6-1 437,-5-3 1,-1-2-516,-2-5 1116,0-5 0,4-11 0,3-7 0</inkml:trace>
  <inkml:trace contextRef="#ctx0" brushRef="#br0" timeOffset="1883">1268 199 7962,'-11'0'2182,"1"5"-1865,3 2 0,-2 8 0,6 3 1,-5 7-115,5 0 0,-1 10-185,4-2 0,0 3 99,0 1 1,4-2-491,-1 1 1,7-3-148,1-3 1,0-3-450,4-5 1,1-1 40,-2-3 1,5-6 927,-4-4 0,14-26 0,0-1 0</inkml:trace>
  <inkml:trace contextRef="#ctx0" brushRef="#br0" timeOffset="2201">1577 298 7764,'-10'-7'-822,"3"-1"1563,-3 1 1,4 1-235,-5 2 0,3 3-110,1 1 0,0 1-145,-4 3 1,3 3-160,1 8 1,3-2 21,-3 6 0,4-1 28,0 4 1,2 0-196,1 0 1,0 0 97,0 0 0,1 0-328,2 0 0,1-1 164,7-2 1,-1 0-329,8-4 0,-3-2 207,3-5 1,-3-3 161,3-5 1,-3 0-32,4 0 0,-6-9 211,2-2 1,-4-7-147,-4-1 0,-2-1 132,-5-3 0,0 1-227,0 0 0,-1 0-272,-3 0 1,2 0-399,-6 0 1,1 4 807,-4-1 0,-5 11 0,-1-2 0</inkml:trace>
  <inkml:trace contextRef="#ctx0" brushRef="#br0" timeOffset="2501">1676 155 8225,'0'-11'1255,"0"5"0,1 1-765,3 5 0,2 2-124,5 5 0,1 2 122,3 9 1,-2 2-114,6 6 0,-1-2 71,4 6 0,0-1-267,0 4 0,-4 0-325,-4 0 0,-3 0-628,-3 0 0,-4-1 512,-4-2 0,-1-3-424,-2-5 0,-4-4 280,-4 0 1,0-4-973,0 1 1,0-7 138,0-1 1239,5-4 0,1-8 0,5-7 0</inkml:trace>
  <inkml:trace contextRef="#ctx0" brushRef="#br0" timeOffset="2918">2426 441 7764,'-11'0'1798,"3"0"-1245,1 0 1,0 0-220,-4 0 0,-2 0-590,-1 0 0,-4 0 255,-4 0 0,0 0-305,0 0 0,-3 0-156,-1 0 1,1 4-476,7 0 1,-2-1 936,6-3 0,4-9 0,5-4 0</inkml:trace>
  <inkml:trace contextRef="#ctx0" brushRef="#br0" timeOffset="3125">2194 342 7764,'1'-6'1604,"3"2"-675,-3 3-593,4 1 0,-1 5 156,0 2 1,0 3-132,0 1 0,1 0-506,2 0 0,2 4 199,-5 0 1,3 3-906,-3-3 1,3 3-11,-3-3 0,3-1 861,-3-3 0,4-4 0,-2-2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1:58.92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309 56 7760,'0'-7'85,"-1"1"0,-2 0 228,0-1 1,-1 4 455,4-5-444,-5 6 0,4-4 297,-3 2-128,3 3-235,1-4 0,0 10 119,0 2 1,5 3-122,2 1 0,-1 5-290,2 2 0,-1 3 99,4 1 0,0-3-614,0-1 0,0 0 347,0 4 1,0-1-310,0-2 1,-3 0-162,-1-4 0,-1 3-451,1-3 1,0 0 1121,-4-4 0,-6-10 0,1-2 0</inkml:trace>
  <inkml:trace contextRef="#ctx0" brushRef="#br0" timeOffset="226">221 420 7760,'12'0'852,"3"0"0,-2-4-433,6 1 0,4-1-82,6 4 1,7 0-188,1 0 1,4-1-225,0-3 1,0 3-403,0-3 1,-7 3 29,-5 1 0,-8 0-542,1 0 1,-7 0 37,0 0 950,-8 0 0,-22 15 0,-9 3 0</inkml:trace>
  <inkml:trace contextRef="#ctx0" brushRef="#br0" timeOffset="721">585 596 7760,'-6'-7'1975,"2"0"-1201,-2 4-572,0-7 1,-2 9 138,1-3 1,0 3-109,-4 1 1,0 0-72,-1 0 0,0 1 40,-2 3 1,0 1 25,-4 2 0,3 3-26,-3-2 1,4 5-1,-1 2 1,3-1-617,1-3 0,1 0 209,3 0 0,2 0-381,5 1 1,0-1 217,0 0 1,5-2 52,2-1 0,4-3-17,4-5 0,1 0-87,2 0 0,2 0 179,-5 0 1,3-4 48,-3 0 0,-1-4 194,-3 0 1,1-1-62,-1-2 1,0-1 44,0 1 1,-4 4-82,0 0 0,-4-1 459,0-3 1,-1 4-17,-2 0 0,1 4 135,3 0 1,-3 0 472,2-1-298,-1 3-255,-2-4 0,0 10-87,0 3 1,0-2-45,0 1 1,0 2-59,0 5 1,1 0-134,3 4 1,-2-3 53,5 3 1,-3 1-42,3 3 1,-4 0-241,0 0 1,2-1 128,-1-3 0,3 3-526,-3-3 0,0-1 58,-4 2-673,5-6 0,-4 3-128,3-5-122,-3-5 1407,-1-1 0,-10-15 0,-2-2 0</inkml:trace>
  <inkml:trace contextRef="#ctx0" brushRef="#br0" timeOffset="1154">55 299 7825,'0'-6'3064,"0"1"-2610,-4 14 0,1 4-109,-4 9 1,-1 1-240,-3 3 1,2-1-111,1 9 1,3-4-204,5 7 0,0-2-804,0 2 1,6-3 554,6 3 0,0-4-318,6-3 0,1-3-55,3-5 829,5 0 0,30-10 0,13-2 0</inkml:trace>
  <inkml:trace contextRef="#ctx0" brushRef="#br0" timeOffset="1487">695 255 10959,'16'22'758,"-3"1"-340,6 3 0,0 3-248,7 8 0,-3 2-65,3 5 1,-4 0-505,-4 0 0,-2-5 288,-5-2 0,-5-4-575,-2-3 1,-4-3 357,-4-5 1,-2-2-231,-5-1 0,0-4-78,0-8 0,0-2-793,0-5 1429,5 0 0,31-30 0,11-6 0</inkml:trace>
  <inkml:trace contextRef="#ctx0" brushRef="#br0" timeOffset="1753">1147 310 7760,'-7'0'1432,"-1"0"-948,1 0 1,-4 1 57,0 3 0,3 7-164,1 7 0,1 6-117,-1 2 0,2 8-154,5 0 1,0 6-162,0 0 0,0-2 92,0-1 0,5-3-99,2-1 0,4-3-868,4-1 1,-3-8 442,3 1 1,-2-7-664,2 0 1,-2-4 477,6-4 1,-2-2 670,1-5 0,8-20 0,-3-4 0</inkml:trace>
  <inkml:trace contextRef="#ctx0" brushRef="#br0" timeOffset="2054">1422 431 7760,'-4'-6'0,"-3"-3"488,-4 6 1,4-1-112,0 4 1,-1 0-18,-3 0 0,4 5-109,0 2 0,1 7-67,-2 0 0,0 6-160,4-2 1,0 4 143,4 4 1,0-3-228,0 3 1,1 1 104,3-1 0,2-1-128,5-3 0,4 1-24,0-1 0,1-5-165,-2-3 0,-1-6 121,1-5 1,-1-1 19,-2-2 1,-2-2 116,-1-1 0,-3-8 2,-5-8 0,0-1-508,0-2 1,-2-1 209,-1 1 0,0 0-198,-4 0 0,1 0 507,-2 0 0,-11-15 0,0-3 0</inkml:trace>
  <inkml:trace contextRef="#ctx0" brushRef="#br0" timeOffset="2320">1511 321 7760,'0'-11'281,"1"1"106,3 3 1,-2 2 466,5 5 1,1 0-111,3 0 1,0 5-301,0 2 0,5 8 120,2 3 0,-1 4-134,2 4 1,-1 2-98,4 5 1,-1 1-92,-3 3 0,-2-3-572,-5 3 1,-1 1 117,-3-1 0,-2-2-56,-5-5 1,0-3-1217,0-5 0,-1 0 663,-3 0 1,-2-5 820,-5-2 0,-15-13 0,-3-3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2:02.28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371 540 8131,'6'0'1129,"-11"0"1,-4 0-1015,-9 0 1,0 0 86,-4 0 0,-5 2-402,-3 1 1,-2-1-89,-1 1 1,0 2-357,0-1 1,5-1 213,2-3 0,7 0-1243,0 0 1673,6 0 0,2 0 0,26-14 0,9-5 0</inkml:trace>
  <inkml:trace contextRef="#ctx0" brushRef="#br0" timeOffset="208">139 452 7761,'0'-6'505,"0"0"1188,0 2-416,0 3-734,0-4 1,0 6-264,0 3-65,5 2 1,-2 5-439,4 0 1,-3 1 205,3 3 1,-5-3-356,2 3 0,1-1-256,-1 0 0,3-1-681,-3 1 0,4-2 1309,0 0 0,16-1 0,6 0 0</inkml:trace>
  <inkml:trace contextRef="#ctx0" brushRef="#br0" timeOffset="509">735 22 7782,'0'-11'2402,"0"5"-1584,5 1-457,-4 5 0,7 5-93,-4 2 1,3 4-64,-3 4 0,3 2 0,-3 5 0,5 0-1141,-2 0 1,2 2 127,-2 1 0,3-1-305,-3 1 0,2-1 1113,-2-2 0,8 15 0,-3 3 0</inkml:trace>
  <inkml:trace contextRef="#ctx0" brushRef="#br0" timeOffset="751">657 463 9464,'11'0'435,"5"0"-393,3 0 1,8 0 120,6 0 1,5 0-317,6 0 0,4-1-26,-1-3 0,0 3-149,-7-3 1,-2 3-132,-5 1 1,-4-3-1148,-4-1 1606,-6 0 0,-18 9 0,-8 1 0</inkml:trace>
  <inkml:trace contextRef="#ctx0" brushRef="#br0" timeOffset="1186">1054 562 7782,'-17'0'352,"2"0"0,0 0 555,0 0 1,-5 0-294,2 0 0,-2 2-242,2 1 0,-3 0-179,3 4 1,-2 0-15,2 5 0,2-1-165,5 0 0,5 3 152,2 1 1,3 0-308,1-4 1,5 0 19,2 0 1,3-1-132,1-3 0,4 1-65,-1-4 0,5 0-137,-5-4 1,5 0-146,-5 0 0,5 0 223,-5 0 1,2-5-16,-1-2 1,-3-2 103,3 2 0,-3-3 184,-1 2 1,0 0-103,0 1 1,-5-3 325,-2 2 0,1 2 262,-1-1 0,-1 3 244,-3-3 321,0 4-433,0-6 478,0 7-307,-5-2-251,4 8 1,-4 3-23,5 4 1,2 0-33,1 0 0,0 1-212,4 3 1,-1-2 48,2 5 0,1-3-375,-1 4 0,1-2 174,3 1 1,-3 3-859,-1-3 0,1-1 468,-1 2 0,-3-6-936,-2 2 1,2-3 410,-1-1 0,0-3-351,-4-1 1249,0-5 0,-20-11 0,-4-10 0</inkml:trace>
  <inkml:trace contextRef="#ctx0" brushRef="#br0" timeOffset="1578">602 276 7610,'-11'-4'0,"0"0"855,0 2 1,0 1-135,0 1 1,1 5-267,3 2 0,-3 7-80,3 0 0,1 11-129,-2 0 0,6 4-48,-2 4 0,3 1 7,1 6 0,1 3-408,3-2 1,-2-2-185,6 1 1,3-4-515,3 1 0,6-4-595,-2-4 1,3-3 89,1-8 1406,0 3 0,35-23 0,8-1 0</inkml:trace>
  <inkml:trace contextRef="#ctx0" brushRef="#br0" timeOffset="1877">1165 276 7782,'0'-8'0,"0"1"1211,0-1-704,0 3 1,1 0-19,2 5 1,0 1 188,4 3 0,6 3-258,5 8 0,0 3 7,4 8 1,-2 2-101,6 5 0,1 1-475,-2 3 0,0-3 170,-7 3 0,-6-4-346,-4-3 0,-6 1-150,2-1 1,-4-7-538,-4-1 0,-1-7-340,-2 0 1,-3-3-81,3-1 1431,-3 0 0,4-15 0,1-3 0</inkml:trace>
  <inkml:trace contextRef="#ctx0" brushRef="#br0" timeOffset="2143">1583 276 7782,'-6'0'1112,"-3"0"1,4 1-543,-3 3 1,0 3-153,4 8 1,-3 3-96,3 8 1,-3 3-216,3 8 1,0-1 55,4 4 0,0-3-378,0 3 0,5-4 235,3 0 0,1-3-917,2-3 1,4-4 446,0-8 1,0-1-908,-4-2 1,3-4 1355,1 0 0,5-15 0,-3-8 0</inkml:trace>
  <inkml:trace contextRef="#ctx0" brushRef="#br0" timeOffset="2470">1936 342 7782,'-11'-5'-1280,"1"3"1461,3-6 1,-3 6 905,3-2 1,-4 3-410,-4 1 0,3 5-291,-3 2 0,3 3-133,1 1 0,0 5-37,0 2 1,1 4-48,3 4 0,-2-3 47,6 3 1,-1 2-233,4 2 1,5-2-92,2 1 1,7-4-146,0 0 0,6-1-233,-2-2 0,-1-6 235,2-5 1,-2-5 355,1-6 0,-2 0-118,-5 0 1,-1-9 81,-3-2 0,-2-7-110,-5-1 1,0-3-205,0-3 0,0 1-166,0-1 1,-3 1-247,-1 2 1,-1-3-254,1-1 1,3 1 907,-3 7 0,-2-3 0,0 4 0</inkml:trace>
  <inkml:trace contextRef="#ctx0" brushRef="#br0" timeOffset="2710">1914 199 7782,'0'-6'956,"5"-4"0,1 8-285,5-1 0,0 2 165,0 1 1,4 8-355,0 3 1,8 9 34,-1 2 1,4 5-155,-1 6 0,2 5-180,3 2 0,-4 3-198,-8 1 0,-2 0-249,-5 0 0,-5-2-889,-2-5 1,-8-2 619,-3-9 0,-4 2-1079,-4-6 0,1 2 119,-4-10 1493,5 1 0,-18-9 0,2-1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2:06.01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55 144 7866,'-11'0'276,"0"0"232,5 0-282,-4 0 1,8 1 600,-5 3-138,4-3-197,-2 4-214,5-5 1,1 0-66,3 0 1,-1 0 5,4 0 0,0 0 7,4 0 1,4-2-444,0-1 0,3 2 202,-3-3 0,4 1-787,0 0 1,2 2 88,1-3 1,-4 1-218,0 0 0,-1 1 404,2-1 0,0-2 172,-4 1 0,0-3 354,-4 3 0,-5-14 0,-1-1 0</inkml:trace>
  <inkml:trace contextRef="#ctx0" brushRef="#br0" timeOffset="250">210 11 7550,'-11'-5'2247,"0"4"-1601,4-4-406,3 5 0,4 5 199,0 3 1,0 1-114,0 2 1,0 4-110,0 0 0,3 4-358,1 0 1,4-2 176,0 1 1,-2-1-957,1 2 1,1 2 504,3-3 0,-4-1-397,0 2 0,0-6 812,0 2 0,8-13 0,-3-3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2:07.2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133 89 7909,'-6'0'650,"-3"1"-329,5 2 0,-1 0-63,2 4 0,0 1 150,-4 3 0,0 5-118,-4 2 1,0 9 16,0 6 1,0 5-64,0 6 1,1 5-219,2 2 0,0 2 76,4-1 1,0-3-126,4-5 1,5 1-274,3-5 0,3 0-353,3-15 1,0 0-373,4-7 1,-1 1 466,2-8 0,2-3-494,-3-8 1048,-2 0 0,24-24 0,2-7 0</inkml:trace>
  <inkml:trace contextRef="#ctx0" brushRef="#br0" timeOffset="252">463 11 10839,'0'11'94,"0"2"62,0 1 1,2 7-753,1 5 1,3 5 394,6-2 0,-5-1-861,0 1 1,1-3 1061,3 4 0,9 19 0,4 8 0</inkml:trace>
  <inkml:trace contextRef="#ctx0" brushRef="#br0" timeOffset="442">342 485 7909,'-6'0'1445,"1"-1"-934,5-2 0,1 1-570,3-1 1,6-2-181,5 1 0,4 0-150,0 4 0,3-3-682,3-1 0,0 0 643,4 4 1,-4 0 427,0 0 0,13 15 0,3 3 0</inkml:trace>
  <inkml:trace contextRef="#ctx0" brushRef="#br0" timeOffset="870">695 530 7903,'-11'0'0,"0"0"0,0 0 961,0 0 0,0-4-279,0 0 1,0 1-111,0 3 1,-4 4-140,0 4 0,-3-2-157,3 1 1,1 2-307,3 5 0,-3-1 82,3 1 0,-1 2-29,8-1 1,-3 0 335,3-4-649,0 5 1,6-4 125,1 3 1,3-7-382,6 0 1,-1-6-278,0 2 0,1-3 391,3-1 0,-3-4-171,2 1 0,2-6 198,-1 2 1,0-7 344,-4-1 1,0 1-68,0 3 0,0 0 81,0 0 0,-4 1 98,1 3 1,-6-3 224,2 2 0,1 2 237,-2-1 335,1 4 311,-4-1-484,0 4-118,0 4 1,0 3-128,0 4 0,0 1-177,0 3 0,1-2-25,3 5 1,-3 1-191,3 3 0,1-1-11,-2-3 0,2 3-94,-1-3 1,-3 3-653,3 1 1,-2-3 410,2-1 1,-3-5-866,3 2 1,-3-3-264,-1-1-37,0 0 1471,5-5 0,11-30 0,7-13 0</inkml:trace>
  <inkml:trace contextRef="#ctx0" brushRef="#br0" timeOffset="1161">761 111 10697,'11'5'1092,"5"2"-699,2 8 0,3 3-162,1 8 0,0 3-56,0 8 1,-1 2-156,-2 5 1,-3 0 23,-5 0 1,-5-3 138,-3-1 1,-1-1-559,-2 2 1,-2-7 207,-1-5 1,-7-4-868,-5 1 0,0-3 453,4-1 1,0-5-1390,0-2 1970,5-3 0,11-16 0,7-3 0</inkml:trace>
  <inkml:trace contextRef="#ctx0" brushRef="#br0" timeOffset="1453">1235 188 7860,'-6'-11'1020,"-4"3"-191,3 1-318,-3 5 1,-1-3-128,0 5 1,0 8 35,0 3 1,0 11-79,0 0 0,4 8 77,-1-1 1,6 4-380,-2 4 0,3-3 61,1 3 1,0 1-337,0-1 0,1 0 230,3-4 0,1-2-849,2-1 1,3-3 441,-3-5 1,3 0-311,1 0 0,0-6-69,0-5 1,1-1-919,3-7 1709,-3 1 0,9-19 0,-4-3 0</inkml:trace>
  <inkml:trace contextRef="#ctx0" brushRef="#br0" timeOffset="1770">1489 254 7860,'-4'-11'0,"0"0"0,-1 1 0,2 3 0,0 2 0,-4 5 0,3 0 843,-3 0 1,0 5-261,-4 2 0,0 8-147,0 3 1,0 4-202,0 4 0,-1 1-23,1 2 1,5 3-185,3-2 0,-2 1 100,1 2 0,0-1-323,4-2 1,4-3 50,0-5 1,6-2-73,1-1 1,0-1 124,3-7 1,3 2-43,2-10 0,-2 0 143,1-7 1,-4-3-58,1-8 1,-3-2 138,-1-5 1,-4 0-110,1 0 1,-6-4-281,2 0 0,-4 0-227,-4 4 1,2-1-331,-6-3 1,1 3-477,-4-3 1330,5 3 0,-9-19 0,3-4 0</inkml:trace>
  <inkml:trace contextRef="#ctx0" brushRef="#br0" timeOffset="2027">1577 78 7909,'7'0'1184,"1"0"0,-5 1-770,5 2 1,0 0-197,7 4 0,-2 2 415,6 6 0,-1 2-201,4 5 0,-1 5 88,-3 2 0,2 3-191,-5 1 1,-1 5-158,-3 2 0,-1-2-494,-2-1 0,-4-3 283,-4-1 1,-6-3-991,-5-1 1,0-5 550,-3-2 0,3-2-578,3-5 1,0 0 1055,4-4 0,0-10 0,4-2 0</inkml:trace>
  <inkml:trace contextRef="#ctx0" brushRef="#br0" timeOffset="2528">2238 541 8360,'-11'0'0,"0"0"0,-1 0 1052,-3 0 0,2 1-859,-5 2 1,-5-1 16,-2 1 0,-2 0-801,1 0 1,3-1 392,-3 1 0,-1-1-770,1-2 0,4 0 221,4 0 1,5 0 746,-2 0 0,7 0 0,18-20 0,9-4 0</inkml:trace>
  <inkml:trace contextRef="#ctx0" brushRef="#br0" timeOffset="2727">2018 397 7834,'0'6'1822,"0"4"0,4-4-1365,-1 5 0,5 0-123,-5 0 0,6 4-111,-2 0 1,-1 4-475,2 0 1,-5 0 223,5 0 1,-6 0-799,2-4 0,-2 3-91,2-3 0,-3 0 916,3-4 0,-3-5 0,-1-1 0</inkml:trace>
  <inkml:trace contextRef="#ctx0" brushRef="#br0" timeOffset="3213">2657 55 7814,'-5'-11'0,"-2"0"0,2 4 434,1 0 1,2 4 492,-2 0-94,3-4 62,-4 6-563,5-4 0,4 10 43,0 3 0,3 5-98,-3 2 0,3 8-331,-3-1 1,4 4-35,0 0 0,0-2 14,-1 5 0,3 0-819,-2 0 0,-2 2 490,1-6 1,-3 5-945,3-5 0,-3 0 1347,3-7 0,-9-7 0,0-6 0</inkml:trace>
  <inkml:trace contextRef="#ctx0" brushRef="#br0" timeOffset="3419">2558 441 7822,'-7'0'2121,"-1"0"-1327,6 0-585,-3 0 0,6 0 185,3 0 1,7 0-133,7 0 0,4 0-153,4 0 0,2 0 93,5 0 0,0 0-836,1 0 0,-1 0-76,0 0 1,-5 0-435,-2 0 0,-1 2-256,-3 1 1400,-2-2 0,-19 24 0,-2-1 0</inkml:trace>
  <inkml:trace contextRef="#ctx0" brushRef="#br0" timeOffset="3847">2933 563 7845,'-7'-4'1718,"-1"0"-1165,1 1 0,-4-1 77,0 0 1,-1 1-149,-3 3 1,1 0 48,-4 0 1,1 4-419,-2 4 0,-1 2 45,1 1 1,3 1-96,2 3 1,-1-2 89,4 5 1,-1-4-461,8 1 0,0-2 198,4 2 0,0-3-507,0 3 1,5-7 260,3 0 1,3-6-195,3 2 0,-1-3 84,1-1 0,2 0-66,-1 0 1,1-5 324,-1-2 0,-3-3-5,2-1 0,-1-1-13,-2-3 0,-4 3-1,0-3 1,0 3 13,0 1 0,1 0 362,-4 0 1,1 0 740,-1 0 154,-3 5 969,4-4-551,-5 8-633,0-2-394,0 13 1,0 2-154,0 8 1,4 2-197,-1-3 0,2 3 95,-1 1 0,-2 0-214,6 0 1,-2 0-643,1 0 0,2 0 424,-6 0 1,5 0-906,-5 0 0,2-1 521,-1-3 1,-3 2-703,3-5 1,-3-1 164,-1-3 1170,0 0 0,-34-19 0,-9-6 0</inkml:trace>
  <inkml:trace contextRef="#ctx0" brushRef="#br0" timeOffset="4221">2294 166 7993,'-7'0'2868,"2"2"-2224,5 6 0,-3 5-178,-1 13 0,-1 7-202,2 7 0,1 7-203,-1 1 0,1 4 138,2 0 1,5 0-725,3 0 1,1-4 412,3-8 1,3-2-1395,4-5 0,2-1 87,1-3 1419,0-2 0,54-10 0,13-1 0</inkml:trace>
  <inkml:trace contextRef="#ctx0" brushRef="#br0" timeOffset="4563">2911 254 8093,'0'-11'1095,"0"0"-391,0 5-309,0-4 0,5 10 204,2 0 0,4 10-166,4 8 0,-2 4-65,6 4 0,-1 3-84,4 8 0,0 2-107,0 5 1,-5 0-119,-2 1 0,-4-1-176,-4 0 0,-2-1-128,-5-3 0,0-6-374,0-4 0,0-6-51,0 2 0,0-4-2017,0-4 2687,0-2 0,20-19 0,4-5 0</inkml:trace>
  <inkml:trace contextRef="#ctx0" brushRef="#br0" timeOffset="4889">3275 309 7676,'-8'-10'-256,"1"3"1,3 1 1090,-3 2 0,3 3-295,-3-3 0,1 8 31,-2 3 0,-1 5-153,1 7 0,0 0-19,0 11 1,2 0-139,3 7 1,1 0-61,-1 7 0,3-4 16,3 5 1,3-1-161,5-4 0,2 2-785,1-2 1,-1-2 458,1-5 1,2-6-1055,-1-5 0,0 0 558,-4-3 1,0-7-589,0-1 1353,0-7 0,19-29 0,6-12 0</inkml:trace>
  <inkml:trace contextRef="#ctx0" brushRef="#br0" timeOffset="5331">3429 463 7909,'-7'-3'0,"-1"-1"0,6-1 812,-2 1-118,3 3-5,1-9-525,0 9 1,1-7-148,3 4 1,2-1 44,5 1 1,1 3 143,3-3 1,-2 0-256,6 0 1,-2 0 90,1 4 0,2 0-141,-5 0 0,-1 0-7,-3 0 1,0 1-273,0 3 253,-4 2 0,-3 7 217,-4 1 0,0-2 53,0 3 0,-6-1-93,-5 0 0,0 2 3,-3 3 1,-2 0 131,1-4 1,-1 5 55,1-2 0,3 1-42,-3 0 1,4 0-97,4-4 0,1 1-37,2-1 0,3-3-137,-3 3 1,4-3-71,4-1 1,0-1 75,7-3 1,-3 2-616,7-6 1,1 1 325,-1-4 0,4 0-786,0 0 1,0-1 502,-1-3 0,3-2 635,-2-5 0,26-29 0,8-8 0</inkml:trace>
  <inkml:trace contextRef="#ctx0" brushRef="#br0" timeOffset="5630">3892 441 7909,'-11'-6'-273,"4"1"227,-1 5 1,1 0 762,-4 0 1,4 0-223,-1 0 0,1 2-84,-4 1 0,0 5-181,0 6 0,0 0-140,0 4 1,5 0-168,2 5 1,-1-1 109,1 0 1,1 1-246,3 3 0,1-3 171,3 3 1,-2-7-185,5 0 1,1-2 84,3 1 1,0-3-34,0-8 0,0 2 171,0-6 1,0 0 225,0-7 1,0-2-7,0-5 0,-1-1-143,-3-3 0,2-2-65,-6-5 1,2 0 65,-1 0 0,-3 0-502,3 0 1,-3 1 219,-1 2 1,-4-1-1092,1 1 0,-2 2 1297,1-1 0,-2-1 0,-5-3 0</inkml:trace>
  <inkml:trace contextRef="#ctx0" brushRef="#br0" timeOffset="5982">4113 430 7536,'-12'0'415,"1"0"1,0 0 132,0 0 0,0 2-67,0 1 0,0 3-243,0 5 0,4 4-129,0 0 1,0 4 12,0 0 0,2 5 55,5 2 0,0 0-124,0-4 1,0 3 104,0 1 1,5-1-67,2-7 0,5-2 36,2-5 0,-2-1-152,3-3 1,-1-2 121,0-5 1,-5-1 164,2-3 0,-2-6-658,2-4 0,-2-5 221,-1 5 1,-3-6-902,-5 2 0,0-3 536,0-1 0,0 0-922,0 0 1461,0 4 0,-15-17 0,-3-1 0</inkml:trace>
  <inkml:trace contextRef="#ctx0" brushRef="#br0" timeOffset="6238">4090 155 7909,'8'0'1304,"-1"0"0,1 1-896,3 3 1,1 2-35,2 5 1,4 5 152,4 2 0,3 8-122,1 3 1,0 4-189,-4 4 1,-5-1-314,-2 4 0,-4-3 131,-4 3 0,-2-6-541,-5-1 0,0-3 339,0-4 0,-5-6-1279,-2 6 1,-3-10 662,-1 2 1,4-4 782,-1-3 0,1-5 0,-4-1 0</inkml:trace>
  <inkml:trace contextRef="#ctx0" brushRef="#br0" timeOffset="6828">4983 474 8227,'-11'0'1720,"0"-3"-1249,0-1 0,-1 0-435,-3 4 0,-3 0 57,-8 0 0,-2 0-794,-5 0 0,0 4 404,0 0 1,1-1-194,3-3 0,2 0 253,5 0 1,5 0 236,2 0 0,22-9 0,7-4 0</inkml:trace>
  <inkml:trace contextRef="#ctx0" brushRef="#br0" timeOffset="7013">4719 342 7817,'6'-5'0,"-1"3"1043,-5-6 1,1 6 222,3-2-219,-3-2-305,9 5-253,-4-4-336,5 5 1,-1 5-110,-3 2 0,2 7-12,-6 0 0,6 6-279,-2-2 0,-1 0-1018,2 0 1,-5 0 522,5 4 0,-1-1-1286,4-2 2028,0 1 0,10-7 0,2 3 0</inkml:trace>
  <inkml:trace contextRef="#ctx0" brushRef="#br0" timeOffset="7279">5380 22 7820,'-5'-6'2059,"4"-4"-1100,-4 9-542,5-4 0,2 7-48,1 1 0,0 8-113,4 8 1,0 1-359,4 3 0,0 0 137,0 3 1,0-2-545,0 5 0,0-3-140,1 4 0,-5-1-607,0 4 1,1-4 1255,3 1 0,-5-1 0,-1 4 0</inkml:trace>
  <inkml:trace contextRef="#ctx0" brushRef="#br0" timeOffset="7479">5237 485 7820,'-11'0'2037,"0"0"-1408,0 0 0,6 0 219,5 0-643,10 0 1,7 0-120,5 0 1,5 0-734,2 0 1,7 0 404,1 0 0,-4 0-386,-4 0 1,-1 0 157,2 0 470,-3 0 0,0 0 0,1 0 0</inkml:trace>
  <inkml:trace contextRef="#ctx0" brushRef="#br0" timeOffset="7916">5623 596 7820,'-11'0'203,"0"0"1,0 0 1025,0 0 0,-4 0-550,0 0 1,-1 0-112,2 0 0,-2 5-150,-3 2 1,0-1-319,4 1 0,0 1-12,4 3 0,0 1-154,0 3 0,5-3-241,3 3 1,1-3 299,2-1 0,0 0-529,0 0 1,5-1 227,3-3 1,1 2-174,2-6 1,2 1 166,1-4 0,-1 0-84,1 0 1,2-1 89,-1-3 0,1-2 109,-1-5 1,-3 0 125,2 0 1,-1 4-94,-2-1 1,0 1 277,0-4 0,-1 0-73,-3 0 1,2 3 760,-6 1-629,6 0 0,-8-1 915,3 1-369,-3 5-99,-1-3-27,0 5-51,0 5 0,0 1-73,0 5 0,0 1-199,0 3 0,0-2-62,0 6 0,0-1 16,0 4 0,4-4-199,-1 1 1,5-1 87,-5 4 0,6 0 110,-2 0 1,-1-1-605,2-3 1,-5 2-842,5-5 1,-5-1-2416,5-3 1846,-6 1 1793,3-6 0,-10-16 0,-1-9 0</inkml:trace>
  <inkml:trace contextRef="#ctx0" brushRef="#br0" timeOffset="8383">5094 221 8301,'6'-11'1458,"-3"0"-802,-1 5 135,-2 1-477,-5 19 1,2 0 269,-4 12 1,3 3-180,-3 4 1,1 4 36,-1 3 1,-2 4-233,5 1 1,1 0-185,3 6 0,0-4-713,0 1 1,4-7 506,4 0 1,7-6-1216,3 2 1,3-8 639,1-3 0,3-6-864,1-2 1619,5-9 0,2-9 0,6-13 0</inkml:trace>
  <inkml:trace contextRef="#ctx0" brushRef="#br0" timeOffset="8714">5667 166 7902,'0'-6'2789,"1"3"-2093,3 10 1,3 2-249,8 9 1,2 6-34,5 5 0,4 8-220,0 3 1,3 8 23,-3 4 1,-1-3-382,-3-2 0,-6-3 218,-5-3 1,-4-1-694,-7-7 0,0 2 370,0-10 1,-5-3-1006,-3-3 0,-2-2 234,-1 1 1,0-3-613,0-8 1650,5 3 0,11-23 0,7-1 0</inkml:trace>
  <inkml:trace contextRef="#ctx0" brushRef="#br0" timeOffset="9007">6163 221 7922,'-11'-6'0,"0"1"643,0 5 0,0 0-171,0 0 0,0 8 36,0 3 0,-1 8-153,-3-1 1,6 9-124,-2 6 1,8 3-204,-1 8 0,3-6 68,1 6 0,6-2-41,5 2 1,1-5 69,7-2 1,-1-4-648,4-4 0,-4-2 209,1-5 0,-1 0-649,4 0 0,-5-6 131,-2-5 1,1-1-636,-1-6 1465,-1-1 0,-3-3 0,-5-19 0,-1-6 0</inkml:trace>
  <inkml:trace contextRef="#ctx0" brushRef="#br0" timeOffset="9247">6361 386 7905,'-1'-7'0,"-2"0"1651,-4 4-1052,1-2 0,1 6-61,5 3 0,0 3-73,0 8 0,2 2-185,1 5 0,3 0-293,5 0 1,-1 5 75,-2 3 1,1-2-596,-1 1 1,0-4 414,0 1 0,0 0-415,-4 0 1,3 0-215,-3-4 1,1-4-501,-1 1 0,-2-6 260,5 2 986,-4-8 0,36-31 0,4-13 0</inkml:trace>
  <inkml:trace contextRef="#ctx0" brushRef="#br0" timeOffset="9533">6714 386 7905,'-6'-11'582,"-4"0"-191,4 0 0,-5 5-36,0 2 1,0 3-79,0 1 0,0 5 104,0 2 1,1 8-115,3 3 1,-2 3-286,6 1 1,-1 5 98,4 3 1,0-2-249,0 1 0,0-3 105,0 3 0,1-3-101,3 3 0,3-8-249,8 1 1,-2-7 151,6 0 1,-5-7 50,5 0 1,-6-6 98,2 2 0,-2-9 382,2-6 1,-6-1-157,2-7 1,-8 1-220,1-4 0,-3 0 67,-1 0 1,0-2-582,0-1 0,-3 3 76,-1 0 541,-5 0 0,-2 0 0,-6-7 0</inkml:trace>
  <inkml:trace contextRef="#ctx0" brushRef="#br0" timeOffset="9823">6813 144 7905,'-11'-4'494,"0"0"483,0 1 0,5 4-151,3 3 1,3 3-34,3 8 0,5 3-174,6 8 1,3 3-173,6 8 0,3 2-162,4 5 0,-3 1-68,-1 3 0,-8-2-340,-3 1 1,-4-3 155,-4-3 1,-2-3-1007,-5-5 0,-5-5-139,-2-2 1,-3 0-1901,-1-4 3012,0-3 0,-10-8 0,-2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2:18.0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34 530 7876,'-11'0'1171,"0"0"-891,5 0 201,1 0-382,19 0 0,-4 0 115,12 0 0,1 0-287,3 0 0,5 0 88,-2 0 1,2 0-887,-2 0 1,2-4 285,-5 0 0,2 1 585,-6 3 0,7-30 0,-6-7 0</inkml:trace>
  <inkml:trace contextRef="#ctx0" brushRef="#br0" timeOffset="200">243 397 7876,'-7'0'0,"-1"0"719,6 0 1,-4 0 451,2 0-655,3 0 0,-4 5-242,5 3 1,4 3-34,-1 3 0,6 0-773,-2 4 1,2-3 410,-2 3 0,3-1-1157,-3 2 1,3 2 1277,1-3 0,20-2 0,4 0 0</inkml:trace>
  <inkml:trace contextRef="#ctx0" brushRef="#br0" timeOffset="552">706 0 8210,'-6'0'2311,"1"5"-2043,5 3 0,1 3 7,3 3 1,3 0-48,8 4 0,-3 2-552,3 6 1,-1-3-117,0 3 1,-2-3-460,3-1 0,-3 4-732,-1-1 1631,0-4 0,0 15 0,1-1 0</inkml:trace>
  <inkml:trace contextRef="#ctx0" brushRef="#br0" timeOffset="759">596 430 7876,'-7'-1'882,"-1"-3"1,6 2-356,-2-5 1,4 4-144,4 0 1,3-2-99,8 1 0,3 0-252,8 4 1,2 0 119,5 0 1,0-3-231,0-1 1,0 1-468,0 7 0,-4-1-573,-4 4 1,-1-1 1115,-2 1 0,0 23 0,0 0 0</inkml:trace>
  <inkml:trace contextRef="#ctx0" brushRef="#br0" timeOffset="1180">960 563 7876,'-11'0'0,"-2"-2"1069,-1-1 1,2 2-407,-3-3 0,1 3-223,0 1 1,0 1-23,-4 3 1,4 2-156,0 5 1,1 0-348,2 0 1,4 3 124,0 1 0,4 3-474,0-3 0,1 1 286,2-1 1,2-3-549,1 3 0,3-3 144,5-1 0,2-1-19,1-3 1,0-2 118,4-5 1,-4 0 119,0 0 0,2-1 205,-1-3 1,1-2-103,-1-5 1,-3 0 262,3 0 0,-3 0-114,-1 0 1,-4 0 449,0 0 1,0 0 410,0 0 347,-2 0-223,-5 0-259,5 0 320,-4 5-576,4 1 1,-9 6-138,1 3 1,-1-2 79,4 5 0,0 2 162,0 6 1,0-3-313,0 3 1,0 2-176,0 1 0,4 4-267,-1 4 1,2-3 220,-1 3 0,1 1-262,2-1 1,3 3 146,-3-3 0,2-2-1048,-2-5 1,3 0 471,-3-4 0,-2 0-1349,-1-4 2077,2-5 0,-10-16 0,3-8 0</inkml:trace>
  <inkml:trace contextRef="#ctx0" brushRef="#br0" timeOffset="1621">497 100 7930,'-11'-6'1462,"0"1"0,1 11-944,3 5 0,-2 6-128,5 9 0,1 7 76,3 7 0,0 4-183,0 4 0,1 2-239,2 5 1,7 0-790,5 1 0,1-6 538,-1-2 1,-2-4-1273,5-4 0,-3-2-56,4-5 1535,-1-5 0,4-11 0,0-7 0</inkml:trace>
  <inkml:trace contextRef="#ctx0" brushRef="#br0" timeOffset="1970">1048 243 7903,'-5'-7'1896,"-2"-1"-1109,2 6 235,0-3-444,15 15 0,-2 2-164,11 10 0,-1 1-118,4 3 1,0 2 44,0 5 0,0 5-124,0 3 0,0 2-559,0 1 1,-1 0-182,-2 0 0,-8-5-491,-8-2 0,-2-4 221,-1-4 1,-1 2-500,-2-5 1,-4-6 191,-4-5 1100,0-3 0,-5-15 0,-1-5 0</inkml:trace>
  <inkml:trace contextRef="#ctx0" brushRef="#br0" timeOffset="2270">1357 243 8116,'-5'-6'1438,"3"-4"-294,-7 9-584,3-4 1,-5 11 60,0 5 0,4 6-227,4 9 0,-2 2-23,1 5 0,0 6-141,4 5 1,2 1-314,1 2 0,5 2 134,6-1 0,4 4-108,4-5 1,1-1-288,3-10 1,1-4-403,2-10 0,-2-5-1697,-5-2 1067,0-8 666,-5-2 710,-6-10 0,-26-10 0,-9-9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2:23.9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143 221 7993,'-2'-9'353,"-1"1"1,1 2 130,-1 2-132,2 3 96,1-9-432,-5 9 1,2-4 54,-4 5 0,3 5 4,-3 2 1,-1 3 85,-3 1 1,0 4-90,0 0 1,0 6 59,0 1 0,0 1-205,0 6 0,4-4-16,0 0 1,4 2-115,-1-1 1,4 0 134,4-4 1,3-5-66,8-2 1,2-4-220,5-4 0,4 2 123,0-6 0,-4 0 173,-4-7 1,-4-6-80,0-4 1,-3-6 173,-3 2 0,-3-3-131,-5-1 0,-5 0-57,-3 0 0,-1 0-102,-2 0 1,0 3 126,0 1 0,0 4-378,0 0 1,1 1 501,2 2 0,3 0 0,5 0 0</inkml:trace>
  <inkml:trace contextRef="#ctx0" brushRef="#br0" timeOffset="299">176 12 8605,'4'-6'1636,"-1"1"-1184,4 5 0,-3 0-83,3 0 0,2 5-91,6 2 0,-1 9-67,8 6 0,-2 6-48,6 9 1,-2 0-106,2 7 1,-4-1-222,0 8 0,-5-4-541,-6 0 1,-1-1 405,-3-2 0,-2-5-668,-5-2 1,-1-9 401,-3-6 0,-2-4-754,-5-3 1318,5-8 0,-4-7 0,4-12 0</inkml:trace>
  <inkml:trace contextRef="#ctx0" brushRef="#br0" timeOffset="548">936 453 8522,'-5'-10'795,"-2"3"1,1 2-529,-1 5 0,-4 0-30,-4 0 1,-5 0-206,2 0 1,-4 0 70,-4 0 1,2 3-1081,-6 1 0,6 5 533,-2-2 1,3-2-1075,1-1 1518,4 2 0,7 0 0,7 5 0</inkml:trace>
  <inkml:trace contextRef="#ctx0" brushRef="#br0" timeOffset="748">727 310 10514,'0'-7'2247,"5"3"-2497,2 4 0,-1 4 197,2 4 1,-1 2-340,4 1 1,0 1 280,0 3 1,1-3-2006,3 2 2116,-8 4 0,32 18 0,-2 11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2:26.54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320 33 7827,'-4'-6'259,"2"0"571,-1 2-640,1 3 0,2-5 229,0 2 298,0 3-182,0-4-345,0 15 0,5-3 32,3 8 1,1 2-300,3 2 0,-1 2-258,0 1 1,3 0-334,1 0 0,0 1-461,-4 3 0,1-3 166,3 3 963,-8 2 0,8 5 0,-9 6 0</inkml:trace>
  <inkml:trace contextRef="#ctx0" brushRef="#br0" timeOffset="243">221 463 9357,'5'-6'339,"2"3"1,7 1-87,1 2 1,9 0-587,2 0 0,5 0 207,2 0 1,3 0-692,1 0 1,4 0 159,-5 0 657,-4 0 0,-5 10 0,-5 2 0</inkml:trace>
  <inkml:trace contextRef="#ctx0" brushRef="#br0" timeOffset="695">618 585 7827,'-11'0'0,"-4"0"516,1 0 1,-1-2-128,4-1 1,-4 1 102,1-1 1,-2 2-151,1 1 0,3 0-79,-3 0 1,2 3-137,-2 1 0,3 4-157,-3 0 0,6-2 2,2 1 1,5 1-220,-2 3 0,3 0-234,1 0 342,0 0 0,1 0-342,3 0 1,-2-4 147,5 1 1,4-6-62,4 2 1,1 1 37,-1-2 0,-2 1-57,6-4 1,-5-1 186,5-3 0,-5 2 193,5-6 0,-6 5-107,2-5 0,-3 2 104,-1-1 0,-4-2 896,1 5-476,-1-4 888,4 2-552,-5-5 410,-1 5-270,0-4-409,-4 9 0,4-3-156,-5 8 0,0-2-47,0 5 1,1 1-113,3 3 0,-3 3 73,3 1 1,1 5-163,-1-2 1,4 3-59,0 1 0,-2 4-210,1-1 1,0 2-135,4-1 0,0-3-369,0 3 0,-3-3-518,-1-1 0,-1-4 539,2-4 0,-4-1 703,-4-2 0,-9-25 0,-4-6 0</inkml:trace>
  <inkml:trace contextRef="#ctx0" brushRef="#br0" timeOffset="1129">89 199 7716,'-11'-6'0,"0"1"-212,0 0 0,0 4 1064,0-3 1,3 8-151,1 3 1,3 5-27,-3 7 1,5 0-157,-2 11 1,3 4-142,1 6 1,2 4-316,6 4 1,-1-3 91,8 3 1,2-2-884,1-2 1,3 0 182,1 0 0,0-5-239,0-2 0,0-9 783,0-6 0,30-10 0,6-7 0</inkml:trace>
  <inkml:trace contextRef="#ctx0" brushRef="#br0" timeOffset="1436">629 254 7827,'0'-6'751,"0"-4"0,1 9-32,3-3 0,0 4-280,7 4 0,-1 3-64,8 8 1,0 3-167,4 8 1,2 3-58,1 8 0,-1 2 83,1 5 1,1 0-433,-4 1 0,-2-3-143,-9-1 0,-1-3-412,-3-5 0,-2-1-432,-5-3 0,-1-7 535,-3-7 1,1 0-608,-4-4 1256,0 2 0,1-22 0,1 2 0</inkml:trace>
  <inkml:trace contextRef="#ctx0" brushRef="#br0" timeOffset="1727">1092 221 7950,'-1'-6'103,"-3"2"0,2 2 186,-6-2 1,5 3 442,-5-3 0,5 4-48,-5 4 0,1 3-246,-4 8 0,0 3-193,0 8 0,5 2-24,2 5 1,3 5-351,1 2 0,2 3 182,6 1 1,0 1-254,11-1 1,-1-5-247,4-2 1,0-4-601,0-4 0,0-3-35,0-8 0,-3-3 450,-1-8 1,-3 2 630,3-6 0,-8 1 0,1-4 0,2-24 0,5-7 0</inkml:trace>
  <inkml:trace contextRef="#ctx0" brushRef="#br0" timeOffset="1994">1390 320 7835,'0'-7'0,"0"-1"0,-1 5 1078,-3-5-303,3 6-356,-4-3 0,5 10-166,0 2 1,3 8-85,1 3 1,5 3-120,-2 1 0,3 4 133,1 0 0,0 4-398,0 0 1,-1-2 211,-3 1 1,3-1-874,-3 2 1,-1 0 420,2-4 1,-2 0-557,1-4 0,3-5 1011,-3-2 0,13-28 0,3-6 0</inkml:trace>
  <inkml:trace contextRef="#ctx0" brushRef="#br0" timeOffset="2304">1776 353 7835,'0'-11'0,"0"4"164,0-1 0,-2 6 813,-1-2-113,2 3-590,-9 1 1,5 1-83,-2 3 1,-3 6 30,2 4 1,3 6-1,2-2 1,2 3-128,1 1 0,0 4-518,0 0 0,1-1 181,2-3 0,4-1-169,4-2 0,3-3 280,1-5 0,1-2 83,-1-1 0,-7-3 324,3-5 0,-3-3-89,-1-4 1,-2-5-280,-5-10 1,0 0 105,0-1 0,-5-2-502,-2-1 0,-3 0 231,-1 4 1,3 1-639,1 3 0,3 1 894,-3 2 0,9 8 0,0-3 0</inkml:trace>
  <inkml:trace contextRef="#ctx0" brushRef="#br0" timeOffset="2527">1842 66 7835,'11'0'603,"0"0"370,0 0 0,1 5-140,3 3 1,1 3-368,2 3 0,3 5-62,-3 7 0,3 5-121,1 6 1,0 8-544,0 0 1,-6 1 234,-5-2 1,-1 0-380,-6 0 0,-2-4-351,-5-4 0,-7-6-1963,-5-5 2718,-5-6 0,-16-8 0,-11-6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2:33.37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305 354 7855,'10'1'38,"-2"1"1,-1 2 567,2-2-155,-4 0 132,0-2-371,-20 0 0,5 0-157,-12 0 0,1 0 68,-4 0 1,1 0-276,-1 0 1,1 0 65,2 0 1,0 0-114,0 0 0,0 0-470,0 0 1,4 3 322,0 1 0,4 0-625,-1-4 971,8 0 0,12-10 0,7-2 0</inkml:trace>
  <inkml:trace contextRef="#ctx0" brushRef="#br0" timeOffset="215">95 287 9489,'6'0'807,"-1"0"1,-1 2-1032,0 1 1,3 3 193,-3 5 1,4 2-716,0 1 0,-2-1 439,1 1 1,-3 0-621,3 1 926,-4-3 0,46 18 0,6 0 0</inkml:trace>
  <inkml:trace contextRef="#ctx0" brushRef="#br0" timeOffset="483">602 23 7855,'0'-11'2733,"0"5"-2483,0 1 1,4 7 130,0 6 0,4 0-86,0 11 1,1 3-246,3 3 1,-1 5 120,0-5 1,3 6-591,1-2 0,3 0 285,-3 0 0,0-4-1837,-4 0 1971,0-1 0,0 2 0,0 3 0</inkml:trace>
  <inkml:trace contextRef="#ctx0" brushRef="#br0" timeOffset="699">536 431 7855,'-7'0'1753,"0"0"-1218,4-5 1,3 4-161,7-3 0,8 3-150,4 1 0,6 0-530,5 0 0,2 0-135,1 0 0,5 0-403,2 0 1,-2 0 80,-1 0 1,-3 0 761,-1 0 0,-5-5 0,-1-1 0</inkml:trace>
  <inkml:trace contextRef="#ctx0" brushRef="#br0" timeOffset="1110">988 486 7855,'-11'0'0,"0"-4"356,0 0 0,-3 1 537,-1 3 1,-1 0-436,1 0 1,3 0-164,-3 0 1,-1 5-234,2 2 0,-1 3 99,4 1 1,1 1-247,3 3 1,-2-3 95,5 3 0,1-3-394,3-1 1,0 0 28,0 0 0,1-1-230,3-3 0,2 2 54,5-5 1,0-1 158,0-3 0,0 0 139,0 0 1,0 0 21,0 0 1,0-5 53,0-2 0,0 1-65,0-2 1,-4 2 286,1-1 0,-1-2 328,4 6 393,0-6 55,0 3 549,0-5-920,0 5 1,-1 0 194,-3 2 1,0 3-208,-4-3 0,0 4-190,4 4 0,-5 2-156,2 5 1,1 1 74,-1 3 1,3-2-301,-3 6 0,1-1-191,-2 4 0,0 2-287,4 1 0,-3-1-544,3 1 0,-4-2 520,0 0 1,-2-5-980,-1 0 1593,0-4 0,-9-8 0,-4-7 0</inkml:trace>
  <inkml:trace contextRef="#ctx0" brushRef="#br0" timeOffset="1543">492 133 7782,'-11'0'0,"0"0"0,0 0 0,1 1 843,3 3 0,-2 2-281,6 5 0,-1 10 101,4 5 1,0 6-245,0 4 1,5 7-171,2 5 0,8 5-280,3-2 1,7-1-304,1 2 0,4-6 390,0 2 1,5-4-584,2-3 0,-4-10 527,-4-9 0,20-14 0,9-9 0</inkml:trace>
  <inkml:trace contextRef="#ctx0" brushRef="#br0" timeOffset="1800">1010 210 7851,'0'-11'0,"4"4"930,0 0 0,4 4-312,0-1 0,5 4-149,2 4 1,6 7-73,1 7 0,1 6-185,6 5 0,-3 2-406,3 9 1,-4 1 208,1 3 1,-9-1-230,-6-3 1,-1 2 246,-7-6 0,0 2-1419,-7-1 1,-2-7-45,-5-1 1430,0-9 0,-5-9 0,-1-7 0</inkml:trace>
  <inkml:trace contextRef="#ctx0" brushRef="#br0" timeOffset="2117">1462 199 8136,'-11'-6'0,"0"2"1868,0 3-1283,0 1 1,1 6-187,3 5 1,2 5-63,5 6 1,0 5-94,0 3 1,5 6-602,2 5 0,3 2 310,1 1 0,4-1-438,0-3 1,-1 1-147,-3-8 1,0 1-668,0-8 0,-3-2 1298,-1-6 0,10-16 0,7-10 0</inkml:trace>
  <inkml:trace contextRef="#ctx0" brushRef="#br0" timeOffset="2536">1705 287 7830,'-11'0'0,"3"-3"788,1-1-84,5 0-425,-8 4 1,9 2-57,-3 1 0,3 0-164,1 4 1,0 0-26,0 4 1,0 0-130,0 1 1,1-1-81,3 0 0,-2 0 153,5 0 0,1 0-358,3 0 1,-4-2 140,1-1 1,-1 0 37,4-4 0,0 0 49,0-4 0,0 0 27,0 0 1,0 0-54,0 0 0,0 0 76,0 0 1,0 0 129,0 0 1,0-2-109,0-1 1,0 2 90,0-3 1,0 3-87,0 1 0,-1 1 190,-3 3 1,3-2 20,-2 5 0,-4 1 30,0 3 0,-3 1-86,-1 3 1,0 2-37,0 5 1,-5-4-134,-2 1 1,-3-1 80,-1 4 0,-3-4-147,-1 1 0,-1-6 41,1 2 0,2-3-406,-6-1 0,2-5 520,-1-2 0,-3-12 0,4-5 0</inkml:trace>
  <inkml:trace contextRef="#ctx0" brushRef="#br0" timeOffset="2716">1705 320 7830,'1'-11'-30,"3"0"1,2 4 601,5 0 1,4 1-169,-1-2 1,5 3-157,-5 5 1,6 0-1560,-2 0 0,6 0 618,-2 0 1,2 0 692,-5 0 0,11 5 0,4 1 0</inkml:trace>
  <inkml:trace contextRef="#ctx0" brushRef="#br0" timeOffset="2993">2190 254 7830,'-6'0'229,"-4"0"0,4 0 156,-5 0 1,0 2-123,0 1 1,0 5 100,0 6 1,-4 3-142,0 5 0,1 4-272,3 0 1,1 5 116,2-2 0,4 3-246,4 1 1,1-5 170,2-2 1,9-4-634,6-4 1,3-2 276,1-5 1,0-5 76,0-2 0,-4-8 79,1-3 1,-6-8 248,2-3 1,-8-3-147,-3-1 0,-3 0-19,-1 0 0,-1-1-354,-3-3 1,-2 3 476,-5-3 0,-15-27 0,-3-6 0</inkml:trace>
  <inkml:trace contextRef="#ctx0" brushRef="#br0" timeOffset="3327">2212 56 7830,'-10'-12'890,"3"-2"751,3-1-1244,3 6 1,6 4-11,2 5 0,8 6-140,3 5 1,3 6 269,1 9 1,5 3-98,2 8 1,7 3-100,1 8 0,2-1-74,-6 4 0,-4 1-854,-10 3 1,-5-6-237,-6-5 0,-9-5-686,-10-6 0,-2-6 207,-5-5 0,4-1 1322,0-6 0,-3-6 0,-1-4 0</inkml:trace>
  <inkml:trace contextRef="#ctx0" brushRef="#br0" timeOffset="3643">2796 254 7830,'11'0'1161,"-3"-1"-565,-1-3 1,2 3-201,5-2 1,-1 1-414,1 2 1,2 0 116,-1 0 0,4 0-978,0 0 1,0 0 534,0 0 0,0 0-1211,-4 0 1554,5 0 0,-8-5 0,4-1 0</inkml:trace>
  <inkml:trace contextRef="#ctx0" brushRef="#br0" timeOffset="3817">2730 409 7830,'11'0'113,"0"0"1,5 0 463,2 0 0,3 0-171,1 0 1,4 1-1122,0 3 1,3-3 68,-3 2 0,2-1-540,-6-2 1186,3-5 0,-13-6 0,4-6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32:45.1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32 7867,'-1'-6'742,"-3"2"-315,-2-2 290,0 5-176,1-4-382,5 5 1,1 0 59,3 0 1,3 0-1,8 0 0,2 0-122,5 0 1,1 0 89,3 0 0,2 0-120,5 0 0,-1 0 49,-2 0 0,0 4-354,-4-1 1,0 1 8,-4-4 0,-1 4-141,-3-1 1,-3 2-115,-8-1 226,-2-3 1,-5 9 139,0-3 1,-9-1 0,-2 2 1,-7-5 104,-1 5 1,0-2-92,1 1 0,-3 2 262,2-5 0,-2 4-3,-1-1 0,4-2-4,0-1 1,4 1-79,0-1 0,0 3-43,-1-3 0,7 1-58,-3-2 87,7-2-133,-6 4 86,9-5 0,-3 0-15,8 0 1,2 0 27,5 0 1,0 0 2,0 0 0,2 0-40,1 0 1,0 0 20,4 0 1,-1 0-23,2 0 1,0 0 21,-4 0 1,4 0-23,0 0 0,2 0-4,1 0 0,0 2-5,0 1 0,-1 0 7,-3 4 0,2-3 9,-6 3 0,5-1 64,-5 2 1,1 1 145,-4-1 0,-4 2 36,1 1 0,-6 0-50,2 0 1,-3 1 56,-1 3 0,-5-3 4,-2 2 0,-8-1-79,-3-2 0,-3 0-88,-1 0 0,-4 0 70,1 0 1,-6-4-192,1 1 1,-5-6 38,-2 2 0,0 1-568,4-2 1,0 1 293,0-4 1,1 0-1221,3 0 1,3-1 1490,8-3 0,46-12 0,16-7 0</inkml:trace>
  <inkml:trace contextRef="#ctx0" brushRef="#br0" timeOffset="564">883 65 7916,'-1'-11'0,"-2"0"0,0 0 1117,-6 0 0,3 5-466,-5 2 0,0 3-238,0 1 1,-1 0-143,-3 0 0,1 6-51,-4 5 1,3 4-254,-3 3 1,3 7 111,-3-3 1,4 6-445,0-2 1,6 4 230,5 0 0,1 0-347,2 0 1,7 4 227,4-5 0,6 4 33,8-7 1,7-4-5,5-3 1,7-7-141,-3-1 1,3-5 489,-8-6 1,5-10-89,-4-4 1,-3-6-157,-8-2 0,-2-5 59,-9-2 1,-5 0 1755,-7 0 0,-3 0-791,-3-4 1,-5 1-333,-6 2 1,-5 0-254,-7 4 0,-2 0-304,-5 4 1,4 1-381,-1 3 1,6 6-639,-2 4 1,8 6-2849,3-2 3849,3 8 0,20 51 0,6 17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9:57:56.21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243 111 7806,'0'-11'218,"0"0"0,0 0 0,0 0 1,0 0 1142,0 0-1199,-4 0 0,1 1-155,-4 3 0,-1-2 35,-3 6 1,0-1 103,0 4 1,0 0-119,0 0 0,-3 5 45,-1 2 1,-5 8-147,2 3 0,2 3-61,1 1 1,-1 4-92,2-1 1,0 2-147,7-1 1,-2-3 115,6 3 0,-1-4-44,4-3 0,0 0 92,0-4 0,5 0 66,2-4 1,3-5-29,1-3 1,4-1-15,-1-2 1,6-5 47,-2-3 1,-1-3-5,2-3 0,-4 1 138,3-1 1,-5-2 24,2 1 0,-3-3 101,-1 3 0,0-1-64,0 1 0,-3 4 124,-1 0 1,-4 0-110,0 4 0,0 2 56,0 1 0,-1 4 54,1 4 1,-3 2 181,-3 5 0,1 5-59,-1 2 0,-2 5-119,1 2 1,-3 0-58,3 4 0,-1 2-27,2 6 1,0 2-127,-4 5 0,4 1 102,0 3 0,-2-2-25,1 6 1,-1-7-42,1-1 1,3-4-86,-2-7 1,1-2-206,2-1 1,0-8-148,0-7 1,2-4-338,1-4 0,3-3 758,5-8 0,5-41 0,1-15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19:28.4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56 177 7815,'0'11'0,"0"0"0,0 0 2,0 0 1,0 3-86,0 1 1,0 1 19,0-1 0,0-2-59,0 6 1,-4-2 109,0 1 1,1 3-86,3-3 0,-2-2 108,-1-1 0,2-3-163,-3-1 199,3 0 1,-3-3 6,0-1-38,1-5 0,1 2 7,-1-8 1,2 2-2,-3-5 1,-1-5 46,1-2 1,1-5 7,3 5 1,0-6-26,0 2 0,0-3 6,0-1 1,0-1-48,0-3 1,0 3-6,0-3 1,3 3-48,1 1 0,3 0 54,-3-1 1,5 3-9,-2 1 1,3 0-16,1 4 1,0 0-13,0 4 1,0 1 28,0 3 0,0-1 0,0 4 1,4 0-10,-1 4 1,2 6 2,-1 5 0,-3 2-30,3 5 0,1 0-3,-2 4 1,1 0-161,-4 0 1,0 1-6,0-1 1,0 0-10,0 0 1,-1-2 82,-3-1 1,0-3 122,-4-5 0,-2 0 0,3 0 0,-3-10 0,-1-2 0</inkml:trace>
  <inkml:trace contextRef="#ctx0" brushRef="#br0" timeOffset="198">67 210 7815,'0'-6'-431,"0"1"0,6 5 380,5 0 0,2 0-86,9 0 0,-1 0 3,9 0 1,0 0 133,7 0 0,46 0 0,17 0 0</inkml:trace>
  <inkml:trace contextRef="#ctx0" brushRef="#br0" timeOffset="415">552 210 7862,'0'7'506,"0"0"1,1 1-317,3 3 1,-2 1-74,6 3 1,-1 2-2,4 5 1,-1 0-135,-3 0 0,3 4-178,-3-1 0,2 1 14,-2-4 1,3 0 1,-3 0 0,-2-5-293,-1-2-593,-3-3 742,-1-6 1,0-2 323,0-8 0,-10-41 0,-2-15 0</inkml:trace>
  <inkml:trace contextRef="#ctx0" brushRef="#br0" timeOffset="640">585 221 7815,'-4'-13'6,"-1"0"0,0-2 0,1 2 186,1 1 1,2 4-26,1 1 0,1 3-60,3-3 1,2 4-123,5 0 0,0 1 156,0 2 0,4 0-138,-1 0 1,6 5-10,-2 3 1,2 1-105,-2 3 0,2 0 82,-5 2 0,-1-1-171,-3 1 0,-5 2 117,-2-1 0,-3 1-80,-1-1 1,-1-3 62,-3 3 1,-5-3-254,-6-1 0,-3-1-127,3-3 0,-4 2 479,5-6 0,4-19 0,5-8 0</inkml:trace>
  <inkml:trace contextRef="#ctx0" brushRef="#br0" timeOffset="857">883 221 9337,'0'11'479,"3"0"-248,1 0 0,3 5-111,-3 2 0,4 3-114,0 1 0,0 1-353,0 3 0,2-3 1,-3 3 1,1-3-176,0-1 1,-2-3 144,-2-1 1,-3-5-835,3 2 1210,-3-8 0,-1-2 0,-5-29 0,-1-7 0</inkml:trace>
  <inkml:trace contextRef="#ctx0" brushRef="#br0" timeOffset="1091">894 199 7815,'-4'-11'182,"0"0"312,1 0-415,3 0 1,4 4 44,4 4 1,5 1-68,2 2 1,3 5 69,-3 3 0,3 2-136,-3 1 1,3 1 91,-3 3 1,2-3-140,-6 2 1,3 2 13,-7-1 0,-2 0-199,-1-4 1,-3 1 88,-1 3 1,-5-7 110,-2 3 0,-4-2-312,-4 2 0,3-5 15,-3-2 338,3-3 0,-9-21 0,-2-4 0</inkml:trace>
  <inkml:trace contextRef="#ctx0" brushRef="#br0" timeOffset="1315">1136 77 7815,'0'-11'-692,"0"0"3085,0 0-2002,0 5 1,0 2-226,0 8 1,5 7-232,2 8 1,-1-1-261,2 4 1,-1-2-323,4 5 0,0-1 236,0-2 0,0 3-320,0 1 1,-1-4 730,-3-4 0,13-9 0,-2 1 0</inkml:trace>
  <inkml:trace contextRef="#ctx0" brushRef="#br0" timeOffset="1734">1301 188 7815,'0'-11'104,"0"4"1,2 3-131,1 4 137,-1 0 0,6 4-137,-4 4 1,3 2 113,-3 1 1,3 0-86,-3 0 1,4 0 82,0 0 1,-2 0 2,1 0 0,-1 1-123,2 3 1,2-7 163,-3 3-252,3-2 1,1 1 77,0-3-389,0-2 232,0-5 1,0 0 47,0 0 1,-4-5 61,1-2 44,-6-3 1,7-1 34,-6 0 0,1 0-58,-4 0 0,0 0 198,0 0 1,4 0-104,-1 0 1,1 3 304,-4 1-243,0 5 0,0-5-46,0 4-17,5 2 1,0 1-5,2 7 0,3 3 14,-3 1 1,3 1-11,1 3 1,0-2 32,0 5 0,0 1-34,0 3 1,0 1 6,0 3 0,0-3 23,0 3 0,-1 1 3,-3-1 0,-2-4 39,-5-4 1,-1-5 137,-3 2 0,-3-4-396,-8-3 1,-2-4-300,-5-4 0,1 0 462,3 0 0,-8-24 0,3-7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19:31.6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165 199 7887,'-11'-6'485,"2"0"-424,1 2 0,-2 3-67,3-3 1,1 3 134,-1 1 1,-1 5-111,-3 2 1,1-1-25,3 1 0,-3 1-122,3 3 1,-3 4 104,-1-1 0,4 2-127,-1-1 1,6-3 1,-2 3 1,-1-2-33,2 2 1,-1-3 41,4 3 52,0-3 0,1-2 83,3-3 1,-2 2 2,6-5 1,-1-1-20,4-3 0,0 0 25,0 0 0,-3-1 17,-1-3 1,0 2-92,4-5 0,0-1 0,0-3 1,-1 0 52,-3 0 1,2 0-12,-5 0 1,3 0 93,-3 0 1,3 0 380,-3 0-209,-1 0 1,-1 0-108,1 0 0,-1 0 67,1 0-70,-2 5 32,-1-4-115,0 9-155,0-4 0,2 6 38,1 3 0,0 2-151,4 5 1,-3 1-125,3 3 0,2-2 46,5 6 0,-1-2 298,1 1 0,48 18 0,10-1 0</inkml:trace>
  <inkml:trace contextRef="#ctx0" brushRef="#br0" timeOffset="659">750 210 7778,'0'-8'197,"0"1"254,0 5 0,1 7-335,3 9 0,-3 1-122,3 0 0,0-2 36,0 2 1,3-2-122,-3 6 1,1-5 60,-1 5 0,-3-6-91,3 2 1,-3-2 92,-1 2 0,0-6-68,0 2-220,0-3 327,0 3 10,0-5-133,0-1 60,0-5 0,0-6-3,0-5 0,0 0-83,0-4 1,0 2 131,0-2 0,0 2-4,0-6 0,1 5 86,3-5 0,-2 5-39,6-5 0,-5 6-17,5-2-17,-1 3 0,4 1 13,0 0 0,0 5-2,0 2 0,0 3 6,0 1 0,0 0 11,0 0 1,0 5-4,0 2 0,-3 4-71,-1 4 0,0-2-111,4 6 0,-5-2 150,-2 1 0,1 2-139,-1-6 0,3 2-209,-3-1 0,-1-3 352,-3 3 0,5-8 0,1-2 0</inkml:trace>
  <inkml:trace contextRef="#ctx0" brushRef="#br0" timeOffset="1076">1125 232 7814,'-7'-5'0,"3"-1"379,-1 0-104,3 1 311,-2 5-519,4 0 1,1 5 13,2 2 0,0 7-11,4 0 0,-3 2-73,3-1 1,1-2-26,3 6 0,-2-1-227,-1 4 1,2-5-54,-3-2 0,1 1 150,0-1 1,2-1-48,-3-3 1,3-3 1,1-1 0,-4-5-63,1 2 1,-1-3 100,4-1 1,-4-5-4,1-2 1,-2-6 59,1-2 1,2-3 107,-6 3 0,1-4 0,-4 5 0,4-5 95,-1 5 0,1-5 107,-4 5 0,0-1-33,0 4 0,0 0 238,0 0 0,-1 4 149,-3-1 73,3 6-390,-4-3-215,5 5 1,0 5 106,0 2 0,4 3-103,-1 1 0,6 1-228,-2 3 1,2-2-75,-2 6 0,3-5-56,-3 5 1,3-6-15,1 2 1,-1-3-146,-3-1 0,3 0 489,-3 0 0,13-19 0,3-6 0</inkml:trace>
  <inkml:trace contextRef="#ctx0" brushRef="#br0" timeOffset="1676">1488 287 8081,'5'6'309,"-2"4"-275,4-3 1,-3 3-75,3 1 1,-3 0 62,3 0 0,-1 0-9,2 0 0,0 0-11,-4 0 1,3 0-104,-3 0 0,1-5 50,-2-2-317,-1 2-7,7-5 203,-7 4 0,3-6 83,-5-3 0,3-2 66,1-5 1,0 0 7,-4 0 0,0 0-34,0 0 0,1 0 125,3 0-1,-3 0 0,5 0 487,-2 0-104,-3 0-383,9 0 1,-6 4-52,4-1 0,2 6 18,-3-2 0,-1 3-86,1 1 0,1 1 67,3 3 0,0-2-95,0 6 0,0-1 59,0 4 1,-4-4-11,1 1 0,-1-1-46,4 4 0,-1-4 92,-3 1 4,3-1 88,-9 4 17,9 0-119,-9-5 6,4-1 2,-5-5-227,0 0 62,0-5 26,0-1 0,0-5 138,0 0-16,0 0 1,0 0 98,0 0 94,0 0 0,1 0-83,3 0 1,-2 4-14,6-1 0,-5 6-23,5-2 0,-5-1-45,5 2 0,-4-1 1,3 4 0,0 0-4,4 0 1,-3 1-82,-1 3 1,0 1-5,4 2 1,-3 3-165,-1-3 0,-1 7-17,1 0 1,3 1-211,-2-4 0,0 0-29,0 0 0,1-1 474,-1-3 0,6 3 0,4-4 0</inkml:trace>
  <inkml:trace contextRef="#ctx0" brushRef="#br0" timeOffset="2178">2062 78 7778,'-4'-12'214,"0"1"1,2 0 0,1 0 1397,1 0-1036,0 5-375,0 1 1,0 7-1,0 1 1,1 5 26,3 6 0,-2 0-26,5 4 1,1 4-90,3 4 1,0 1-111,0-1 0,0 1-252,0 2 0,0 2 125,0-6 0,0 1-59,0-4 1,-1 0-62,-3 0 1,2-3-109,-6-1 0,1-8-159,-4 1-92,0-3 450,0-2 1,0-2 180,0-8 1,-1-2-182,-3-5 1,3 0 88,-3 0 1,-1-3-6,2-1 0,-1-1 21,4 1 1,-1 3 7,-3-3 1,3 3 23,-3 1 1,3 0 110,1 0 0,0 0 48,0 0 308,0 0-312,5 0 0,1 1-172,5 3 1,4 2-137,-1 5 1,2 0 76,-1 0 0,-2 5-112,6 2 0,-5 3 124,5 1 0,-6 1 11,2 3 0,-4-2-28,-4 6 0,2-5 29,-5 5 0,-1-6 109,-3 2 0,-5 1-109,-2-1 1,-4-4-106,-4-4 0,2-1-25,-5 1 0,0-2-520,0-5 718,-3 0 0,-1-19 0,-6-6 0</inkml:trace>
  <inkml:trace contextRef="#ctx0" brushRef="#br0" timeOffset="2860">2536 309 8009,'11'0'478,"0"0"-349,0 0 0,0 0-43,0 0 1,-4 0 11,1 0 1,-5-4-193,5 1 1,-5-1 94,5 4-114,-6-5 0,4 0 205,-2-2 1,-3-3-17,3 3 0,-3 1-5,-1-2 0,-1 2 117,-3-1 0,-1 1-181,-2 2 0,-3 3 32,3-3 0,-3 3-98,-1 1 0,0 0 72,0 0 1,3 1-143,1 3 1,0-2 99,-4 6 0,3-1-139,1 4 1,1 0 23,-1 0 1,2 0-157,5 0 1,0 0 1,0 0 0,0 4 137,0-1 0,5 1 34,2-4 0,4-3 37,4-1 0,-3-5-20,3 2 1,0-3 30,0-1 0,4-1 12,-5-3 1,5-2 17,-5-5 0,1 0 119,-4 0 0,0-1 148,0-3 1,-4 3-21,1-3 1,-5 3-35,5 1 0,-6 0 23,2 0 0,-3 4 507,-1-1-455,0 1 1,0 0 119,0-1-171,0 6-297,0-3 1,0 6-11,0 3 1,4-2 25,-1 6 1,2-1-35,-1 4 1,-1 0 102,4 0 0,-3 0-14,3 0 0,-1 0-40,1 0 1,3 1 15,-2 3 1,-2-3 39,1 3 1,-1-3 8,1-1 0,0-3-25,-4-1 0,-2-3 65,3 3 55,-3-5 168,-1 3 0,0-6 367,0-3 0,0 1-313,0-8 1,0 2 46,0-6 1,0-1 62,0 2 0,0-5-67,0 5 1,0-2-294,0 1 0,2 2-206,1-6 0,3 6-297,5-2 1,0 3-64,0 1 1,4 3-576,0 1 1,1 1-463,-1-1 1549,-3 2 0,13 5 0,-1 0 0</inkml:trace>
  <inkml:trace contextRef="#ctx0" brushRef="#br0" timeOffset="3752">3572 265 7751,'7'-7'168,"-1"-1"1109,-1 0-1263,-1 3 1,-5 0-96,-3 5 1,-2 1 54,-5 3 0,-4-2-14,1 6 0,-2-1 69,1 4 0,1 4-135,-4-1 1,5 1 104,-2-4 1,4 4-128,4-1 1,-2 1 58,5-4 0,1 0-5,3 0 0,2 0 67,5 0 0,2-5-16,9-2 0,0-3-109,0-1 0,3-1 36,-3-3 0,-2-2-129,-1-5 1,-3 0 93,-1 0 0,0-4-134,0 1 0,-4-1 77,1 4 1,-5 0 187,5 0 0,-6 0 0,8-10 0,-4-2 0</inkml:trace>
  <inkml:trace contextRef="#ctx0" brushRef="#br0" timeOffset="4036">3925 122 7751,'13'-11'0,"-2"0"0,-2 0 92,-3 0 0,3-1 78,-6 1 1,1 0 8,-4 0 0,-5 4 136,-2 0 1,-4 3-311,-4-3 0,-2 4 16,-5 0 1,0 1-37,0 2 1,0 0 67,0 0 1,3 2-124,1 1 0,6 3 107,0 5 0,3 0-8,5 0 1,0 5-11,4 3 0,0 2 28,0 1 0,5 1-27,3 3 0,1-2-2,2 6 0,4-5-53,0 5 1,3-5-276,-3 5 1,3-2-153,-3 1 0,0-5 45,-4-6 0,0-1-689,0 1 1106,-5-2 0,-1-29 0,-5-7 0</inkml:trace>
  <inkml:trace contextRef="#ctx0" brushRef="#br0" timeOffset="4209">3748 331 7714,'-6'-5'-202,"3"0"204,6-2 1,3 2 96,5 5 0,7 0-208,4 0 0,1 0-328,6 0 437,1 5 0,18-4 0,10-1 0,5 3 0,-1-1 0</inkml:trace>
  <inkml:trace contextRef="#ctx0" brushRef="#br0" timeOffset="4494">4432 122 7816,'-7'-4'629,"-1"0"-447,6 1 0,-3 7-24,5 4 1,1 3-114,3 4 1,2 0 96,5 4 1,0 3-104,0 0 0,0 0-97,0 4 1,0 1-345,0-2 1,-1 1-42,-3-4 0,2-3 443,-6-1 0,-9-14 0,-6-1 0</inkml:trace>
  <inkml:trace contextRef="#ctx0" brushRef="#br0" timeOffset="4786">4608 188 7850,'6'0'449,"-1"5"1,-6-3-280,-3 5 0,2-3-243,-5 3 1,-1 0 90,-3 0 1,4 2-134,0-6 1,3 6 135,-4-2 1,6-1-81,-2 2 1,3-5-85,1 5 0,0-1-27,0 4 1,1 0-95,3 0 0,3 0 20,8 0 1,-3 0-169,3 0 1,2-1 238,2-3 1,0 2 172,0-5 0,0 3 0,-4-3 0,0-1 0,5-8 0,4-1 0</inkml:trace>
  <inkml:trace contextRef="#ctx0" brushRef="#br0" timeOffset="5186">4829 298 7756,'11'0'-25,"0"4"39,0-1 0,-4 1 231,1-4 1,-1 0-25,4 0 0,0 0-49,0 0 1,1 0 4,3 0 0,-3 0-128,3 0 1,1 0-25,-2 0 1,1-1-217,-4-3 1,3 2 37,-3-6 1,2 5-151,-6-5 1,0 5-163,0-5 146,-5 1 1,2-4 123,-8 0 1,-2 4 81,-5-1 1,-1 5 108,-3-5 0,-1 6 55,-2-2 0,-3 3 150,3 1 1,2 0-39,1 0 0,3 1 70,1 3 1,0 1-38,0 2 1,4 3 76,-1-3 0,6 3-282,-2 1 1,3 1-23,1 3 1,5-3-187,2 3 0,4 1 90,4-2 0,-2 1-76,6-4 1,-1 0-7,4 0 1,1-3-199,3-1 0,-3-5 191,3 2 1,-3-4 215,-1-4 0,0 3 0,15-53 0,4-7 0</inkml:trace>
  <inkml:trace contextRef="#ctx0" brushRef="#br0" timeOffset="5462">5215 232 7756,'-8'-1'141,"1"-3"0,3 3 3,-3-3 0,4 2-93,0-2 108,2 3 1,1-3 9,0 8 1,0-2-30,0 6 0,1-5 28,2 5 1,2-1-250,3 4 0,1 0 77,-1 0 1,2 4 38,1-1 0,0 1-112,0-4 1,0 4-35,0-1 0,0 1 35,0-4 0,0 0-320,0 0 329,0 0 1,-5-3-6,-2-1 154,-3-5 109,-1-2 0,-5-9 119,-2-6 1,1-3-113,-2 3 1,2-4-123,-1 5 1,2-5-155,5 5 0,0-5-303,0 5 0,1-1-85,3 4 0,2 0-1070,5 0 1536,5 0 0,40 10 0,15 2 0</inkml:trace>
  <inkml:trace contextRef="#ctx0" brushRef="#br0" timeOffset="5954">5501 287 7848,'-6'0'886,"1"0"1,5 1-752,0 3 1,1-2-91,3 6 1,-1-1 23,4 4 0,-1 1-165,1 3 1,3-3 44,-2 3 0,-2-2 8,1 2 1,-1-3-175,1 3 0,0-4 96,-4-4 1,-2 3-261,3-2 238,-3-4 68,-1 1 0,-1-5-46,-3 0 0,3-5 70,-2-2 0,-2-3 47,1-1 0,-1-3 17,1-1 0,3-3 142,-2 3 0,1-1-102,2 1 1,0 3 134,0-3 1,0 3-128,0 1 0,5 0-6,3 0 0,1 0-81,2 0 1,0 5 73,0 2 0,2-1 1,1 2 1,0-1-86,4 4 0,-3 5-24,3 2 0,-3 3 37,3 1 0,-4 0 9,1 0 1,-3 4-157,-1-1 1,-4 5-240,1-5 0,-6 2-741,2-1 785,-3-3 1,-1 4 364,0-5 0,0-5 0,0-1 0</inkml:trace>
  <inkml:trace contextRef="#ctx0" brushRef="#br0" timeOffset="6546">5865 342 7530,'11'0'-1373,"-4"0"1931,1 0 1,-5 0 175,5 0-544,-1 5 1,4-4-75,0 3 1,-3-3-321,-1-1 220,0 0 1,4 0-169,0 0 44,-5-5-122,4-1 1,-9-5 75,3 0 0,-3 4 190,-1-1 1,0 1 92,0-4 0,-1 0-56,-3 0 0,-2 4 157,-5-1 1,0 2-88,0-1 1,-3 1-2,-1 2 0,0 3-67,4-3 0,4 3 76,-1 1-166,1 5 0,-3 1-7,3 5 0,2 0-100,5 0 0,0 4 73,0-1 1,0 5-165,0-5 0,1 2 89,3-1 1,2-3 22,5 3 0,0-3 64,0-1 0,4-3 52,-1-1 0,6-5-13,-2 2 0,0-3-2,0-1 1,-3-5 17,3-2 1,-3-6-91,3-2 0,-4-4-94,0 5 1,-5-5 75,-2 5 1,-1-6-145,2 2 0,-2-2 265,-2 2 0,-3-3-25,2 3 1,-5 0 52,-2 0 1,-4 3 30,0-3 1,2 5 230,-1-2 1,1 3-16,-2 1 0,0 0 633,4-1-280,-4 6-205,6 1-301,-3 5 0,5 5 36,0 3 0,0 3-28,0 3 1,2 0-88,1 4 0,0 1-145,4 3 1,1 0-91,3 0 1,-4 0-185,0 0 0,1 0-24,3 0 0,0 0-576,0 0 0,0-4-591,0 1 1536,0-6 0,24-16 0,7-11 0</inkml:trace>
  <inkml:trace contextRef="#ctx0" brushRef="#br0" timeOffset="7043">6405 177 7802,'-7'-8'58,"0"1"129,-2-2 1,3 5 200,-2 0 1,1 3-215,-4 1 1,4 0-46,-1 0 0,2 1-37,-1 3 0,-3-2-87,3 5 0,1 1-238,-2 3 1,6-4 23,-2 0 1,3 1 53,1 3 1,0 0-30,0 0 0,0 0 0,0 0 50,0 0 0,1-1 7,3-3 0,-2 3 27,6-3 1,-1-1 4,4 2 0,1-5-18,3 5 1,-2-6 89,6 2 0,-4 1-6,3-2 1,-3 2 3,3-1 0,-3-3 132,3 3 0,-4 1-44,0-2 1,-2 2 438,-1-1-224,-4-3-17,-2 9 1,-5-7 2,0 4 1,-7-5-97,-4 2 0,-1-2 26,-6 2 1,-1-3-38,-3 3 0,0-3 5,0-1 0,1 0-264,3 0 0,-2 0-368,6 0 0,-1 0 312,4 0 158,0 0 0,15-5 0,3-1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19:43.3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0 331 7853,'0'6'1401,"0"-1"-1840,0-5 0,25-5 0,5-1 0</inkml:trace>
  <inkml:trace contextRef="#ctx0" brushRef="#br0" timeOffset="435">496 78 7853,'-3'-11'201,"-2"0"763,-1-1-236,3 6-454,-2 1 0,6 7-35,3 1 1,-1 3 13,4 6 0,-3 0 10,3 2 1,-1 4-133,1 4 0,2-2-115,-5-1 1,4 3-249,0 0 1,-2-4-42,1 4 1,-5-2-234,2 2 0,1-4 226,-1 1 0,-1-2-144,-3 1 1,0-2-474,0-5 0,0-3 24,0-1 873,0-5 0,-4-11 0,-3-10 0</inkml:trace>
  <inkml:trace contextRef="#ctx0" brushRef="#br0" timeOffset="742">430 22 8046,'-7'-3'0,"1"-2"914,1-1-702,1 3 0,9-2 12,2 5 1,4 0-46,4 0 1,2 0-144,5 0 0,0 0 32,0 0 0,2 0-175,1 0 1,2 0-158,3 0 0,-2 4-386,-2 0 0,-4 3-228,0-3 0,-2 1 878,-5-2 0,-10 3 0,-6 5 0</inkml:trace>
  <inkml:trace contextRef="#ctx0" brushRef="#br0" timeOffset="1177">408 166 7853,'-7'0'-425,"-1"0"484,11 0 1,3 0 1,12 0 0,3 0-320,1 0 0,4 0 31,0 0 1,4 0 37,0 0 1,-2 0 87,1 0 0,-3 0 102,3 0 0,-4 3 0,1 1 0,-4 0 0,-4-4 0,-2 0 0,-5 0 0,-5 0 0,4 0 0,-10 3-38,0 1 1,-5 1 118,-6-1 0,0-2 2,0 6 0,0-5 16,0 5 0,0-1 83,0 4 1,-4-4-31,0 1 0,1-1-37,3 4 0,3 1-74,1 3 0,1-3-16,-2 3 1,4-3 34,4-1 1,0 0-98,0 0 1,4-3 90,4-1 1,5-5-3,2 2 1,3-3 45,-3-1 0,3 0 149,-3 0 0,4-5-209,-5-2 0,1-4-81,-4-4 0,-4 3-101,1-3 1,-6-1-50,2 2 1,-3-1-284,-1 4 1,0 0 219,0 0 0,0 0 256,0 0 0,-5-10 0,-1-2 0</inkml:trace>
  <inkml:trace contextRef="#ctx0" brushRef="#br0" timeOffset="1486">893 188 8149,'0'7'417,"0"1"0,5-5-334,2 5 0,-1-1-144,2 4 0,-2 4 83,1-1 1,3 5-104,-3-5 1,2 5 119,-2-5 1,3 5 24,-2-4 0,-4-1-98,0-3 0,1 0 293,-1 0 245,-1-5-347,-3-1 0,-1-6 80,-3-3 1,2-2-42,-5-5 0,3-3 157,-3-1 1,4-5-165,0 2 1,1-2-36,2 2 0,0-3-113,0 3 1,5 1-197,3-2 1,5 2-367,2-1 0,4 2 8,0 5 1,1 3-485,3 1 0,-1 5 997,0-2 0,9 17 0,4 6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19:52.48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0 188 7957,'0'-6'2029,"0"1"-1364,0 5-512,0 5 1,4 2 12,-1 8 1,6-3-91,-2 3 0,0 1-198,0-2 0,-3 2-64,3-1 1,-1-3-310,1 3 1,-1-3 25,-2-1 1,-1-1-1114,4-3 1582,-5 3 0,8-28 0,-4-2 0</inkml:trace>
  <inkml:trace contextRef="#ctx0" brushRef="#br0" timeOffset="155">11 22 7894,'0'-11'-858,"0"5"420,5 1 0,-3 5 438,6 0 0,14 30 0,7 7 0</inkml:trace>
  <inkml:trace contextRef="#ctx0" brushRef="#br0" timeOffset="676">199 298 7793,'4'6'251,"-2"4"0,3-8-69,-5 6 1,1-6 32,2 2 0,-1-2 495,1 2-371,-1-3-223,-2 4-107,0-5-16,0-5 1,0-1-177,0-5 1,0 0-49,0 0 0,0 0 56,0 0 1,1 0 32,3 0 0,-2 0 57,5 0 0,1 4-86,3-1 0,-4 2 143,0-1 0,1 1 0,3 2 1,-4 3 5,0-3 20,1 3 0,3 6 69,0 2 0,-4-1-78,1 2 1,-5-1 11,5 4 1,-5 4 23,5-1 0,-5 0 86,5-7 1,-6 3-40,2-3 0,1 3 92,-2 1-56,1-5 29,-4 4-46,0-9 3,0 4-236,0-5 118,0-5 0,-1 3 25,-3-6 0,3 5-31,-3-5 1,3 1-15,1-4 1,0 4 78,0-1 0,0 1 81,0-4 0,0 0 144,0 0 1,1 0-79,3 0 0,-2 1-45,6 3-87,-1-3-118,4 4 0,0 0 93,0 2 0,0 3-136,0 1 0,0 1-25,0 3 0,0 2-312,0 5 0,0 0 23,0 0 0,0 4-234,0-1 1,0 1-49,0-4 707,0 0 0,15 10 0,4 2 0</inkml:trace>
  <inkml:trace contextRef="#ctx0" brushRef="#br0" timeOffset="1050">816 243 7933,'0'-11'812,"0"0"302,-5 0-344,4 0-5,-9 0-498,4 5 0,-5 1-376,0 5 1,3 1-433,1 3 0,1 2 337,-1 5 0,-2 0-137,5 0 0,-3 0 207,3 0 1,-3 1-38,3 3 0,1-3-43,3 3 0,0-3-69,0-1 0,0-4-306,0 1 447,0-1 1,1 3-62,3-3 1,2-2 95,5-5 1,-4 0 3,0 0 0,1-5 19,3-2 0,0-2 115,0 2 0,0-6 228,0 2-47,0-3 1,-1 3 129,-3 0 1,2 0-164,-6 0 0,2 4 94,-1-1 1,-3 5-92,3-5-344,2 6 158,-5-3 1,5 5-419,-2 0 290,-3 5 0,4 1-245,-5 5 0,1 0-118,3 0 0,-3 0 495,3 0 0,12 15 0,2 3 0</inkml:trace>
  <inkml:trace contextRef="#ctx0" brushRef="#br0" timeOffset="1450">1147 232 7793,'0'-11'52,"-2"0"0,0 0 618,-2 0-525,-4 0 1,5 1 163,-4 3-129,0-3 1,-4 9-49,0-3 1,0 3-88,-1 1 25,1 0 1,0 3-197,0 1 0,0 3 122,0-3 1,4 3-335,0-3-78,4 5 259,-7-3 54,9 5 50,-4 0 1,5-4-99,0 1 1,5-6 27,3 2 0,1 1-143,2-2 1,4 5-31,0-5 1,1 2 171,-2-1 0,2-2 78,3 6 0,0-5-8,-4 5 0,5-1 114,-2 4 0,-1-4-109,1 1 0,-4 0 112,1 7 0,-7-3 13,0 3 1,-6-2 170,2 2 0,-4-3 65,-4 3 1,-7-6-83,-7-2 0,-3-1-140,-1 1 1,-4-2-161,0-5 0,-4 0-255,0 0 0,3 0 73,2 0 1,5-5 251,2-2 0,24-22 0,2-7 0</inkml:trace>
  <inkml:trace contextRef="#ctx0" brushRef="#br0" timeOffset="1833">1356 254 7793,'7'0'85,"1"0"197,0 0 0,2-4 21,1 1 1,0-1-137,0 4 0,-3 0 142,-1 0-182,0 0 0,4 0-138,0 0 1,-3-4 41,-1 1 1,-3-1-160,3 4 1,-3-4 150,3 1-323,-4-6 287,1 3 115,-4-5 1,-4 0 49,-4 0 1,-2 5-107,-1 2 1,-3 3 10,-1 1 1,0 0 39,4 0 1,-3 0 14,-1 0 1,0 5 26,4 2 1,0 3 1,0 1 1,1 0-94,3 0 1,-2 4-106,6-1 0,-5 5-44,5-5 0,0 5-74,7-5 1,2 5-215,5-5 0,4 4-133,-1-7 1,10 2-421,-2-6 1,2-2 941,-2-1 0,35-22 0,8-7 0</inkml:trace>
  <inkml:trace contextRef="#ctx0" brushRef="#br0" timeOffset="2242">1830 155 7871,'-10'-8'915,"2"1"-472,0-2 0,5 5-158,-5 0-186,6 3 36,-8 1 1,5 1-92,-2 3 1,-2-2 33,6 5 0,-5-3-402,5 3 295,-6-4-262,8 7-176,-9-4 178,9 5 74,-4 0 0,6-1-14,3-3 0,2 2-18,5-6 0,0 6 111,0-2 1,5-1-109,2 2 1,-1-1 14,2 4 0,-2-4-44,1 1 1,2-1 235,-5 4 1,-1-4-16,-3 1 0,0-2 388,0 1 1,-3 2 150,-1-6-165,-4 6 1,-3-7-108,-8 6 1,-6-6-99,-5 2 1,-2-3-28,-1-1 1,-1 0-97,-3 0 0,3 0-122,-3 0 1,4 0-824,4 0 951,2 0 0,25-5 0,4-1 0</inkml:trace>
  <inkml:trace contextRef="#ctx0" brushRef="#br0" timeOffset="2433">2260 419 7892,'0'-7'-520,"0"0"1,0 3-98,0-3 617,0 4 0,0-2 0,-5 0 0,-1-1 0</inkml:trace>
  <inkml:trace contextRef="#ctx0" brushRef="#br0" timeOffset="2565">2216 232 7892,'0'-11'-138,"-4"4"1,1-1 199,0 0 24,2 3 1,2 0-87,3 5 0,17 5 0,8 1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19:47.9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78 220 7234,'0'-11'538,"0"5"97,0 1-522,0 5-40,0 5 1,0 1 7,0 5 0,-4 1-21,0 3 1,-1-3-100,2 3 0,0-2 92,-4 2 1,3-3-121,-3 3 0,4-3 84,0-1 0,-2 0-102,1 0 0,-3 0 68,3 0 1,-1-3-175,2-1 141,1-5-23,-3 3-230,5-5 168,0 0 0,0-5-96,0-2 1,5-3 133,3-1 0,2 0-98,1 0 1,1-4 148,3 1 0,-3-5 3,2 5 0,2-5 96,-1 5 0,3-5-94,-3 4 1,4 1 100,-5 3 1,5 1-65,-5 3 137,6-3 0,-8 9-123,3-3 0,-7 3 21,0 1 0,-6 5-36,2 2 0,-3 3 18,-1 1 0,-1 0 34,-3 0 1,2 0 66,-6 0 1,1 4-33,-4-1 1,4 1-28,-1-4 1,1 0 12,-4 0 1,4 0 24,-1 0 1,2 0 7,-1 0 1,-2-4-136,6 1 0,-2-6 73,1 2-206,3 2 111,-4-5-249,5 4 259,0-5 0,5-5-102,2-2 0,3-3 32,1-1 0,0-1-125,0-3 0,4 3 174,-1-3 1,2-1 2,-1 2 1,1-2 44,2 1 0,2 3 264,-5-3-1,1 4 48,-2 4 1,-2-3-167,3 3 0,-3 2 33,-1 1 1,-3 3-42,-1 1-52,-4 0 1,1 5-183,-4 2 0,0 0-54,0 4 0,0-2-112,0 6 0,-1-3 96,-2-1 1,1 0-87,-1 0 0,-2 0 129,1 0 0,-1 0 143,2 0 0,1 0 0,7-5 0,7-1 0</inkml:trace>
  <inkml:trace contextRef="#ctx0" brushRef="#br0" timeOffset="316">783 220 7963,'0'-11'961,"-1"3"-684,-3 1 0,2 5-65,-5-2 1,3 4-6,-4 4 0,0 1-79,-7 2 1,3 3-196,-3-3 1,2 4 109,-2 4 0,2-3-105,-6 3 1,5 1 56,-5-2 1,6 5-160,-2-5 0,8 2 106,3-1 1,-1-3-121,1 3 0,6-6 87,5-2 0,8-5 26,3 2 0,7-4-72,0-4 0,5-3 37,-5-8 1,5 2-141,-4-6 0,-1 2 165,-3-1 0,-5-2-17,-2 6 1,-3-2-814,-1 1 905,-4 3 0,-17 1 0,-9 6 0</inkml:trace>
  <inkml:trace contextRef="#ctx0" brushRef="#br0" timeOffset="900">982 231 7860,'0'-11'153,"0"3"0,0 1 0,0-1 0,0-2 980,0-1-509,0 5-416,0 1 0,1 5-82,3 0 0,-3 1 4,2 3 1,-1 2-124,-2 5 1,0 0 48,0 0 0,0 1-260,0 3 1,0-2 77,0 6 0,-4-6-198,0 2 0,-3 1 56,3-2 0,-3 1 143,3-4 1,-3 0 58,3 0 1,-3 0 19,3 0 1,1-3-36,3-1 74,-5-5-145,3 3 4,-2-5 0,7-5 73,1-2 1,4-4-1,0-4 0,2 3 8,1-3 0,0-1-23,0 2 1,0-5 68,0 5 0,1-5 7,3 5 0,-2-5 18,6 4 1,-2 1-51,1 3 1,2 1 215,-6 3 0,5-2 34,-5 5 0,1 1 60,-4 3 1,-4 0-176,1 0 0,-6 6-20,2 5 0,-3 0-61,-1 4 1,0 0-139,0 0 0,-3 4-21,-1-5 1,-1 5-149,1-5 0,3 2-186,-3-1 1,-1-2 119,2 6 1,-5-6 364,5 2 0,-2-4 0,1-4 0,3 3 0,21-23 0,10-1 0</inkml:trace>
  <inkml:trace contextRef="#ctx0" brushRef="#br0" timeOffset="1183">1456 231 7860,'0'-11'-11,"0"0"1,0 3 306,0 1 553,0 5-467,-5-3-244,-1 5 0,-5 1-39,0 3 0,0 2-93,0 5 0,-2 3 59,-1 1 0,0 1-142,-4-1 1,4 1-13,0 2 1,1 2 40,2-6 1,2 5-71,1-5 0,3 5 10,5-4-120,0-1 0,9-4 139,2-3 1,8-2 43,4-5 1,-1-5 32,3-2 1,-3-4-6,-3-4 1,0 2-214,-4-6 0,3 5-110,-3-5 1,-1 5-707,-7-5 1046,3 6 0,-14-18 0,3 2 0</inkml:trace>
  <inkml:trace contextRef="#ctx0" brushRef="#br0" timeOffset="1539">1709 231 7860,'-3'-11'164,"-1"0"0,-3 3 816,3 1-641,-5 5 1,3-3 458,-5 5-672,0 0 0,0 0 3,0 0 1,-4 5-148,1 2 1,-1 6 34,4 2 0,4 1-178,-1-1 1,6-2 67,-2 6 1,3-2-216,1 1 1,1-1 4,3-2 1,3-3-246,8 3 0,2-4 67,5-4 0,5 2 55,2-5 0,3-2 426,1-6 0,-4-2 0,27-49 0,3-11 0</inkml:trace>
  <inkml:trace contextRef="#ctx0" brushRef="#br0" timeOffset="1956">1897 32 7860,'-6'-6'110,"-4"-2"1,4 3 828,0-1-758,-4 3 0,8 0 39,-1 6 0,2 3 92,1 5 1,0 2-83,0 1 1,0 3 25,0 5 0,4 1-129,4-1 0,-2 3-172,1 1 1,-3 1-278,3-1 1,-4-2 222,0 6 1,-1-6-256,-2 2 1,0-7-11,0 0-80,0-1 315,0-1-74,0-6 76,0-6 174,0-5 1,0-5-271,0-2 1,1-3 126,3-1 0,-2 0-79,5 0 0,-3-4 117,3 1 0,-3-1 34,3 4 1,-3 0 8,3 0 0,0 0 119,0 0 1,1 0 53,-4 0 178,5 0 1,-3 1-94,5 3 1,-4 2 131,1 5-299,-1 0 1,4 1-29,0 3 1,-4 2-161,1 5 1,-2 0-37,1 0 0,3 0-217,-3 0 0,-1 1 72,2 3 0,-5-3-72,5 3 1,-5-4-205,5-4 0,-4 3 569,3-3 0,0-7 0,4-1 0</inkml:trace>
  <inkml:trace contextRef="#ctx0" brushRef="#br0" timeOffset="2491">2216 253 7860,'-5'-11'255,"4"3"319,-2 1-404,1 5 1,2-4 23,0 2-80,0 3 1,2-3 75,1 8 1,0-2 11,4 5 1,-4 1-238,0 3 1,2 0-351,-1 0 1,1-4 251,-2 1 0,-1-1-23,1 4 1,2 0 124,-1 0 0,-1 0-32,-3 0 1,2-1 48,1-3 78,-1 3 12,3-4-55,-5 5 34,0-5-110,0-1 0,0-6-296,0-3 260,4-2 1,-2-5-82,1 0 0,2 0 114,-1 0 0,1 4-60,-2-1 0,2 1-22,3-4 0,1 4 53,-1-1 1,-2 5 12,1-5 1,1 5 33,3-5 1,0 6 19,0-2 0,0-1 27,0 2 0,0-1 113,0 4 1,-4 0 51,1 0 49,-1 0 0,0 0 183,1 0-344,-6 5-11,3 1 0,-5 5-38,0 0 0,4 0-276,-1 0 223,1 0 0,-4 0-170,0 0 1,1 3 23,3-3 1,1 2 225,2-6 1,3 2 108,-3-2 0,3 2-83,1-5 1,0-1 114,0-3 1,0-1-68,0-3 1,0 2 193,0-5 0,-1-5-119,-3-2 1,-2-5-33,-5 5 0,0-5-242,0 5 1,-5-5-264,-2 5 0,-6-1-1139,-2 4 1489,-5 0 0,-16 0 0,-11 0 0</inkml:trace>
  <inkml:trace contextRef="#ctx0" brushRef="#br0" timeOffset="3259">2712 264 6773,'-3'-7'0,"-2"-1"1640,-1 0-132,3-2-736,-2 4-329,5 1-256,0 15 1,2-3-194,1 8 1,0-2-60,4 2 1,0-2-81,4 6 0,-3-5 25,-1 5 0,-3-5-258,3 5 1,-4-6 181,0 2 0,2-3-121,-1-1 251,0 0 0,-4 0-2,0 0 2,0-5-55,0-1 1,0-6-82,0-3 0,0-2 169,0-5 1,0-3-11,0-1 1,3-1 16,1 1 0,0 2 65,-4-6 0,3 5-61,1-5 1,1 6 119,-1-2 1,-3 3-125,2 1 1,0 0 37,1 0 0,-3 0 198,2 0 0,0 5-55,1 2-211,-3 3 34,9 1 0,-8 1-12,5 3 0,-4-2 5,1 5 1,0 2-104,0 6 0,1-3-11,-1 3 0,-2-3 29,5-1 1,-3 4 27,4-1 0,-2 1-38,1-4 1,2 0-20,-6 0 1,5 0 101,-5 0 1,2-3-50,-1-1-21,-3-5 190,4 3-68,-5-5 0,0-1-17,0-3 0,0 2 118,0-5 0,-4-1-130,1-3 1,-2 0 119,1 0 1,3 0 31,-3 0 1,-1 0 128,2 0 1,-1 0-70,4 0 0,0 0 462,0 0-447,0 0 1,1 0-8,3 0 1,-2 1-266,6 3 1,-5 1 87,5 2 1,-1 3 100,4-3 1,-2 3-133,2 1 0,-3 5-146,7 2 1,-2 3-104,2 1 0,-3 4-141,3-1 1,-3 1-219,-1-4 1,0 1 133,0 3 1,0-4 137,0 0 0,-3 0 342,-1-4 0,0-7 0,4-1 0</inkml:trace>
  <inkml:trace contextRef="#ctx0" brushRef="#br0" timeOffset="3640">3209 297 7728,'6'5'-19,"3"-4"1,-6 4 42,4-5 0,-3 0 2,3 0 0,-3 0 41,3 0 1,-3 0-136,3 0 1,-3 0 175,3 0-216,1 0-92,3 0 189,0 0 357,0-5-211,-5-1 54,4-5 0,-9 0-91,3 0 0,-4 4 115,-4-1 0,2 2-51,-6-1 1,1-2 115,-4 5 1,-4 0-60,0 0 1,-3 3-8,3-3 0,-3 3 161,3 1 1,1 0-20,3 0 1,-1 5-18,1 2 0,2 3-120,1 1 1,3 1-93,5 3 1,0-2-10,0 6 0,3-5-157,4 5 1,5-5-33,11 5 0,2-6-308,1 2 1,3-6-423,-3-2 0,3-5 115,-3 2 0,0-3-1301,-4-1 1989,0-5 0,-5-25 0,-1-12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0:02.5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199 100 8416,'-3'7'292,"-1"0"0,-3 1-289,3 3 1,-5-1-19,2-3 1,-3 3-216,-1-3 1,0 4-159,0 4 0,-4-7 81,1 3 0,-1-2-127,4 2 0,0-1 204,0-3 1,0-1 229,0-2 0,0-3 0,5-11 0,1-8 0</inkml:trace>
  <inkml:trace contextRef="#ctx0" brushRef="#br0" timeOffset="242">23 100 7882,'-6'-5'633,"1"4"-638,0-9 351,4 9-145,-4-4 1,5 6-46,0 3 1,1-2-178,3 5 1,2 1 54,5 3 0,0 1-15,0 3 0,1-3-234,3 3 0,-3 1 144,3-2 1,1 2 129,-1-1 1,0-2-830,0 6 1,-3-6-574,3 2 1343,2-3 0,0-1 0,5 0 0</inkml:trace>
  <inkml:trace contextRef="#ctx0" brushRef="#br0" timeOffset="492">332 89 8784,'6'0'1029,"2"5"-832,-4 2 0,1 3-82,-1 1 1,-2 4-144,5-1 1,1 6-521,3-2 0,-4 3 19,0 1 1,1 0-336,3 0 1,-4-5 863,1-2 0,4 2 0,5 0 0</inkml:trace>
  <inkml:trace contextRef="#ctx0" brushRef="#br0" timeOffset="952">762 199 7910,'0'-11'336,"0"0"-96,0 5 0,6 1-105,5 5 0,1 0-20,6 0 1,1 0-46,3 0 1,3 0-134,1 0 0,5 0 125,-2 0 1,7 4-159,1-1 1,-2 1-15,-6-4 1,2 0-267,-5 0 0,-1 0-318,-2 0 1,-6 0 314,-3 0 1,-1 0 378,-2 0 0,-5-5 0,-11-11 0,-7-7 0</inkml:trace>
  <inkml:trace contextRef="#ctx0" brushRef="#br0" timeOffset="1260">1092 89 7875,'-11'0'-26,"5"-5"126,1 4 217,5-4-191,0 5 1,5 3-42,2 1 0,3 3-115,1-3 0,4 5-37,0-2 0,3 3 133,-3 1 0,1-4 63,-2 1 0,-1-1-48,1 4 0,-1-1 5,-2-3 0,-2 3-18,-1-3 1,-2 3 4,-2 1 0,-3-4 11,2 1 0,-6-1-5,-5 4 1,-5 0-105,-2 0 1,-3-3-211,3-1 1,-3-3-393,3 3 1,-3-3-395,3 3 1021,0-5 0,24-7 0,4-7 0</inkml:trace>
  <inkml:trace contextRef="#ctx0" brushRef="#br0" timeOffset="1894">1655 56 8367,'0'-11'1094,"0"5"-534,0 1-371,0 14 1,-2 0-67,-1 9 1,1-3-146,-1 3 1,-2 0-65,1 0 1,0 3-314,4-3 0,0-1 84,0 2 1,-3-6-387,-1 2 0,0-3-353,4-1 492,0 0 562,0 0 0,0-5 0,0-6 0,0-7 0,0-3 0,0-1 0,4 0 0,0 0 0,-1-4 0,-3 1 0,0-1 0,0 4 0,2 0 45,1 0 1,-1 0 415,1 0-129,-1-5 0,-2 4-104,0-3 0,3 3 68,1 1 0,0 3-102,-4 1 108,0 5-63,0-3-514,0 5 95,0 5 1,1 4 51,2 6 1,0 1-61,4-1 1,1 1 81,3 2 1,3 3 29,1-3 0,5-1 23,-2 2 1,2-5 17,-2 5 0,3-9 275,-3 1 1,3-4-91,1 0 0,-5-2 129,-2-5 1,-2-5-9,2-2 0,-6-4-57,2-4 0,-4 2-197,0-6 0,-1 5-205,-2-5 0,-3 5 97,3-5 0,-3 6-167,-1-2 0,0 3-186,0 1 1,-3 0 443,-1 0 0,5 0 0,5 0 0</inkml:trace>
  <inkml:trace contextRef="#ctx0" brushRef="#br0" timeOffset="2135">2217 67 7875,'7'-2'516,"0"-1"158,-4 2 0,3-4 45,-2 5-291,-3 0-402,4 5 1,-5 4-113,0 6 1,-4 1-204,1-1 0,-6-2 11,2 6 0,-3-2-225,-1 1 0,0 3 189,0-3 0,0-1-93,0 2 0,0-6-4,0 2 1,0-3 410,0-1 0,4 0 0,-2-24 0,3-7 0</inkml:trace>
  <inkml:trace contextRef="#ctx0" brushRef="#br0" timeOffset="2317">2073 78 7875,'0'-8'-326,"0"1"446,0 5 0,4-5 570,0 4-200,4 2 0,-1 1-194,4 7 0,0 3-235,0 1 0,0 3-74,0 1 1,1 5-308,3-2 1,-3 3 291,3 1 1,-3 0 204,-1 0-177,0 0 0,10 5 0,2 1 0</inkml:trace>
  <inkml:trace contextRef="#ctx0" brushRef="#br0" timeOffset="2577">2426 111 7875,'0'-11'452,"0"5"145,0 1-12,0 5-308,0 5 1,0 1-289,0 5 1,0 1-226,0 3 1,4 2 141,0 5 1,-1-4-130,-3 1 0,0-1-46,0 4 1,0-4-346,0 1 1,0-4-143,0 3 756,0-5 0,0 3 0,5-39 0,1-9 0</inkml:trace>
  <inkml:trace contextRef="#ctx0" brushRef="#br0" timeOffset="2961">2437 155 7875,'-3'-11'91,"-1"0"1,-3 4 262,3-1 1,0 4 55,4-3 0,0 5-29,0-3-217,0 5 1,0 5-18,0 2 1,5 4-107,2 4 1,3-2-362,1 6 1,2-5 44,1 5 1,-2-6-187,3 2 1,-3 1 207,-1-2 0,0 1-98,1-4 1,-1-1 96,0-3 1,0 2 38,0-5 1,-4 3-130,0-3 242,1-1 1,1-8 68,-1-2 1,-2-3 75,-2-1 1,-3 0-84,3 0 0,-3-4 135,-1 1 1,0-1 137,0 4 0,0-4 16,0 1 0,0-1 239,0 4 1,0 4 628,0-1-337,0 1-257,0 1-118,0-4-301,0 9 0,3 1 34,1 7 1,5 3-117,-2 1 1,3 1-81,1 3 0,0-2-292,0 6 1,0-2-47,0 1 0,0 3-263,0-3 0,0 0-54,0 0 1,0-5 712,0 2 0,34 2 0,9 0 0</inkml:trace>
  <inkml:trace contextRef="#ctx0" brushRef="#br0" timeOffset="3278">3066 166 7914,'0'-6'1941,"0"1"-1189,0 5 1,0 5-498,0 2 0,0 4-143,0 4 1,-4 1-152,0 2 0,-4 3-78,0-3 0,2 2-397,-1-2 1,0 2-374,-4-5 1,3 3 182,1-3 1,1-1-792,-2-3 1495,-1-4 0,7-3 0,-3-28 0,5-7 0</inkml:trace>
  <inkml:trace contextRef="#ctx0" brushRef="#br0" timeOffset="3459">2878 166 7866,'0'-11'808,"0"5"1,1 1-636,3 5 1,-1 5-163,4 2 0,0 3-9,4 1 0,4 5-270,0 2 0,4 3 83,0 1 1,3 0-96,3 0 0,-1 0 280,1 0 0,33 5 0,7 1 0</inkml:trace>
  <inkml:trace contextRef="#ctx0" brushRef="#br0" timeOffset="3937">3341 23 8031,'-5'-11'56,"4"4"145,-4 3 0,9 5 318,0 2 1,3 5-346,-3 7 1,4 2-30,0 5 1,1 0-175,2 0 0,0 4 107,0-1 0,0 5-498,0-5 0,-3 2 82,-1-1 0,-3-6-103,3 2 1,-4-8-84,0 1-1,-1-3 291,-2-6 251,0-1-11,0-14 1,0 1-22,0-6 1,0 0 73,0-1 1,-2 3-14,-1-3 1,0 3 187,-4 1 0,-1 1-73,-3 3 1,0-3 118,0 3 1,0 1-52,0-2 1,0 6 76,0-2 0,-3 3 43,-1 1 1,0 1-71,4 3 0,-2 2-74,2 5 0,-3 0-39,7 0 1,2 4-187,1-1 0,3 5 65,1-4 0,9 3-199,2-3 0,3 3 177,1-3 1,1-2-573,2-5 1,2 0-968,-5-4 1,3-1 1515,-3-3 0,9-29 0,0-8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0:07.8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45 342 8142,'5'-6'369,"2"2"0,3 3-258,1 1 0,1 0-72,3 0 1,-2 0-237,6 0 1,-1 0-452,4 0 1,0 0 236,0 0 1,0-4 410,0 1 0,15-6 0,3 3 0</inkml:trace>
  <inkml:trace contextRef="#ctx0" brushRef="#br0" timeOffset="207">12 452 7828,'-6'1'652,"2"3"-605,3-3 109,6 4 0,2-5-153,8 0 0,-2 0-84,5 0 1,1 0 124,3 0 0,0-1-677,0-3 1,4 2 632,-1-5 0,31-15 0,2-8 0</inkml:trace>
  <inkml:trace contextRef="#ctx0" brushRef="#br0" timeOffset="492">254 243 7833,'-6'-6'411,"-2"0"-275,4 2-1,0 3 309,4-4-318,0 5 1,5 3 166,2 1 1,4 5-275,4-2 1,2 4-151,5 4 0,-1-3 91,-2 3 0,1-3-91,-1-1 0,0 4 7,0-1 0,-5 1 105,-6-4 0,0 1-37,-4 3 1,-2-3 41,-5 3 0,-3 1 3,-5-1 0,-5-1-141,-3-3 1,0-1-175,0-3 0,3 3-21,5-2 1,0-3 346,0-2 0,25-11 0,5-5 0</inkml:trace>
  <inkml:trace contextRef="#ctx0" brushRef="#br0" timeOffset="1435">850 276 7998,'-7'-11'1150,"1"5"-1065,3 2-3,1 3 67,-3 1 1,2 5 22,-1 2 0,0 3-51,4 1 1,0 0-58,0 0 1,0 4-238,0-1 0,4 5-65,0-5 0,3 2 23,-3-1 0,4-3-22,0 3 1,-2-3 113,1-1 0,1 0-54,3 0 0,-4-1 136,0-3 1,1-2 1,3-5 1,-4 0 8,0 0 1,1 0 8,3 0 0,-1-5 17,-3-2 0,3-3 147,-3-1 1,-1 0-75,2 0 1,-5-3-25,5-1 1,-6 0 79,2 4 0,-3-4-79,-1 1 1,0-1 4,0 4 0,0 0-49,0 0 1,0 0-5,0 0 0,0 4 35,0-1-17,0 6-449,0-3 117,0 5 271,0 5 0,0 1-43,0 5 0,0 0 5,0 0 1,0 0-18,0 0 1,0 4-10,0-1 1,4 1 53,-1-4 1,6 0 13,-2 0 1,3-1 155,1-3 0,0 2 78,0-5 1,0-1 389,0-3-416,0 0 1,0 0 28,0 0 1,0-5-229,0-2-132,0-3 0,0-1 124,0 0 1,-5 0-103,-2 0 0,1 0 123,-1 0 1,-1 4-89,-3-1-107,0 1 376,0-4 589,0 0-358,0 5-128,0 1-440,0 5 1,2 4-65,1-1 1,0 5 153,4-5 0,-3 5 24,3-5 1,0 5 72,4-5 0,-3 5 12,-1-5 1,2 2-15,5-1 1,-1-3 88,1 3 1,-1-3-52,-2-1 1,1 0 17,3 0 1,-3 0-213,3 0 0,-3-4 54,-1 1 0,0-6-54,0 2 1,-4 1 95,1-2 0,-6 1-99,2-4 0,1 0 126,-2 0 0,1 4 71,-4-1 106,-5 1 1,-1-1 45,-5 1 0,-1 5 92,-3-2 1,3 3-115,-3 1 0,-1 1 61,1 3 1,1-2 41,3 5 0,-4 1 121,0 3 1,4-4-107,4 1 1,3-1-31,-3 4 0,4 0-310,0 0 1,1 0 99,2 0 1,5 0-486,3 0 0,3 0-200,3 0 1,4-4-461,4 1 1,1-6 378,3 2 710,-3-3 0,43-20 0,5-6 0</inkml:trace>
  <inkml:trace contextRef="#ctx0" brushRef="#br0" timeOffset="1974">1941 44 7997,'-4'-11'1110,"1"0"-489,-1 0 29,4 5-350,0 1 1,0 6-30,0 3 1,0 2 96,0 5 0,0 5-198,0 3 1,4 1-67,-1 2 0,6 4 11,-2 0 1,2 5-182,-2-2 1,2-1 2,-6 1 1,6-3-263,-2 4 0,-2-6 137,-1 2 1,-2-7-26,2 0 0,-3-6-765,3 2 321,-3-3 9,-1-6 575,0-1 1,0-6 179,0-3 1,0-2-172,0-5 0,1 0-32,3 0 0,-2 0 150,6 0 1,-5-4-74,5 1 0,-6-2 31,2 1 0,1 3 111,-1-3 0,-1 3 565,-3 1-488,0-5 0,1 4 266,3-3-324,-3 8-187,4-3 1,-4 9 86,3-3 1,-1 6-149,4 2 0,0 5 14,4-2 0,-3 3-196,-1 1 1,0 1-240,4 3 0,0-3 84,0 3 0,0-3-234,0-1 1,1 0 380,-1 0 0,0-4 296,0 1 0,9-6 0,4 3 0</inkml:trace>
  <inkml:trace contextRef="#ctx0" brushRef="#br0" timeOffset="2399">2459 265 7839,'0'-11'333,"0"3"0,0 1 228,0-1 1,-4 1 96,1 0-385,-1 5 0,-1-5 13,-2 4 0,1 2-128,-2-3 1,1 4-14,-4 4 0,0-2-275,0 5 1,1 1 157,3 3 0,-3 1-286,3 3 0,2-3 6,1 3 0,-1-2-134,1 2 0,1-3 153,3 3 0,0-3-119,0-1 1,0 0 106,0 0 1,5 0 43,2 0 1,-1-5-371,2-2 0,0-3 246,7-1 1,-3 0 167,3 0 1,-3-1 173,-1-3 0,0 2-41,0-6 1,-4 1 109,1-4 1,-2 0 93,1 0 0,2 0-69,-6 0 0,2 0 124,-1 0 0,-3 0 62,3 0 0,-3 4 650,-1-1-563,0 1 1,0-1 19,0 1-468,0 5 228,0-3-273,0 15 0,0-7-13,0 8 0,0-2-100,0 2 0,0 1-83,0 3 0,0-3-44,0 3 0,1-3-115,3-1 0,-3 0 168,3 0 1,1 0 295,-1 0 0,38-10 0,7-2 0</inkml:trace>
  <inkml:trace contextRef="#ctx0" brushRef="#br0" timeOffset="3075">2647 287 7839,'0'-16'100,"-2"7"1,0-2 404,-2 2 0,0 2 265,4 0-349,0 5-296,0-3-46,0 5 1,0 5-150,0 2 0,4 3 36,0 1 1,1 0-173,-2 0 0,0 4 123,4-1 1,-3 2-118,3-1 1,-1-3-92,2 3 1,2-3 72,-3-1 0,-1 0 59,1 0 1,-1-4 9,2 1 0,2-2-4,-3 1 1,3-2-19,1-5 1,0 0-143,0 0 1,0-1 63,0-3 0,0-2 256,0-5 1,-4-4-91,1 1 0,-1-1 85,4 4 0,-4-1-2,1-3 0,-6 3 118,2-3 0,1 3 124,-2 1 1,1 4 42,-4-1 0,0 4 708,0-3-237,0 5-164,0-3-218,5 5-258,-4 0 1,5 0-111,-2 0 0,-2 5 70,6 2 1,-2-1-88,1 2 0,3-5 24,-3 5 0,3-5-198,1 5 0,0-5-37,0 5 0,4-6 32,0 2 0,-1 1-17,-3-2 1,4 1 49,0-4 0,0 0 28,-4 0 1,3 0 33,1 0 0,0-1-2,-4-3 1,0 2 20,0-6 1,0 5 16,0-5 0,-4 2 118,0-1 1,-4-3 32,1 3 0,-3-3 376,-1-1-279,0 0 0,-5 0 144,-2 0 0,-3 3-63,-1 1 0,-4 5 37,0-2 0,-1-1-54,2 1 1,1 1-15,-1 3 1,2 5 43,0 2 0,1-1-81,0 1 1,4 2-53,0 6 0,3-3-24,-3 3 1,4 1-125,0-2 0,3 6 55,3-2 0,3 2-159,5-2 1,4 3 70,0-3 0,8 0-133,-1 0 0,4-8 16,0 1 1,-3-4 44,3 0 1,1-2 38,-2-5 1,1-1-163,-4-3 0,-5 2-252,-2-5 0,0-1-130,-4-3 0,-2 1-367,-5 3 0,-3-3 975,3 3 0,-27-8 0,-8-2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0:17.4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22 6771,'0'-11'868,"0"5"-563,0 1 1,0 7-44,0 1 1,0 0-94,0 4 1,3 0-44,1 4 1,1 4-42,-1 0 1,-2 4-141,5 0 0,1 2 158,3 1 0,-1 0-97,-3 0 1,3 0 3,-3 0 1,3 0-129,1 0 1,0-4-69,0 1 0,-5-2 9,-2 1 1,1-2 112,-2-5 1,1-4 22,-4 1 11,0-6-66,0 3-141,0-5 83,0-5 1,0-1 58,0-5 1,-1 0-135,-3 0 0,3 4 153,-3-1 30,3 1 0,-3-4 17,1 0 1,-6 4-4,2-1 0,-2 5 116,2-5 1,-3 5-71,3-5 0,-4 6 107,-4-2 1,3 3-11,-3 1 1,-1 0 82,1 0 0,-3 0-89,3 0 0,-3 5 350,3 2-273,-4 3 0,6 1 32,-1 0-97,1 5 1,7 0-30,3 2 1,1-6-7,2-4 1,5-1 59,3 4 1,3-5-58,3-2 1,7-3-120,5-1 0,1 0 126,-1 0 1,0 0-11,4 0 1,-3-3-656,-5-1 0,-4-5 573,1 2 0,-21-18 0,0-4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0:21.7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110 44 7820,'0'-6'266,"0"-4"0,0 3 0,-1-1 574,-2 0 1,0 3-574,-4 5 1,3 0-47,-3 0 1,1 1 43,-2 3 1,-2 4 126,3 6 1,-3 1-128,-1 7 0,1-2-56,3 5 0,-1 2-342,4-1 1,0 5-129,4-2 1,5 2-372,2-2 0,8 2 87,4-6 0,3 1-383,3-4 0,0-1 300,4-3 1,-4-3 38,0-8 1,2-2 588,-1-5 0,10-34 0,-2-9 0</inkml:trace>
  <inkml:trace contextRef="#ctx0" brushRef="#br0" timeOffset="385">430 177 7820,'0'-11'-15,"0"0"1,0 0 523,0 0-164,0 0 41,0 4-180,0 3 1,0 5-1,0 2 0,4 4-50,-1 4 0,5 3 26,-4 1 1,4 5-200,-1-2 0,3 3-26,1 1 0,-1-4-29,-3 1 0,3-2 97,-2 1 0,-2 2-73,1-6 1,-3 1 50,3-4 1,-5 0-313,2 0 197,-3-5-20,-1-1-64,0-5 1,-3-1 20,-1-3 0,-1-2 78,1-5 0,3 0 57,-2 0 0,0-1-9,-1-3 0,3 3 27,-2-3 1,1-1 12,2 2 1,2-1-13,1 4 1,-2-4 102,3 0 0,2 1 10,2 3 0,1 1-19,2 3 0,0-2 72,0 5 1,0 1-113,1 3 0,0 1 13,2 3 1,-1-2-44,1 5 0,-1 4-91,-2 4 0,0 1-104,0-1 1,1-2-323,3 6 1,-3-6 189,3 2 324,-3-3 0,19-1 0,4 0 0</inkml:trace>
  <inkml:trace contextRef="#ctx0" brushRef="#br0" timeOffset="651">1070 188 7820,'0'-11'250,"-2"0"340,-1 0 1,0 1-487,-4 2 0,3 4 178,-3 4-96,-1 0 1,-3 4-57,0 4 0,0 5-118,0 2 0,-3 1 76,-1-1 1,4-2-154,4 5 1,0 0 110,0 0 1,2-1-93,5-2 0,0-3-225,0 3 0,5-4 60,2-4 0,3 2-82,1-6 1,5 1 165,3-4 0,-2-1-438,1-3 1,-4-2 98,0-5 0,-1 0-229,-2 0 695,-5-5 0,-11-21 0,-7-9 0</inkml:trace>
  <inkml:trace contextRef="#ctx0" brushRef="#br0" timeOffset="909">1125 44 7820,'0'-11'256,"0"0"1,1 2 412,3 1 1,-2 3-195,5 5 0,-3 0-49,3 0 0,0 5-207,0 3 0,4 6-84,0 5 0,0 1-86,4 2 1,-3 4-149,-1 0 0,0 3-273,0-3 0,0 5-106,0-2 1,0-1-481,0 2 0,-4-10 370,1 2 1,-2-3-592,1-1 1179,-2-7 0,-5-35 0,0-13 0</inkml:trace>
  <inkml:trace contextRef="#ctx0" brushRef="#br0" timeOffset="1324">1180 188 7820,'11'0'-92,"0"0"0,0 0-311,0 0 0,1 0 505,3 0 1,-2 1-14,6 3 0,-5 0-46,5 4 0,-2 2-60,1-3 0,3-1-104,-3 1 1,2 0 86,-2 0 1,3 1-9,-2-4 0,-2 0 48,1-4 0,-3 0-10,3 0 1,-4 0 51,0 0 1,0-1-76,1-3 1,-3 1 46,3-4 1,-3 3-19,-1-3 0,-1 3 8,-3-3 0,2 3 4,-6-3 0,1 3-6,-4-3 1,0 3 57,0-3 1,-1 5 2,-3-2 1,-2-1 162,-5 1 0,0 1 34,0 3 0,0 0 41,0 0 0,-4 0-26,0 0 1,1 1 125,3 3 1,0-2-119,0 5 0,0-3 60,0 3 0,-1 1-146,1 3 1,4 0-14,0 0 0,4 0-195,0 0 0,1 1-148,2 3 0,2-3-168,1 3 1,5-2-64,6 2 0,4-3-484,4 3 0,0-7 248,0 0 0,0-6-819,0 2 1439,5-3 0,11-16 0,7-3 0</inkml:trace>
  <inkml:trace contextRef="#ctx0" brushRef="#br0" timeOffset="1559">2106 386 7831,'6'0'824,"3"-1"1,-5-2-1187,3 0 1,-5-2-503,2 1-232,2 3 1096,-5-4 0,-1-5 0,-6-2 0</inkml:trace>
  <inkml:trace contextRef="#ctx0" brushRef="#br0" timeOffset="1699">2084 243 7842,'-5'-11'722,"2"1"0,-3 1-527,1 2-261,2 5 0,3-5-137,0 4 1,1 2 136,3-3 66,2 3 0,34 15 0,8 5 0</inkml:trace>
  <inkml:trace contextRef="#ctx0" brushRef="#br0" timeOffset="2203">2833 320 7871,'-9'-7'467,"0"-1"0,3 0 152,1-2 0,-4 0 150,2 3-489,-3-3 0,-4 5-27,-1-2 0,0 2-86,4 5 0,0 0-67,0 0 1,-4 0-266,1 0 1,0 5 35,7 2 1,-3 3-97,3 1 1,-2 0 60,2 0 1,-2 0-135,6 0 0,-1 0 136,4 0 1,0 0-14,0 0 0,0 0-90,0 0 0,1-1-41,3-3 0,2 2 69,5-5 0,1-1-10,3-3 0,-2 0 31,6 0 0,-5 0 32,5 0 0,-4-1-11,3-3 0,-5-2 91,2-5 0,-4 4 152,-4-1 0,2 1-66,-5-4 1,-1 0 132,-3 0 0,0 0 967,0 0-385,0 0 39,0 0-389,0 0-339,0 5 80,0 1 0,0 13-93,0 3 1,2 3-182,1-3 0,0 0-115,4 0 0,-1 0-137,2 0 0,1 0-820,-1 0 1258,2 0 0,20-5 0,6-1 0</inkml:trace>
  <inkml:trace contextRef="#ctx0" brushRef="#br0" timeOffset="2561">3131 232 7882,'-6'-5'187,"-4"4"-67,3-3 0,1 3 225,-2 1 0,5 0 154,-5 0-158,1 0 0,-4 1-234,0 3 1,4-2-119,-1 5 0,5-3-18,-5 3 0,6-3-38,-2 3 0,3-3-168,1 4 1,0-1 125,0 4 0,1-4-134,3 1 1,2-2 10,5 1 0,0 3-61,0-3 1,1-1 52,3 2 1,-2-2 178,6 1 0,-2 3 210,1-3 0,2-1-139,-5 2 0,-1-2 76,-3 1 1,-1 3-94,-3-3 0,2 0 132,-5 0 1,-1-3-121,-3 3 1,-5-3-164,-2 3 1,-6-5-435,-2 2 1,-3-3 17,3-1 574,-5 0 0,-12-5 0,-8-1 0</inkml:trace>
  <inkml:trace contextRef="#ctx0" brushRef="#br0" timeOffset="2953">3484 254 7420,'-11'0'-129,"0"0"0,3 0 299,1 0 1,0 0 13,-4 0 1,0 3 212,0 1 1,0 0-132,0-4 1,0 1 74,0 3 0,1-2-499,2 6-59,-1-6-119,7 8 215,-2-4 1,8 4-197,4-3 1,2 3 81,1-3 1,1-1-49,3 2 0,-2-5-125,5 5 0,-3-2 226,3 1 0,-4 3 239,1-3 0,-3-1 26,-1 2 0,0-1 291,0 4 0,-5-3-135,-2-1 0,-3-3 223,-1 3 1,-1-3-271,-3 3 0,-3-3-264,-8 3 0,-2-5 102,-5 2 0,0 1-213,0-1 0,1-1 183,3-3 0,-3 0 0,4 0 0</inkml:trace>
  <inkml:trace contextRef="#ctx0" brushRef="#br0" timeOffset="3395">3693 309 10464,'0'9'302,"0"2"0,2-3-229,1 7 0,0-3-95,4-1 0,-1 4-46,1-1 0,3 1-280,-2-4 1,1 0 110,2 0 1,-1-3-144,-2-1 1,1-5-36,-1 2 0,-2-3-339,1-1 527,1 0 0,3-1 107,0-3 1,-4-3 97,0-8 1,-3 3-77,3-3 0,-3 3 167,3 1 1,-3-4 21,3 1 1,-4-1 329,1 4 1,-3 0 214,-1 0 0,3 4-307,1-1 0,0 5 315,-4-5-275,0 6-378,0-3 102,0 15 1,0-3-115,0 8 0,5-2-126,2 2 0,-1-2-263,2 6 1,-1-6-327,4 2 1,0-3 311,0-1 1,0 0-583,0 0 1006,0 0 0,25-14 0,5-5 0</inkml:trace>
  <inkml:trace contextRef="#ctx0" brushRef="#br0" timeOffset="4002">4101 309 7929,'0'-11'1047,"-5"0"-478,4 5-28,-4 1-101,5 10 1,4 1-273,0 5 0,3 1-144,-3 3 0,4-3 36,0 3 1,-2-2-162,1 2 1,-1-3 140,1 3 0,3-2-76,-2 2 1,-2-6-293,1 2 1,-3-3-95,3 3 63,-4-5-106,6-1 43,-7-5 0,6-1 59,-4-3 1,1-2-104,-2-5 1,-1 0 198,1 0 1,2 0 79,-1 0 1,3-1 211,-3-3 0,3 3 47,-3-3 1,1 3 276,-2 1 0,-1 0 195,1 0 419,4 0-490,-6 0-178,9 5 0,-8 1-169,5 5 1,-3 0-138,3 0 1,-3 5 79,3 2 1,-3-1-195,3 2 0,1 3 149,3 3 1,0 1-3,0-4 0,-4 0-11,1 0 0,-1 0-36,4 0 0,0 0-93,0 0 0,-4 0 51,1 0 1,-2-3-387,1-1-40,3-5-23,-4 3 175,5-5 1,-1-1 121,-3-3 1,-1 2-77,-2-5 1,-3-1 191,3-3 0,-2 0 92,2 0 0,-3 3 118,3-3 1,-3 2 88,-1-6 1,0 7 371,0 0 0,0 1 248,0-4 110,0 0-640,0 0 0,0 4 141,0-1-261,0 6 0,1-3-119,3 5 1,-1 4 57,4-1 0,-3 6-225,3-2 1,0 2-251,4-2 1,-2 3 179,2-3 0,-3 3-386,7 1 0,-3 0 26,-1 0 0,2 0-657,1 0 1207,-1 0 0,27 0 0,2 0 0</inkml:trace>
  <inkml:trace contextRef="#ctx0" brushRef="#br0" timeOffset="4210">4873 342 7929,'1'-7'766,"3"-1"-487,-3 6 1,5-3 225,-2 5 0,-2 0-298,6 0 0,-5 5-126,5 2 1,-2 4 40,1 4 1,3-3-125,-3 3 0,2 1-674,-2-1 1,3 3 159,-3-3 516,3-1 0,21 2 0,4 1 0</inkml:trace>
  <inkml:trace contextRef="#ctx0" brushRef="#br0" timeOffset="4359">4873 210 7902,'-7'-11'0,"0"0"0,3 0-1468,0 0 1468,4 5 0,0 1 0,34 34 0,9 8 0</inkml:trace>
  <inkml:trace contextRef="#ctx0" brushRef="#br0" timeOffset="4821">5093 375 7902,'0'6'-368,"2"0"1,0-2 0,3 2 1186,1 0 0,-2 3-400,3-5 0,-3 4 150,3-1-325,1 3 0,1 1 12,-1 0-213,1 0-282,-2 0 77,-1 0-49,4-5 146,-9 4-101,4-8 0,-2 1 63,1-6 0,0 0-45,-4-4 1,1-1 174,3-3 1,-3 0 120,2 0 0,2 0 115,-1 0 1,0 0-44,-4 0 0,3 0-112,1 0 0,3 0-52,-3 0 1,3 4 16,-3-1 0,3 5-70,-3-5 0,5 6-250,-2-2 1,-1 3 34,2 1 1,-1 5-102,4 2 0,0 3-271,0 1 1,0 0 26,0 0 1,0 4 18,0 0 1,0-1 537,0-3 0,15 15 0,3 3 0</inkml:trace>
  <inkml:trace contextRef="#ctx0" brushRef="#br0" timeOffset="5287">5667 386 7901,'0'-11'78,"0"0"1,-2 0 762,-1 0-665,2 0 0,-9 1 13,2 3 1,2-2-36,-1 6 0,0-5-128,-4 5 0,-2-1 90,-1 4 1,1 0-117,-1 0 1,1 1-155,2 3 0,0-3 114,0 3 1,4 1-121,0-2 1,3 5-77,-3-5 0,4 2-28,-1-1 0,3-2-46,1 6 82,0-6 162,0 8 1,5-9-5,3 3 0,-2 1 21,1-2 72,0 1 0,4-4 61,0 0 0,0 0-110,0 0 0,0 1 30,0 3 1,-3-3 167,-1 3 0,1-3 228,3-1 0,0 1-199,0 3 1,0-3-93,0 3 0,0-2 166,0 2 1,0-2-143,0 6 1,0-1-134,0 4 0,0-3 61,0-1 0,-1 1-109,-3 7 1,3-3 86,-3 3 1,-2-3-29,-1-1 1,-3 4 41,-1 0 0,-5-1-8,-2-2 1,-4-5-145,-4 0 0,-2-1 50,-5 2 0,-4-3-152,0-5 0,-3 0-213,3 0 0,-1 0-1177,2 0 1591,1 0 0,27-30 0,11-7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0:18.0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199 276 7853,'0'-11'814,"0"0"-565,-5 0 0,-1 5 125,-5 2 1,-1 3-158,-3 1 0,3 0-85,-3 0 0,-1 1-96,1 3 1,-3-2 12,3 5 0,1 1-153,3 3 0,1 1 104,2 3 1,0-3-132,4 3 0,0-3 69,4-1 0,2 0-63,1 0 0,8 0-214,8 0 1,2 0-55,1 0 0,5-4-176,2 1 0,3-2 188,1 1 1,-4-2-315,1-5 695,-6 0 0,33-29 0,1-8 0</inkml:trace>
  <inkml:trace contextRef="#ctx0" brushRef="#br0" timeOffset="435">397 133 7844,'-5'-7'229,"4"-2"318,-2 1-270,-4 3-233,6-4 0,-4 9 144,5 0 1,0 1 22,0 6 1,4 4-152,0 4 1,4 4 108,0 0 1,1 2-161,2 1 1,0 0-30,0 0 1,0 1-186,1 3 1,-1-3 20,0 3 1,0-3-2,0-1 1,-2-4 54,-1 1 1,0-6-55,-4 2 1,3-3 37,-3-1-6,0-5 114,-4-1 0,0-6 6,0-3 0,0-2-7,0-5 0,0-1-101,0-3 0,0 3-184,0-3 0,0-1 248,0 2 0,1-5 40,3 5 0,-3-2 58,3 1 0,-2 2 223,2-6 0,-3 6-109,3-2 1,0 3 143,0 1 0,5 0-85,-2 0 0,-1 5-32,1 2 0,1 3-55,3 1 0,0 1-56,0 3 1,4 2-136,-1 5 0,1 1-12,-4 3 0,0 1-286,0 2 0,0 2-234,0-6 0,0 5 208,0-5 1,0 1 406,0-4 0,0 0 0,20-10 0,4-2 0</inkml:trace>
  <inkml:trace contextRef="#ctx0" brushRef="#br0" timeOffset="835">1070 298 7844,'0'-11'-168,"-5"0"0,2 1 540,-4 3 0,3-2-40,-3 5 0,3 1-151,-3 3 1,0 0-59,-4 0 1,0 1-94,0 3 1,0 2 67,0 5 1,3 0-77,1 0 1,3 0-85,-3 0 0,3 1-55,-3 3 0,4-3-85,0 3 1,2-3 51,1-1 1,0 0-126,0 0 0,3-4 99,1 1 1,4-6 41,0 2 1,2-3-29,1-1 0,0 0-6,0 0 0,0-5 33,0-2 0,-1 1 9,-3-2 1,3 1 152,-3-4 1,-1 0 22,1 0 0,-3 0 319,4 0-234,-6 0 0,3 0 467,-5 0-308,0 5-33,0-4-139,0 9-40,0-4 1,1 5 83,3 0-223,-3 5 0,4 1-43,-5 5 0,1-1-84,3-3 1,-3 3-81,3-3 1,1 3-70,-2 1 0,5-4-102,-5 1 0,6-5 435,-2 5 0,23-11 0,5 2 0</inkml:trace>
  <inkml:trace contextRef="#ctx0" brushRef="#br0" timeOffset="1294">1268 276 7844,'0'-8'-183,"0"1"855,0 5-83,0-3-206,0 5-229,5 0 0,-2 5-95,4 2 1,-3 0 41,3 4 1,-1-2-153,1 6 0,3-3 107,-2-1 1,-2 4-134,1-1 1,-1 1 19,2-4 0,0 0-285,-4 0 0,3 0 78,-3 0 1,3-3 68,-3-1 123,0-5 0,-3 3-257,2-5-116,-1 0 258,3 0 1,-5-5-139,0-2 1,0-3 262,0-1 1,-4 0-80,0 0 0,-1 0 588,2 0-201,1 0 1,-2 0 163,4 0 0,-4 0-23,0 0 206,1 0-23,3 0-342,0 0 1,1 5 47,2 2-333,4 3 1,4 1 63,0 0 1,1 4-164,3-1 0,-3 6-166,2-2 1,-1 3 14,-2 1 0,0 4-129,0-1 1,0 1 84,0-4 0,0 0-54,0 0 1,-4 0 404,1 0 0,9-5 0,6-1 0</inkml:trace>
  <inkml:trace contextRef="#ctx0" brushRef="#br0" timeOffset="1728">1632 287 7844,'0'-11'211,"0"0"1,1 5 87,3 2 436,-3 3-389,9 1 1,-4 5-143,5 2 1,-3 7-33,-1 0 1,-1 2-95,1-1 0,3-3-121,-3 3 1,0 1 108,0-2 0,-3 1-78,3-4 1,-3 0-38,3 0 1,-5-3-154,2-1-267,2 0 79,-5-1-157,4-1 291,-5-5 1,0-1-82,0-3 0,0-2 154,0-5 0,0 0 92,0 0 0,0 0 59,0 0 0,0 0 253,0 0 0,0-4-46,0 1 1,0-1 212,0 4-37,0 0 1,0 0 69,0 0-296,0 0 0,4 3-50,0 1 1,4 5-138,0-2 0,1 3-19,2 1 1,0 5 38,1 2 1,-1 3-78,0 1 1,0 0-1,0 0 0,0 4-180,0-1 0,-4 1-56,0-4 0,1 4-52,3-1 0,-4 1-309,0-4 716,1 0 0,-2-5 0,4-6 0,-4-6 0</inkml:trace>
  <inkml:trace contextRef="#ctx0" brushRef="#br0" timeOffset="2359">2062 320 7844,'1'-6'545,"3"2"220,-3 3-224,9-4-508,-4 4 1,5-4 117,0 5-277,0 0 1,0 0 108,0 0-82,0 0 0,0 0-176,0 0-405,0 0 473,0 0 0,-3-4-42,-1 1 505,-5-6-241,3 3 0,-6-4 208,-3 3 0,2-2-98,-5 5 0,-1 1-3,-3 3 1,0-4 53,0 0 1,0 1 79,0 3 0,4 1 38,0 3 1,-1 1-154,-3 2 1,1 3-148,3-3 0,-2 3 38,6 1 0,-2 0-182,1 0 1,3 1 109,-3 3 0,3-3-76,1 3 1,4-2 59,-1 2 1,7-4 10,1 0 0,1 0-231,7-4 0,-4-2-24,3-1 0,0-3 39,4-1 0,0-1 61,0-3 0,0-2-47,1-5 0,-3-1 149,-1-3 0,0 2 65,-4-6 0,3 5-80,-3-5 0,-4 5 113,-4-5 1,-4 1 196,1-4 1,-3 0-98,-1 0 1,-4 0 331,0 0 1,-4 0-8,1 0 1,-3-1 137,-1 1 0,0 4 248,0 0-376,0 4 0,3-1 12,1 8-468,4 2 172,-1 5 1,4 6-65,0 5 0,0 2-30,0 5 1,3 2 28,1 5 0,5 2-302,-2 3 1,3 2-38,1-3 0,0-1-170,0 1 1,0 0-68,0 0 0,1 2-310,3-6 1,-3 1 187,3-4 0,-2-5-197,2-2 1,-3-8 808,3-3 0,22-27 0,4-8 0</inkml:trace>
  <inkml:trace contextRef="#ctx0" brushRef="#br0" timeOffset="2725">2790 243 7844,'-6'-5'96,"-4"4"49,2-3 0,2-1 284,-1 1 1,3 1 284,-3 3-336,0 0 0,-5 0 178,1 0-134,0 0-340,0 5 0,4 0-364,0 2 277,4 3 1,-2-4-118,5 5 0,0-4-34,0 1 1,4-1-106,0 4 0,4-4-183,0 1 0,5-1 169,2 4 0,0-1-97,-4-3 1,3 3-47,1-3 1,1 3-105,-1 1 0,-3 0 402,3 0 1,-3-4 119,-1 1 0,0-1-80,0 4 1,-1-3 344,-3-1 201,3 0-269,-9 4 1,4-3 207,-5-1 0,-5-5-179,-2 2 0,-7-3-28,-1-1 0,-4 0-115,1 0 1,0 0-195,0 0 0,5 0-1289,-2 0 1400,3 0 0,45-19 0,11-6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0:28.1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199 254 7850,'4'-6'757,"-2"-1"-687,1 4 157,-1 2-58,-2-4 0,-2 5-35,-1 0 0,-3 0-95,-5 0 1,-2 0 72,-1 0 1,1 0-93,-1 0 1,-2 0 32,1 0 1,-1 3-200,1 1 0,3 3-14,-3-3-1,3 5 0,1-7-329,0 5 0,5-3-27,2 3 273,3-4 1,2 5 42,3-4 0,2 3 46,5-3 0,1 0-13,3-4 0,-1 3 21,4 1 1,0 1 146,4-1 0,-3-3 0,-1 3 0,1 1 0,3-2 0,-4 5 0,0-5 0,-3 2 0,3-1 0,-4 1 26,1 2 0,-3 2-30,-1-6 0,-5 6 41,-2-2 0,-3-1 108,-1 2 0,-5-2 255,-2 1 0,-4-1-133,-4-2 1,-2-2-39,-5 6 1,-4-6-154,0 2 1,-1-3-134,2-1 0,1 0-77,-1 0 1,5 0-821,2 0 954,4 0 0,33-19 0,12-6 0</inkml:trace>
  <inkml:trace contextRef="#ctx0" brushRef="#br0" timeOffset="300">673 309 7738,'0'-11'24,"5"3"3,2 1 0,4 5 133,4-2 1,-2 1-179,5 0 1,1 2-213,3-3 0,0 3-58,0 1 0,0 0-675,0 0 963,-5 0 0,-6 5 0,-6 1 0</inkml:trace>
  <inkml:trace contextRef="#ctx0" brushRef="#br0" timeOffset="466">684 397 7781,'17'0'-226,"-1"0"-212,0 0 0,-3-4 205,5 1 0,1-1 233,3 4 0,29-10 0,8-2 0</inkml:trace>
  <inkml:trace contextRef="#ctx0" brushRef="#br0" timeOffset="818">1290 165 8226,'0'-6'1122,"0"1"0,4 10-881,-1 3 1,6 3-43,-2 3 1,7 4-78,0 4 1,2 0-193,-1 0 0,-3 0-699,3 0 0,-3 0 67,-1 0 0,0-1-258,0-3 0,-3-3 960,-1-8 0,0-12 0,4-7 0</inkml:trace>
  <inkml:trace contextRef="#ctx0" brushRef="#br0" timeOffset="1110">1444 22 8198,'5'-11'430,"-2"5"-429,4 2 1,0 3 265,4 1 0,5 5 165,3 2 1,3 4-125,3 4 1,4 7 39,4 8 1,0-1-236,0 4 1,-5-2-130,-2 5 0,-3 0-107,-1 1 0,-10-8-386,-4 0 1,-6-5 1,-2-6 1,-1 2-58,-3-6 1,2 0-1058,-6-7 1621,6-2 0,-3-15 0,5-2 0</inkml:trace>
  <inkml:trace contextRef="#ctx0" brushRef="#br0" timeOffset="1293">2238 474 8017,'5'-6'108,"-4"-4"-108,4 9 0,0-4 0,1 5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0:37.49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56 8096,'0'-11'260,"0"4"-191,0 3 249,0 4-163,5 0 1,-2 0-58,4 0 0,0 0-30,4 0 1,2 0-139,1 0 0,0 0 61,4 0 1,0 0-60,5 0 0,-1 0 38,0 0 0,0 0 43,0 0 1,0 0-30,0 0 1,0 0 34,0 0 1,0 0 2,0 0 0,0 0 46,0 0 1,1 0 15,3 0 1,-1-2-46,4-1 1,-1 1 4,2-1 1,0 2-87,-4 1 1,5 0 36,-2 0 1,2 0-10,-2 0 0,2 0-9,-6 0 1,6 0-16,-2 0 0,3-4 23,1 0 1,0 1-9,0 3 1,-2 0 15,2 0 1,-4 0 2,5 0 0,-1 0 15,-4 0 0,3-4-52,1 0 1,-4 0 0,1 4 0,-5 0 10,5 0 0,-4 0-6,3 0 1,-5 4-8,2 0 1,1 0-12,-1-4 1,3 3-19,-3 1 1,0 3-12,-4-3 1,0 0 73,0-4 1,4 1 5,-1 2 0,5-1 22,-5 1 1,1-1-53,-4-2 0,5 0 9,3 0 1,0 0 23,0 0 1,5 0 3,-2 0 1,6 0 18,-2 0 1,4 0 3,-5 0 1,6 0 17,-2 0 0,3 0-47,1 0 1,-3 3 25,-1 1 0,-1 0-14,2-4 1,0 0-32,-4 0 1,-1 0 23,-7 0 0,1 0-1,-8 0 1,5 0-51,-9 0 0,-3 0-66,-8 0-364,-5 0-183,3 0-182,-5 0 843,-5 0 0,-25-10 0,-12-2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0:41.73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23 7651,'0'-6'114,"0"-4"285,0 9-74,0-4-5,0 5-149,0 5 1,0-3-13,0 5 1,0 1-123,0 3 0,0 3 125,0 1 1,0 5-197,0-2 1,1 3 0,3 1 0,-3 4 10,3-1 0,1 10 28,-1-2 0,-1 2-124,-3-2 0,1 4 108,3 0 0,-3 3-19,3-3 1,-3-4-9,-1-3 0,0-2-66,0 1 0,2 2-7,1-6 0,-2 1 32,3-4 0,-3-1-11,-1-3 0,0 6 74,0-6 1,4 5 9,0-4 0,-1 2 17,-3 1 0,0 0 11,0 0 0,0-2-6,0-1 0,0 2 13,0-3 0,0 2 66,0-2 1,0-2-83,0-5 1,0 0 22,0 0-35,0 5 1,0-4-6,0 3 1,0-7-1,0 0 0,2-2-10,1 1 9,-2 3 2,4-4 1,-3 5-46,1 0 46,-2 0 0,4 0 0,-5 0 0,4 0-31,0 0 14,-1 0 0,-3 0 20,0 0 1,0 0 3,0 1 60,0-1 1,0 0-32,0 0 1,0 0 9,0 0 1,0 0-33,0 0 0,0-4 21,0 0-25,0 1 1,0-1-1,0 0 0,0-3 85,0 3-49,0-4 1,0 3 3,0-2-109,0-3-4,0 4-1246,0-5 532,5 5 90,-3-4 103,2 4 586,-4-5 0,15-20 0,3-4 0</inkml:trace>
  <inkml:trace contextRef="#ctx0" brushRef="#br0" timeOffset="1209">121 1511 7734,'-6'-6'-493,"-3"0"76,1 2 499,3 3 0,0-5 264,5 2-56,0 3-230,0-4 1,2 5 76,1 0-100,3 0 0,5 0-9,0 0 0,0 0 12,1 0 1,-1 0-93,0 0 1,0 0 7,0 0 0,0 1 78,0 3 0,3-3-74,1 3 0,1-3 24,-1-1 1,-2 0-5,6 0 0,-5 0 57,5 0 1,-5 0 1,5 0 0,-2 0 3,1 0 0,3-1 6,-3-3 1,3 3-54,1-3 0,4 3 10,0 1 0,1-1 1,-2-3 1,0 3 24,4-3 0,-4 3 1,1 1 1,0-4-9,0 1 0,4-1-2,-5 4 1,1-1-25,-4-3 1,0 3-3,0-3 0,-1 3 28,-3 1 1,3 0 2,-2 0 1,1-4-24,2 0 1,-3 1 10,-1 3 1,1 0-26,3 0 0,2-1-1,-2-3 0,3 3 0,-7-3 0,3 3 51,1 1 1,-1 0-2,-3 0 1,2 0 48,-6 0 0,2 0-71,-1 0 1,-3 0 21,3 0 1,-2 0 9,2 0 1,-3 0-65,3 0 1,2 0 47,2 0 0,-2 0 3,1 0 0,-3 0-10,3 0 1,-1 0-14,2 0 0,0-1 26,-4-3 1,3 3-17,-3-3 1,3 3-51,-3 1 1,4 0 14,-5 0 0,1 0 0,-4 0 0,4 0 0,-1 0 0,2 0-7,-1 0 0,-3 0-29,3 0 1,1 0-86,-1 0 0,3 0 108,-3 0 0,3 0 1,-3 0 1,3 0 44,-3 0 0,3 0-22,-3 0 0,1 0 7,-2 0 1,-1 0-36,1 0 0,2 0 1,-1 0 0,1 0-19,-1 0 1,-2 0-8,6 0 0,-5 0-82,5 0 1,-1 0 57,4 0 0,-1 0 59,-3 0 1,3 0 11,-3 0 1,4 0 8,4 0 0,-4 3-9,0 1 1,0 0 88,-3-4 1,3 0-36,3 0 0,-2 0 22,-1 0 1,0 1 26,-4 3 0,4-3 105,4 3 0,-3-3-41,3-1 1,-3 0-63,-1 0 1,0 3-60,0 1 1,-3 0-25,-1-4 0,-5 0-122,2 0 1,-3 0-28,-1 0 1,-3 0-189,-1 0 0,-3 0 74,3 0 1,-3 0-65,3 0 0,-1-1-396,2-3 708,1 3 0,-2-14 0,4 3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0:44.56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1 6767,'0'11'-105,"0"-4"475,0 0 1,-1 1-127,-3 3 0,3 0-149,-3 0 1,3 3 2,1 1 0,1 5-35,3-2 1,-1 3-125,4 1 0,-5 0 66,2 0 0,1 4-77,-1-1 0,3 2-31,-3-1 0,1-3 51,-2 3 0,-2-3 23,3-1 1,-3 0 26,-1 1 1,0-1-7,0 0 0,0 0 34,0 0 1,0-4 15,0 0 0,0-3-25,0 4 0,0-5 8,0 5 1,0-6-21,0 2 0,0-2-38,0 2 0,2-3-4,1 3 0,-2 1 10,3-1 1,-3-1-75,-1-3 1,0 4 69,0 0 0,0 1-8,0-2 1,4-1 22,0 1 0,-1 2 6,-3-1 0,0 0 42,0-4 1,0 0-32,0 0 1,0 3 10,0 1 1,4 0-29,0-4 1,-1 0-2,-3 0 1,0 0 11,0 0 0,0 4-9,0-1-21,0 1 16,0 1 0,4-4-36,0 3 0,-1-7 48,-3 0 1,0-1 3,0 4 0,0-4-40,0 1 21,0-1 0,0 4 16,0 0 1,2-3 0,1-1 0,-1-3-16,1 3 9,-2 0 51,-1 4-25,0 0 7,0 0 66,0 0 14,0 0-37,0 0 11,0 0-44,0 0 0,0 1-72,0-1 68,0 0-20,0 0 0,0-4 41,0 0 1,0-3 53,0 3-39,0-4-23,0 7 0,0-8 54,0 5-43,0-4 0,0 3-13,0-2 0,0-2 46,0 5-112,0-4 1,0 3 22,0-2-5,0-3 1,2 5-111,1-2-264,-1-3-132,2 4-368,-4-5 884,0 0 0,5-59 0,2-14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0:57.6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 56 8039,'-5'-6'1198,"4"1"-988,-4 5 0,4 3-100,-3 1 0,3 5-19,-3-2 1,2 3-317,-2 1 1,3 4-52,-3-1 1,2 1 152,-2-4 1,3 4-68,-3-1 0,2 1-21,-2-4 1,3 0-462,-3 0 80,3 0-205,-4 0 797,4 0 0,-4-5 0,5-1 0,0-15 0,0-2 0,19-44 0,6-9 0</inkml:trace>
  <inkml:trace contextRef="#ctx0" brushRef="#br0" timeOffset="352">67 45 7923,'0'-11'-63,"0"0"121,0 0-58,0 5 1,1 1 187,3 5 68,-3 0-154,4 5 1,-4 1-134,3 5 1,-3 0-52,3 0 1,1 0-39,-2 0 1,6 0-95,-2 0 1,-1-1 135,2-3 0,-5 3-35,5-3 0,-4-1 21,3 2-25,0-6 61,4 8 0,0-9 5,0 3 0,-3-3-53,-1-1 19,0-5 127,4-1 1,-1-5-36,-3 0 1,2 0 151,-5 0-86,4 0 1,-5 0 161,4 0 0,-4 3 198,0 1-276,3 0 0,-4-1 321,1 1-347,-2 5-71,4-3 1,-2 5 15,4 0 0,-3 3-173,3 1 0,-3 5 29,3-2 1,1 3-219,3 1 0,0 3-50,0 1 1,0 0-212,0-4 1,0 2 22,0-2 524,5 8 0,11-12 0,7 9 0</inkml:trace>
  <inkml:trace contextRef="#ctx0" brushRef="#br0" timeOffset="616">751 45 7728,'0'-6'1846,"0"1"-1720,0 5 0,0 5-98,0 2 0,-4 3-3,0 1 1,-4 3-203,0 1 0,0 5-298,0-2 0,-1-1 164,1 2 0,0-5-42,0 5 1,-2-6 7,3 2 0,1 0-331,-1-4 676,4 2 0,-2-31 0,5-2 0</inkml:trace>
  <inkml:trace contextRef="#ctx0" brushRef="#br0" timeOffset="799">585 78 7943,'-6'-11'276,"-3"3"243,6 1-315,-6 0 189,8 1-182,-4 1 0,10 6-22,2 3 1,3 2-14,1 5 1,1 0-123,3 0 0,2 1-242,5 3 1,-3-2-535,-1 6 0,-3-6 348,3 2 0,-3 1-867,3-2 1241,-4 1 0,16 6 0,0 2 0</inkml:trace>
  <inkml:trace contextRef="#ctx0" brushRef="#br0" timeOffset="1348">1125 89 7179,'0'-8'1662,"0"1"-1192,0 5 4,0-3 8,0 5-378,0 5 0,0 1-179,0 5 0,0 1 8,0 3 1,0-3-241,0 3 0,0-2-276,0 2 1,0-3 132,0 3 1,0-3-87,0-1 1,-3 0 275,-1 0 0,0-3 260,4-1 0,0-5 0,5-26 0,1-13 0</inkml:trace>
  <inkml:trace contextRef="#ctx0" brushRef="#br0" timeOffset="1624">1114 111 7943,'0'-11'269,"0"5"-233,0 1 0,2 5-48,1 0 0,0 1-42,4 3 1,2 2 58,5 5 0,-1 0-148,1 0 1,2 4 123,-1-1 1,3 5-67,-3-5 1,5 1-52,-2-4 0,-1 0 69,1 0 0,-3-1 225,3-3 0,-3 2-17,4-5 0,-6-1 144,2-3 1,1-5-74,-2-2 0,1-4 134,-4-4 1,0 2-83,0-6 1,0 1 91,0-4 0,-3 0-88,-1 0 1,-5 5-51,2 2 1,-3-1-1229,-1 1 256,0 1 1,-1 4 753,-3 3 0,-7 7 0,-6 6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1:06.2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44 6729,'0'7'851,"0"-3"-616,0 1-91,0-3 1,0 4-80,0-3 1,0 0 74,0 4 0,0-3-211,0 3 0,0 1-12,0 3 0,0 0-162,0 0 1,4 0 91,0 0 0,-1 3-154,-3 1 0,2 3 34,1-3 1,-1 3 123,1-3 0,-2 0 149,-1-4 0,2-1 0,1-3 0,-1-7 0,2-6 0</inkml:trace>
  <inkml:trace contextRef="#ctx0" brushRef="#br0" timeOffset="350">144 133 7925,'-8'6'-342,"1"-3"0,3 0 353,-3 0 1,3 0-273,-3 4 375,0-4-55,-4 7 0,1-8-2,2 5 0,2-4-41,3 0-31,1 4 0,-4-5 11,3 5 0,1-3 17,-1 3 1,1-3-53,2 3 3,0 1 0,0 3-82,0 0 1,5 0 33,3 0 0,-2-1-143,1-3 1,-1 3 86,2-3 0,1 3 140,-1 1 0,2 0 0,20-5 0,6-1 0</inkml:trace>
  <inkml:trace contextRef="#ctx0" brushRef="#br0" timeOffset="734">89 188 7770,'-11'0'-685,"0"0"664,-1 0 1,5 0 51,0 0 48,4 0-205,-2 0 0,5 1 115,0 3 1,7-3 21,4 2 1,1-1-5,6-2 0,2 3-11,6 1 1,-2 0-13,5-4 1,5 0 40,2 0 1,6 0 4,-2 0 1,4 0 242,4 0 1,-2-1-127,1-3 0,2 3-231,-1-3 0,-5 3 76,-6 1 0,-4 0-151,-4 0 1,-2 0 102,-5 0 0,-8 0-184,-3 0 1,-6 0-75,2 0-91,-5 0 405,3 0 0,-5-5 0,0-1 0</inkml:trace>
  <inkml:trace contextRef="#ctx0" brushRef="#br0" timeOffset="1260">893 166 7925,'6'-2'43,"-2"-1"109,2 2-193,-5-4 265,4 5 18,-5 0-228,0 5 1,0 1 24,0 5 1,0 0-181,0 0 0,0 0 99,0 0 1,-3 0-147,-1 0 1,0 0 42,4 0 0,-1-1-308,-3-3 267,3 3 28,-4-4-245,5 0 66,0-1 337,0-5 0,0-5 0,0-2 0,5-3 0,-2-1 0,4 0 0,-3 0 0,3 0 0,-3 0 0,3 0 0,-4 3-35,0 1 0,0 1 166,0-1 11,-1-3 48,2 9-95,-4-9-55,5 9 0,-3-3 7,1 8 0,2-2 5,-1 5 0,3 1-114,-3 3 0,4-4 72,0 0 1,0 1-17,0 3 1,5-4 66,-2 0 1,3-3 19,-3 4 0,1-6 19,3 2 1,-3-3 3,3-1 0,-3 0 93,-1 0 0,1-1-87,3-3 0,-7-2-49,3-5 1,-3 0 28,-1 0 0,-2 0-188,-5 0 0,4-4 21,-1 0 0,1 1-235,-4 3-230,-5 0-423,4 0 965,-4 4 0,20 17 0,3 9 0</inkml:trace>
  <inkml:trace contextRef="#ctx0" brushRef="#br0" timeOffset="2010">1445 221 6889,'6'0'-264,"3"0"478,-2 0-92,4 0 1,0 0-24,0 0 0,-4 0 111,0 0-107,1 0 0,3 0 51,0 0-86,0 0 0,0 0-31,0 0 0,0 0-25,0 0 1,0 0 51,0 0-38,0 0 0,0 0 20,0 0 0,0 0-7,0 0 1,-4-4 3,1 0 1,-1 1-25,4 3 0,0 0 1,0 0 0,4 0-20,0 0 0,1-1-14,-2-3 1,0 3 4,4-3 1,0 3-12,4 1 0,1 0 8,-1 0 1,0 0-11,0 0 1,0-2 65,0-1 0,0 2 4,0-3 1,0 3-23,0 1 1,1 0-15,3 0 0,-3 0 3,3 0 0,1 0 2,-1 0 1,3 0 0,-3 0 0,1 0 14,-2 0 0,-1 0-1,1 0 1,-1 0 55,-2 0 0,-4-4 4,0 0 1,0 1-100,0 3 1,2 0 1,-6 0 1,5-2-2,-5-1 1,2 2-8,-1-3 1,-3 3-111,3 1 1,1 0 91,-1 0 1,-1-2-115,-3-1 0,-3 2 34,-1-3 0,0 3 24,4 1 1,-3 0-342,-1 0 44,0 0-154,4 0 366,0 0 1,-3 0-212,-1 0 146,-4 0 238,2 0 0,-5 0 0,0-5 0,-5-1 0,-1-5 0</inkml:trace>
  <inkml:trace contextRef="#ctx0" brushRef="#br0" timeOffset="2285">2734 77 7922,'0'-6'569,"0"1"1,0 4-136,0-2-299,0 1-421,0-3-347,0 5 497,5 5 0,-2-2 45,4 4 0,-3-3 39,3 3 1,-3 0 23,3 5 1,-3-3 3,3-1 0,-4 1 36,0-1 1,-1 2-79,-2 1 0,0-4-134,0 0 0,0 1-110,0 3-60,-5 0 1,-1 0 156,-6 0 1,1-1 212,0-3 0,2-1 0,1-2 0,-2-8 0,4 3 0</inkml:trace>
  <inkml:trace contextRef="#ctx0" brushRef="#br0" timeOffset="2508">2856 33 7976,'0'-11'860,"0"5"-485,0-4 228,0 9-199,0-4 0,3 7-158,1 1 1,0 3-22,-4 5 1,5 2-97,2 1 1,-1 0-112,1 4 0,-3-3-187,3 3 1,-3 1-274,3 3 0,-4-4-502,1 0 0,0 0 944,0 0 0,-5 13 0,-5-2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1:10.5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55 45 7575,'0'11'-199,"-3"-4"98,-1 1 208,0-6 0,4 8-24,0-3 1,0 0-78,0 0 1,-1-3 29,-3 3 1,3 0-151,-2 4 1,1 0 94,2 0 1,-1-3-182,-3-1 0,3 0 129,-3 4 1,0-3-187,0-1 8,0 0-187,-1 4 436,4-4 0,-4-3 0,5-4 0,0-1 0,0-2 0,20-38 0,4-13 0</inkml:trace>
  <inkml:trace contextRef="#ctx0" brushRef="#br0" timeOffset="334">55 56 6160,'0'-6'1125,"0"1"-883,0 5-177,5 0 0,-2 0-20,4 0 1,-1 1-93,2 3 1,0-2 70,-4 6 0,4-5-164,0 5 1,0-5 121,0 5 0,1-6-107,-1 2 0,-2-2-5,1 2 53,1-3 0,3 4-32,0-5 69,0 0 0,0-1 67,0-3 0,-4 2-3,0-6 0,1 2 144,3-1 1,-4-3 24,0 3 92,-4-3 1,5-1-119,-4 0 1,0 4 119,-4-1 0,1 6-81,3-2 32,-3 3-342,4 1 22,0 0 1,-3 1-146,6 3 0,-5 2-41,5 5 1,-5 0-203,5 0 1,-5 0 43,5 0 426,-6 0 0,8 30 0,-4 6 0</inkml:trace>
  <inkml:trace contextRef="#ctx0" brushRef="#br0" timeOffset="807">177 398 7475,'-2'-6'192,"-1"2"72,1 3 0,-2 2 56,4 3 0,0 2-112,0 5 0,1 1 28,2 3 1,-1 2-161,1 5 1,2 0-24,-1 0 1,1 4-109,-1 0 1,-3 3-18,2-3 0,2-1-161,-1-3 1,0 1 92,-4-1 0,0-2-94,0-1 1,0 0-129,0-4 0,0 0-883,0-4 663,0 0 582,0 0 0,5-5 0,1-11 0,5-7 0</inkml:trace>
  <inkml:trace contextRef="#ctx0" brushRef="#br0" timeOffset="1210">331 718 7815,'-5'11'-178,"4"-4"220,-3 0 20,-2 1 1,4 3 64,-6 0 1,5-2-149,-5-1 0,5 2 98,-5-3 1,6 3-145,-2 1 1,-1-4-109,1 0 1,0 1 117,0 3 0,1-4-116,-4 1-30,5-6 0,-7 4-79,5-2 1,-1-3 84,2 3 0,0-3 197,-4-1 0,5-1 0,-2-3 0,-1 2 0,1-6 0,-3 1 0,3-4 0,-4 4 0,0-1 0,2 1-32,-1-4 1,3 0 203,-3 0 0,1 0 211,-2 0 1,2 3-67,3 1 0,1 3 423,-1-3-536,-3 5 1,4-5-104,-1 4 31,1 2 1,4-3-178,1 8 0,0-2-162,4 5 1,1-3 50,3 3 1,-2 1-74,-1 3 1,1 0-97,-1 0 0,2-4-244,1 0 1,-4 1 568,0 3 0,1-5 0,3 14 0,0-2 0</inkml:trace>
  <inkml:trace contextRef="#ctx0" brushRef="#br0" timeOffset="1407">88 927 7814,'-7'0'939,"0"0"-864,4 0 1,0 0 95,6 0 0,5 0-75,6 0 0,3-1 138,6-3 0,0 3-26,3-3 0,2 3 0,5 1 0,1 0-123,3 0 0,-3-1-85,3-3 0,27-2 0,5-5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1:09.51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239 1 7310,'11'0'-806,"0"0"2083,0 0-584,0 0-273,0 0-57,-5 0-20,-1 0-63,-5 0-170,-5 0 0,-2 0-131,-8 0 0,2 0-263,-6 0 1,-3 0-34,-3 0 0,-1 1-214,4 2 0,-4-1 238,0 1 0,1-1-129,3-2 1,3 0-53,1 0 474,4 0 0,13-5 0,9-1 0</inkml:trace>
  <inkml:trace contextRef="#ctx0" brushRef="#br0" timeOffset="370">85 45 7835,'-4'7'-460,"-1"-1"479,-1-1 0,4 0-8,-2-1 0,-1-2 147,1 5 0,-1 0-86,2 0 13,2 3 1,-4-4-150,5 5 0,0-4-21,0 1 76,0-6-124,0 8 26,0-9-196,0 4 155,0-5 12,0-5 1,3 3 80,1-6 0,0 5-71,-4-5 358,5 1-65,-4-4 163,9 0-214,-9 0-35,9 0-30,-9 5-43,9-4 1,-8 9 43,5-3 1,-3 3-6,3 1 0,1 1-23,3 3 0,-4 2-83,0 5 0,1 0-311,3 0 0,0 0 12,0 0 358,0-5 0,5 18 0,1 1 0</inkml:trace>
  <inkml:trace contextRef="#ctx0" brushRef="#br0" timeOffset="592">151 122 7835,'-11'0'617,"5"-5"-308,-4 4 0,9-4-103,-4 10 1,5 1-27,0 5 0,0 0-190,0 0 1,0 1 14,0 3 1,3-2-35,1 6 0,3-5-194,-3 5 1,1-1-450,-1 4 0,-3-1 369,3-3 303,-3 3 0,4-4 0,1 5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1:16.0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12 111 8014,'-5'6'-615,"4"-1"778,-4-5 29,5 0 51,0 5-129,0-4 83,0 4 125,0-5-243,5 0 0,-3 0-146,5 0 65,1 0 1,3 0-59,0 0 1,0 0 47,0 0 0,0 0-6,0 0 0,4 0 20,-1 0 0,2 0-11,-1 0 0,-2 0 27,6 0 0,-4 0 8,3 0 1,-1-3 36,1-1 0,4 0 17,1 4 0,2 0-4,5 0 0,5 0 11,-2 0 1,6 0-158,-2 0 1,5 0 61,-2 0 1,-1 0-13,2 0 0,-4 0 27,3 0 1,0 0-16,5 0 1,-5 0-24,0 0 0,0 0-1,0 0 1,5 0-10,-4 0 0,0 0 28,-4 0 0,-1 0-75,4 0 0,-1 0 59,2 0 0,-3 0-7,-5 0 1,-5 0 1,-2 0 0,-3 0-1,-1 0 0,-5 0 10,-2 0 0,-7 0-22,0 0-311,-6 0-135,3 0 157,-5 0 1,-10-5 0,-2-1 0</inkml:trace>
  <inkml:trace contextRef="#ctx0" brushRef="#br0" timeOffset="509">1379 12 7431,'-6'-5'761,"-4"4"-417,9-4 39,-4 5-50,5 0 0,1 4-156,3-1 0,2 6-57,5-2 0,1-1-84,3 2 1,-2-1-73,6 4 1,-2 0-17,1 0 0,3 0-131,-3 0 1,-1-3 133,2-1 0,-6 0-110,2 4 0,-2 0 43,2 0 1,-6-1-409,2-3 424,-3 3 32,3-8 277,-4 7-6,-3-7 184,-4 2-253,0-4 1,-4 0 79,-4 0 1,-2 0-116,-1 0 1,0 0 15,0 0 1,-3 0-36,-1 0 0,-3 2-9,3 1 0,-4-1-38,5 1 1,-1 0-149,4 0 0,0 0-555,0 4 1,1-3 15,3 3 1,-2-3-820,6 3 1473,-1-4 0,19 11 0,3-1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1:20.26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563 133 8002,'-6'-1'108,"2"-3"0,2 3 6,-2-3 245,3 3-104,-4 1 0,5 1-52,0 3 0,0 2-15,0 5 1,4 1-85,-1 3 1,2 2-219,-1 5 0,-2-2-281,6 2 1,-6-2 99,2 5 0,-3 0-149,-1 0 1,0-1 176,0 1 0,0-5-20,0-2 1,0 0-151,0 0 437,0-2 0,-5-20 0,-1-3 0</inkml:trace>
  <inkml:trace contextRef="#ctx0" brushRef="#br0" timeOffset="325">706 210 7990,'7'0'-337,"-2"2"163,-5 1 1,0 0 144,0 4 1,0-3 52,0 3 0,-5 0 25,-3 4 1,-2 0 7,-1 0 0,0-3-1,0-1 0,0 0 4,0 5 1,0-5-6,0 0 1,4-1 57,0 2 18,4 1-62,-2-2-45,5 4 0,0 0-47,0 0 0,4-4-6,0 0 0,4 1-82,0 3 0,3-4-228,3 0 1,-2-3-2,3 3 1,1-4-88,-1 1 427,0 2 0,5-15 0,4 2 0</inkml:trace>
  <inkml:trace contextRef="#ctx0" brushRef="#br0" timeOffset="720">828 354 7967,'0'-7'-5,"0"-2"0,1 7 146,3-1 96,-3 2-49,9 1-267,-4 0 1,5 0 106,0 0 0,-4 0-169,1 0 0,-1 0 30,4 0 0,-1-2-181,-3-1 0,3 1-447,-3-1 473,3 2 0,-3-3 266,1 0 0,-6-1 0,2 2 0,-3 0 0,-1-4 0,0 3 0,0-3 0,0 3 0,0-3 0,-4 3-38,1-3 1,-6 4-120,2 0 305,-3 1 0,-1 2-75,0 0 1,4 0 270,-1 0-274,1 5 1,-3 1 8,3 5 0,2 0-19,5 0 0,0 1-3,0-1 0,0 0-47,0 0 1,0 0-120,0 0 1,5 0 35,2 0 0,3 0-182,1 0 0,1-1-102,3-3 357,-3-2 0,33-15 0,3-2 0</inkml:trace>
  <inkml:trace contextRef="#ctx0" brushRef="#br0" timeOffset="1053">1048 265 7954,'0'-6'110,"0"-4"1,1 9-33,3-2 1,-3 3 58,3 3 0,1 0-31,-1 4 0,1 0-139,-2 4 1,0 0 136,4 0 1,-3 1-81,3-1 1,-5 0-60,2 0 1,1 0-144,-1 0 93,-1 0 1,1 0 22,0 0 418,-1-5-233,-3 4 218,0-9-189,0 4-59,-4-10 1,2-2 68,-1-8 0,1 3 9,2-3 1,0 1-128,0 0 0,2 0-450,1-4 0,3 4-291,5 0 0,2 1 223,1 2 0,0 4 474,4 0 0,25 9 0,10-1 0</inkml:trace>
  <inkml:trace contextRef="#ctx0" brushRef="#br0" timeOffset="1552">1291 287 8054,'-5'-11'811,"4"5"-725,-4 1 206,5 5-105,0 0 1,3 2-6,1 1 1,1 2-168,-1 3 0,-3 1-103,3-1 1,0 2 110,0 1 0,1 3-29,-1 1 1,-3 0-124,3-4 1,-3 0-48,-1 0 1,0-4 38,0 0-176,0 1 286,0 3-5,0 0-23,0-5 33,0-1 0,0-6 1,0-3 0,0 1 6,0-4 1,4 0 13,-1-4 0,1 0-4,-4 0 1,0 0-6,0 0 1,1-2 3,3-1 0,-3 1 2,3-1 1,1 2-21,-2 0 0,5 1 4,-5 0 1,6 0-39,-2 0 45,3 5 0,1-2-6,0 4 1,0 0-33,0 4 0,0 2-7,0 1 1,0 0-69,0 4 1,-1 0-164,-3 4 1,2 0 67,-5 0 1,3 2-151,-3 1 0,1-5 371,-2 2 0,-2-2 0,3 2 0,-1-2 0,0-1 0,-2 2 0,4-4 0</inkml:trace>
  <inkml:trace contextRef="#ctx0" brushRef="#br0" timeOffset="2177">1599 332 7034,'8'0'164,"-1"0"54,-4 0 1,3 0 70,-3 0-70,-1-5-1,7 3 16,-2-2-244,4 4-269,0 0 121,0 0 0,-2-2-230,-1-1 306,2 1 0,-8-6-231,5 4 305,-4-4 0,2 1 9,-5-4 1,0 4 9,0 0 1,0-1 148,0-3 0,0 4-51,0 0 0,-1 1 12,-3-2 0,1 3 68,-4 5-93,0-5 0,-4 4-4,0-3-1,3 7 18,1 1 1,3 4 3,-3 0 0,3-2-83,-3 1 1,4 0-6,0 4 1,2 4-73,1 0 0,0 1-20,0-2 0,0-1-103,0 1 0,4-1 85,4-2 1,2 0-87,1 0 1,1-4 96,3 0 0,-3-4-41,3 1 1,0-3 57,0-1 1,0-5 6,-4-3 0,0 1-68,0-4 0,0 3 12,0-7 0,-4-1 35,1 1 0,-5-3 32,5 3 1,-6-4 86,2 0 0,-3 2-6,-1-1 1,0 0 155,0 0 0,-4-3-37,1 3 1,-6-2 162,2 2 0,1 1 66,-2 2 1,2 3-94,-1-3 1,1 3-4,2 1 0,3 4 14,-3-1 2,3 6 16,1-3-260,0 15 1,4-3 30,-1 8 1,6 1-132,-2-2 0,3 6 36,1-2 1,0 3-193,0 1 1,0 1-360,0 3 0,0-3 147,0 3 0,-1-3-46,-3-1 0,3 1 155,-3-1 0,0-4 31,0 0 262,-5-4 0,8-8 0,-4-7 0</inkml:trace>
  <inkml:trace contextRef="#ctx0" brushRef="#br0" timeOffset="2554">2107 166 7953,'0'-6'1014,"0"-4"-570,-5 9-243,-1-4 1,-5 6-36,0 3 1,-1-1-116,1 4 1,4-3 329,0 3-297,-1 0 0,-1 1-104,1-1 0,2-1-85,2 1 12,3 3 1,-4-4-178,5 5 1,5-3-203,3-1 0,1 0 74,2 4 0,4 0-75,0 0 1,3 0 208,-3 1 1,3-3 140,-3-1 0,0 1-14,-4-1 1,0 0 138,0 0 1,-1 2 42,-3-3 0,-2-1 357,-5 1 0,-1-1 150,-3 2 0,-2 0-261,-5-4 1,-5 3-167,-3-3 0,2 0-288,-1-4 1,0 3-516,-5 1 1,3 0 677,1-4 0,-2-5 0,4-1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1:26.0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56 7336,'4'-8'-635,"0"1"478,-1 4 0,-3-3 186,0 3 80,0 1-16,5-2 1,-4 2 104,3-1-71,-3 1-25,-1-2 209,0 4 0,4-2-87,0-1 262,-1 1-64,-3-2 518,0 4-753,0 4 1,0-1 24,0 4 0,0 1-46,0 3 0,0-3-79,0 3 0,0-2 5,0 5 0,2 4-23,1 0 0,-2 4-116,3 4 0,-3 1 98,-1 2 1,0 7-26,0-3 1,0 2-8,0-2 1,0 4-127,0 0 1,0 0 116,0-4 1,0 0-95,0 0 0,-3-4-149,-1 1 0,0-2 162,4 1 1,-3-3 58,-1-8 1,0 3-13,4-3 0,0 3 6,0 1 1,-3-3-27,-1-1 0,0-3 8,4 3 0,0-4 21,0 0 1,0 2 9,0-1 1,0 1-3,0-1 1,4-3 5,0 2 1,-1 2 2,-3-1 1,0 5-2,0-2 0,0-1 7,0 2 0,0-2-14,0 1 0,-3 3 5,-1-3 1,0-1-112,4 2 0,0-6 31,0 2 1,0-3 24,0-1 0,0 0 32,0 0 1,0 0-2,0 0 0,0 0 8,0 0 0,0 4 7,0 0 1,0 0-17,0-4 0,0 1 7,0 3 1,0-3 67,0 2 0,0-5 0,0-2 0,0 1 2,0 3 1,0-4-39,0 0 1,0-3 23,0 3-95,0-4-64,0 2 0,1-5 50,3 0-161,-3 5 154,4-4 0,-5 5-67,0-2 1,0-3 34,0 9 0,0-8-295,0 6-24,0-6-376,0 3 396,0-5 410,5 0 0,6-29 0,6-8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1:31.86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177 0 7548,'-6'6'216,"1"4"6,5-2 1,0 1-104,0 2 1,4 2-119,-1 1 0,5 3 61,-5 6 1,6-5-76,-2 0 0,-1 2 20,2 6 0,-5-4-156,5 0 1,-6-1 94,2-7 1,-3 5-115,-1-5 0,4 1 121,-1-4 0,1-4 40,-4 1-4,0-6 2,-5 3 1,3-5 5,-6 0 0,6-1-24,-2-3 1,2-1-11,-2-2 1,3-3 7,-3 3 1,-1-3-13,2-1 0,-5 4 27,5-1 0,-6 5 43,2-5 1,-3 5 79,-1-5 1,4 6-120,-1-2 0,1 3 248,-4 1 0,-4 0-19,0 0 1,1 1-39,3 3 1,0-2-15,0 6 1,0-1 77,0 4 1,4 1-57,4 3 0,-2-3-10,1 3 1,1-3-61,3-1 1,4 0-64,4 0 0,3-4-136,4 1 1,-2-6-2,5 2 0,1-3-157,3-1 1,0-1-281,0-3 1,0-2 517,0-5 0,10-49 0,2-12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1:34.3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45 7511,'1'-6'-919,"3"2"859,-3 3 185,4 1 17,0 0-25,1 0 24,5 0-85,0 0 1,0 0-6,0 0 1,-3 0 12,-1 0-22,0 0 1,4 0-178,1 0 175,-1 0 1,0 0-100,0 0 1,0 0 67,0 0 0,0 0-13,0 0 1,-4 0 10,0 0 0,1 0-6,3 0 1,0 0 18,0 0 0,0 0 4,0 0 0,1 0-15,3 0 1,-2 0 4,6 0 1,-2 0 5,1 0 0,7 0 51,-3 0 0,2 0 110,-2 0 1,4 0-181,0 0 1,1 0-97,-2 0 0,-1 0 85,1 0 1,-1 0-13,-2 0 0,-4 0 7,0 0 0,0 0 9,0 0 1,2 3 81,-6 1 1,6 0-69,-2-4 0,-1 0 4,2 0 1,-5 0-3,5 0 0,-1 0 1,4 0 0,-3 0-31,-1 0 0,-1 0-7,2 0 0,4 0-1,-5 0 0,4 0 23,-7 0 0,5 0-2,-2 0 0,-1 0-19,1 0 0,1 0 2,3 0 0,0 0-9,0 0 1,4 0-3,-1 0 0,6 0 28,-2 0 0,3 0-2,1 0 0,0 0 29,0 0 1,1-2 5,-1-1 0,0 2 60,0-3 0,0 3-71,0 1 1,-4 0 6,1 0 0,-1-2-14,4-1 1,-1 1-4,-3-1 0,-2 2 11,-5 1 1,-3 0-2,-1 0 0,-3 0-3,3 0 0,-4-4 5,0 0 76,-1 1 1,-2 3-64,0 0 12,0 0-50,0 0 0,-4 0-164,0 0 47,-4 0-271,2 0 76,-5 0 1,-5 0 0,-1 0-1</inkml:trace>
  <inkml:trace contextRef="#ctx0" brushRef="#br0" timeOffset="1486">926 12 7476,'-6'0'-730,"1"0"1214,5 0-428,5 0-30,-4 0 30,9 0 0,-7 0 0,4 0 1,-3 0 4,3 0-32,0 0 0,4-4-13,0 0 0,0 1-20,0 3 0,2 0-1,1 0 1,0 0 8,4 0 1,-1 0-9,2 0 1,2 0-4,-3 0 1,7 0-10,0 0 1,0 0 22,-7 0 0,3 0 25,-3 0 0,7 0 2,1 0 0,-4 0-31,-4 0 0,0 0 3,4 0 1,0 1-8,0 2 0,-3-1-2,-1 1 0,-1-1 48,2-2 1,2 0-1,-3 0 0,-1 0 9,1 0 0,-4 0-18,1 0 1,2 0 4,1 0 0,-2 0-29,-1 0 1,1 0 5,-2 0 0,5 0 18,-5 0 0,5 0-3,-4 0 1,3 1-36,-3 2 1,4-1-12,0 1 0,0-1-32,0-2 0,1 0 49,-1 0 0,0 0-5,0 0 1,0 3-7,-4 1 0,1 0-5,-1-4 0,1 0 3,2 0 0,-2 0-4,-5 0 0,4 0 14,-1 0 0,5 0-1,-5 0 1,2 0-1,-1 0 1,-2 0 7,6 0 1,-4 0 0,3 0 1,-5 0 27,2 0 0,2 0 7,2 0 1,-3 0-21,-2 0 1,2 0-8,-1 0 0,4 0-17,0 0 1,-3 0-6,-2 0 1,2 0-100,-1 0 0,5 0 99,-2 0 1,-1 0-6,2 0 1,-6 0-2,2 0 0,2 0-2,1 0 0,-2 0 25,-1 0 1,1 0-25,-1 0 1,3 0 27,-3 0 1,1 0 13,-2 0 0,-2 0 5,3 0 0,1 0 21,-1 0 1,3 0 5,-3 0 1,0 0 4,-4 0 1,3 1 10,1 3 0,1-3-2,-1 2 0,-3-1 84,3-2 0,-3 0-43,-1 0 0,0 0-41,0 0 1,0 0-106,0 0 0,0 0 32,0 0 1,-4 0-97,1 0 118,-6 0 1,4 0-3,-2 0-55,-3 0-7,4 0-2725,-5 0 2764,-5 0 0,-1 0 0,-5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1:37.5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1489 6692,'0'-6'208,"0"1"-71,0 5-76,5 0 1,-2-4 24,4 1 0,-3-1 3,3 4 0,0 0-105,4 0 1,0 0 80,0 0 0,0 0-85,0 0 1,2-4 79,1 0 1,-1 1-109,1 3 0,2 0 96,-1 0 0,5-1-7,-2-3 0,3 3-52,1-3 0,0 3-3,0 1 1,0-4 27,0 0 0,0 1 9,0 3 0,0 0-48,0 0 0,0 0 32,0 0 1,-3 0-7,-1 0 0,0-1-8,4-3 1,1 3-6,-1-3 1,-4 3 13,0 1 1,1 0 0,3 0 0,-1-4 36,-3 0 0,3 1 2,-3 3 1,3-4-2,1 0 1,0 1-19,0 3 1,0 0 4,0 0 0,-3-4 35,-1 0 1,3 1-6,1 3 1,2 0 25,-5 0 1,2 0 13,1 0 0,0 0-13,0 0 0,-2 0 9,-1 0 1,0 0-22,-4 0 1,5 0-60,-2 0 1,2 0-128,-2 0 0,3 0 79,-3 0 0,3 0 11,1 0 0,0 0-17,0 0 0,0 0-102,0 0 1,0 0 124,0 0 1,1 0-15,-1 0 1,0 0 77,0 0 1,0 0-28,0 0 0,0 0 88,0 0 1,0 0-72,0 0 0,0 0 15,0 0 0,0 0-8,0 0 1,0-4-2,0 0 1,0 1-109,0 3 0,4 0 39,0 0 1,0 0-13,-4 0 1,2 0-1,-2 0 0,6-4-9,-6 0 0,0 1-9,0 3 0,-3 0-3,3 0 1,0 0 14,-4 0 1,3 0-5,1 0 0,0 0 28,0 0 1,0 0 3,0 0 0,-3-4 57,-1 0 0,0 1-36,5 3 1,-5 0 5,0 0 0,-1 0-3,2 0 0,0 0 5,-4 0 0,3 0-21,-3 0 1,1-2 1,-1-1 0,-3 1 3,3-1 0,-2 2-7,2 1 0,-3 0-30,3 0 0,-2 0 39,2 0 1,-3 0-1,3 0 1,2 0 0,1 0 1,-2 0 2,-1 0 1,1 0 31,-1 0 0,3 0 6,-3 0 1,3 0-20,-3 0 1,1 0 11,-2 0 1,-1 0-26,1 0 1,-1 0 29,-2 0 1,0 0 4,0 0 0,1 0-1,3 0 1,-5 0 1,4 0 1,-4-4-32,5 0 1,-2 1-5,2 3 0,-3 0 1,3 0 1,-2 0 4,2 0 1,-3 0-538,3 0-183,-3-5-214,-1 3 619,0-2 1,-5 2 299,-2-1 0,-17-8 0,-6-7 0</inkml:trace>
  <inkml:trace contextRef="#ctx0" brushRef="#br0" timeOffset="1316">3098 12 7620,'6'-6'484,"-1"1"1,-5 6-258,0 3 0,4 2-58,-1 5 0,1 0-3,-4 0 0,0 5-35,0 2 0,0-1-11,0 2 0,1 0 69,3 7 1,-3-3-7,3 3 0,1 1-185,-1-1 1,0 4-220,0 0 0,-3-2 68,3 1 1,-3-4 62,-1 0 1,1-1 101,3-2 0,-3 0 2,3 0 0,-3-4-12,-1 1 1,0-6 73,0 2 0,0-2 12,0 2 0,0-3-11,0 3 0,0-3-31,0-1 1,0 1 11,0 3 0,0-3 8,0 3 0,0-2-159,0 2 1,0-3 79,0 3 1,-1 1 20,-3-1 0,3-1 64,-3-3 0,3 0-1,1 0 0,0 4-28,0 0 0,0 0 12,0-4 0,0 0 66,0 0-52,0 0 0,4 0-10,0 0 1,-1 0 41,-3 0-55,0 0 1,0 0-2,0 0 1,0 0-4,0 0 0,0 0-15,0 0 1,0-4 3,0 1 1,0-1 17,0 4-49,0 0 0,1-1 30,3-3-28,-3 3 0,5-5-3,-2 2 1,-3 3 9,3-3 1,-3 0-7,-1 0 1,2-1-14,1 1 1,-2 3-3,3-3 0,-3 0 66,-1 0 0,0 0 0,0 4 17,0 0 31,0 0 13,0 0-68,0 0 0,2-1 53,1-2-16,-2 1-40,4-2 1,-5 0 10,0 0 0,0-3-37,0 3 1,0-3 21,0 3 29,0-4-4,0 7-66,0-4 1,0 1-162,0 0 118,0-4 1,0 3-268,0-2-454,0-3-874,0 4-881,0-5 2520,0-5 0,-19-31 0,-6-11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1:39.9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1 320 9933,'0'11'128,"1"0"-172,3 0 0,-3 0 93,3 0 0,-3 4-59,-1 0 0,0 3 37,0-3 1,0 1-29,0-2 1,0-1-130,0 1 1,0-5-32,0-2-373,0 0 30,0 5-443,0-1 161,0-5 5,0-1 781,0-5 0,10-25 0,2-6 0</inkml:trace>
  <inkml:trace contextRef="#ctx0" brushRef="#br0" timeOffset="1451">45 320 7145,'-6'0'560,"1"0"-444,0 0 35,4 0-39,-4 0 77,5 0 1,5 0-147,2 0 0,-1 0-16,2 0 0,0 0-2,7 0 1,-3 0 39,3 0 0,2 0-9,1 0 0,0 0-15,0 0 1,0 0 8,4 0 0,0 0-47,0 0 0,-3-1 40,-1-3 0,-1 3 5,2-3 0,2 3-62,-3 1 1,-1 0-12,1 0 1,-3 0 25,3 0 1,1 0-9,3 0 1,-4 0 9,1 0 1,-1 0-3,4 0 1,0 0-1,0 0 0,-3 0 1,-1 0 1,0 0 10,4 0 1,0 0-16,0 0 1,-3 0-2,-1 0 1,-1 0 17,2 0 0,2 0 0,-3 0 0,-1 0-9,1 0 0,0 0-2,0 0 0,3 0-2,-3 0 1,-1 0-5,2 0 1,-5 0-1,5 0 0,-1 0-12,4 0 0,-3 0-4,-1 0 1,-3 0 14,3 0 1,-1 0-4,2 0 0,1 0 7,-1 0 0,2 0 2,1 0 1,-4 0 0,0 0 1,-1 0-2,2 0 1,2 0 1,-3 0 1,2 0-16,-2 0 1,3 0-2,-3 0 0,-1 0 10,2 0 0,-2 0-1,1 0 1,2 0-11,-5 0 0,3 0 11,-3 0 1,3 0-1,-3 0 1,3 0-14,-3 0 1,4 0 0,0 0 0,-2 0 10,1 0 0,-1 0-2,2 0 0,2 0 4,-3 0 1,-1 0 0,2 0 1,-5 0 4,5 0 1,-5 0-6,5 0 1,-2 0 0,1 0 0,2 0-2,-6 0 1,6 0 2,-2 0 0,2 0-1,-2 0 1,2 0-2,-5 0 1,4 0-1,0 0 0,-2 0 0,1 0 0,-1 0-3,2 0 0,2 0 0,-3 0 0,-1 0-7,1 0 1,-4 0 7,1 0 0,2 0-5,1 0 0,-1 0 5,2 0 1,-5 0-2,5 0 1,-2 0 2,1 0 0,2 0 1,-5 0 0,3 0 16,-3 0 1,4 0-18,0 0 1,-2 0-27,1 0 0,-4 0 18,0 0 0,2 0-1,-1 0 0,0 0 5,-4 0 1,3 0-3,1 0 0,3 0-24,-3 0 0,0 0-4,-4 0 1,1 0 2,3 0 0,-3 0 0,3 0 1,-2 0 14,2 0 1,-3 0 8,3 0 1,-3 0 3,-1 0 0,0 0-13,0 0 1,0 0-1,0 0 0,0 0 12,0 0 0,0 0 4,0 0 0,-3 0-5,-1 0 0,-3 0-1,3 0 0,-3 0-109,3 0 0,-3 0 94,3 0 1,-3 0-38,3 0 0,-3 0 0,3 0-8,1 0 37,3 0 1,0 0 9,0 0 1,-4 0-8,0 0 0,-3 0 12,3 0 1,-3 0-30,3 0-6,-4 0 5,7 0 43,-9 0 0,5 0 2,-2 0-126,-3 0-191,4 0-56,0 0 184,-4 0-78,4 0 0,-4 0-122,3 0 388,-3 0 0,4 0 0,-5 0 0,-5 0 0,-1 0 0</inkml:trace>
  <inkml:trace contextRef="#ctx0" brushRef="#br0" timeOffset="2374">3176 309 7270,'0'6'881,"0"-1"-561,0-5-28,0 5-113,0 1-82,0 5 0,1 0-30,3 0 0,-3 0-8,3 0 0,-3 1-96,-1 3 0,0-1 68,0 4 1,0-3-33,0 3 0,0 0 57,0 4 0,0-1-8,0-2 0,-1 2 32,-3-3 1,3-1 22,-3 1 0,3 0-60,1 0 1,-4-1-34,1-2 0,-1-2 7,4 6 1,0-6-21,0 2 0,0-2-10,0 2 0,0-3 37,0 3 1,0 1-15,0-1 0,0-1-9,0-3 1,-1 2 1,-3 1 1,3-2 48,-3 3 1,3-3-36,1-1 0,0 2 72,0 1 0,0-1-60,0 1 0,-1-1 5,-3-2 0,3 1-14,-3 3 0,3-3-5,1 3 0,0-3-18,0-1 1,0 1-11,0 3 0,0-3-29,0 3 0,1-3 34,3-1 0,-3 0-2,3 0 0,-3 0 3,-1 0 1,1 0 1,3 0 1,-3 0 3,3 0 1,-3 0 0,-1 0-11,0 0 0,0 0 10,0 0 0,0 0-25,0 0 1,0-3 51,0-1 0,0 0 1,0 4 1,0-3 13,0-1 1,0 0 95,0 4 1,0-3 6,0-1-58,0 1 1,0 3-24,0 0 0,0-4 57,0 0-139,0 1 0,0 3 24,0 0 0,0-4-24,0 0 1,4-3 13,-1 3-183,1 1 175,-4 3 1,0 0-29,0 0 75,5-5 1,-4 4 44,3-3 41,-3-2-95,-1 5 1,1-5 9,3 2 0,-3-1-18,3-2 8,-3-3-56,-1 9 1,4-8-48,-1 6-57,1-6 124,-4 8-29,0-4 1,0 1-68,0 1-8,0-6 36,0 8 0,0-8-316,0 6 224,0-6 1,0 4-522,0-2-637,0-3 228,0 4 867,0-5 0,0-15 0,0-3 0</inkml:trace>
  <inkml:trace contextRef="#ctx0" brushRef="#br0" timeOffset="2650">3220 1720 7790,'0'6'593,"0"-1"1,-1-5-324,-3 0 1,2 0 115,-6 0 0,5 0 86,-5 0 1,-3 1-137,-3 3 0,-6-3 30,2 3 0,-7-3-199,-1-1 0,-3 0-210,3 0 1,0 0 61,4 0 1,2 0-134,1 0 0,3 0-713,5 0-269,5 0 0,2 0 1096,8 0 0,32-15 0,11-3 0</inkml:trace>
  <inkml:trace contextRef="#ctx0" brushRef="#br0" timeOffset="3711">299 111 6644,'0'-7'1343,"0"-2"-1112,0 7 1,0-4 182,0 3 9,0 1-1,0-2-80,0 4 25,4 0-23,-2 4-271,7 3 1,-6 4 17,4 0 1,-4 0 88,0 0 1,0-4-237,0 0 1,-1 1-58,1 3 0,-1-4-172,-2 0 118,0 1 0,0 3-149,0 0 1,0-4-412,0 1-424,0-6-39,0 8 563,0-9 627,0 4 0,5-15 0,1-2 0</inkml:trace>
  <inkml:trace contextRef="#ctx0" brushRef="#br0" timeOffset="5246">332 66 7689,'0'-11'427,"0"5"-749,0-3 232,0 7 0,1-3 167,2 5 1,0 0 43,4 0 0,-3 0-8,3 0 0,1 0 16,3 0 1,0 0-89,0 0 0,3 0-32,1 0 1,1 0 74,-1 0 0,-2 0-52,6 0 1,-5 0-9,5 0 1,-6 0 11,2 0 1,2 0-28,1 0 1,0-1 2,0-2 1,-3 1-77,3-1 1,-3 1 62,3 2 1,-3 0-17,3 0 1,-3 0 19,3 0 1,-1 0 37,2 0 1,0 0 8,-4 0 0,1 0-7,-1 0 0,-2-1 5,5-3 0,-4 3-31,1-2 0,1 1 5,-2 2 0,2 0-15,-1 0 1,-3 0-7,3 0 0,-2 0 50,2 0 1,-2-1-37,6-3 1,-6 3 0,2-2 0,-1 1-20,0 2 1,0 0-2,4 0 1,-4 0 15,0 0 0,2 0-2,-1 0 1,3 0-15,-3 0 0,1 0-9,-1 0 1,-2 0-8,5 0 0,-3 0 22,3 0 0,-4 0 4,1 0 0,1 0 4,-2 0 1,5 0 1,-5 0 1,2 0-9,-1 0 1,-2 0 0,6 0 1,-6 0-5,2 0 1,1 0 5,-1 0 0,1 4-64,-2 0 0,0-1 40,4-3 1,-3 0-5,3 0 1,-3 0 2,3 0 0,-1 0 0,2 0 0,0 0-1,-4 0 0,1 0-1,-1 0 1,-2 0 11,6 0 0,-6 0 1,2 0 0,-2 0 28,2 0 1,-2 0-19,6 0 1,-5 0 1,5 0 0,-2 0-2,1 0 1,3 0 1,-2 0 1,-2 0-2,1 0 1,-3 0-1,3 0 0,-1 0-2,2 0 0,0 0-1,-4 0 0,5 0 15,-2 0 0,-1 0-11,1 0 0,-4 0 2,1 0 0,1 0-52,-2 0 1,2 0-4,-1 0 1,-3 0 42,3 0 1,1 0-3,-2 0 1,1 0-38,-4 0 1,0 0 37,0 0 0,0 0 6,0 0 0,4 0 10,0 0 1,-1 0 4,-3 0 1,0 0-9,0 0 0,4 0 8,0 0 0,-1 0-9,-2 0 0,-1 0-2,0 0 1,3 0-30,1 0 1,0 0-4,-4 0 0,3 0 4,1 0 1,0 0 14,-4 0 0,0 0-5,0 0 0,4 0 12,-1 0 0,1 0 0,-4 0 1,0 0-26,0 0 0,0 0 1,0 0 0,0 0-3,0 0 1,0 0-5,0 0 1,1 0 40,3 0 1,-3 0-25,3 0 0,-3 0 10,-1 0 1,0 0-15,0 0 1,0 0 0,0 0 1,0 0-15,0 0 1,1 0 1,-1 0 0,0 0 21,0 0 0,0 0-3,0 0 0,0 0 14,0 0 1,0 0-1,0 0 1,1 0 21,3 0 0,-3 0-26,3 0 1,-7 0 4,0 0 1,0 0 4,7 0 0,-7 0 3,3 0 0,-2 0-13,2 0 0,0 0-2,0 0 0,0 0-5,0 0 0,-4 0 10,1 0-1,-1 0-2,4 0 2,0 0 1,-3 0 36,-1 0 8,-5 0 68,3 0 369,-5 0-625,5 0 94,-4 0-36,4 0-230,-5 0 153,5 0 65,-4 0 83,4 0 21,0 0-16,-4 0 163,4 5-125,0-4 28,-4 4 13,4-5-6,-5 0-77,5 0 74,-4 0-7,4 0 77,0 5 15,-3-3-2,2 2 25,-4-4-104,0 0-93,5 0 1,-3 0 0,2 2-47,-4 1-11,0-1-152,0 2-2699,0-4 2938,0 5 0,0-3 0,5 7 0,1-3 0</inkml:trace>
  <inkml:trace contextRef="#ctx0" brushRef="#br0" timeOffset="6238">3451 89 7691,'-1'-8'-638,"-2"1"510,1 4 290,-3-2 53,5 5 236,0 0-223,0 5 0,0-2-65,0 4 0,0 1-153,0 3 0,2 0 102,1 0 1,-1 1-150,1 3 0,-2-2 56,-1 5 1,0-3-56,0 3 1,0-3 78,0 4 0,0-1-22,0 4 0,0-4 23,0 1 0,0-2-16,0 1 1,0 2-32,0-5 0,0 3 1,0-3 0,0 1 3,0-2 1,0-2 28,0 3 1,0-3-3,0-1 0,0 0 60,0 1-49,0 3 1,0-2 20,0 1 1,0-1 99,0-2-3,0 0-108,0 0 1,0 0-33,0 0 0,0-4 82,0 0-162,0 1 0,0 3 48,0 0-8,0 0 1,0 0 22,0 0-5,0 0 0,0 0 3,0 0 1,0 0 6,0 0 47,0 0 0,0 0-37,0 0 33,0 0 1,0 0-47,0 0 1,0 0-2,0 0 7,0 0 0,0 0 0,0 0 1,0 0-11,0 0 1,-3-3-7,-1-1 0,0 0 89,4 4 0,0-3-73,0-1 1,0 0 94,0 5 0,0-1-63,0 0 0,-1 0 5,-2 0 1,1-4 12,-1 0 0,1 1 6,2 3 0,0 0-3,0 0 0,-3 0-1,-1 0 0,0 0 1,4 0 1,0 0 33,0 0-69,0 0 1,0 0-7,0 0-13,0 0-29,0 0 0,0 0-11,0 0 0,0-4-44,0 1 1,0-5 78,0 5 0,0-5-104,0 5 1,0-5 79,0 5 1,0-5-30,0 5 1,0-4 45,0 3 1,0-3 1,0 3 1,0-3 3,0 3 1,0-3 8,0 3 0,0-3 47,0 3 0,0-3-39,0 3 1,0-3 31,0 3-37,0-5-3,-5 8 1,4-7 14,-2 4 0,1-4-109,2 6 37,0-3 0,0 2-294,0-1 262,0-4 0,0 3-156,0-3-201,0-1-508,0 3 378,0-5 0,0-10 0,0-3 0</inkml:trace>
  <inkml:trace contextRef="#ctx0" brushRef="#br0" timeOffset="6452">3407 1434 7858,'-6'4'1002,"0"-2"-755,2 1 0,2-1 146,-5-2 0,3 0 7,-3 0 1,-1 0-52,-3 0 1,0 0-244,0 0 1,-4 0-187,1 0 1,-6 0 50,2 0 0,2 0-134,1 0 1,3 0-866,1 0-1360,0 0 2388,5 0 0,20-15 0,11-4 0</inkml:trace>
  <inkml:trace contextRef="#ctx0" brushRef="#br0" timeOffset="7144">3606 596 7691,'0'-8'789,"0"1"-471,0 0-217,0 0 0,0 1-219,0 3-168,0 1-718,0-2-224,0 4 1228,5 0 0,1 4 0,5 3 0</inkml:trace>
  <inkml:trace contextRef="#ctx0" brushRef="#br0" timeOffset="7411">3760 452 7691,'6'0'119,"4"0"0,-9-1-282,3-3 1,-2 3-731,2-2 431,-3 1 274,4 2 0,-5-1 188,0-3 0,-5-2 0,-1-5 0</inkml:trace>
  <inkml:trace contextRef="#ctx0" brushRef="#br0" timeOffset="7602">3926 320 7691,'6'-1'239,"-3"-3"506,-1 3-637,-2-9-299,0 9 1,0-5-366,0 2 0,1 3 556,2-3 0,-1 8 0,3 2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1:49.75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34 7036,'-11'0'766,"5"0"-507,1 0 122,5 0-320,5 0 0,1 0-56,5 0 1,-2 0 46,2 0 1,-3 0-105,7 0 1,-3 0 93,-1 0 1,2 0-87,1 0 0,-1-4 42,1 0 1,2 1-107,-1 3 0,3 0 120,-3 0 1,3 0-12,-3 0 1,3 0-44,-3 0 1,4 0-11,-5 0 0,5 0 32,-5 0 0,6 0 17,-2 0 1,3 0 1,1 0 1,0 0 26,0 0 1,0 0-29,0 0 1,0 0 5,0 0 1,-3 0 3,-1 0 0,1 0 2,3 0 0,-2 0 15,-1 0 0,2 0 3,-3 0 1,-1 0-2,2 0 1,-5 0 2,5 0 1,-2-2 5,1-1 0,3 1 4,-3-1 1,-1 2-76,2 1 0,-2 0 21,1 0 1,3 0-7,-2 0 0,0 0-4,0 0 1,1 0-84,-1 0 1,-2 0 64,1 0 1,-3 0-14,3 0 0,-3 0 39,3 0 0,0 0 1,0 0 1,3-2 47,-3-1 0,-1 1-32,2-1 1,-1 2 9,4 1 0,-4 0-12,1 0 0,-1 0 5,4 0 1,0 0-9,0 0 1,0 0-1,0 0 1,-3 0-40,-1 0 0,1 0-6,3 0 0,-2 0-10,-1 0 1,2 0 22,-3 0 0,2 0-5,-2 0 1,3 0 7,-3 0 0,3 0-8,1 0 1,0 0 37,0 0 1,-1 0-1,-3 0 0,3 0 11,-2 0 0,1 0 6,2 0 1,-3 0-11,-1 0 1,-3 0-13,3 0 0,1 0-47,3 0 0,-4 0 45,0 0 1,1 0-62,3 0 1,0 0 40,0 0 1,0 0-7,0 0 0,-4 0 5,1 0 0,-2 3 34,1 1 0,2 0-1,-5-4 1,1 0-29,-2 0 1,0 0 63,4 0 0,-4 0-33,0 0 0,0 0 6,0 0 0,-1 0-11,1 0 0,2 0 1,-1 0 0,3 0-33,-3 0 0,3 0-9,-3 0 1,4 0-8,-5 0 0,5 0-7,-5 0 0,1 0 12,-4 0 1,0 0 35,0 0 1,0 0 5,0 0 1,-4 0 1,1 0 0,-1 0 5,4 0 0,0 0-32,0 0 19,0 0 1,0 0 0,0 0 0,0-4-70,0 0 0,0 1-358,0 3 362,0 0 0,0 0 72,0 0 0,-4 0 0,2 0 0,-12 4 0,1 3 0</inkml:trace>
  <inkml:trace contextRef="#ctx0" brushRef="#br0" timeOffset="656">2867 23 7746,'6'0'-403,"-1"0"0,-4 0 827,2 0-251,-1 5 1,4-4-14,-2 2 0,-3 0 12,2 1 1,-1-2-81,-2 5 1,1-3-35,3 3 34,-3 1 1,4 3-12,-5 0 1,0 0-144,0 0 1,3 0 115,1 0 0,0 4-121,-4-1 1,0 2 81,0-1 1,0-3-97,0 3 0,0 1 62,0-2 1,0 5-9,0-4 1,0 0 41,0 0 1,0-1-7,0 4 1,0-5 28,0 2 1,0 1-20,0-1 1,-4 1 4,0-2 0,1-1-7,3 1 0,0 2 5,0-1 1,0 0-1,0-4 0,0 0-1,0 0 1,0 3-6,0 1 1,0 0-8,0-4 0,0 1-3,0 3 0,0-3 11,0 3 1,0-3 4,0-1 0,0 0 18,0 0 0,0 4-20,0-1 0,0 1-41,0-4 0,0 0 56,0 0 0,1 2 2,3 1 0,-3-2 12,2 3 0,-1-3 3,-2-1 0,1 0-14,3 0 0,-3 4 0,2 0 1,-1 0 31,-2-4 11,0 0-62,5 5 1,-4-4 3,3 3 0,-3-3 21,-1-1-13,0 0 1,0 0-1,0 0 1,0-4 3,0 1-9,0-1-179,0 4 138,0 0 0,0-4-390,0 1-235,0-6-268,0 3-34,5-5-79,-4 0 1021,4 0 0,-5-15 0,0-3 0</inkml:trace>
  <inkml:trace contextRef="#ctx0" brushRef="#br0" timeOffset="1868">2051 1368 7117,'-11'0'-566,"0"0"0,3 0 972,1 0-21,5 0-634,-8 0 302,9 0-12,-4 0 162,5 0-156,0-5 0,-2 3 221,-1-1-154,2 2 214,-4 1 841,5 0-1116,5 0 1,-3 0-9,5 0 0,-3 0-99,3 0 0,1 0 78,3 0 1,0-4-92,0 0 0,3 1 75,1 3 1,1 0-11,-1 0 1,-2-4-63,6 0 1,-5 1 79,5 3 0,-6 0 3,2 0 0,1-4 23,-2 0 0,5 0 7,-4 4 0,3-1-33,-3-2 1,3 1 1,-3-1 0,3 1 33,-3 2 1,1 0 5,-2 0 1,-1 0 20,1 0 0,2-1 14,-1-2 1,0 1 11,-4-1 1,3 1-85,1 2 0,1 0 4,-1 0 1,-3-1-22,3-2 1,-2 1-12,2-1 1,-3 1-2,3 2 1,-7 0-14,0 0 0,-1-3 49,4-1-24,0 0 0,0 4-7,0 0-14,0 0 0,0-3 2,0-1 0,0 0 15,0 4 0,0 0-7,0 0 53,0 0 1,0-1 2,0-3 0,0 3 42,0-2 0,-3 1-1,-1 2 26,-4 0-73,6 0-14,-2 0 0,4-1-19,0-3-15,0 3 0,0-4 27,0 5-19,0 0 0,0 0-4,0 0 1,-4 0-65,0 0-66,1 0 0,-1 0 13,0 0-244,-4 0 56,2 0 1,-5-1-1100,0-3 1406,0 3 0,-15-14 0,-3 3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1:52.68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23 6905,'0'-6'673,"0"1"-265,0 0-142,0 4 8,0-4 423,0 5 1,0 5-541,0 2 1,0 3-55,0 1 1,0 0-101,0 0 1,0 1 79,0 3 1,0-3-110,0 3 0,0-3 14,0-1 0,4 4 62,0-1 0,-1 1-19,-3-4 0,2 0 72,1 0-52,-2 0 0,4 0 0,-5 0 0,0-3 9,0-1 1,0-3-29,0 3 0,2-5 18,1 2-24,-2 2-339,4-5 2,-5 4-829,0-5 565,5 0-135,-3 0 218,2 0 1,-4-1 491,0-3 0,0-16 0,0-10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1:53.37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44 7765,'0'-7'209,"0"0"-16,0 4 161,0-7 116,0 9-83,0-9-1,5 9-200,-4-4 1,4 6-29,-5 3 0,1 1-24,3 2 0,-3 3 14,3-3 1,-2 7-143,2 1 1,-3-1 18,3-3 1,-2 4-108,2 0 0,-3-1 112,3-3 1,-3 0-109,-1 0-5,0 0 1,0 1-135,0-1 1,0-4-900,0 0-31,0 1 385,0 3 1,0-4 162,0 0 599,0-4 0,5-18 0,1-9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2:04.67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33 7771,'6'5'-610,"-1"-4"314,0 4 388,-4-5 102,4 0 15,0 0 8,-4 0-141,9 0 1,-8 0 54,6 0-177,-6 0 55,8 0 14,-4 0 0,5 0-18,0 0 1,-3 0-6,-1 0 1,0 0-20,4 0 1,-3 0-1,-1 0 0,0 0 20,4 0 0,0 0-2,0 0 0,2 0 19,1 0 0,-1 0 18,1 0 1,2-4 0,-1 1 1,0-1-3,-4 4 0,3 0 6,1 0 1,1 0-34,-1 0 1,-3-4 2,3 1 1,-2-1 14,2 4 0,-3 0-3,3 0 1,-3 0-12,-1 0 0,1 0-15,3 0 0,-3 0-7,3 0 1,-3 0 5,-1 0 1,0 0-5,0 0 0,4 0-6,0 0 1,-1 0-3,-3 0 1,0 0 6,0 0 1,4 0-5,0 0 0,-1 0 9,-2 0 1,-1 0 2,0 0 0,0 0 1,0 0 0,3 0 0,1 0 1,0 0 0,-4 0 0,0 0 0,0 0 0,0 0 2,0 0 1,4 0-57,-1 0 1,1 0-7,-4 0 1,0 0 15,0 0 1,1 0 31,3 0 1,-3 0-4,3 0 1,-3 0 9,-1 0 0,1 0 1,3 0 1,-3 0 2,3 0 0,-1 0 4,0 0 0,-2 0-4,3 0 0,1-1 5,-1-3 1,0 3 3,-4-3 0,3 3-20,1 1 0,1 0-1,-1 0 0,-3 0-7,3 0 1,0 0-3,0 0 1,1 0 19,-1 0 0,-3 0-1,3 0 0,1 0 3,-2 0 0,1 0 1,-4 0 1,1 0 15,3 0 1,-3 0-18,3 0 0,1 0 2,-1 0 1,-1 0-2,-3 0 0,5 0 0,3 0 1,-3 0-14,-2 0 1,0 0-1,0 0 0,2 0 4,3 0 0,-2 0-3,-2 0 1,-3 0 9,2 0 1,2 0-2,-1 0 1,0 0 1,-4 0 0,4 0-3,-1 0 0,1 0 1,-4 0 1,1 0 13,3 0 0,-3 0 2,3 0 1,1 0-3,-2 0 0,1 0 1,-4 0 0,0 0-6,0 0 1,4 0-8,0 0 0,-1 0-1,-3 0 0,0 0 0,0 0 1,0 0-3,0 0 0,0 0 3,1 0 0,-1 0-3,0 0 1,0 0-2,0 0 1,0 0-2,0 0 1,1 0 1,3 0 1,-3 0 1,3 0 0,-3 0 0,-1 0 0,1 0-7,3 0 0,-7 0-1,3 0 1,-2 0-4,2 0 0,0 0-3,0 0 1,0 0 8,0 0 1,0 0-3,0 0 1,0 0 10,0 0 1,0 0-12,0 0 1,0 0 49,0 0 1,2 0-40,1 0 0,-2 0 2,3 0 1,-3 0-1,-1 0 1,2 0 3,1 0 1,-1 0-8,1 0 0,-1 0-4,-2 0 1,0 0 82,0 0 1,0 0-15,0 0 1,-4 0 9,0 0 1,1 0-69,3 0 1,-4 0 15,0 0-14,1 0 1,3 0-5,0 0 0,-4 0 11,1 0 1,-5 0-10,5 0 0,-5 0-3,5 0-62,-1 0 29,4 0 19,0 0 3,0 0 2,0 0 0,-4 0-2,1 0 1,-5 0 23,5 0 0,-5 0 0,5 0 1,-5 0-1,5 0 0,-4 0-13,3 0 1,-3 0 17,3 0 1,-3 0-11,3 0 2,0 0-6,4 0-9,0 0 0,0 0-5,0 0 1,-3 0-4,-1 0 0,-3 0-32,3 0 14,0 0 1,1 0-321,-1 0 191,-4 0 82,6 0-240,-7 0 0,4 0 311,-3 0 0,-6-5 0,2-1 0</inkml:trace>
  <inkml:trace contextRef="#ctx0" brushRef="#br0" timeOffset="1209">2977 11 6257,'0'6'515,"0"-1"480,0-5-777,0 5-112,0-4 0,0 5 89,0-2-41,0-3-97,0 9 1,0-4-85,0 5 1,0 0-33,0 0 0,1 0 9,2 0 1,-1 2 41,1 1 0,-1-2-11,-2 3 1,3 1-4,1-1 1,0 1 21,-4-2 1,0-1-8,0 1 1,1 0-16,3 1 1,-3-3 18,2 2 1,-1-1-2,-2-2 0,0 3 3,0 1 0,0 0 0,0-4 1,0 0 21,0 0 1,0 0 2,0 0 0,0-4 7,0 1 0,0-1-13,0 4-5,0 0 1,0 0-10,0 0 1,1 0-4,3 0 1,-3-3 12,2-1 0,-1 0-1,-2 4 1,0-3-2,0-1-7,0 0 0,0 4-27,0 0 22,5 0 1,-4 0 0,2 0 1,-1-3-3,-2-1-3,5 0 1,-4 4-6,2 1 0,-1-5-16,-2 0 22,5 1 0,-4 3-2,3 0 1,-3-4-13,-1 0 13,0 1 2,5 3 0,-4 0 21,3 0 0,-3-4 3,-1 0 0,0-3 10,0 3 0,0-3 45,0 3-41,0 1-14,5 3 0,-4 0 46,3 0 0,-3-4-46,-1 1 0,0-5 42,0 5 1,0-5 0,0 5 2,0-1-51,0 4-8,0 0 0,1-1-16,3-3 0,-3 3 1,4-4-7,-5 5 0,0-4 36,0 1 90,0-6 0,0 8 2,0-3 10,0-2 56,0 5-86,0-4 1,0 2-47,0-1 1,0-3 87,0 3-183,0-5 0,0 5 68,0-4-15,0-2-19,0 9 1,0-7-22,0 4-12,0-4 14,0 6 0,0-6-87,0 4-14,0-4 108,0 6 0,0-6-32,0 4 89,0-4-58,0 6 1,0-6-27,0 4 11,0-4 1,0 3-30,0-3-16,0-1-34,0 3-8,0-1-17,0-2-153,0 3-65,0-5 142,0 5 1,1-4-621,3 2 189,-3-1 652,4-2 0,-5 0 0,0-10 0,0-2 0</inkml:trace>
  <inkml:trace contextRef="#ctx0" brushRef="#br0" timeOffset="2201">2690 1257 7721,'-5'-6'-149,"4"0"358,-3 2 111,3 3 140,-4-4-50,4 5-652,-4 0-63,5 0 366,5 0 1,1 0-150,5 0 1,1 0 119,3 0 1,-3-1-15,3-3 1,1 3-51,-2-3 0,6 3 2,-2 1 1,0 0 14,0 0 0,-3-1-49,3-3 1,0 3 22,4-3 0,-4 3 1,-4 1 0,2-4-8,-1 0 1,3 1 33,-3 3 0,0-2-17,-4-1 5,0 2 14,0-4 1,-4 5 234,0 0-165,-4 0 160,2 0-37,-5 0-45,-5 0 5,4 0 53,-9 0-94,4 0 1,-5 0-9,0 0 1,0 0 81,0 0 0,0 1-61,0 3 0,-2-3 38,-1 2 1,-2-1 126,-3-2 1,-1 3-135,1 1 1,-2 0 13,-1-4 0,0 0-51,0 0 1,4 1-82,-1 3 0,6-3 44,-2 3 0,3-3-156,1-1 0,0 0-214,0 0-33,5 0-113,-4 5 44,9-4-333,-4 4 338,5-5 0,1 0-767,3 0 76,2 0 1088,5 0 0,29-5 0,8-1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2:09.15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89 98 8034,'0'11'248,"0"0"0,-2 0-123,-1 0 1,-2 2-39,-3 1 0,-1 0-82,1 4 0,2-3 78,-1 3 0,1-3-80,-2 3 1,0-4-32,4 0 1,-3-1-435,3-2 48,0 0-149,4-5 281,0-1 0,2-5 7,1 0 0,0-5 107,4-3 1,0-1 93,4-2 0,-3 0 142,-1 0 1,-3-2-84,3-1 0,-1 1 73,2-1 1,0 0 218,-4 0 1,1 1-71,-2-1 0,-1 1 320,1 2-254,-1 0-247,3 0 96,-4 0-247,9 5 180,-4 1 1,5 6-21,0 3 0,0 2-96,0 5 0,0 2 75,0 1 1,0-2-106,0 3 0,0-1 57,0 0 0,4-1-7,-1 1 1,2-5 91,-1-2 0,-3-1 107,3 2 0,-3-3-80,-1-5 0,4-2 117,0-1 0,-1-3-64,-3-5 0,-3-4 19,-1 0 0,-1-4-82,1 0 1,-2-2 23,-5-1 0,4 4-453,0 0 1,-1 0-85,-3 0 1,0 2-1028,0 5 1472,0 0 0,5 10 0,1 2 0</inkml:trace>
  <inkml:trace contextRef="#ctx0" brushRef="#br0" timeOffset="281">794 98 7710,'0'-6'1561,"0"-4"-1116,0 9 6,0-4-226,0 5 1,-5 1-119,-2 3 1,1 2-125,-2 5 1,1 0-62,-4 0 0,0 0-294,0 0 0,0 0 0,0 0 0,-4 4-536,1 0 0,3-1 253,3-3 1,1-3 654,-4-1 0,0 1 0,0-12 0,0-4 0</inkml:trace>
  <inkml:trace contextRef="#ctx0" brushRef="#br0" timeOffset="455">618 120 7710,'0'-6'672,"0"-4"-525,0 9 0,1-4-133,3 5 0,-2 0 95,5 0 0,1 1-117,3 3 1,1 2-230,3 5 1,-3 0 46,3 0 1,1 4-121,-2 0 0,1 1 134,-4-2 176,0-1 0,0 22 0,0 1 0</inkml:trace>
  <inkml:trace contextRef="#ctx0" brushRef="#br0" timeOffset="732">1026 164 9097,'-6'5'419,"2"3"1,3 1-471,1 2 1,-4 0-342,0 0 0,1 2-189,3 1 0,0-1 103,0 1 1,0-1-482,0-2 959,0 0 0,0 0 0,0-5 0,0-16 0,0-8 0</inkml:trace>
  <inkml:trace contextRef="#ctx0" brushRef="#br0" timeOffset="1109">1015 197 7710,'0'-11'-42,"0"0"0,0 4 310,0 0-56,0 4 104,0-7-147,0 9-57,0-4 1,3 7 5,1 1 1,5 2-93,-2 2 1,-1 3 11,1-2 1,1 1-186,3 2 0,0-3-4,0-1 0,0 0-85,0 4 1,-4-3 71,1-1 0,-2-3-72,1 3 0,3-4-139,-3 0 82,3 3 1,1-4 74,0 1 0,-4-1 218,1-2 0,-5-4 0,5 0 0,-2-4 0,1 0 0,2-1 0,-6-3 0,5 1 6,-5 0 0,1-1 55,-4-3 1,4 3 172,0-2 532,-1 1-123,-3 2-323,0 0 0,1 5 332,3 2-390,-3 3 0,5 1 219,-2 0-353,2 5 1,4 1-130,-3 5 0,3 0-18,-2 0 1,-2 0-192,1 0 1,-3 0-518,3 0 1,0 0 198,4 0 1,-3 0-434,-1 1 961,-4-1 0,16 0 0,0 0 0</inkml:trace>
  <inkml:trace contextRef="#ctx0" brushRef="#br0" timeOffset="1416">1687 131 7770,'-11'0'940,"4"1"-689,-1 3 0,6-1-40,-2 4 0,-2-3-25,-1 3 1,1 0-351,-2 4 1,1 4 158,-4 0 1,4 3-513,-1-3 1,1 3 71,-4-3 0,1 3-158,3-3 1,-2 0 327,5-4 0,-3-4 275,3 0 0,0-4 0,0 1 0,3-18 0,-4-4 0</inkml:trace>
  <inkml:trace contextRef="#ctx0" brushRef="#br0" timeOffset="1598">1500 186 9563,'5'7'169,"1"1"-163,5-4 0,0 4-301,0 0 1,5 1-145,2 3 0,-1-1-1142,2 0 1581,-6 0 0,32 14 0,3 5 0</inkml:trace>
  <inkml:trace contextRef="#ctx0" brushRef="#br0" timeOffset="2111">2007 54 7726,'0'-11'0,"0"4"291,0-1 146,0 1 1,0 0 147,0-1-261,0 6 1,0-2-70,0 8 0,3-2-9,1 6 0,5 3 25,-2 3 0,-1 2-154,2-1 0,-1 2-123,4 5 0,-4-1-305,1-3 1,-1 3 218,4-2 1,-4 0-306,1 0 1,-2 0 107,1-4 1,2 0 7,-6-4 1,1 0 136,-4 0 0,1-5-207,3-3 239,-3-1 0,3-2 122,-8 0 0,3-2-98,-3-1 0,-2 0 45,-1-4 0,-3 1 8,-1-1 0,2-3-48,-2 2 0,3 3 190,-7 2 0,3-2-52,1 1 1,-4 1 72,0 3 0,0 0-18,0 0 1,3 0 196,-3 0 1,3 0-82,1 0 1,0 3 89,0 1 0,3 4-104,1 0 0,4 2-70,0 1 0,2-4-176,1 0 0,1 1 10,2 3 1,4-4-232,4 0 0,3-4 39,1 1 1,1 0-100,-1 0 1,-3 0-200,3-4 0,-2 0 514,2 0 0,2-20 0,5-4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2:26.59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265 110 7730,'0'-11'235,"0"3"0,0 1 1,0-2-1,-1 1 308,-3 0 0,-2 4-494,-5 4 1,0 1 102,0 2 1,-5 4 20,-3 4 0,-1 1 0,-2 3 1,0-1-78,0 8 0,1-2-179,2 6 0,3-3 27,5-1 1,0 0-87,0 0 1,5-4 95,3 1 1,1-2-160,2 1 1,5 2 2,3-5 1,6-4-69,5-4 0,1-1 87,3 1 0,0 2-36,3-5 1,-3-1 37,2-3 0,-5 0-41,-2 0 1,1-3 110,3-1 1,-5-5 0,-2 2 0,-3-3 5,-1-1 20,0 0 0,-1 0 8,-3 0 0,-2 0 18,-5 0 0,0 4 105,0-1 1,-4 5-74,1-5 1,-6 5 4,2-5 0,-2 5 56,2-5 1,-3 6 178,3-2 0,1 3 117,-2 1-230,6-5-41,-8 4-51,9-4 1,-3 4-12,8-3 1,-2 3 31,6-3 1,-5 3-10,5 1 1,-1 0 79,4 0 18,0 0 1,0 1 101,0 3 1,0-2-128,0 6 1,-1-1 21,-3 4 0,2 0-102,-5 0 0,3-4-123,-3 1 1,0-1-32,0 4 1,-3 0-217,3 0 0,1 0 101,-1 0 1,-1-3-115,-3-1 1,0-3 369,0 3 0,5-5 0,-4-2 0,4-6 0</inkml:trace>
  <inkml:trace contextRef="#ctx0" brushRef="#br0" timeOffset="819">518 341 7534,'0'-6'788,"0"0"-486,0 2 1,2 3-50,1-3 1,0 3-97,4 1 0,-3 0-73,3 0 0,1 0-43,3 0 0,-4 0-256,0 0 1,1 0-149,3 0 1,0-1 227,0-3 1,0 3-252,0-3 1,0 3-163,0 1 228,0-5 1,-1 3 127,-3-6 0,-2 5-120,-5-5 322,0 6 0,-5-7 24,-2 6 1,-3-1-15,-1 4 0,0 0 192,0 0 0,0 0 87,0 0 1,3 0 170,1 0 94,0 0-403,-4 5 0,1 1-25,2 5 1,2-4-67,3 1 0,1-1-19,-1 4 0,2-4-38,1 1 0,3-1-192,1 4 1,4-3-229,0-1 0,2-5 193,1 2 0,3 1-269,1-1 1,3-1 241,-3-3 0,3 0 241,-3 0 0,1-3 0,-1-1 0,-3-5 0,3 2 0,-3 1 0,-1-1 0,-1-1 0,-3-3 0,2 4 0,-6-1 0,2 2 0,-1-1-63,-3-3 305,4 4 32,-5-5 0,0 0 21,0 0 95,0 5-34,0 1 185,0 0-134,0 4-275,0-4 1,0 6-35,0 3 0,4-2 7,-1 6 1,2-2 3,-1 1 0,-2 3-46,6-3 1,-6 3-122,2 1 1,1 0 29,-1 0 1,0-1 47,0-3 1,-3 3-139,3-3 0,-3 3 128,-1 1 1,0 0-87,0 0 0,0-3 48,0-1 1,0-3-189,0 3 140,0-5 1,-1 3-90,-3-5 39,3 0 0,-5 0 84,2 0 1,3-1-17,-3-3 1,3 2-48,1-5 0,0-1-105,0-3 1,0 0 226,0 0 1,0 0 189,0 0 0,0 4-141,0 0 0,5-1 78,2-3 0,0 4-19,0-1 1,0 2-93,4-1 1,0 2 48,0 5 0,0-4-15,0 1 0,0-1-2,0 4 1,0 1-68,0 3 1,0 2-111,1 5 0,-1-4 15,0 1 1,0-1-188,0 4 1,-4 0-59,0 0 1,1 0-229,3 0 1,0-3 348,0-1 1,-4-5 220,0 2 0,1-3 0,8-10 0,1-4 0</inkml:trace>
  <inkml:trace contextRef="#ctx0" brushRef="#br0" timeOffset="2293">1169 352 8749,'11'0'502,"0"0"0,-4 0-452,1 0 1,-1 0 30,4 0 1,0 0-62,0 0 0,1 0-21,3 0 0,-3-3-399,3-1 1,-3-1 131,-1 1 1,-1 2-183,-3-6 1,2 5-154,-5-5 57,-1 1 548,-3-4 0,-5 1-16,-2 3 1,-4-2 213,-4 6 0,2-1-171,-6 4 1,6 0-33,-2 0 0,2 0 221,-2 0 1,3 4 106,-3-1 1,3 6-94,1-2 0,5 3-130,2 1 1,-1 0-117,2 0 1,-1 0-10,4 0 1,5 0-172,2 0 0,4 0 101,4 0 0,1 0-89,2 0 1,3-5-15,-3-2 1,3-1-142,1 0 0,-1-1 86,-3 1 0,3-5 3,-2-2 1,-2-5 247,1 2 0,-4-3 0,0-1 0,-1 0 0,-2 0 0,-4 0 23,0 0 1,-4 0-33,0 0 0,-1 0 38,-2 0 1,0 0 68,0 0 1,0 4 522,0-1-423,0 6 0,-4-4 114,0 2 54,1 3-97,3-4-74,0 10-123,4 1 1,-1 5 20,4 0 1,-3 0-12,3 0 1,-3 0 17,3 0 1,-3 0 84,3 0 0,-3 0 83,3 0 1,-3 0-89,3 0 0,-4-3-170,1-1 1,0-3 158,0 3-263,0-5 99,-4 3-382,0-5 325,0-5 1,-4 3-100,0-5 0,1-1-66,3-3 0,0 0-85,0 0 1,3 0-157,1 0 0,5 4 62,-2 0 1,7 0 1,0 0 0,5-2 394,-5 6 0,6-5 0,-2 5 0,7-1 0,0 4 0,2 0 0,-1 0 0,-1 0 0,4 0 0,-6 0 0,-1 0 0,-1 0 0,-6 0 190,4 0 444,-6 0 60,-2 0 121,-6 0-506,-15 0 0,3 0 66,-8 0 0,3 0-250,1 0 1,-4 4-18,0-1 0,0 2-152,4-1 0,-3-2 40,-1 6 0,0-2-303,4 1 214,0 3 1,0-4-69,0 5 1,5-3-258,2-1 83,3 0 197,1 4 0,5-1 42,2-3 0,3-2-108,1-5 0,4 0 109,0 0 0,-1-1-9,-3-3 1,0 0 54,0-4 1,0-2-24,0 3 138,1-3 0,-3-1 76,-1 0 58,1 0 1,-6 0-134,4 0 0,-4 4 70,0-1 0,-1 5-47,-2-5 72,0 6-91,0-3-490,0 5 394,0 5 1,0 1 1,0 5 9,0 0-15,0 0 0,3 0-52,1 0 48,5 0 1,-7-1-49,5-3 23,1 3 0,3-9 3,0 3 0,0-3-47,0-1 1,0 0-63,0 0 1,0-1 129,0-3 1,0-2-2,0-5 1,-1 0 9,-3 0 0,2-3 1,-6-1 1,5-5 60,-5 2 1,1 1 171,-4-2 1,0 1-18,0-4 0,0 0 167,0 0 1,-4 0 70,1 0 1,-5 1-87,5 3 1,-5-2 10,5 5 1,-2 1-117,1 2 1,3 5 205,-3 0-310,3 4 1,1 0-155,0 6 1,0 3 117,0 5 1,4 5-85,-1 3 1,6 2-164,-2 1 1,-1 1 35,2 3 1,-2-3-85,1 3 1,2 1 78,-6-2 1,5 1-65,-5-4 1,6 0 19,-2 0 0,-1-3-28,2-1 65,-1-5 1,4 2 4,0-8 160,0-2 0,0-5-171,0 0 0,0-5-101,0-2 0,-3-6 161,-1-2 0,-3-5 9,3 2 0,-4-2-71,0 2 0,-2-3 51,-1 3 1,0-3 318,0-1 0,0 0 51,0 0 1,0 0 46,0 0 0,0 1-16,0 3 1,0-2 116,0 5 0,-1 4 210,-2 4-132,1 4-466,-3-1 1,5 6 90,0 5 1,0 2-48,0 9 0,2 1-139,1 3 1,2 3-220,3 1 0,1 4-44,-1-5 1,1 6-267,3-2 0,-5-2 76,0-1 1,2-3-349,5-1 1,-1-1-9,1-3 1,-1-2 854,-2-5 0,0-3 0,0-1 0,0-4 0,5-28 0,1-12 0</inkml:trace>
  <inkml:trace contextRef="#ctx0" brushRef="#br0" timeOffset="2916">2536 242 7730,'0'6'-698,"0"4"712,0-4 0,0 1 146,0 1 0,4-5 141,-1 5-16,1-6-165,1 8 1,-3-5-24,6 2 0,-5-1-172,5-2 211,-6-3-214,8 9 0,-4-9-74,5 3 112,-5-3 0,4-1 0,-3 0 1,-1 0-63,2 0 1,-5 0-66,5 0 0,-5 0 41,5 0 0,-4 0 43,3 0 0,-3-1 104,3-3 0,-3 3-10,3-3 136,-5-2 1,7 4-61,-5-6 1,1 5 217,-2-5-76,-2 6-147,9-8 0,-9 8 24,3-6-2,-3 6-23,-1-3-202,5 0 65,-4 4 123,4-4 67,-5 5 0,0-1 19,0-3 252,0 3-182,0-4 232,0 5-215,0-5 7,0 4-81,0-4-619,0 5 405,5 0 17,-4 5 1,6 0 19,-4 2 0,-1 3-1,1-3 0,2 3-7,-1 1 0,3 1-3,-3 3 1,3-3-4,-3 3 0,3 2 23,-3 2 0,0-2-1,-4 1 0,3-4 53,1 0 0,-2 2 126,-5-1 0,-3 0-112,-6-4 1,0-4 14,-2 0 1,-2-4-23,-3 0 1,-2 2-6,3-1 1,-2 0-441,2-4 1,-2 0 182,6 0 1,-1-4-1452,4 0 892,0 1 764,5-2 0,35-6 0,14-6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2:36.2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44 415 7764,'0'-7'712,"5"-2"-395,-4 7-56,4-2-44,-5 4-195,0 4 1,-3 3-176,-1 4 1,-1 0-1,1 0 0,2 0-261,-5 0 1,4 0-1011,0 0 1424,-4 0 0,1 5 0,-5 1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2:59.5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155 342 7693,'-8'-11'427,"1"0"1,-2 1 626,0 3-882,-2-3 0,0 9-122,-1-3 1,1 3 54,0 1 1,0 5-111,0 2 1,0 3-182,0 1 1,4 0 155,0 0 0,4 4 200,0-1 1,1 2-307,2-1 1,0-3-452,0 3 0,5-4 168,3-4 1,-2 3-38,1-2 0,0-4 236,4 0 0,0 1-44,0-1 299,5-1 1,-1-4 16,0-3 0,-1 2 35,-6-5 0,0 3 9,0-3 1,-2 1 118,-2-2 1,-3-2-3,2 3 59,-1-3-43,-2-1 236,0 0-554,0 0 178,0 5-139,0 1 1,1 5 28,3 0 0,-2 0-303,5 0 235,1 5 0,3 1-64,0 5 1,0-3-66,0-1 1,0-3-129,0 3 1,-4-3 115,1 3 1,-1-5 229,4 2 0,-4-3 0,1-1 0,-1 0 0,3-1 0,-3-3 0,2 2 0,-6-5 0,2-1 0,-1-3 0,-3 4 0,3 0 0,-3-1 0,-1-3 0,4 4 0,-1-1 0,1 5 0,-4-5 0,-4 5 0,1-5 0,-2 6-68,1-2 0,3 2 72,-3-2 0,2 3 319,-2-3 454,3 3-547,-4 1 1,5 1-3,0 3 0,0-2-61,0 6 0,4-1-83,-1 4 0,5 1-129,-5 3 0,6-1 34,-2 4 0,-1-1-173,2 1 0,-1 3-34,4-2 1,1 1-262,3 2 1,-3-1 324,3-2 0,-1-2 154,0-2 0,-2-4 0,3 0 0,2 0 0,-9-25 0,1 1 0</inkml:trace>
  <inkml:trace contextRef="#ctx0" brushRef="#br0" timeOffset="272">452 364 7693,'0'-12'-789,"0"-3"0,-3 3 931,-1-3 1,0 3 1486,4 1-868,0 0-268,0 0-310,5 0 1,1 5-59,5 2 0,0 3-82,0 1 0,2 5 8,1 2 1,-1 3-143,1 1 1,0 4 81,0-1 1,-3 6-180,0-2 1,-1 3-353,-6 1 1,0-3 193,-4-1 1,-5-3 28,-3 3 0,-3-6 2,-3-1 1,0-1 13,-4-6 0,4-1 301,0-3 0,1 0 0,17-24 0,3-7 0</inkml:trace>
  <inkml:trace contextRef="#ctx0" brushRef="#br0" timeOffset="513">739 320 7693,'1'-10'1357,"3"3"1,-2 2-1041,6 5 1,-1 5-156,4 2 1,0 4 53,0 4 1,0 2-13,0 5 1,0 0-253,0 0 1,0 2 89,0 1 0,0-1-812,0 1 0,-1 2 124,-3-1 1,2-4-212,-5-4 0,1-1-77,-2 2 554,-2-3 0,3-10 380,-8-2 0,2-3 0,-5-1 0,-6-39 0,-4-10 0</inkml:trace>
  <inkml:trace contextRef="#ctx0" brushRef="#br0" timeOffset="730">783 342 7693,'0'-12'-813,"0"-2"305,0 0 1,0-1 385,0 4 1206,0 0 222,0 5 0,9 1-815,2 5 1,3 5-125,1 2 0,2 7-217,5 0 0,0 6-1,0-2 1,0 3-170,0 1 0,-1-1-253,-2-3 1,-5 3-361,-6-2 1,-3-2 210,-5 1 0,-3-4-296,-4 0 0,-2-5 255,-9-2 1,-1-4-336,-3 0 798,0-1 0,0-27 0,0-6 0</inkml:trace>
  <inkml:trace contextRef="#ctx0" brushRef="#br0" timeOffset="998">981 177 10332,'11'6'864,"1"5"1,-1 6-695,0 9 0,4 2-162,4 5 0,-3 0-226,-2 0 0,-1-3-476,-2-1 1,0-5-511,0 2 1,-4-7-202,1-5 1000,-6-6 1,3-5 404,-5-6 0,10-33 0,2-12 0</inkml:trace>
  <inkml:trace contextRef="#ctx0" brushRef="#br0" timeOffset="1172">1224 342 7244,'0'-11'1236,"0"5"1,1 2-1001,3 8 1,-2-2-149,6 6 1,-5 0-55,5 7 1,-1-3-214,4 3 0,-4 2 11,1 1 1,-1-2-188,4-1 1,0-3 192,0-1 162,0 0 0,5-9 0,1-4 0</inkml:trace>
  <inkml:trace contextRef="#ctx0" brushRef="#br0" timeOffset="1322">1191 188 7693,'0'-15'18,"0"0"342,0 1-742,0 3-379,0 4 0,4 4 761,-1 6 0,6 0 0,-2 4 0,3 1 0,35 32 0,9 8 0</inkml:trace>
  <inkml:trace contextRef="#ctx0" brushRef="#br0" timeOffset="1642">1478 452 7693,'7'0'191,"0"0"-34,1 0 0,3 0 12,0 0 1,-4 0 24,0 0 1,1-3-13,3-1 0,-4-1-27,0 1 1,0-2-1,0-5 1,1 0-36,-4 0 0,0 0-110,-4 0 0,0-4-87,0 1 0,0-1 11,0 4 53,-5 0 0,-1 1 73,-5 3 1,0 2-9,0 5 0,0 0 32,0 0 0,3 1 13,1 3 1,1 2-14,-1 5 1,-2 1 1,5 3 1,1-3-174,3 3 1,0 2-132,0 1 1,1 0-168,2 0 1,7-1-63,5 1 0,5 2-274,-2-5 1,4 3 311,4-3 0,2-4 409,5-4 0,-4-4 0,1 0 0,-6-1 0,23-17 0,-1-4 0</inkml:trace>
  <inkml:trace contextRef="#ctx0" brushRef="#br0" timeOffset="2075">1963 89 7693,'-8'-23'0,"1"1"0,4 5 0,0 3 669,2 6 228,1 3 1,0 7-408,0 1 0,0 3-134,0 5 1,4 5-46,4 3 1,2 3-144,1 3 1,0 0 24,0 4 0,0 4-160,0 4 1,0 0-206,0-4 1,-1-4-66,-3 1 1,3 2-367,-3 1 0,2-3 321,-2-8 1,-1-4-170,-2-4 0,-3-2 102,3-1 1,-2-4 113,2-4 1,-3-3 70,3-3 1,-2 0 20,2-4 1,-3-4 174,3-4 1,-3-1-89,-1 1 1,0 2 163,0-5 1,-5 4 25,-2-1 0,-3 0 100,-1 0 1,0 0 158,0 4 1,-4 1-111,0 3 1,0-2 28,0 6 0,3-1 8,-3 4 1,1 1 106,0 3 0,5 2-55,-2 5 0,4 5-127,-1 2 0,4 3-264,4 1 0,0-1 110,0-3 1,4 3-276,4-2 1,5-3 49,2-2 0,3-1-128,-3-2 0,3-2-296,-3-1 1,0-3-591,-4-5 0,0 0 1148,0 0 0,0-30 0,0-7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2:58.2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0 199 7826,'0'-11'2003,"0"5"-1820,0 1 0,0 6-13,0 3 1,4 0-15,-1 7 1,6-3-104,-2 7 0,0-3-216,0-1 0,0 0-468,4 0 0,-1 0 504,-3 0 127,3 0 0,-4 0 0,5 0 0</inkml:trace>
  <inkml:trace contextRef="#ctx0" brushRef="#br0" timeOffset="158">33 67 7693,'-1'-13'0,"-1"0"300,-2-2 1,0 4-128,4 4-510,0 4 1,1-1-25,3 4 1,2 0-148,5 0 1,0 1 507,0 2 0,20 18 0,4 9 0</inkml:trace>
  <inkml:trace contextRef="#ctx0" brushRef="#br0" timeOffset="483">331 122 7693,'0'-6'49,"0"1"0,-1 4 159,-3-3 63,3 3 70,-9-4-344,4 5 1,-5 0 121,0 0 0,3 3-8,1 1 0,0 1-129,-4-1 1,1-2 30,3 5 1,0 0-247,4 0 203,1 3 1,-2-4-68,4 5 1,1-4-219,2 1 0,4-1 115,4 4 0,3-1-229,1-3 1,5 3 128,-2-3 1,3 3 299,1 1 0,-4 0 0,1 0 0,-6 0 0,2 0 0,-3 0 0,-1 0 0,-5-3 0,-2-1 0,-8-5 0,-3 2 0,-3 1 0,-1-1 0,-5-1 0,-30-12 0,-13-4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2:55.4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55 7693,'0'6'190,"2"-1"136,1-5 0,2 2-284,2 1 0,3-2-213,-2 3 1,1-3 324,2-1 1,2 0-58,1 0 0,-1 0-102,1 0 1,2 0 34,-1 0 0,0-1-112,-4-3 0,0 3-33,0-2-430,-5-4 363,-1 1 1,-8-5 69,-4 0 0,-2 4 280,-9 0 0,1 4-40,-2-1 0,0-1 20,4 2 0,-3-1-83,3 4 1,0 5 119,4 2 1,4 3-61,0 1 1,3 1 15,-3 3 0,4 2-111,0 5 0,3 5 59,3 3 1,3 2-285,5 1 0,0 3 12,0 1 1,4 1 36,0-1 0,0-4 39,-4 0 0,0-1-98,0-6 0,-5-2-106,-3-6 26,-1-2 1,-4-10-196,-1-2 0,-3-4 480,-5-4 0,0-31 0,0-13 0</inkml:trace>
  <inkml:trace contextRef="#ctx0" brushRef="#br0" timeOffset="409">44 397 7693,'5'-6'102,"-3"0"22,1 2 0,3 3-126,2-3 0,-2 2 84,1-2 0,1 3-97,3-3 1,1 3 101,2 1 1,0 0-17,4 0 0,1 0-61,3 0 0,-1 0-65,-3 0 1,2 0-155,-6 0 1,5 4 46,-5-1 1,1 6-39,-4-2 0,-1-1 126,-3 2 0,2-1 9,-6 4 1,5 0 39,-5 0 1,1 0 68,-4 0 0,0 0-62,0 0 1,4 0 118,-1 0 1,2 0-80,-1 0 1,-1-3 59,4-1 30,0-5 0,4 3-125,0-5 1,0 0-2,0 0 0,4-5 18,0-2 1,-1-4-8,-3-4 0,0 3 66,0-3 1,0 0 3,1 0 0,-5 0-48,0 4 5,1 0 187,3 0-66,-5 5 38,4 1 1,-9 6-165,2 3 1,2 2-1,-1 5 1,0-2-119,-4 2 0,3-3-231,1 7 0,3-3-10,-3-1 1,5-3-187,-2-1 0,-1-1 526,1 1 0,15-7 0,8-6 0</inkml:trace>
  <inkml:trace contextRef="#ctx0" brushRef="#br0" timeOffset="768">761 430 7693,'-1'-6'1020,"-3"2"-532,3 3-188,-4 1 24,5 0-84,5 0 1,-4 5-13,3 2 0,-2 3-56,2 1 0,-2 0-1,6 0 1,-6 0-47,2 0 0,1 1-124,-2 3 1,2-6 52,-1 2 0,-3-3-198,3 3 1,-2-3-264,2-1 70,-3-4 83,4 1 0,-4-4-73,3 0 237,-3-4 1,4-3 52,-5-4 1,0 0 89,0 0 1,4 0 40,-1 0 0,2 0-43,-1 0 0,-1 1-31,4 3 1,0-3-7,4 3 1,-3 2 5,-1 1 1,0-1-30,4 2 0,4-1-92,0 4 0,-1 0 1,-3 0 1,0 5-170,0 2 1,4 2-107,0-2 0,0 3-326,-4-3 1,0 2 284,0-2 0,1 2 416,3-5 0,7 9 0,6-1 0</inkml:trace>
  <inkml:trace contextRef="#ctx0" brushRef="#br0" timeOffset="1243">1323 430 7693,'-5'-11'0,"-1"0"0,-5 0 0,4 0 732,-1 0 1,5 4 284,-5-1-187,1 6-628,-4-8 0,1 10-104,3 0 0,1 5 18,2 6 1,3 0-194,-3 0 1,3 4 67,1-1 1,0 2-97,0-1 0,4-2-213,-1 6 0,6-6-91,-2 2 1,3-1-220,1 0 0,4-5 238,-1 2 1,6-4-120,-2 1 1,1-4 200,3-4 1,-6 0 235,6 0 1,-3-4-76,4-4 0,-1-3 147,0-4 0,-5 2 0,-3-5 0,-1-1 0,-2-3 0,0-1 0,0-3 0,-5 3 0,-2-3 0,-3 3 0,-1 1 0,-5-1 0,-2-3 0,-3 4 0,-1 0 0,0 0 190,0 3 0,3 2 321,1-1 0,1 8 100,-1-1 117,2 7-414,5-1 1,0 7-60,0 1 0,5 5-23,2 6 0,-1 0-106,1 4 0,1 1-140,3 3 1,0 3 49,0 1 1,0 1-139,0-1 0,-4 1-322,1 2 0,-1-2 74,4-5 0,-4 1-113,1 3 0,-1-6 168,4 2 0,-1-8 1,-3 1 0,2-3-291,-6-1 585,6-4 0,-18-32 0,2-12 0</inkml:trace>
  <inkml:trace contextRef="#ctx0" brushRef="#br0" timeOffset="1457">1577 408 7693,'0'-7'291,"0"-1"171,5 6 0,1-7-148,5 6 1,0-1-77,0 4 1,1 0 108,3 0 0,-2 0-141,6 0 0,-5 5-1,5 2 1,-1 3-35,4 1 1,0 1-123,0 3 0,-3-3-440,-1 3 0,-5 1 259,2-1 1,1 3-641,-1-3 1,-2 3 97,-5-3 1,1-1-203,-1-3 0,-2-3 876,1-1 0,-4-4 0,2-13 0,-5-9 0</inkml:trace>
  <inkml:trace contextRef="#ctx0" brushRef="#br0" timeOffset="1607">1863 265 7693,'-6'-11'415,"-4"0"-804,9 5-969,-4 1 1358,10 5 0,16 34 0,8 9 0</inkml:trace>
  <inkml:trace contextRef="#ctx0" brushRef="#br0" timeOffset="2267">2172 474 7693,'0'-11'2157,"0"0"-2036,-5 0 1,-1 5 9,-5 2 0,0 3-32,0 1 1,-4 0 10,1 0 0,-2 4-103,1-1 0,3 5 3,-3-5 1,3 6-156,1-2 0,1 3-194,3 1 0,-2 0 82,5 0 1,1 0 24,3 0 0,3-3-38,1-1 1,5-1-113,-2 1 0,3-2 108,1-5 1,0 0-6,0 0 1,4 0 60,-1 0 1,1-1 179,-4-3 0,4 0 38,-1-4 0,1-2-48,-4 3 0,0-3 48,0-1 0,-4 0 77,1 0 1,-6 0 83,2 0 1,1 4 158,-1-1 182,-1 1-112,-3 1-116,0-4-47,0 9-68,5 1 0,-2 6-4,4 5 0,-3-4 8,3 1 0,-3-1-9,3 4 0,-1 0-1,1 0 0,2 0 145,-5 0 0,3 0-123,-3 0 1,3-3 213,-3-1 106,-1-5-420,-3 8-221,0-8 0,0 1 109,0-6 1,0 0-67,0-4 1,0-1 38,0-3 1,0 0-200,0 0 1,0 0 88,0 0 1,0 0-33,0 0 291,0 0 1,2 0-99,1 0 1,0 1 166,4 3 1,0-2 28,4 6 0,0-2 14,1 1 1,2 3-78,1-3 0,5 3 18,-2 1 1,1 5-65,0 2 0,2 4-77,-3 4 0,-1-2-493,2 6 1,-6-4-226,2 3 0,-7-5-522,0 2 1,-1-3 1242,4-1 0,-5 0 0,-1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2:51.7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199 309 7814,'-3'-7'613,"-1"-1"-441,-5 1 1,4 0 126,-2-1-150,-3 6 1,4-3 52,-5 5-242,0 0 0,-4 1 119,1 3 0,-1 2-89,4 5 1,0 0-127,0 0 1,0 0-2,0 0 0,4 0-90,-1 0 1,5 0 79,-5 0 1,6 0-60,-2 0 1,3 0 40,1 0 1,1-1 28,3-2 0,2-4 9,5-4 1,0 0-9,0 0 0,4 0-163,-1 0 1,2-4 85,-1-4 0,-3 0 226,3 0 0,-3-2 32,-1 3 1,-1-3 23,-3-1 1,2 0 108,-5 0 80,4 0 0,-7 0-79,3 0 1,-3 4 316,-1-1-334,0 6 0,1-3 34,3 5-311,-3 0 83,4 0 1,0 4-115,3-1 1,-2 6 11,1-2 0,0 3-155,4 1 1,-1 0 43,-2 0 0,1-3 17,-1-1 1,1-3 226,3 3 0,18-5 0,6 3 0</inkml:trace>
  <inkml:trace contextRef="#ctx0" brushRef="#br0" timeOffset="285">508 287 7728,'0'-11'155,"0"4"41,0-1 1,0 5 11,0-5 1,-1 6 32,-3-2 0,3 2 159,-3-2 25,-2 3-271,0-4 1,-1 10-120,-1 2 1,6 3 68,-2 1 1,3 0-160,1 0 1,0 4-273,0-1 0,0 2 194,0-1 0,1-1-323,3 4 0,-2-5 89,6 2 0,0-3-99,7-1 1,2 0 138,5 0 0,5-4 155,2-4 1,3-2 171,1-1 0,0-6 0,0-5 0,-1-3 0,-2-5 0,-8-51 0,-6-8 0</inkml:trace>
  <inkml:trace contextRef="#ctx0" brushRef="#br0" timeOffset="475">817 166 7692,'-11'-17'-163,"1"0"0,1 3-470,2-1 1,4 1 988,0 3 869,2 5-550,1 1-516,0 5 1,3 1 45,1 3 0,4 2-94,0 5 1,0 5-168,0 2 1,4 6 146,-5 2 1,9 4-107,-5-5 0,3 2 76,-3-1 0,0-3 42,0 3 0,0 1-330,0-1 0,-4-2-517,1-5 0,-2 0 140,1-4 0,2 0 181,-6-4 423,1-5 0,-9-31 0,-1-12 0</inkml:trace>
  <inkml:trace contextRef="#ctx0" brushRef="#br0" timeOffset="734">828 276 6468,'-6'0'875,"1"0"0,6 0-714,3 0 0,2 0 1,5 0 0,1 0-71,3 0 0,2 0 37,5 0 1,0 4-152,0-1 0,4 6 59,-1-2 0,5 3 76,-5 1 0,5 4-156,-4 0 0,-2 0 88,-6 0 1,3-1-115,-2 4 0,-3-1 12,-2 2 1,-3 0-178,-3-4 1,1 0-66,-1-4 0,-2-5-223,1-3 0,-3 2-334,3-1 857,-4 0 0,2-34 0,-5-7 0</inkml:trace>
  <inkml:trace contextRef="#ctx0" brushRef="#br0" timeOffset="883">1147 166 7692,'-3'-19'-129,"-1"1"0,0 5 175,4-2 0,0 6 107,0 2 0,2 5-393,1-2 0,5 3-419,6 1 0,0 1 659,4 3 0,30 36 0,11 14 0</inkml:trace>
  <inkml:trace contextRef="#ctx0" brushRef="#br0" timeOffset="1220">1423 331 8652,'1'8'532,"3"-1"1,-2 0-368,6 4 0,-1-3-355,4-1 1,0 0 101,0 4 0,-1 0 17,-3 0 1,3-3 123,-3-1 1,3-4 14,1 0 1,-3-2-35,-1-1 1,-1-1 6,1-2 1,2-5 2,-5-7 0,3 2 27,-3-5 0,1 0-235,-2 0 1,0-3-363,4 3 0,-1 2-421,2 1 1,0 3 568,-4 1 1,4 1 377,0 3 0,16 17 0,6 8 0</inkml:trace>
  <inkml:trace contextRef="#ctx0" brushRef="#br0" timeOffset="1637">1853 331 7702,'11'0'26,"0"0"411,0 0 66,-5 0-138,-1-5-195,-5-1 1,-1-1 111,-3-1 1,-2 6-74,-5-2 1,0-1-192,0 2 0,-1-1 26,-3 4 0,3 0-105,-3 0 1,3 1 51,1 3 0,1-2-18,3 6 1,-3-5-31,2 5 1,4-1-168,0 4 0,3-3-164,1-1 0,0 0 101,0 4 0,1 0-39,3 0 0,2-3 104,5-1 0,0-3-20,0 3 1,1-5 80,3 2 1,-3-3-32,3-1 0,-3-3 70,-1-1 1,0-3 110,0 3 0,-1-5 87,-3 2 1,2-3-76,-6-1 350,6 0 1,-8 0-75,3 0 1,-3 4 38,-1-1 0,0 5-4,0-5-139,0 6-45,0-3-148,5 5 0,-3 4-75,6-1 1,-5 6-12,5-2 0,-5 2-162,5-2 0,-5 3-25,5-3 0,-2 3-140,1 1 1,2 0 432,-5 0 0,4-3 0,-1-1 0,3-3 0,1 3 0,0-4 0,20-18 0,4-10 0</inkml:trace>
  <inkml:trace contextRef="#ctx0" brushRef="#br0" timeOffset="1868">2118 78 7702,'-5'-22'0,"0"4"263,-3 4 543,3 1-399,5 7-172,0 1-34,5 15 1,0-1-94,3 9 1,1 1-110,-1 3 1,2 5 61,1 2 0,0-1-100,0 2 0,-2-1-88,-1 4 0,2-1-383,-3-3 0,-2 2 147,-2-5 1,2 1-236,-1-2 0,0-5-145,-4 2 743,0-7 0,0-4 0,5-36 0,1-12 0</inkml:trace>
  <inkml:trace contextRef="#ctx0" brushRef="#br0" timeOffset="2119">2118 276 7210,'-12'-5'-1107,"1"3"1475,0-6 0,5 5 1691,3-5-1583,1 1 0,2 0-83,0-1 0,5 6-168,3-2 1,6 3 12,5 1 0,-2 0-231,1 0 0,1 1-41,3 3 1,0 2-30,0 5 1,0 0 142,0 0 0,0 0-190,0 0 1,-4 4-84,1-1 0,-5 6-229,5-2 0,-9 0-2,1 0 1,-3-3-281,3 3 0,-3-4-814,-1 0 1518,-5-2 0,8-5 0,6-32 0,7-12 0</inkml:trace>
  <inkml:trace contextRef="#ctx0" brushRef="#br0" timeOffset="2259">2360 133 7717,'-5'-21'2,"-2"3"0,2 5-77,1 6-348,3 5-53,1-3 0,1 6 476,3 3 0,2-3 0,30 33 0,5 3 0</inkml:trace>
  <inkml:trace contextRef="#ctx0" brushRef="#br0" timeOffset="2869">2702 309 7723,'-4'-11'0,"-1"1"262,-1 3 1,2-2 427,-3 6 1,0-5-359,-4 5 0,-2-1-251,-1 4 1,1 0 50,-1 0 1,2 5-119,1 2 0,-1 3-34,1 1 1,4 0 119,0 0 1,4 0 104,0 0 1,1 0-398,2 0 1,5 0-588,3 0 1,-1-1 294,4-3 0,-2 2-194,5-5 1,-1-1 394,-2-3 1,1 0 119,3 0 1,-3-1 67,2-3 0,-1-2 49,-2-5 0,0 4 160,0 0 0,-1-1-28,-3-3 1,3 0 163,-3 0 1,-1 0-18,2 0 0,-5 1 102,5 3 0,-6-3-7,2 3 0,-3 1-68,-1-2 1,1 6 84,3-2-18,-3 3 58,4 1-222,-5 5 1,1 1 9,3 5 0,-3 0-72,3 0 0,1 0-118,-2 0 1,5 0-24,-5 0 1,5-3-46,-5-1 1,6-1-210,-2 1 263,-2 3 1,5-5-151,-3 2-109,-2-2-40,5-5 0,-5-1 145,2-3 1,-1-2-73,-2-5 292,-3 0 0,8-3-89,-5-1 0,-1 0 301,-3 4 0,4 0-3,0 0 0,1 0 490,-2 0-202,-2 0 38,9 0-276,-4 0 0,5 5 45,0 2 1,2 4-199,1 4 1,0 3-271,4 8 1,-3-2-416,3 6 1,1-5-172,3 5 0,-1-1-1994,-3 4 2709,3-5 0,-9 9 0,4-3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2:50.6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133 22 7676,'6'0'678,"-1"0"-498,-5-5-201,0 4 88,0-4 75,0 5-74,-5 0 1,-1 0 28,-6 0 0,5 0-93,0 0 0,-1 0 44,-3 0 1,0 0-104,0 0 1,0 4 63,0 0 0,0 4-119,0 0 1,4-2 64,0 1-109,4 0 0,-2 4 37,5 0 1,1-3 60,3-1 0,-1-4-95,4 0 1,0 2 69,4-1 0,4-1 2,0-3 1,-1 0 56,-3 0 0,0-1-12,0-2 0,-1 0 20,-2-4 1,0 3 8,-4-3 1,3 3 17,-3-3 1,0 3 20,-4-3 0,3 3 114,1-3 0,0 3 6,-4-3 0,0 3-7,0-3-74,0 4 1,0-3 98,0 2-84,0 3-57,0-4 0,1 5-75,2 0 0,0 1 86,4 3 0,-3-1-252,3 4 0,-3-3-46,3 3 1,-1-3-42,2 3 0,2-3 102,-3 3 0,3-3-82,1 3 1,-4-5 109,0 2 0,1-1 167,3 0 0,-5-1 0,9-7 0,-3-8 0</inkml:trace>
  <inkml:trace contextRef="#ctx0" brushRef="#br0" timeOffset="417">342 0 8304,'-6'0'517,"1"1"-93,5 3-271,0-3 1,0 5 4,0-2 1,0-1-165,0 4 0,4-3-47,-1 3 1,2-3-79,-1 3 1,-3 0 94,3 4 0,-2-3-86,2-1 1,-3 0 37,3 4 1,-2-3-101,2-1 1,-3-3 87,3 3 12,-3-4 1,0 2-215,3-5 137,-3 0-171,4 0 232,-5 0 48,0-5 1,0-2 8,0-4 1,0 4 71,0 0 0,1-1-79,3-3 108,-3 0 0,8 0-30,-6 0 1,2 4 33,-1 0 75,2-1 0,5-2-11,0 3 55,0 2 0,4 5-81,0 0 1,-1 0 142,-3 0 0,0 0-171,0 0 1,4 5 25,0 2 0,-1 2-116,-3-2 0,1 3-130,-1-2 1,-2 1-242,-1 2 1,1-1-36,-1-2 0,-2 0 424,1-4 0,1-1 0,3-3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02.9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51 177 7704,'-11'-4'13,"0"1"1,3-2 118,1 1 131,5 3-258,-3-4 0,4 5 329,-3 0 43,3 0 0,4 0-207,8 0 1,8 0-69,-1 0 0,8 0 26,3 0 0,4 0-77,4 0 1,3 0 45,8 0 1,4 0-116,6 0 0,1 0 35,7 0 0,-7 0-175,4 0 1,-7 0-310,-5 0 0,-5 0 123,-6 0 1,-10 0-46,-5 0 0,-8-1-12,-9-3 0,-2 3-427,-2-3 828,-3-2 0,4 0 0,-10-15 0,-1-2 0</inkml:trace>
  <inkml:trace contextRef="#ctx0" brushRef="#br0" timeOffset="273">745 23 7704,'-7'-2'535,"0"-1"-306,4 1 1,-2-4-27,5 3 191,0 1-173,0-3 1,5 7-83,3 1 0,3 2-116,3 3 0,3 1 128,5-1 1,1-2-142,-1 1 1,-4 1-71,0 3 0,-1 0 14,2 0 1,-1-4 107,-7 0 1,2 1 10,-10 3 0,1-4-16,-4 0 0,-3 1-32,-4 3 1,-2-1-108,-9-3 0,-4 3-420,-4-3 1,-1 2 222,2-2 0,5 3-746,-2-3 0,4-1 1025,-1 2 0,8-6 0,6 3 0</inkml:trace>
  <inkml:trace contextRef="#ctx0" brushRef="#br0" timeOffset="932">84 607 7704,'0'-6'-44,"-4"-4"324,1 3 536,-1 2-520,4 0 0,0 6 84,0 3 0,0-2-109,0 5 0,1 4-22,3 4 0,-3 1-187,3-1 0,1 2-99,-2 5 0,1-4-195,-4 1 1,0-1 3,0 4 0,0-1-256,0-3 1,0 2 110,0-5 0,0 3-938,0-3 497,0-1 814,0-3 0,0-4 0,0-7 0,0-8 0,1-2 0,3-1 0,-3-1 0,3-3 0,-3 2 0,-1-5 0,0 3 0,0-3 0,0 3 0,0-4 0,-4 6 5,1-2 0,-1-1 256,4 2 0,0-5-7,0 5 1,0-1-47,0 4 1,4 0-51,-1 0 0,7 1-78,1 3 1,1 1 0,7 2 0,-5 3 35,5-3 1,-1 3-45,4 1 1,-1 5-24,-3 2 1,0 3-122,-4 1 0,-5 0 67,2 0 0,-7-4-119,-1 1 0,-3-1 20,-3 4 1,-4 0 45,-4 0 0,0-1-75,0-3 0,-3 3 160,-1-3 0,0-1 84,4 2 1,0-6-72,0 2 255,0 2-298,0 0-13,5 5 0,2-1 10,8-3 0,2 3-80,5-3 0,4 0-184,0 0 0,4-5-43,0 2 0,1 1-203,2-1 0,-3-1 516,-1-3 0,-4 0 0,0 0 0,-1-1 0,-2-3 0,0-16 0,0-10 0</inkml:trace>
  <inkml:trace contextRef="#ctx0" brushRef="#br0" timeOffset="1268">426 761 7704,'6'6'-1325,"-1"-1"1826,0-5 1,-3 0-255,5 0 1,-3 0-46,3 0 0,-3 0 33,3 0 0,1 0-13,3 0 1,0 0-167,0 0 1,0-4 97,0 1 0,0-2-383,0 1 0,0 2 177,0-6 0,0 5-459,0-5 172,0 1 129,0-4 1,-4 0 108,1 0 1,-6 4 22,2-1 0,-4 2 70,-4-1 0,2 1 210,-6 2 1,1 3-68,-4-3 1,0 3 84,0 1 1,-4 1 35,1 3 1,-1-2-45,4 6 0,1-1 38,3 4 0,-2 0-73,6 0-1,-5 0-32,4 0 1,1-2-79,3 2 0,1-6-132,3 6 0,3-3-109,8 3 0,-2-3-614,6-1 1,-1-5-41,4 2 1,-4-3 433,1-1 0,-5 0 395,5 0 0,-6 0 0,18-14 0,-2-5 0</inkml:trace>
  <inkml:trace contextRef="#ctx0" brushRef="#br0" timeOffset="1600">834 574 7704,'0'-11'210,"0"3"97,0 1 0,0 5 209,0-3-283,0 5 1,0 5-76,0 2 0,0 4-54,0 4 0,0-2-13,0 5 0,-4-3-159,0 4 1,-1-1 115,2 4 1,1-4-111,-1 1 1,2-6 54,1 2 0,0-2 48,0 2 0,0-6-27,0 2 0,1-4-63,2 0 1,2-1-141,3-2 1,5-3-61,-2 3 0,3-3-289,-3-1 1,3-1-276,1-3 0,3-1 211,-3-2 602,5-3 0,12-20 0,8-12 0</inkml:trace>
  <inkml:trace contextRef="#ctx0" brushRef="#br0" timeOffset="1993">1076 519 7704,'-7'-7'-770,"-1"4"1210,6 2 938,-3 1-620,5 0-502,0 4 1,0 3-44,0 4 1,0 3-82,0 1 1,0 3-72,0-3 0,5 5-129,2-2 0,-1 2-289,2-2 1,-1 2-87,4-6 1,0 5 115,0-5 0,0 0 154,0-7 1,-3 2 73,-1-6 0,0 1 178,4-4 0,0 0-111,0 0 1,0-6 217,0-5 0,0-1-75,0-7 1,0 5-29,1-5 1,-1 1 137,0-4 0,0 0 55,0 0 0,-5 0 45,-3 0 0,0 3-5,1 1 1,-3 0 174,2-4 1,-5 4-195,-2 4 0,-4 1-51,0 2 1,2 2-728,-1 1 0,3 2-945,-3 2-1266,4 3 2692,-6-4 0,17 30 0,0 5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06.93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34 7515,'0'-7'-709,"0"3"1,0 2 613,0-1 183,5 1 260,-3-2-96,3 4 85,-1-5-80,-2 3-110,3-2 0,-4 4 108,2 0 14,-1 0-109,3 0-50,-5 4 1,3 3-145,1 4 0,0-4 40,-4 0 1,0 1-35,0 3 1,3 1 78,1 3 1,0-3-20,-4 3 1,3-3-13,1-1 0,0 0-1,-4 0 1,1 0 44,3 0-17,-3 0 0,4-4 52,-5 1-105,5-6-193,-4 8-110,9-9-104,-4 4 0,1-9 80,0 1 333,-4-1 0,7-16 0,-4-4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22.1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133 231 8040,'0'-11'1073,"0"0"-43,0 0-283,0 0-599,0 5-31,-5 1 0,-1 5-33,-5 0 1,0 5 45,0 2 1,0 6-208,0 2 1,0 5 35,0-2 0,1-1-249,3 2 0,-3-2-228,2 1 1,4 3 253,0-3 0,3-2-384,1-1 0,1 1 184,3-1 0,7-1 1,7-3 1,3-3 462,1-1 0,5-4 0,45-13 0,16-9 0</inkml:trace>
  <inkml:trace contextRef="#ctx0" brushRef="#br0" timeOffset="259">497 330 7924,'5'-11'0,"-3"0"244,5 0 69,-4 0 1,5 0 145,-4 0-20,0 5-386,-4-4 0,-1 9 101,-3-3 1,-2 3-261,-5 1 1,-1 5 51,-3 2 0,3 2 56,-3-2 1,-1 3 96,1-3 1,1 3-180,3 1 1,1 0-9,2 0 0,0 0 4,4 0 0,0 0-55,4 0 1,2 0 52,1 0 0,5-3-167,6-1 0,0-5 41,4 2 0,-1-3-163,2-1 0,0-1 81,-4-3 0,3-2-114,-3-5 1,0-1 407,-4-3 0,-5 3 0,-6-28 0,-6-2 0</inkml:trace>
  <inkml:trace contextRef="#ctx0" brushRef="#br0" timeOffset="500">640 66 8016,'0'-16'284,"-4"7"1082,1-2-355,-1 2-174,4-2-459,0 5 1,1 3-102,3 6 0,1 3-118,2 5 0,3 4-119,-3 0 0,3 4 106,1 0 1,4 5-178,0 2 0,-1 3-311,-3-3 0,0 4-795,0-5 1,0 5-477,0-5 1,0 1 1612,0-4 0,5-10 0,2-2 0</inkml:trace>
  <inkml:trace contextRef="#ctx0" brushRef="#br0" timeOffset="776">1015 220 7918,'0'-6'-364,"-5"-3"912,-2 5 0,1-3-165,-2 3 1,4 2-129,-3 6 0,0-2-140,-4 5 0,1 1-170,3 3 0,-3 4 21,2-1 0,2 5-233,-1-5 0,5 5-153,-2-5 0,4 2 189,4-1 0,2-3 23,5 3 0,1-8-8,3-3 1,-2-3-84,5-1 1,0 0 202,0 0 1,-2-5 129,-5-2 1,0-3-227,0-1 1,-5 0 191,-2 0 0,1-4 0,-2 1 0,1-1 0,-19-1 0,-3-1 0</inkml:trace>
  <inkml:trace contextRef="#ctx0" brushRef="#br0" timeOffset="1094">1103 220 8105,'6'-7'976,"-2"-1"-746,-3 6 1,0-3 101,3 5 1,-2 0 184,6 0 1,-1 1-142,4 3 1,0-2 59,0 6 1,0 0-229,0 7 0,0-3-448,0 3 1,0 2-147,0 1 1,-1-1 171,-2 2 1,0-1-313,-4 4 0,3-5 293,-3-2 1,1 1-70,-2-1 1,-1-1-141,1-3 261,-1-4 207,-2-3 1,0-5 494,0-2 0,-4-4 214,0-4 1,-3-5-155,3-2 0,0-3 24,4-1 0,0 0-234,0 0 1,2 0-98,1 0 1,3 0-263,6 0 0,3 4-259,4-1 1,2 6-347,1-2 1,3 4-852,1 4 0,0 2 1444,-4 5 0,5 5 0,1 1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20.6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11 8074,'-6'0'2350,"1"0"-1708,5 0 0,0 5-468,0 3 0,0 2 2,0 1 0,1 4-14,3 4 1,-2 2-62,5 1 0,-3 1-187,3 3 0,-4-3-91,1 3 1,0 1-249,0-2 0,0 1-315,-4-4 0,0-5-486,0-2-414,0 2 665,0-5 975,0-1 0,-5-50 0,-1-16 0</inkml:trace>
  <inkml:trace contextRef="#ctx0" brushRef="#br0" timeOffset="231">34 23 7971,'-8'-2'351,"1"-1"1,3 1 16,-3-1-240,4-3 132,-2 4 0,10-3 0,3 5 0,3 0-106,3 0 1,4 0-124,4 0 0,1 0-220,3 0 0,1 0-96,2 0 1,2 0-250,-6 0 0,6 0 44,-2 0 0,-2 0-810,-1 0 1300,-3 0 0,-6 0 0,-1 0 0</inkml:trace>
  <inkml:trace contextRef="#ctx0" brushRef="#br0" timeOffset="422">22 166 7921,'2'-6'74,"1"2"1,4 2-284,4-2 1,4 3 59,4-3 1,7 3-236,3 1 1,3 0 181,1 0 1,4 0 201,-1 0 0,1 0 0,-4 0 0,25-5 0,5-1 0</inkml:trace>
  <inkml:trace contextRef="#ctx0" brushRef="#br0" timeOffset="656">530 166 7971,'-15'10'0,"0"-3"0,0 3 11,4-3 1,-3 2 93,-1-2 0,0 7 86,4-3 0,2 2-109,1-2 1,0 1 13,4 3 0,0-3-234,4 3 0,0-3 136,0-1 0,9-1-117,2-3 1,4-1 156,-1-2 0,2-3 67,3 3 1,0-4-29,-4-4 0,3-2 41,-3-5 0,-2 0 145,-5 0 1,0-1-276,-4-3 1,1 3-142,-1-3 0,-3-1-634,2 2 1,-1-1 291,-2 4 0,0 0 495,0 0 0,-5-5 0,-1-1 0</inkml:trace>
  <inkml:trace contextRef="#ctx0" brushRef="#br0" timeOffset="932">695 177 8146,'6'0'1113,"0"4"-674,-2-1 1,-3 6-462,3-2 0,-3 3-15,-1 1 0,0 4 32,0-1 1,4 6 21,-1-2 1,1-1-206,-4 2 0,0-6 286,0 2-23,0 2 404,0-5 317,0-1 1,4-11-207,-1-7 0,5-4-269,-5-4 1,6-2-70,-2-5 1,2 0-108,-2 0 0,3 0-119,-3 0 1,3 4-378,1-1 1,0 6-804,0-2 0,2 4 1154,1 4 0,18 2 0,8 5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24.1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33 199 7905,'-7'0'1053,"-1"0"-635,6 0-196,-8 0 1,9 1 50,-3 3 1,3 2-181,1 5 1,1 0-173,3 0 1,2 4-59,5-1 1,-2 1-377,2-4 1,-3 0 314,7 0 1,-3 0-247,-1 0 1,0-1 443,0-3 0,10-21 0,2-11 0</inkml:trace>
  <inkml:trace contextRef="#ctx0" brushRef="#br0" timeOffset="133">121 56 7905,'-6'-11'-389,"3"0"0,0 3-97,-1 1-264,3-1 750,-4 2 0,5 1 0,15 20 0,3 4 0</inkml:trace>
  <inkml:trace contextRef="#ctx0" brushRef="#br0" timeOffset="709">232 276 7905,'6'11'0,"2"-4"213,-4 1 83,5-1 1,-5 4-31,4 0 0,0 0 0,-4 0 1,0-3-206,-4-1 117,5 0-431,-4 4 282,4 0-124,-5 0 3,0-5 1,-1-1-244,-3-5 81,3 0 127,-4-5 1,5-1 99,0-5 0,0 0 15,0 0 1,0 0-20,0 0 0,0 0 6,0 0 1,0 0-23,0 0 1,0 4 30,0-1 0,3 1-5,1-4 0,3 4 21,-3-1 0,5 6 1,-2-2 0,3 2 19,1-2 1,0 3 91,0-3 0,4 4-75,-1 4 0,1 1 15,-4 2 0,3 3 40,-3-3 0,2 3-55,-6 1 0,2 0 6,-2 0 1,2 0 49,-5 0 1,-1 0 109,-3 0-40,5 0-75,-4 0 0,4-3 60,-5-1 29,0-5-212,0 3-8,0-5 1,0-5-24,0-1 23,5-5 0,-2 0 22,4 0 1,-3 0 21,3 0 1,-3 4 10,3 0 0,0-1 60,4-3 1,-3 0 126,-1 0 1,0 4-91,4-1 0,0 5 72,0-5 0,0 6-70,1-2 1,-1 3 10,0 1 0,1 0-311,3 0 1,-3 1 104,2 3 0,0 2-622,1 5 0,-3 0-17,3 0 0,-2 0-209,2 0 0,-3 4 932,3 0 0,2 9 0,0-1 0</inkml:trace>
  <inkml:trace contextRef="#ctx0" brushRef="#br0" timeOffset="1145">1092 276 7905,'-12'-16'-177,"3"0"1,0-3 386,2 0 1,1 6 463,-2-2 0,-2 6-249,3 2 0,1 5 396,-1-2-639,-1 3 1,-3 1-117,0 0 1,4 5-74,0 2 1,3 3 75,-3 1 1,4 0-198,-1 0 1,0 1 110,0 3 1,0-3-151,4 3 0,0 1-75,0-2 1,0 1-178,0-4 0,0 1 110,0 3 0,1-3-27,3 3 0,-1-6-269,4-2 1,-3-3 182,3 3 0,0-5 216,4 2 0,0-4 164,0-4 0,0-2 42,0-5 0,-1-1 53,-2-3 0,1 2 3,-1-5 1,-3 4 97,-2-1 1,2-1 414,-1 2 1,-1-1-209,-3 4 0,2 0-75,1 0 0,-1 4 132,1-1-308,3 6 1,1-3-146,4 5 1,-2 5-32,-1 2 1,2 3-330,-3 1 1,3 1-375,1 3 0,0-2 363,0 6 0,0-6 406,0 2 0,0 2 0,15 0 0,3 5 0</inkml:trace>
  <inkml:trace contextRef="#ctx0" brushRef="#br0" timeOffset="1563">1477 265 7905,'6'-17'0,"3"1"0,-5 5 360,-2 0 221,-1 0 1,3 0-151,0 0 0,-2 5-216,-5 2 0,0-1-107,-4 1 1,-1 1 65,-3 3 1,-1 0-86,-3 0 0,3 1 77,-3 3 0,2-3-144,-2 3 1,3 2-234,-3 1 1,3-1 15,1 2 0,1-1-140,3 4 0,-2-4 68,6 1 1,-1-1-421,4 4 276,0 0 145,0 0 1,0 0 93,0 0 0,5-4-1,2 1 0,-1-6 103,2 2 1,-1 1-53,4-2 0,0 5 165,0-4 1,0 0-74,0 0 0,0-3 118,0 3 0,4 1 6,0-1 1,-1 0 153,-3 0 0,0-3-136,0 3 0,0 2 82,0 2 0,0-2-22,1 1 0,-5 0 153,0 4 1,-4 0 139,0 0-287,-1 0 1,-7 0-35,-3 0 1,-6-1-160,-5-2 0,-3 0-233,-4-4 1,0 0 26,-4-4 0,-1 0-162,6 0 1,-1 0 382,4 0 0,20-20 0,4-5 0</inkml:trace>
  <inkml:trace contextRef="#ctx0" brushRef="#br0" timeOffset="1963">1676 298 7905,'11'-7'-99,"0"-1"1,-4 6 694,1-2 1,-1 3-176,4 1 0,0 0-127,0 0 1,0 0-182,0 0 1,4 0-148,-1 0 0,2 0 36,-1 0 0,-3 0-198,3 0 1,-6 0-42,-2 0-279,0 0 329,4-5 0,-5-1 173,-2-5 1,-3 4-11,-1-1 0,-1 1-3,-3-4 0,-2 1 12,-5 3 1,0-2-13,0 6 1,-1-1 15,-3 4 0,3 0 114,-3 0 1,-1 4-107,2-1 1,-2 9 140,1-1 0,3 3-92,-3-3 1,4 5 225,4 2 1,-2-1-77,6 2 0,-1-1-116,4 4 1,2 0-148,6 0 0,0-1-226,11-2 0,-1 0-90,4-4 1,4-2-364,-1-5 1,5-3 277,-4-5 468,-1 0 0,46-45 0,13-10 0</inkml:trace>
  <inkml:trace contextRef="#ctx0" brushRef="#br0" timeOffset="2261">2249 155 7905,'-5'-8'200,"-2"1"0,1 1 891,-2-1-627,1 2 0,-4 5-128,0 0 0,0 0-80,0 0 1,0 0-46,0 0 0,3 3-1,1 1 1,1 5-121,-1-2 1,-2-1-177,5 1 1,1 1 37,3 3 1,0-4-366,0 1 0,3-1-183,1 4 0,5-4 278,-2 1 1,3-1 83,1 4 1,1 0-52,3 0 1,-3-4-60,3 1 1,-3-1 311,-1 4 0,-4-1 280,1-3 1,-5 3 230,5-3-450,-6 3-253,3 1 1,-10 0-106,-2 0 0,-4-3-1071,-4-1 1400,-7-5 0,-36 3 0,-11-5 0</inkml:trace>
  <inkml:trace contextRef="#ctx0" brushRef="#br0" timeOffset="2843">1411 287 8019,'-6'0'1746,"-4"0"-991,9 0-601,-4 5 0,5 1-114,0 5 0,0-4-544,0 1 0,0-1-97,0 4 0,1-3-1229,3-1 1830,-3 0 0,24 9 0,-1 1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28.4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11 7901,'-6'0'-318,"1"-1"169,5-3 141,0 3 255,0-4-102,0 5-255,0 5 179,0-4 2,0 9-29,0-4-339,5 5 316,-4 0 1,6-1 125,-4-3 190,-2-2-235,4 0 31,-5-4 14,0 4 31,0-5-90,5 0 1,-4-1 0,3-3 0,-3 2 364,-1-6-85,0 6 151,0-8-363,0 4 0,0-1 176,0-1-190,0 6-207,0-3-644,0 5 0,4 5 196,0 2 0,-1 3 207,-3 1 308,0 0 0,25 20 0,6 4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28.9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45 507 8030,'0'-11'1738,"0"0"-883,0 5-46,0 1-614,0 15 0,-1-3-28,-3 8 1,2 2-465,-6 2 1,5-2 282,-5 1 0,6-3-1066,-2 3 1,-1-1 43,2 2 1036,-1-3 0,9 0 0,1 1 0</inkml:trace>
  <inkml:trace contextRef="#ctx0" brushRef="#br0" timeOffset="332">497 155 6361,'-1'-8'2633,"-3"1"-1627,3 4-570,-4-2 0,5 10-201,0 3 1,0 2-126,0 1 1,0 3-31,0 1 0,0 6-99,0 1 0,0 0-217,0 4 1,4-3-164,-1-1 1,2 4-534,-1-1 0,-3 1 362,3-4 0,-3-1 570,-1-3 0,0-12 0,0-7 0</inkml:trace>
  <inkml:trace contextRef="#ctx0" brushRef="#br0" timeOffset="1094">376 320 7885,'0'-7'0,"0"-1"0,-4 4 232,0-3 169,1 0 1,3-1-72,0 1 1,0 3-169,0-3 0,0 3-48,0-3 128,5 5 0,1-7-27,5 5 0,0-3-209,0 3 0,1-3-109,3 3 1,-3-3-107,3 3 0,1 1 106,-2 3 1,1-4-7,-4 0 1,4 1-22,-1 3 107,1 0 1,-4 4-12,0 4 0,0 2-8,0 1 0,-3 3-72,-1 1 0,-1 5-171,1-2 0,2 3 108,-5 1 0,-1 0-64,-3 0 1,4-1 97,0-3 1,-1 3 68,-3-3 1,0-2 122,0-1 0,0-3-103,0-1 1,2-1 293,1-3-232,-1-2 0,4-5 23,-3 0 0,0-1-128,4-3 0,0-2 3,4-5 0,1 0-160,-1 0 1,1-3 172,2-1 1,-4-1 22,5 1 1,-9 2 43,5-6 0,-4 6 139,1-2 0,0 7-123,-4 0 0,1 2 150,-1-1-8,-3-3 324,4 9-210,-5-4 1,1 10-10,3 2-191,-3 3 1,7 1-30,-4 0 0,4 0-22,-5 0 0,6-1 21,-2-3 0,-1 3-80,2-3 1,-1 2-11,4-2 1,0-1 25,0-2 1,1-3-102,3 3 0,-2-3 81,6-1 1,-4 0-88,3 0 0,-3-1 60,3-3 0,0-2-7,4-5 1,-3 0 44,-1 0 1,-4 0 5,0 0 0,-1 0 44,-2 0 1,-5 4-9,-3-1 1,-1 1 222,-2-4-171,0 0 1,-2 1 137,-1 3 1,-3 2-14,-5 5 1,0 0 138,-1 0 0,1 1 51,0 3 0,-1-2 181,-3 6 0,7-1-99,-3 4 0,4 0-72,-1 0 0,0 1-156,4 3 0,0-3-62,4 3 0,0-2-91,0 2 0,1-2-111,3 6 1,7-6-359,8 2 0,1 1-191,2-1 0,5-2-776,3-6 0,0 2 1371,0-5 0,56-25 0,-39 6 0,1-1 0</inkml:trace>
  <inkml:trace contextRef="#ctx0" brushRef="#br0" timeOffset="1534">2029 77 7886,'11'-5'35,"0"-1"193,0 0 133,1-4-167,-1 4 1,-5-5 76,-3 0 1,-6 5 72,-5 2 1,-6 0-170,-5 0 0,-2 0-107,-1 4 0,2 0-50,1 0 1,-2 0-34,3 0 0,-2 4-70,2 0 1,-2 4 89,6-1 0,0 7-39,7 1 1,-2 4-16,6 0 1,-1 3-84,4 3 0,0 0-104,0 4 1,5 1 79,2 3 1,7 0-62,0 0 1,2-4-31,-1 1 1,-3-6-17,3 2 1,-4-7-281,-4 0-446,3-6 989,-9 3 0,4-10 0,-5-6 0,-19-25 0,-6-11 0</inkml:trace>
  <inkml:trace contextRef="#ctx0" brushRef="#br0" timeOffset="1748">1809 353 7886,'-6'-11'-576,"-4"0"1119,9 0 0,-3 1-298,8 3 1,2 2-228,5 5 1,1 0 99,3 0 1,1 0-99,2 0 0,4 0 98,0 0 0,0 0-7,4 0 1,2 1 52,2 3 1,0 1-45,0 2 0,0 3-22,-4-3 1,0 3-116,-4 1 0,0 0-212,0 0 0,-5 1-73,-2 3 1,-4-3-289,-4 3 0,2-3-1059,-6-1 1649,1 0 0,-4-5 0,0-1 0</inkml:trace>
  <inkml:trace contextRef="#ctx0" brushRef="#br0" timeOffset="1899">2217 243 7886,'-11'-19'326,"0"2"400,0 1 0,1 2-162,3 3-559,-3 0-714,9 4-1158,1 2 1867,6 10 0,24 11 0,6 8 0</inkml:trace>
  <inkml:trace contextRef="#ctx0" brushRef="#br0" timeOffset="2199">2437 155 7912,'-3'-12'-415,"-1"1"1388,-5 0-39,8 5-561,-4 1 0,5 10-172,0 3 0,5 1 27,3 2 0,-2 5-141,1 3 1,4 2-209,4 1 0,-1 0 90,-3 0 0,4 3-204,0 1 1,0 4-909,-4-5 0,3 2 109,1-1 1034,0-3 0,5 4 0,4-5 0</inkml:trace>
  <inkml:trace contextRef="#ctx0" brushRef="#br0" timeOffset="2441">2603 143 7912,'0'-15'603,"-4"2"118,0-1-148,1 1-314,3 7 0,0 6-55,0 8 1,5 3 26,2 3 1,3 3-93,1 6 1,1 3-119,3 4 1,-2-2-87,6 1 0,-1 1-344,4 3 0,-4 0-352,1 0 1,-1 0 88,4 0 0,-5-1 672,-2-3 0,-3-11 0,-1-9 0</inkml:trace>
  <inkml:trace contextRef="#ctx0" brushRef="#br0" timeOffset="3117">2691 342 7709,'0'-7'-25,"0"-1"1,1 6 309,3-2 1,2 3-19,5 1 0,5 0-160,2 0 0,3 5-127,1 2 1,4 3 52,0 1 1,4 0-160,0 0 1,0-1 176,0-3 1,0 2 38,-4-6 0,-5 5-554,-7-5 0,2 1 178,-1-4 1,-4-1 60,-4-3 0,-4 2 100,1-6 1,-3 1 21,-1-4 0,-1 0 71,-3 0 0,-3 0 124,-8 0 0,3 1-94,-3 3 1,3-2 159,1 6 0,0-1-123,0 4 0,0 0-40,0 0 1,0 1 2,-1 3 1,5 2 9,0 5 1,4 0 2,0 0 1,-2 0 16,1 0 1,0 1-8,4 3 0,2-3-53,1 3 0,3 1 1,5-1 0,2-1-169,1-3 0,2 0 119,3 0 0,2-1 28,-3-3 1,3-2 51,1-5 0,0-1 77,0-3 0,-4 1-49,1-8 0,-5 2 157,5-6 0,-6 3-109,2 1 1,-4-4 163,-4 1 1,2-1 87,-6 4 1,5 0-143,-4 0-138,-1 0 0,-3 0 30,0 0 0,0 4-190,0-1 135,0 6-228,0-3 112,0 5 1,0 5-96,0 2 1,0-1 99,0 2 1,1-1 57,3 4 0,-3 1 14,3 3 0,-3-3 13,-1 3 0,1 1 15,3-1 1,-3 0-37,3 0 0,-2-3 15,2 3 1,-3 1-45,3-1 1,1 3-321,-1-3 1071,-1-1 213,-3-2-143,5-6 0,-4-3-314,3-6 0,-3-5 112,-1-6 0,0-4-237,0-4 0,0 0-215,0 0 1,0 0 7,0 0 0,5 1-132,3 3 0,1-3-291,2 3 1,5 2-706,3 1 1,5 3 1006,2 1 0,44 10 0,7 2 0</inkml:trace>
  <inkml:trace contextRef="#ctx0" brushRef="#br0" timeOffset="3800">4003 375 7912,'0'-7'351,"-1"-1"494,-3 0-404,3 3-232,-4 5 0,5 6 0,0 5 1,0 4-74,0-1 0,5 5-77,2-5 1,3 5-160,1-4 0,0 3 100,0-3 0,1 3-200,3-3 0,-3 2-2,3-6 1,-3 2-83,-1-5 0,0 0-151,0 0 186,0-4 39,0-4 0,-4-3 140,1-1 0,-6-4-8,2 0 0,-3-2 18,-1-1 0,0 0 112,0 0 1,0 0-43,0 0 1,0 0 126,0 0 1,-1 1 13,-3 3 255,3-3-532,-9 4 116,9 0 4,-4 1 24,5 5-33,0 5 0,1 1 10,3 5 0,2-3-53,5-1 0,1-1 280,3 1 1,-3 3 10,3-2 1,2-4 30,2 0 1,-2 1-8,1-1 1,-3-1 131,3-3 0,-3-1-75,3-3 0,-5 2-83,-2-5 0,-2-1-140,-5-3 0,0-1-245,-4-3 0,0 3-570,0-3 1,-5 3-13,-3 1 0,-1 0-1527,-2 0 1479,0 0 784,4 0 0,-2 5 0,3 1 0</inkml:trace>
  <inkml:trace contextRef="#ctx0" brushRef="#br0" timeOffset="3958">4510 419 7912,'11'4'0,"0"-1"261,0 6 1,0-3-79,0 5 0,0 0-152,0 0 0,0 0-210,0 0 0,-4 2-569,1 1 1,-5-5 453,5 2 294,-6-3 0,3-6 0,-5-4 0</inkml:trace>
  <inkml:trace contextRef="#ctx0" brushRef="#br0" timeOffset="4108">4444 232 7912,'-11'-21'182,"0"2"0,1 4 354,3 4 588,-3 0-1337,9-1-697,-4 6 0,8 6 425,1 8 485,0-3 0,5 9 0,4-1 0</inkml:trace>
  <inkml:trace contextRef="#ctx0" brushRef="#br0" timeOffset="4659">4642 210 6826,'-6'-11'1076,"2"0"439,3 0-343,1 0-582,0 4-208,0 3-171,0 4 1,0 4-63,0 4 0,1 3-65,3 3 1,2 2 56,5 3 0,0 3-175,0 0 0,4 0 71,0 4 0,4-2-130,0 2 0,-3-3-56,-2 3 1,2-7-224,-1 0 1,0-6-101,-4 2-43,0-3 313,0-6 1,-2-2 52,-1-8 1,0-2-5,-4-5 1,3-3 52,-3-1 0,1-5 42,-1 2 0,-3 1 73,3-2 0,-3 5 113,-1-5 0,3 1-16,1-4 1,0 1 151,-4 3 0,-4-3 69,0 2 0,-4-4 28,1 1 0,-3-2 60,-1 5 1,3 2-71,1-1 1,1 4 524,-1 0-388,-3 6-226,8 3-154,-2 5 1,4 6 115,0 5 1,1 2 59,2 5 0,4 4-72,4 4 1,1 4-271,3 0 0,-2 2-351,5 1 0,1-1-464,3-3 1,-1-1 362,-3-2 0,3-4-288,-3 0 0,-2-1 164,-1-6 634,-3-1 0,-6-27 0,-1-7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34.7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45 7806,'-7'-11'173,"-1"-1"0,6 5 1045,-2 0-864,3 4 182,1-2-194,0 5 1,1 5-162,3 3 1,2 5-102,5 2 0,0 4 6,0 0 0,0 3-198,0 4 0,0-3 171,0 3 1,0 1-95,0-2 1,-1 2-232,-3-1 1,2-3 68,-5 3 1,3-3-82,-3-1 0,-1-5 92,-3-2 308,0-3-85,0-6 307,0-1-364,-5-14 1,4 1-22,-3-6 0,3 1-88,1 2 1,0-1 55,0-3 1,0 3 20,0-3 0,0-1 52,0 2 1,1-1-16,3 4 0,-3 0-8,3 0 0,-1 0 11,0 0 1,-2 0-24,3 0 1,1 4 8,-1-1 0,4 6 31,0-2 0,1 3 25,2 1 0,4 0 75,0 0 1,1 5-36,-2 2 1,-1 7 122,1 0 0,-3 5-90,-3-5 1,0 5 74,-4-5 0,0 5-90,-4-5 0,-6 5 6,-5-4 1,-2-1-43,-5-3 1,0 0-165,-5 0 0,5-3-80,0-1 0,4-5-395,0 2 1,1-3-1417,2-1 2003,5 0 0,16-19 0,8-6 0</inkml:trace>
  <inkml:trace contextRef="#ctx0" brushRef="#br0" timeOffset="374">486 309 7916,'11'-4'-78,"0"1"1,0-1 127,0 4 0,4 0 506,0 0 1,-1-4-318,-3 1 1,1-1-288,3 4 1,-6 0-3,2 0 1,-4-1-433,0-3 165,3 3 0,-7-8-32,4 6 296,-4-6 1,1 3 56,-4-5-41,0 0 1,-3 0 33,-1 0 0,-4 5 24,0 2 1,-2-1 10,-1 2 0,-3-1 163,-1 4 0,-5 0-70,2 0 1,1 1 183,-2 3 0,6-2-57,-2 6 0,3-5 162,1 5 1,0-1-71,0 4 1,5 4-126,2-1 1,3 5 45,1-5 0,1 6-73,3-2 0,3 2 29,8-2 1,6 2-198,4-5 1,6-1-309,-2-3 0,3-1-716,1-2 1,0-4 489,1-4 1,-6-1-1412,-3-2 1921,-6-4 0,-13-23 0,-7-6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36.1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0 495 7887,'7'-7'271,"1"-1"0,-4 2-44,3-1 0,0-2-10,4 6 1,1-6-61,3 2 0,-1-3 0,4-1 0,0 0-12,4 0 0,4-1-183,0-3 0,0 1-95,-4-4 1,0 0 34,0-4 0,-1 0-111,-3 0 0,-2 1 138,-5 2 1,-5-1-80,-2 1 1,-3 0 117,-1 0 0,0 3-2,0 5 0,-5 0 17,-2 0 0,-3 5 19,-1 2 0,-4 3-3,0 1 0,0 1 12,0 3 0,3 2 45,-3 5 1,3 5 15,1 3 1,0 1 103,0 2 1,1 2-40,2 1 0,4 0-41,4 4 1,0 1-26,0 3 1,1-4 6,2 1 1,5-2 71,6 1 0,4 3 1,4-3 1,-3-5-158,3-2 0,-2-8-502,6 1 0,-7-3-326,0-1 1,-2-4 361,1-4 472,-2-2 0,15-30 0,4-8 0</inkml:trace>
  <inkml:trace contextRef="#ctx0" brushRef="#br0" timeOffset="316">970 275 7887,'0'-11'1437,"0"4"0,0 4-938,0 6 1,-5 5-274,-2 7 0,-3 0-52,-1 4 0,0 5-67,0-2 0,0 4-196,0 0 1,0-2-41,0 6 1,0-2-211,0 1 1,0 1-434,0-8-1,0 1 226,0-8 0,4 2-1223,-1-6 801,1 2 969,1-11 0,1-32 0,5-13 0</inkml:trace>
  <inkml:trace contextRef="#ctx0" brushRef="#br0" timeOffset="481">772 374 7887,'0'-16'0,"0"-1"250,0 0 0,0 1 1063,0 5-83,0 0-790,5 5 1,1 1-52,5 5 1,1 8-167,3 3 1,-2 4-1,6 0 0,-2 2-208,1 5 0,3 0-237,-3 0 0,0 4-262,0-1 1,-1 1-733,1-4 1,2-3 1215,-5-1 0,4-5 0,-2 3 0</inkml:trace>
  <inkml:trace contextRef="#ctx0" brushRef="#br0" timeOffset="926">1301 396 7887,'0'-11'1182,"0"0"-843,0 5 1,1 1-47,3 5 1,2-4-79,5 0 1,4 1 13,-1 3 0,7 0-153,1 0 1,0 0-53,4 0 1,1-4-103,-1 0 0,3-4-27,-3 1 0,-2-1-265,-5-3 0,0 3 218,-4-7 1,2-2-90,-6-2 1,1-1 90,-8-3 0,0 1 40,-4 0 0,0-3 40,0-1 0,-1 4 35,-3 4 0,-3 3 83,-8-4 0,1 7 41,-4 1 0,1 1 114,-1 7 0,-2 0-51,5 7 1,-1 2 99,2 5 1,5 4-84,-2-1 1,7 6 79,1-2 1,-2 8 97,1 4 0,2 1-87,5 2 1,2-3-97,3-1 0,1 3-84,-1 1 0,1 1-160,3-8 1,2 4-144,1-5 1,5 4-442,-2-7 1,3 1 281,1-8 1,0-4-277,0-4 0,0-5-1122,0 2 1780,0-3 0,5-35 0,1-9 0</inkml:trace>
  <inkml:trace contextRef="#ctx0" brushRef="#br0" timeOffset="1199">2227 220 7887,'0'-12'668,"0"1"991,0 0-540,0 5-566,5 1 1,-4 10-163,3 3 1,-3 5-13,-1 2 1,0 6-292,0 1 1,-4 1-475,1 6 1,-5-3-160,5 3 0,-5-3 540,5 4 0,-5-5-368,5 5 0,-5-6-179,5 2 1,-6-8-346,2-3 1,1-3-458,-2-1 172,1-5 1182,1-1 0,-4-34 0,4-8 0</inkml:trace>
  <inkml:trace contextRef="#ctx0" brushRef="#br0" timeOffset="1382">2062 264 7887,'-6'-16'641,"-1"5"991,4 0-510,2 0-609,-4 4 0,6 1-188,3 3 0,2 6 68,5 5 0,3 5-153,1 2 1,5 4-1,-2 0 1,3 2-586,1 1 0,0 3-329,0 1 1,-4 0-646,1-4 1,-6 0 485,2 0 0,1-1 833,-1-3 0,-1-2 0,-3-5 0</inkml:trace>
  <inkml:trace contextRef="#ctx0" brushRef="#br0" timeOffset="2067">2701 120 7889,'0'-7'79,"0"0"1,-1-1 995,-3 2-480,3-4-330,-4 9 1,6-4-4,3 5 0,-2 0-14,6 0 1,-1 0-56,4 0 0,0 0 0,0 0 0,0 0-114,0 0 1,4 0 15,0 0 0,3 4-99,-3 0 0,3-1 31,-3-3 0,3 4-126,-3 0 1,3 3 142,-3-3 0,3 3 9,-3-3 1,0 4-520,-4 0 1,-4 0 178,0-1 0,-4 3-249,1-2 467,-3 1 0,-1 2 35,0 0 0,-6-3 0,-5-1 0,0-3 122,-4 3 0,-1-3-82,1 3 1,-3-4 36,3 0 1,1 2-71,2-1 0,0 0 38,-2-4 0,5 3-211,-2 1 195,2 0 1,0-3-19,1 3 80,3-3 79,5 4 1,2-5 23,1 0 0,3 0-62,5 0 0,0 0-26,0 0 1,4 0-65,0 0 0,4 0 2,0 0 0,2 1-35,1 3 0,0 0-156,0 4 0,0 2 73,0-3 1,0 3-124,0 1 0,0 0 112,0 0 0,-4 3 20,1 1 0,-7 0 211,-1-4 1,-1 4-114,-6-1 0,-2 1 191,-6-4 0,-3 0 119,-8 0 0,2 0 153,-6 0 1,-3-4-132,-3 1 1,-5-6 65,5 2 1,-6 1-338,1-1 1,4-1-255,0-3 1,4 0-197,3 0 1,0 0-1888,4 0 2277,0 0 0,34-5 0,7-1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40.7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12 286 7993,'-1'-10'59,"-2"2"1,-1 0 1273,2 0-312,1 3-670,1-5 1,0 10 426,0 0-560,0 5 0,1 7-171,3 3 1,-2-2 58,5 6 1,-3-5-112,3 5 1,-3-2-121,3 1 1,-4-1-384,1-2 0,-2-3-35,2 3 1,-3-3-1362,3-1 1126,-3 0 778,-1 0 0,0-24 0,0-7 0</inkml:trace>
  <inkml:trace contextRef="#ctx0" brushRef="#br0" timeOffset="148">89 121 7993,'0'-21'-127,"0"1"150,0 2 1,0 4 323,0 0-405,0 1-328,0 2 72,0 5 0,4 3 314,-1 6 0,25 18 0,3 8 0</inkml:trace>
  <inkml:trace contextRef="#ctx0" brushRef="#br0" timeOffset="489">254 297 7889,'0'11'-312,"0"-4"932,0 1 177,5-1 0,-4 4-272,3 0 1,-3-4 0,-1 1 0,0-5 47,0 5-341,0-6 0,0 4 276,0-2-360,0-3-265,0 4 1,0-6 69,0-3 1,0 2-207,0-6 0,0 1 33,0-4 1,0-4-240,0 1 1,0-2 177,0 1 1,2 2 34,1-6 0,2 5-33,2-5 0,3 6 96,-2-2 1,1 3 232,2 1 1,0 1 97,0 3 0,4-2 150,0 5 0,1 1-54,-2 3 1,-1 5 119,1 2 0,2 3-55,-1 1 1,0 1-122,-4 3 0,0-2-185,0 6 0,-1-6-273,-3 2 0,2 1-580,-6-2 0,5 1 472,-5-4 378,1 0 0,6-5 0,2-1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43.7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39 7950,'-10'-7'317,"1"0"759,2-2-609,5-1 0,-3 4-207,5 6 0,0 6-95,0 5 0,1 5-112,3 3 1,-2 3 51,5 3 0,-3 4-215,3 4 1,1-3-19,3 3 1,-4-2-199,0 6 0,1 1 70,3-2 0,-4-3-72,1-3 0,-6-6 57,2 2 1,-3-8-204,-1-3 167,0-7-49,0-4 191,0-13 0,-4-4 61,1-9 0,-2 4 87,1 0 0,1-1-2,-4-3 1,0 4 166,-4-1 1,0 5 119,0-5 0,0 6-76,0-2 0,0 7-25,0 0 1,-4 5-34,0-5 1,1 6 168,3-2 0,-1 7-54,1 0 0,4 6 6,0-2 0,4 7-104,0 0 0,1 2 10,2-1 1,2-2-215,1 6 0,3-6 60,5 2 0,0 1-55,1-1 0,-1-1-58,0-3 0,0 0-310,0 0 1,0 0-32,0 0 1,0-3-254,0-1 0,0-3 202,0 3 498,0-4 0,24-28 0,7-12 0</inkml:trace>
  <inkml:trace contextRef="#ctx0" brushRef="#br0" timeOffset="190">364 315 7950,'0'-16'308,"1"4"1,2-3 978,1 3-814,-1 1 0,-2 5 175,3 2-254,-3 3 1,8 2-92,-5 3 1,3 5-29,-3 6 1,3 4-139,-3-5 0,4 6-99,0-2 0,-2 3-779,1 1 0,0 0-164,4 0 1,-1-5-546,-2-2 0,1 1 1450,-1-1 0,11-25 0,5-10 0</inkml:trace>
  <inkml:trace contextRef="#ctx0" brushRef="#br0" timeOffset="324">485 172 7950,'-11'-22'0,"0"0"0,2 3 222,1 1 0,0 8 999,4-1-1582,-5 7 1,9-1 148,0 5 1,2 2 211,5 1 0,20 13 0,9 7 0</inkml:trace>
  <inkml:trace contextRef="#ctx0" brushRef="#br0" timeOffset="992">739 304 7948,'0'-11'663,"-4"4"-110,1-1-82,-1 1 224,4 1 308,0 1-746,0 15 1,0 1-56,0 7 0,4 3-223,-1-3 1,5 3-33,-5 1 0,5-4-34,-5 1 1,5-2-62,-5 1 0,2 2-206,-1-5 1,-3-1-59,3-3-62,-3 0 273,-1-4 77,0-3 0,0-5-2,0-2 0,0-4 26,0-4 0,-4-5 21,1-2 1,-1 1 42,4-1 1,0 0 77,0 0 1,0-3-52,0 3 0,1-2 7,3 2 1,-2-2-33,6 6 0,-1-5 23,4 4 0,0 2 83,0 6 1,0-2-32,0 5 1,0 1 12,0 3 0,0 0 23,0 0 1,0 5 144,0 2 0,0 4-96,0 4 1,-3-2-12,-1 6 0,-1-5-91,2 5 1,0-2-8,-4 1 0,3 2-88,-3-6 1,1 5 97,-2-4 0,-1 3-27,1-3 1,-1-1-35,-2-3 0,0-3-64,0-1 99,0-5 5,0 3-26,-5-5 0,3-1 1,-1-3 0,0-2-106,0-5 1,1 0 85,-1 0 1,2-3-7,1-1 0,0-1 87,0 1 0,0 2-5,0-6 1,1 2-3,2-1 0,0-2 10,4 6 1,-3-2-54,3 1 1,1 3 14,3-3 0,0 8 78,0 3 1,0-1 0,0 1 1,-1 2 7,-3 6 1,3 3-77,-3 8 0,-1 2-5,2 5 1,-5 0-122,5 0 0,-5 0-228,5 0 0,-1-4-121,4 1 1,-4-2-1186,1 1 1642,4-2 0,44-24 0,15-6 0</inkml:trace>
  <inkml:trace contextRef="#ctx0" brushRef="#br0" timeOffset="1744">1378 337 8174,'0'-7'1201,"0"-1"-819,0 6 1,2-3-75,1 5 0,0 0 109,4 0 1,0 0-361,5 0 1,2 0-131,1 0 1,1 0-132,-1 0 0,-2 0 41,5 0 1,-3 0-170,3 0 0,-4 0 137,1 0 1,-3-1-158,-1-3 0,-4-2 48,1-5 0,-6 2-63,2-2 1,-3 3 357,-1-7 0,-1 3 10,-3 1 0,-3 3 120,-8 1 1,3 3-74,-3-3 0,-1 5 146,1-2 0,1 3-18,3 1 0,0 5 117,0 2 1,1 3-100,3 1 1,-2 0-44,5 0 0,-3 3-93,3 1 1,1 5-1,3-2 0,0 2-121,0-2 0,4 2 77,4-6 0,2 5-165,1-4 0,3-1-104,1-3 1,5-3-314,-2-1 1,3-5 255,1 2 0,0-3-79,0-1 0,0-6 51,0-5 0,3 0 340,-3-4 0,1-2 0,-8-1 0,-1 1 0,-3-2 0,-1 1 0,-3-4 0,2 4 48,-5-1 0,-1 4 144,-3-3 0,0 3 447,0-3-157,-5 5 1,3-2 219,-5 8-163,4-3-481,-2 9 1,5 1 100,0 7 0,0 3-199,0 1 1,0 0 147,0 0 1,0 3-115,0 1 0,0 3 143,0-3 0,4 1 105,0-1 1,1-2-99,-2 6 1,-2-6 113,3 2 1,1 1-85,-1-2 1,1 2 35,-2-1 1,0-3 38,4 3 0,-4-6 293,0-2-29,3-5-652,0 3 1,2-5-139,-1 0 0,-3-5-406,3-2 1,-3-3 138,3-1 1,-4-1-95,0-3 0,0 2 382,0-6 0,-1 5 181,1-5 0,-1 5 91,-2-5 1,1 5 245,3-5 0,-2 7-111,5 1 1,-1 0 159,2 4 1,5 2-1,-2 1 1,4 3-135,0 1 1,-2 1-15,6 3 1,-1 3-76,4 8 1,-4-2-21,1 6 0,-6-5-163,2 5 0,-3-1-288,-1 4 0,0-4-649,0 1 1,-5-2 492,-2 1 1,-2-2 538,2-5 0,2 0 0,5 0 0</inkml:trace>
  <inkml:trace contextRef="#ctx0" brushRef="#br0" timeOffset="2152">2470 205 7930,'-12'-11'-178,"-2"1"335,-1 3 0,1-2 305,3 5 0,-2 1-193,-1 3 1,5 0-180,-2 0 1,3 1-238,-3 3 0,4-2 69,4 5 1,0 1-451,0 3 452,1 0 1,-2 0-214,4 0 302,0 0 1,0 0-117,0 0 251,0 0 0,1 0-61,2 0 0,0-1 104,4-3 0,1 3-124,3-3 0,0 3-24,0 1 1,1 0-25,3 0 1,-2 0-19,5 0 1,-3 1-5,4 3 1,-6-3-24,2 3 1,-4-3 77,-4-1 0,-2 0-48,-5 0 1,-1-3 43,-3-1 1,-7-5-159,-7 2 0,-3-3-189,-1-1 0,-4 0-62,0 0 1,1 0-878,3 0 1238,4 0 0,2-19 0,5-6 0</inkml:trace>
  <inkml:trace contextRef="#ctx0" brushRef="#br0" timeOffset="2350">2668 271 7930,'5'-11'929,"-2"3"195,4 1 1,-3 5-671,3-2 1,-5 4-185,2 4 0,1 2-109,-1 5 1,3 1-122,-3 3 1,-1-2-298,-3 6 0,4-1-581,0 4 1,-1-1-114,-3-3 1,4 2 950,0-5 0,14 4 0,1-2 0</inkml:trace>
  <inkml:trace contextRef="#ctx0" brushRef="#br0" timeOffset="2492">2745 72 7930,'-6'-11'1051,"-3"-5"-1627,7 9 576,-3-3 0,25 30 0,5 4 0</inkml:trace>
  <inkml:trace contextRef="#ctx0" brushRef="#br0" timeOffset="3151">3175 315 7970,'-11'-17'376,"0"2"107,0 3 0,0 4 91,0 1 1,-3 5-178,-1-2 0,-1 4 23,1 4 0,2 2-426,-6 5 1,7 0-131,1 0 0,0 1-159,4 3 1,1 2 111,-2 5 0,6-4-112,-2 1 1,3-5 88,1 5 0,1-4-165,3 3 0,1-8 148,2 1 1,7-4 35,-3 0 1,3-2 92,1-5 1,-2 0-59,6 0 0,-4-5-177,3-2 0,-3-3 73,3-1 1,-5-1-18,2-3 0,1 3 226,-1-3 1,-4 2 175,-4-2 1,1 2-113,3-6 0,-5 6 135,-3-2 1,-1 3 395,-2 1 1,0 0 300,0 0 143,0 5-351,0-4-384,0 9 0,0-3-44,0 8 1,0-2-128,0 6 0,0-1 68,0 4 0,0 0-124,0 0 1,0 4-57,0-1 1,0 2 4,0-1 1,1-3 52,2 3 1,-1 1-1,1-1 1,2-1-116,-1-3 1,0-3 279,-4-1 159,5 0-234,-4-1 1,5-1 184,-2-5-359,-3 0 1,4-5-94,-5-2 1,1-3-197,3-1 0,-3-3 151,2-1 0,-1-1-46,-2 1 1,1 3 205,3-3 1,-3-1 123,2 2 0,0-1 58,1 4 1,-3-4 298,3 1 0,0-1-109,0 4 1,5 3-123,-2 1 1,3 5-84,1-2 1,0 3-67,0 1 0,4 1-169,-1 3 0,1 3-2,-4 8 1,4-2-284,-1 6 0,1-5-125,-4 5 0,0-1-372,0 4 0,0-4-450,0 1 1,-3-2 1329,-1 1 0,5 3 0,5-4 0</inkml:trace>
  <inkml:trace contextRef="#ctx0" brushRef="#br0" timeOffset="3409">3892 513 7970,'0'-7'600,"0"0"1,0 3 2260,0-3-2019,5 4-810,-4-2 1,4 4-2789,-5-3 1483,0 3 1273,0-4 0,5 15 0,1 2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53.7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111 199 7897,'0'-11'127,"0"0"306,0 0 111,0 0 1,-2 1-227,-1 3 1,0 2-94,-4 5 1,0 0-10,-4 0 0,0 5 26,0 2 1,0 2-27,-1-2 0,5 3-189,0-3 1,1 3-512,-2 1 0,3 0 327,5 0 1,0 2 16,0 1 0,0 0 63,0 4 0,2-3-99,1 3 0,3-1 95,5 2 0,0 0-91,1-4 0,2 5 47,1-2 0,0-1-182,-4 2 0,-2-6 92,-1 2 1,-3-3 49,-5-1 0,0 0 7,0 0 0,-5-5-182,-3-2 1,-3-3-519,-3-1 858,1 0 0,-17-20 0,0-4 0</inkml:trace>
  <inkml:trace contextRef="#ctx0" brushRef="#br0" timeOffset="234">210 45 7897,'5'-6'2780,"1"2"-2202,5 8 0,0 7 47,0 7 1,4 4-371,-1 4 1,6 2-26,-2 5 0,0 2-542,0 1 1,-5-1 20,2 1 1,-3-5-948,-1-2 1,-3-4 352,-1 1 0,-1-8-1166,1-3 2051,3-3 0,-8-16 0,2-3 0</inkml:trace>
  <inkml:trace contextRef="#ctx0" brushRef="#br0" timeOffset="459">254 276 7897,'0'-7'0,"0"0"1538,0 4-1043,0-6 1,9 7-136,2-1 0,6 1-258,-3 2 1,10 0-255,-2 0 1,3 4-259,1 0 1,-1 4 24,4 0 1,-4-2-240,0 1 0,-5-3 263,-2 3 1,-4-3-39,0 3 0,-5-3-121,-2 3 520,-4-4 0,-8 2 0,-7-5 0</inkml:trace>
  <inkml:trace contextRef="#ctx0" brushRef="#br0" timeOffset="836">662 321 7897,'-7'-5'533,"-1"-3"822,6-1-527,-3 2-272,5 2-291,0 5 1,0 5-14,0 3 0,5 5-80,2 2 0,3 5 0,1-2 0,0-1-79,0 1 1,0-3-173,0 3 1,0 0-861,0 0 1,0-2-31,0-5 0,0 0-1379,0 0 2348,-5 0 0,-6-29 0,-6-8 0</inkml:trace>
  <inkml:trace contextRef="#ctx0" brushRef="#br0" timeOffset="984">651 166 7897,'-6'-16'0,"-3"4"1548,5-3-848,-4 3-1054,7 1-151,-4 5 1,6 2-1672,3 8 2176,2 2 0,34 25 0,8 4 0</inkml:trace>
  <inkml:trace contextRef="#ctx0" brushRef="#br0" timeOffset="1260">838 78 7906,'-11'-11'348,"4"1"1189,0 3-1071,4-3 0,-2 10-49,5 0 1,0 5-68,0 6 1,0 1-63,0 3 1,4 3 80,0 8 0,5-1-172,2 4 0,0-3-130,4 3 0,2 4-172,2 4 1,0-3-334,0-1 0,1-5-178,-1 9 0,0-9-1025,0 5 1,0-8-294,-4-3 1934,-5 0 0,0-39 0,-4-4 0</inkml:trace>
  <inkml:trace contextRef="#ctx0" brushRef="#br0" timeOffset="1451">1048 89 7906,'-6'-17'0,"-3"1"0,5 5 1093,2 0 1557,-4 5-1810,5 1 1,-3 10-336,8 2 0,2 8-89,5 3 0,1 4-204,3 4 1,-2-1-40,6 4 1,-1 0-346,4 4 1,0-3-472,0-1 0,0 2-3269,0 6 3912,0-8 0,5 8 0,1-9 0</inkml:trace>
  <inkml:trace contextRef="#ctx0" brushRef="#br0" timeOffset="1979">1643 67 7906,'-5'-17'618,"4"1"0,-3 5 329,3 0-116,1 5-244,0 1-149,0 15 0,1 2 41,3 10 1,2 0-240,5 0 0,1 5-47,3 2 1,-3 3-89,3 1 0,1 4-215,-1 0 0,3 0 79,-3-4 0,1 0-69,-2 0 0,-3-5-1007,0-2 470,0-3 230,-9-6 170,2-6 345,-4-6 1,0-10-205,0-2 1,0-3 43,0-1 1,0 0 39,0 0 1,0 0 33,0 0 0,4 0-49,0 0 1,1 0 20,-2 0 0,0 0-8,4 0 1,1 0 6,3 0 0,-3 0 8,3 0 1,-2 3-109,5 1 0,0 4-113,1 0 0,-2 2 76,5 1 1,0 1-128,0 2 0,2 4 180,-6 4 0,5 5 16,-5 2 1,-3 0 14,-3 4 0,-6-6-51,2 6 1,-3-2 1,-1 2 0,-8-4-109,-4 1 1,-6-6-148,0 2 1,-4-4 197,-4-4 1,3-2 28,-3-5 0,3 0 138,1 0 0,5-19 0,1-6 0</inkml:trace>
  <inkml:trace contextRef="#ctx0" brushRef="#br0" timeOffset="2387">2238 464 7906,'11'0'196,"4"0"152,0 0 1,-1 0-280,-2 0 1,0 0 99,2 0 0,-1 1 14,1 3 0,2-3-33,-1 3 1,0-3 14,-4-1 0,3 0-55,1 0 0,0-4-165,-4 1 104,0-6 0,-1 3-167,-3-5 0,-2 3 14,-5 1 1,0 0-145,0-4 1,-5 3 54,-2 1 1,-3 1 64,-1-1 1,-4-2 75,0 5 1,-3 1 205,3 3 0,-3 0 289,3 0 1,-1 1 44,2 3 1,1 2 264,-1 5 0,3 0-290,3 0 1,0 1 90,4 3 1,-3 2-409,3 5 1,0-4-27,4 1 1,9-1 61,2 4 1,9 0-50,2 0 1,1-5-126,6-2 1,1-4-248,3-4 1,0-2-479,0-5 0,-1 0 51,-3 0 1,-6-5-490,-4-2 0,-6-2-357,2 2 0,-6-3 1512,-2 3 0,-14-8 0,-1-2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52.57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33 253 7890,'-6'-5'635,"1"3"0,4-6-185,-3 4-324,3 1 0,-4 4 67,5 2 1,-3 4-64,-1 4 1,0 0-162,4 0 0,0 5 24,0 2 0,0 3-210,0 1 0,1-1 155,3-3 0,-1 2-136,4-6 0,-1 5-184,1-5 0,3 1 129,-2-4 0,1-4-24,2 1 0,0-6 101,0 2 1,2-8 44,1-3 1,-1-7 64,1 0 0,-1-7 142,-2-1 0,0 0-47,0-4 1,-4 3 128,0 1 1,-4 1 49,0 3-166,4-3 1,-6 8 82,2-1-162,-1 6 1,-4 4-8,-1 4 1,2 1 39,-3 2 0,-1 4-20,1 4 1,1 0 13,3 0 1,0 0-5,0 0 1,0 3 24,0 1 0,0 0 13,0-4 0,1 0 5,3 0 0,2 0 89,5 0 1,3-1 199,1-3 0,5 2-5,-2-6 0,-1 0 236,2-7 1,-5 0-133,5-7 0,-6 2 65,2-10 1,-3 1-559,-1-4 0,-5 0-80,-2 0 0,1 3-20,-2 1 0,1 1-911,-4-2-1123,0-1 2210,0 7 0,5 2 0,1 6 0</inkml:trace>
  <inkml:trace contextRef="#ctx0" brushRef="#br0" timeOffset="154">584 286 7890,'4'7'1369,"0"0"-870,0-4 1,0 7-87,4-3 0,-2 3-331,1 1 0,-3 0-187,3 0 0,-3 0 430,3 0-325,-4 0 0,7-10 0,-4-2 0</inkml:trace>
  <inkml:trace contextRef="#ctx0" brushRef="#br0" timeOffset="288">651 131 7890,'-5'-22'0,"0"1"0,-3 3 0,0 2 177,4 5 0,1 4 675,3-1-1156,0 6 1,1-3-811,2 5 0,0 5 1114,4 2 0,10 18 0,7 4 0</inkml:trace>
  <inkml:trace contextRef="#ctx0" brushRef="#br0" timeOffset="811">937 98 7897,'-7'-11'56,"0"0"772,4 0 1278,-7 5-1601,9 1 0,-4 10-192,5 2 0,1 3-92,3 1 1,-3 5-78,3 3 0,1 1-109,-1 2 0,3 4 22,-3 0 0,4 3-187,0-3 0,-2 0-129,1-4 1,-3 3-79,3 1 0,0-1-263,4-7 0,-1 2 292,-2-6 1,1-3-70,-1-3 0,1-6 138,3 2 0,-1-4 75,0-4 0,0-6-45,0-4 1,0-6 136,0 2 1,0 1 18,0-2 0,0 1 27,0-4 1,0 0 192,0 0 0,-5 0 0,-2 0 0,0 0 129,0-1 1,0 1-23,-4 0 1,0 0 127,0 0 1,0 0-69,0 0 0,-1 5 427,-3 2-25,3 3-369,-4 1-290,0 5 0,4 2 199,-3 8 0,3 3 90,1 8 1,0 2-210,0 5 1,0 0-91,0 0 1,5 4 17,2 0 1,3 1-199,1-2 0,0-1-806,0 1 0,1-1 226,3-2 0,-3 0-143,3 0 1,-2-5 286,2-2 549,-3-3 0,19-11 0,-2-2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49.6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221 330 7864,'-5'-11'-241,"4"4"731,-3 0 156,-2 4 0,0-5-233,-5 4 0,0 2-117,0 5 1,-5 0-154,-2 4 1,0 2 72,0 5 1,3 0-180,-3 4 0,5-3-93,-2 3 1,3-3-114,1 3 1,4-3 191,4 3 0,2-4-79,1 1 1,1-3-13,2-1 1,5-4-112,7 1 1,2-6-403,5 2 1,-1-3-10,-3-1 1,3-5-258,-3-2 1,-1-4 529,2-4 1,-6 3 316,2-3 0,-3-2 0,-1-39 0,0-16 0</inkml:trace>
  <inkml:trace contextRef="#ctx0" brushRef="#br0" timeOffset="633">331 275 11203,'6'5'1539,"3"5"-1405,-5 5 0,3 1-158,-3-2 1,3 0 116,-3 4 1,4-3-86,0 3 1,0-1-436,0 2 1,1 0-294,-1-4 301,2 0 1,1-5 154,0-3 0,-4-2-85,0-5 0,1-1 116,3-3 1,-2-2 49,-1-5 1,2-1 68,-3-3 1,-1 1 26,1-4 1,-3 3 145,3-3 1,-4 3 39,1-3 0,0 4 51,0 0 0,0 1-19,-4 2 196,0 0-316,0 0-42,0 5 115,0 1 0,3 14-84,1 2 1,3 6 32,-3-2 0,4 0-3,-5-4 0,5 3 10,-5 1 0,6 0 12,-2-4 1,-1 0-31,2 0 0,-1-1 12,4-3 0,0 1-34,0-4 1,4 0-95,-1-4 0,2 0 25,-1 0 1,-3-1 66,3-3 1,1-6-129,-1-5 1,3-1 62,-3 2 1,-1-3-21,-3-5 0,0 0 84,0-1 0,-1 1 84,-2 0 1,0-1-33,-4-3 1,0-1 148,-4-2 1,0 2 54,0 5 1,0 0-110,0 0 0,-4 4 232,0-1-283,-4 6 1,6 0 22,-1 6 1,0 5-122,0-2 0,1 9-199,-1 6 1,1 1 225,2 7 1,0 0 22,0 7 1,2-2-146,1 6 0,-1-2 35,1 1 0,2 3-66,-1-2 1,3-3 71,-3-2 1,4 2-4,0-1 1,2-2-189,1-5 1,0 0-335,0-4 0,0-4 59,0-4 1,0-4-167,0 1 1,0-4 690,0-4 0,-15-37 0,-3-12 0</inkml:trace>
  <inkml:trace contextRef="#ctx0" brushRef="#br0" timeOffset="910">838 275 7898,'-6'-5'-428,"-4"-1"1810,9-5-986,-4 0 0,11 4-303,6 0 1,0 4 32,6-1 1,2 3-128,5 1 0,-1 0 36,1 0 0,2 1-146,-1 3 1,1-1 245,-1 4 1,-3 0 295,3 4 1,-7 4-35,0 0 1,-6 4-131,2 0 0,-2 3 90,2 3 1,-6 0-82,2 4 1,-3 1-6,3 3 0,-3 0-163,-1 0 0,0-1-195,4-3 0,-3-2-302,-1-5 1,-4 0-411,0 0-526,3-5 744,-4-1 0,1-9-375,-6-4 0,0-2 332,-4-1 1,-1-4 121,-3-4 0,-1-2 502,-3-1 0,-12-24 0,-7-7 0</inkml:trace>
  <inkml:trace contextRef="#ctx0" brushRef="#br0" timeOffset="1100">1092 375 7872,'-5'-18'0,"4"1"235,-3 3 1,3 1 1011,1-1 506,0 6-1287,0-1 0,6 7-237,5-1 1,1 3-111,7 3 0,-1 3-211,4 5 1,0 0 121,0 0 0,-1 2-98,-3 1 1,2 0 66,-5 4 1,-1-3-208,-3 3 1,-4-4 40,-4 1 0,-2 0-13,-1 0 0,-6 1-149,-5-1 0,-1-4 77,-6 0 252,-1 0 0,-17-15 0,-5 3 0</inkml:trace>
  <inkml:trace contextRef="#ctx0" brushRef="#br0" timeOffset="1810">1566 364 7748,'-11'0'1093,"5"-5"-663,-4 3 1,9-1-73,-3 6 1,3 4-174,1 4 0,0 1 14,0 3 0,1-2-63,3 5 0,-2 0-155,6 0 0,-5 2-24,5-6 1,-5 5-246,5-5 1,-2 1-443,1-4 527,3 0 0,-8-1-9,6-3 0,-5-2 73,5-5 1,-5-1-155,5-3 1,-5 2 113,5-6 1,-1-3 35,4-3 1,-3-2 108,-1 1 0,-3 2 152,3-6 0,-1 4-28,1-3 1,0 5 169,-4-2 1,-2 3-32,3 1 1,-3 0-183,-1 0-247,0 4 284,0 3-151,0 4 1,0 4 38,0 4 1,4 3-145,0 4 0,3-3 54,-3 3 0,4 0 56,0 0 1,0 0 132,0-4 1,1 0-12,-1 0 0,1-1 90,3-3 1,2-1-55,1-2 0,0-3 137,-4 3 1,3-3-107,1-1 1,1-5-25,-1-2 1,-3-4-39,3-4 1,-3 3-84,-1-3 0,0-2 23,0-1 0,0-3 56,0-1 1,-5 0 46,-2 0 1,1-4-59,-2 0 0,1-1-67,-4 1 1,0 2 95,0-5 1,0 0 7,0 0 0,-4 2 69,1 5 0,-2 4 443,1-1-131,3 6-167,-4 2 0,5 7-133,0 8 1,0 7 2,0 7 0,0 4 3,0 4 0,1 2-30,3 5 1,-2 4-152,6 0 1,-6-1-55,2-3 1,2 1-263,1-1 0,2-2 43,-2-1 0,7 0-217,-3-4 1,3-1-322,1-7 1,-1 0 106,4-7 0,-5 2-59,2-10 1,-3 0 24,-1-7 745,0-2 0,25-54 0,6-12 0</inkml:trace>
  <inkml:trace contextRef="#ctx0" brushRef="#br0" timeOffset="1952">2018 264 7872,'-6'-11'842,"1"0"0,6 4-1373,3 0 0,7 4 47,7-1 1,7 3-511,1 1 994,-1 0 0,27 0 0,6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48.34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283 111 7878,'0'-6'347,"-2"-3"1185,-1 6-685,2-1-497,-4 4 0,5 6-91,0 5 0,0 2 102,0 5 0,5 0-123,2 4 1,-1 2-14,1 1 1,-1-1-268,2 1 1,2 0-190,-3 1 1,-1-3-322,1 3 1,-3-4 62,3-4 1,-4 2-459,1-6 1,-2 1 270,2-4 676,-3 0 0,-1-34 0,-6-9 0</inkml:trace>
  <inkml:trace contextRef="#ctx0" brushRef="#br0" timeOffset="242">657 23 7878,'0'-7'1007,"0"-1"0,-1 6-385,-2-2 0,-4 3-92,-4 1 1,-4 0-100,-4 0 1,-8 1-34,-6 3 0,-6 2-238,-9 5 1,-7 0-109,-7 0 1,0 0 21,0 0 1,7-4-236,3 1 1,9-6-1268,14 2 0,11 1-707,7-2 2135,7 6 0,58-3 0,19 5 0</inkml:trace>
  <inkml:trace contextRef="#ctx0" brushRef="#br0" timeOffset="901">558 155 8122,'-5'-11'559,"3"4"-156,-5 0 480,4 4-516,-2-2-371,5 5 0,0 3 456,0 4 0,4 0-61,0 8 1,4 2-157,0 2 0,-2 3-71,1 3 0,-3-1-133,3 1 0,-3 2 45,3-1 0,-3 0-203,3-4 1,-3 0 175,3 0 0,-4-1-102,0-3 0,-2-2-197,-1-5-276,0 0 330,0-5 0,0-2-212,0-8 1,0-2-181,0-5 0,2-4 295,1 1 0,0-6-24,4 2 1,-3-4 100,3-4 0,-3 6-8,3-2 1,1 4 134,3-1 1,-4 0 16,0 4 0,1 0 142,3 4 1,-2 4-32,-1 0 1,2 4 190,-3 0 1,-1 1-13,1 2 1,-3 5 62,3 3 0,0 1-76,0 2 1,3 4 31,-3 0 1,3 1-104,1-2 0,0-1 2,0 1 0,1 0-155,3 1 0,-3-7 52,3 3 0,2-2-99,1 2 0,-2-5 28,-1-2 0,1-3-161,-1-1 0,4-1 98,0-3 0,-4-2-76,0-5 1,1 0-8,-1 0 1,-1-2 52,-2-1 1,-1 2-58,0-3 1,-5 1 107,-3 0 0,2 1 113,-1-1-4,0 1 0,-9 4 178,-3 1 1,-1 0-33,-2 4 0,-2 0 110,-1 4 1,1 4-92,-1 0 1,1 4 108,2 0 0,0 3 340,0 3 0,0-1-202,0 1 0,4 3-120,0 2 1,4-2-244,-1 1 1,3 0-180,1 0 0,6 3-117,5-3 1,7 2-457,7-2 1,3-3-85,5-8 1,5-2-1819,3-5 2576,2 0 0,11-24 0,2-7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3:57.7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33 221 7906,'0'-8'25,"0"1"432,0 0-49,0-4 0,0 0-66,0 0 0,0 3 66,0 1 0,0 3 9,0-3-405,0 4 0,2-2 200,1 5-28,-2 0 1,4 2-101,-5 1 1,0 5-8,0 6 1,0 4-184,0 4 1,0 0-78,0 0 1,0 0-204,0 0 0,-3 0-258,-1 0 0,-3 0 222,3 0 1,-3-5-390,3-2-12,-5 2 43,8-5 780,-4-1 0,5-8 0,0-11 0,0 0 0,0-11 0,0 1 0,0-4 0,0 0 0,0 0 0,0-1 0,0-3 0,0 6 26,0-2 0,4 3 173,0-3 1,-1 3 12,-3 1 1,0 4 360,0 0-157,5 1 1,-2 4-208,4 1 1,-3 3-94,3 5 0,0 0-80,4 0 0,-2 5 48,2 3 1,-2 1-57,5 2 0,2 0 93,-1 0 1,4 1-49,0-1 0,2 0-31,1 0 0,0-4-80,0 0 0,-1-1 42,-3 2 0,3-2-123,-3-2 0,-1-3-49,2 2 1,-6-1 50,2-2 1,1 0-522,-1 0 356,-1-5 0,-3-1 48,0-5 0,-1 3 166,-3 1 1,2 0-42,-5-4 1,3 0 153,-3 0 1,1-1 491,-2 1-267,-2 0 1,8 0 199,-5 0 1,-1 4 2,-3 0 1,2 4-118,1 0 0,0 1 329,4 2-485,0 0 0,4 5 20,1 3 1,2 5-123,1 2 1,1 1-210,-1-2 0,-2 4-18,5 4 1,-3-2-265,3-1 1,-3 2-675,4-3 1,-5 2 271,5-2 0,-2 3 158,1-3 0,3-2 637,-3-1 0,23-13 0,5-3 0</inkml:trace>
  <inkml:trace contextRef="#ctx0" brushRef="#br0" timeOffset="230">1268 154 7906,'0'-6'0,"0"-3"1303,0 1-242,0 3-570,0 0 1,0 7-188,0 1 1,-4 3-39,1 5 0,-6 5-263,2 3 1,-3 2-176,-1 1 0,0 0-165,0 0 0,0 0-97,0 0 0,0 0-594,0 0 0,3-1 422,1-3 1,1-2 605,-1-5 0,-3-15 0,4-3 0</inkml:trace>
  <inkml:trace contextRef="#ctx0" brushRef="#br0" timeOffset="405">1048 177 7906,'0'-11'-140,"0"-1"382,0 1 0,0 4 1037,0 0-868,0 4 0,4-2-191,4 5 0,3 5-40,4 3 1,3 5-118,8 2 1,1 4-280,2 0 1,3 2-252,-3 1 1,-1 0-567,2 0 0,-6 0 1033,2 0 0,-3-5 0,-1-1 0</inkml:trace>
  <inkml:trace contextRef="#ctx0" brushRef="#br0" timeOffset="647">1698 221 7906,'0'-11'2258,"0"4"-1935,0 3 0,0 5-18,0 2 0,0 4-88,0 4 1,0 1-1,0 3 0,0-2-305,0 5 1,0 1-468,0 3 1,0-1 77,0-3 1,0 2-544,0-6 1,0 5 413,0-5 606,0 1 0,-10-28 0,-2-7 0</inkml:trace>
  <inkml:trace contextRef="#ctx0" brushRef="#br0" timeOffset="922">1632 188 8062,'0'-8'435,"0"1"0,1 4-369,3 0 0,2 2 182,5 1 0,5 4 0,2 4 1,3 5-104,1 2 1,5 3-96,2-3 1,3 5-156,1-2 0,-1-2 38,-2-1 1,0-3 31,-4-1 1,5 0-88,-2 0 0,-2-5-79,-1-2 0,-3-3 199,-1-1 1,0-5 129,0-2 0,-5-3 15,-2-1 0,-3-5 255,-1-2 1,-5-3-265,-2-1 0,-3 0-195,-1 0 1,-5 0-228,-2 0 1,-4-1-156,-4 1 1,3 5-468,-3 3 0,3 3 910,1 3 0,29 18 0,8 8 0</inkml:trace>
  <inkml:trace contextRef="#ctx0" brushRef="#br0" timeOffset="1231">2712 143 7906,'0'-11'1787,"0"5"-735,0 1-524,-5 5 0,0 5-199,-2 3 0,-1 3-134,4 3 0,-5 4-152,2 4 0,1-4-60,-2 0 1,1 1-309,-4 3 1,4 0-88,-1 0 1,1 0-481,-4 0 1,4-1 263,-1-3 1,5-2-330,-5-5 0,5-1 957,-5-3 0,6-2 0,-3-15 0,5-2 0</inkml:trace>
  <inkml:trace contextRef="#ctx0" brushRef="#br0" timeOffset="1439">2492 188 7893,'-5'-7'256,"4"1"324,-3 3-56,-2 1 212,5-7-358,-4 7 1,10 2 172,2 8 0,4 2-156,4 1 1,-2 1-106,6 3 0,-1-2-333,4 5 0,0 0-13,0 0 1,4 3-240,-1-3 1,1 2-431,-4-2 0,-1 2 725,-3-6 0,23 1 0,1-4 0</inkml:trace>
  <inkml:trace contextRef="#ctx0" brushRef="#br0" timeOffset="2022">3219 0 7893,'-6'0'827,"1"1"-363,5 3 0,2 2-207,1 5 0,3 6-44,5 5 0,5 5-95,3 6 1,-2 0-187,1 1 1,1 2-62,3 1 1,-2 0-340,-1-4 1,-3-5 259,-5-2 1,-5-8-38,-2-3 1,-3-7-285,-1 0 106,0-6 0,0 2 238,0-8 1,-4-2 60,0-5 0,-3 0 151,3 0 1,-4-4-32,0 1 0,0-2 195,1 1 0,-3 3-39,2-3 1,-1-1 87,-2 1 1,-4 1-36,0 3 1,-3 3-103,3 1 0,-4 3 244,0-3 0,2 5 10,-1-2 1,4 4 2,-1 4 1,3 2-89,1 5 0,5 5 71,2 2 0,3 3-171,1 1 1,1-1-58,3-3 0,3 3 49,8-3 1,2 3-158,5 1 0,0-5-491,0-2 0,2-6-125,1-2 0,-5-5-408,2 2 0,-4-4 1017,1-4 0,-3-21 0,-5-11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4:24.5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44 8016,'-11'-11'0,"1"0"1461,3 0-755,2 5-247,5 1-200,0 5 1,1 6 102,3 5 0,-2 1-201,6 7 1,-1-1-202,4 4 0,0 5-67,0 3 0,4-2-106,-1 1 0,1 1-465,-4 3 0,-1-4 320,-3 0 0,3-4-190,-3 1 1,-2-3 21,-1-1 526,-3-5 0,-15-21 0,-5-9 0</inkml:trace>
  <inkml:trace contextRef="#ctx0" brushRef="#br0" timeOffset="434">1 243 7882,'0'-8'-92,"0"1"0,0-2 0,0 0 611,0-3 1,3 5-313,1 0 0,5 4-15,-2 0 0,6 1-238,2 2 0,5 0 32,-2 0 1,7 2-69,0 1 1,6 0 79,-2 4 1,0-3 21,0 3 1,-5-1 21,2 2 1,1 1-24,-1-1 0,-5-2-46,-7 1 1,-1-3 64,-2 3-88,0 1 1,-5 3-171,-3 0 0,-1-4-2,-2 0 0,0 1 96,0 3 0,0-4-104,0 0 0,0 1 129,0 3 1,0 0-8,0 0 1,0 0 65,0 0 1,1-4 13,3 1 0,-2-2-17,5 1 0,2 2 20,6-6 1,-2 1 117,5-4 0,1 0-20,3 0 1,0 0 197,0 0 1,-1-5 89,-3-2 0,-2-3 363,-5-1 1,-1 0 193,-3 0 1,-2-4-387,-5 1 0,-2-5-138,-6 4 0,-5-3-117,-13 3 0,-2-1-302,-5 2 1,1 3-383,3 0 1,3 5-448,8 6 1,2 0 622,5 0 231,5 0 0,35 29 0,14 8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4:23.2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71 7882,'-6'-5'775,"-4"-1"347,3-5-925,2 4 0,0 4 0,5 6 0,0 4-93,0 4 0,0 0-191,0 0 0,1 3-52,3 1 0,-2 1 48,6-1 1,-5-3-237,5 3 1,-5 1 188,5-2 1,-5 1-53,5-4 0,-5 0-131,5 0 0,-2 0-133,1 0 249,3-5 0,-4 3 131,5-6 1,-4 1 223,1-4 0,-1-5-143,4-2 0,-3-3 91,-1-1 1,-1-1-94,1-3 0,2 3 89,-5-3 1,1-1 132,-2 2 0,-2-1-29,3 4 0,-3 0-72,-1 0-132,0 0 1,0 3-136,0 1 0,-1 5 126,-3-2-119,3 3 0,-4 6 88,5 2 0,-3-1-99,-1 1 0,0 1 59,4 3 0,4 0 118,0 0 0,3 0 146,-3 0 1,4-4-12,0 1 0,3-5 188,3 5 1,-1-6-57,1 2 0,0-3 73,0-1 0,-1-1-158,1-3 0,-1-2-139,-2-5 1,0 0-47,0 0 0,-5-4-136,-3 0 0,-1-3-291,-2 3 0,0-3-83,0 3 0,0-3-367,0 3 1,0 1 384,0 2 1,0 5 462,0 0 0,5 14 0,1 0 0</inkml:trace>
  <inkml:trace contextRef="#ctx0" brushRef="#br0" timeOffset="433">684 93 7882,'0'-11'314,"2"0"1,0 0 0,2 0 729,-2 0 1,1 3 44,0 1-396,-1 4-203,2-6-389,-8 7 0,-3-3-202,-4 5 1,0 4 36,0 0 1,4 4-100,0 0 0,-1 2-272,-3 1 0,1 0 139,3 0 1,-1 1-71,4 3 1,-3-3 52,3 3 1,-1 0-104,1 0 1,3 0 19,-3-4 1,3 4 33,1-1 0,1-3 200,3-3 1,1-5 40,2 5 0,3-6 117,-3 2 0,7-4-91,1-4 0,1-2-23,-2-5 0,-1-4 129,1 1 1,-2-5 176,-1 4 0,-1-3 45,-2 3 1,0-4 134,-4 0 1,1 4 131,-2 0 1,-1 3 148,1 1-282,-1 0-302,-2-1-423,0 6 289,0 1-13,0 15 1,0-2-37,0 6 1,1 2-208,2-1 1,0 1-83,4-1 0,-3-2-6,3 5 0,-3-4-105,3 1 1,-3 1 517,3-2 0,1-3 0,3-3 0,14-16 0,5 1 0</inkml:trace>
  <inkml:trace contextRef="#ctx0" brushRef="#br0" timeOffset="892">938 93 7882,'-11'-11'153,"4"1"1,-1 1 473,0 2-314,3 4-215,0-1-191,5 4 0,1 4 11,3 4 1,-2-2-46,6 1 1,-5 1 100,5 3 1,-5-4-91,5 0 0,-6 1 13,2 3 0,2-4 71,1 0 1,-1 0 53,2 0 1,-5 3-78,5-3 1,-5-1-92,5 2 1,-1-6 99,4 2 0,0 1-4,0-2 0,0 1 50,0-4 0,0 0-7,0 0 1,0 0-14,0 0 0,-1-1 3,-3-3 1,2-2 29,-5-5 0,3 0 160,-3 0 0,-1 0 142,-3 0-179,0 0 0,0 0 33,0 0 1,0 3-32,0 1-50,0 0 0,0-1-69,0 1-19,0 4 0,2-1-14,1 4 0,0 1 58,4 2 1,-3 4-15,3 4 0,0 3-69,4 1 1,1 5-159,-1-2 1,-2 3 242,-1 1 0,1 0 0,-1 0 1,-3 2 263,-2-1 1,-1 0-96,-2-9 1,-2 1-124,-1-4 1,-5-1-5,-6-3 0,-3 2-477,-6-5 1,1-1-194,0-3 1,0 0 581,0 0 0,10-29 0,2-8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4:22.3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34 132 7895,'-1'-12'72,"-2"1"1,-2 2 0,1 0 2021,-1 2-1158,1 4-553,4-2 1,0 7-13,0 1 1,0 5-207,0 6 1,0 0-128,0 4 0,4 1 48,-1 3 0,1 0-182,-4 0 0,0 1 107,0 3 0,0-3-144,0 3 0,0-3-389,0-1 0,-1-4 104,-3 1 1,3-5-67,-3 5 0,3-9-104,1 1-36,0-8 335,0 2 1,0-13-110,0-3 1,0-8 163,0 1 1,4-3 58,-1-1 1,2-1 181,-1-3 1,-3 3 145,3-3 0,1 2 140,-2-2 1,2 3-58,-1-3 1,-2-1 121,6 1 0,-5 4-118,5 4 0,-5 1 572,5-2-528,-1 3 0,4 6-71,0 3 1,0 3-12,0 8 1,4 2-79,0 5 0,3 5 4,-3 3 0,4 1-178,0 2 0,0 4-40,0 0 0,1 1-32,-1-1 0,-3-3-313,-2 3 1,1 1-76,-4-2 1,1 1-345,-8-4 1,3-1 255,-3-3 598,0-2 0,-24-24 0,-4-6 0</inkml:trace>
  <inkml:trace contextRef="#ctx0" brushRef="#br0" timeOffset="173">12 264 7895,'-4'-11'334,"1"0"1715,0 0-1773,2 5 0,7 1-75,5 5 1,5 0-302,6 0 0,1 0-454,3 0 0,2 1-1532,5 3 2086,5-3 0,50 14 0,-35-9 0,0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4:34.9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1 215 7740,'0'-11'928,"0"0"0,1 4-743,3 4 0,-2 6 116,6 5 0,-1 3-172,4 3 0,4 4-182,-1 4 1,5 0 37,-5 0 0,2 0-147,-1 0 0,-3 0 105,3 0 0,-6-5-131,-2-2 0,-5 1 63,2-2 1,-3-3-265,-1-3 262,0-6 0,-5 3 34,-2-5 1,-3-5-9,-1-2 0,0-4 21,0-4 1,4-2-4,-1-5 0,6 0-15,-2 0 1,3 4-1,1-1 0,0 2-42,0-1 0,5 0-13,2 4 1,0 2 173,0-3 0,0 6-113,4 2 53,0 4 1,0-1 30,0 4 0,0 1 116,0 2 1,2 0-85,1 4 1,-1 1 78,1 3 1,3 1-111,2 3 0,-2-3 5,1 3 0,-1-4-105,2-4 1,-2 1 98,-2-4 0,-3 3-8,3-3 1,-3 0-43,-1-4 18,0 0 1,-1-1-30,-3-3 0,-1 1-74,-2-4 1,-3 0 119,3-4 1,-3 0-1,-1 0 0,0 0 229,0 0 1,-5 0 20,-2 0 1,-3 0 33,-1 0 0,0 1-133,0 2 0,0 4 87,0 4 1,0-4-48,0 0 1,0 2 145,0 5 1,3 4-84,1 4 1,5 0-45,-2 0 1,3 0-208,1 0 1,1 5-84,3 2 0,2-1-123,5 1 1,5-3 92,2 4 0,4-5-123,4 5 0,2-6-176,5 2 0,-1-3-342,-3-1 0,2-5 72,-5-2 702,4-3 0,-2-21 0,6-4 0</inkml:trace>
  <inkml:trace contextRef="#ctx0" brushRef="#br0" timeOffset="437">839 27 7740,'-8'-7'668,"1"1"133,-1 1-646,3-4 0,0 9 119,5 0 0,5 6 72,2 9 0,3-2-92,1 6 1,1 0 82,3 7 1,1-3-302,2 3 1,3 1-33,-3-1 1,-1 3-68,2-3 1,-5 0-80,5-4 1,-6 0-237,2 0 1,-3-1 100,-1-3-196,0-2-103,-5-10 242,-1-1 0,-5-10-94,0-2 0,-1-7 90,-3 0 1,-2-2 17,-5 1 0,0 3 190,0-3 0,-1 3 128,-3 1 0,2 0-82,-6 0 1,5 1 103,-5 3 0,6-2 27,-2 5 0,-1 1 264,2 3 0,-1 1 205,4 3 1,-3 5-64,3 6 1,-2 1 38,6-1 1,2 1-302,1 2 0,3 3-46,1-3 1,6 2-116,5-2 0,5 2-238,6-6 0,0 0-218,0-7 0,4-1 245,-1-2 1,5-3-812,-5 3 1,1-8 514,-4-3 1,-3-4 476,-1-4 0,-5 3 0,8-33 0,-4-3 0</inkml:trace>
  <inkml:trace contextRef="#ctx0" brushRef="#br0" timeOffset="795">1147 259 7740,'0'-11'-606,"0"0"224,0 0 2154,0 0-991,0 0-518,0 4 1,0 4-73,0 6 0,0 4-1,0 4 1,2 1-103,1 3 1,2-2 62,3 5 0,1 0 45,-1 0 0,2 3-46,1-3 1,1-1-166,3 2 0,-3-6-52,2 2 0,2 1-191,-1-2 0,3 0 185,-3-7 0,0-2-21,-4-5 1,0 0-647,0 0 0,2-1 308,-2-3 0,3-2 23,-7-5 0,-1-1 29,2-3 0,-6 2 18,2-6 0,-3 5 296,-1-5 0,0 5 186,0-5 0,-4 2 34,1-1 1,-2 0 362,1 4 0,2 5 563,-6-2-471,6 3-321,-3 1 1,5 4-83,0 6 0,0 5 15,0 7 1,5-2-150,2 5 0,3 1-209,1 3 0,0-4-206,0 1 0,0-2 199,0 1 1,1 2-610,3-6 0,-3 1 204,3-4 1,-1-1-380,0-3 928,-1-2 0,22-24 0,1-6 0</inkml:trace>
  <inkml:trace contextRef="#ctx0" brushRef="#br0" timeOffset="1271">1776 248 7742,'-11'-4'247,"0"-1"0,0 0 1016,0 0-983,0 2 1,0 7-81,0 4 1,5 2 200,2 1 0,3 1-114,1 3 1,0 1-126,0 2 1,0 3-5,0-3 0,5 2-110,2-2 0,4 2-102,4-6 0,-3 5-432,3-5 1,0 0 175,0-7 1,4 2-357,-5-5 1,2-1 206,-1-3 0,-2 0 209,6 0 0,-2 0 81,1 0 0,2-5 7,-5-2 1,4-3 168,0-1 0,-4 4-81,0-1 1,1 1-35,-1-4 1,3 0-16,-3 0 0,0 4 34,-4-1 1,0 5 147,0-5 0,0 2 150,0-1 561,0-3-508,-5 4 0,-1-5 73,-5 0 1,-4 0-71,0 0 1,-5 3-39,-2 1 0,0 1 57,-4-1 0,3 2-30,1 5 0,0 0-48,0 0 1,-4 0 27,0 0 1,0 5 80,4 2 0,4 3-67,0 1 0,-1 0 100,-3 0 1,5 4-151,3-1 0,1 6 25,2-2 0,2 2-74,1-2 1,8 2-102,8-6 0,3 5-720,3-4 0,4-2-99,4-6 1,0 2-451,0-5 0,0-1 404,0-3 0,-4-5 817,1-2 0,-11-22 0,2-7 0</inkml:trace>
  <inkml:trace contextRef="#ctx0" brushRef="#br0" timeOffset="2121">2812 303 7722,'0'-8'1292,"0"1"1,4 6-1039,-1 1 0,6 5-82,-2 6 1,3 3-179,1 1 1,1 5-289,3-2 1,-3-1-113,3 2 1,-4-5-416,-4 5 0,3-5 470,-2 5 351,-3-6 0,-10-26 0,-8-13 0</inkml:trace>
  <inkml:trace contextRef="#ctx0" brushRef="#br0" timeOffset="2251">2867 115 7730,'-3'-11'521,"-1"0"-749,0 0-337,4 5 0,5 1 565,2 5 0,18 30 0,4 6 0</inkml:trace>
  <inkml:trace contextRef="#ctx0" brushRef="#br0" timeOffset="2730">3044 413 7953,'0'6'2344,"0"-1"-1992,0-5 49,0 5-319,0-4-1050,0 4 746,0-15 0,0 3-137,0-8 0,3 3 177,1 1 0,3 0 20,-3 0 1,1 1 57,-1 3 0,-2-3 247,5 3-136,1 2 1,3 0 137,0 5 1,0 1-49,0 3 0,0-2-82,0 5 0,0 5 3,0 2 0,0 1-2,0-4 0,0 0-11,0 0 0,0 0 6,0 0 0,-4-1 2,1-3 82,-6 3 36,8-9-156,-9 4 76,4-5-208,-5 0 0,-4-5-91,1-2 210,-1-3 0,4-1 52,0 0 0,0 0 84,0 0 1,0 0-1,0 0 0,4 0 228,-1 0 0,5 0-15,-4 0 1,4 1-157,-1 3 1,3-2-142,1 5 1,1 1 57,3 3 1,-3 0-146,3 0 1,-3 1 38,-1 3 1,0 2-135,0 5 0,0 0 80,1 0 0,-1 0-537,0 0 0,-2 0-1493,-1 0 2118,2 0 0,5 5 0,9 1 0</inkml:trace>
  <inkml:trace contextRef="#ctx0" brushRef="#br0" timeOffset="3113">3837 270 7730,'-7'-4'0,"1"-1"181,1-1 0,-4 4 313,2-2 0,-3 3-161,-1 1 1,0 0-2,0 0 0,0 1-205,0 3 1,0 2-108,0 5 0,0 0 52,0 0 0,1 0-167,3 0 0,1 3-219,2 1 0,3 0 142,-3-4-419,3 0 309,1 0 0,1-1-294,3-3 331,2-2 1,5-5-32,0 0 1,0-4 185,0 1 1,0-6 129,0 2 0,0-2-12,0 2 0,0-3 215,0 3 0,0-3-64,0-1 1,0 3-58,0 1 1,0 5 51,0-2 1,-3-1-163,-1 1 6,0 1 1,4 3-88,1 0 0,-5 5-211,0 2 0,-3 3-70,3 1 0,-3 0-208,3 0 0,-3-4 558,3 1 0,-4-1 0,36-1 0,4-1 0</inkml:trace>
  <inkml:trace contextRef="#ctx0" brushRef="#br0" timeOffset="3479">4157 303 7730,'0'-11'81,"4"0"162,-1 0 1,1 0 6,-4 0 0,0 3 378,0 1-65,0 0-440,-5-4 1,-1 3-169,-5 1 108,0 4 0,0-1-117,0 4 0,0 0 131,0 0 1,0 1-118,0 2 1,0 0-61,0 4-3,0-4 1,1 6-89,3-1 1,-2-2-115,5 1 0,1-3-113,3 3 0,1-3 112,3 3 1,2-3 3,5 3 0,4-3 130,-1 3 1,5-4 78,-5 1 1,6 0 73,-2 0 0,3 3 320,1-3 1,0 3 81,0-3 1,0 3-129,0-3 1,-3 5 4,-1-2 1,-4 3-60,0 1 1,-2 0-59,0 0 0,-6 0-3,-3 0 1,-1 0-7,-2 0 1,-9-1-95,-2-3 0,-7 2-12,-1-6 1,-2 2-155,-1-1 1,-3-3-331,-1 3 1,0-3-607,4-1 0,5 0 1062,2 0 0,8-19 0,2-6 0</inkml:trace>
  <inkml:trace contextRef="#ctx0" brushRef="#br0" timeOffset="3855">4499 314 7754,'11'0'520,"0"-4"153,0 0 0,-4 1-174,1 3 0,-1 0 2,4 0 0,0 0-276,0 0 1,0 0-193,0 0 1,0 0 67,0 0 0,0 0-94,0 0 1,0-4-266,0 0 0,-3-3-144,-1 3-35,0-4 1,-1 2 47,-2-5 157,-3 0 0,-6 0 163,-2 0 1,-6 4 17,-2 4 1,-1-2-20,1 1 1,-1 1 174,-2 3 0,-2 1 222,6 2 0,-5 0-111,5 4 1,-1 1 64,4 3 0,0 3-174,0 1 1,5 3-23,2-3 0,4 5 45,4-2 1,7 3 32,7 1 1,11-1-594,5-3 1,6-2-854,0-5 0,3-5 487,1-2 1,0-4 39,1-4 756,-6-7 0,-1-16 0,-5-7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4:32.9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210 320 7782,'-1'-11'136,"-2"0"214,0 0 1,-6 1 450,2 3 0,-3 2-449,-1 5 0,0 0-107,0 0 1,-4 0-96,0 0 0,1 1-110,3 3 1,0 2-78,0 5 1,0 3-565,0 1 1,1 0 171,2-4 0,0 4 165,4-1 0,-1 1-126,2-4 0,1 0 110,-1 0 0,1 0-410,2 0 485,0-5 1,5 3 133,3-6 1,1 0-49,3-7 0,2 2 151,1-6 0,1 1 90,-1-4 0,-3 0 86,2 0 1,-1 0 143,-2 0 1,-1 4 224,-3-1 368,3 1-421,-4-4-73,0 5-576,-1-4 0,-1 10-113,-1 0 1,1 1-121,-4 7 1,5-1-45,2 4 0,-1 0-324,2 0 1,-1 0 218,4 0 507,0-5 0,15 9 0,3-3 0</inkml:trace>
  <inkml:trace contextRef="#ctx0" brushRef="#br0" timeOffset="392">353 309 7965,'-1'-11'448,"-3"0"0,3 3 128,-3 1-48,3 5-142,1-3-206,0 5 0,1 5-14,3 2 1,2 3-104,5 1 0,-3 0 93,-1 0 0,0 3-182,4 1 1,-3 0-3,-1-4 1,-1 0 13,1 0 1,2 0-73,-5 0 54,4 0-150,-6 0 0,4-4 27,-3 1-198,-1-6 43,2 3 0,-2-6 0,1-3 0,-1-2 20,1-5 1,-2 0 162,-1 0 1,0 0 3,0 0 1,0 0 110,0 0 1,0 0 210,0 0 1,0 0-119,0 0 1,0 0 180,0 0 0,0 3 205,0 1-274,0 5 1,5-3-86,3 5 1,2 0-152,1 0 0,0 5-199,0 2 1,0 3 105,0 1 1,1 0-90,3 0 0,-3 4-301,3-1 0,0-3-950,0-3 1476,0-1 0,30-6 0,9-2 0</inkml:trace>
  <inkml:trace contextRef="#ctx0" brushRef="#br0" timeOffset="821">783 110 7782,'-4'-23'0,"1"0"0,0 1 0,2 5 2294,1 3-908,0 8-561,0 1-466,5 20 1,2-4 108,8 15 1,-1-4-225,4 7 1,-1 0-38,1 4 1,3 1-45,-2-1 1,-3-4-122,-2 0 0,-1-4-660,-2 1 1,0-3 84,0-1 0,-4-5-930,0-2 677,-4-3-65,2-6 123,-5-1 347,0-15 0,0 2 153,0-11 1,0 6 45,0-2 0,-5 2 139,-3-2 0,-1 3 36,-2-3 0,-2 3 181,-1 1 0,0 3-31,-4 1 0,3 5 86,-3-2 1,1 3 46,-2 1 1,2 0 185,2 0 0,3 6-63,-3 5 1,3 0 32,1 4 0,5 0-75,2 0 1,3 5-47,1-2 1,1-1-275,3 2 0,2-6-209,5 2 0,5-3-327,2-1 0,3-4-86,1 1 1,-1-6-676,-2 2 1,1-4 1259,-1-4 0,16-21 0,6-11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4:26.1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155 127 7797,'0'-7'431,"-2"0"65,-1-2 0,0 4-318,-4 2 1,3-2-24,-3 1 0,3 0-143,-3 4 0,0 0-12,-5 0 1,5 4-177,0 0 1,-1 3-187,-3-3 0,2 4 157,1 0 1,-2-2-391,3 1 399,-3 0 1,3 4 55,0 1 1,4-5-46,-1 0 0,3-3-107,1 3 214,0 1 1,4-1 16,0 0 0,8-1 74,-1 2 0,2-2-65,-2-2 0,5-2 95,3 5 1,-2-3-48,1 3 1,-1-3 111,2 3 1,2-3-100,-3 3 1,-2 0 83,-1 0 1,-3 3-88,-1-3 0,-1 3 62,-3 1 1,-2-4 257,-5 1 1,-5-2-34,-2 1 1,-8 2-140,-3-6 0,-3 5-46,-1-5 0,0 5 25,0-5 1,0 1-220,-1-4 1,6 0-360,3 0 0,1 0 445,2 0 0,20-20 0,4-4 0</inkml:trace>
  <inkml:trace contextRef="#ctx0" brushRef="#br0" timeOffset="400">331 194 7776,'6'1'1394,"-2"2"-1049,2-1 1,-4 8-140,6-3 1,-5 3-309,5 1 1,-6 0-44,2 0 1,1 3-79,-2 1 0,5 0 90,-5-4 1,2-1-82,-1-3 1,-2 3 118,6-3 0,-4-1-321,3 2 252,0-6 1,4 3-104,0-5 0,0-5 120,0-2 1,0-3 57,0-1 0,0 0 86,0 0 0,-1-4 52,-2 0 0,0-3 198,-4 3 0,3-3-25,-3 3 0,0 1 137,-4 3 1,1 1 113,2 2 93,-1-1-332,3 7-104,-5-2 0,3 5-28,1 2 0,0 4-41,-4 4 1,3 1-135,1 3 1,0-3-27,-4 2 0,3 2-175,1-1 0,1 1-92,-1-1 0,0-3-269,4 3 1,2-4 16,-3-4 0,3 2 618,1-6 0,19-14 0,6-7 0</inkml:trace>
  <inkml:trace contextRef="#ctx0" brushRef="#br0" timeOffset="1009">783 216 7797,'-6'-8'100,"1"2"0,1 0 1150,1 0-719,-1 3-347,4-1 6,0 4 1,0 4 15,0 4 0,0-1-192,0 4 1,4-2 1,-1 5 0,5-1-19,-5-2 0,5 3 101,-5 1 0,6 0-160,-2-4 1,-1 0-37,2 0 0,-6 0-139,2 0 1,1-4 95,-2 1 1,2-2-226,-1 1 530,-3-2-374,4-5-22,-5 0 0,4-5 150,-1-2 1,1-3 2,-4-1 0,0-1 34,0-3 1,1 3-28,3-3 0,-3 3 164,3 1 0,-2 0-135,2 0 1,-3 0 1,8 0 270,-5 0-79,4 5-117,-2-4-22,5 9 1,0-3 21,0 8 1,-3-2-3,-1 5 1,-1 1 10,2 3 0,0 0 78,-4 0 0,3 0 51,-3 0-74,4 0 1,-5 0 75,4 0-100,-4 0-25,6 0 3,-7 0-10,3-5-136,-1 4-82,-2-9 0,3 3-178,-5-8 0,0 2-49,0-6 278,4 1 0,-2-4 143,1 0 0,0-4 226,0 0 1,-1 1-77,1 3 1,2 0 213,-1 0 1,1 0-154,-1 0 1,-2 3-24,5 1 1,-3 5 260,3-2-299,1-2 1,3 4-183,0-1 0,0 5 31,0 2 1,-4 5-112,0-2 0,1 6-18,3 2 1,0 0-137,0-4 0,-1 1-6,-3 3 1,3-3-110,-3 3 1,3-4-695,1-4 1,0 2 439,0-6 1,0 5 617,0-5 0,0-19 0,0-8 0</inkml:trace>
  <inkml:trace contextRef="#ctx0" brushRef="#br0" timeOffset="1592">1345 238 7797,'0'-11'1389,"0"0"-692,0 5-389,0 1 1,0 6 199,0 3-321,0 2 0,4 8 12,0 1 1,3 1-26,-3-1 1,4-3-14,0 3 1,-2-2-63,1 2 0,-1-3-195,1 3 1,3-3-177,-2-1 0,-2 0 183,1 0 0,-3-4-41,3 1-291,-4-1 159,6-1 0,-7-2-85,1-8 1,-2-2-137,-1-5 1,0-1 204,0-3 0,0 3 132,0-3 0,0-1 118,0 2 1,0-2 187,0 1 1,0 3 141,0-3 1,0 3-175,0 1 1,4 0 143,0 0-259,4 0 37,-1 5-23,4 1 0,0 6-35,0 3 0,-5 3 33,-3 8 1,2-3 20,-1 3 0,3-2 127,-3 2 0,0-3-113,-4 3 0,3-3 25,1-1 0,3 0-104,-3 0 0,1 0 8,-1 0 1,-2-4 29,5 1 1,-4-5-294,1 5-2,2-6-199,-5 3-211,9-5 506,-9-5 1,4-1 0,-5-5 1,0 0 113,0 0 1,1 0 0,3 0 0,-3-4 94,3 1 1,-3-2 307,-1 1 1,4 3 179,-1-3 0,5 3-231,-5 1 0,6 1 133,-2 3-313,3-3 0,1 9-135,0-3 1,0 4 124,0 4 1,-4 2-109,1 5 1,-2 1-104,1 3 1,3-3-240,-3 3 0,0 0-586,0 0 1,0 4 291,4-5 1,0 1 646,0-4 0,15-5 0,3-1 0</inkml:trace>
  <inkml:trace contextRef="#ctx0" brushRef="#br0" timeOffset="1993">2139 282 7797,'-11'-19'51,"0"2"1,1 1-1,2 4 975,0 4 1,1-1-410,-4 5 1,0 1 170,0 3-658,0 0 0,-4 4-229,0 4 1,4 2 85,4 1 0,0 1-145,-4 3 1,3-2 134,1 5 0,4-4-34,0 1 1,2 1-323,1-2 1,0 2 7,0-1 1,0-3-99,0 3 0,1-4 122,2-4 1,4 2 47,4-6 0,0 1 149,0-4 1,3 0-39,1 0 1,0-5 89,-4-2 1,0-4 168,0-4 0,-1 3-39,-3-3 0,2-1 152,-6 2 1,5-1 223,-5 4 0,1-4-83,-4 0 1,0 1 511,0 3-463,0 0-269,0 0 0,1 5 21,3 2-234,-3 3 0,5 6-217,-2 2 0,1 4 101,2 4 0,3-2-60,-3 5 1,2-4-135,-2 1 1,3 1-259,-3-2 1,3 1 675,1-4 0,10-5 0,2-1 0</inkml:trace>
  <inkml:trace contextRef="#ctx0" brushRef="#br0" timeOffset="2343">2282 249 7797,'0'-11'246,"-3"3"1,-1 1 785,1-2-583,2 5-284,6-1 0,1 10-5,5 2 1,0 4-33,0 4 1,0-2-96,0 5 0,0-3 258,0 4 0,0-5-212,1 5 1,-3-6-231,-1 2 0,0-3 176,-4-1 1,3 0 84,-3 0 295,0-5 295,-4-1-570,0-5 0,0-5-38,0-2 1,-2-7-49,-1 0 1,1-2 2,-1 1 1,-2 2-117,1-6 1,1 5-131,3-5 1,0 6-495,0-2 0,1 3 314,2 1 0,4 0-246,4 0 0,3 3-14,1 1 1,5 4-239,-2 0 1,-1 2 876,2 1 0,-5 0 0,5 0 0,14 19 0,7 6 0</inkml:trace>
  <inkml:trace contextRef="#ctx0" brushRef="#br0" timeOffset="2449">2657 260 7908,'1'11'0,"2"0"0,2 0 628,1 0 1,-3 0-111,5 0 0,-4-4-191,3 1 1,-3-1-127,3 4 0,-3 4-402,3-1 1,-3 1-1236,3-4 1357,0 0 79,4 0 0,0-15 0,0-3 0</inkml:trace>
  <inkml:trace contextRef="#ctx0" brushRef="#br0" timeOffset="2599">2580 105 7797,'-4'-17'104,"1"3"-595,0 1-748,-3 7 1239,5 1 0,6 25 0,7 4 0</inkml:trace>
  <inkml:trace contextRef="#ctx0" brushRef="#br0" timeOffset="3243">2800 238 7797,'-6'-5'140,"3"-3"0,0-1 0,1-2 962,-2 0 1,2 4-726,5 4 1,3 0-145,5 0 1,4 1-246,0-1 0,4 2 100,0 1 1,2 0-81,1 0 0,-1 4-56,-3 4 0,1 0-159,-4 0 0,0 2 25,-4-3 0,-4 6-204,1 2 1,-6 0 74,2-4 0,-3 3-27,-1 1 0,-5 4 64,-2-5 0,2 1 145,1-4 0,-1 0 179,2 0-132,-1 0 139,4 0 1,1-1-61,3-3 0,2-2 156,5-5 1,4 0-88,-1 0 0,6 0-231,-2 0 1,-1 0 71,2 0 1,-1-1-181,4-3 1,0 2 11,0-6 1,-3 5 93,-1-5 0,-4 2 25,0-1 1,2-3 96,-1 3 1,0-3 248,-4-1 1,-4 0-49,0 0 1,-4 0 228,0 0 1,-1 3-88,-2 1 1,-2 0 172,-1-4 1,0 1-116,-4 3 0,-4 2-45,-4 5 0,1 0-54,3 0 1,-4 0-43,0 0 0,0 5-128,4 2 0,0-1 157,0 1 1,2 2-27,1 6 1,2-3-143,2 3 0,3-3 68,-3-1 0,4 4-27,4-1 1,7 5-40,8-5 1,6 1-134,5-4 0,2 0 45,1 0 1,1-5-133,3-2 0,-7-3-108,3-1 0,-4-1-295,-4-3 1,0-2-263,-11-5 1,5 0 806,-4 0 0,-11-10 0,-5-2 0</inkml:trace>
  <inkml:trace contextRef="#ctx0" brushRef="#br0" timeOffset="4628">4046 216 7376,'-5'-6'949,"4"1"-836,-4 5 1,6 1 102,3 3 1,-1 2 134,4 5 1,0 1-354,4 3 1,0 1 22,0 2 0,0 3-75,0-3 0,-3 3 49,-1 1 1,-1 0-106,2 0 1,1 0 37,-1 0 0,-3-5-118,-2-2 1,-2-3 168,-1-1 1,-1-5 59,-2-2 0,-4-3-36,-4-1 0,2-6-28,1-5 0,-2-1 103,3-6 0,1-5-43,-1-2 0,4-1 92,0 4 1,1 0-161,2 0 1,2 1-133,1 3 1,0-2 120,4 5 0,4-2-153,4 6 0,3-2 133,-3 5 0,3 4 74,-3 0 0,3-1-7,-3 1 1,0 1-11,-4 3 0,0 3 105,0 1 0,0 5-124,0-2 0,-4 3 22,0 1 1,-3 0-48,3 0 0,-3 0-121,3 0 0,1-1 96,3-3 0,0 3-153,0-3 1,0 2 132,0-2 0,0-2-102,0-5 1,0 0-4,0 0 104,0 0 0,-1-1-1,-3-3 1,2-2 34,-6-5 1,1 4 15,-4-1 0,0 1 143,0-4 1,0 0-55,0 0 1,-5 1 112,-2 3 110,-3-3 0,-1 7-26,0-4 1,0 5 28,0-2 0,1 4 45,3 4 1,-3-2-51,3 5 0,-2 1 31,2 3 0,-2 3-145,6 1 0,-5 1-72,5-1 0,-1-2-262,4 6 0,1-2 140,3 1 1,2 3-210,5-3 0,6-2-167,5-1 1,1-3-385,7-1 1,-1-5 133,4-2 671,0-3 0,25-40 0,6-10 0</inkml:trace>
  <inkml:trace contextRef="#ctx0" brushRef="#br0" timeOffset="4903">4818 172 8210,'-11'-4'0,"0"0"477,0 2 0,0 1-199,0 1 1,3 0-22,1 0 0,0 1 105,-4 2 0,3 4-169,1 4 0,5 0-101,-2 0 1,3 3-163,1 1 1,1 3-60,3-3 1,2 5-130,5-2 1,3-1 103,1 2 0,1-5-142,-1 5 0,-3-2 146,3 1 1,-8-2 20,-3-5 1,1 0 193,-2 0 0,0-1-101,-7-3 1,-2 2-38,-5-5 0,0-1 16,0-3 1,0 0 56,0 0 0,-5-10 0,-1-2 0</inkml:trace>
  <inkml:trace contextRef="#ctx0" brushRef="#br0" timeOffset="5862">5071 271 7782,'-7'0'1489,"0"0"-1378,4 0 0,-2 5-11,5 2 0,0 3-185,0 1 1,5 4 32,3-1 1,1 6-159,2-2 0,0-1 110,1 2 1,-1-1-48,0 4 1,-2-5-227,-1-2 1,2 1 137,-3-1 1,-1-4 18,1-4 1,-3-5-327,3 2 384,-4-3 0,5-2 204,-4-3 0,3-5 125,-3-6 0,1-1 131,-1 1 0,-2-1-112,5-2 0,-4-2 24,1 6 0,0-5 0,0 5 1,0-1 167,-4 4 0,0-4 264,0 1 119,0-1-478,0 4-491,0 5 189,0 1 0,4 6-214,-1 3 1,2 2 113,-1 5 1,-2 4-54,6-1 0,-5 5-121,5-5 1,-1 6 31,4-2 0,0-1-32,0 2 0,-4-5 174,1 5 0,-1-6 36,4 2 1,0-3 160,0-1 1,0-5-57,0-2 0,0 1 65,0-1 0,0-2-130,0-6 0,0 2 28,0-5 0,0-2-21,0-6 0,0 2-31,0-5 0,-3 0 77,-1 0 1,-3-3 60,3 3 1,-3-3 33,3-1 0,-4 0 195,0 0 1,-1-4 344,-2 0 0,0-4-239,0 0 1,0 2-36,0-1 1,0 4 6,0 0 0,-4 3 263,0 3-461,0 3 1,1 9-67,-1 0 0,0 5-37,4 2 1,0 6-165,0 9 1,0 4-48,0 6 1,4 0-24,0 4 0,4 1-99,0 3 1,2-4 60,1 0 0,-4 0-42,0 0 0,1-1-54,3-2 0,0-3-157,0 3 0,0-3 79,0-1 1,0-5-88,0-2 1,0-3 336,0-1 0,0-5 67,0-2 0,0-4 107,0-4 0,0-3-216,0-8 1,0-2-77,0-5 0,0 0 53,0 0 0,-1-1-163,-3-3 0,2 3 175,-6-3 0,5-1 178,-5 1 0,1-4 211,-4 0 0,0 2 25,0-1 1,0 3 314,0-3 0,-5 4-190,-2-1 1,1 8 236,-2 3 1,6 7 167,-2 0-451,3 6 0,1 2-262,0 7 1,0 8 59,0 3 0,0 5-47,0 2 0,5 0-1,2 4 1,2 1-194,-2 3 1,3 0-40,-3 0 0,2 0-121,-2 0 1,3-5 32,-3-2 1,3 0-76,1-4 0,0 1-743,0-8 0,4-2-55,0-6 1118,-1-2 0,22-54 0,6-12 0</inkml:trace>
  <inkml:trace contextRef="#ctx0" brushRef="#br0" timeOffset="6009">5799 260 7782,'-6'-5'598,"1"4"0,10-4-402,2 5 0,8 0-138,3 0 0,4 0-1871,4 0 1813,-3 0 0,63 0 0,10 0 0</inkml:trace>
  <inkml:trace contextRef="#ctx0" brushRef="#br0" timeOffset="6325">6339 194 7782,'0'-7'4,"0"-2"245,0 1 109,-5 3 1,-1 1-133,-5 4 0,-1 0-36,-3 0 1,3 0-2,-3 0 1,-1 3-138,2 1 0,-1 4-164,4 0 1,0 2-2,0 1 1,4-4-201,-1 0 1,6 1 69,-2 3 1,3 0-153,1 0 0,1 0 93,3 0 1,2 0 107,5 0 0,0-1 163,0-3 1,4 3-67,-1-3 0,2-1 126,-1 2 1,-3-2-132,3 1 1,-3 3 39,-1-3 1,0-1 319,0 2 1,-5-5 443,-2 5 1,-3-5-418,-1 5 0,-1-6-305,-3 2 0,-3 1-345,-8-2 1,2 1 87,-6-4 0,1 0 277,-4 0 0,-15-10 0,-3-2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4:44.7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210 177 7606,'6'-5'43,"-1"4"1,-4-4 685,3 5-226,-3 0-76,4 0 13,-5 0-27,0-5-367,0 3 0,-1-2-239,-3 4 0,-2-4 90,-5 0 1,0 1-55,0 3 1,-4 0-123,1 0 0,-6 0 77,2 0 1,1 0-56,-2 0 0,5 0 131,-5 0 0,6 3-50,-2 1 0,6 1 86,2-2 1,5 0-18,-2 4 1,3-3 78,1 3 0,2-3-1,6 3 0,0-3-25,10 3 1,-3-4 38,4 0 0,-1 2-2,4-1 1,-1 3-16,-3-3 0,2 3 3,-6-3 1,5 3-29,-4-3 1,3 5-1,-3-2 0,1-1 88,-2 2 0,-1-2-74,1 1 1,-2 3 131,-1-3 1,0-1-61,1 2 0,-5-5 241,0 5-133,1-1 72,-2 4 1,-3-1-107,-6-3 1,-3-1 15,-5-2 1,-4-3 23,0 3 0,-4-2 18,0 2 0,-2-3-359,-1 3 1,1-3-103,3-1 0,-1 0-138,4 0 1,-4 0 194,5 0 243,4 0 0,10-10 0,6-2 0</inkml:trace>
  <inkml:trace contextRef="#ctx0" brushRef="#br0" timeOffset="221">530 265 8032,'11'6'906,"0"4"1,-1-4-526,-3 5 0,2-4-145,-6 1 1,6-1-300,-2 4 0,-1 1-361,2 3 1,-5-3-519,5 3 1,-6-3 513,2-1 428,2 0 0,-5-24 0,4-7 0</inkml:trace>
  <inkml:trace contextRef="#ctx0" brushRef="#br0" timeOffset="354">563 66 7802,'-7'-17'0,"1"3"-210,1 1 0,1 6-943,4 0 1153,0 4 0,0-2 0,20 25 0,4 4 0</inkml:trace>
  <inkml:trace contextRef="#ctx0" brushRef="#br0" timeOffset="1192">828 210 7891,'0'-11'869,"0"5"-770,0-4 219,0 4-254,0 0 0,4-1-118,4 4 0,2 1 62,1-1 1,0 2-86,0 1 0,0 0 16,0 0 0,1 1-51,3 2 1,-3 0 61,3 4 1,-3 1-93,-1 3 1,-5 0 54,-2 0 0,1 0-93,-2 0 0,1 1 48,-4 3 1,-4-3-43,1 3 1,-6-2 138,2 2 0,1-3 448,-2 3-9,1-3-324,-4-1 0,1 0 61,3 0-27,2-5-58,5 4 0,1-8-343,3 6 0,2-6-58,5 2 1,1-3-71,3-1 0,-1 0 196,9 0 1,-4 0 218,7 0 0,-7-1 0,0-3 0,-1-1 0,4-2 0,-3-3 0,-1 3 0,-6 1 0,-1-2 0,0 2 0,-3-1 0,-2-2 0,1 6 0,-4-1 0,1-1 0,-2 4-153,1-3 386,-1 3 382,2 1-305,-4 0-80,5 0 1,-2 0 335,4 0-384,1 0 1,3 0-54,0 0 0,0 0-23,0 0 1,0 0-171,0 0 0,0 0 129,0 0 1,0-4-164,0 1 0,0-5 119,0 5 0,0-2-28,0 1 0,0-1-253,0-2 175,0-3 0,0 4 0,0-5 97,-5 0 0,-1 0 16,-5 0-10,0 0 0,-5 1 5,-2 3 1,-7 0 28,0 4 1,-2 2 111,1-3 0,-1 3-76,-2 1 0,-2 5 149,5 2 0,-1 3 125,2 1 1,2 0-73,-3 0 0,3 0-134,1 0 0,4 4-28,4-1 0,2 6-15,1-2 1,2-1-116,5 2 1,7-5-220,12 5 1,2-6-207,5 2 1,4-6-450,-1-2 0,1-5 350,-4 2 1,-1-4-611,-3-4 1136,-2-2 0,-5-29 0,0-7 0</inkml:trace>
  <inkml:trace contextRef="#ctx0" brushRef="#br0" timeOffset="1415">1996 419 7802,'0'-11'-233,"1"5"-513,3 2-120,-3-2 866,4 5 0,-5-4 0,0 10 0,0 1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4:47.6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22 6717,'0'-6'853,"0"1"-899,0 5 135,0-5-283,0 4 149,0-4 409,0 5-1178,0 5 814,0-4 0,10 4 0,2-5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5:01.6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78 6666,'0'-7'911,"0"3"-619,0 4-145,0 4-87,0 3 0,0 4 3,0 0 1,0 3-105,0 1 0,0 1 74,0-1 1,1 2-126,3 5 1,-3 1 59,3 3 1,-2-2 49,2 6 0,-3-1-162,3 4 1,-3 4-2,-1 0 0,1 1-20,3-2 1,-3-1 104,3 1 0,-3-2-8,-1-5 1,0 2 6,0-6 1,0 1-20,0-4 1,0 4-5,0-1 1,0-2 86,0-5 1,0 0 147,0 4 0,0 0-126,0 0 0,-1 0-27,-3 1 0,3-1-30,-3 0 1,3 3-17,1 1 0,0 0 19,0-4 1,0 0-6,0 0 0,0 4-21,0-1 0,-1-3 42,-3-3 1,3-1 0,-3 4 0,3 0 48,1 0 1,0-3 4,0-1 0,0-1 2,0 2 0,0 4 12,0-5 0,0 6 2,0-6 0,0-1-49,0 1 0,0 1-2,0 3 0,0-4-4,0 1 1,0-5-6,0 5 0,0-1 6,0 4 1,0-4-9,0 1 1,0-1-4,0 4 0,0 0 0,0 0 0,0-1 10,0-2 1,0 1 0,0-1 1,0 2 112,0 1 1,0-4-88,0 0 1,0-3 5,0 3 1,0 0-22,0 0 0,0 3 4,0-3 0,0-1-13,0 2 0,0-2-9,0 1 0,0 3-17,0-3 1,0 3-15,0 1 1,0 0-53,0 0 1,0 0 72,0 0 1,0-2 2,0 2 1,0-4 33,0 5 1,0-1 4,0-4 1,0 3-15,0 1 0,0-1 6,0-3 1,0 3 15,0-3 0,0 3 8,0 1 0,0-1 6,0-3 1,0 3-45,0-3 0,0 3-4,0 1 0,0-1-3,0-2 0,0 1-6,0-1 1,0 2 7,0 1 0,0-2-4,0-1 1,0 2 8,0-3 0,0 3 0,0 1 0,0-1 12,0-3 1,0 3-10,0-3 0,0 3 2,0 1 1,0-1 10,0-3 0,4 3 3,-1-2 0,1 1-11,-4 2 0,0-3-1,0-1 0,0-1-10,0 2 0,0 2 3,0-3 1,0-1-1,0 1 0,0-3 16,0 3 1,0 0-2,0 0 1,0 2-9,0-6 0,0 5 2,0-5 1,0 5-9,0-5 1,0 2-1,0-1 1,0-3 25,0 3 1,0 1-20,0-1 0,0 3-1,0-3 1,0 3-12,0-3 1,1 3-4,3-3 1,-3 1 15,3-2 0,-3 0 1,-1 4 0,0-3 4,0 3 0,0-4 1,0 1 0,0 1 18,0-2 0,4 5-11,-1-5 1,1 5 3,-4-5 1,0 5-5,0-5 0,0 5 1,0-4 1,0 0-12,0 0 1,0-3 0,0 3 1,0-3-1,0-1 1,0 0-2,0 0 0,0 0 40,0 0 1,0 0-1,0 0 1,0 1-39,0-1 0,0 0 0,0 0-3,0 0 1,0 0-3,0 0 0,0-4 2,0 0 0,0-3-70,0 3 17,0-4 0,0 3-22,0-2-64,0-3 0,0 5-63,0-2 134,0-3-57,0 9 0,0-8 14,0 5 0,0-3-312,0 4 198,0-6 1,0 4 207,0-2 0,5-28 0,1-1 0</inkml:trace>
  <inkml:trace contextRef="#ctx0" brushRef="#br0" timeOffset="2586">88 89 7962,'-6'0'-1698,"0"0"1892,2 0-31,3 0 7,-4 0-21,5 0 11,0-5-160,0 3 96,-5-2-43,4 4 1,-4-2-51,5-1-24,0 1 8,0-2-5,0 4 1,4-2 22,0-1 1,0 1 30,0-1 0,-1 2 3,4 1 1,-3 0 17,3 0-26,0-5 0,4 3-42,0-1 0,0 1 13,0 2 1,0 0-8,0 0 1,0 0-5,0 0 0,1 0-8,-1 0 1,3 0-13,1 0 1,1 0 26,-1 0 0,-3 0-3,3 0 1,0 0 0,0 0 0,1 0 4,-1 0 0,-3 0 15,3 0 1,1 0 2,-2 0 1,2 0 9,-1 0 0,-3 0 6,3 0 0,2 0-5,1 0 1,-2 0 3,-1 0 1,1 0 9,-1 0 1,4 0-14,0 0 0,0 0 2,0 0 1,1 0-30,-1 0 0,2 0-6,1 0 1,1 0 6,3 0 0,-3 0-4,3 0 1,-3 0 7,-1 0 0,0 0-3,0 0 0,4 0 15,0 0 0,-1 0 2,-3 0 1,-1 0-13,-2 0 0,3 0-2,0 0 1,-4 0-1,4 0 0,-2 0-10,2 0 1,0 0-3,0 0 0,0 0 13,0 0 0,0 0-11,0 0 0,0 0-1,0 0 0,0 0 0,0 0 1,0 0 1,0 0 0,2 0 3,1 0 0,-3 0-1,0 0 0,0-1-10,-3-2 0,2 1-3,1-1 1,0 1-67,0 2 1,0 0 67,0 0 1,1-1-8,3-2 0,-3 1 1,3-1 1,-3 1 27,-1 2 1,0 0-8,0 0 1,0 0 4,0 0 1,0 0 1,0 0 0,0 0 7,1 0 0,-1 0 17,0 0 0,-4 0-17,0 0 1,4 0-1,4 0 1,0 0 16,-4 0 1,1-3 2,3-1 1,-3 0-30,3 4 0,1 0-2,-1 0 1,-1 0 9,-3 0 1,0 0-4,0 0 0,1 0-21,-1 0 1,0 0 15,0 0 0,0 0-6,0 0 0,0 0 22,0 0 1,0 0 1,0 0 0,4 0-3,-1 0 1,2 0 4,-1 0 0,-3 0-2,3 0 0,1-3 2,-1-1 0,-1 0-49,-2 4 1,-1 0 25,0 0 1,-2 0-8,-1 0 1,2 0-5,-3 0 1,2 2-4,-2 1 1,5-1 11,-4 1 0,4-2-1,-5-1 1,3 0 41,1 0 0,0 0 7,0 0 0,0 0-33,0 0 0,-3 0-19,-1 0 0,3 0-5,1 0 1,2 0-19,-5 0 1,2 0-92,1 0 1,0 0 75,0 0 0,0 4-9,0 0 1,0-1 28,0-3 0,0 0 3,0 0 1,0 0 13,0 0 0,0 4 0,0 0 0,4-1 11,0-3 1,-1 0-4,-2 0 0,-1 0 6,0 0 1,0 0-21,0 0 1,0 4-2,0 0 1,0-1-20,0-3 1,0 0-6,0 0 1,0 0 6,0 0 1,4 0 10,0 0 0,3 0-3,-3 0 0,-1 0 21,-3 0 0,4 4 4,0 0 0,1 0-18,-1-4 1,-3 0 3,3 0 0,-3 0-25,-1 0 1,0 0-2,0 0 1,4 0-5,-1 0 1,2 0 19,-1 0 0,-3 0 7,3 0 1,-3 0-9,-1 0 1,4 0-1,0 0 0,0 0-16,-4 0 0,0 1 0,0 2 0,0-1 4,0 1 0,0-1-2,0-2 0,-1 0 8,-3 0 1,4 0 5,0 0 1,-1 0 0,1 0 1,1 0 2,-1 0 0,0 0 2,4 0 0,-1 0 11,0 0 1,-1 0 4,1 0 1,0 0-32,1 0 0,-3 3-1,3 1 1,-7 0 26,0-4 0,-1 0 0,4 0 1,-4 0 12,1 0 1,-5 0-19,5 0 1,-4 0 0,3 0 1,-1 0 11,1 0 1,3 0 5,-2 0 1,-2 0 33,1 0 1,-4 0 84,0 0 1,-1 0 1,-2 0 186,0 0-347,0 0 10,-5 0-302,-1 0-523,-5 0 840,-5 0 0,-1 0 0,-5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5:06.5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34 7635,'5'-11'135,"-4"5"-20,4 1 56,-5 5 133,0-5-104,0 4-187,0-4 409,0 5-315,0 5 0,0 1-36,0 5 0,0-4-1,0 0 0,0 2-31,0 6 1,0-3-44,0 3 0,0 2 56,0 1 1,0 3-2,0 1 1,0 1-18,0 3 1,0-1-19,0 4 0,0 0-105,0 4 1,0 0 75,0 1 0,3-3-106,1-1 1,0 2 47,-4-3 0,0 2 63,0-2 0,0 2-11,0-6 0,0 2-6,0-1 1,3-3 20,1 3 0,0-3 24,-4-1 0,0 0 87,0 0 0,0 1-81,0-1 0,0 0 10,0 0 0,0 1-23,0 3 0,0-2-12,0 6 1,0-5-21,0 5 1,0-5 20,0 5 0,-4-4-5,0 3 1,1-5 2,3 2 0,0 1-8,0-1 0,-4 0 13,0-4 0,1 1 2,3 3 1,0-3-6,0 3 0,0-3 1,0-1 0,0 1-3,0 3 1,0-3 12,0 3 0,0 1 3,0-1 0,0-1-8,0-3 1,0 0 0,0 0 1,0 1 14,0-1 0,0 0 3,0 0 0,0-2 38,0-1 1,0 2 7,0-3 1,0 2-23,0-2 1,0 3 1,0-3 1,0 2-43,0-2 0,0 3 40,0-3 0,0 2-6,0-2 1,0 3-9,0-2 1,0 0-1,0 0 1,0 4-55,0-5 1,0 5-5,0-4 0,0 2-14,0 1 0,0 0-16,0 0 1,0-4 54,0 1 0,0-2-45,0 1 1,1 3-7,3-3 1,-3-2 31,2-1 0,-1 1 1,-2-1 0,0 3 3,0-3 0,0 3 2,0-3 1,0 3-3,0-3 1,0 3-24,0-3 1,0 3-1,0-3 1,0 4 2,0 0 0,0 0 0,0 0 1,0 0 6,0-4 0,0 5-6,0-2 1,0-1-7,0 2 0,0-5 2,0 5 0,0-5 7,0 5 1,0-2 28,0 1 0,0-1 2,0-2 0,0 1 9,0 2 0,0 3 78,0-2 0,-4-2-81,0 1 0,1-3 7,3 3 0,0-3-8,0 3 1,0-4 9,0 0 0,0 2-39,0-1 0,0 1 30,0-1 1,0-2-45,0 6 1,0-5 2,0 5 1,0-2-8,0 1 0,0 3 34,0-3 1,0 3-1,0 1 0,0-3 23,0-1 0,0-3 2,0 3 0,0-3 15,0 3 1,0-1 6,0 2 1,0 0 9,0-4 0,0 5-27,0-2 0,0-1 7,0 1 1,0-4-30,0 1 0,0 2-2,0 1 0,0-2 6,0-1 0,0 1-5,0-2 0,0 2-9,0-1 1,0-3 11,0 3 1,0-3-8,0-1 0,0-3 2,0-1 1,0 0-1,0 4 1,1 0 26,3 0 1,-3 0 2,2 0 0,-1 0-2,-2 0 0,0 0 5,0 0 0,0 1-9,0-1 0,0 0 2,0 0 0,0 0-19,0 0-9,0 0 0,0 0-5,0 0 1,0 0 15,0 0 0,0-4-8,0 0 4,0 1 0,0 3 7,0 0 25,0 0-4,0 0 8,0 0-82,0 0-3,0 0-274,0-5-464,0-1-224,0-5 0,-2-5 1005,-1-2 0,-13-62 0,-7-15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5:12.6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4278 7672,'0'-6'-108,"0"1"135,-5 5-254,3 0 206,-2 0-31,4-5 184,-5 4-47,3-4-39,-3 5 0,4 0 40,-2 0 30,1 0 10,-3 0 10,5 0-170,-4 0 80,2 0 1,-3 1-86,5 3 0,2-3 49,1 3 0,0-2-10,4 2 1,0-3 49,5 3 0,-1-3 5,0-1 1,3 4 36,1-1 0,5 1-5,-2-4 0,6 0 16,2 0 0,5 0-40,-2 0 1,-1 0 3,2 0 0,-1 0-57,4 0 1,4-1-17,0-3 1,-1 3-2,-2-3 1,2 3-11,1 1 1,3-1 18,-3-3 1,0 3-14,-4-3 1,0 3-14,0 1 0,0 0-9,0 0 1,-1-1 23,-2-3 0,3 3 15,0-3 0,-4 3 2,4 1 0,-1 0-8,5 0 1,-2 0 0,6 0 0,-6-1-25,2-3 1,1 3-5,-1-3 1,4 3-4,0 1 0,-2 0 25,1 0 1,-3 0-135,4 0 1,-5 0 132,5 0 1,-6 0-5,2 0 1,-6 0 13,-2 0 1,2 0 3,5 0 0,-5 0 9,2 0 1,-2 0 10,2 0 0,1 0 9,3 0 1,-4 0 16,0 0 0,3 0 99,-7 0 0,6-1-11,-2-3 0,1 3-28,2-3 1,-1 3-73,-2 1 1,1 0 6,3 0 0,-3 0 23,3 0 0,-3 0-100,-1 0 1,0 0-172,0 0 0,-1 0 143,-2 0 0,0 0 27,-4 0 1,5 0-1,-2 0 1,2-4-15,-2 1 1,3-1 35,-3 4 1,3 0 3,1 0 0,-4 0 27,1 0 1,-1 0 9,4 0 1,-2 0 98,2 0 1,-2 0-96,5 0 0,2 0 12,-1 0 1,4 0-4,-5 0 0,1 0 6,-4 0 1,-3 0-9,-1 0 0,-1-1-1,2-3 0,-2 3-11,-3-3 0,-1 3 2,1 1 1,2 0-49,-1 0 1,3 0-10,-3 0 0,5 0-80,-2 0 1,3 0 111,1 0 1,0 0-8,0 0 0,-1 4-21,-2-1 1,4 1 3,-5-4 0,2 4-157,-5-1 0,-3 1 134,3-4 0,1 0 22,-2 0 0,5 0 11,-5 0 1,2 0 1,-1 0 0,-3 0-20,3 0 1,-3 4 1,-1-1 0,0 1-16,0-4 0,1 0-5,-1 0 1,-4 4 26,0-1 1,-1 1-4,2-4 1,0 1 99,-4 3 0,3-3-20,-3 3 1,1-3 11,-1-1 0,-3 0-66,3 0 0,1 0 6,-2 0 0,6 0 5,-2 0 0,2 1-1,-2 3 0,2-3-67,-5 3 1,3-3 43,-3-1 0,1 1-8,-2 3 1,-1-3 8,1 3 0,-1-3-23,-2-1 1,0 0 24,0 0 1,0 1 2,0 3 0,0-3 32,0 3 1,1-3 5,3-1 0,-2 0 19,5 0 1,-3 0 109,4 0 0,-2 0-36,1 0 0,2 0-106,-6 0 1,5 0-2,-5 0 1,1 0-19,-4 0 0,0 0-118,0 0 0,-3 0 112,-1 0-25,0 0 0,4 0-103,0 0 0,0 0-177,0 0 1,2 0-940,1 0 1243,-1 5 0,17-4 0,0 4 0</inkml:trace>
  <inkml:trace contextRef="#ctx0" brushRef="#br0" timeOffset="2117">838 45 7614,'0'-6'-124,"0"-1"472,0 4-41,0 1 0,0-4-53,0 3-219,0 1-16,0-2 1,0 2 179,0-1 33,0 1-73,0-2-69,0 13 1,0-1-47,0 6 1,0 4 2,0 0 1,0 3 16,0 1 1,0 5-106,0 2 0,2 3-23,1 1 1,-2 5-11,3 2 1,1 7-97,-1 1 1,3 0 68,-3-4 0,3 0-78,-3 0 1,1-1 109,-2-3 1,-1-2-13,1-5 1,-2 0 23,-1 0 0,4 0 57,0 0 1,-1-1-15,-3-2 0,0 0-48,0-4 1,0 7 109,0-3 1,0 3-74,0-8 1,2 6 46,1-2 0,-1 6-57,1-2 1,-2 2-5,-1-5 0,0 1 9,0 3 0,0 1-2,0-2 0,0 3 17,0-7 0,0-1 1,0 2 0,0-5 82,0 5 1,0-5-66,0 5 0,0-4 9,0 3 1,0-4 1,0 0 1,0 2 10,0-1 1,4 3-19,0-3 0,-1 3 0,-3-3 0,0 4-22,0-5 1,0 6-45,0-2 1,2-2 17,1-1 1,-1 1 36,1-1 0,-1 1-3,-2-2 0,0 2 21,0 3 0,0-2-1,0-2 1,0-2-1,0 5 1,0-3 7,0 4 0,0-6 4,0 2 0,0 1-14,0-2 1,0 2 20,0-1 0,0-3-30,0 3 1,1-1-3,2 0 0,-1-1 12,1 1 0,-1 2-3,-2-1 1,0 1-41,0-1 0,0-3 25,0 3 1,0-3 1,0-1 0,0 1 1,0 3 1,0-3 0,0 3 1,0-3 1,0-1 0,0 0 0,0 0 0,0-3 14,0-1 0,0 1 1,0 3 0,1 0 27,2 0 0,-1-4 5,1 0 1,-1 1-21,-2 3 1,0-1-2,0-3 0,0 3-11,0-3 1,0 3-10,0 1 1,0 0-4,0 0 0,0-1 21,0-3 0,0 3-3,0-2 1,0 0 3,0 0 1,0 0-1,0-4 1,0 3 2,0-3 1,0 3-4,0-3 0,3 3 4,1-3 1,0 1 15,-4-1 0,0-3 1,0 3 0,0 1-5,0-2 1,0 1 4,0-4 0,0 4-22,0-1 0,0 1 39,0-4 1,0 0 16,0 0 1,0 4-43,0 0 0,0 1 2,0-2 1,0-2 32,0 3 1,0-3-4,0-1 0,0 0-3,0 0 20,0 1-111,0 3 1,0-2 3,0 1 0,0-5-37,0-2-190,0 1-407,0-2 95,0-1-64,-5-5 623,3 0 0,-2-30 0,4-6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5:16.02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2459 23 7871,'-7'0'-509,"3"-2"792,4-1 180,0 1-23,0-2-90,0-1-21,0 3-97,0-3-12,0 5-267,0 5 0,0-2 90,0 4 0,0 1-35,0 3 1,0 0 36,0 0 1,0 1-140,0 3 1,0 2 135,0 5 1,0 5-36,0 2 0,3 4-208,1 4 0,3 2 14,-3 5 1,3 4-6,-3 0 0,3 0 109,-3-4 0,1 1-31,-1 3 1,-2-4 26,5 0 0,-4 0-118,0-4 1,-1 3 64,-2 1 0,0 0 27,0 1 1,-4-1 51,0 0 0,-3 0 19,3 0 1,-3-4 68,3 1 0,-1-6-20,2 2 0,1-1 55,-1 0 1,2-5-73,1 2 0,0-6 12,0 2 0,0 1 23,0 3 0,0-1 5,0-3 1,0 3-34,0-3 1,0 4-13,0 4 0,0-3-4,0 3 0,0-2-8,0-2 0,0 0-3,0 0 1,0 0-13,0 0 1,0-4-9,0 1 1,0-1 8,0 4 1,0-3-5,0-1 1,0-3 111,0 3 1,0 0-57,0 5 0,0-1 78,0 0 1,0 0-60,0 0 1,-2 0 10,-1 0 1,1-4-32,-1 1 1,2-1 0,1 4 1,0-1 4,0-2 0,-2 1-7,-1-1 1,1 2-10,-1 1 0,2 0 22,1 0 0,0-4 2,0 1 0,0-2 52,0 1 0,0 3 10,0-3 0,-2-2-66,-1-1 0,1 1 7,-1-1 1,2 4-8,1 0 1,0-2-1,0 1 1,-2-3-64,-1 3 0,1 0 39,-1 0 0,1-1-7,2-2 0,-1-2 20,-2 6 1,1-6-5,-1 2 0,1-3 21,2-1 1,0 0 9,0 0 1,0 1-21,0-1 1,-1-4 2,-2 0 1,1-1-19,-1 2 0,1 2 0,2-3 0,0-1-4,0 2 1,0-1 0,0 4 1,0-4-6,0 1 0,0-2 0,0 1 0,0 3 1,0-3 1,0 0 39,0 0 0,0-1 4,0 2 1,0-2 70,0-3 1,0 0-50,0 4 0,0-4 19,0 0 0,0-4-103,0 1 0,0-6-26,0 6-161,0-7-399,0 1-35,0-5-193,-4 0 838,2 0 0,-3-10 0,5-2 0</inkml:trace>
  <inkml:trace contextRef="#ctx0" brushRef="#br0" timeOffset="1243">3748 56 7455,'-4'-7'-1248,"-3"3"1235,1 4-176,-4 0 153,9 0-164,-4 0 169,5 0 93,0-5 63,0 3 276,0-2-110,0-1 262,0 3-146,0-2 475,0 4-716,-5 0 0,4 4 45,-2 4 0,1 2-32,2 1 0,0 5-10,0 2 1,-3 8-64,-1 3 0,0 8 2,4 3 1,0 6-33,0 5 1,0 2-138,0 9 0,2-3 6,1 3 1,-2 0-184,3 0 1,-1-2 54,0-5 1,-2 0-20,3 0 1,-3-1-11,-1-2 0,0-3 154,0-5 0,-1 0 16,-3 0 1,2-1 18,-5-3 1,4 3 146,0-2 0,-2-2-137,1 1 0,-3 0 119,3 0 0,-1 2-74,1-6 1,2 5-61,-5-5 1,4 6-81,-1-1 1,0-2 52,0 1 0,-1-4-137,1 0 1,3 2 184,-3-1 1,3 0-13,1-4 0,-4 0 48,1 0 1,-2 0 151,1 0 0,3-3 23,-3-1 1,-1 0-63,2 5 0,-1-3-70,4-1 0,0 2-52,0-3 1,-4 3 13,1 1 0,-1 0-23,4 0 1,0 0-147,0 0 0,-1 4 133,-3 0 1,3 0-110,-3-4 1,-1-2 283,2-1 0,-5 2-72,5-3 0,-5-1 26,5 2 0,-1-6-62,4 2 1,-4-2 26,1 2 0,-1-3-84,4 3 0,0 1 10,0-1 0,-4 3 2,1-3 0,-1 3-133,4-3 0,0 3 112,0-3 0,-1 4-100,-3-5 1,3 5 84,-3-5 0,3 1 16,1-4 0,-4 4 1,1 0 1,-1 1 25,4-2 0,0-1 83,0 1 1,-4 0-52,1 0 1,-1-1 13,4 1 0,0-1-1,0-2 1,-1 0-64,-3 0 0,3 0-11,-3 0 1,3 0 10,1 0 1,-4 1-8,0 3 0,1-6-34,3 2 0,-1-4-5,-3 0 0,3 0-4,-3-4 24,3-1 1,1 2-20,0-3 1,0-5 3,0 0 1,0-3-547,0 3-368,0-4-239,-5 2 1185,4-5 0,-9-35 0,4-8 0</inkml:trace>
  <inkml:trace contextRef="#ctx0" brushRef="#br0" timeOffset="2569">4884 89 7728,'-11'0'625,"4"0"-435,-1 0 1,6 1 141,-2 3-173,3-3 0,1 9-8,0-3 1,0-1 7,0 1 0,0 1-31,0 3 0,0 5-136,0 2 0,0 3 77,0 1 0,1 6-156,3 5 0,-3 6-40,3 9 1,-3 2 17,-1 6 0,0 2-58,0 1 0,-4 0 97,1-4 0,-1 0-82,4 0 1,0-1 116,0-2 0,0-7-21,0-5 1,0 0 19,0 0 1,-1 5 26,-3-4 0,3 3 131,-3-7 0,2 4-33,-2 0 1,3 2 87,-3 1 0,-1-4-143,1 0 1,1 1 7,3 3 1,-4 3-5,0-3 0,0 2 2,0-5 0,3 0 84,-3 0 1,-1 2-12,1-3 1,-3-2 59,3-1 0,-1-3-41,2-1 0,0 3-35,-4-3 1,3 2-44,-3-5 1,3 1 10,-3 2 1,3 4-18,-3 0 1,3 3-117,-3-3 1,4 1 96,0-1 0,0-3-27,0 3 0,1-3-83,-1-1 1,2 0 52,1 0 0,0 1 12,0-1 1,-2-4 60,-1 0 1,1 0 10,-1 0 1,1 3 12,2-3 0,-3 2 12,-1-2 1,0 2-33,4-5 1,-3 3 6,-1-3 1,0 3-92,4-3 1,-3 4 10,-1 0 1,-1-2-125,2 1 0,1-4 64,-1 1 1,1 1 15,2-2 1,-1 1 39,-3-4 0,3 0-2,-2 0 0,1 0-11,2 0 1,0-3 4,0-1 1,0-3 52,0 3 0,0-3-45,0 3 0,-1-3 22,-3 3 1,3-3 17,-2 3 0,1 1-16,2 3 1,-3 0-52,-1 0 0,0-4-11,4 1 0,0-5-16,0 5 0,0-6-11,0 2 0,0 1 41,0-2 1,0 1-1,0-4 1,0-3-42,0-1 47,0 0 1,0 4 70,0 0 0,0-3-21,0-1 0,-1 0 8,-3 4 1,3-3-9,-2-1 1,1 0 4,2 4 0,-3 0-25,-1 0 1,0 0 2,4 0 1,-3 1-30,-1-1 0,0 0 33,4 0 1,0-4-40,0 0 0,0 1 44,0 3-1,0 0 1,-1 0 90,-3 0-35,3 0 1,-4 0-36,5 0 1,0-4 9,0 1-34,0-1 27,0 4 0,0-4-260,0 1 27,-5-6-201,4 8 156,-4-9-332,5 4 262,0 0-70,0-4-293,0 4 605,0-5 0,-5-5 0,-1-1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5:22.59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89 8028,'6'-5'0,"-1"2"-72,-5-4 5,0 5 0,0-4 147,0 2-228,0 3 1,1-4 296,3 5 90,-3 0-145,4 0 0,-4 0 116,3 0-9,-3 0-135,9 0 1,-4 0 18,5 0 0,0 0 15,0 0 1,4 0-14,0 0 0,4 0-30,0 0 0,3 0-10,3 0 1,5 0 0,7 0 0,-2 0-1,5 0 1,1-1 42,3-3 1,0 3-47,0-3 1,-1-1 0,-3 1 0,5-1-17,-1 2 0,-4 2-8,4-3 1,-6 3 11,3 1 0,-5-4-6,5 0 0,-4 1-29,3 3 0,-3 0-8,3 0 0,1 0-36,3 0 1,-2 0 94,-1 0 0,2 0-1,-3 0 1,3 0 2,1 0 0,-3-4 0,-1 0 1,-3 1-35,3 3 0,-3 0 6,3 0 1,-3 0-23,4 0 0,-5 0 4,5 0 1,-2 0-41,1 0 1,0 0 48,-4 0 0,3 0-5,6 0 1,-1 0-9,0 0 1,0 0-8,0 0 1,0 0 2,0 0 0,-1 0 2,-3 0 1,2 3 1,-5 1 0,0 0-1,-4-4 0,3 0-34,1 0 1,0 0 19,-4 0 1,0 0-6,0 0 1,3 0 11,-3 0 1,2 0-1,-5 0 0,1 0 1,3 0 0,-1 0 1,0 0 1,0 0 33,0 0 1,0 0 5,0 0 0,3 0 8,-3 0 0,2 0 11,-5 0 0,1 0-59,2 0 1,-1 0-13,-2 0 0,0 0-7,-4 0 1,5 0 28,-2 0 1,2 0-7,-2 0 0,-1 0-4,-2 0 0,1 0-6,2 0 0,3 0 55,-2 0 0,-2 0 15,1 0 0,-4 0-53,0 0 1,2 0-59,-1 0 1,1 0-8,-1 0 0,-3 0 39,3 0 0,1 0-10,-2 0 0,1 1-9,-4 3 0,1-3-12,3 2 0,-3-1 56,3-2 1,-3 0 16,-1 0 0,2 0 117,1 0 0,-1 0-123,1 0 0,-1 0 12,-2 0 0,0 0 7,0 0 1,0 0-4,0 0 1,4 0 12,-1 0 1,1 0 0,-4 0 1,0 1 22,0 3 0,0-3 1,0 2 0,0-1 4,0-2 0,-1 0-70,-2 0 1,1 0 2,-1 0 0,-2 0-9,1 0 1,1 0-111,3 0 1,-4 0 90,1 0 1,-1 0-19,4 0 0,-1 0-31,-3 0 1,3 0 37,-3 0 1,3 3 1,1 1 1,-3 0 30,-1-4 1,-5 0 7,2 0 0,1 0 13,-1 0 0,-1 0 8,-2 0 1,-1 0-8,0 0 0,0 0 13,0 0-12,0 0 0,0 0 21,0 0 0,0 0 4,0 0 1,0 0 8,0 0 1,3 0 7,1 0 0,1 0 22,-1 0 0,-2 0 11,6 0 1,-6 3-11,2 1 0,2 0 3,1-4 1,-2 0 8,-1 0 0,-2 0-19,2 0 0,-3 0-5,3 0 1,-3 0-49,-1 0 0,0 0-88,0 0 1,0 0-97,0 0 0,0 0-300,1 0 1,-1 0-115,0 0 1,0 0-411,0 0 1,3 0 979,1 0 0,24 5 0,3 1 0</inkml:trace>
  <inkml:trace contextRef="#ctx0" brushRef="#br0" timeOffset="1734">12 838 7065,'-6'-6'1306,"1"1"-1101,5 5 179,0 0-287,5 0 0,1 0-22,5 0 1,0 0-120,0 0 0,5 0 80,2 0 0,7 0-34,1 0 1,9 0 63,2 0 0,6-1 56,4-2 1,0 1 3,4-1 0,1-2-27,3 1 0,1-1 13,3 2 1,-4 1-65,0-1 0,1 0 10,-5-1 1,7 3-13,0-2 0,0 1-179,-7 2 1,2 0 128,-5 0 0,4 0 56,0 0 0,-3-3 1,-1-1 0,-3 0 46,-1 4 1,1 0 8,3 0 0,-2 0-8,1 0 1,0 0 35,1 0 0,1 0-114,2 0 1,-2 0 60,-5 0 0,1 0-79,3 0 1,-2 0 40,1 0 0,-5 0-14,-2 0 1,-4 0-3,1 0 1,-1 0-12,-3 0 0,3 0-10,-7 0 0,2 0 11,-2 0 1,3 0 13,-2 0 0,0 0-1,0 0 0,2 0 120,-3 0 0,6 0-56,2 0 1,0 0 8,-4 0 0,0 0-9,0 0 1,3 0 2,-3 0 1,-1 0-47,-7 0 1,-1 0 4,1 0 1,2 0 27,-1 0 1,3 0-52,-3 0 1,1 0-17,-1 0 1,2 0-28,5 0 1,-1 0-115,-3 0 0,3 0 80,-2 0 1,1 0-20,2 0 1,-4 0-85,-4 0 1,2 2 75,-1 1 0,0-2-9,-4 3 0,0-3 27,0-1 1,0 0-4,0 0 1,0 0-17,0 0 1,0 2 5,0 1 0,0-2-4,0 3 0,4-3 11,0-1 1,1 0-109,-2 0 1,4 0 69,4 0 1,0 0-5,0 0 1,-1 2 79,-3 1 0,3-1 10,-3 1 0,2-2 17,-2-1 0,-2 0 142,-5 0 0,4 0-79,0 0 0,3 0 107,-3 0 1,5 0-132,-2 0 0,4 0-24,4 0 1,-3 0 0,3 0 1,1 0 70,-2 0 1,6 0-3,-1 0 1,-3 0-2,-2 0 0,-5 4 5,-2 0 0,-3 1 24,3-2 1,-4-1 15,1 1 0,-3-2-58,-1-1 0,0 0 15,0 0 1,0 0-33,0 0 0,1 0-8,3 0 0,-1 0-98,4 0 0,-4 0 31,0 0 1,2 0 27,-1 0 0,1 0 54,-1 0 1,-3 0-6,3 0 0,-3 0-12,-1 0 0,0 0 7,0 0 1,0 0-62,0 0 0,-3 0 58,-1 0 1,1 0-136,7 0 0,-4 0 22,0 0 0,0 0 28,-3 0 1,0 0 0,0 0-24,2 5 113,-9-3 10,4 2 1,-5-4 1,-4 0-103,0 0 0,1 0-185,3 0 136,0 0-70,5 0 1,-4 4-181,3 0-424,-8 0-412,-2-4-231,-25 0 1,3 0-769,-20 0 2164,6 0 0,-66-15 0,44 6 0,-1-1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5:26.1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67 7604,'11'0'-506,"-4"0"403,1 0 0,-1 0 236,4 0 1,0 0 155,0 0 1,5-1-94,2-3 0,3 3 51,1-3 0,4 3-94,0 1 0,4 0 23,0 0 0,5 0-164,2 0 1,0 0 137,-4 0 1,4 0-118,-1 0 0,1-4 2,-4 1 0,0-1-102,0 4 1,2 0 140,1 0 0,-4-1-19,5-3 0,-5 3 38,4-3 1,0 3 1,1 1 0,-3-1 0,3-3 0,1 3 22,-2-3 0,2 3-26,-1 1 0,-2 0-17,1 0 0,-1-1 5,-2-3 1,5 3-54,2-3 1,-2 3-21,-1 1 1,1 0 26,-2 0 0,6 0-10,-1 0 1,-3 0-97,-2 0 1,2 0 109,-1 0 1,1 0-101,-1 0 0,-3 0 68,3 0 1,-4 0-7,-4 0 1,3 0 26,-3 0 0,2 0-3,-2 0 0,3 0 41,-2 0 1,3 0 6,4 0 0,-3 0-55,3 0 1,-3 0 25,-1 0 0,0 0 10,0 0 1,-3 0-37,-1 0 0,-5 0-2,2 0 0,-1 0 2,0 0 0,-1 0-12,1 0 1,2 1-28,-1 3 0,5-3-4,-2 3 0,-1-3-6,2-1 1,-6 0-26,2 0 0,1 0 36,-2 0 1,1 0 4,-4 0 0,-1 0 35,-3 0 0,2 0 110,-5 0 1,1 0-109,-2 0 0,0 0-11,4 0 1,1 0 10,3 0 0,-3-1-46,3-3 1,-2 3 8,6-3 1,1 3-13,-2 1 1,5 0 70,-5 0 1,5 0-1,-4 0 0,3 0-3,-3 0 0,1 0 13,-2 0 1,-1 0 5,1 0 1,-1 0 14,-2 0 0,0-1-148,0-3 1,0 3 73,0-3 0,4 3-102,-1 1 0,1 0 81,-4 0 0,4 0-14,0 0 0,4 0 19,0 0 0,-4 0 5,0 0 0,1 0-8,-1 0 1,3 0 12,-3 0 1,-4 0 13,-4 0 1,0 0 8,0 0 1,3 0-6,-3 0 1,-1 0-11,2 0 1,-5 0-2,5 0 0,-2 0-4,1 0 1,2 0-2,-5 0 1,3 0 40,-3 0 1,1 0 3,-2 0 1,-1 0-35,1 0 0,0 1-16,0 3 0,-1-3 0,1 3 0,-5-3 11,-2-1 1,1 0-3,3 0 1,0 0 12,0 0 0,0 0-2,0 0 1,3 0-11,1 0 0,0 0-2,-4 0 0,4 0-12,-1 0 0,2 0-10,-1 0 1,-3 0-5,3 0 1,-2 0-15,2 0 1,-3 0-57,3 0 93,-3 0 0,-1 0-4,0 0 0,-3 0 64,-1 0-20,0 0 0,4 0-36,0 0 1,0 0-27,0 0 1,0 0 3,0 0 1,4 0-30,0 0 1,4 0-9,0 0 0,-2 0 16,1 0 1,-3 0-15,3 0 1,0 4 24,0-1 1,2 1-5,-6-4 0,5 0 29,-5 0 1,6 0 7,-2 0 1,-1 1-25,2 3 0,-5-3 20,5 3 1,-1-3 3,4-1 1,-3 0 9,-1 0 0,-1 1 1,2 3 0,0-3 29,-4 3 0,3-3 53,-3-1 196,0 0-272,1 0 1,-4 0 8,2 0 0,-1 0-25,-2 0 1,0 0-3,0 0 0,1 0-17,3 0 0,-3 0-8,3 0 0,1 0 70,-2 0 0,2 0-7,-1 0 1,-3 0 27,3 0 1,-3 0-49,-1 0 7,0 0 13,0 0-11,-5 0-166,4 0-335,-9 0 92,4 0 1,-4 0-1167,3 0-345,-3 0 1894,9 0 0,1 0 0,6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5:31.6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78 7605,'6'-5'-343,"-1"4"-81,-5-4 362,5 5 1,-3 0 18,6 0 89,-1 0 0,4 0 22,0 0 1,0 0-2,0 0 0,1 0-32,3 0 0,-2 0 39,6 0 1,-4 3-20,3 1 1,-1 0 0,1-4 0,3 0 17,-2 0 0,1 3-21,3 1 1,-1 0-6,0-4 1,3 0-30,1 0 1,5 0-11,-2 0 1,2 0-6,-2 0 0,2 0-88,-6 0 1,5 0 29,-4 0 0,3 0 56,-3 0 0,-1 0-9,-3 0 0,4 0-4,0 0 1,0 0 0,-4 0 1,1 0 6,3 0 1,-2 0 4,6 0 0,-6 0 13,2 0 0,2 0 4,1 0 1,2 0 17,-2 0 0,0 0 10,-4 0 1,0 0 6,4 0 1,-1 0 1,2 0 0,0 0 94,-4 0 0,1 0-83,-1 0 1,-3 0 7,3 0 1,-3 0-47,-1 0 0,0 0 7,0 0 0,3 0-83,-3 0 1,2 0 93,-5 0 0,1 0-38,2 0 1,2 0-17,1 0 0,-1 0-7,1 0 0,0 0 6,1 0 0,-3 0-5,3 0 1,-3 0 15,-1 0 1,0 0-2,0 0 1,-1 0 33,-3 0 1,3 0 1,-2 0 1,-2 0 28,1 0 1,-3-1-34,3-3 1,-3 3 7,3-3 1,-3 3 4,3 1 0,-1 0 5,2 0 0,2 0-12,-3 0 0,3 0-29,1 0 1,0 0-5,0 0 0,-1 0 27,-3 0 0,4 0-75,0 0 0,-3 0 63,3 0 1,-3 0-47,3 0 0,0 0-16,0 0 1,0 0-5,0 0 0,1 0 40,-1 0 0,1 0-12,3 0 0,-3-4 48,3 0 0,-3 1 8,-1 3 1,0 0 102,0 0 1,0-1-127,0-3 0,0 3 73,0-3 0,0 3-63,0 1 0,0 0 0,0 0 1,0-4-50,0 0 1,2 1-16,1 3 0,-1 0 12,1 0 0,2 0-18,-1 0 0,4 0 21,-5 0 0,2 0 1,-1 0 1,-2 0-2,6 0 0,-4 0 0,3 0 0,-5 0 8,2 0 0,-3 0 78,0 0 0,2-4-27,1 0 0,0 1-22,-4 3 0,1 0-11,3 0 1,-2 0-2,6 0 0,-6 0 2,2 0 1,1 0 62,-1 0 0,3 0-25,-3 0 1,3 0 5,-3 0 1,3 0-36,-3 0 1,3 0 2,-3 0 1,0 0-11,-4 0 1,3 0-27,1 0 0,1 0 14,-1 0 1,-3 0 0,3 0 1,-3 0-5,-1 0 1,4 0-14,0 0 1,-1 0-2,-3 0 0,2 0 18,1 0 1,-1 0 1,1 0 0,2 0-7,-1 0 1,0 0 3,-4 0 1,4 1-47,-1 3 0,1-3 42,-4 3 0,0-3-26,0-1 0,4 0 19,0 0 0,-2 0-3,-5 0 0,1 0 18,-1 0 1,2 0 2,1 0 0,0 0-7,0 0 0,1 0 5,3 0 1,-3 3-15,3 1 0,-2 0-36,2-4 0,-3 0-6,3 0 1,-3 3 7,-1 1 1,-3 0-11,-1-4 1,0 0 53,4 0 1,-4 0-3,-4 0 1,2 0 7,-1 0 0,4 0-34,0 0 1,-2 0 79,1 0 1,-1 0-41,2 0 1,2 0 8,-3 0 1,3 0-10,1 0 0,-4 0 2,1 0 0,-5 0 3,5 0 0,-6 0-1,2 0 0,-3 0 110,-1 0 1,0 0-18,0 0 15,0 0 0,0 0-39,0 0 1,-3 0 15,-1 0 1,0 0-18,4 0 1,0 0 14,0 0 0,0 0-62,0 0 1,1 0-90,-1 0 1,0 0 13,0 0 1,0 0-397,0 0-177,-5 0 616,-1 0 0,-89-30 0,32 12 0,0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6:30.8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0 177 7747,'8'-3'-445,"-2"-2"1,0 0 101,0 0 0,1 1 345,4 4 1,-3-3 90,-1-1 1,0 0-56,4 4 0,0 0 121,0 0 1,4-1-12,0-3 0,1 3-109,-2-3 0,2 3 1,3 1 1,2 0-12,-3 0 0,3 0 11,1 0 1,0 0-40,0 0 1,4 0-13,-1 0 0,2 0-8,-1 0 0,-3 0-15,3 0 1,-3 0 94,-1 0 0,5 0-46,3 0 1,-2 0 0,1 0 0,-3 0-15,3 0 1,0-1 2,0-3 0,2 3-5,-6-3 1,6 3 2,-2 1 1,2 0 21,-2 0 0,-1 0-5,-2 0 1,-1 0 27,4 0 1,1 0-40,3 0 0,0 0 4,0 0 1,-1 0-1,-3 0 0,6 0-1,-1 0 1,-3 0-12,-1 0 0,-2-1-6,1-3 1,3 3-1,-2-3 0,-2 3-5,1 1 0,-3 0 0,3 0 1,-1 0 10,2 0 1,-2 0-1,-2 0 1,1 0-6,2 0 0,3 0 5,-3 0 0,2 0 10,-2 0 0,2 0 1,-5 0 1,3 0 34,-3 0 1,3 0-9,-3 0 1,3 0 4,-3 0 0,4 0-27,-5 0 0,1 0-20,-4 0 0,1 0-11,3 0 1,-1-3-7,4-1 0,-5 0 12,2 4 1,-1 0-6,0 0 1,-1-3-61,1-1 0,-1 0 60,-2 4 0,1 0 0,3 0 0,-3 0 25,3 0 0,-3 0 7,-1 0 0,0 0-7,0 0 0,0 0 7,0 0 1,0-1-15,0-3 1,0 3 5,0-3 0,0 3 66,0 1 1,1 0-62,-1 0 0,1-4 46,3 1 1,-7-1-30,3 4 0,-2 0 3,2 0 1,0 0-35,0 0 1,0 0-3,0 0 0,0 0 13,0 0 0,0 0-4,0 0 0,-1 0-43,-3 0 0,3 0 27,-2 0 0,1-4 1,3 1 0,-3-1 36,-1 4 0,2 0 4,-3 0 0,3-1 28,1-3 1,-4 3 8,1-3 0,-2 3-30,1 1 0,3 0 6,-3 0 0,3 0-16,1 0 1,-4 0 8,1 0 1,-1 0-48,4 0 1,0 0-61,0 0 1,-3 0 35,-1 0 0,1 0 31,3 0 0,-4-4-6,0 1 1,-1-1 0,2 4 1,2 0-6,-3 0 1,-1 0 50,2 0 0,-5 0 13,5 0 1,-5 0-3,5 0 0,-5 0-31,5 0 1,-5 0 4,5 0 0,-1-4-2,4 1 1,-3-1-1,-1 4 1,-1 0-6,2 0 0,1 0-7,-1 0 0,-2 0-7,1 0 1,-3 0-1,3 0 1,-1 0-5,2 0 1,-3 0 6,-5 0 1,3 0 0,1 0 1,4 0-8,-5 0 1,5 0-2,-5 0 0,2 0 36,-1 0 0,2 0 0,5 0 0,-3 0-49,-1 0 1,-3 0 29,3 0 0,0 0 0,4 0 1,-3 0 4,-1 0 1,-3 0 2,3 0 1,-3 0 10,3 0 0,-4 0 2,0 0 1,0 0-38,1 0 1,-2 0-4,5 0 0,-4 0 1,1 0 1,2 0-25,1 0 0,-1 0 13,2 0 1,-5 0 12,5 0 1,-5 0-10,5 0 1,-2 0-15,1 0 1,-2 0-6,-5 0 1,4 0 1,0 0 1,-1 0-2,-3 0 0,0 0 11,0 0 1,4 0-1,0 0 1,0 0 5,-4 0 0,3 0 0,1 0 0,0 0-2,-4 0 0,3 0 14,1 0 0,0 0 5,-4 0 0,1 0-8,3 0 1,-3 1 3,3 3 0,-3-3-51,-1 3 1,4-3-7,-1-1 0,1 1 25,-4 3 1,0-3 25,0 3 0,0-3 0,0-1 0,0 0 24,0 0 0,-3 0 31,-1 0 36,-5 0 257,8 0-261,-9 0 0,6 0 71,-4 0 1,0 0-113,4 0-49,-4 0-243,6 0 199,-3 0 1,2 0-93,-1 0 0,-3 0-126,3 0-362,-4 0 629,2 0 0,-15-20 0,-3-4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6:33.3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293 56 8158,'11'0'927,"-4"-1"-569,-4-3-107,-2 3 41,-1-4-182,0 5-12,-4 0 0,-3 0-154,-4 0 0,0 1 122,0 3 0,0-3 8,0 3 1,0-3-20,0-1 1,0 1-69,0 3 1,4-3-51,-1 3 0,1-3 41,-4-1 0,4 0 40,-1 0 1,5 0 84,-5 0-72,6 0 0,-4 1-317,2 3 127,3-3 1,-4 5 88,5-2 0,0-2 10,0 6 0,0-1-73,0 4 92,0 0 1,0 0-9,0 0 1,0 2 27,0 1 1,-1-5 6,-3 2 0,3-3 15,-3 3 0,2-1 86,-2-2 1,3 1-65,-3-1 49,3-3-50,-4 4-45,4-7-10,-4 3-1,5-5-17,0 0-1,5 0 0,1-2-80,5-1 0,-1 0 4,-3-4 0,3 3 53,-3-3 0,4 3 34,4-3 1,-3 4-19,3 0 0,-3-2 99,-1 1 1,4 0-33,0 4 0,-1 0 13,-3 0 1,4 0-36,0 0 23,-1 5 1,-4 1 78,-2 5 1,-4 0 128,-4 1 1,-1-1 90,-2 0 0,-4 0-18,-4 0 1,-4 0 10,-4 0 0,0 0-118,0 0 1,-3-1-35,0-3 1,0 1 1,-4-4 0,-1 3-110,2-3 1,-1 0-138,4-4 1,5 3-366,2 1 0,3 0-1807,1-4 2268,5-5 0,55-26 0,18-10 0</inkml:trace>
  <inkml:trace contextRef="#ctx0" brushRef="#br0" timeOffset="1902">1363 56 8194,'0'-11'696,"0"4"-324,0-1-119,0 6 1,1-7-78,3 6 0,-2-1-1,5 4 1,-3-4 33,3 1 0,1-1-26,3 4 0,1 0-147,3 0 0,-3 0 0,3 0 0,1 0-133,-2 0 0,1 0 23,-4 0 1,0 1-157,0 3 231,0-3 7,0 9 0,-5-4-286,-2 5 0,-3-4 105,-1 1 0,-5-1 142,-2 4 0,-3 0 40,-1 0 1,-1 0 100,-3 0 0,3 0-55,-3 0 1,-1 0 139,2 0 0,-1 0-83,4 0 1,0-3 100,0-1 0,3 0-140,1 4 1,5-3 90,-2-1-137,3 0 0,2 3-39,3-2 1,3 0-181,8-4 1,2 3-90,5-3 1,4 0-337,-1-4 0,5 0 23,-5 0 1,1 0-1132,-4 0 1725,-5 0 0,4 0 0,-4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6:36.9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77 144 7780,'-11'0'10,"0"0"1,4 0 297,0 0 124,4 0 10,-7 0-30,4 0-87,-5 0-119,5 0-331,1 0 177,5 0-40,5 0 0,5-4-119,5 1 1,3-1 28,-3 4 1,4 0 66,0 0 1,0 0-104,0 0 1,1 0-54,-1 0 0,-3 0-146,-2 0 0,-1 1 131,-2 3 0,-5 2 71,-2 5 1,-3 0 52,-1 0 0,-1 0 87,-3 0 1,-6 0-8,-5 0 0,-4 4 204,0-1 1,2 1 84,-1-4 1,4 0-69,0 0 1,1-1-116,2-3 1,4 3-80,0-2 0,4-2-89,0 1 0,3-5-36,3 2 1,3-1-243,5 0 0,5-2-447,3 3 1,3-3 351,4-1 1,3-5 412,8-2 0,12-8 0,9-4 0,7-2 0,0 0 0</inkml:trace>
  <inkml:trace contextRef="#ctx0" brushRef="#br0" timeOffset="731">1048 56 7272,'1'-10'0,"1"1"531,2 2 0,0 3-282,-4-3 1,4 5-231,4-2 1,-2 1 171,1 0 0,1 1-73,3-1 1,3 2-91,1 1 1,5 0 47,-2 0 0,-1 0-120,2 0 0,-5 0 95,5 0 0,-6 0-130,2 0 1,-7 1-211,0 2 70,-6-1 109,3 8 1,-6-6 62,-3 4 0,-2 2 3,-5-3 0,-4-1 47,1 1 0,-2 0 9,1 0 1,3 1 23,-3-4 0,-1 5 13,1-2 0,1-2 17,3-1 0,0 2-39,0 1 0,3-2 30,1-1-30,0 2 0,-1-4 52,1 6-121,4-6-2,-1 3 1,8-4 12,4 3 0,-2-3-99,1 3 0,2-3 16,6-1 0,-3 0 46,3 0 0,-2 0-12,2 0 0,-2 0 60,6 0 0,-5 0-4,5 0 0,-5 0 17,5 0 1,-6 1 92,2 3 1,-3-2-21,-1 6 1,-1-5 433,-3 5-108,-2-1 1,-5 4-107,0 0 0,-5 0-72,-2 0 1,-4 0-122,-4 0 0,-6 0-69,-4 0 1,-6 0-13,2 0 1,-1-1-193,-3-3 0,1 2-159,-8-5 0,4-1-400,0-3 0,6 0-808,5 0 1547,6 0 0,42-24 0,15-7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6:40.1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199 45 7765,'-4'-11'456,"0"1"1,-1 2 8,0 0-204,1 6 111,4-3 0,0 6-179,0 3 1,1 2-38,3 5 1,-2 0-171,6 0 1,-1 5-224,4 2 0,-1 2-274,-3-2 1,3 3 74,-3-2 0,3 1-995,1 2 1431,0 0 0,0 30 0,0 7 0</inkml:trace>
  <inkml:trace contextRef="#ctx0" brushRef="#br0" timeOffset="484">188 817 7765,'-1'-8'448,"-3"2"13,-3 1 0,1-2-470,-2 3 1,5 1 81,-5 3 0,1 1 0,-4 3 1,0 0-121,0 4 1,0 5 126,0-2 1,-4 4-60,1 0 0,-1-3-67,4 3 1,0 1-47,0-2 0,5 2-46,2-1 1,3-3 75,1 3-83,0-3 0,6-2 29,5-3 1,1-2-71,6-5 0,1 0 86,3 0 0,-1 0 16,-3 0 0,2-5 69,-6-2 0,1-2-63,-4 2 0,-5-3-78,-2 3 0,-3-7-114,-1 0 1,0-2 269,0 1 0,-24-22 0,-7-9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6:42.37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221 34 7770,'7'-1'334,"-4"-3"109,-1-3 0,-2 1-76,0-2-11,0 6-153,0-3-306,-5 5 1,-2 0-5,-4 0 1,-1 5-28,-2 2 1,-2 3 112,-3 1 0,-2 1-152,3 3 0,-2 1 72,2 2 1,-2-1 23,6-2 1,0-3-11,7 3 1,-2-3-44,6-1 132,-1 0 0,10-1 7,5-3 0,1-2 12,7-5 0,3-3-44,4-1 1,-1-6 6,-3-1 0,0 0-150,0-4 1,-3 3-214,-1 1 1,-4-4-56,0 1 1,-3-2 433,-3 1 0,-18-7 0,-8-6 0</inkml:trace>
  <inkml:trace contextRef="#ctx0" brushRef="#br0" timeOffset="701">166 640 7770,'-1'-9'49,"-1"0"1,-2 2-1,2-2 283,0-1 1,4 3 2,1 0 0,0 4-36,4-1 0,0 2 1,4-2 0,0 3-177,0-3 1,4 3-7,0 1 1,0 0-57,-4 0 1,0 4-165,0-1 0,0 5-169,0-4 1,-5 4 175,-3-1 1,2 0-128,-1 0 1,0 0 69,-4 4 1,-4 0 9,0 0 0,-4-3 98,0-1 0,0 0-15,1 4 1,-3-3 14,2-1 144,-1 0 0,-2 3-33,0-2 1,3 0-41,1-4 1,3 3 22,-3-3 1,3 1-28,-3-2-13,4-1 0,-2 4-57,5-3-178,0-1 203,0 3 6,0-5 1,2 3 4,1 1 9,3 0 1,5-4 5,1 0 0,-5 0-60,0 0 1,1 0-93,3 0 1,0 3 64,0 1 1,0 3-14,0-3 0,0 5-15,0-2 0,0 3-24,0 1 0,-4 0 205,0 0 1,-4 0 27,1 0 1,-3 1 170,-1 3 0,-1-3-124,-3 3 1,-2-3 103,-5-1 1,-5 1-81,-3 3 0,-1-4-21,-2 0 1,-4 0-26,0-4 0,-3-1-88,3 2 1,-3-6-296,3 2 0,0-3 37,4-1-1762,5 0 1986,1 0 0,69-29 0,15-8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6:45.37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23 7615,'-6'0'467,"1"0"0,5-1-232,0-3-100,0 3 0,1-4-30,3 5 0,-1-1-21,4-3 1,0 3-131,4-3 1,0 3 55,0 1 0,2 0-99,1 0 1,-1 0 6,1 0 1,2 0 6,-1 0 0,1 1-79,-2 3 0,-1-2 66,1 6 1,-3-5-61,-3 5 1,0-1 57,-4 4 1,0 0-39,-4 0 0,-2 0 116,-1 0 1,0 0 63,-4 0 1,-4 4-39,-4 0 0,1-1 193,3-3 1,0 0 21,0 0 0,-1 0-4,1 0 1,2 0-115,1 0 1,-1-3 21,1-1 19,3 1-79,0 3-293,5 0 147,0 0 0,9-5-214,2-3 0,4 0-425,-1 1 1,4-3 46,4 2 665,5-1 0,25-7 0,12-1 0</inkml:trace>
  <inkml:trace contextRef="#ctx0" brushRef="#br0" timeOffset="442">243 695 7762,'0'-7'-202,"0"0"764,0-2-322,0 4 1,-1 0 109,-3 5 0,1 2-218,-4 1 0,3 3-36,-3 5 0,3 0 2,-3 1 0,1 2-26,-1 1 0,-2 1-116,5-1 0,1-3 38,3 2 1,0 2-128,0-1 1,0 0 41,0-4 1,1 0-165,2 0 1,5-1-30,7-3 1,2 2-152,5-6 0,0 1 98,0-4 0,0 0-45,0 0 0,0 0 382,0 0 0,0 0 0,-5-20 0,-1-4 0</inkml:trace>
  <inkml:trace contextRef="#ctx0" brushRef="#br0" timeOffset="714">408 695 7762,'0'-6'-1437,"0"0"1655,0 3 0,-4 0 1334,1-4-1103,-1 4 1,4 0-56,0 6 0,0 5-100,0 6 0,0 4 6,0 4 1,0 0-134,0 0 0,0 1-101,0 3 0,0-2-186,0 6 0,0-6 47,0 2 1,0 1-117,0-2 1,0 1-206,0-4 1,0-5-513,0-2 0,0-3-589,0-1 1495,0-5 0,-5-15 0,-1-10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6:50.8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12 6455,'0'-6'352,"-4"1"-190,2 5-45,-3 0 139,5 0-221,5 0-6,-3 0-8,7 0 0,-2 0-1,4 0 1,-4 0 18,0 0-31,1 0 0,3 0-1,0 0 0,0 0-9,0 0 0,0 0-3,0 0 1,0 0 12,0 0 0,0 0-6,0 0 1,0 0 15,0 0 0,4 0 19,-1 0 0,1 0-10,-4 0 1,1 0-26,3 0 0,-3 0 2,3 0 1,-3 0-5,-1 0 0,0 0-2,0 0 0,0 0 8,0 0 0,0 0-5,0 0 0,0 0-19,0 0 0,-3 0 10,-1 0 1,0 0 0,4 0 0,0 0 4,0 0 0,1 0-3,-1 0 6,0 0 0,0 0-1,0 0-20,0 0 10,5 0 0,-4 0 9,3 0 1,-3 0 1,-1 0 0,-4 0 0,0 0 0,1 0 0,3 0 0,-4 0 0,1 0 0,-1 0 0,4 0 1,0 0 0,0 0 0,0 0-5,0 0 2,0 0 1,0 0 1,0 0 0,1 0 0,3 0 0,-3 0-1,3 0 1,-2 0 0,2 0 0,-3 0 0,3 0 0,1 0 21,-1 0 1,3 0 2,-3 0 1,3 0-17,-3 0 1,3 0 2,-3 0 0,1 0-16,-1 0 0,-2 0 9,5 0 0,-4 0-1,1 0 1,-3 0 19,-1 0 1,1 0-2,3 0 1,-3 0-1,3 0 1,-7 0 2,0 0 1,-1 0-86,4 0-1,-5 0-30,4 0-233,-9 0 60,4 0 187,-5 0 1,-10 0 0,-2 0-1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6:54.5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1125 45 7153,'0'-11'-1330,"0"5"1390,0 1 8,0 5 47,0-5-92,0 4 7,0-4-21,0 5 0,1-4 15,3 0-12,-3 1-11,4 3 1192,-5 0-1115,0 5 0,0-3-30,0 5 1,0-3 63,0 3-69,0 1 1,0 3-2,0 0 1,0 0 2,0 0 0,0 4-21,0-1 0,0 2-2,0-1 1,0 1 2,0 2 0,0 3-6,0-3 1,0 3-16,0 1 0,0 0 11,0 0 1,0 0-4,0 0 0,0 0 12,0 0 0,0 1-1,0-1 0,0-2 0,0-1 1,0 0 2,0-4 1,0 5-4,0-2 0,0-1-8,0 2 1,0-5-18,0 5 0,0-1 10,0 4 1,-1-4-5,-3 1 1,3-4-5,-3 3 0,3 0-3,1 4 0,-1-3 4,-3-1 1,3-1-3,-3 2 1,3 1 20,1-1 0,0 0 4,0 0 1,-1 2-8,-3-3 1,3-1-3,-3 1 1,3 1 1,1 3 1,-4-4-16,1 1 0,-1-5-2,4 5 0,0-1 2,0 4 1,-4-3-4,1-1 1,-1 0 11,4 4 1,0-3-2,0-1 0,0-3 16,0 3 0,0-3-26,0 3 0,0-1-1,0 2 1,0 0 20,0-4 0,-1 3 2,-3-3 0,3 3-22,-3-3 1,3 4-1,1-5 1,0 6 2,0-2 0,-1-1-3,-3 2 0,3-5-13,-3 5 1,3-2 11,1 1 1,-1 2-3,-3-5 1,3 3-1,-3-3 1,3 3-1,1-3 1,0 3 0,0-3 0,-1 4 2,-3 0 0,3-2 27,-3 1 0,3 0 2,1 0 1,0 1 1,0-4 1,-4 5-22,0-2 1,1 2-16,3-2 1,-4 3 5,0-3 1,1 3-3,3 1 0,0-3 2,0-1 0,0-1-3,0 1 0,-4 3 5,0-2 0,1-2-2,3 1 0,0-1 0,0 2 1,0 2 0,0-3 0,-2 2 9,-1-2 1,2 3-11,-3-3 0,3 3-1,1 1 0,-4 0 4,0 0 0,1 0-1,3 0 1,-4 0-8,0 0 1,1 0-2,3 0 0,-2-1 22,-1-2 1,1 1 6,-1-1 0,2 0 2,1 0 1,0 2-1,0-3 1,0 1 5,0 0 0,-4 0-29,0-4 0,1 5 1,3-2 0,0 2-15,0-2 0,0 3-4,0-3 1,0-1 10,0 2 1,0-1-10,0 4 0,0-3 8,0-1 0,-4 0 45,0 4 0,1-3 6,3-1 1,0-1-28,0 2 1,0 2 6,0-3 0,0 1-23,0 0 1,-2 2 3,-1-3 0,1-1-80,-1 2 0,1-1 51,2 4 1,0-4-8,0 1 0,0-5 7,0 5 1,0-2-10,0 1 1,0 0-13,0-4 0,0 0-5,0 4 1,0-3 41,0 3 0,0-4-1,0 0 1,0-1 12,0-2 3,0 4 1,0-2-47,0 1 1,-1-1 15,-2-2 1,1 0-20,-1 0 35,1 0 1,2 0-2,0 0 0,0 0 4,0 0 1,0 4 2,0-1 0,0 1 17,0-4 0,0 0-24,0 0 0,0 4 2,0-1 1,0 1-18,0-4 0,0 0-5,0 0 1,0 0 9,0 0 0,0 0-3,0 0 0,0 0-2,0 0 0,0 0-27,0 0 62,0 0 1,0 0-22,0 0 5,0 1 1,0-1-12,0 0 1,0-4 0,0 0 1,0-3 8,0 3 1,0-3 0,0 3 34,0 1 5,0 3-36,0 0-12,0 0 0,-4 0-83,2 0-58,-3 0 1,5-4-41,0 1-259,0-6 294,0 3 1,0-4-361,0 3-210,0-3 727,0 4 0,0-5 0,5-10 0,1-2 0</inkml:trace>
  <inkml:trace contextRef="#ctx0" brushRef="#br0" timeOffset="2102">11 4256 7648,'-6'0'-514,"1"0"608,5 0-40,5 0-34,1 0 1,5 0 25,1 0 1,-1 0 7,0 0 0,0 0-4,0 0 0,0 0-1,0 0 0,1 0-24,3 0 1,-2 0 5,5 0 1,0 0-23,0 0 0,3 0-15,-3 0 1,3 0 19,1 0 1,-4 0-11,1 0 0,-1 0-88,4 0 0,-5-4 54,-2 1 1,2-1-11,2 4 1,-3 0 32,-2 0 1,0 0-3,0 0 0,-1 0 8,1 0 0,-1 0 1,-2 0 0,0 0 7,0 0 1,0 0 4,0 0 0,0 0 54,0 0 1,-1-1-53,-3-3 0,3 3 3,-3-3 0,3 3 0,1 1 1,0 0 1,0 0 1,0 0 45,0 0 0,-4 0 4,1 0 1,-1-1-49,4-3 1,-4 3 29,1-3-53,-1 3 35,4 1 1,0 0-44,0 0 111,-5 0-2,4 0-31,-4 0 1,5 0 2,0 0 1,-3 0 60,-1 0-53,0 0 1,4 0 90,0 0-59,0 0 1,0 0-107,0 0-9,0 0 1,-3 0-133,-1 0-401,-4 0-242,2 0-172,-5 0 0,3 1 951,1 3 0,24-8 0,3 3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6:58.1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1 6122,'-6'6'-281,"1"-1"341,5-5 290,0 0-283,0 5-66,-5-4 28,4 4-20,-4-5 0,3 0 31,-1 0-21,2 0 0,-6 0 27,4 0 1,2 0-14,-4 0 80,0 0-53,3 0 1,-4 0 33,3 0 1,1 1 111,-1 3-115,2-3-39,1 4 0,-2-5 29,-1 0-2,1 0-150,-2 0 510,4 0-397,4 0 0,-1 3-18,4 1 1,1 0-4,3-4 0,0 0-10,0 0 0,3 0 28,1 0 1,3 0 38,-3 0 1,5 0-10,-2 0 1,7 0 5,0 0 1,1 0-27,-4 0 1,4 0 11,0 0 1,-1 0-64,-3 0 0,4 0-6,0 0 0,-4 0-5,-4 0 1,1 0 51,3 0 1,-5 0-110,-3 0 0,-1 0 58,-2 0 0,0 0-6,0 0 0,0 0 18,0 0 1,0 0 9,0 0-21,0 0 0,0 0-7,0 0-3,0 0 0,0 0 2,0 0-7,0 0 23,0 0 0,0 0 1,0 0 1,-4 0-1,1 0 1,-5 0-1,5 0 65,-6 0-26,8 0 0,-7 0 10,4 0-24,-5 0-8,8 0 0,-7 0 20,4 0 4,-5 0-9,3 0-1,-5 0-33,5 0-8,-4 0 77,4 0-44,0 0-22,1 0 0,2 0 10,-1 0 1,-3 0-195,3 0 0,-3 0-242,3 0-286,-4 0 400,6 0 313,-7 0 0,-7 0 0,-8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6:59.4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22 7472,'-7'0'-1449,"-1"0"1382,6 0-64,-3 0 137,0 0-5,4 0 122,-4 0 1156,5 0-1181,5 0-56,-4 0 0,9 0 1,-3 0 0,0 0-45,0 0 0,0 0-16,4 0 1,0 0 31,0 0 0,0 0-12,0 0 1,4 0-26,0 0 0,3 0 78,-3 0 1,4 0-4,0 0 1,-2 0-4,1 0 0,-1 0 8,2 0 1,2 0-11,-3 0 0,2 0 8,-2 0 1,2 0-40,-6 0 1,5 0-5,-5 0 1,2 0-17,-1 0 0,-3 0-6,3 0 1,-3 0 13,-1 0 1,0 0 9,0 0 1,-3 0 25,-1 0 0,0 0-24,4 0 0,0 0 5,0 0 0,-3 0-6,-1 0 1,0 0-1,4 0 1,0 0 10,0 0 0,1 0 8,-1 0 1,-4 0-124,0 0 89,1 0 1,3 0 1,0 0 0,0 0 0,0 0 1,-4-4-1,0 1 1,1-1 1,3 4 0,0 0 0,0 0 1,0 0 19,0 0 1,0-1-1,0-3 1,0 3 42,0-3 0,0 3-50,0 1 0,0 0 25,0 0-15,0 0 1,0 0 3,0 0 1,0 0-16,0 0 1,0 0-6,0 0 1,-3 0-25,-1 0 106,0 0 3,4 0-2,0 0 15,0 0-44,0 0 11,0 0-55,0 0-12,0 0 1,-3 0-228,-1 0 158,-4 0-304,6 0 31,-7 0 0,3 1-641,-5 3 974,0-3 0,-25 9 0,-6-4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00.67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22 7699,'-11'0'-1174,"5"0"1125,1 0 720,5 0-587,5 0 0,1 0-18,5 0 1,0 0 20,0 0 1,0 0 0,0 0 1,1 2-51,3 1 1,-3-1-98,3 1 1,2-2 91,1-1 0,-1 0-4,2 0 0,-5 0 8,5 0 1,-2 0-3,1 0 1,-1 0-7,-2 0 0,-1 0 2,4 0 1,-5-1-89,2-2 1,1 1 92,-1-1 1,1 1-92,-2 2 0,-1 0 56,1 0 1,-1-3-7,-2-1 1,1 0 10,3 4 0,-3 0 1,3 0 0,-3-1 4,-1-2 0,0 1 2,0-1 1,0 1 5,0 2 1,0 0 2,0 0 0,0 0 25,0 0-8,0 0 1,0 0 4,0 0 0,0 0-40,0 0-2,0 0 0,0 0 1,0 0 1,0 0-4,0 0 1,-3 0 7,-1 0 1,-3 0 1,3 0-23,0 0 59,4 0-23,0 0 1,-3 0-7,-1 0-6,-4 0 1,3 0 58,-3 0-33,-1 0 1,4 0 28,-3 0 10,-1 0 149,7 0-172,-2 0 0,4 0 9,0 0 0,-4 0-45,0 0 1,-1 2-3,2 1 1,2-1-116,-3 1-333,3-2-106,1-1-428,0 5 967,-5-3 0,-16 7 0,-8-3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02.2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23 7440,'-6'-5'-489,"1"4"599,5-4 60,0 5-242,5 0 0,1 0 93,5 0 0,0 0 37,0 0 1,0 3-5,0 1 1,2 0-21,1-4 1,-2 0 2,3 0 0,-3 0-1,-1 0 1,4 0 13,0 0 0,1 3-51,-2 1 0,-1 0-1,1-4 0,0 0-6,1 0 0,-2 0 5,5 0 1,-4 0-5,1 0 1,-2 0 16,2 0 1,-2 0-6,6 0 0,-6 0 11,2 0 1,-2 0-20,2 0 1,-3 0 0,3 0 1,-3 0 29,-1 0 0,0 0 2,0 0 0,0 0 40,0 0-34,0 0 1,0 0-23,0 0 0,0 0 10,0 0-16,0 0 1,0 0 3,1 0 0,-1 0-39,0 0 0,0-4 21,0 0-1,0 1 0,0 3 30,0 0 1,0 0 0,0 0 1,-4 0-13,0 0 0,1-2 20,3-1-9,0 2 1,0-4-21,0 5 1,-4 0-3,1 0 0,-1 0 40,4 0-21,0 0 1,0 0 14,0 0 1,0 0 1,0 0 0,0 0 7,0 0 1,0 0 5,0 0 1,-3 0-11,-1 0 1,0 0 1,4 0 0,0 0 59,0 0 1,0 0-72,0 0 0,0 0-4,0 0 1,-3 0-29,-1 0 0,0 0-7,4 0 1,0 0 15,1 0 0,-1 0-11,0 0 1,-4 0 20,0 0 1,1 0-9,3 0 1,-4 0 20,0 0 0,-3 0 92,3 0 17,1 0-90,3 0 0,0 0 10,0 0 0,-4 0-98,0 0 14,1 0 0,-1 0-64,1 0-264,-6 0-11,8 0-20,-9 0 59,4 0 1,-6 3-3,-3 1 327,-2 0 0,-44-14 0,-10-2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03.4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 6889,'6'0'354,"0"0"-320,-2 0-14,-3 0 1,9 0-11,-3 0 0,3 0 60,1 0 0,0 0-110,0 0 0,4 0 75,0 0 1,3 0-12,-3 0 0,4 0 23,0 0 1,2 4 1,1-1 1,0 1 17,0-4 1,-4 0 13,1 0 0,1 0 11,2 0 1,3 0-48,-7 0 0,3 0 9,1 0 1,0 0-53,0 0 1,-3 0-8,-1 0 1,-3-4 0,3 1 0,-3-1-20,3 4 1,-4 0 22,0 0 0,-1 0-10,-2 0 1,0 0 38,0 0 1,3 0 1,1 0 0,0 0 8,-4 0 0,0 0-13,0 0 0,0 0 7,0 0 0,0 0-23,0 0-7,5 0-6,1 0 1,0 0-6,-2 0 1,-3 0-78,-1 0 83,0 0 1,0 0-5,0 0 0,-3 0 4,-1 0 1,-3 0-2,3 0 0,-3 0 3,3 0 3,0 0-2,4 0 1,0 0 2,0 0-2,0 0 0,0 4 0,0-1 1,0 1 1,0-4 1,-3 0-4,-1 0 1,1 0 1,3 0-2,0 0 1,0 0-1,0 0-1,0 0 1,0 0 1,0 0 0,-4 0-1,0 0 0,-3 1-1,3 3 0,-4-3 1,7 4 0,-8-5 0,5 0 0,-4 0 0,7 0 0,-8 0 0,6 0 0,-6 0 0,8 0-97,-9 0 0,5 0-413,-2 0 156,-3 0-218,4 0 327,-5 0 245,0 5 0,-15-4 0,-3 4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07.4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55 33 7726,'6'-11'212,"0"5"16,-2 2 1,-3 2 11,2-2 1,0 3 120,1-3-160,-3 3-67,4 1 0,-4 0-121,3 0 17,-3 5 1,2 1-126,-6 5 0,0 0-59,-4 0 1,3 0 77,-3 0 0,1 4 62,-2 0 0,-1-1-55,1-3 0,2-3 32,-1-1 0,4 0-3,0 4 1,-2-3-5,1-1 0,0-3-1,4 3 1,2-4-3,1 0 0,4-2-132,4-1 1,1 0 90,2 0 0,4 0-290,4 0 1,0 0 44,0 0 1,4-4 27,-1-4 0,1 2 305,-4-1 0,-5-1 0,4-12 0,-4-4 0</inkml:trace>
  <inkml:trace contextRef="#ctx0" brushRef="#br0" timeOffset="217">275 22 7625,'-6'0'1655,"0"0"-1644,2 0 193,3 0 1,-4 1 208,5 3 0,0 2-449,0 5 1,0 0 80,0 0 0,0 4 153,0 0 0,0 4-753,0 0 0,0-2-2210,0 1 2765,0 0 0,0 19 0,0 4 0</inkml:trace>
  <inkml:trace contextRef="#ctx0" brushRef="#br0" timeOffset="801">10 750 7746,'-1'-11'53,"-2"0"0,1 0 163,-1 0 1,3 3-49,3 1 1,0 3-103,4-3 0,4 3 21,4-3 1,3 3 52,-3-3 0,5 4 19,-2 0 0,3 1-60,1 2 1,0 0-129,0 0 1,-1 4 12,-3 0 0,-2 4-167,-5 0 1,-4 3 133,1 3 1,-6-1-117,2 1 1,-4 2 2,-4-1 1,-2 5 144,-5-2 1,-1-2-23,-3-1 1,2 1 52,-6-2 1,5 5 123,-5-5 1,6 1-75,-2-4 1,-1 0 143,1 0 0,1 0-82,3 0 1,0-4 82,0 1 0,3-5-120,1 5 0,3-6-23,-3 2-36,4 2 1,0-5 48,6 3 0,0-3-21,4-1 0,4 0-37,4 0 1,5-1-94,-2-3 1,3 2-30,1-5 1,0 3-195,0-4 1,0 6-485,0-2 1,0-1 216,0 2 1,-4-2 97,1 1 1,-4 3 463,3-3 0,-10 3 0,2 1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14.36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56 176 8074,'0'-11'0,"0"0"370,0 0 0,0 4-8,0 0-60,0 4-96,0-2-152,0 5-131,0 5 0,-1 1-64,-3 5 0,3 0 6,-3 0 0,-1 0 17,2 1 0,-5-1 65,5 0 0,-2-2-68,1-1 1,3 2 61,-3-3 1,3-1-114,1 1 9,-5 1 80,4 3 0,-4-4 59,5 0 0,1-4 12,3 1 1,-2-3 11,6-1 0,-5 0-44,5 0 1,-1 0 6,4 0 1,0 0 4,0 0 0,0 0 3,0 0 0,4-4 34,0 0 0,-1 1-5,-3 3 1,2 0 1,1 0 1,-2 0 24,3 0 20,-3 0 1,-1 0-3,0 0 1,-3 1 112,-1 3 1,-4-2-93,0 5 0,-1 1 96,-2 3 0,-2 0-97,-1 0 1,-3 0 15,-6 0 0,1 0-45,0 0 0,-3 0-12,-1 0 1,-3 0-284,3 0 1,-1 0-54,1 0 0,3-1-200,-3-3 1,3 2 170,1-6 341,0 1 0,5-28 0,1-7 0</inkml:trace>
  <inkml:trace contextRef="#ctx0" brushRef="#br0" timeOffset="214">34 165 8999,'5'-11'-289,"1"5"330,5 3 1,1-2-203,3 1 0,2 0-339,5 4 1,2 0 138,1 0 361,3 0 0,35-5 0,7-1 0</inkml:trace>
  <inkml:trace contextRef="#ctx0" brushRef="#br0" timeOffset="848">1280 44 7703,'-6'0'97,"-4"0"1,4-1 241,0-3-196,1 3 1,5-5-97,0 2 1,1 3 70,3-3 1,2 2-10,5-2 1,5 3-73,2-3 0,-1 2 96,2-2 0,-1 3-208,4-3 1,-1 3 34,-3 1 1,3 0-76,-3 0 1,-2 0 78,-1 0 1,-3 1-68,-1 3 0,-3 1 89,-1 2 1,-5 7-16,2-3 0,-3 3 21,-1 1 0,0 1 86,0 2 0,-1 3 46,-3-2 0,2 1-113,-5 3 0,3-5 4,-3 0 0,4-3-36,0 3 0,-2-4-125,1 1 1,0-3-58,4-1-90,0 0 1,0 0-352,0 0 414,0-5 1,0 0-552,0-2 781,0-3 0,-5-16 0,-1-9 0</inkml:trace>
  <inkml:trace contextRef="#ctx0" brushRef="#br0" timeOffset="1234">1379 243 7703,'0'-8'443,"0"1"1,0 3 304,0-3-562,0 4 155,0-6 1,0 7 1,5-6-81,2 4 0,7 1-49,0 3 1,5 0-88,-4 0 0,4-2-95,-1-1 0,0 1-31,0-1 0,-1 1-227,2 2 1,0 0 30,-4 0 0,0 0 71,-4 0 1,0 0-439,0 0 354,-5 0 0,0 0-274,-2 0 401,-3 0 18,4 0 125,-5 0 110,-5 0-185,4 0 28,-4 0 87,5 0-160,-5 0 26,3 0 0,-2 2-823,4 1 348,0-1-1018,0 3 969,-5-5 557,3 0 0,-17 0 0,0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18.01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253 232 7861,'6'-11'288,"-2"0"1,-4 1-264,-4 3 217,3 2-127,-9 5 0,4 0 29,-5 0 1,-1 1-106,-3 3 0,2 2 17,-6 5 0,5 0 47,-5 0 0,5 5-100,-5 3 1,2-2 57,-1 1 1,-2-1-65,5 2 1,2-2 38,6-3 1,0-3-114,4 0 1,2 0 72,-3-3 0,8-3-135,3-2 1,8-1 72,3-2 1,6-2-155,2-1 0,5-7-27,-2-5 0,-2-1 99,-1 2 0,-3 1-35,-1-1 0,-1-2-29,-3 1 0,-3 0-188,-8 4 1,2-3 194,-5-1 0,-1 0 205,-3 4 0,-14 0 0,-5 0 0</inkml:trace>
  <inkml:trace contextRef="#ctx0" brushRef="#br0" timeOffset="575">1466 23 7375,'6'-5'-720,"-1"4"2366,-5-9-794,5 9-460,-4-4-352,4 5 98,-5 0 0,0 5-158,0 2 1,-1 3 82,-3 1 1,-2 0-69,-5 0 1,0 1-12,0 3 0,-4-3 24,0 3 1,1-2-46,3 2 1,1-3 16,3 3 1,0-3-119,4-1 1,2-4 99,-3 1 1,5-2-118,6 1 0,2-2-6,9-5 0,4 0-163,4 0 1,5 0 33,-2 0 0,-1-1-24,2-3 1,-2 2-153,1-6 1,-2 5 465,-5-5 0,-5 2 0,-2-1 0,-3-3 0,-5-1 0,-3-6 0</inkml:trace>
  <inkml:trace contextRef="#ctx0" brushRef="#br0" timeOffset="834">1664 56 7849,'-1'-6'1084,"-3"2"-862,3 3 1,-5 1 50,2 0 1,3 5 94,-3 2 1,0 3-134,0 1 1,-3 4-115,3-1 1,-3 6-132,3-2 0,-3 3 52,3 1 1,-4 0-97,5 0 0,-5 0-203,5 0 0,-2-5-1066,1-2 701,3 2 0,-4-4 622,5 1 0,-10-6 0,-2-3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20.46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177 221 7703,'0'-7'-30,"0"-1"1,-1 1 623,-3 1 1,3 0-164,-3 2-156,3 3 0,1 1 117,0 7 0,-1 3-120,-3 1 0,2 5-64,-6 2 1,5 3-99,-5 1 1,2 0-106,-1 0 0,-2 3-464,6-3 1,-5 2 152,5-5 1,-2-2-84,1 1 1,3-4-145,-3 0 0,3-5-1277,1-2 1810,5-4 0,30-33 0,13-13 0</inkml:trace>
  <inkml:trace contextRef="#ctx0" brushRef="#br0" timeOffset="650">1412 67 7580,'0'-11'-5,"1"3"9,3 1 1,2 3 161,5-3 0,0 3 64,0-3 0,4 4-21,-1 0 1,6 1-108,-2 2 0,0-3-156,0-1 1,-5 0 126,2 4-276,2 5 207,-5 1 0,3 5-45,-7 1 0,-4-1-47,-4 0 1,-4-2 32,-4-1 0,-2 1 47,-1-1 0,0-2 25,0 1 1,-3-1 86,-1 2 0,0 0-78,4-4 0,0 1 11,0-1 1,0-3-51,0 3 0,0 0-11,0 0 1,4 0-6,-1-4-25,6 5 72,-8-4-180,9 4-17,-4-5 1,10 0 120,2 0 1,3 0 33,1 0 0,0-4 29,0 0 1,0 1 106,0 3 1,0-4-38,0 0 0,0 1-39,0 3 1,0 0 98,0 0 0,0 0 3,0 0 1,-3 5-39,-1 2 0,-3-1 21,3 1 1,-4 2-3,0 6 0,-2-3-71,-1 3 1,-6-2-2,-5 2 0,-1-3-240,-6 3 1,-1-3 85,-3-1 1,-3 0-97,-1 0 0,-1-4-280,1 1 0,4-6-949,0 2 1432,0-3 0,10-16 0,-4-3 0</inkml:trace>
  <inkml:trace contextRef="#ctx0" brushRef="#br0" timeOffset="1385">1 915 8156,'5'-6'371,"2"3"1,0 0-221,4 0 0,-2 1 12,6-1 0,1 1-70,-2 2 0,6-3-44,-2-1 1,-1 0-293,2 4 1,-6 0-98,2 0 1,-3 0 228,-1 0 1,-5 5-28,-2 3 1,-3 1 68,-1 2 0,-1 0 53,-3 0 0,-2 2 13,-5 1 1,-1 0 145,-3 4 0,2-4-13,-6 0 0,6 2 263,-2-1 1,3 0-112,1-4 1,4 0-78,-1 0-262,6 0 1,-2-1-53,8-3 0,3-2-276,8-5 1,2 0-34,5 0 0,5-5-413,2-2 0,7-3 559,1-1 0,3 0 272,-3 0 0,14 1 0,8-1 0,4-1 0,-1 1 0</inkml:trace>
  <inkml:trace contextRef="#ctx0" brushRef="#br0" timeOffset="1901">1147 849 9080,'11'-6'526,"0"-2"-361,0 4 0,0 0-81,0 4 1,4-3-82,0-1 0,0 0-180,-4 4 0,0 0 13,0 0 0,0 0-296,0 0 332,-5 0 0,0 4 55,-2 0 0,-3 4 74,3 0 1,-8-2 93,-4 1 0,-1 0-9,-2 4 1,-2 0 44,-1 0 1,1-3 126,-1-1 1,0 0 10,0 4 1,1 0 94,-1 1 0,5-3-108,2-1 0,1 1-61,-2-1 0,3-2 27,5 1 0,0-3-83,0 3 0,6-4-147,6 0 1,3-1-157,7-2 1,5-2-372,3-1 0,3-3 7,4-5 0,-3 0-357,3 0 0,-3 0 302,-1 0 0,-5 1 583,-2 2 0,-3-6 0,-1 1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25.43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67 11 7726,'-11'0'404,"0"0"-13,0 0-55,0 0-74,0 0-103,4 0 89,3 0-180,4 0 25,4 0 1,4 0-152,6 0 1,0 0 119,4 0 0,1 0-92,3 0 0,0-4-15,0 1 0,0-1-162,0 4 0,-1 0-112,-3 0 1,2 0 53,-6 0 0,1 5 140,-4 2 0,-1 0 92,-3 0 0,-2 1 92,-5 7 1,0-1-62,0 4 1,-1 0 160,-3 4 1,-2 2-98,-5 1 1,0 0-4,0 4 1,0-1 18,0 2 0,0 1-98,0-6 1,0 1-115,0-4 0,5 0 2,2 0 0,-1-5-570,2-2 373,-1-3 1,5-6 328,3-2 0,7-37 0,6-10 0</inkml:trace>
  <inkml:trace contextRef="#ctx0" brushRef="#br0" timeOffset="172">89 309 7732,'-11'-5'246,"3"2"933,1-4-695,0 0-462,1 1 0,2-3-16,8 5 1,2 1-281,5 3 1,1 0-355,3 0 1,3 0 420,8 0 207,-3 0 0,63-10 0,9-2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26.80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121 22 8303,'-5'11'148,"3"0"-77,-5 0 0,1 0-13,-2 0 1,-2 0-30,3 0 0,-3 4 16,-1 0 1,0 3-82,0-3 1,1 1-20,3-2 1,-2-1 6,6 1 1,-1-5 19,4-2-1,0 1 1,5-1-5,2 0 0,4-4-27,4 1 1,-1-3-11,4-1 1,0 0-18,4 0 1,0 0-229,0 0 1,2-1-97,1-3 1,-3 3 136,1-3 1,-1-1 273,-4 1 0,-2 1 0,-5-7 0,-6-2 0</inkml:trace>
  <inkml:trace contextRef="#ctx0" brushRef="#br0" timeOffset="258">276 88 7799,'0'6'1301,"0"-1"-1024,0 0 1,-5 0 84,-3 3 0,2 1-81,-1-1 0,1 5-139,-1 2 0,-3 3-117,2-3 0,-1 5-13,-2-2 1,0 4-200,-1 4 1,1-3-203,0 3 0,2-3-365,1-1 0,0-1 350,4-3 404,0-7 0,34-21 0,7-8 0</inkml:trace>
  <inkml:trace contextRef="#ctx0" brushRef="#br0" timeOffset="960">1036 132 7750,'6'-6'41,"3"0"0,-4 4 0,1-2 1,3 2-1,-1-1 294,0-1 1,1 3-131,-1-2 0,2 1-1,1 2 1,-4 0 6,0 0-284,1 0-131,3 5 1,-4-2 146,0 4 0,-4-3 84,0 3-163,-1 0 1,-7 4-196,-3 0 1,-1-3 169,-2-1 0,0 1 107,0 3 0,0-4 132,0 0 0,1-3-76,2 3 0,-1-1 70,1 2 49,-2 2-64,-1-4-35,0 5-20,5 0 15,1 0 0,7-1-4,1-3 0,0 1-2,4-4 1,0 4 3,4-5 1,0 5 54,0-5 0,4 6-10,0-2 0,0-1 13,-4 2 0,0-2-20,0 1 0,-4 3 7,0-3 1,-4-1-15,0 2 0,-1-1-9,-2 4 1,-5-4-46,-3 1 0,-6-5 56,-5 5 1,-1-2-532,-3 1 1,1 2 229,0-5 1,4 0 252,0 0 0,9-17 0,-1-1 0</inkml:trace>
  <inkml:trace contextRef="#ctx0" brushRef="#br0" timeOffset="1427">2029 44 7750,'0'-7'-588,"1"0"2441,2-2-1203,-1 4-99,3-5 246,-5 9-293,4-4-302,-2 5 0,3 1-213,-5 3 1,-2 2-51,-1 5 1,0 1-70,-4 3 1,1-3 90,-2 3 1,-1 1-67,1-1 1,3 1 41,2-2 0,-2-1-144,1 1 1,0-1 6,4-2 1,0 0-34,0 0 1,2-2 41,1-1 0,5 0-67,6-4 0,0 1-124,4-1 1,-3-3-127,3 2 0,1-1 12,3-2 1,0-4 495,0 0 0,-1-3 0,-3 3 0,8-19 0,-3-1 0</inkml:trace>
  <inkml:trace contextRef="#ctx0" brushRef="#br0" timeOffset="1791">2194 66 7750,'0'-6'1530,"0"-4"-1021,0 9 213,0-4-414,0 5 1,-1 5 96,-3 2 1,3 7-164,-3 1 1,-1 5-17,2 3 1,-6 0-161,2 6 0,1-3-13,-2 3 0,2-3-85,-1 3 0,-2-4 95,5 1 0,-3-3-16,3-1 0,0-4-58,0 1-152,3-6 65,-4 3 0,5-9 46,0 1-348,0-6-1283,0 3 1365,0-15-169,0 8-459,0-8 602,0 10 0,0-1 344,0-3 0,14-17 0,5-8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30.67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254 133 7712,'11'-3'3,"-2"-2"1,0 0 0,-3-1 0,-1-1 201,-3-1 1,0 2 165,-2-2-269,0 6 1,-5-7 107,-3 6 0,2-5-108,-1 5 0,0-1-2,-4 4 0,-4 0-152,0 0 1,-1 0 97,2 0 0,0 0-126,-4 0 0,4 5 61,0 2 0,-4-1-81,0 2 1,2 0 106,1 7 1,-1-3-88,2 3 1,3-3-53,3-1 0,2 0 39,-1 0 0,2 0 30,5 0 0,0-3 33,0-1 0,6-5-13,5 2 1,5-3-110,6-1 0,0 0-180,0 0 1,0-5 132,0-2 1,0-1 82,0 0 0,-3-2 118,-1 3 0,-1-3-48,2-1 1,0 0-5,-4 0 0,0 0 63,-4 0 1,0 1 376,0 3-172,0-3 227,0 9-34,-5-9 321,-1 9-353,-5 1 0,-1 6-107,-3 5 1,2 0 50,-6 0 0,1 4-177,-4 0 1,0 4-6,0 0 0,0-2-17,0 1 0,-4-1-245,0 2 0,1 0-361,3-4 1,1 4 295,2 0 1,-1-2-581,1 1 0,0-3 134,0 3 1,0-4 98,4 1 0,-3 1 533,3-2 0,20-4 0,8-5 0</inkml:trace>
  <inkml:trace contextRef="#ctx0" brushRef="#br0" timeOffset="444">1521 122 7726,'-11'0'745,"4"0"-493,0 0 1,3 0-4,-3 0 0,-2 0 0,-6 0 1,2 0-43,-5 0 0,-2 1 13,-6 3 0,0 2-48,-7 5 1,5 1-91,-9 3 0,9-1 92,-5 4 0,6-1-90,-2 2 1,9 1-207,2-1 1,8-3 20,3-2 1,4-1-62,0-2 1,8 0 17,6 0 0,4-5-68,8-3 1,3-1-26,4-2 0,5-3-116,2-4 0,0 0 100,-4-8 0,-1-2-26,-3-2 1,-2-1-309,-5-3 1,0 1-91,0 0 677,0 0 0,5-19 0,1-6 0</inkml:trace>
  <inkml:trace contextRef="#ctx0" brushRef="#br0" timeOffset="1001">2381 144 7726,'-7'-1'116,"1"-3"0,1-3 454,2-3-613,2 4 0,7-3-60,5 6 0,2-2 68,5 1 0,-1 3 99,2-3 0,1 3 71,-1 1 1,-2 0-1,1 0 0,-1 0-71,2 0 1,-3 0-65,-5 0 0,0 4 36,0-1 1,-5 6-138,-2-2 1,-3 3-37,-1 1 1,-5 1 34,-2 3 0,-8-3 77,-4 3 1,2 1 45,-1-1 0,0 1 78,-4-2 0,-1-1-7,1 1 1,0 0 227,0 0 0,5-1-176,2 1 1,4-1-50,4-2 0,-1 0-223,4 0 1,1-1-145,7-3 1,7 1-208,7-4 0,5 0 73,2-4 0,3 0-712,5 0 1118,1 0 0,15-12 0,8-6 0,6 0 0,-1 0 0</inkml:trace>
  <inkml:trace contextRef="#ctx0" brushRef="#br0" timeOffset="1576">3384 45 7726,'5'-6'-253,"-2"0"0,4 2 1,2-2 781,1 0 0,-3 1-270,0 5 1,4-1-58,4-3 1,1 3-77,-1-3 0,-2 3-14,5 1 1,-4 0-129,1 0 1,-3 1 72,-1 3 1,-1-2-183,-3 6 0,-2-5 115,-5 5-95,0-1 1,-1 4 60,-3 0 0,-6-4 1,-4 1 1,-2-2 59,1 1 0,1 2 43,-4-6 0,5 5 18,-2-5 1,1 2-46,0-1 1,5-2 12,-2 6 1,3-6-41,-3 2 0,1-2 1,2 2-9,-1-3 0,7 5-258,-1-2 133,1-3 0,7 4 106,3-5 1,2 1-218,1 3 1,3-3 0,1 3 1,1-3-22,-1-1 0,-2 4 236,5 0 1,-4 1 128,1-2 1,-3 0-21,-1 4 0,0-3 219,0 3 0,-1 0-102,-3 4 0,2 0-102,-6 0 0,1 0 317,-4 0 0,-9 2-51,-2 1 0,-3-1 48,-1 1 1,-3-1-142,-8-2 0,-2-2-187,-5-1 1,0 2-45,-1-3 0,1-1-190,0 1 1,-3-3-663,-1 3 0,5-4 169,6 1 0,8-3-703,3-1 1342,8 0 0,36-10 0,14-2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34.7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99 89 7720,'0'-11'0,"0"0"338,0 0 35,0 5-81,0 1-209,0 5-13,-5 0 0,3 1-145,-5 3 0,3 2 126,-3 5-94,4 0 1,-7 0-29,3 0 0,2 0 61,1 0-61,-2 0 1,1 0 57,-2 0 1,1-1-33,2-3 11,3 3 0,-8-4-10,6 5 1,-1-4-17,4 1 0,0-5-12,0 5 1,0-5-71,0 5-41,0-6 129,0 3 1,5-5-19,2 0 1,4 0-8,4 0 1,-1 0 23,4 0 1,-3-1 4,3-3 0,-1 2 51,1-6 1,2 6 120,-5-2 0,3-1-79,-3 2 1,0-1 135,-4 4 0,-4 0 149,0 0-194,1 0 1,-2 1 92,-3 3 0,-1 2-76,-2 5 1,0 0-29,0 0 0,-5 4-71,-3 0 0,-1 0 3,-2 0 0,-4-3-23,0 3 1,-1-3-138,2-1 1,1 0-96,-1 0 0,-2 0-6,1 0 0,-1-1 0,1-2 0,3-2-37,-3-3 0,3-1-208,1 1 1,4-1 128,-1-2 0,6-5 322,-2-3 0,18-26 0,4-8 0</inkml:trace>
  <inkml:trace contextRef="#ctx0" brushRef="#br0" timeOffset="223">44 122 7690,'-6'-7'0,"2"-1"0,3 6 0,1-4 652,0 2 1,5 3-191,2-3 1,4 2-203,4-2 0,-1 1-250,4-4 0,4 3-221,4-3 1,4 3 29,0-3 0,2 1-217,1-1 1,0-2 397,0 5 0,24-9 0,7 1 0</inkml:trace>
  <inkml:trace contextRef="#ctx0" brushRef="#br0" timeOffset="692">1036 122 7497,'8'-7'-570,"-1"-1"1,-3 6 679,3-2 1,-3 2 240,3-2 0,0 3-13,4-3 1,1-1-2,-1 1 1,3 1-119,1 3 1,1-4-47,-1 0 1,-3 1-104,3 3 1,-3 0 120,-1 0 0,-1 1-331,-3 3 0,-2 2 9,-5 5 1,0 1-89,0 3 0,-6 1 87,-5 2 1,-2 3-45,-5-3 0,1 3 197,-1 1 1,-3-1 95,2-3 0,0 3-45,0-2 0,3-4 168,5 0 0,0-3-49,0-1 1,5 0-157,3 0 0,1-3 17,2-1 0,2-4-109,1 0 1,8-2-207,8-1 1,1-1-143,3-2 1,3 0-387,4-4 0,5-1 434,2-3 1,4 2 356,-5 1 0,26-6 0,1 1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37.1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254 22 8146,'-3'-7'0,"-2"1"1184,-1 1-924,-2 1 0,-3 4-64,0 0 1,0 6-1,0 5 1,-3 2-54,-1 5 0,-5 0 6,2 5 0,1-1-1,-2 0 1,5 0-39,-5 0 0,6 0-191,-2 0 0,4 0-17,4 0 0,2 0-92,5 0 1,0-5 40,0-2 1,5-3-46,2-1 0,9-5-29,6-2 0,4-3-108,3-1 1,3-1-22,-3-3 0,2-2 61,-2-5 0,-2-1 117,-5-3 1,-4 3 121,-4-3 1,-6 3 194,-5 1 1,-1 0-87,-2 0 0,-9 5 149,-2 2 0,-7 3 16,-1 1 0,-5 1-156,-2 3 1,0 2-230,4 5 1,0 1 14,0 3 1,1-2-176,3 6 0,3-5 73,8 5 250,2-6 0,64 13 0,14-3 0</inkml:trace>
  <inkml:trace contextRef="#ctx0" brushRef="#br0" timeOffset="540">1114 188 7698,'0'-11'219,"0"0"0,0 0 920,0 0-974,5 0 0,1 3 24,5 1 1,0 4-122,0 0 1,4 2 4,0 1 0,3 0-56,-3 0 0,3 0 9,-3 0 1,0 0-169,-4 0 1,0 4-59,0 4 69,-5 2 1,-1 4 70,-5 1 0,-1 0 21,-3-4 0,-3 3-7,-8 1 1,-2 4 11,-5-5 0,3 2 210,1-1 1,-1-2-33,-3 6 0,0-6 84,0 2 0,5-3-85,2-1 0,0 0 35,0 0 1,5 0-92,6 0 1,3-3 62,1-1-177,0 0 1,6 3-5,5-3 0,5-2-113,6-5 1,0 0-35,0 0 1,4 0-192,0 0 0,1 0-74,-1 0 0,-3-1-240,3-3 0,-4 2 231,-4-5 1,-1 3 451,-2-3 0,-13-1 0,2-3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39.6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88 33 7686,'0'-7'-325,"0"-1"389,0 6 1,0-4 251,0 2-34,0 3-11,0-4 565,0 5-744,0 5 1,0-3-84,0 6 1,0-1 41,0 4 1,-3 1-138,-1 3 1,-5-3 72,2 3 0,1-1-92,-2 0 1,1 0 58,-4 4 1,0-4-245,0 0 152,5-2 1,1 0 24,5-1-28,0-5 1,11-1 64,7-5 0,8-5-92,7-3 0,1-1 9,3-3 1,-1 5-183,4 0 1,-4-1 117,0-3 1,-2 2 222,-5 1 0,-6 0 0,-4 4 0,-21-5 0,0 3 0</inkml:trace>
  <inkml:trace contextRef="#ctx0" brushRef="#br0" timeOffset="259">331 11 7686,'-8'0'97,"1"0"198,5 0 81,-8 0 156,9 0-197,-9 5 0,9 1-141,-3 5 0,-1 1 24,1 3 0,-3 2-109,3 5 1,-1 0-129,2 0 1,0 0-255,-4 0 0,4 1-74,0-1 0,-2-2-280,1-1 1,1-3 178,3-5 1,0 0 447,0 0 0,14-20 0,5-4 0</inkml:trace>
  <inkml:trace contextRef="#ctx0" brushRef="#br0" timeOffset="1004">1213 66 7692,'11'-11'310,"0"5"1,0 0-231,0 2 0,1 3 77,3-3 0,-3 3-64,3 1 0,-3 0-61,-1 0 0,0 0 27,0 0 0,0 4-174,0 0 1,-4 3 83,1-3 1,-6 4-158,2-1 1,-3 0 98,-1 0 1,-1-3-110,-3 3 117,-2 0 0,-5 1 61,0-1 1,0-3-4,0 3 1,0-5-4,0 2 0,0-1-17,0 0 41,0-2 0,0 6 10,0-4 0,5-1-7,-4 2 1,7 0 206,-4 0-172,5-1 1,-2-3 9,8 0 1,-2 4-37,5 0 0,1-1 9,3-3 0,0 0-15,0 0 1,1 2-4,3 1 1,-3-1-4,3 1 1,1 2-7,-2-1 1,1 3 110,-4-3 0,-4 4-40,1 0 0,-6-2 268,2 1-274,-3 1 1,-2 3 19,-3 0 0,-2-2-49,-5-1 0,-1 2-15,-3-3 1,-2-1-36,-5 1 0,4-3-134,-1 3 1,1-4-320,-4 1 0,1 0 44,3 0 0,-2 0-545,5-4 976,1 0 0,37-20 0,9-4 0</inkml:trace>
  <inkml:trace contextRef="#ctx0" brushRef="#br0" timeOffset="1676">2282 88 7686,'-6'0'-179,"-4"-5"0,3-1 1,-2-1 920,2 0 1,2 3-653,5-3-52,0 4 0,5-3-172,2 2 1,7 3 141,0-3 0,6 3-117,-2 1 0,4 0 104,4 0 0,-3 0 35,3 0 0,-3 0-127,-1 0 1,0 0 33,1 0 0,-5 0-107,0 0 1,-5 1 75,-2 3 1,-2-1 14,-5 4 1,0-3 62,-4 3 0,-5 0-9,-3 4 0,-6 0-37,-5 0 0,-1 0 145,-3 0 0,0 2 219,-3 1 1,3-1-89,-2 1 1,1 3 49,2 2 1,1-2-162,3 1 1,2-3-178,5 3 0,5-3-162,2 3 176,3-4 0,10 2-48,2-5 0,7-5 16,0-2 0,0-3 6,0-1 0,-1 0 78,1 0 1,2-5 79,-5-2 1,-2-3 23,-5-1 0,-4-1 209,-4-3 1,0 1-117,0-4 1,-4 0 18,-4-4 0,-5 3-417,-2 1 1,0 3-69,4-3 1,0 4-75,0 0 0,5 1 351,2 2 0,33 0 0,7 0 0</inkml:trace>
  <inkml:trace contextRef="#ctx0" brushRef="#br0" timeOffset="2146">3340 176 6994,'0'-11'750,"0"0"0,0 4-148,0 0-264,0 4-170,-5-2 1,-1 5-31,-5 0 0,0 0 12,0 0 0,-1 5 18,-3 3 0,2 1-72,-6 2 0,6 2-182,-2 1 0,3 0-58,1 4 1,1-1-257,3 2 0,2 2 170,5-3 0,6-2-149,5-1 1,5-3 181,6-1 0,4-5-49,0-2 0,4-4-28,0-4 1,-5 0 332,-3-7 0,-1 1 459,-6-8 0,0-1-449,-4-7 0,-5 3-86,-3-3 0,-1 3-224,-2 0 1,-2 5-902,-1 0 1142,1 4 0,-17-2 0,1 5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47.6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2459 33 11974,'-46'0'127,"-10"0"-159,15 0 18,-19 0-21,-1 0 15,-5 0-12,4 0 121,7 0-76,1-4 5,9 2 0,-4-3 11,0 1 53,4 2 9,-4-3-38,10 5 1,-4-5 106,8 4-146,-7-4 1,2 5 16,1 0-10,-9 0-3,13 0 2,-13 0 20,4 0-8,-1 0 2,-4 0-9,5 0-33,4 0 28,7 0-9,1 0-18,9 0-9,-9 0-26,4 0-14,-5 0-16,0 0-1,0 0 43,-5 0 24,4 5 6,-14-4-14,12 9 3,-11-8 38,7 7 13,1-7-25,1 2-3,0-4-4,4 0-12,1 0-11,-4 0 16,13 0-1,-13 0 23,9 0 4,-5 5 49,4-3-62,-2 2 52,12-4-65,-6 0-3,12 0-23,-8 0-10,9 0 33,-9 0-3,9 0-13,-9 0-50,4 0-3,0 0-134,1 0-779,0 0 952,4 0 0,-4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48.9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0 100 11955,'19'-31'590,"5"7"-590,-7 24-29,16 0-40,7 0 66,4 0 1,5 0-1,1 0 6,5 0 5,5 0 4,-9 0 63,8 0-64,-9 0 114,1 5-39,-2-4 6,0 4-2,-4-5 7,4 0-91,-5 0 6,0 0-14,0 0-16,5 0 52,-3 0 55,3 0-6,0-5 24,-9 4 167,8-9-197,-14 9 30,9-9-244,-4 9 143,5-9-7,0 9-32,0-9 80,1 9 8,-6-4-1,4 5-25,-9 0 28,4 0-56,-5 0 4,0 0-90,0 0 68,5 0-31,1 0 29,0 0-3,-1 0 56,0 0 6,-3 0 31,8 0 173,-14 0-10,8 0-166,-4 0 21,1 0 120,-1 5 6,4-4-68,-13 4 26,8-5-172,-10 0-449,0 0 75,-5 0 103,-1 5 0,-5 1 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50.3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11902,'11'53'656,"0"8"-703,-5-20-12,4 19-1,-4 1 82,0 0-96,4-6 72,-9-1 3,9-8-10,-9 2 11,9-3 52,-9-1 15,4 0-5,0 5 12,-4-4 222,9 9-108,-8-9 26,2 4-37,-4-5 4,0-4-123,0-2 18,0-5-47,0 0-17,5 0 42,-3 0 10,2-5-181,-4-1 41,5-5-266,-3-5 12,2-1 0,-4-5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7:51.2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67 11994,'0'-37'407,"0"8"145,0 29-337,10 48 13,-8 4-188,8-3 1,0 5 0,-3 40 110,8-2-36,-3-7-179,-1 5-64,0-3 164,-5-30 1,-1 0 11,6 34-36,-5 5-36,4-12 76,-9-1 6,9-1 31,-9-5 13,4-4-16,-5-7-30,5-11-19,-4-11-75,4-11-250,-5-11 42,0-11 0,15-79 0,3-24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8:04.3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194 23 7651,'6'-5'455,"-1"4"-147,-5-4-178,0 5-29,-5 5 0,3-3-184,-5 5 0,0-3-31,0 3 0,-1-3 19,4 3 1,-5 0-86,2 0 1,1 3 104,-2-3 1,2 3 28,-1 1 1,-3 0 35,3 0 1,-2-4-18,2 1 1,-3-2 39,3 1 0,1 2 152,-2-6 0,5 5 54,-5-5-203,6 6-12,-3-8-8,5 4-74,0 0 0,1-4 0,3 3 18,2-3 1,5-1-5,0 0 0,0 0-70,0 0 0,0-4 63,0 1 0,4-1 7,-1 4 0,1 0 94,-4 0 1,0 0-22,0 0 0,1 0 12,3 0 0,-6 1 5,2 3-2,-3 2 0,-2 5 39,-2 0 0,-3 0 101,-1 0 1,-1 0 77,-3 0 0,-2 4-118,-5 0 0,0-1-44,0-3 0,-3 0-14,-1 0 0,-5 0-105,2 0 0,1-3-50,-2-1 1,2-1-244,-1 2 0,-3-3 83,3-5 1,2 0-383,1 0 631,8 0 0,26-40 0,12-9 0</inkml:trace>
  <inkml:trace contextRef="#ctx0" brushRef="#br0" timeOffset="375">150 34 7694,'0'-6'1426,"-5"-4"-895,4 9 204,-4-4-446,5 5 1,5 0 10,2 0 1,3 0-155,1 0 1,5 0-75,2 0 0,3-4 27,1 0 0,0 1-150,0 3 1,1 0 118,-1 0 0,-2 0-139,-1 0 0,0 0-252,-4 0 1,-4 0-7,-4 0-308,-4 0-12,2 0 33,-5 0 0,-4 1-260,0 3-29,-4-3 905,7 4 0,-14-5 0,3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8:09.7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260 23 7774,'-8'-4'509,"1"0"-115,5-4 0,-3 7-292,5-4 1,1 5-1,3 0 0,2 0-92,5 0 1,0 0 43,0 0 1,3 0-90,1 0 0,5 0-12,-2 0 0,-1 0-66,2 0 1,-6 1 88,2 3 0,-3-3-56,-1 2 1,-4 4-27,1 0 1,-6-1-7,2 1 1,-3-3 38,-1 3 1,-5 1 37,-2 3 1,-4-4-12,-4 1 0,2-1 58,-6 4 0,2-4 136,-1 1 0,-2-5-73,5 5 1,-3-5 71,3 5 1,1-5-86,3 5 0,0-6 29,0 2-15,0 2-12,0-5-157,4 9 96,3-9 1,8 4-85,4-5 1,2 4 40,1-1 1,0 1-113,0-4 0,1 0 98,3 0 1,-3 1-44,3 3 1,1-3 21,-2 3 0,1-3 62,-4-1 1,0 0 107,0 0-46,0 5 237,0 1-190,0 5 1,-5 0 112,-2 0 0,-4 0 40,-4 0 1,-6 0-65,-4 0 1,-6 0-89,2 0 1,-4 0 21,-4 0 0,1 3-48,-4-3 1,-4 5-24,-4-9 0,4 5-127,4-4 0,1-2-183,-2 1 1,1-4-1284,7 0 1134,2-1 411,14-2 0,45-20 0,16-5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8:14.9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109 12 8420,'0'-6'1149,"0"1"-1057,0 5-9,0 5 0,0 1-127,0 5 0,-5 1 81,-2 3 1,1-3-110,-2 3 1,1-2 125,-4 2 1,0-3-1,0 3 0,1-3-9,3-1 1,-2 0-24,6 0 1,-2-1-124,1-3 91,3 3 1,-3-5-3,8 2 1,2 2-123,5-5 1,0-1-73,0-3 0,5 0-85,2 0 0,3 0 141,1 0 1,4 0-95,0 0 0,1 0-179,-2 0 1,0-1-49,4-2 1,-5 0 470,-2-4 0,0 4 0,-10-26 0,4-2 0</inkml:trace>
  <inkml:trace contextRef="#ctx0" brushRef="#br0" timeOffset="242">341 78 7735,'-6'0'166,"-1"0"465,4 0-275,2 0-144,-9 0 1,7 1 135,-4 3 0,3 2-101,-3 5 1,1 1-34,-2 3 1,0 2-41,4 5 0,-4 0-13,0 0 1,2 5-84,-1 3 0,3-2-213,-3 1 0,3-4-580,-3 1 0,3-3-52,-3-1 1,3 0-1166,-3 0 1932,4-5 0,-2-11 0,5-7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8:18.9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1 6663,'0'6'0,"-5"-1"0,3-5 0,-2 5 0,4-4 0,-5 4 0,3 0 0,-2-3 0,4 5 0,0-4 0,-4 7 0,0-3 0,0-1 0,4 2 0,0-1 0,0 4 0,0 5 0,5 50 0,2 17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8:21.1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45 9944,'11'0'87,"0"-4"19,0 1 0,5-2-166,2 1 0,-1 2 47,2-6 1,-1 6-150,4-2 0,0-1 83,0 1 0,-1 1-71,-2 3 0,-4 0 91,-3 0 0,-1 0 57,0 0 1,-5 1-2,-3 3 1,-1 2 42,-2 5 1,-2 4 13,-1-1 1,-3 6-42,-5-2 1,3 3 23,1 1 1,-1 4 6,-3 0 1,2-1-45,1-3 1,0 4-1,4 0 1,0 3 2,4-3 0,-3 0-9,-1-4 1,0-2-85,4-1 0,0 2-140,0-3 1,0-2-216,0-1 0,0-3-419,0-1-260,0 0 1124,0-5 0,0-1 0,5-34 0,1-8 0</inkml:trace>
  <inkml:trace contextRef="#ctx0" brushRef="#br0" timeOffset="231">78 365 7716,'-6'0'334,"0"-2"383,2-1 1,3 0-347,-3-4 1,4 4-130,4 0 1,3 2-42,8 1 1,-2-4-13,6 0 0,-1-1-232,4 2 1,0 1-296,0-1 0,-3-2-392,-1 1 0,-1-1 207,2 2 1,-3 1 522,-5-1 0,-5-3 0,-1-1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8:30.3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66 7762,'0'-11'669,"0"0"-220,0 5-24,0-4-99,0 9 90,0-4 288,0 5-650,-5 5 1,3 2 23,-6 8 0,5-2-177,-5 6 1,1-1 87,-4 4 1,-1 0-111,-3 0 1,3 0 110,-3 0 1,3-1-86,1-3 1,3 2 68,1-5 36,5-1 1,-3-3-29,5 0 27,0-5 1,6-1 4,5-5 1,5 0-43,6 0 0,1 0-91,3 0 1,2-5 59,5-2 1,1 1-142,3-1 1,-3 1-306,3-2 1,-4 0 174,-3 4 0,0-3-104,-4 3 0,-4-5 34,-4 2 1,-8 1 399,1-1 0,-7 4 0,-14-17 0,-8 2 0</inkml:trace>
  <inkml:trace contextRef="#ctx0" brushRef="#br0" timeOffset="300">464 55 7692,'-5'-11'-326,"4"0"746,-4 0 721,0 0-851,4 5 0,-4 2-115,5 8 0,0 2 11,0 5 0,-4 1 48,0 3 1,-3 2 91,3 5 1,-4 4-202,0-1 0,0 6-130,1-2 0,-3 3 27,2 1 1,-1 0-98,-2 0 1,3 0-59,1 1 1,-1-3-35,-3-1 1,5-4-20,3-8 1,-2-2-411,1-5-558,0-5 608,4-1 1,0-6-884,0-3 1429,0-2 0,15-35 0,3-6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8:31.9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122 132 7570,'0'-11'1270,"0"0"-1476,0 5 126,0 1 0,-4 7 136,0 1 0,-3 0-27,3 4 0,-4 0-89,0 4 1,2 0 52,-1 0 1,0 4-119,-4 0 0,-1 0 110,1-4 0,4 3-109,0 1 1,3 0 26,-3-4 0,4 0 56,0 0 0,1-4-131,2 0 166,0-4 0,2 5 5,1-4 1,3 0 21,5-4 0,2 0 11,1 0 1,0-4-14,4 0 1,-4-3 13,0 3 1,0-3-12,1 3 1,-3 0-21,3 0 0,0 3-19,0-3 1,0 3 2,-4 1 0,0 0-6,0 0 0,0 0 78,0 0 1,-4 1 309,1 3-262,-6 2 1,3 5 159,-5 0 1,-1 0-115,-3 0 0,-2 0-14,-5 0 1,-1 0-121,-3 0 1,2 1-40,-6 3 1,1-3-192,-4 3 1,3-3-57,1-1 0,3-4-253,-3 1 0,4-2 162,0 1 1,-2-2 358,1-5 0,10-29 0,6-8 0</inkml:trace>
  <inkml:trace contextRef="#ctx0" brushRef="#br0" timeOffset="189">78 132 7692,'0'-11'0,"0"0"800,0 0 1,1 0-313,2 0 1,0 5-175,4 3 0,4-4-326,4 0 1,3 2-289,-3 1 1,5 0 67,-2 0 1,7-3-202,0 3 0,5-1 175,-5 1 258,6 3 0,12-9 0,8 4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8:25.9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1047 3793 7802,'-11'-2'1114,"0"-1"-953,0 1 0,5-4 250,2 3-160,3 1 0,6-3-90,2 5 0,1-1-13,3-2 1,-1 1 8,8-1 0,-3-2-106,3 1 0,0 0-7,5 4 1,-1-1-222,0-2 0,0 1-109,0-1 0,-1 1 114,-3 2 1,-1 0-209,-2 0 267,-3 5 1,0 0 53,-4 3 0,-6 1 30,2-1 0,-8-2 19,-3 1 0,-3 1 24,-1 3 1,-4 0 131,1 0 1,-2 0-5,1 0 0,-1-2-49,-2-1 0,0 4-39,4-5 0,1 8-32,-1-8 0,2 6 7,1-6-28,-1 3 1,6 1-204,3 0 138,1-5 6,2 4 1,5-9-5,3 3 1,2 1-7,1-2 0,0 1-104,0-4 1,3 0 105,1 0 1,0 0-7,-4 0 1,0 0 109,0 0 1,0 4-92,0-1 0,0 5 62,0-5 1,0 5-25,0-5 0,-1 6 100,-3-2 0,-2 3 8,-5 1 1,0 0 163,0 0 0,-1 1-76,-3 3 0,-2-3 55,-5 3 1,-5 1-180,-2-1 1,-3 4 3,-1 0 1,-2-2-238,-1 1 0,0-4-47,-4 0 0,1-1-47,-2-2 0,0-5-296,4-3 1,1-1 565,7-2 0,22-30 0,9-7 0</inkml:trace>
  <inkml:trace contextRef="#ctx0" brushRef="#br0" timeOffset="2771">3098 2150 7701,'0'-11'154,"0"0"1,0 4-34,0-1 0,0 4 87,0-3 1,0 3-6,0-3 1,0 3-8,0-3 1,-1 5-35,-3-2 1,-2-1 2,-5 1 1,0 1-100,0 3 0,-5 0 39,-3 0 1,-1 1-159,-2 3 0,0 2 101,-1 5 0,1 0-72,0 0 0,4 4 97,0-1 1,4 5-217,-1-5 0,4 5-288,4-5 0,-1 1-97,4-4 247,0 5 1,5-4 95,3 3 0,6-6-91,5-2 1,1-5 81,-2 2 0,2-3 41,3-1 0,1 0 73,-1 0 0,2-5 5,1-2 1,-4-3 104,0-1 1,-1 0-22,2 0 0,-3 0 120,-5 0 1,0-1-50,0-3 1,0 3 342,0-3-103,0 3 1,-4 1-53,1 0 1,-6 4 193,2-1-119,-3 6-25,-1-3 0,-1 5-97,-3 0 1,3 1 50,-3 3 1,-2 2-12,-1 5 0,1 4-13,-2-1 1,2 6-90,-1-2 1,-3 7-53,3 0 0,-3 6-65,-1-2 1,1 3 28,3 1 1,-3 0 50,2 1 1,2-3-25,-1-1 0,1-3-119,-1-5 1,2-1 49,5-3-326,-5 3-880,3-9 582,-2-1-507,4-6 0,0-6 300,0-3 1,0 2 801,0-6 0,0-14 0,0-7 0</inkml:trace>
  <inkml:trace contextRef="#ctx0" brushRef="#br0" timeOffset="7015">4983 3517 7688,'-11'-5'76,"0"-1"1,-1-1 0,-1-1-1,1 1 1,2-1 346,1 1 1,2 5-206,0-2 1,3 2 169,-3-2-15,5 3-44,-8-4-48,9 5-86,-4 0 1,6 0-272,3 0 1,2 0-9,5 0 1,3 0-40,1 0 0,5 0 105,-2 0 1,3 0-106,1 0 1,0-1-1,0-3 1,0 3-134,0-3 0,-5 3-77,-2 1 212,2 0 79,-5 0 0,0 1 27,-9 3 1,-3 2 101,-3 5 0,-4 0-87,-4 0 0,-5 4 145,-2-1 1,-4 6 68,-4-2 0,2 3-46,-6 1 1,2 1-79,-1 3 1,-2-1 92,5 4 0,1-1-164,3 2 1,5 0-61,2-4 1,8 3-173,3-3 0,3 0 41,1-4 0,6-5-112,5-2 1,3-4 97,5-4 0,3 2-31,0-6 1,0 1 71,4-4 1,-3-1-13,-1-3 0,0-2 83,0-5 1,-5-4 149,-2 0 1,-8-3 282,-3 3 0,-3-5-13,-1-2 0,-1-1 197,-3-2 0,-3 1-175,-8 2 0,2-1 142,-6-3 0,1 3-363,-4-3 0,0 7-675,0 0 0,4 1-51,-1-4 1,6 5 423,-2 2 155,8 3 0,21 1 0,11 0 0</inkml:trace>
  <inkml:trace contextRef="#ctx0" brushRef="#br0" timeOffset="9518">77 66 6999,'-11'0'-219,"5"0"170,-4 0 153,9 0 11,-4 0 115,15 0 0,-5 0-87,10 0 1,-4 0-61,7 0 1,-3 0-12,3 0 0,4 0 29,4 0 1,1 0-44,-2 0 1,0-3-5,4-1 0,1 0-1,3 4 1,0 0-25,0 0 0,-1-3 23,-3-1 1,3 0-40,-3 4 0,3 0-105,1 0 0,-4-1 106,-4-3 0,2 3-8,-1-3 1,3 3-9,-3 1 0,3 0-5,-3 0 1,0 0 1,-4 0 1,0 0-6,0 0 1,0 0 18,0 0 0,0 0 28,0 0 0,4 0 1,0 0 1,1 0-38,-2 0 1,0 0 0,4 0 1,-3 0 2,3 0 1,-3 0 1,4 0 0,-6 0-5,2 0 1,-1 0-5,-3 0 0,3 0 26,-7 0 0,3 0-1,1 0 0,4 0-17,0 0 1,-1 0 13,-3 0 0,2 0 4,1 0 0,0-3-8,4-1 1,-3 0 2,3 4 0,-3 0-15,4 0 0,-6 0-3,2 0 1,1 0 10,-2 0 1,5 0-2,-4 0 0,3 0-26,-3 0 1,1 0-5,-2 0 0,0 0-39,4 0 0,-3 0 53,3 0 1,-4-3-4,1-1 1,1 0 4,-2 4 1,1 0 1,-4 0 0,0 0 1,0 0 0,1 0 1,3 0 1,-3 0-28,3 0 1,1 0 10,-1 0 0,1 0 1,-1 0 0,-2 0 8,5 0 1,-4 0-5,1 0 0,-3 0 10,-1 0 1,0-3 0,0-1 1,0 0 77,0 4 1,0 0-44,0 0 0,0 0 7,0 0 0,0 0-28,0 0 0,2 0 5,1 0 0,-1 0-16,1 0 1,-1 0-5,-2 0 0,3 0-33,1 0 0,0 1-14,-4 3 0,0-3-39,0 3 0,0-3 78,0-1 1,-3 1-1,-1 3 0,0-3 9,4 3 1,0-3 7,0-1 1,0 0-15,1 0 0,-3 0 3,-1 0 0,5 0 12,-2 0 1,3 0 1,-3 0 0,0 0-5,0 0 0,0 0-2,0 0 0,0 0-54,0 0 1,0 0 46,0 0 0,0 0-2,0 0 1,-1 0 8,-2 0 0,1 0 0,-1 0 0,2 0-5,1 0 1,0 0 2,0 0 1,0 0-6,0 0 0,0 0 6,0 0 0,-4 0 9,1 0 0,-1 0-10,4 0 1,0 0-7,0 0 1,-3 0-43,-1 0 0,0 0-5,4 0 1,0 0 26,0 0 0,-3 0-5,-1 0 1,1 0-28,3 0 1,0 0 30,0 0 1,0 0 17,0 0 0,-4 0 2,1 0 1,-1 0 8,4 0 0,-1 0-2,-3 0 0,2 0 7,-6 0 0,6 0-11,-2 0 0,-2 4 3,-1 0 1,1-1 8,-1-3 0,3 0-10,-3 0 1,1 0-1,-2 0 1,0 0-16,4 0 0,-1 0-1,2 0 0,2 0-24,-3 0 1,-1 0-74,1 0 0,0 4 72,0 0 0,2-1 8,-6-3 1,5 0-22,-5 0 1,2 0 17,-1 0 1,-3 0-5,3 0 0,-2 0 5,2 0 0,-3 0 6,3 0 0,-3 0 46,-1 0 0,0 0 9,0 0 0,0 0 46,0 0 1,4 0-85,0 0 1,0 0 22,-4 0 0,3 0 2,1 0 1,1 0 7,-1 0 0,-2 0-15,5 0 1,-3 0-1,3 0 1,-3 0-11,4 0 0,-5 0-5,5 0 1,-5 0-15,5 0 1,-6 0-4,2 0 1,-3 0 20,-1 0 1,0 0 21,0 0 0,0 0 1,0 0 0,0 0 12,0 0 1,0 0 75,0 0 0,0 0-34,0 0 1,0 0 14,0 0 1,0 0 32,0 0 0,4 0-64,0 0 1,0 0-16,-4 0 65,0 5 12,0-4 66,0 4 0,-5-5-270,-1 0-1084,-5 0 1169,-5 0 0,-16-19 0,-8-6 0</inkml:trace>
  <inkml:trace contextRef="#ctx0" brushRef="#br0" timeOffset="11332">11 88 7258,'0'6'203,"0"1"-68,0-4 0,0 0-108,0 4 0,0-2 79,0 6 1,0-2-18,0 5 1,0 3-23,0 2 0,0 3 15,0 4 0,-4-2-89,1 5 1,-1-3 53,4 4 1,0-2-9,0 1 0,0 3-17,0-3 1,0 0-104,0 0 0,0 0 48,0 4 0,0-4-8,0-4 1,0 2 11,0-1 1,0 5 16,0-2 0,4-1 3,-1 2 1,1-5-13,-4 5 1,0-2-2,0 1 0,0 2 6,0-5 1,0 4-3,0 0 0,0 0-3,0 0 1,0-2-5,0-2 0,0-2 27,0 5 1,0 0-17,0 0 1,0 2 28,0-6 0,0 5 4,0-4 1,0 4 6,0 0 1,0-2-22,0 1 1,0-3 2,0 3 0,0 1-3,0 3 0,0-4 1,0 1 0,4-1-108,-1 4 1,1-1 69,-4-3 1,0 2-6,0-5 0,4 3 53,-1-3 1,1 3 2,-4-3 0,0 1-41,0-2 1,0-1 43,0 1 0,0 2 139,0-1 0,0 0-78,0-4 0,0 4-36,0-1 0,0 1-26,0-4 0,0 4-5,0 0 0,0 1-17,0-2 0,0 0-14,0 4 0,0-3 6,0 3 1,0-1-10,0 2 0,0 0 36,0-4 0,0 1-2,0-1 0,0-3 127,0 3 1,0-3-47,0-1 1,0 0-29,0 0 1,0 2-58,0 1 0,4-1-1,-1 1 0,1-1 10,-4-2 1,0 1-8,0 3 1,0-3-2,0 3 0,0 1-14,0-2 0,0 5-9,0-5 0,0 5 7,0-4 0,0-1 0,0-3 1,0 2 18,0 1 1,0-1-2,0 1 1,0-1-4,0-2 0,0 0-1,0 0 0,0 1 8,0 3 0,4-3-5,-1 3 1,1-2 1,-4 2 1,0-3-4,0 3 0,0-3 0,0-1 0,0 0-4,0 0 1,0-1-1,0-2 0,0 1 10,0-1 0,4-2 0,0 1 0,-1 1 0,-3 3 1,0 0 0,0 0 1,0 0-2,0 0 1,0-1 12,0-3 1,0 3 5,0-3 1,0 2-42,0-2 1,0 2 0,0-5 0,0 3 0,0-3 1,4 1-7,0-2 0,-1-2-13,-3 3 1,0-3 25,0-1 1,0 0-5,0 0 0,0 1 17,0-1 1,0 0-1,0 0 1,0 0 31,0 0 0,0 0 8,0 0 1,0-4 56,0 0 8,0 1-510,0 3-421,0-5 118,0-1 1,4-6 689,0-3 0,-1-32 0,-3-11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8:38.9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22 7700,'5'-6'-145,"-4"0"-93,3 2 351,-3 3 74,4-4 136,-4 5-149,4 0 1,-4 0 61,3 0-93,-3 0 0,4 5-101,-5 3 1,0 5-6,0 2 1,0 4 19,0 0 1,0 6 3,0 5 1,0-1-128,0 4 1,0-1 37,0 9 1,1-1-63,3 4 1,-3 0 58,3 0 0,-3 0-5,-1 0 1,0-3 59,0-1 1,4-3 0,-1 4 1,1-6 4,-4 2 1,0-3-5,0-1 1,0 0 7,0 0 0,0-1-20,0-2 1,0 1 0,0-1 0,0-1 1,0 4 0,4-6-11,-1 6 0,1-3 13,-4-1 1,0 3-18,0-3 0,0-1-2,0 2 0,0-4 24,0 3 1,0-1-2,0 2 0,0 0 19,0-4 1,0 3 7,0-3 0,0 5 47,0-2 0,0-1-69,0 2 1,0-5 38,0 5 1,0-2-37,0 1 0,0 0-2,0-4 0,0 0 10,0 4 1,0-1-10,0 2 1,0 0-83,0-4 0,0 3 81,0-3 0,0 5-75,0-2 1,0-1 83,0 2 1,0-5 3,0 5 1,0-2 27,0 1 0,0-2 8,0-5 1,0 2-38,0 1 0,0-1 4,0 1 1,0-1-14,0-2 0,0 0 8,0 0 0,0 4-38,0-1 1,0 2-17,0-1 1,0-2-76,0 6 0,-4-4 27,1 3 0,-1-4 33,4 0 1,0 0 12,0 0 1,0-1 6,0 1 0,0-1 28,0-2 0,0 0-33,0 0 1,0 0 86,0 0 0,0-1-56,0-3 0,0 3 4,0-3 1,0 3-18,0 1 1,0 0-2,0 0 1,0-2-2,0 2 1,0-6-4,0 6 0,0-2 2,0 2 0,0 1-5,0 3 1,0-4 8,0 0 1,0 0 1,0-4 1,0 3 38,0 1 0,0 0-44,0 0 1,0-4 1,0 1 1,0-1 7,0 4 1,0-3 0,0-1 1,0-3-24,0 3 0,0-3-7,0 3 1,0-4 16,0 0 0,0 0-5,0 0 0,0 0 2,0 4 0,0-4-49,0 1 0,0-3-5,0-1 1,0 3-13,0 1 1,0 1-12,0-1 0,0-3 47,0 3 0,0-2-8,0 2 0,0-3 19,0 3 0,0-3-6,0-1 1,0 0 135,0 0-110,0 5 1,0-4 12,0 3 1,0-3-18,0-1 0,0 0-1,0 0 12,0 0 0,0 0-17,0 0 1,0-3-16,0-1 21,0 1 1,0 3 0,0 0 1,0-4 18,0 0 1,0-3 3,0 3 0,0-3-22,0 3 6,0 1 28,0 3 0,0 0 2,0 0 0,0-4 40,0 0-50,0 1 0,0 3 0,0 0 1,0-4-80,0 1 1,0-1-20,0 4 0,0-4-384,0 1-715,0-6 1176,0 3 0,-15-69 0,-3-15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8:45.2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55 188 6788,'11'0'92,"0"0"1,0 0-51,0 0 0,0 0-37,0 0 0,4 0-2,0 0 0,1 0-12,-2 0 0,2 0 0,3 0 1,0 0-8,-4 0 1,5 0 7,-2 0 0,-1 0-11,2 0 1,-5 0 12,5 0 1,-5 0-3,5 0 1,-2 0 50,1 0 0,2 0 6,-5 0 1,4 0 18,0 0 1,-2 0-36,1 0 0,-3 0 8,3 0 0,0 0-25,5 0 0,-5 0 2,0 0 0,-1 0-17,2 0 0,2 0-6,-3 0 1,2 0-75,-2 0 1,2 0 88,-6 0 1,6 0-102,-2 0 0,-1 4 82,2-1 0,-5 1-10,5-4 1,-1 0 12,4 0 0,-3 0 0,-1 0 1,-1 0 10,2 0 0,4 0 6,-5 0 1,4 0 23,-7 0 0,5 0 11,-2 0 1,2 0-4,-2 0 0,1 0-7,-4 0 0,4 0-29,-5 0 0,6-1 15,-2-3 1,2 3 1,-2-3 0,3 3-35,-3 1 0,3 0-16,1 0 0,0 0 41,0 0 0,-1 0 1,-2 0 0,5 0-18,-2 0 1,3 0 25,-3 0 1,0 0 6,0 0 1,0 0-3,0 0 1,-1 0 2,-3 0 1,3 0-17,-3 0 0,3 0-4,1 0 1,-1-1-1,-3-3 0,3 3-2,-2-3 1,0 3-12,-1 1 0,3 0 2,-2 0 0,0 0 17,0 0 0,1 0-8,-1 0 0,2 0-2,1 0 1,-4 0-8,0 0 1,1 0-3,3 0 0,-4 0-69,1 0 1,-1 0 72,4 0 1,-1 0-10,-3 0 1,3-4 29,-3 1 1,3-1 1,1 4 1,-3 0-28,-1 0 0,-3 0 6,3 0 0,-3 0-1,3 0 1,-1 0 3,2 0 0,-2 0 36,-2 0 0,-3 0-5,3 0 1,0 0-27,0 0 1,1 0 0,-1 0 1,-2 0-30,6 0 1,-2-4 13,1 1 1,3-1-1,-3 4 1,0 0 35,0 0 1,0 0-2,4 0 1,2 0 3,1 0 1,-1 0 6,1 0 1,-1 0-58,-2 0 1,0 0 34,0 0 1,1 0-45,3 0 1,-7 0 19,3 0 1,-2 0-6,2 0 1,0 0 0,0 0 1,0 0-6,0 0 0,0 0-2,0 0 1,0 0 5,0 0 0,0 0 6,0 0 1,1 0-3,-1 0 1,0 0 113,0 0 0,0 0-123,0 0 0,0 0 4,0 0 0,-3 0-36,4 0 0,-8 0-7,8 0 0,-8 0 41,4 0 0,-2 0-8,1 0 1,2 0 6,-5 0 1,3 0-13,-3 0 1,3 0 79,-3 0 1,3 0-27,-3 0 0,3 0 15,-3 0 1,5 0-81,-2 0 0,-1 0 0,1 0 0,-4 0 4,1 0 0,1 0-11,-2 0 1,5 0 31,-5 0 0,1 0 4,-4 0 0,4 0-5,-1 0 0,5 0 18,-5 0 1,5 0 6,-4 0 0,3 0-28,-3 0 0,1 0 7,-2 0 1,-2 4 11,3-1 0,1 1-7,-1-4 1,0 0-1,-4 0 0,3 0-4,1 0 0,1 0 6,-1 0 1,-2 0-3,5 0 1,-3 1 0,3 3 1,0-3 0,0 3 1,3-3 3,-3-1 0,-1 0-7,2 0 0,-2 0-2,1 0 0,3 4 4,-3-1 1,0 1-7,0-4 1,-3 0-1,3 0 0,-3 0 2,3 0 1,-4 0-1,0 0 0,2 1 3,-1 3 1,1-3-1,-1 3 1,-3-3 3,2-1 0,0 0 10,1 0 1,-3 0 1,3 0 1,-2 0-15,2 0 1,-2 0 1,6 0 1,-5 0-62,5 0 1,-5 0-7,5 0 1,-5 0 35,5 0 1,-4 0-11,3 0 1,-3 0 64,3 0 1,-3 0-36,3 0 1,-4 0-3,0 0 1,-2 0 2,0 0 0,-1 0 5,0 0 1,0 0-18,0 0 0,0 0 10,0 0 1,1-4-26,3 1 0,-3-1-10,3 4 0,0 0 41,0 0 0,4 0 31,-5 0 1,2 0 98,-1 0 1,-2 0-71,6 0 1,-6 0 14,2 0 1,-3-4-54,-1 1 1,1-1 11,3 4 0,-6 0 25,2 0 1,-3 0-12,3 0 1,0-4-13,0 1 0,0-1-18,0 4 0,0 0-67,0 0 1,0 0 40,1 0 0,-1 0 0,0 0 1,0 0 16,0 0 1,0 0-4,0 0 18,0 0-3,0 0-30,0 0 24,-5 0 6,-1 0 981,-5 0-932,-5 0 16,4-5-422,-4 4-196,5-4-393,0 5 928,5 0 0,-29 0 0,-1 0 0</inkml:trace>
  <inkml:trace contextRef="#ctx0" brushRef="#br0" timeOffset="1233">0 34 7594,'0'-11'-295,"0"5"17,0 1 545,0 0 34,0 4-214,0-4 87,0 5-102,5 0-143,-4 0 1,5 0 99,-2 0-40,-3 0 0,5 1 51,-2 3 0,-3-2 1,3 5 1,-3-3 6,-1 3-21,0 1 1,0 3 14,0 0 0,0 0 3,0 0 1,0-4 4,0 1 0,0-1-10,0 4 1,0-4 27,0 1-32,0-1-16,0 4 0,0 0-14,0 0 1,0-4-1,0 1-100,0-6 73,0 8 0,0-8-40,0 6-97,0-6-66,0 3 0,4-4-227,0 3-386,-1-3 837,-3 4 0,5-20 0,1-3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8:48.6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2955 8115,'-6'0'-1212,"0"0"962,2 0 271,3 0 76,-4 0 17,5 0-41,5 0 0,1 0 8,5 0 0,1 0-48,3 0 0,-1 0-5,4 0 0,0 0 37,4 0 0,0 0-8,0 0 1,4 0-103,0 0 1,1 0 58,-1 0 0,-3 4-4,3-1 1,0 1-28,0-4 1,1 0-3,-1 0 0,-3 0 61,3 0 0,2 0-3,1 0 1,0 0 74,0 0 1,0 0-86,4 0 1,1 0 6,-1 0 1,-4-4-28,0 1 1,1-1-5,3 4 1,-4 0 14,1 0 0,-5 0-5,5 0 1,-4 0 16,3 0 0,-3 0-4,3 0 0,-3 0 10,3 0 1,1 0-4,3 0 0,-4 0 4,0 0 0,1 0 26,3 0 0,-2-4 4,2 1 1,-6-1-18,6 4 1,-6 0 4,2 0 1,-3 0-8,3 0 0,-1 0-15,2 0 0,0 0 1,-4 0 0,5 0 15,-2 0 1,2 0 50,-2 0 0,2 0-50,-6 0 1,7 0 1,1 0 0,-3-1-38,3-3 0,-3 3 0,4-3 0,0 3-3,3 1 0,-4 0 20,0 0 0,0 0-4,-4 0 1,1 0-3,3 0 0,-8 0-5,5 0 0,-2 0 38,-2 0 0,4 0 6,0 0 1,-2 0-20,1 0 0,-3 0 8,3 0 1,-2-4-74,6 0 1,-7 1 15,4 3 0,-5 0-6,1 0 0,-3 0-13,3 0 1,-3 0-8,-1 0 0,0 0 5,0 0 1,0 0-10,0 0 0,1 0 23,-1 0 1,0 0-5,0 0 0,3 0 12,1 0 0,0 0 6,-4 0 0,0-1 2,0-3 1,0 3 19,0-3 1,0 3 3,0 1 1,0 0 43,0 0 0,4-1 11,0-3 0,-1 3-64,-3-3 1,4 3 10,0 1 0,3 0-33,-3 0 1,3 0 13,-3 0 1,4 0 3,-5 0 0,5-4-14,-5 0 1,2 1-10,-1 3 0,-3 0-5,3 0 1,-3 0-10,-1 0 1,4 0-2,0 0 0,0-2-2,-4-1 1,1 2-1,3-3 0,-3 3 12,3 1 1,-3 0-4,-1 0 0,4 0 3,-1 0 1,1 0-2,-4 0 0,0 0 10,0 0 1,4 0 2,0 0 1,-1 0-1,-3 0 1,2 0 0,1 0 1,-1 0 3,1 0 0,-1 0-9,-2 0 0,1 0 2,3 0 0,-3 0 2,3 0 1,1 0-1,-2 0 0,1 1-1,-4 3 0,0-3-1,0 2 0,0-1 0,0-2 0,0 0 0,1 0 0,-1 0 59,0 0 0,3 0-58,1 0 0,1 0 2,-1 0 0,-3 0 1,3 0 0,-3 0 1,-1 0 1,0 3-30,0 1 0,-1 0-8,-3-4 0,-2 0 1,-5 0 0,4 0-13,0 0 1,-1 0 44,-3 0 0,0 0-2,0 0 1,2 3-1,1 1 0,0 0-30,4-4 1,-3 0-1,3 0 1,-3 0 18,3 0 1,1 0 1,3 0 1,-4 0 10,1 0 1,-1 0-5,4 0 0,-4 0 16,1 0 1,-6 0 11,2 0 1,-2 0 6,2 0 0,-3 0-4,3 0 1,-6 0 6,-2 0 0,0 0-8,4 0 1,0 0 1,0 0 0,-3 0 18,-1 0 0,0 0 2,4 0 0,1 0-56,-1 0 1,0 0-4,0 0 1,0 0-186,0 0 51,-5 0-283,4 0 101,-9 0 1,2 0-309,-6 0 0,-3 0 190,-5 0 0,-2 0 444,-1 0 0,-18 0 0,-9 0 0</inkml:trace>
  <inkml:trace contextRef="#ctx0" brushRef="#br0" timeOffset="2402">55 1434 8210,'-7'-7'-1718,"-1"4"2003,6 1 1,-4 2 35,2 0 6,3 0-256,-4 0 123,5 0 0,5 0-125,2 0 0,-1 0-34,2 0 0,3 0-123,4 0 0,0 0 109,0 0 1,-1 4-117,4 0 1,0 0 21,4-4 1,2 3 65,1 1 0,2 1-10,3-2 0,2-1 19,-3 1 0,4-1-2,4-2 0,-2 0 65,6 0 0,-2 0 11,1 0 0,5 0 10,-1 0 1,-4 0 13,4 0 1,-2-4 61,2 0 1,0 1-106,0 3 1,-1-4 63,-3 0 1,3 1-107,-2 3 0,-1 0-1,4 0 0,-7 0 15,3 0 0,-5 0-5,-6 0 0,7 0-26,-3 0 0,1 0-20,-5 0 1,3 0 47,-2 0 0,1 0-7,3 0 0,-3 0-3,-1 0 0,2 0-8,-3 0 0,3 0 2,1 0 1,-1 0 6,-3 0 1,3 0 3,-3 0 0,4 3 4,4 1 0,-2 0-6,1-4 0,-5 0 11,-2 0 0,2 0-14,6 0 1,-7 0 1,3 0 0,-6 0-17,3 0 0,-1 0-2,4 0 0,-3 0 12,-1 0 0,-3-4-2,3 0 0,-3 1 9,3 3 0,-1 0-1,2 0 1,0 0 4,-4 0 0,7 0-23,-3 0 0,0 0 2,-4 0 0,-2 0 0,6 0 0,-2 0-3,1 0 0,2 0-8,-5 0 0,3 0-4,-3 0 1,7 0 1,-4 0 0,4 1-5,-7 2 1,4-1-12,-5 1 0,8-1-12,-3-2 1,4 0-4,-5 0 0,3 0 25,1 0 1,0 0-3,1 0 0,-5 3 8,0 1 1,-3 0 2,3-4 1,0 0-11,0 0 0,-2 0 2,-5 0 0,0 0 4,0 0 0,0 0 4,0 0 1,4 0-53,0 0 1,1 0 52,-2 0 0,2 0-2,3 0 1,0 0 7,-4 0 1,3 0 0,-3 0 0,4 0 14,-5 0 1,3 3 6,-6 1 0,3 0 107,-7-4 1,6 0-70,-2 0 0,2 0 77,-5 0 1,-2 0-112,1 0 0,0 0-7,4 0 0,-3 0-12,-1 0 0,-3-4-10,3 0 0,-1 1-1,2 3 0,-2 0-17,-2 0 1,-3 0 13,3 0 1,-3 0 23,-1 0 0,-4 0 3,1 0 0,-1-4 23,4 0 0,-4 1 6,1 3 1,-1 0-36,4 0 1,0 0 1,0 0 1,1 0-15,3 0 1,-3 0-2,3 0 1,2 0-22,2 0 0,-2 0 26,1 0 0,-1 0-6,2 0 0,1 0 11,-1 0 1,-2 0-1,1 0 1,-3 0-11,3 0 1,1 0 1,3 0 1,-4 0-2,1 0 0,-1-2 0,4-1 0,-2 1-5,2-1 1,-4 2 7,4 1 0,0 0-4,-4 0 1,3 0 11,1 0 1,-1 0 0,-2 0 0,0 0-12,-4 0 1,4 0 0,0 0 1,-3 0-8,-2 0 0,0 0-2,1 0 1,-2 0-1,5 0 1,-4 0 11,1 0 1,1 0-2,-2 0 0,6 0 0,-2 0 1,-1 0-1,2 0 1,-5 0-2,5 0 0,-5 0 1,5 0 0,-6 0-9,2 0 1,-1 3-1,0 1 1,-2 0-3,3-4 1,-3 0 7,-1 0 0,-3 0 112,-1 0-82,0 0 0,5 0 3,-1 0 0,-4 0 39,0 0-28,1 0 0,3 0 6,0 0 1,-4 0 11,0 0 1,1 0 0,3 0 1,1 0-36,3 0 0,-6 0 37,6 0 4,-5 0 0,6 0 0,-5 0 1,-4 0 47,1 0-5,-6 0-367,3 0-110,-5 0 1,-5 0-975,-2 0 1,-8 0 1338,-3 0 0,-52-20 0,-13-5 0</inkml:trace>
  <inkml:trace contextRef="#ctx0" brushRef="#br0" timeOffset="4687">1775 11 7664,'0'-6'451,"0"1"-130,0 5-143,5 0 0,-4 2-83,3 1 1,-3 0-4,-1 4 1,0 2-49,0 5 0,0 0 71,0 4 1,0 2-16,0 5 0,0 0-121,0 4 0,0 1-205,0 3 1,4 1 160,-1 3 1,1-3-41,-4 3 1,4-2-8,-1 2 1,1-1 88,-4 4 0,1-4-11,3 0 0,-3-1 17,3-2 0,-3-1-2,-1-3 0,0 3 27,0-3 1,4 3 6,-1 1 1,1-3 28,-4-1 1,0-1 12,0 2 1,0 1 24,0-1 0,4-3-61,-1-1 1,1 0 11,-4 0 0,1 4-27,3-5 1,-3 5-2,3-5 1,-3 6-5,-1-2 0,1 3-11,3 1 1,-3-1-18,3-2 0,-3 1 33,-1-1 1,0-2-23,0 1 0,1-4 16,3 1 0,-3 1-44,3-2 0,-3 6 35,-1-2 1,4 0-2,0 0 0,-1-3 8,-3 3 0,0-1-1,0 2 1,4 1 32,0-1 1,-1-2 3,-3 1 1,0 0-14,0 0 1,1 2-16,3-6 1,-3 5-61,3-5 1,-3 6 29,-1-2 1,4 2-3,0-1 0,-1 1 16,-3-1 1,0 2-7,0 1 1,0-5 11,0-2 0,2 1 4,1-2 0,-2 5 8,3-5 1,-3 1 8,-1-4 1,2 1 29,1 3 1,-2-1-33,3 4 1,-3-4 1,-1 0 1,2 3-6,1 2 1,-2-3-1,3-2 1,-3 2-2,-1-1 1,0 4-2,0-5 0,4 1-12,0-4 1,-1 0 11,-3 0 0,0 0-24,0 0 1,0-3 10,0-1 1,2-1-2,1 2 1,-1 1 3,1-1 1,-2 2-2,-1 1 0,0 0-3,0 0 1,0-4 0,0 0 1,0 1 18,0 3 1,0-4-16,0 1 0,0-5 40,0 5 1,0-2-25,0 1 1,4 2 2,0-5 0,-1 4 14,-3-1 1,0 0 0,0 0 1,4-5-1,0 2 1,-1 1-14,-3-1 1,0 3 20,0-3 1,4 1-31,0-2 0,-1 0-1,-3 4 1,0-4 11,0 1 0,2-2-2,1 2 1,-1-2 5,1 6 0,-1-6-3,-2 2 0,0-3 22,0-1 0,1 4 4,2-1 0,-1 1 3,1-4 0,-1 0 40,-2 0-46,0 5 0,0-4-3,0 3 1,0-3 6,0-1 1,1 0-17,2 0 1,-1-3 0,1-1 1,-1 0 124,-2 4-120,0 0 0,0 0-2,0 0 0,0 1 21,0-1 0,0 0-5,0 0 1,0-4 11,0 0 0,0 1 90,0 3-118,0 0 0,0 0 1,0 0 1,0-4-127,0 0 1,0-3-74,0 3-156,0-4-197,0 7-613,0-9 83,0 4 514,0-5 1,4 0 0,3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8:54.6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44 7881,'0'-6'-633,"-5"-4"1186,-1 4 0,-4-1 182,3 0-13,2 4-337,0-2-27,4 5-104,-4 0 0,5 5 0,0 2 0,0 4 21,0 4 0,0 2-81,0 5 0,0 5-69,0 3 0,3 5-31,1 2 1,5 9-192,-2 2 1,-1 6 88,1 5 0,1 2-142,3 5 1,-1 0 21,-3 1 0,2-1-113,-6 0 0,5-5 43,-5-2 1,1-3 116,-4-1 1,0-2 32,0 2 1,0-7 42,0 3 1,0-3 8,0 0 1,0-3 2,0 3 0,0-3 22,0 0 0,0-1-18,0 0 1,0-3 10,0 3 0,0-6-114,0 7 0,1-8 65,3 4 0,-3-3-7,3 6 0,-3-6 31,-1 6 0,0-6-5,0 2 0,0-2 37,0 7 1,0-9 6,0 5 1,0-5-15,0 1 0,0 1 14,0 3 1,0-2-92,0-2 1,0-3 20,0 3 0,0 1-5,0-2 0,0-3 35,0-3 1,0-1-9,0 4 0,0 0-1,0 0 0,0 0-5,0 1 0,0-1 4,0 0 0,0 0 7,0 0 0,0-1-11,0-3 1,0 3-8,0-3 1,0 3 3,0 1 0,0-1 0,0-3 1,0 3-7,0-2 1,0 2 7,0 1 0,0-4-2,0 0 1,0 0-20,0 0 1,0 2 4,0-6 1,0 1 58,0-4 1,0 1-20,0 3 0,0-3 6,0 3 0,0 1-3,0-1 0,0 0 5,0-4 1,0 3-37,0 1 1,0 0 0,0-4 1,0 1-28,0 3 0,1-2-115,3 6 0,-3-6 95,3 2 0,-3 1-60,-1-1 0,0 3 116,0-3 0,0-1-3,0-3 0,0 1 112,0-1 0,0-2-138,0-1 0,0 0 14,0-4 0,0 0 157,0-4 0,0 0-85,0 0 0,0 0-147,0 0 0,0-4-68,0 1-14,0-6 1,0 4-54,0-2-279,0-3-903,0 4 1420,0-15 0,-10-22 0,-2-14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8:56.1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32 121 8038,'-7'7'168,"-1"-4"570,0-2-687,3-1 0,1 0 179,8 0 1,2 0 24,5 0 1,9 0-34,2 0 1,11 0-34,0 0 1,11 0 20,0 0 1,11-3-69,0-1 0,4 0-11,0 4 0,-3 0 1,3 0 0,-4 0-194,-3 0 1,-5 0-265,-6 0 1,-8 0 17,-7 0 0,-4 0-175,-4 0 1,-6 0-192,-4 0-229,-6 0 455,3 0 0,-6 0-139,-3 0 0,2 0 587,-6 0 0,5-3 0,-5-1 0,6-9 0,-3 0 0</inkml:trace>
  <inkml:trace contextRef="#ctx0" brushRef="#br0" timeOffset="1260">749 11 8038,'-11'0'-285,"0"0"441,0 0 0,3-3 927,1-1-616,4 0-178,-1 4 187,4 0-218,4 0 1,3 4-127,4 0 0,3 4-46,1-1 0,5 0-165,-2 0 0,3 0 65,1 4 0,0 0-197,0 0 1,-4-1 94,1-3 0,-2 3-166,1-2 0,2 1 109,-5 2 1,-1-1 18,-3-2 0,0 1-35,0-1 1,-5-2 126,-2 1 0,-3-3 104,-1 3 0,-5 1-75,-2 3 0,-3-4 150,-1 0 0,-5-3-59,-2 3 0,-2-1 151,2 2 0,-3 0-48,3-4 1,-3 3 100,-1-3 1,-1 3-22,-3-3 0,6 1-32,-2-1 0,6-3-13,-2 3 0,5-3-33,-2-1-264,3 0 301,1 0-241,4 0 118,3 0-29,4 0-81,0-5 0,0 2 75,0-4 0,3 3-125,1-3 0,0 0 71,-4-4 0,1 0-111,2 0 1,-1 0 113,1 0 0,-1 0-18,-2 0 0,0-4 3,0 0 0,0 0-10,0 4 1,0-3 86,0-1 1,-4 0-40,0 4 0,-1 0 6,2 0 0,0 1 39,-4 3-24,4-3 1,-3 9-161,3-3-8,1-2 69,-3 5 0,5-3-18,0 8 1,5-1-2,3 4 1,2-3-15,1 3 0,1 0-90,2 4 0,2-1 70,3-3 1,2 3-120,-3-2 1,-1 1 124,2 2 0,-2-3 6,1-1 0,-1-3 41,-2 3 0,-7-3-100,3 3 273,-2-4 1,-3 3 21,-2-3 3,-3-1 0,-7 3-76,-5-5 1,-1 0 95,-7 0 0,1 0-15,-4 0 1,0 0 176,0 0 1,3 0-99,1 0 0,3 0-67,-3 0 0,4 0-75,0 0 0,5 0-112,2 0-281,0 0 140,0 0 82,3 0 1,12 0-15,3 0 1,4 3-192,-1 1 0,4 1 29,4-2 1,-4 0-88,0 4 1,1-4 110,3 0 1,-4 2 85,1-1 1,-6 3 178,2-3 1,-3 1-19,-1-1 192,0-3-251,0 9 83,-5-9-2,-1 4 1,-10-5 175,-2 0 0,-3 1-102,-1 3 1,0-3 69,0 3 1,-4-3 24,1-1 0,-5 0-118,5 0 1,-1 1-36,4 3 1,-1-3 3,-3 3 1,6-3 10,-2-1-79,3 0-284,-3 0 33,5 0 1,1 1-24,5 3 1,6-3-4,5 3 1,0-3 73,4-1 0,2 0-103,1 0 0,-1 0 171,2 0 0,-6 0-13,2 0 0,1 3 51,-2 1 0,1 0 209,-4-4 1,0 0 194,0 0 0,-4 0 93,1 0 248,-6 0-226,3 0-116,-5 0 1,-5 0-81,-2 0 1,-3 0-52,-1 0 0,0 0-47,0 0 0,-4 0 61,1 0-258,-1 0 1,4 0 126,0 0 1,4 0-223,-1 0-6,6 0 18,-3 0 0,6-1 18,3-3 0,2 3-109,5-3 1,1 2 104,3-2 0,-2 1 36,6-4 1,-6 3 298,2-3 1,-3 5 28,-1-2 1,0-1 124,0 1 1,-3-1-275,-1 2-69,-5 2 1,2-4-112,-8 5 0,-3 0-288,-8 0 0,3 0 184,-3 0 233,3 0 0,1 9 0,0 4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9:05.6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63 7839,'-1'-8'903,"-1"1"629,-2-2-1487,0 5 0,4 0 102,0 8 0,-1-2-145,-3 5 1,3 4 74,-3 4 0,2 5-199,-2-2 0,2 3-4,-5 1 1,4-4 114,-1 1 1,3-1 10,1 4 1,0-4-31,0 1 1,0-6-146,0 2 0,1-3 94,3-1 1,3 0-125,8 0 0,1-5-14,2-2 1,3-3-173,-2-1 1,5-1-1,2-3 0,3 2-149,-3-5 1,0-4 539,-4-4 0,10-34 0,2-5 0</inkml:trace>
  <inkml:trace contextRef="#ctx0" brushRef="#br0" timeOffset="206">55 96 7839,'-11'0'449,"5"-5"0,3 2-290,6-4 1,3 5-45,5-2 1,4 2-35,0-2 0,6 1-368,1-4 0,0 5 189,3-2 0,2 3-1415,-1 1 1513,0-5 0,6-1 0,2-5 0</inkml:trace>
  <inkml:trace contextRef="#ctx0" brushRef="#br0" timeOffset="355">11 184 6796,'11'-5'-491,"0"4"491,0-3 0,54-12 0,14-2 0</inkml:trace>
  <inkml:trace contextRef="#ctx0" brushRef="#br0" timeOffset="564">706 41 8281,'-11'0'988,"0"0"1,0 3-717,0 1 1,0 5-202,0-2 0,0 6-178,0 2 1,-2 0-211,-1-4 0,1 4-487,-1-1 1,3 2-124,3-1 1,-1-3 926,1 3 0,8-8 0,1-2 0</inkml:trace>
  <inkml:trace contextRef="#ctx0" brushRef="#br0" timeOffset="756">518 63 7840,'-5'-11'388,"4"3"722,-2 1-383,1 5-376,2-3 0,2 5-87,1 0 0,2 1-244,2 3 0,3 0-251,-2 4 0,5 5 92,2-2 0,3 3-175,-3-3 1,3 3-198,-3 1 1,5 1-1330,-2-1 1840,3-3 0,15 9 0,5-4 0</inkml:trace>
  <inkml:trace contextRef="#ctx0" brushRef="#br0" timeOffset="898">970 206 7840,'-6'0'137,"0"0"71,2 0-485,3-5 402,-4 4-125,5-4 0,15-15 0,3-4 0</inkml:trace>
  <inkml:trace contextRef="#ctx0" brushRef="#br0" timeOffset="1014">959 41 7840,'-7'-8'90,"0"1"0,1 3 246,-2-3 0,2 5-1521,2-2 635,3 3 550,-4 1 0,30 9 0,5 4 0</inkml:trace>
  <inkml:trace contextRef="#ctx0" brushRef="#br0" timeOffset="1534">1489 74 7840,'-7'-5'0,"1"4"575,3-3-351,1 3 0,-3 2-117,5 3 1,0 2 163,0 5 0,0 1 244,0 3 1,0-2-374,0 6 1,0-5-235,0 5 1,0-1 3,0 4 1,0-1-68,0-3 0,0 2-160,0-5 0,-3-1-150,-1-3-119,0 0 74,0 0 206,2-5 0,-6-2 116,4-8 0,0-3-31,4-8 1,-3 2 187,-1-5 1,0-1-118,4-3 1,0 0 224,0 0 0,2 0 82,1 0 1,0 0 69,4 0 1,-3 3-26,3 1 1,-1 1 130,2-1 0,1 2-89,-1 5 1,-2 5 55,1 2 1,1-1-61,3 1 1,0 5-95,0 7 1,3 2 38,1 1 1,3 5-120,-3 2 0,3 2-177,-3-2 1,4 3-1,-5-3 1,5 3-244,-5 1 1,5-4-65,-5 1 1,1-5-295,-4 5 1,-4-7-266,1-1 975,-6 0 0,-12-19 0,-8 0 0</inkml:trace>
  <inkml:trace contextRef="#ctx0" brushRef="#br0" timeOffset="1690">1511 184 7840,'3'-7'-779,"1"-1"0,6 6 525,1-2 1,1 2 253,6-2 0,2 3 0,6-3 0,51-2 0,17 0 0</inkml:trace>
  <inkml:trace contextRef="#ctx0" brushRef="#br0" timeOffset="1857">1885 184 7840,'-6'11'-208,"1"0"-52,5 0 1,0 1 713,0 3 1,0-2-38,0 6 0,5-4-2,3 3 0,1 0-121,2 4 0,0 0-36,0 0 0,-1 1-164,-2-1 1,1-4-208,-1 0 0,-2-5-246,1-2-539,-4 0-1296,2-10 2194,-5 4 0,-15-35 0,-3-6 0</inkml:trace>
  <inkml:trace contextRef="#ctx0" brushRef="#br0" timeOffset="2065">1863 195 7623,'0'-11'-135,"0"0"0,0 4 657,0-1 0,2 5-173,1-5 0,0 6-130,4-2 0,2 3 121,5 1 1,0 1-109,4 3 1,-1 2-27,2 5 0,1 0-84,-1 0 1,-3 0-106,-2 0 1,-2 4-76,-5-1 1,-2 1-279,-5-4 1,-1 0-84,-3 0 1,-2 0 191,-5 0 0,0-3-755,0-1 0,-2-3 982,-1 3 0,-8-19 0,-7-2 0</inkml:trace>
  <inkml:trace contextRef="#ctx0" brushRef="#br0" timeOffset="2274">2117 195 7840,'1'7'725,"3"1"1,-3-5-347,3 5 1,2-2-13,1 1 1,-1 4-90,2 0 1,-1 2 68,4 5 0,-4-3-178,1 3 1,-1 0-202,4 4 0,0 2-321,0 1 1,-4-3-52,1 0 1,-4-1-451,3-6 1,-5 0-444,2-4-197,-3-5 1494,-1-1 0,-10-30 0,-2-5 0</inkml:trace>
  <inkml:trace contextRef="#ctx0" brushRef="#br0" timeOffset="2499">2161 195 7840,'0'-11'0,"0"0"0,4 4 0,-1-1 0,6 6 229,-2-2 1,3 3 405,1 1 1,4 0-236,-1 0 0,1 5-20,-4 2 0,0 4-144,0 4 0,0-2-65,0 6 0,-5-6-76,-2 2 0,-3 1-50,-1-1 1,-1 3-280,-3-3 0,-2-1-120,-5-3 0,-1 0-412,-3 0 1,2-1 114,-6-2 1,5 0 650,-5-4 0,1-15 0,-4-8 0</inkml:trace>
  <inkml:trace contextRef="#ctx0" brushRef="#br0" timeOffset="2699">2315 63 7840,'6'-1'483,"-2"-3"1,-1 3 166,0-3 1,0 3-286,4 1 0,-1 5-265,2 2 1,1 4-212,-1 4 1,0 2-452,0 5 0,0 1 225,-4 3 1,3-3-221,-3 3 1,1-3 145,-2-1 411,-1-5 0,3-1 0,-5-5 0</inkml:trace>
  <inkml:trace contextRef="#ctx0" brushRef="#br0" timeOffset="3119">2503 162 7840,'6'-1'-554,"-2"-3"1,-2 3 2294,2-3-884,-3 3-464,4 1 1,-2 1-150,1 3 1,1-2-1,-1 6 0,-3-1-222,3 4 0,-2 0 88,2 0 0,-3 0-292,3 0 1,1-4 10,-2 1 1,1-1-195,-4 4 0,4-3 108,-1-1 0,2-5-640,-1 2 253,-3 2-196,9-5 250,-9-1 365,9-6 0,-9-5 217,3 0 0,1 0-37,-2 0 1,1 4 260,-4-1 0,0 1-18,0-4 0,0 4 522,0-1-362,0 6 182,5-8-334,1 9-43,5-4 0,0 6 45,0 3 0,0 2-27,0 5 0,0 1 119,0 3 0,0-2-118,0 6 0,-3-2-13,-1 1 1,-5 3-91,2-2 1,-3-2-155,-1 1 1,-5-4-170,-2 0 0,-4-5 177,-4-2 0,-2-3-834,-5 3 0,4-4 97,-1 0 804,1-1 0,-4-27 0,0-6 0</inkml:trace>
  <inkml:trace contextRef="#ctx0" brushRef="#br0" timeOffset="3316">2789 195 7840,'0'6'232,"2"-1"861,1-5-649,-2 5 1,9-3-156,-2 6 0,-2-1-279,1 4 0,-3 0-277,3 0 0,-3 1-168,3 3 1,-3-6-500,3 2 1,-4-3 933,0 3 0,-1-9 0,-2-4 0</inkml:trace>
  <inkml:trace contextRef="#ctx0" brushRef="#br0" timeOffset="3466">2811 85 7840,'-4'-11'0,"-4"0"297,3 0 630,0 0-1209,5 5-519,5 1 1,1 6 800,5 3 0,15 16 0,4 10 0</inkml:trace>
  <inkml:trace contextRef="#ctx0" brushRef="#br0" timeOffset="3777">2955 283 7840,'0'11'0,"0"0"0,0-3 0,0-1 361,5 0 752,-4 4-463,4 0-128,-5-5-594,0-1 165,0 0-97,0-3 0,0 1-279,0-6 1,0 0-127,0-4 0,0 3 196,0-3 1,0-1 50,0-3 0,0 0 29,0 0 0,0 0 180,0 0 0,0 0 150,0 0 0,0 0-1,0 0 1,3 0-57,1 0-133,5 5 1,-3-3-212,5 6 100,0-1 0,0 5-221,0 3 1,0 2 65,0 5 0,0 1-108,0 3 1,0-3-76,0 3 442,0-3 0,10 19 0,2 4 0</inkml:trace>
  <inkml:trace contextRef="#ctx0" brushRef="#br0" timeOffset="4244">3385 261 7840,'0'-7'-28,"0"-1"1,0 1 268,0-4 0,0 4 1054,0-1-228,0 1-699,0-4 1,-2 1-125,-1 3 0,0 2-159,-4 5 1,0-4-186,-4 1 1,0-1-18,0 4 1,0 1-559,0 3 447,-1-3 1,1 9-168,0-3 0,4-1 111,0 2 1,4-1-299,0 4 259,-4 0 0,5 0 46,-5 0 193,4 0-128,-2 0 214,5 0 1,2-1-134,1-3 0,0-2 0,4-5 0,0 1-5,4 3 197,0-3 0,0 4-37,0-5 1,1 0 15,-1 0 0,0 0 187,0 0 0,0 0-52,0 0 0,0 0 186,0 0 0,0 0-50,0 0 1,1 0 96,3 0 0,-3 2-101,3 1 0,-3 0-172,-1 4 1,-1 0-52,-3 4 1,2 0 57,-6 0 0,5 4-120,-5 0 1,-1 0 81,-10-4 0,1 3-179,-8 1 1,-2-4 90,-1-4 1,-3-4-124,-1 0 0,0-1-791,0-2 0,0 0 151,0 0 1,4 0 746,4 0 0,31-25 0,9-5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9:11.0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67 166 7879,'5'-6'196,"-4"1"1,5 4 40,-2-3 0,-2 3 8,6-3 1,-5 3-114,5 1 0,-1 0 1,4 0 1,0 0-174,0 0 0,0 0 63,0 0 1,4 0-96,0 0 0,-1 0-15,-3 0 1,-3 3-85,-1 1 214,-4 5 1,1-3 21,-4 5-34,0 0 0,-4 0 27,-4 0 0,1 0 22,-4 0 1,2-4-26,-5 1 1,1-1-48,2 4 1,-3 0 4,-1 0 1,0 0-11,4 0 0,-4 0 64,1 0 1,-1-1-14,4-3 1,0 3 10,0-3 0,4 0 15,-1 0 1,2-3-14,-1 3 0,2-3 32,5 3-41,0-5 1,5 3 1,2-5 1,4 0-243,4 0 0,0 0-253,7 0 0,-3 0-335,7 0 0,-3-1 295,-1-3 475,5 3 0,31-18 0,12 0 0</inkml:trace>
  <inkml:trace contextRef="#ctx0" brushRef="#br0" timeOffset="367">640 199 7817,'0'-6'1015,"0"1"1,-3 6-661,-1 3 1,-3 2-257,3 5 1,-5 0-51,2 0 1,-3 4-102,-1-1 1,0 5-235,0-5 0,4 5 27,-1-5 0,2 1-270,-1-4 0,-2 0 104,6 0-104,-6 0 106,8-5 423,-4-1 0,15-24 0,2-6 0</inkml:trace>
  <inkml:trace contextRef="#ctx0" brushRef="#br0" timeOffset="550">486 221 7817,'-6'-11'463,"-4"0"1,9 4-9,-3-1 92,3 6-300,1-3 1,4 10 10,-1 2 0,6 3 26,-2 1 1,7 0-169,0 0 0,6 1-139,-2 3 1,3-3-158,1 3 0,4 1-496,0-2 0,1 5-630,-2-4 0,-1-1 1306,1-3 0,8-5 0,2-1 0</inkml:trace>
  <inkml:trace contextRef="#ctx0" brushRef="#br0" timeOffset="903">905 188 7825,'0'-11'560,"0"0"0,0 3 156,0 1-261,0 5 1,5-3-169,2 5 1,3 0-34,1 0 0,1 0-98,3 0 1,-2 1-113,6 3 0,-2 2-328,1 5 0,2 0 49,-5 0 1,-1 0-171,-3 0 0,-5 0 185,-2 0 0,-3 4-121,-1-1 1,-1 1 104,-3-4 0,-5 1 6,-6 3 1,-3-3 123,3 3 0,-4-3 239,5-1 1,-1-3 293,4-1 0,0-3-152,0 3 1,4-3 357,-1 3-447,6-5 0,-3 5-53,5-4 0,9-2-205,2 3 0,7-3-315,0-1 1,4 0 60,4 0 0,2 0-613,5 0 939,0 0 0,25-9 0,6-4 0</inkml:trace>
  <inkml:trace contextRef="#ctx0" brushRef="#br0" timeOffset="1846">1776 221 7825,'-4'-7'71,"0"-1"0,1 1 0,-1 0 571,0-1-573,1 6 1,2-3 26,-3 5 47,3 0 1,-4 1 8,5 3 0,-2 2-39,-1 5 0,2 0-98,-3 0 0,3 0 51,1 0 0,-4 4-130,0-1 0,1 2-24,3-1 0,0-3-167,0 3 0,-2-3-191,-1-1 0,2 0-286,-3 0-192,3 0 468,1 0 456,0-5 0,0-1 0,3-6 0,1-3 0,3-3 0,-3-8 0,3 2 0,-3-5 0,1 3 0,-1-4 0,-3 5 0,3-5 0,-3 5 39,-1-5 1,3 5 148,1-5 1,0 6 68,-4-2 0,0 3-15,0 1 1,0 0 194,0 0 0,0 3 138,0 1-369,0 5 0,1-3-200,3 5 80,-3 0 1,7 5-128,-4 2 0,5 3-57,-2 1 0,2 0 13,-2 0 1,3-4 84,-3 1 1,3-1-24,1 4 0,4-1-6,-1-3 0,1 2-59,-4-6 1,4 1 13,-1-4 0,1 0-125,-4 0 0,0 0-57,0 0 1,0 0-1,0 0 230,0-5 0,-1-1-29,-3-5 0,0 0-28,-4 0 133,-2 0 0,4 0 212,-5 0 0,0 0 18,0 0 1,0 3 525,0 1-364,0 5 0,-1-7-9,-3 5-431,3 1 277,-4 3-177,5 5 1,0 1-100,0 5 0,4 3-184,0 1 0,4 1-409,0-1 0,1-2 285,2 6 1,4-5-669,0 5 1,4-6 516,0 2 1,-2-3 455,1-1 0,15-5 0,8-1 0</inkml:trace>
  <inkml:trace contextRef="#ctx0" brushRef="#br0" timeOffset="2210">2415 210 7825,'-6'-6'-206,"0"-3"0,3 4 427,0-1 279,-6 4 0,3-7-439,-5 5 1,0 1-24,0 3 0,2 1-72,-2 3 0,7 1 71,-7 2 0,3 3-134,1-3 0,-2 3 82,6 1 1,-5 0-154,5 0 0,-1 0 70,4 0 1,0 0-135,0 0 1,0-4 29,0 1 0,1-6 85,3 2 1,-2 1 68,6-2 0,-1 1 27,4-4 1,0 0 4,0 0 1,0-4-3,0 1 1,0-6 24,0 2 1,-4 1 183,1-2-167,-1 1 0,3-4 119,-3 0 1,2 4 191,-5-1-28,4 6 0,-5-7 36,4 6-64,-5-1 0,4 4 76,-2 0-155,-3 0 1,6 0-91,-4 0 0,-2 1-149,3 3 0,2-2-567,2 6 1,-2-2 111,1 1 0,0 3-134,4-3 0,2-1 628,1 2 0,18-1 0,9 4 0</inkml:trace>
  <inkml:trace contextRef="#ctx0" brushRef="#br0" timeOffset="2427">2757 188 7825,'0'-6'1410,"0"-4"-864,0 4-128,0 0-183,0 1 1,0 6 15,0 3 0,0 2 0,0 5 1,-1 0-233,-3 0 0,2 0-306,-6 0 0,5 1-612,-5 3 0,5-3 198,-5 3 0,2-3-834,-1-1 1535,2 0 0,0 0 0,-1 0 0</inkml:trace>
  <inkml:trace contextRef="#ctx0" brushRef="#br0" timeOffset="2618">2592 210 7825,'-7'-11'0,"4"0"0,0 3 1222,0 1-251,1 5-52,-2-3-650,8 5 1,4 5-165,6 2 1,-1 3-152,1 1 0,2 0-258,-1 0 0,3 0 76,-3 0 0,1 0-171,-1 0 1,-2 1 398,6 3 0,28 2 0,12 5 0</inkml:trace>
  <inkml:trace contextRef="#ctx0" brushRef="#br0" timeOffset="2894">3220 89 7833,'0'-18'773,"0"3"761,0 4-519,0 4-591,0 3 0,4 8-144,-1 4 0,6 3-17,-2 3 0,4 4-106,4 4 0,-3 0-107,3 0 0,-2 0-143,2 0 0,-3 0-450,3 0 0,-6-1-792,-2-3 0,-3 2-621,3-6 569,-5 6 1387,3-8 0,-24-15 0,-6-11 0</inkml:trace>
  <inkml:trace contextRef="#ctx0" brushRef="#br0" timeOffset="3136">3220 111 7833,'-4'-16'86,"1"-3"0,-1 3 171,4 2 0,0 2 102,0 0 1,0 5-90,0 0 0,5 4-33,2 0 1,7 1-70,0 2 0,5 2-123,-5 1 0,6 3 82,-2 5 1,3 1-152,1-1 1,-1 3-142,-3 1 1,2 1-119,-5-1 1,-4-2-219,-4 5 0,-4-4 320,0 1 0,-6-3-213,-5-1 0,-5 0-36,-2 0 0,-3-4-522,3 1 952,-5-6 0,3-12 0,-5-8 0</inkml:trace>
  <inkml:trace contextRef="#ctx0" brushRef="#br0" timeOffset="3394">3606 177 8035,'-6'0'942,"-4"0"-906,4 5 0,-2 1-118,1 5 0,5 0-142,-2 0 1,3 1 133,1 3 1,0-3-39,0 3 0,5-3 64,2-1 0,3-4 33,1 1 1,0-6 36,0 2 1,0-3 93,0-1 0,0 0-245,0 0 1,-5-5-321,-2-2 0,-3-4-312,-1-4 777,0 3 0,-20-29 0,-4 0 0</inkml:trace>
  <inkml:trace contextRef="#ctx0" brushRef="#br0" timeOffset="3711">3826 188 7833,'8'-4'-1216,"-1"0"2849,-5 1-982,8 3-623,-9 0 0,4 1 98,-5 3 1,0-2-61,0 6-320,0-1 0,-3 4 171,-1 0 0,-3 1-233,3 3 0,0-3 170,4 3 1,0-3-34,0-1 0,2 0 221,1 0 0,3-4 238,5 1 1,4-6-45,0 2 1,-1-3 138,-2-1 1,-1-5-176,0-2 0,0-3-48,0-1 0,-5-1-107,-3-3 0,-3 3-665,-3-3 0,-7 2-280,-5-2 0,-4 3 900,0-3 0,-26 8 0,-8 2 0</inkml:trace>
  <inkml:trace contextRef="#ctx0" brushRef="#br0" timeOffset="4233">3948 100 7845,'-2'-15'0,"0"0"446,-2 2 742,1 1-331,3 1-395,0 4 0,1 4-119,2 6 0,0 4 86,4 4 0,-3 1-137,3 2 0,1 4-133,3 4 1,1 0-104,3 0 1,-3 0-45,3 0 0,-3 0-321,-1 0 1,0-1-60,0-3 1,-1 2-366,-3-6 1,3 4-172,-3-7-361,3 2 816,1-12 0,0 4 37,0-5 0,-4-1 78,1-3 0,-2-2 130,1-5 1,2-1 94,-6-3 1,1 3 212,-4-3 0,0 3-4,0 1 1,0 0 477,0 0 112,0-5 0,0 4 879,0-3-1144,0 3 1,-4 4 73,1 1-55,-1 5-256,4-3 1,0 10-15,0 2 1,0 0-107,0 4 1,4-2 0,-1 6 0,6-3-213,-2-1 1,3 4-680,1-1 0,-3 1-8,-1-4 0,0 0-342,4 0 0,-3 0 449,-1 0 724,-5-5 0,13-20 0,-3-11 0</inkml:trace>
  <inkml:trace contextRef="#ctx0" brushRef="#br0" timeOffset="4360">4179 89 7845,'-5'-11'-216,"4"0"-55,-3 0 1,3 3-739,1 1 1009,0 4 0,5-1 0,30 23 0,13 6 0</inkml:trace>
  <inkml:trace contextRef="#ctx0" brushRef="#br0" timeOffset="4705">4389 276 7845,'1'7'70,"2"1"0,-1-5 184,1 5 0,0-5 58,0 5 0,0-5 276,4 5-13,-4-6-310,7 8 0,-8-9 483,5 3-375,-4-3-314,2-1 0,-2-1 78,1-3 1,0-2-85,-4-5 1,0 0-77,0 0 0,3 0 12,1 0 1,0 0-175,-4 0 148,0 0 0,3 0 45,1 0 1,0 4-18,-4-1-63,5 1 1,-3 1-9,5 2 1,-3 3-165,3 1 1,1 1-100,3 3 0,0 2-108,0 5 1,0 0-233,0 0 0,0 2 158,0-2 0,0 3-58,0-7 1,0 3 582,0 1 0,-1-4 0,-3 1 0,32-11 0,4 2 0</inkml:trace>
  <inkml:trace contextRef="#ctx0" brushRef="#br0" timeOffset="5123">4874 243 7845,'6'-15'106,"-3"1"0,-1-1 613,-2 4 1,0 0-337,0 0 0,-2 1-209,-1 3 1,0-2 13,-4 5 0,0-3-76,-4 3 0,0 1-192,0 3 1,-2 0 139,-1 0 0,1 0-82,-1 0 0,1 1-228,2 3 1,4 2 136,0 5 1,1-4-93,-2 0 0,2 1 50,2 3 0,3 0 88,-3 0 0,3-4-132,1 1 1,4-5-198,0 5 0,4-5 220,0 5 1,1-6 233,2 2 1,0-3 60,0-1 0,0 4-49,0-1 1,2 1 15,1-4 1,-1 4-7,1-1 1,-1 1-13,-2-4 1,0 4 26,0-1 0,0 5 112,0-5 1,-1 2 4,-3-1 0,3-2 133,-3 6 0,-2-5-109,-1 5 0,-2-2-142,2 1 1,-3 3-145,3-3 1,-7 3 91,-1 1 0,-5 0-69,-2 0 1,-2-1-16,-5-3 1,0 2-167,-4-5 0,0 1-3,0-2 1,-1-2-120,1 3 1,4-3-403,0-1 1,4-1-533,0-3 1264,-4-2 0,31-24 0,1-6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9:17.1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89 7845,'-2'-6'722,"0"1"-217,-2 0-172,1 4 166,3-4 207,0 5-433,0 5 0,4 2 97,4 8 1,-2-2-231,1 5 0,1 1-94,3 3 0,0 0-379,0 0 1,-4 0-50,0 0 0,-3 4-298,3 0 0,-4-1 326,1-3 0,-3-3-141,-1-1 1,0-4-507,0 0 153,0-2 848,0-5 0,-15-37 0,-3-13 0</inkml:trace>
  <inkml:trace contextRef="#ctx0" brushRef="#br0" timeOffset="276">166 166 7821,'11'0'581,"-4"0"56,1 0-403,-6 0 0,3 1-26,-5 3 0,0-2-142,0 6 1,-5-5 34,-2 5 1,-3-1-115,-1 4 0,4-4 59,-1 1 0,1-1-123,-4 4 1,5 0-3,2 0 1,3 0-40,1 0 0,0 0 7,0 0 0,5 0-121,2 0 0,4 0 4,4 0 1,-2 0-78,6 0 0,-1 0-200,4 0 0,0-3 131,0-1 1,-1-4 373,-3 0 0,-2-2 0,-5-1 0,0-1 0,0-2 0,0-4 0,5-23 0,1-6 0</inkml:trace>
  <inkml:trace contextRef="#ctx0" brushRef="#br0" timeOffset="875">431 320 8246,'6'0'632,"0"0"-362,-3 0-121,-1 0 0,7 0-42,-1 0 1,-2 0-152,1 0 0,1 0 6,3 0 1,0 0-182,0 0 1,0-1-11,0-3 0,0 2-173,0-5 0,0 3 76,0-3 1,-4-1-77,1-3 1,-6 4 39,2-1 412,-3 1 0,-6-3 66,-2 3 1,-3-2-30,-1 6 0,0-1 201,0 4 0,0 0-143,0 0 0,0 5-68,0 2 1,1 3 526,3 1 1,-2 0-255,5 0 1,-3 0-180,3 0 0,1 1-115,3 3 0,1-3-198,2 3 0,4-3-8,4-1 1,5-1-245,2-2 1,3-2-10,1-3 0,0-1-244,0 1 0,0-6 411,0-5 1,0-2 235,0-1 0,-1-3 0,-3-1 0,-2-1 0,-5 1 0,-1 3 0,-3-3 0,2 3 0,-5 1 0,-1 0 0,-3 0 93,0 0 78,-5 0 0,3 5 383,-5 2-111,4-2-177,-2 5 0,5-4-132,0 10 1,0 1-69,0 5 0,0-4 10,0 1 1,0-1-13,0 4 0,4 0-105,0 0 0,-1 0 60,-3 0 0,2 0-26,1 0 1,-2 0 54,3 0 1,1 0 3,-1 0 0,3 0-127,-3 0 169,4 0 1,-3-3 9,3-1 0,-2-4 346,-3 0 35,-1-2 0,2-5-130,-4-4 1,4-2-118,0-1 1,-1-1-385,-3-3 1,0 3 161,0-3 0,2 0-730,1 0 0,0-1 168,4 1 0,-3 3-110,3-3 0,1 3 656,3 1 0,29 0 0,8 0 0</inkml:trace>
  <inkml:trace contextRef="#ctx0" brushRef="#br0" timeOffset="1879">1026 287 7845,'-6'-7'274,"2"-1"746,3 6-273,1-3-282,0 5-260,0 5 1,3 1-19,1 5 0,3 0-90,-3 0 1,4 4 49,-5 0 0,5 1-136,-5-2 1,5-2-15,-5 3 1,5-3-253,-5-1 1,2 0-26,-1 1-29,-3-1-65,4 0-55,0-5 33,-4-1 0,4-8 119,-5-4 0,0-1 91,0-6 1,0 0 122,0 0 1,0 0 125,0-4 1,0 3 55,0-3 1,1 4 27,3-1 1,-3 3 95,3 1 0,1 0 40,-2 0-126,6 0 0,-3 1 79,5 3-123,0 2 1,0 5-57,0 0 0,0 5-2,0 2 0,0 3-151,0 1 1,-3 4 37,-1 0 0,-1-1-66,1-3 0,3 4-24,-2 0 0,-2-2-239,1-6 0,-1 3-110,2-2 325,1-3 1,-6 3 94,4-4 1,-3-1 97,3-3 1,1 0-121,3 0 0,-4-3-6,0-1 0,1-3 8,3 3 0,0-4 74,0 0 1,0 0 9,0 0 0,2-2 16,-2 3 0,5-3 134,-9-1 1,4 0-63,-7 0 1,4 0 463,-5 0-304,1 0 1,-4 0 448,0 0-474,0 5 1,-1-3-72,-3 6-53,-2-1 1,-5 5-36,0 3 1,0-2-184,0 6 1,0-1 148,0 4 0,1 0-96,3 0 1,-3 0-235,2 0 233,4 0 1,-5 0-61,5 0 1,1 0 29,3 0 46,0 0 0,1 0-25,2 0 1,5-4-15,7-4 0,-2-2 34,5-1 1,1 0-3,3 0 0,0-1 30,0-2 0,0-4 90,0-4 1,-4-1 30,1-3 0,-2 3-45,1-3 0,-2 0 121,-5 0 0,0-4-98,0 5 0,-5-6 120,-2 2 1,-1 1-6,0-2 1,-2 5 184,3-5 0,-3 2 71,-1-1 1,-1-3-97,-3 3 0,2 0-76,-5 0 1,3 5-83,-3-2 0,3 4-2,-3 3 1,3 4-5,-3 4 1,3 0-137,-3 0 0,3 1 94,-4 2 0,6 5-28,-2 6 1,3 4-33,1 4 0,0 0 21,0 0 0,0 1-49,0 3 1,4-3 9,-1 3 1,6-3-102,-2-1 1,4 0-205,4 0 0,-3-1-495,3-3 1,1 2 268,-1-5 0,4-2-274,0-5 0,-3-4 101,-2-4 655,-1 0 0,7-29 0,4-8 0</inkml:trace>
  <inkml:trace contextRef="#ctx0" brushRef="#br0" timeOffset="2904">2227 320 7807,'8'-3'341,"-1"-1"-2,-4 0 1,2 3 73,-5-3-1,0 3-216,0-4 1,0 6-27,0 3 1,0-1-5,0 4 1,0 0-57,0 4 1,0 0 96,0 0 1,0 0-250,0 0 0,0 0-424,0 0 1,0 0 219,0 0 0,1 0-56,2 1 0,0-3-176,4-1 224,1 1 0,3-7 50,0 1 1,0-1-181,0-2 250,0 0 1,0-5 9,0-3 0,-4-1 175,0-2 1,-4-1-48,1 1 0,0 0 62,0 0 0,0 0-32,-4 0 0,1 2 127,3 1-140,-3-2 20,4 4-108,-5 0 45,0 1 230,0 5-228,0 5 1,0 1 2,0 5 0,0 0-15,0 0 1,4 0-82,-1 0 0,6-3 146,-2-1 1,4 0 91,4 4 0,-2-4-45,6-4 1,-5-1 138,5-2 0,-5 0 385,5 0 0,-6-5-241,2-3 0,-3-3-39,-1-3 0,-3 0-342,-1-4 1,-5 4-326,2 0 1,-3-2-122,-1 1 0,-1 0-535,-3 4 1,2 0 998,-5 0 0,-6 0 0,-4 0 0</inkml:trace>
  <inkml:trace contextRef="#ctx0" brushRef="#br0" timeOffset="3068">2702 298 7807,'0'6'-211,"3"0"451,1-2 1,3-1 1025,-3 4-1065,4-5 0,-3 8-417,3-2 1,0-2-662,-4 1 0,3-3-196,-3 3 1073,5-5 0,-3-2 0,5-6 0</inkml:trace>
  <inkml:trace contextRef="#ctx0" brushRef="#br0" timeOffset="3210">2724 188 7943,'-11'-17'504,"0"2"27,-1-2 1,3 5-6,1-3-198,3 8-516,5 2 0,2 5-648,1 0 0,3 1-644,5 3 1480,1-3 0,43 23 0,11 1 0</inkml:trace>
  <inkml:trace contextRef="#ctx0" brushRef="#br0" timeOffset="3469">2922 89 7827,'-6'-16'171,"0"0"256,2-2 1228,3 6-479,-4 3-668,5 7 1,0 2-165,0 8 1,5 3 63,2 4 0,-1 2-252,2 5 0,3 3-93,3 1 0,1 5-24,-4-2 0,1-1-243,3 2 0,-4-6-741,0 2 0,3-2 448,-7 2 0,5-4-673,-4 0 0,-2-1 383,1-6 0,-5-4-264,2-4 1051,-3-4 0,-15-23 0,-5-11 0</inkml:trace>
  <inkml:trace contextRef="#ctx0" brushRef="#br0" timeOffset="3905">2900 265 7827,'-1'-10'-893,"-3"3"1382,3-3 296,-4 4 1,6-4-381,3 3 1,-2-3-176,6 3 0,-1 1-170,4-2 0,4 5 40,-1-5 1,6 6-158,-2-2 0,2 3 176,-2 1 1,3 0 49,-2 0 0,-2 1-112,1 3 1,-4 3-146,0 8 1,-2-2-55,0 6 0,-1-5 18,0 5 1,-2-1-75,-1 4 0,0-3 95,-4-1 0,3-3-73,-3 3 1,3-5-41,-3 2 55,0 2 1,-1-4-93,1 1 120,0-1 1,-3-7 69,3-3 0,-2-1-8,5-2 1,-3 0 104,3 0 1,-3-5-13,3-3 0,-3 2 148,3-1 1,1-1 13,3-3 1,-4 0 180,1 0 1,-1-3 38,4-1 0,0 0-16,0 4 1,0 4 149,0 0 0,0 3-131,0-3 0,-4 4-57,1-1 0,-1 3-251,4 1 1,0 0-186,0 0 0,-3 5-416,-1 2-238,0 3 0,4 1-10,0 0 0,0 0-1753,0 0 2503,0 0 0,25 5 0,6 1 0</inkml:trace>
  <inkml:trace contextRef="#ctx0" brushRef="#br0" timeOffset="4644">4256 232 8260,'6'-5'1264,"-2"-2"-877,2-3 0,-5 3 733,3-1-1003,-3 6 0,-1-4 215,0 2-97,-5 3 1,-1-4-297,-5 5 1,-1 0-343,-3 0 1,2 1 302,-6 3 0,4-3-74,-3 3 1,3 1 13,-3-2 1,5 6-36,-2-2 0,3-1-18,1 2 0,1-5-140,2 5 0,4-5 43,4 5 0,0-5 140,0 5 0,0-5 23,0 5 1,4-5 34,4 5 0,5-6 133,2 2 1,0 1-133,-4-1 0,3 0 110,1 0 1,3-3 106,-3 3 1,0-2 72,-4 2 1,4-3 31,-1 3 1,5 1-86,-5-1 1,1 3 81,-4-3 1,4 4-79,-1 0 1,1-2 4,-4 1 0,0-1-46,0 1 0,-3 3 7,-1-2 0,-5 1-64,2 2 0,-3-3 73,-1-1 0,-6-1-6,-5 2 0,-2 0-45,-9-4 1,2 3 4,-6-3 0,-1 0-42,2-4 1,-5 0-125,4 0 1,1 0-182,3 0 1,1 0-477,3 0 1,2 0-651,5 0 1414,4-5 0,66-6 0,21-6 0</inkml:trace>
  <inkml:trace contextRef="#ctx0" brushRef="#br0" timeOffset="4969">4741 298 7827,'-11'0'554,"4"-3"604,-1-1-438,1 0-465,1-1 0,6 4 26,7-3 0,3 3-122,1 1 0,5 0-101,2 0 1,3 0-225,1 0 1,0 4 163,0-1 1,-3 1-686,-1-4 0,-5 0 268,2 0 0,1 0-46,-1 0 0,-4 0-505,-4 0 970,-4 0 0,-28 5 0,-12 1 0</inkml:trace>
  <inkml:trace contextRef="#ctx0" brushRef="#br0" timeOffset="5153">4653 430 7827,'0'-6'1428,"5"0"-1064,2 3 1,4 1-105,4-1 0,2 1-217,5 2 0,1 0-194,3 0 0,2 0-1140,5 0 1,-1 0 1290,-3 0 0,23-9 0,1-4 0</inkml:trace>
  <inkml:trace contextRef="#ctx0" brushRef="#br0" timeOffset="5606">5215 221 7827,'-6'-11'305,"2"0"1061,3 0-443,1 0-35,0 0-422,0 0-254,5 5 1,5 1-226,4 5 1,1 1 88,-4 3 0,0-2-285,0 6 0,4-1 49,0 4 0,-1 1-71,-3 3 1,-1-3 33,-3 3 0,2 1-151,-5-2 1,-1 5 130,-3-4 0,-1 3 49,-2-3 1,-4 3 85,-4-3 0,0-1 13,0-3 1,0 0 2,0 0 0,0 0 35,0 0 1,1-3-9,3-1-31,-3-4 229,4 2 31,0-5 100,1 0 0,6 0-35,3 0 0,-2 0-90,6 0 0,-1-4 289,4 0 0,0 1-69,0 3 0,4-4 40,0 0 0,4 0-147,0 4 0,1 0-112,2 0 1,1 0-182,-1 0 0,3 0-317,1 0 1,0 0-193,-4 0 0,-1 0-587,-3 0 0,-2 0 472,-5 0 639,-5 0 0,-16 5 0,-8 2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9:33.6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264 10 9348,'0'-6'607,"0"2"-333,0 8 1,-2 2-136,-1 5 0,0 1-185,-4 3 0,-1 2 156,-3 5 0,4 2-85,0 1 1,-1-1-58,-3 1 0,0 2-373,0-1 1,2 0-38,1-4 0,-2 0-234,3 0 0,-2-5-80,2-2 0,-3-3 756,3-1 0,2-5 0,5-25 0,6-12 0</inkml:trace>
  <inkml:trace contextRef="#ctx0" brushRef="#br0" timeOffset="217">76 142 7906,'-5'-11'221,"3"2"498,-6 1-335,6-1 27,-3 2 239,5 1-433,0 1 1,5 5 115,2 0 0,4 5-155,4 3 0,-1 5-179,4 2 1,-3 3-42,3-3 1,0 4-263,4 0 1,-1 0 157,-2 0 1,0 2-154,-4-3 0,1-2-154,-2-1 0,-2-3-485,-1-1 1,0 0-342,-4 0 1279,-2-5 0,-15-21 0,-8-9 0</inkml:trace>
  <inkml:trace contextRef="#ctx0" brushRef="#br0" timeOffset="392">65 253 7906,'-11'0'453,"0"0"0,0-1-68,0-3 0,4 3 312,-1-3-490,6 3 0,-2 1 0,8 0 0,7 0-202,7 0 1,4 0-334,4 0 1,2 0-403,5 0 1,2-4 729,1 0 0,12-2 0,7-1 0,7 1 0,0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9:35.17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78 276 7485,'6'-5'-932,"-1"4"1034,-5-4-26,0 0 342,0 4-239,0-4 266,0 5-225,0-5 22,4 4-75,-2-4-168,3 5 2294,-5 0-2185,0 5 1,-4-1 1,0 7 1,-1-1-100,2 8 0,0 0-15,-4 4 0,1 5-2,-2 3 1,-1 2-126,1 1 0,0-1-279,0-3 0,0-2-97,4-5 1,-3-1-400,3-3 0,0-2 906,4-5 0,5-29 0,1-8 0</inkml:trace>
  <inkml:trace contextRef="#ctx0" brushRef="#br0" timeOffset="435">78 254 7879,'0'-11'1605,"0"0"-1359,0 5-27,0 1 0,0 15-68,0 5 0,1-1-129,2 1 0,-1-1-45,1 0 1,0-2-256,0 3 1,-1-3 131,1-1 1,2 0-103,-1 0 1,3 1 63,-3-1 1,1-4 31,-1 0 161,2-4 1,5 2-103,0-5 32,0 0 1,0-5 33,0-3 0,0-3 19,0-3 0,0 1-37,0-1 0,0-2-22,0 1 0,1-3 116,3 3 1,-3-3 6,3 3 1,-7 0 154,0 4 1,-1 0-79,4 0 0,-3 5 318,-1 2-280,-5 3 1,4 1-13,-2 0 1,-3 5-90,3 2 1,-3 7-11,-1 1 0,1 4-98,3-1 0,-1 0-283,4 0 1,-3-1-361,3 2 1,-3 1 106,3-1 0,-1 0 44,1 0 0,3-1 530,-2-7 0,1 3 0,22-18 0,5 3 0</inkml:trace>
  <inkml:trace contextRef="#ctx0" brushRef="#br0" timeOffset="826">761 287 7879,'0'-11'0,"0"0"0,0 0 1153,0 0-357,0 0-554,-5 0 1,-1 5-35,-5 2 0,0 4-94,0 4 0,0 2-60,0 5 1,0 4-212,0 0 1,0 3 114,0-3 0,1 1-27,3-2 1,-2 0-156,5 4 1,-3-3 9,3 3 1,1-4-95,3 0 0,0-1 88,0-2 1,0 0-37,0 0 1,1-4 69,3 0 0,2-4-21,5 1 0,0-3 83,0-1 0,1-5-32,3-3 0,-3-1 161,3-2 1,-3 0 67,-1 0 101,0 0 0,0 0-48,0 0 1,-1 0 486,-3-1-362,3 1 1,-4 0 67,5 0 1,-3 5-109,-1 3 1,-3-2-59,3 1 1,-3 0-144,3 4-139,0 0 0,1 5-260,-1 3 0,-3 3 36,3 3 0,-5 0-203,2 4 1,-1-3 217,0 3 0,-2-3 338,3 3 0,12 6 0,2 4 0</inkml:trace>
  <inkml:trace contextRef="#ctx0" brushRef="#br0" timeOffset="1066">1290 298 7879,'0'-12'592,"0"-3"926,0 3-628,0-4-363,0 10-543,0 1 1,-1 6-59,-3 3 0,2 3-147,-5 8 1,-1-1 105,-3 4 0,0 0-86,0 4 0,-4 0-46,1 0 0,-1-3-366,4-1 1,0-1 67,0 2 1,-3 0-57,3-4 1,-2-1 600,6-7 0,-3-17 0,-1-8 0</inkml:trace>
  <inkml:trace contextRef="#ctx0" brushRef="#br0" timeOffset="1241">1059 320 7879,'-8'-11'1331,"1"0"-712,5 0 96,-3 0-461,5 5 1,5 1 79,2 5 0,4 1-133,4 3 1,2 2-28,5 5 1,1 0-472,3 0 1,-3 5-276,3 3 1,1-2-659,-1 1 1,-1 1 1229,-3 3 0,44 24 0,12 7 0</inkml:trace>
  <inkml:trace contextRef="#ctx0" brushRef="#br0" timeOffset="1559">1908 89 7879,'-8'-4'96,"2"-1"1,0 0 1184,0 0-963,3 2 0,-1 4 30,4 3 1,0 6 22,0 4 0,0 7-109,0 1 1,1 1-199,2 7 1,4-5-195,4 5 0,-4-1-362,0 4 0,-1-3 78,2-1 1,0-3-455,-4 3 0,3-8-201,-3 1-60,0-7 1129,-4 1 0,-5-30 0,-1-5 0</inkml:trace>
  <inkml:trace contextRef="#ctx0" brushRef="#br0" timeOffset="1808">1897 166 7879,'-2'-22'-94,"-1"0"1,1 0-141,-1 0 0,2 5 949,1 2 1,0 3 406,0 1-710,4 5 1,3-3-222,4 5 1,3 1-139,1 3 1,5 5 71,-2 2 0,3 4-141,1 4 1,0 2-52,0 5 1,-1-4-5,-3 1 1,-2-1-71,-5 4 1,-5-1-39,-2-3 0,-4 3-267,-4-3 1,-3-2 49,-8-1 1,-2-3-134,-5-1 0,0-1-167,0-3 0,1 2 696,3-5 0,21-10 0,11-7 0</inkml:trace>
  <inkml:trace contextRef="#ctx0" brushRef="#br0" timeOffset="2118">2327 265 7879,'-5'-6'0,"2"-4"230,-4 3 1,3 2 329,-3 1 0,3 3-342,-3 1 1,3 1-68,-3 3 1,-1 2-174,-3 5 0,4 1 135,0 3 1,-1 1-141,-3 2 1,5 3-61,3-2 1,1-2-7,2 1 0,0-3-45,0 3 1,0-4 64,0 0 1,5-1 40,3-2 1,5-4 48,2 0 0,-1-4 9,-3 1 0,4-8-64,0-3 0,-4-5 0,-4-2 1,-1 0-108,2-4 0,-3 3-198,-5-3 1,0 1-98,0-2 0,0 0 440,0 4 0,0-9 0,0 0 0</inkml:trace>
  <inkml:trace contextRef="#ctx0" brushRef="#br0" timeOffset="2401">2525 298 7879,'0'-11'267,"0"4"616,0 0-374,0 4-293,0-2-242,0 5 0,-1 4 67,-3 0 1,3 5-144,-3 2 0,3 2 101,1 5 0,-4-3-198,1 3 1,-1-3 183,4 3 0,1-1-158,3 2 0,2 0 112,5-4 1,1-2-25,3-5 0,-2 0 156,6-4 0,-5 0-14,5-4 0,-7-5 161,-1-2 1,-1-8-145,-6-4 1,-1 2-8,-3-1 1,0 3 179,0-3-247,-5 4 0,-11-16 0,-7 0 0</inkml:trace>
  <inkml:trace contextRef="#ctx0" brushRef="#br0" timeOffset="2903">2712 111 7879,'0'-11'264,"0"-4"945,0 0 105,0 1-890,0 3 1,5 5-114,3 2 0,-2 3 88,1 1 0,-3 5-127,3 2 0,0 8-108,5 3 0,-5 3-87,0 1 0,1 5 12,3 2 0,0 3-187,0 1 1,0-1-88,0-3 0,0 3-355,0-2 1,0-3-79,0-2 0,-4-3 280,0-3 1,-4-3-285,1-5 382,2-5 0,-5-2 164,3-8 0,1-2-179,-2-5 0,6-2-85,-2-1 1,-1 2 180,2-3 1,-1-2 135,4-2 1,-4 3 141,1 2 1,-2-2-109,1 1 0,2 0 323,-6 4 1,5 0-119,-5 0 1,1 4 224,-4 0-16,0 4 149,0-2 1,0 15-392,0 5 1,0-1-222,0 1 1,1 1 71,3-1 0,-2 3-450,6-3 1,-5 0 41,5-4 1,-1 3-696,4 1 1069,0 0 0,15-14 0,3-2 0</inkml:trace>
  <inkml:trace contextRef="#ctx0" brushRef="#br0" timeOffset="3041">3076 133 7879,'-11'-17'354,"4"1"1,1 4 171,1-3-1550,1 8 574,4-3 0,4 11 450,-1 3 0,16 17 0,-1 8 0</inkml:trace>
  <inkml:trace contextRef="#ctx0" brushRef="#br0" timeOffset="3478">3219 287 8091,'0'-6'2503,"0"1"-1855,0 5-512,0 5 1,4 1-138,0 5 1,3 0 21,-3 0 1,1 0-113,-2 0 0,0 0 85,4 0-346,-4 0-50,2 1-286,-1-1 306,-2-5 89,3-1 65,-5-5 1,0-2 201,0-1 0,1-5 116,3-6 1,-3 1-21,2-1 1,0 0 189,1-1 0,-3 3-118,2-2 1,2 1-66,-1 2 0,5 4 45,-2 0 0,-1 4-90,1-1 0,1 0 0,3 0 0,0 1 43,0 7 1,0 2-24,0 5 0,0 1-1011,0 3 0,-1-3 357,-3 3 1,7 1 115,-3-1 0,3-1 224,1-3 0,-2 1 262,6-1 0,14-5 0,7-1 0</inkml:trace>
  <inkml:trace contextRef="#ctx0" brushRef="#br0" timeOffset="3863">3793 331 7879,'11'-11'-734,"0"0"1,0 0 930,0 0 1,-1 0 1019,-3 0 0,2 0-671,-6 0 1,2 0 388,-1 0-834,-3 0 1,-1 4-39,-7-1 1,-3 6-114,-1-2 0,-5 3 209,-2 1 0,0 1-95,0 3 1,0-2-67,-4 6 1,4-5-251,4 5 0,0-2 27,0 1 1,1 3-45,-1-3 0,5 0 30,2 0 0,3 0-75,-3 4 0,4-3-85,0-1 99,1 0 1,4 3 145,1-3 0,3 0 53,5-4 0,0-2 125,0 3 0,4-3-112,0-1 1,1 0 130,-2 0 0,2 0-15,3 0 1,0 2 172,-4 1 1,3-1 233,-3 1 1,5 0-84,-2 0 1,-2 0 48,-1 4 0,1 0-91,-2 4 1,4 1-7,-7-1 1,2 1-173,-6 2 1,-2 0-18,-1 4 1,-4-1 61,-4 2 1,-7-3-126,-7-5 0,-4 0-56,-4 0 0,-2-1-235,-5-3 0,0-2-892,0-5 1,0 0 116,0 0 1014,-1 0 0,6-20 0,1-4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9:41.04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44 7853,'11'0'17,"-4"0"0,0 0 0,2-1 0,2-1 293,4-2 1,7 0-79,7 4 0,9-3-33,6-1 1,6-1 26,9 2 0,7 1-25,8-1 1,3-2-261,4 1 0,3 0 344,8 4 0,6 0-156,-46 0 0,-1 0 1,1 0-1,0 0-33,0 0 0,-1 0 0,1 0 0,0 0 25,1 0 1,1 0 0,1 2 0,0 0-68,-3 0 1,-1 0 0,0 0 0,-2-1 121,40-1 1,-6 0 59,-2 0 0,-7 0-159,-7 0 0,-5 0-127,-14 0 1,-6 4 43,-9 0 1,-3 1-342,-8-2-737,3-1 1,-14 4-21,0-3-557,-5-1 1661,-6 2 0,-29-13 0,-8-4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9:40.1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45 188 6970,'0'6'2203,"0"-1"-2476,-5-5 11,4 0-352,-4 0 614,5 0 0,0-5 0,0-1 0</inkml:trace>
  <inkml:trace contextRef="#ctx0" brushRef="#br0" timeOffset="142">23 44 7853,'-5'-11'0,"4"4"11,-3 0 1,3 3 329,1-3-639,-5 4-1049,4-2 1347,-4 5 0,5 15 0,0 3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9:45.5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56 254 7938,'6'-5'-6,"-1"-1"1,-5-5 0,0 0 753,0 0-315,5 0 27,-4 0-313,4 5 1,-4 1-151,3 5 0,-3 1 128,3 3 1,-3 6-45,-1 4 0,-1 6-101,-3-2 1,3 3 32,-3 1 0,-1 4-99,2 0 0,-5 0 26,5-4 0,-5 0-95,5 0 0,-5-2 80,5-1 0,-5 0 3,5-4 0,-2-4-170,1-3-176,3-6 74,-4 3 1,5-15 137,0-5 1,-4-4-51,0-3 1,1 0 183,3 0 0,1-2-20,3-1 0,-3 1-8,3-1 1,1-2 73,-2 1 1,6 0 229,-2 4 0,-1 0 67,2 0 0,0 5 56,7 2 0,-3 7-59,3 0 0,-2 6 124,2-2 0,-3 8-88,3 3 1,1 8-38,-1 3 0,3 7-197,-3 1 0,3 0-175,-3 0 0,-1-1-109,-3 4 0,0-1-158,0 2 0,-4-3-239,-4-5 1,-2-4 157,-1 0 1,0-4-630,0 1 1082,-4-3 0,-32-21 0,-12-4 0</inkml:trace>
  <inkml:trace contextRef="#ctx0" brushRef="#br0" timeOffset="131">89 365 7938,'0'-12'82,"0"1"-127,0 0 1,5 4-9,2 0 0,7 3-123,0-3 1,6 4 175,-2 0 0,33-8 0,7-2 0</inkml:trace>
  <inkml:trace contextRef="#ctx0" brushRef="#br0" timeOffset="517">420 287 7938,'0'8'-455,"0"-1"1,0 0 648,0 4 1,1 0 468,3 0 1,-2 5-343,5 3 1,-3 2-132,3 1 0,-3 1-264,3 3 0,-3-3 19,3 3 0,-4-3 42,1-1 0,1 0-61,-2 0-512,1-5 14,-4-1-469,0-10 276,0-1 482,0-15 0,0-1 283,0-7 0,-4-3 0,1 3 0,-5-3 0,4-1 0,-3-1 0,3-3 0,0 3 0,0-3 0,3 3 0,-3 1 0,3 0 0,1-1 0,0 1 417,0 0 1,0 2-104,0 1 0,1 3-167,3 5 0,2 1 84,5 3 1,0 2 187,0 5 1,4 0-50,-1 0 1,5 1-7,-5 3 1,5-1-107,-5 4 1,1 4-209,-4 4 0,-5 1 29,-2-2 1,-3 0-110,-1 4 0,0-3-97,0 3 0,-5-3-272,-2 3 1,-3-4 290,-1 0 0,0 2 11,0-1 0,1-4 97,3-4 0,-8-19 0,3-1 0</inkml:trace>
  <inkml:trace contextRef="#ctx0" brushRef="#br0" timeOffset="739">640 265 7938,'6'0'0,"0"-3"335,-2-1 1,-1 0 514,4 4 1,-3 1-426,3 3 0,-3 2-169,3 5 0,-3 5-22,3 3 0,-3 1-415,3 2 1,-5 2-567,2 1 0,-3 0 527,-1 4 1,4-4-37,0 1 0,-1-4-1167,-3-4 845,0 3 0,0-9-235,0 3 813,0-8 0,0-2 0,-9-39 0,-4-9 0</inkml:trace>
  <inkml:trace contextRef="#ctx0" brushRef="#br0" timeOffset="948">695 353 7938,'0'-22'0,"0"4"0,0 1 142,0 1 1,0 1 296,0 4 0,4 0 7,0 0 0,4 5-156,0 2 0,3 0-140,3 0 0,0 0 24,4 4 0,-3 1 0,3 3 0,-1 1-12,2 2 0,-3 7-105,-5-3 0,-1 4 86,-3-1 1,1-2-179,-4 3 1,0 2-11,-4 2 1,-5-2-181,-2 1 0,-3-4-100,-1 0 1,0 2-246,0-1 0,-2 0-510,-1-4 1,5-5 1079,-2-2 0,-2-28 0,-4-6 0</inkml:trace>
  <inkml:trace contextRef="#ctx0" brushRef="#br0" timeOffset="1156">927 122 8442,'7'-6'1088,"1"2"1,-5 3-840,5 1 1,-5 0-97,5 0 0,-2 9 28,1 2 0,3 7-208,-3 0 1,2 3-310,-2 1 1,2 4-112,-6 0 1,1 4-801,-4 0 0,4-3 475,-1-2 1,1-5 771,-4-2 0,10-14 0,2 0 0</inkml:trace>
  <inkml:trace contextRef="#ctx0" brushRef="#br0" timeOffset="1561">1180 254 7938,'0'-6'3251,"0"1"-2404,0 5-821,0 5 0,4-1 83,0 7 1,1-3-252,-2 7 1,-1-3 52,1-1 1,0 4 52,0 0 1,-1-1-22,1-2 0,2-1-308,-1 0 1,1 0 155,-2 0 0,0-2-37,4-1 0,-3-3 69,3-5 1,-3 0 61,3 0 0,-3 0-185,3 0 0,-1-2 48,2-1 1,2-3 117,-3-5 1,-1 3 56,1 1 1,1 0-13,3-4 1,0 0 40,0-1 1,-4 3 204,0 1 0,1 0-205,3 4 1,0-3 181,0 3 0,0 0 232,0 4 1,0 2 42,0 1 0,1 3 229,3 5 1,-3 4-296,3 0 1,-4 4-71,-4 0 1,2 5 123,-5 2 0,-1 3-110,-3-3 1,-2 4-191,-6-5 0,-4 1-272,-10-4 1,-1-5-746,-3-2 0,-2-4-101,-5-4 0,0 2 1021,0-5 0,-5-25 0,-1-10 0</inkml:trace>
  <inkml:trace contextRef="#ctx0" brushRef="#br0" timeOffset="2174">2073 365 8061,'0'-23'1147,"0"10"132,0 2-449,0 2-413,0-2 1,-1 2-78,-3 1-353,-2 3 1,-6 7 12,-3 1 1,3 5-192,-3 6 0,2-1 78,-2 1 0,3 3-206,-3 2 0,3-2-142,1 1 1,1-3 149,3 3 1,-2-3-29,6 3 1,-5-4 119,5 1 1,-1-3 33,4-1 0,1-1 46,3-3 0,2-2 10,5-5 1,4 0-1,-1 0 1,2-1-3,-1-3 0,-3-2 206,3-5 0,-3-1 98,-1-3 0,1 1 122,3-4 0,-4 5-104,0-2 1,0-1 54,-3 1 1,1-1 45,2 2 1,-3 1 151,-1-1 0,-3 1-79,3 2 0,-3 2 422,3 1-657,-4 3-140,6 5-135,-7 0 1,6 5 51,-4 3 1,0 5-87,-4 2 0,3 1-171,1-2 1,1 2-331,-1 3 1,-2 2 2,5-3 1,-1 2 676,2-2 0,31 8 0,4-3 0</inkml:trace>
  <inkml:trace contextRef="#ctx0" brushRef="#br0" timeOffset="2501">2636 188 7890,'0'-11'-86,"0"-5"1518,-5 4-581,3-4-533,-2 10 0,5 2 28,2 8 0,-1 2-117,1 5 0,2 5-147,-1 2 1,3 3-36,-3 1 0,1 4-131,-1 0 1,-2 1-166,5-2 1,-4-1-428,0 1 1,-1 2 329,-2-1 0,3 0-169,1-4 0,0-1-46,-4-3 1,0-2-619,0-5 1179,-5-5 0,-1-30 0,-5-13 0</inkml:trace>
  <inkml:trace contextRef="#ctx0" brushRef="#br0" timeOffset="2758">2779 265 7890,'6'-6'-431,"4"-4"878,-3 3 1097,3 2-610,-4-5-548,4 9 0,-10 1-272,0 7 0,-1 3 126,-7 1-296,1 0 0,-4 0 67,0 0 1,4 0-170,-1 0 0,2 0-73,-1 0-37,2 0 1,1 0 30,1 1 0,-1-1-32,4 0 0,0 0 64,0 0 0,4 0-7,-1 0 1,6 3-95,-2 1 1,4 0-82,4-4 0,-2 3-54,6 1 1,-1-4 200,4-3 1,0-6 239,0 2 0,0-3 0,0-16 0,0-3 0</inkml:trace>
  <inkml:trace contextRef="#ctx0" brushRef="#br0" timeOffset="3392">3044 398 7890,'6'-2'274,"-3"-1"150,3 1 0,1-4 225,4 3-238,0 1 1,3-6-252,1 4 1,0-1-169,-4 2 0,0 0-133,0-4 0,0 3 1,0-3 1,0 3-41,0-3 1,-4-1 154,1-3 0,-2 4-301,1 0 148,-2-1 1,-5-3-71,0 0 0,-5 5 139,-2 2 1,-7 0 27,0 0 0,-5 0 179,4 4 0,0 5-39,0 2 0,3 3 73,-3 1 0,3 0-120,1 0 1,0 0 21,0 0 0,3 4-38,1 0 0,4 3-14,0-3 1,2 3-27,1-3 0,0 3-152,0-3 1,4 3 53,4-3 1,5 0-80,2-4 0,5-5-287,-2-2 1,3-3 179,1-1 0,0 0 328,0 0 0,-4-5 0,1-2 0,-2-8 0,1-3 0,2 0 0,-6 0 0,1 3 0,-4-3 0,0 3 0,0-3 0,-1 3 46,-3-3 1,-2 4 169,-5 0 0,0 1 370,0 2 317,0 0-577,0 0 1,-1 5 300,-3 2-199,3 3-375,-4 1 98,5 5 0,0 1-221,0 5 0,4 0 2,0 0 1,-1 2 27,-3 1 1,1 0-42,3 4 1,-3-4 82,3 0 1,-3 3-3,-1 2 1,0-2-14,0 1 1,0-4 3,0 1 0,0-3 441,0-1 420,0 0 619,0-5-1149,0-1 0,0-8-84,0-4 0,0-2-147,0-9 0,5 3-298,3-3 0,1 0-254,2-4 1,2 3-223,1 1 1,-1 1-697,1-2 0,2 2 1379,-1 3 0,24 1 0,3-3 0</inkml:trace>
  <inkml:trace contextRef="#ctx0" brushRef="#br0" timeOffset="3975">3639 320 6923,'0'8'1042,"0"-1"1,3-3-878,1 3 1,0 0 13,-4 5 0,1-1-24,3 0 1,-3 3-124,3 1 0,-3 5-196,-1-2 1,0-1 146,0 1 1,0-4-100,0 1 1,0-3-3,0-1 1,0-4 108,0 1 2,0-6 1,-1 3-5,-3-5 1,3-1-22,-3-3 0,3-3 2,1-8 1,0 2 142,0-6 0,0 4-61,0-3 1,0 1 47,0-1 1,4-2-94,-1 5 0,6-4-7,-2 0 1,3 3 12,1 2 1,0-2 11,0 1 0,4 2-30,-1 5 0,5 3-7,-5 5 1,2 0 172,-1 0 1,-3 2-214,3 1 0,-6 7 3,-2 5 1,-5 4-56,2 0 1,-3 0-210,-1 0 0,0 1 104,0-1 1,0-2-168,0 1 1,0 0-27,0 0 0,0-2-561,0-5 963,0 0 0,10-20 0,2-4 0</inkml:trace>
  <inkml:trace contextRef="#ctx0" brushRef="#br0" timeOffset="4559">3959 398 9237,'11'0'663,"0"0"1,-4 0-480,0 0 1,1 0-234,3 0 1,1 0 97,3 0 0,-3-2 8,3-1 1,-3 1-228,-1-1 0,0-2-866,0 1 688,0-4 1,-1 2-4,-3-6 0,-2 5-96,-5 0 282,0-1 1,-5-3 154,-2 0 0,-3 5 19,-1 3 1,0-2 137,0 1 0,0 0-113,0 4 1,0 0 83,0 0 1,3 2-34,1 1 1,3 2 119,-3 2 0,5 5-72,-2-1 0,3 0-32,1 3 0,0 0 13,0 0 0,0-1-39,0 1 1,3 2 76,1-1 1,5 1 178,-2-1 0,3-4-90,1 0 1,1 0-121,3-4 1,-3-2-9,3-1 1,1-3-13,-2-1 1,5-1 5,-5-3 0,2-2-6,-1-5 1,-2-1-103,6-3 1,-6 1-47,2-4 1,-3 1-282,-1-2 1,0-1 38,0 1 0,0-2 156,0-1 1,-3 0 76,-1 0 1,-4 0 40,0 0 1,2 0 88,-1 0 0,-1-4-5,-3 1 0,-1 0 182,-2 7 0,1-3-92,-1 3 1,-2 2 330,1 1-190,0 3-275,4 6 1,-1 1-150,-3 5 1,3 5 188,-2 2 1,1 8 28,2 3 0,0 3-58,0 1 1,0 5-14,0 2 1,-3 3 37,-1 1 0,0 0 3,4 0 0,0-3-37,0-1 0,4-1-202,0 2 0,4 0-330,0-4 0,1-4-170,2-4 1,4-4-1437,0 1 2111,4-8 0,-1-22 0,4-9 0</inkml:trace>
  <inkml:trace contextRef="#ctx0" brushRef="#br0" timeOffset="5243">4940 166 7906,'-4'-11'0,"-1"1"359,-1 3 1,4 1 472,-2 2-470,3 3 1,1-5 658,0 2-337,0 3 118,0-4-486,0 15 1,3 1 14,1 7 0,1 7-247,-1-3 1,-3 7-22,2 0 0,2 3-248,-1 1 0,0 0-28,-4 1 1,3-1-328,1 0 0,0 0 20,-4 0 0,0-9-452,0-2 1,0-7-441,0 0-219,0-3 1631,-5-6 0,-6-30 0,-6-13 0</inkml:trace>
  <inkml:trace contextRef="#ctx0" brushRef="#br0" timeOffset="5688">4785 387 7868,'0'-8'-358,"0"1"0,-3 3 520,-1-3 1002,0 4-863,4-6 0,0 6-106,0-4 1,2 4-64,1 0 0,3-2-173,5 1 0,2-3-26,1 3 1,0-5 152,4 2 0,-3-1-97,3 0 0,1-2-15,3 3 0,-4 2-151,0 1 0,0 0 96,0 0 1,2 0-109,-6 4 0,-3 6 145,-3 5 1,-2 2-16,1 5 1,-2 0 96,-5 4 1,0 2 122,0 1 0,0-1-11,0 1 0,0-3-100,0-3 0,0 2 95,0-3 1,0-2-125,0-1 1,0-3 41,0-1-89,0 0 1,0-4-168,0 1 1,1-6 148,3 2 0,-3-4 178,3-4 36,2-2 1,-1-6-95,2-3 0,3 3 58,-3-3 1,-1 3-1,2 1 1,-1-4 181,4 0 0,0 1-4,0 3 1,0 0 96,0 0 0,0 0-30,0 0 0,0 4-119,0 4 0,0-2-470,0 1 0,2 2 206,1 5 1,-3 4 133,0 4 1,0 5-498,-3 2 1,0 3-811,0 1 0,1-1 401,-1-3 1,0 3-903,0-3 1678,2-2 0,1 5 0,6-4 0</inkml:trace>
  <inkml:trace contextRef="#ctx0" brushRef="#br0" timeOffset="6352">5601 398 7868,'0'-11'728,"0"0"1,-5 3-370,-2 1 1,1 4-1,-2 0 0,5 1-42,-5 2 0,2 2-81,-1 1 0,-3 4-265,3 4 1,1 1-55,-2 2 1,6 0-12,-2 4 0,-1-3 62,2 3 0,-1-4-126,4 1 0,0-3 28,0-1 1,0 0-53,0 0 1,4 0-82,-1 0 1,5-4 121,-5 1 0,6-6-5,-2 2 0,-1-3-2,2-1 0,-1-1-123,4-3 0,0-2 76,0-5 1,-4 0-70,1 0 0,-2-1 163,1-3 1,3 3 113,-3-3 0,0 2-117,0-2 0,-5 3 87,2-3 1,-3 3 214,-1 1 1,4 3 80,0 1 78,-1 4-204,-3-1 0,-3 5 60,-1 2 1,0 0-87,4 4 0,0 1-42,0 3 0,0 0-30,0 0 0,0 3 1,0 1 0,0 0-3,0-4 1,1 0-17,3 0 1,1-4 8,2 1 1,3-5-39,-2 5 0,1-6-13,2 2 1,4-3-31,0-1 1,-1-4-114,-2 1 0,2-6 17,1 2 0,1-7-147,-1-1 0,-3-4 107,2 1 0,0-3 54,1-1 1,-3 0 140,3 0 0,-3-4-21,-1 0 1,0-5 59,0 2 0,0-2-39,0 2 0,0-5 188,0 4 1,-4 1-13,1 7 1,-6 5 560,2 2-188,-3 3-362,-1 6 1,-5 7-14,-2 10 1,-3 5-28,-1 6 1,1 1 165,3 3 0,-3-2-95,3 6 1,2-1-257,1 4 0,-1 0 100,2 0 1,-1-1-130,4-2 1,0 2-53,0-3 0,1-2 75,3-1 1,2-3-103,5-1 0,1-5-45,3-2 1,-3-4-290,3-4 1,1-2-158,-2-5 0,5-5-411,-4-2 1,0-7 1023,0 0 0,7-31 0,6-2 0</inkml:trace>
  <inkml:trace contextRef="#ctx0" brushRef="#br0" timeOffset="6501">5855 276 8574,'-6'-16'1742,"1"8"-1444,5-3 0,8 3-247,3 1 0,9-3-135,2 3 0,4 2-486,3 1 1,7-1 569,-3 2 0,36-1 0,7 4 0</inkml:trace>
  <inkml:trace contextRef="#ctx0" brushRef="#br0" timeOffset="7288">6726 398 7602,'6'-8'-153,"-3"1"1,-1 3 941,-2-3 1,0 3 119,0-3-249,5 4-543,-4-6-68,-1 7 0,-6-1-154,-5 6 0,-4 3 123,0 6 0,-1 2-144,2 1 0,0 5 106,-4-2 0,4 1-149,0 0 0,1 2 73,2-3 1,4 2-112,0-2 1,4 2 129,-1-6 0,3 1 107,1-4 0,1-5 101,3-2 0,6-3-106,5-1 1,4-5 11,0-2 1,-2-4-161,1-4 0,-3 3-194,3-3 0,-4-1-242,0 2 1,-1-5 134,-2 4 1,-5 0 40,-3 0 1,2-2 382,-1-5 0,-5-20 0,-5-5 0</inkml:trace>
  <inkml:trace contextRef="#ctx0" brushRef="#br0" timeOffset="7869">6792 331 7900,'0'8'442,"0"-1"1,0-3 179,0 3-529,0 1 1,1 4 82,3 2 0,-2-1-236,5 1 1,0 2 85,0-1 1,3 3-275,-3-3 1,-1 1 63,2-1-156,-1-3 130,4 4 169,0-5 0,0-5 33,0-2 1,-4-8-18,1-3 0,-5-3-78,5-1 1,-5-1 107,5-3 0,-5 3 1,5-3 1,-6-1-4,2 1 0,1-3-4,-2 3 0,5 1 10,-4 3 1,0 0 168,0 0-102,-3-1 207,4 6-243,-5 1 1,0 7-1,0 1 1,0 3 47,0 6 0,0 0 27,0 2 1,0 0 1,0 4 0,4-3-16,0 3 0,4-4 6,-1 1 1,3-2 3,1 2 0,0-7 31,0 3 1,0-2-240,0 2 1,4-5 118,0-2 0,0-3-171,-4-1 1,0-1 55,0-3 1,0-3 87,0-8 1,0 2-251,0-6 0,0 4-235,0-3 0,-4 0 188,0-4 1,-3 0-66,3 0 0,-3-2 347,3-1 0,-4 1 44,1-1 0,-3-2 149,-1 1 1,0-1-224,0 1 1,0 3-10,0-3 1,0 4 322,0 4 1,0 2 825,0 5-775,0 5 1,-4 2-97,0 8 1,1 3-77,3 8 0,-4-1-11,0 9 0,1-4-104,3 7 0,0 2 2,0 1 0,0 0-148,0 0 1,0-3-139,0 3 1,0-3-325,0 3 0,0-4-62,0 0 0,5 2 642,2-1 0,18 0 0,4-4 0</inkml:trace>
  <inkml:trace contextRef="#ctx0" brushRef="#br0" timeOffset="8136">7222 320 7905,'12'-4'78,"3"-4"1,-3 2 163,3-1 0,-2 4 97,2 0 1,-3 1 211,3 2 0,1 0-162,-2 0 1,5 2-187,-5 1 1,2 7-11,-1 5 1,-1 4-128,4 0 1,-5 3-189,2 3 0,-6 0-34,-2 4 0,-5 4-331,2 4 1,-3 0-241,-1-4 0,0 0 295,0 0 0,-3-1 78,-1-3 0,-3-3 19,3-7 1,-3-4 60,3-4 0,-1-1-78,1-2 352,3-3 0,-9-10 0,14-26 0,-3-11 0</inkml:trace>
  <inkml:trace contextRef="#ctx0" brushRef="#br0" timeOffset="8336">7420 431 7905,'0'-22'64,"0"0"162,0 0 1,5 4 178,2 4 0,7 1 19,1 2 1,3 5 15,-3 3 0,4 1-171,0 2 0,3 0-45,3 0 0,-3 5-85,0 3 0,-1 1-104,-6 2 0,-2 2-61,-5 1 1,-3 2-281,-5 3 0,-5 2-440,-3-3 1,-3 3 46,-3 1 1,-3 0-197,-5 0 1,-2-4 894,-1 1 0,-28 4 0,-11 5 0</inkml:trace>
  <inkml:trace contextRef="#ctx0" brushRef="#br0" timeOffset="9055">7751 409 7905,'6'-8'570,"-2"1"0,-2 1 121,2-2 226,-3 4-696,4-1 1,-4 3-43,3-1 0,-3 6-137,3 5 0,-3 3 54,-1 3 0,0 0-144,0 4 1,0-3-58,0 3 0,0 0-196,0 0 0,4 2 115,-1-6 0,5 1-385,-5-4 374,6 0 1,-7-1-8,6-3 74,-1-2 0,4-5 33,0 0 0,0-1-129,0-3 0,0-6 176,0-4 1,0-2 16,0 1 0,0 2 9,0-6 0,0 2 1,0-1 1,-1-2-8,-3 5 0,0 1 160,-4 3-91,-1 0-106,2 0 25,-4 4 28,-4 7 0,1 8-3,-4 6 1,4 0-5,0 4 1,1-3 5,2 3 1,0 0 42,0 0 1,0-1 1,0-2 1,2-3 67,1 3 0,3-3-51,5-1 0,0-5 110,0-2 1,0-3-115,1-1 0,2 0 14,1 0 0,0-5-78,-4-2 1,1-4-145,3-4 0,-3 2 102,3-6 1,-3 1-175,-1-4 1,0 0 99,0 0 1,0-2 120,0-1 0,-4 0-20,1-4 1,-6 3 80,2-3 1,1 3 215,-2-3 1,1 4-61,-4-1 1,0 4 588,0 4-216,-5 2-245,-1 10 0,-1 1-192,-1 5 1,6 6 38,-2 5 0,-1 5-39,2 6 1,-1 1-70,4 3 0,0-1-182,0 4 1,0-1 79,0 2 1,0 1-143,0-1 1,0-3-174,0-2 0,1 2-321,3-1 0,2 0 285,5-4 385,0-5 0,15-11 0,3-7 0</inkml:trace>
  <inkml:trace contextRef="#ctx0" brushRef="#br0" timeOffset="9244">8115 331 7905,'-10'-11'0,"3"0"0,2 4 232,5 0 0,0 3 411,0-3 1,6 4-783,5 0 1,1 1 155,6 2 1,1 0-904,3 0 0,1 0 361,3 0 1,-2 0-110,6 0 634,-6 0 0,52 0 0,7 0 0</inkml:trace>
  <inkml:trace contextRef="#ctx0" brushRef="#br0" timeOffset="9478">8589 276 7905,'-6'5'-1323,"-4"-2"1207,2 4 1,-1-5 568,-2 2 0,3 1-30,1-1-280,0 4 1,-3-2-10,2 5 0,4-3-104,4-1 1,0 2 137,0 5 1,1-1-15,2 1 1,0-1 100,4-2 0,-3 1 142,3 3 0,-4-3-100,0 3 0,-1-3-183,-2-1 0,-2-4-157,-1 0 1,-7 0-275,-5 0 0,-4 2-601,0-6 0,-2 2 918,-1-1 0,10-23 0,2 0 0</inkml:trace>
  <inkml:trace contextRef="#ctx0" brushRef="#br0" timeOffset="9787">9206 133 7905,'-1'-10'418,"-2"2"1447,0 0-964,-1 6-567,4-3 0,0 11-89,0 5 0,4 5-27,-1 6 0,1 5-167,-4 2 1,4 0 137,-1 0 1,1 3-589,-4 1 1,0 2-133,0-5 1,0 2-496,0 1 1,-1-1 304,-3-3 1,2-3 720,-6-8 0,-14-17 0,-7-8 0</inkml:trace>
  <inkml:trace contextRef="#ctx0" brushRef="#br0" timeOffset="10453">8975 353 7905,'-5'-11'274,"3"0"150,-1 0 1,2 0-219,1 0 0,4 0-42,4 0 1,5 2-45,2 1 1,6-2-132,1 3 0,1 1 64,7-1 1,-2-1-182,1-3 1,2 4 4,-6-1 0,1 6 55,-4-2 0,-5 3 24,-2 1 1,-4 1-49,-4 3 1,-2 2-97,-5 5 1,-1 4 173,-3 0 1,2 4-8,-5 0 1,-1 3 42,-3 3 0,4-1-62,0 1 1,4-1-4,-1-2 0,3 0 23,1 0 1,0-1 30,0-3 1,1 2-47,3-6 0,2 1 4,5-4 0,-3-4-64,-1 1 0,0-6-120,4 2 1,0-3 58,0-1 0,0-1-66,0-3 1,0-2 56,0-5 1,2 0 105,1 0 0,-1 2 137,1-2 0,2 3-127,-1-7 1,0 3 22,-4 1 1,-5 3 137,-2 1 342,2 0-167,-5-4-186,4 5 0,-5 2 22,0 8 0,0-2 61,0 5 0,0 1 64,0 3 1,0 0-53,0 0 1,1-1-29,3-3 0,-2 3-7,5-3 1,1 2 27,3-2 0,0 3-198,0-3 0,1-2 48,3-1 0,-2-3-87,6-1 0,-5 0-15,5 0 0,-1-1-223,4-3 0,-1-1 79,-3-2 1,7-3-48,-3 3 1,-1-4 143,-3-4 0,-1 3 25,2-3 0,-3-1 281,-5 1 0,-2 1 17,-1 3 1,0 0 73,-4 0 1,-2 1-121,-5 2 0,-7 0 84,-5 4 0,-4 1 144,0 3 0,2 4 230,-1 4 0,3 3-218,-3 3 0,5 0 83,2 4 1,2-3-38,5 3 1,0 0-94,4 0 0,6 2-84,5-6 0,5 5-358,6-5 0,5 1-361,3-4 0,3-4-182,4 1 0,1-6-895,2 2 1,-2-8 615,-5-3 904,-5-3 0,14-30 0,-2-8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9:58.0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67 111 8260,'0'-11'1633,"0"4"-1403,0 3 314,0 4 1,0 4-415,0 4 1,-1 2-130,-3 1 1,3 3-4,-3 1 0,-1 5-120,2-2 0,-5 2 75,5-2 0,-5 2-67,5-6 1,-2 2 77,1-1 1,3-7-225,-3 3 50,-2-2-205,5-3 112,-4-1 1,9-14 94,-1-2 0,5-3 139,-5-1 1,6-2-6,-2-5 1,-1 3 17,2 1 0,-1 0-22,4-4 0,4 3 10,-1 1 1,1 4 48,-4 0 1,0 2 130,0 0 0,0 5 66,0 0-156,0 4 0,-1 0 91,-3 6 0,-2 3-76,-5 5 0,0 2 19,0 1 0,0 2-47,0 3 1,-1 2 1,-3-3 0,2-1-9,-5 1 0,3-4 0,-3 1 1,4-2-144,0 2 126,-4-3-3,1 4 0,0-9 52,2 1 0,2-6 53,-2 2-101,3-8 1,-4-6 2,5-4 1,4-5-3,0 5 1,4-6 1,0 2 0,5-4-162,2-4 0,4 3 55,0-3 0,1 3 32,3 0 0,-3 3 109,-1 1 0,-3 3 3,-5 5 1,0 5 33,0 3-88,-5 1 0,2 8-214,-4 5 0,0 2 69,-4 5 1,0 0-59,0 5 1,-4-3 24,0-1 1,1 2-478,3-3 683,0 3 0,0-4 0,0-1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9:58.4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176 44 8090,'0'-11'0,"0"0"1063,-4 0-637,-3 5 0,-4 1-184,0 5 1,0 5-85,0 2 1,0 4-117,0 4 1,-3-1 4,-1 4 0,0 0-251,4 4 0,0-3-52,0-1 0,4-3 158,-1 3 1,6-1-96,-2 2 1,3-3-130,1-5 238,0 0 0,5-1 56,2-3 0,3-2 28,1-5 0,5-4-199,2 0 0,0-4 41,0 1 1,-1-4 29,1-4 0,2 1 121,-5-4 0,3 4 6,-3 0 1,0-2-26,-4 1 0,-4-3 108,0 3 0,-1-1-33,2 1 1,0 7 479,-4-3-168,0 2-217,1 3 1,-4 2-74,2 8 0,-3 2-63,-3 5 0,0 2-152,-4 1 0,3 2 36,-3 3 1,3 1-157,-3-1 0,4 0 89,0 0 0,-2 0-96,1-4 1,1 1-787,3-1 1057,0-3 0,24-11 0,7-8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9:58.6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160 0 11768,'-11'17'231,"0"4"-267,0-2 1,0 1-127,0 2 1,-4 4-386,1 0 1,-1 1 132,4-1 1,0-4-506,0 0 1,1-5 200,3-6 718,-3 0 0,14-30 0,-3-6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9:58.88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11 8090,'0'-6'1886,"0"1"-958,0 5-544,0 5 1,0 5-280,0 5 0,5 4-218,2 0 0,3 1-723,1 2 0,0 1 525,0-1 0,0-2-132,0-1 1,4 0-18,-1-4 1,2-1-274,-1-7 0,-3 1 733,3-4 0,2 0 0,5-48 0,6-11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9:59.0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22 8090,'0'-7'1339,"0"0"-501,0 4-301,0-2 1,0 7-206,0 1 0,0 3-43,0 5 0,0 2-191,0 1 1,0 0-435,0 4 1,0-3-30,0 3 0,0-3-278,0 3 1,0-4 642,0 0 0,9-1 0,4-2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9:59.1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34 7999,'-6'-11'-623,"3"0"-651,1 5 1274,2 1 0,10 29 0,2 7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29:59.9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12 121 8009,'0'-7'0,"-1"1"323,-3 1 613,3-4 10,-4 3-346,5 0-22,0 1-416,0 5 0,0 6 14,0 5 0,0 2-61,0 5 0,3-3-205,1 3 0,0 0 125,-4 5 1,0-1-143,0 0 1,0-2-311,0-1 1,0 0 139,0-4 1,-4 3-34,0-3 1,1-4-65,3-3 108,0-6 152,0 3 0,0-6-11,0-3 0,0-3-130,0-8 0,0-1 143,0-2 1,3-3 173,1 2 0,1-1-94,-1-2 1,-2 0 146,6 0 0,-5 3-80,5 1 1,-1 3 189,4-3 1,0 3-101,0-3 1,-4 5 103,1 2 1,-1 2-76,4 5 0,0 0-16,0 4 0,-4 0 45,1 0 1,-6 5-133,2 2 1,1 7-119,-2 1 0,1 3 99,-4-3 0,0 3-130,0-3 1,0 3 73,0-3 0,0 3-21,0-3 0,0 0-142,0-4 1,0 0 24,0 0 95,0 0 76,0 0 169,0-5-273,0-1 46,5-15 0,-4 3 58,3-8 1,-2-1 6,2 1 1,-3-3 35,3 3 0,-2-3 136,2 3 1,-3-3-84,3 3 0,1-1-97,-1 1 1,4 0 7,-1-4 0,3 3-19,1 5 0,0 0 5,0 0 0,-3 1 148,-1 3-83,0 2 0,3 6-66,-2 3 0,0 3-11,-4 8 1,-1-1-184,-3 4 1,0 0 2,0 4 0,0 0-37,0 0 0,0 0-106,0 1 0,4-5-451,0 0 1,1-1 359,-2 2 1,0-5 423,4-6 0,10-18 0,7-8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0.34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1 110 8009,'0'-14'-6,"0"-1"-1,0 1 0,0 6 1660,0 1-550,0-1-541,0 2-135,0 1-213,5 15 0,-4-1-46,3 9 0,-3-3-105,-1 3 0,1-1-87,3 1 1,-3 3-71,3-2 1,0-2-111,0 1 0,1-3 32,-1 3 0,-2-3-154,5 3 1,1-4 111,3 1 1,-4-3-19,1-1 0,-1-5 0,4-2 1,0-3-52,0-1 1,0-1-87,0-3 0,-4-3-132,1-8 1,-2-1 90,1-2 0,2-3 217,-6 2 0,1-1 193,-4-2 0,4-4 0,-1 0 0,1 0 0,-4 4 0,0 1 34,0 3 1,0-2 72,0 6 0,0 3 1198,0 3-405,0 6-493,-5-3 1,4 11-175,-3 5 0,3 1-225,1 7 0,0-4 38,0 3 0,0 0-314,0 4 1,0-1 89,0-2 0,0 0-77,0-4 0,1 3-182,3-3 0,-2 3 437,6-3 0,9-10 0,6-6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0.95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22 8009,'0'-6'2758,"0"1"-2321,0 5 1,0 5-73,0 2 1,0 8-261,0 3 0,0 0-46,0 0 1,2 0-126,1 4 1,-1 0 54,1 1 0,-2-3-284,-1-1 0,4 0 65,0-4 0,-1 3-73,-3-3 1,2-4-146,1-4 224,-1-4 99,2 2 0,-4-6-103,0-3 1,0-2-199,0-5 1,4-1 138,0-3 0,0 1 5,-4-4 0,1 3 86,2-3 0,-1 1 62,1-2 1,2 0 367,-1 4 0,3-3-133,-3 3 0,4-3-27,0 3 1,-2 0-33,1 4 0,-1 0 407,2 0-264,2 5 0,-4 1 53,5 5 1,-4 1-89,0 3 1,-3 2-24,3 5 0,-4 5-103,1 2 1,0 2-3,0-2 1,0 3-19,-4-2 1,4 0 19,-1 0 0,1 0-103,-4-4 1,1 1 85,3-1 0,-3-7-30,3 3 146,-3-2 206,-1-3-468,0-1 0,0-6 44,0-3 0,0 1-86,0-4 0,1 0 117,3-4 1,-3-4-170,3 0 1,-3-1 255,-1 2 0,1 1 127,3-1 1,-2-2-56,6 1 1,-5-3 249,5 3 1,-5-3 163,5 3 0,-2 0-203,1 4 1,3 1 188,-3 3 1,3-2-63,1 6 0,-4-1-49,1 4 1,-1 1-154,4 3 0,-3 2-1,-1 5 1,0 1-210,4 3 0,-3-1-346,-1 4 0,-1-3-250,1 3 1,2-1-727,-5 2 1,1 0 1300,-2-4 0,-6 19 0,1 2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1.6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 55 8015,'0'-11'360,"-1"4"1,-1 0-1,-2-2 1210,2-1-1354,5 4 0,2 6 0,2 8 1,0 5-67,-4 2 0,2 4-22,2 0 1,0 0-159,-4 0 0,0 1 86,4-1 0,-3 2-169,3 1 1,-3 0 1,3 0 0,-4-4-86,0 1 1,3-6 71,2 2 1,-3-3-161,-2-1 350,3-5-38,1-1 1,2-11 94,-1-5 0,2-3-141,-3-8 1,-1 2 11,1-10 1,1 2-142,3-1 1,-2-2-225,-1 5 0,2-2-219,-3 6 1,3-2-1315,1 5 1905,0 3 0,15 5 0,3 6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2.8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143 297 8015,'7'-6'-595,"-3"1"2278,-4 0-1202,-4 4 1,-3 1-186,-4 8 1,-3 3-55,-1 3 0,-1 0-239,1 4 0,3-3-297,-3 3 1,3 1 228,1 3 0,4-4 5,-1 0 1,6-4-3,-2 1 0,3-3-541,1-1-17,0-5 385,5-1 1,1-5 107,5 0 1,0-9 82,0-2 0,-3-3 125,-1-1 0,0 1-99,4-4 0,-1 3 141,-3-3 0,3 3-30,-2-3 0,1 3 206,2-3 1,-1 4-6,-2 0 1,1 1-106,-1 2 0,-2 2-36,1 1-90,-4 3-191,2 5 0,-5 5 43,0 3 1,0 3-173,0 3 0,-4 0 128,0 4 0,1 1-51,3 3 0,0-4-118,0 0 1,0-1 79,0 2 0,1 0 127,2-4 0,2 0 21,3-4 1,1 0 130,-1 0 1,2-5-34,1-2 193,0-3 1,3-6-156,1-2 0,0-3-21,-4-1 0,3-5-166,1-2 0,0-3 130,-4-1 0,0-4-19,0 0 0,-1 1 101,-3 2 0,2-3 133,-6-4 0,5-1-36,-5 2 0,1-2 197,-4 6 1,0-5-163,0 5 0,0-1 58,0 4 1,0 5 335,0 2 124,0 3-843,0 6 0,-4 2 111,1 8 1,-1 7-113,4 7 0,-4 4-46,1 4 1,-1-2 29,4 6 1,0-1 13,0 4 1,0-1-72,0-3 1,0 2-18,0-5 0,1 3 58,3-3 1,2 2-132,5-6 0,0 1 170,0-8 1,0 2-53,0-6 1,0 1 41,0-8 0,-3 0-35,-1-4 0,0-4 83,4 0 1,0-8 247,0 1 1,0-3-244,0-1 0,-3 1-156,-1-4 0,-1 1 110,2-2 0,0-1 110,-4 1 0,3 2 120,-3-1 0,-1 1-61,-3-2 1,4 0 142,0 4 0,-1 0-23,-3 4 25,0 0-328,0 5 229,0 1-24,-4 20 0,1-5-53,-4 12 1,4-3-14,0 3 0,-2 0-55,1 0 1,0-3 2,4-1 0,0 1-6,0 3 0,0-4-111,0 0 0,2-4 107,1 1 0,0-4-79,4-4 89,0 3 0,4-9-65,1 3 1,-1-8-98,0-3 0,3-3-10,1-1 0,0-4-214,-4 0 0,0-1 184,0 2 1,-4-2 84,0-3 0,-3 0 61,3 4 0,-4-4 138,1 0 1,-2 3 78,2 2 0,-3 0-44,3-1 0,-3 7 26,-1-3-91,0 7 15,0-1 0,0 6 17,0 3 0,0 2 68,0 5 0,0 4-62,0 0 0,0 4 89,0 0 0,0-2-60,0 1 0,4-4 138,-1 0 1,5 2-14,-5-1 1,6-2-76,-2-5 1,3 2 32,1-3 1,0-2-126,0-2 1,1-1-10,3-2 1,-2-2-30,6-1 1,-4-3-207,3-5 1,-5 0-4,2 0 1,-3 0 99,-1 0 1,0-4 39,0 0 1,-3-3 9,-1 3 0,-4 0-43,0 4 0,-2-3 42,-1-1 0,-1 4 19,-2 4 1,-4 4-3,-4-1 1,-3 0 242,-1 0 0,0 4 283,4 4 1,0 5-135,0 2 0,0 0 59,0 4 1,1 2-79,3 2 1,1 0-38,2 0 0,3 1-76,-3-1 1,4 2-38,4 1 1,3 0-195,8 0 1,-1-4-384,4 1 0,-1-7-809,1-1 1,3-1 194,-2-7 1,0 1 997,0-4 0,6-15 0,-1-3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3.2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6 8065,'-6'-1'1715,"2"-2"-1380,3 1 0,1 2-102,0 8 1,1 2-65,3 1 1,-2 1-127,5 2 0,-4 4-896,1 4 0,0 0 98,0 0 0,4 0 755,-5 0 0,11 5 0,-2 1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3.3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78 8040,'-8'-15'166,"1"1"1,5-1 1011,-2 4-831,3 0-991,1 5 121,0 1 0,3 10 523,1 2 0,29 23 0,4 5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3.6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56 8040,'0'-11'321,"0"-5"323,0 4 181,0 1 1,1 6-295,3 5 0,-2 6-177,6 5 1,-1 6-191,4 9 0,0 2-92,0 5 0,1 1-219,3 3 1,-3-3 47,3 3 0,1 1-133,-1-1 1,-1-1-346,-3-2 0,-1-3-781,-2-1 1,0-4 1357,-4-8 0,0-17 0,-4-8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3.7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65 8040,'-5'-11'372,"4"0"789,-3 0-913,3 0 0,7 4-159,5-1 0,3 6-123,8-2 1,-2 4-464,10 4 1,-4-2 496,3 6 0,59 14 0,-35-7 0,1-1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4.09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 54 8095,'0'-11'-1334,"-1"0"1588,-3 0 1,2 5 1069,-6 2 1,5 0-817,-5 0 1,1 1-162,-4 7 1,-4-1-129,1 4 0,-1 4-124,4 4 1,0 3 45,0-3 0,0 4-276,0 0 0,5 0-25,2 0 0,3-2 94,1-3 0,0-1-315,0 1 411,5-1 1,1-7 229,5-3 1,0-1-247,0-2 0,0-5-175,0-3 0,-4-3 45,1-3 1,-2 1-235,1-1 0,-1 0-1026,-2 0 1,-3 1 1375,3-1 0,2-8 0,0-2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4.97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66 7918,'5'-6'-443,"-2"1"1176,4 5 0,-3 0-190,3 0 1,0 0 30,4 0 1,0 1-81,0 3 1,0 2-54,0 5 1,0 4-292,0 0 1,0 3-210,0-3 0,2 4-420,1 0 0,-5-2 188,2 1 0,-2-4-103,2 0 1,-2-1 19,-1-2-20,2-5 237,-4-1 1,1-7 11,0-1 0,-4-3-77,1-5 1,-3-4-134,-1 0 0,0-3 142,0 3 1,0-3 83,0 3 1,0-3 119,0 3 1,0-1 59,0 1 1,0 3 400,0-3-419,0 3 1,0 1 289,0 0-129,0 5 71,5 1 1,-3 5-148,5 0 1,-3 1-97,3 3 1,1 2-5,3 5 1,0 0 21,0 0 0,1 0-16,3 0 1,-2 4-3,6 0 1,-2-2-20,1-5 0,3 1 28,-3-1 0,0-2-2,0 1 1,0-4 138,4 0 0,-1-2-114,-2-1 0,-2-1-37,-3-2 1,-1-4-22,1-4 1,-3 0-13,-3 0 1,-3 0 27,-5 0 1,3-3-15,1-1 1,-2 0-44,-5 4 1,-5-1-153,-6-3 0,1 7 162,-1-3 1,2 7-50,0 0 0,1 3-104,0 1 1,2 5 193,1 2 1,0 3 0,4 1 0,-3 1-64,3 3 0,0-1 12,4 4 0,0-3-61,0 3 1,0-3 4,0 3 1,5-4 0,3 0 0,1-1-105,2-2 1,4 0 49,0 0 0,4-5 58,0-3 0,2-1 167,1-2 0,-4-2-14,0-1 0,0-2 142,0-3 0,-2-1-176,-5 1 1,0-3-11,0-3 1,-4 4 247,1-5 1,-6 5 147,2-4 1,1 1-104,-2 2 0,2 4 60,-1 0 1,-3-1-17,3-3 1,-2 4-71,2 0-286,-3 4 220,4-2-251,0 5 1,-4 5 120,3 2 1,1 0-6,-2 0 0,1 2-65,-4 5 0,0-2-134,0 3 0,0 1-201,0-1 0,0 1 125,0-2 1,0-1 128,0 1 0,0 2 317,0-1 386,-5 0-43,4-4-40,-4-5 1,6-1 257,3-5 1,-2-5-301,6-3 0,-1-1-342,4-2 1,4-4-266,0 0 1,0-3-319,0 3 0,2-3-231,5 3 1,-3-3-831,-1 3 1,-1-1-1671,2 1 3146,1 3 0,-2 1 0,4 6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5.27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95 8095,'-11'-22'317,"0"0"1,5 5 514,2 2 0,3 6 155,1 2-328,0 5 0,3 9-384,1 8 1,3 6 107,-3-7 1,5 7-202,-2 1 0,3 1 0,1 7 1,-4-5-168,0 5 1,-3-4-285,3 3 0,-3-3-350,3 3 0,-4-3-716,1 3 0,-2-4 451,2 0 1,-3-1 883,3-2 0,21-15 0,6-3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5.6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88 88 8095,'0'-17'198,"0"3"1,-1 1 998,-3 2-832,3 0 1,-5 1 4,2 3 1,2 2-379,-5 5 0,0 5-59,0 2 0,-3 3-131,3 1 1,-2 4 140,2 0 0,-2 4-198,6 0 1,-1-2 134,4 1 0,0-1-151,0 2 1,0 0-67,0-4 1,0 0-91,0-4 1,0-4 364,0 0 1,5-4-72,2 1 0,-1-3 21,2-1 1,-2-5 10,1-2 0,3-4 141,-3-4 0,2 3 1,-2-3 1,3 3 204,-3 1 1,0-4-116,0 0 1,-3 0 262,3 4 142,-5 0 1,7 0-186,-5 0 0,-1 4 312,-3 0-268,0 4-458,0-2 104,0 5 0,2 4-160,1 0 0,-2 4 88,3 0 1,-1 1-99,0 2 0,2 0-288,3 0 1,1 4-38,-1 0 1,1 0-193,3-4 1,-5 0 214,0 0 0,3-4 431,1 0 0,6-1 0,-6 2 0,3-3 0,7-15 0,2-2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5.8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66 8095,'-8'-11'0,"2"-1"465,1-3 1,2 7 352,3-3-252,0 7-326,0-1-340,0 5 0,3 5 174,1 2 0,3 7-128,-3 1 0,5 4 122,-2 0 0,-1 1-137,2 3 0,-5-1 89,5 0 0,-5 3-196,5 1 1,-5 0-229,5-4 1,-5 5-104,5 2 1,-6-1-343,2 2 0,-2-6 291,2 2 558,-3-3 0,9-15 0,-4-5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6.1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1 100 8077,'0'-22'418,"0"0"1,0 5-64,0 2 1,5 4 412,2 4 0,3 2-454,1 5 0,1 5-308,3 2 0,1 4 53,2 4 1,2 1-134,-5 2 0,3 3-242,-3-3 1,-2 3 53,-6 1 1,2-1-113,-5-2 1,-6 0-92,-5-4 0,-6 3-429,-2-3 1,-5-4 893,2-4 0,-22-14 0,-7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6.4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287 33 8077,'0'-7'721,"0"-1"-146,0 6-149,-5-8-284,-1 9 0,-5-4-140,0 5 0,0 0 125,0 0 0,0 0-147,0 0 1,0 4-86,0-1 1,3 5-6,1-5 0,3 6-12,-3-2 1,4 0 37,0 0 1,2 0-107,1 4 1,0 0 100,0 0 0,1 0-83,2 0 1,0 4 120,4 0 0,-4-1-56,0-3 106,-1 0 1,-2 1-66,0-1 0,-5-4-81,-3 0 1,-3-4-179,-3 0 0,-4-1 325,-4-2 0,-24-15 0,-7-3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7.6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7 8024,'-5'-7'39,"3"7"-1,-6 8 1,6 2 126,-2 1 0,3 3-133,1 1 0,0 3 4,0-3 1,0 3-151,0-3 1,5 1 77,2-1 0,4-3-111,4 3 1,-2-8 100,6-3 0,-1-3-24,4-1 1,-2 0 64,2 0 1,-4-5-5,4-2 0,0-3 16,-3-1 1,-2 1 118,1 3 0,-4-2 68,0 5 1,-1-3 2,-2 3 0,1 0-90,3 0 1,-3 3-36,3-3 1,-3 3 18,-1 1 1,4 3-122,-1 1-157,1 5 0,-4-3 19,0 5 1,-4-4-210,1 1 0,-5-2-218,5 1 0,-6 3 46,2-3 549,-3-2 0,9-10 0,2-7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7.9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249 1 9264,'-6'7'584,"2"0"-495,3 1 0,1 3-14,0 0 1,0 1-222,0 3 1,0-3 194,0 3 1,0-3-165,0-1 97,0 0 0,0 0 68,0 0 1,-5-1-108,-2-3 0,1 2 110,-2-6 0,0 5 17,-7-5 1,2 5 76,-6-5 1,5 1 149,-5-4 0,1 0-97,-4 0 1,3 0 31,1 0 0,5 0-435,-2 0 0,6 0 75,2 0 348,5 0-220,6 0 0,48-15 0,19-3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8.6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23 7824,'-7'-1'503,"-1"-3"0,5 2 353,-5-6-329,6 6-187,-3-3-171,5 5 1,0 1-19,0 3 0,5 2-108,2 5 1,3 4-207,1-1 0,0 6 59,0-2 0,0 3-40,0 1 1,-3-2-123,-1 2 1,-1-3-250,1 7 0,2-6 102,-5-2 1,3-1-227,-3 2 1,-1-3 280,-3-5 0,0-4 358,0 0 0,0-4 0,-14-28 0,-5-11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8.9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0 7932,'-7'0'452,"0"0"0,4 1 56,0 3-466,-4-3 0,5 5-98,-5-2-195,4-3 214,-2 9-136,5-4 0,0 5 67,0 0 1,5 0-48,3 0 0,1 0-117,2 0 0,4 0-185,0 0 1,3 0 128,-3 0 1,1-4 325,-2-4 0,-1 3 0,17-24 0,0-2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9.2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1 166 8474,'7'-6'263,"0"2"1,1-2-231,3-1 0,0 1 46,0-2 0,0 1-159,0-4 0,-4 0 121,1 0 0,-2 0-122,1 0 1,2 0 25,-6 0 51,1 0 1,-4 0-72,0 0 1,-5 5 16,-2 2 0,-3 3 37,-1 1 1,0 0-14,0 0 0,0 5 2,0 2 1,1 3 15,3 1 0,-2 0-4,5 0 1,1 4-17,3-1 1,0 2-5,0-1 0,3-3-180,1 3 1,6-3-21,1-1 1,0 0-115,4 0 0,-2-1 100,2-3 0,-2 2 254,6-5 0,-5-1 0,5-3 0,-6-5 0,23-40 0,-1-15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09.5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56 7868,'0'-6'524,"0"1"-544,0 5-23,0 5 1,0-3-26,0 6 0,2 0 35,1 7 1,0-3-161,4 3 1,-3 1 113,3-2 0,-4 2-114,0-1 1,2-3 74,-1 3 0,1-3 87,-2-1 1,-1-3 354,1-1 152,-2-5-123,-1 3 0,0-6-235,0-3 0,0-2-73,0-5 0,4-1-153,0-3 0,-1 2-338,-3-6 1,5 5 186,3-5 259,2 1 0,25-33 0,7-8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10.38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12 464 7824,'0'11'-253,"0"0"1,0 0 282,0 0 0,0 0-70,0 0 1,-1 0 110,-3 0 0,3-4 152,-3 1 20,3-1-3,1-1 94,0-1-70,0-5 0,0-5-166,0-2 1,0-3-74,0-1 0,0-1 38,0-3 1,1 2-12,3-6 1,-2 5-13,6-5 0,-2 5-111,1-5 1,3 4 74,-3-3 1,-1 5-94,2-2 1,-2 3 35,1 1 0,3 3-283,-3 1 127,3 5 1,1-3 98,0 5 0,-3 0 45,-1 0 1,-1 5 28,1 2 1,-1 6-6,-2 2 0,-1 0-57,4-4 0,-5 3 16,2 1 0,1 0-19,-1-4 0,4 0-144,0 0 1,-2-4 136,1 1 0,-3-5 45,3 5 0,-3-6-2,3 2 0,0-3-56,4-1 0,0-1-4,1-3 0,-1-2 91,0-5 1,0-1 33,0-3 0,3 3 3,1-3 1,0-1 49,-4 1 0,-4 0 125,0 0 0,0 3-30,0-3 0,-2 3 164,-5 1 0,0 0-55,0 0 1,0 0 142,0 0 0,-1 3-78,-3 1 0,1 4-6,-4 0 0,3 1-207,-3 2 0,3 0 72,-3 0 1,5 2 57,-2 1 1,-1 0-158,1 4 0,-3 2-277,3 5 1,1-1 57,3 1 0,0-1-136,0-2 1,0 0 85,0 0 1,0 1 106,0 3 1,1-3-261,3 3 1,2-7 142,5 0 1,1-2-240,3 1 0,2-2 163,5-5 1,0-1 112,0-3 0,-1-6 153,-3-5 0,3-4 206,-3 1 1,2-2-201,-2 2 0,2-3-105,-5 2 1,-1-1 767,-3-3 1,-1 1-158,-3 0 1,2 4-32,-5 0 0,-1-1-92,-3-3 1,0 0 3,0 0 1,0 4-128,0-1 0,0 6 297,0-2-396,-4 3 1,1 6 159,-4 2-250,4 3 0,-5 2 78,4 3 1,-1 3-201,1 8 0,3-2 0,-2 6 0,1-5-28,2 5 0,0-1 17,0 4 1,4 1-131,0 3 0,4-3-31,0 3 0,1-3-124,2 0 1,0-1 18,0 0 0,4 0-522,0 0 0,0-5-1112,-4-2 1963,0-3 0,0-6 0,0-1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33.5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188 210 8051,'6'-11'207,"-2"0"1,-3 0-1,-1 0 365,0 0 0,0 3-367,0 1 1,-1 5-82,-3-2 1,-2 3-39,-5 1 1,0 5-227,0 2 0,-5 3 113,-2 1 0,-2 5-194,2 2 0,-2-1-70,6 2 1,-1-5 116,4 5 0,1-5-242,3 5 377,2-6 0,6 3-41,3-5 1,2-5 92,5-2 1,4-4 158,-1-4 0,5 2-191,-5-6 0,1 1-333,-4-4 0,3-4-404,-3 1 0,6-1 756,-6 4 0,2-20 0,-2-4 0</inkml:trace>
  <inkml:trace contextRef="#ctx0" brushRef="#br0" timeOffset="821">277 133 10341,'0'11'778,"0"0"-647,0 0 0,3 5-152,1 2 1,4 3 101,0 1 0,-2 0-190,1 0 0,1-4 4,3 1 1,-4-6-347,0 2 1,1-4 147,3-4 1,-4-2 17,0-5 1,-3 0-21,3 0 0,0-5 80,0-2 1,1-4 59,-4-4 0,1 2 60,-1-6 0,-3 2 118,3-1 1,-3-2-5,-1 6 1,1-2-78,3 1 0,-3 3 483,3-3-109,-3 3 43,-1 1-95,0 5-173,0 1 1,0 6 16,0 3 0,0 2 2,0 5 1,4 0-9,-1 0 0,5 0-7,-5 0 0,6 0 36,-2 0 0,4 0 20,4 0 1,-2-1-143,6-3 0,-5 2 33,5-6 1,-2 1-112,1-4 1,3 0 11,-2 0 0,-2-1-232,1-3 1,-4-1 156,0-2 0,-2-4 23,0 0 0,-5 0 66,0-4 0,-4 3 47,0 1 0,-1 0 87,-2 0 1,-2 0-98,-1 0 1,0 5 98,-4 2 0,0-1-42,-5 1 1,1 1 23,0 3 1,0 5 14,0 2 0,4 3 1,0 1 0,3 0 49,-3 0 0,4 0-91,0 0 1,1 1 76,2 3 1,0-3-115,0 3 1,2-3 5,1-1 1,3-4-11,5 1 0,2-2-140,1 1 0,-1-2-38,1-5 0,3 0 101,2 0 1,-2-1 13,1-3 0,-3-2 35,3-5 1,-3 0-5,3 0 0,-4 0-23,1 0 0,-3 0-11,-1 0 1,0 0 81,0 0 300,0 0-404,0 0 0,-4 1-34,1 3-212,-6 2 160,3 5 77,0 0 1,-4 5 103,3 2 1,-3-1-27,-1 1 0,0 2 13,0 6 0,0-3 163,0 3 1,-1 1-99,-3-2 1,2 5 177,-6-5 1,5 2-31,-5-1 1,5-3-82,-5 3 0,6-3 426,-2-1 342,3-5-11,1-1 1,1-6-430,3-3 0,2-3-43,5-8 0,1-2-439,3-5 0,2 0 87,5 0 0,0 0-313,0 0 1,0 0-1325,0 0 0,4 1-1547,0 3 3127,0-3 0,-9 9 0,-1-4 0</inkml:trace>
  <inkml:trace contextRef="#ctx0" brushRef="#br0" timeOffset="1177">1368 56 7602,'0'-12'632,"0"1"0,0 4 70,0 0 139,0 4-258,0-2-336,5 15 0,-3 2-15,6 11 0,-6-1-168,2 0 1,1 5-248,-2 2 0,1 3-136,-4 1 0,0 1-424,0 3 1,4-3 32,-1 3 0,1-4 130,-4-4 1,1-3 579,3-7 0,12-18 0,7-9 0</inkml:trace>
  <inkml:trace contextRef="#ctx0" brushRef="#br0" timeOffset="2014">1644 221 8130,'0'-15'-221,"0"0"355,0 1 0,-2 4 677,-1 3-566,-3 2 1,-6 11-102,1 5 1,0 0-247,0 4 1,0 2 0,0 1 0,2-1-2,1 2 0,2-5 127,2 5 0,3-6-101,-2 2 0,1-3-2,2-1 0,0 0-209,0 0 1,5-5 136,3-2 0,1-3-104,2-1 0,0 0 50,0 0 0,0-1 65,0-3 1,0-2-112,1-5 1,-1-3 151,0-1 1,-4-1 98,0 1 0,-3 3 12,3-3 1,-4 2 216,0-2 0,-1 3 85,-2-3 1,0 3 83,0 1 4,0 0-329,0 0-16,0 5 1,0 2 14,0 8 0,0 2-20,0 5 0,0 0-22,0 0 1,0 1-119,0 3 0,1-3 66,3 3 0,-2-3-133,5-1 1,-3 0 82,3 0 1,1 0-160,3 0 1,0-5 50,0-2 1,0 1 80,0-1 1,4-1-105,-1-3 0,0-1 176,-7-3 0,3-2-1,-3-5 1,2 0-4,-2 0 1,2-1 135,-6-3 0,1 3 267,-4-3 0,4 2-95,-1-2 1,1 3 24,-4-3 1,0 3 203,0 1-370,0 0 1,1 1 516,3 3 0,-3 0-147,3 4 0,-2 2-543,2-3 0,-3 4-17,3 4 1,2 3-5,1 8 1,-1-2 1,2 5 1,-4 2-146,3 6 1,-1-2 96,1 6 0,3-5 33,-3 5 1,2-4-3,-2 3 0,2-5 16,-5 2 0,3-3-79,-3-1 1,1-1-158,-2-2 1,-2-3 64,3-5 205,-3-5 261,-1-1-328,0-5 1,0-5-182,0-3 0,0-1 21,0-2 1,-1-4-238,-3 0 0,2-3 426,-5 3 1,3-4 61,-3 0 0,-1-5 233,-3-2 0,4-1-49,0 1 0,-1-1 195,-3-2 1,1-7 60,3 3 1,-2 1 252,6 3 1,-1 5-285,4-2 0,1 4-8,3 3 1,6 3-412,5 5 1,5 5-101,2 3 1,2 3-151,5 3 1,-3 5 170,3 6 0,-8 0-2,1 4 0,-5-3 36,-2 3 0,-2 1 37,-9 3 1,0-4-115,-4 0 1,-5 1 23,-3 3 0,-3-5-402,-3-2 1,-3-2-123,-5 2 1,0-6-356,-1 2 0,-1-7 986,2 4 0,-7-20 0,5-2 0</inkml:trace>
  <inkml:trace contextRef="#ctx0" brushRef="#br0" timeOffset="2361">2437 22 8105,'0'-7'812,"0"0"-502,0 4 1,-1-2-154,-3 5 0,2 0 204,-5 0-400,-1 0 0,-3 0 87,0 0 0,1 2-85,3 1 1,-2 0 13,6 4 1,-5-3-397,5 3 350,-1 0 1,4 4-104,0 1 1,0-1 205,0 0 1,0 0-13,0 0 1,5 0 34,2 0 1,2 0 182,-2 0 1,3 0-86,-3 0 0,3 0 121,1 0 0,0 0-56,0 0 1,-3 0-173,-1 0 1,-5 0-167,2 0 0,-4-1-43,-4-3 0,-3 2-382,-8-6 1,-2 5-54,-5-5 1,0 1-1041,0-4 1636,0 0 0,-5-15 0,-1-3 0</inkml:trace>
  <inkml:trace contextRef="#ctx0" brushRef="#br0" timeOffset="2518">2757 298 8131,'5'-11'574,"1"0"0,1 5 2219,1 2-1860,-6 3-933,-2 6 0,-21 21 0,-8 9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32.3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11 272 10040,'7'0'2582,"1"1"-2289,-4 3 0,1 3-245,-2 8 0,-1-2-133,1 5 1,-1-3-347,-2 4 1,0-1-148,0 4 0,0-4-576,0 1 1,0-5 1153,0 5 0,-20-1 0,-5 4 0</inkml:trace>
  <inkml:trace contextRef="#ctx0" brushRef="#br0" timeOffset="153">67 172 8070,'-4'-22'178,"0"0"0,1 2 354,3 1 1,0 3-827,0 5 0,1 1 123,2 3 1,0 2-207,4 5 0,1 0 377,3 0 0,14 15 0,5 3 0</inkml:trace>
  <inkml:trace contextRef="#ctx0" brushRef="#br0" timeOffset="400">320 40 8071,'0'-11'802,"0"0"1,0 4 975,0-1-592,0 6-548,5 2 0,1 10-145,5 4 0,-3 6-174,-1-2 0,0 3-152,4 1 0,-1 5-120,-3 3 1,2 1-113,-5 3 0,-1-1-408,-3 0 0,0 0-782,0 0 1,0-4 256,0 1 1,-3-3-111,-1-2 0,-1 0-142,1-10 291,3-1 959,-4-8 0,25-25 0,4-12 0</inkml:trace>
  <inkml:trace contextRef="#ctx0" brushRef="#br0" timeOffset="557">276 250 8057,'-7'-11'782,"-1"0"199,6 0 0,2 1-712,7 2 0,8 3-383,3 5 0,7 0-311,1 0 0,3 0 425,-3 0 0,29 10 0,4 3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0:11.3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254 110 8196,'0'-7'1128,"0"-1"-466,0 0 1,0 4-261,0 4 0,0 5-186,0 6 0,-4 5-42,1 2 0,-6 4-32,2 4 1,-3-3-234,-1 3 1,0 1-25,0-1 0,0-1-367,0-3 0,0 3 16,0-3 0,0 1-324,0-8 1,3-2-398,1-5-95,5 2 1282,-3-9 0,0-26 0,-1-11 0</inkml:trace>
  <inkml:trace contextRef="#ctx0" brushRef="#br0" timeOffset="172">22 198 8196,'-6'-16'0,"-2"4"0,4-3 776,2 3-64,0 6-455,2-4 0,2 9-84,1-3 1,3 7 29,5 0 0,1 7-26,-1 1 1,1 1-14,2 7 1,0-1-67,4 4 1,-4 0-282,0 0 1,2 0-561,-1 0 1,0 2 16,-4 1 1,0-3-1151,0 1 1876,0-1 0,-15-10 0,-3 4 0</inkml:trace>
  <inkml:trace contextRef="#ctx0" brushRef="#br0" timeOffset="348">22 330 8196,'-11'-4'1294,"5"-3"1,1 0-550,5 0-782,0 4 0,9-2-449,2 5 1,7 0 89,1 0 0,6 0 396,5 0 0,22 4 0,11 2 0,6 0 0,-1 0 0</inkml:trace>
  <inkml:trace contextRef="#ctx0" brushRef="#br0" timeOffset="1301">596 220 8087,'0'-11'95,"0"0"0,0 0 913,0 0-422,0 0 30,0 5-263,0-4-324,0 9 117,0 6 1,0 3-219,0 11 0,3-1 53,1 4 1,0 0-170,-4 0 0,3 4-84,1 0 0,0-1 136,-4-2 0,0-1-31,0 0 1,-1 0 102,-3 0 0,1-1-4,-4-3 0,5-2-25,-2-5 0,-1-4 233,1 1-178,1-6 0,3-2 17,0-7 1,0-3-225,0-1 0,0-5 116,0-2 0,3-3 107,1-1 0,1-4-5,-1 0 1,-3-3 71,3 3 0,0-1-10,0 1 0,3 0 252,-3-4 0,3-1-145,-3 6 0,5 0-6,-2 7 0,3 2-85,1 5 1,0 5 33,0 2 1,1 4-10,3 4 1,-2 3-21,6 8 1,-5 3-16,5 8 1,-6-2-41,2 6 0,1-2 13,-1 1 0,-1 2-28,-3-5 1,0-1-129,0-2 1,-1-1-635,-2 0 0,0-2 60,-4-1 716,-1 2 0,-17-19 0,-5 2 0</inkml:trace>
  <inkml:trace contextRef="#ctx0" brushRef="#br0" timeOffset="1465">673 364 8087,'-1'-8'224,"-3"1"1,3 3 1021,-3-3-988,3 4 1,6-5-314,2 4 1,3 0-235,1 4 1,5 0-630,2 0 0,3 0 504,1 0 414,0 0 0,39-4 0,10-3 0</inkml:trace>
  <inkml:trace contextRef="#ctx0" brushRef="#br0" timeOffset="2286">971 264 8532,'6'11'156,"-3"0"0,2 2-283,-1 1 1,5 0 26,-2 4 0,-1 1-12,1 3 1,1 0 233,3 0 0,-4-4 91,0 0 86,1-4 416,3 2-400,0-10 1,-1-6-253,-3-7 0,-1-4-91,-2-4 0,-3 1 28,3-4 0,1 0-251,-2-4 0,1 0-73,-4 0 1,4 3-330,-1 1 0,6-1 245,-2-3 0,-1 5-40,2 3 1,-2 1 447,1 2 0,3 1 0,-3 3 0,-2 2 0,1 5-85,-2 0 84,-3 0 1,5 5 104,-2 2 0,-3 0 325,3 0 1,1 0-145,-2 4 0,5-3-30,-5-1 0,6-1-147,-2 1 1,3 3-107,1-2 0,0-4 20,0 0 1,4-3 30,0-1 0,-1 0-165,-3 0 0,0 0 105,0 0 0,0-3-9,1-1 1,-1-5 30,0 2 0,-4-3 5,0-1 1,-4-3 16,0-1 1,-1 0-49,-2 4 1,-5 0-3,-3 0 1,-1 0 35,-2 0 1,-2 5-4,-1 2 1,1 3-78,-1 1 1,1 5-133,2 2 1,0 4 124,0 4 1,0-1 107,0 4 1,5-3 1,2 3 0,0-1-73,0 1 1,0 3 40,4-2 1,1-2-18,3 1 0,-1-1 19,4 2 1,1-3-109,7-5 0,-1-4-253,4 0 1,-4-4 173,0 0 0,2-3-67,-1-3 0,4-3 277,0-5 1,-3-2-30,-2-1 0,-1 0 200,-2-4 1,0 3-120,0-3 1,-4 1 116,0-2 0,-3 2 34,3 2 0,-3 3 169,4-3 0,-6 0-87,2 0 0,-3 4 44,-1 3-90,5 1-337,-4 1 1,5 1 365,-2 5-364,-3 0 0,4 5-253,-5 2 0,0 4 171,0 4 1,0-1 110,0 4 1,0-3 39,0 3 1,0 0-20,0 4 0,0 0 21,0 1 1,-4-1-4,1 0 1,-1 0 2,4 0 0,-4-1 200,1-3 0,-1-2 755,4-5-87,0 0-286,0-5 1,0-4-124,0-9 0,1-1 156,3-11 1,2 1-459,5-4 1,0 0-879,0 0 1,1 0-368,3 0 1,-2-1 272,6 1 0,-5 0-1773,5 0 2574,-6 5 0,33 6 0,1 6 0</inkml:trace>
  <inkml:trace contextRef="#ctx0" brushRef="#br0" timeOffset="3127">1985 330 8087,'-11'-17'795,"0"1"-406,0 5 0,5 0 56,2 0 0,-1 0-41,1 0 1,-3 4 192,3 0 0,-1 4-352,2-1 1,0 3-260,-4 1 0,0 0-2,-4 0 1,0 5-229,0 2 0,0 7 145,-1 1 1,1 3-213,0-3 0,4 3 41,0-3 1,1 3-5,-2-3 0,2 3-46,2-3 1,3 1 44,-2-1 0,1-3-121,2 3 1,5-7 145,3-1 0,-1-4 38,4 1 1,-2-3 165,5-1 0,2-5-100,-1-2 0,3-3 171,-3-1 0,1 0-67,-1 0 0,-3-4 48,3 0 0,-3-1-17,-1 2 1,-1 1 159,-3-1 1,3 1-19,-3 2 0,-2 4 143,-1 0 1,1 3 100,-2-3-322,1 4 1,-4 0 32,0 6 1,0 3 13,0 5 1,0 0-98,0 0 0,0 2-39,0 1 1,0 0-190,0 4 0,0-3 78,0 3 0,0-4-162,0 0 0,1-1 143,3-2 1,-2 0-111,6 0 0,3-1-1,3-3 0,2-2 115,-1-5 0,1 0 54,2 0 1,2-1 92,-5-3 1,3-2 14,-3-5 0,3-1 53,-3-3 1,-1 3 76,-3-3 1,0 3 5,0 1 0,0-4 292,1 0 0,-5-1 221,0 2 0,-4 1-212,0-1 1,2-2 44,-1 1 0,0 0-88,-4 4 1,-2 4-149,-1 0 1,0 1-99,-4-2 1,3 2-130,-3 2 0,0 3-367,-5-3 0,1 3 223,0 1 0,0 4-260,0 0 0,0 3 116,0-3 0,4 4-44,0 0 1,1-2 137,-2 1 0,0-3-182,4 3 36,0 0 56,4 4 173,0 0 1,1-1-8,3-2 1,-1 0-3,4-4 0,0 3-19,4-3 0,4 4-64,0 0 0,-1-2 149,-3 1 0,2-3 146,1 3 0,-1-1-56,1 2 1,-1 2 126,-2-3 0,-2 4 415,-1 4 0,0-3-107,-4 3 1,0 0 107,-4 0 0,-5 4-275,-3-5 1,-3 5-72,-3-5 1,-3 1-232,-5-4 0,-5-1-328,-3-3 0,3 2 93,1-6 0,3 1-177,1-4 0,1-5-1810,3-2 2201,2-3 0,15-16 0,2-3 0</inkml:trace>
  <inkml:trace contextRef="#ctx0" brushRef="#br0" timeOffset="3494">2459 408 8087,'11'0'233,"5"0"1,0 0 409,2 0 1,-2 0-147,-5 0 0,0-2-194,0-1 0,0 0-27,0-4 0,0 3-104,0-3 1,-1 3-197,-3-3 0,3 1-2,-3-2 1,2-1-305,-2 1 1,0 0 78,-4 0 1,-2-1-701,3 1 632,-3-2 1,-2 1 5,-3 1 0,-2 0 250,-5 4 1,0 0 53,0 4 1,-3 0 251,-1 0 0,-1 4-26,1 0 1,-1 4 321,-2 0 1,1 1-61,2 2 1,3 4 179,-3 0 0,3 1-229,1-2 0,1 0-165,3 4 0,2-3-107,5 3 1,5 0-9,2 0 0,9 1-127,6-4 0,3-4 176,8-3 0,-3-6-62,7 2 0,-3-3-2071,-1-1 1934,0-5 0,25-35 0,6-14 0</inkml:trace>
  <inkml:trace contextRef="#ctx0" brushRef="#br0" timeOffset="4320">3197 198 8086,'-9'1'520,"1"3"0,0 3-96,4 8 0,-4 2-253,0 5 0,2 4-57,-1 0 1,1 7-262,-2-4 0,-2 6-14,3-6 0,1-1-345,-1 2 1,4-7 133,-1-1 1,3-1-892,1-7 516,0-4 747,0-5 0,0-6 0,0-3 0,0-3 0,0-8 0,0 2 0,0-6 0,0 1-54,0-4 0,0 0 60,0 0 0,1 0 170,3 0 1,-3 0 346,3 0 0,-2-1-54,2 1 1,-1-3-127,4-1 1,0-3-128,4 3 0,0 0-51,0 4 0,4 5-11,0 2 0,3 3 12,-3 1 0,4 5-163,0 2 1,-2 3 69,1 1 1,-3 5-159,3 2 0,-4 4-23,1 4 1,-8-2 49,-3 6 0,-3-5 13,-1 5 0,-5 0-32,-2 7 1,-8-4-213,-3 0 0,0 0 6,0-3 1,3 0-238,-3 0 1,3 0 64,-3-4 0,4 0-388,0-4 843,6-5 0,33-16 0,12-8 0</inkml:trace>
  <inkml:trace contextRef="#ctx0" brushRef="#br0" timeOffset="4592">3517 297 8777,'-10'11'599,"3"0"1,-3 2-649,3 1 1,-2 2 112,2 3 1,-2 2-158,6-3 0,-5 3 67,5 1 1,-1-1 180,4-3 0,1 2-17,3-6 1,3-4 99,8-6 0,-2-3 257,6-1 1,-4-5-95,3-2 1,-5-8-308,2-3 1,-4 0-342,-4 0 1,2-3-192,-5-1 1,-1-1-557,-3 8 1,0-3 420,0 3 0,0 0 573,0 4 0,-9 5 0,-4 1 0</inkml:trace>
  <inkml:trace contextRef="#ctx0" brushRef="#br0" timeOffset="4876">3782 308 8086,'0'-6'868,"0"0"-146,0 3-601,0 1 91,0-3 0,0 7-77,0 1 1,-5 3-65,-2 5 1,0 4-216,0 0 0,1 4-356,-1 0 1,-2 2 291,5 1 0,1-2 4,3-1 1,1 0 152,3-4 1,2 0 262,5-4 0,3-5-79,1-2 0,3-3 229,-3-1 0,1-6 47,-1-5 1,-3-1 352,3-7 1,-8 1-529,-3-4 0,1 3-389,-2 1 0,0 4-1298,-7 0 1,2 2 1452,-6 1 0,-19-1 0,-8 1 0</inkml:trace>
  <inkml:trace contextRef="#ctx0" brushRef="#br0" timeOffset="5142">4002 88 8074,'1'-7'0,"3"-1"0,-1 6 0,4-2 0,-3 3 607,3 1 1,-3 1 861,3 3 1,-5 3-1195,2 8 1,1 3-95,-1 8 1,-1 2-156,-3 5 1,0 0-200,0 0 1,0 4-456,0 0 0,0 0 160,0-4 1,0-2-435,0-1 0,-1-4-443,-3-8 5,3 3 1340,-4-14 0,30-31 0,5-19 0</inkml:trace>
  <inkml:trace contextRef="#ctx0" brushRef="#br0" timeOffset="5309">4212 253 8025,'5'-11'2521,"-4"5"-2082,9 1 0,-9 6-35,3 3 0,-3 2-239,-1 5 0,0 4-178,0 0 1,0 4-770,0 0 0,0 0 16,0 0 1,0 1-424,0-1 1,0-3 1188,0-2 0,0 4 0,0-1 0</inkml:trace>
  <inkml:trace contextRef="#ctx0" brushRef="#br0" timeOffset="5817">4201 99 8071,'0'-22'659,"0"5"1,0 2 162,0 3-633,0 1 40,0 5-294,0 1 0,3 6-2135,1 3 2200,0 2 0,1 34 0,1 8 0</inkml:trace>
  <inkml:trace contextRef="#ctx0" brushRef="#br0" timeOffset="6569">4366 275 7844,'6'11'1303,"-1"2"-725,-5 1 0,0-1-260,0 1 1,1 3-210,3 2 0,-3-2-187,3 1 1,-3-1 80,-1 2 0,0 0-441,0-4 375,0 0 0,0-4 204,0 0-141,0-5 0,0-2-10,0-8 0,0-2-4,0-5 0,0 0-226,0 0 1,0-4-31,0 0 0,5-4 178,2 0 0,3-1 30,1-2 0,0 3-26,0 1 1,0 1-28,0-2-1,4 0-82,0 4 1,-1 4 139,-3 4 0,0 4-33,0 0 68,0 1 1,-1 7 85,-2 3 1,-3 5 18,-5 2 1,3 4-115,1 0 0,0-3 10,-4-2 0,3 2-34,1-1 1,1 0 6,-2-4 0,4 0-12,4 0 0,0-5-106,0-3 0,3-1 84,1-2 0,3 0-25,-3 0 0,5-5 157,-2-3 1,-1-1-1,2-2 0,-2-2 179,1-1 0,2-2-135,-6-3 0,5 0 110,-4 4 1,-1-4-78,-3 0 0,-3-2 176,-1-1 1,-5 4-99,2 0 0,-3 3 193,-1-4 124,0 6-442,-5-3 1,-4 10-131,-6 2 1,0 3 140,4 1 1,0 6-98,0 5 0,-2 0 11,2 4 1,-3 1-146,7-1 1,2 3-22,1-3 0,3 3-169,1-3 1,0 4-178,0 0 1,0 0 194,0 0 1,1 1 123,3-1 1,1 2 108,2 1 1,2 3 165,-6 1 0,5 0-128,-5-4 1,1 4 132,-4-1 0,-1 0 72,-3-7 1,-2 3 218,-5-3 0,-5-2 334,-2-1 0,-3-3-243,-1-1 1,-1-5-100,-3-2 1,3-3-303,-3-1 1,4 0-335,3 0 1,4-5 74,4-2 0,4-3-229,4-1 0,6-3-873,5-1 0,3-4 40,3 5 1249,4-6 0,62-21 0,-32 14 0,0 1 0</inkml:trace>
  <inkml:trace contextRef="#ctx0" brushRef="#br0" timeOffset="6734">5127 463 8464,'7'-4'1279,"0"0"1,-3 1-1230,3 3 1,-3 0-1581,3 0 1025,-4 0 505,7-5 0,-4-11 0,5-7 0</inkml:trace>
  <inkml:trace contextRef="#ctx0" brushRef="#br0" timeOffset="6854">5160 286 7454,'0'-6'-383,"5"6"1,1 6 0</inkml:trace>
  <inkml:trace contextRef="#ctx0" brushRef="#br0" timeOffset="7477">5535 99 8361,'0'-6'1272,"0"1"0,0 14-1044,0 2 0,0 12-86,0 3 0,0 5-138,0 6 0,0 2-656,0 5 0,-2 1 364,-1-1 1,0-4-674,-4 0 0,3-2 383,-3-1 1,3-6-196,-3-13 773,4-2 0,-1-24 0,4-6 0</inkml:trace>
  <inkml:trace contextRef="#ctx0" brushRef="#br0" timeOffset="8177">5546 176 7860,'11'-11'-665,"5"-2"831,2 2 1,-1-2 477,1 10 0,-3-1-341,4 4 1,-2 1-165,1 3 1,-2 2-230,-5 5 0,-1 4-21,-3-1 0,-2 5-44,-5-4 1,0 3 144,0-3 1,-5 4-79,-2 0 1,-3-3 113,-1-2 0,-4 2-59,1-1 1,-1 1 10,4-2 0,0-1-73,0 1 1,3 0-128,1 1 1,3-2 83,-3 5 1,5-4-106,-2 1 1,4-3 70,4-1 1,2 0 5,5 0 0,5-5 123,2-2 0,3-3 206,1-1 0,1-1-193,3-3 1,-2-2 4,6-5 1,-6-5 144,2-2 0,-1 0-205,0 0 1,-3 3 7,0-3 1,-1 3 23,-6-3 0,0 4-19,-4 0 0,-2-2 85,-1 1 1,-2 2 174,-2 5 0,-3-1 177,3 1-249,-8 3 1,-2 0 134,-5 5 0,-4 2-94,0 1 0,-1 5 97,2 6 0,1-1-53,-1 1 1,1 2 8,2-1 0,2 3-112,1-3 1,0 1-3,4-1 1,0-2-165,4 5 1,0-4 53,0 1 1,2-3-32,1-1 1,5 0-24,6 0 1,0-5-137,4-2 1,2-3-21,6-1 1,-2-5-233,5-2 1,0-4 107,0-4 0,2-2-51,-6-5 0,5-4 395,-5 0 0,1 1-26,-4 3 0,-1-4 59,-3 0 0,2-3 16,-5 3 0,-1-1 290,-3 1 1,-3 3-51,-1-3 1,-1-1 138,2 2 0,0 0-113,-4 7 0,3-2-116,-3 5 0,0 4-211,-4 4 209,0 5-100,0 7 1,-2 7 51,-1 10 0,-2 0 101,-3 0 1,-1 1-119,1 3 1,-2 2 126,-1 5 0,4-3-231,0-1 1,1-3 30,-2 3 0,0 0-194,4 5 0,-3-6-86,3-3 0,0 2-371,4-1 0,0 0 256,0-4 0,0-5-162,0-2 1,0-7-10,0 0 511,0-6 0,5-21 0,1-12 0</inkml:trace>
  <inkml:trace contextRef="#ctx0" brushRef="#br0" timeOffset="8630">6207 353 8127,'0'-12'226,"0"5"173,0 0 1,0 3-216,0-3 1,5 3-7,2-3 1,4 3-29,4-3 1,2 3-162,5-3 0,0 3 156,0-3 0,0 3-116,0-3 0,1 4-126,-1 0 1,-2 1 1,-1 2 0,-3 0-38,-5 0 1,-4 4 110,0 0 0,-4 5 5,1 2 0,-3 1 7,-1 2 1,-4 3 15,0 2 0,-3 2-76,3 1 0,-3-4-2,3 0 1,1-3-146,3 3 1,-4-4 65,0 1 1,1-3 109,3-1 0,0-4 51,0 1 1,5-6 160,2 2 1,3-4-184,1-4 0,0-2 112,0-5 1,3-1-42,1-3 1,1 1 14,-1-4 0,-3 3 21,3-3 0,1 1 21,-2-2 0,1-1 128,-4 1 1,0 3-111,0 2 0,0 1 152,0 2-132,-5 5 44,4 1-122,-9 5 1,4 5-3,-5 3 0,0 3-79,0 3 0,0 0-86,0 4 0,-3-3-255,-1 3 0,0-4-59,4 0 0,-1 2-277,-3-1 1,3 0 134,-3-4 1,3 0-780,1 0 1326,0 0 0,10-25 0,2-5 0</inkml:trace>
  <inkml:trace contextRef="#ctx0" brushRef="#br0" timeOffset="8912">6880 275 7488,'6'0'2146,"-1"2"-1702,-5 1 0,0 3-189,0 5 1,0 0-64,0 0 1,0 5 15,0 3 0,-2 2-42,-1 1 1,0-2-116,-4-1 0,4 0 169,0-4 0,-2 3 320,1-3-193,1 0 1,3-8 405,0 1 495,0-6-946,0-7 0,1-3-229,2-11 0,4 1-423,4-4 1,0 0-224,0 0 0,1 0-530,3 0 1,-2 0 494,5-1 0,-3 3-339,4 1 1,-1 0 946,4 4 0,29 10 0,8 6 0</inkml:trace>
  <inkml:trace contextRef="#ctx0" brushRef="#br0" timeOffset="9431">7199 319 7871,'0'-11'-628,"2"2"1350,1 1 1408,-2-2-717,4 9-1052,0-4 0,-4 7-127,3 1 0,-3 3-164,-1 5 1,0 2-198,0 1 0,0 0 6,0 4 1,0-1-260,0 2 1,0 2 283,0-3 0,0-2-101,0-1 0,0 0-1086,0 0 557,-5 0 506,4-4 1,-5-1-113,2-3 280,3-2 0,-4-10-24,5-2 0,0-3 167,0-1 1,4-4-52,0 0 1,4-4 64,0 0 1,0-1 25,-1-2 1,7 3 151,-3 1 1,4 1-163,-1-2 0,2 0-57,3 4 0,2 2 12,-3 5 1,1 0 44,0 4 1,0 0-3,-4 4 0,0 5-197,-4 3 0,0 6-217,0 5 1,-5 1 10,-2 2 1,-3 1-109,-1-1 0,-4 0-177,1 0 0,-1-4 187,4 0 0,0-4 382,0 1 0,10-3 0,2-1 0</inkml:trace>
  <inkml:trace contextRef="#ctx0" brushRef="#br0" timeOffset="9737">7784 253 8019,'0'-7'826,"0"0"-576,0 4 1,-2-2-360,-1 5 1,0 1 231,-4 3 0,-2-1 45,-5 4 1,1 0 27,-1 4 1,1 2 10,2 1 0,0-1-351,0 1 0,5-2 36,3-1 0,1 1 5,2-1 0,2 0 59,1 0 1,3-2-115,5-1 0,2 2 171,1-3 0,-1 3 103,1 1 1,-1 0 173,-2 0 0,-2 0-96,-1 0 0,-3 0 76,-5 0 1,-2 1-69,-1 3 1,-8-3-96,-8 3 1,-5-4-363,-2-4 1,-1 3-1212,1-3 1466,3-2 0,1-5 0,6-6 0</inkml:trace>
  <inkml:trace contextRef="#ctx0" brushRef="#br0" timeOffset="10088">8423 132 8041,'1'-17'149,"3"2"1,-2 4 310,6 4 1,-5 2-31,5 5 1,-5 5-140,5 2 1,-6 4 53,2 4 1,-3 3-143,-1 8 0,0 2-159,0 5 1,0 0 46,0 0 1,0 0-96,0 1 1,0 2-230,0 1 1,0 3-613,0-3 1,0-4 154,0-3 0,0-10 690,0 3 0,-10-33 0,-2-5 0</inkml:trace>
  <inkml:trace contextRef="#ctx0" brushRef="#br0" timeOffset="10737">8269 253 8041,'0'-11'-181,"0"0"1,1 0 898,3 0 1,2 0-354,5 0 1,6 0-365,5 0 0,1 4 75,7-1 1,3 1-230,3-4 1,1 5 147,-4 2 0,-5-1 41,-2 2 1,-3-1 41,-1 4 0,-8 5-47,-3 2 1,-7 4-136,-1 4 0,-1 2 180,-2 5 1,-5 0 11,-3 0 1,2 2-59,-1 1 0,3-1-3,-3 1 1,4 2-83,0-1 0,1-4-172,2-4 0,4-1 107,0 2 1,4-4-92,0-8 0,1-2 44,3-5 0,2 0 18,1 0 0,0-5-146,-4-2 1,3 0 42,1 0 0,3 0-84,-3-4 1,3 0 185,-3 0 1,4 3 11,-5 1 0,1 1 201,-4-2 0,0 4-13,0 4 0,-4 0 47,1 0-42,-6 0 1,7 1 251,-6 2 0,1 4-99,-4 4 1,0 0 55,0 0 0,0-4-98,0 0 1,1 1 102,3 3-221,2 0 0,5-1-3,0-3 1,0-1-3,0-2 0,1-3-144,3 3 0,-3-3 21,3-1 0,1-1-32,-1-3 1,3-2-146,-3-5 1,3 0 68,-3 0 0,3 0-157,-3 0 1,0 0 210,-4 0 1,0-4 25,0 0 1,0 1 251,0 3 0,-5 0-86,-2-1 0,-3 5 36,-1 0 0,-5 4 198,-2 0 1,-7 1 249,-1 2 0,1 5-22,3 3 1,-4 3 183,0 3 1,2-1-270,5 1 0,2 0 8,3 1 1,1-3-123,-1 2 1,6 0-40,5 1 0,3-4-210,3 0 1,5 0 98,7-4 0,2-2-125,5-1 0,0-3-429,0-1 0,0-1-827,0-3 0,-5 2 700,-2-6 510,-8 1 0,8-24 0,-3-4 0</inkml:trace>
  <inkml:trace contextRef="#ctx0" brushRef="#br0" timeOffset="11591">10110 364 8054,'6'-11'0,"-2"-1"146,-3 1 0,-1 4 305,0 0 0,0 3 130,0-3-434,-5 4 0,-1-2-163,-5 5 1,-4 5 79,0 3 0,-3 5-223,3 2 1,-3 4 111,3 0 1,-3 0-175,3 0 1,0 2 108,4-3 0,0-1-177,0 1 1,5-4-318,3 1 180,1 2 364,2-5 1,5-1 35,3-7 1,1-4 73,2-4 0,4-2-13,0-5 0,1-1 201,-2-3 0,-1 2-70,1-6 1,2 2 152,-1-1 1,0-2-35,-4 5 0,3-3-91,1 3 1,-1-3 16,-7 3-36,3 0-44,-4 4-121,0 5 0,-2 3-197,-8 6 0,1 3 114,-4 5 0,3 4-113,-3 0 0,5 4-27,-2 0 1,-1 0-91,1 0 1,1 2-353,3-3 0,0-1 201,0 2 1,0-6 453,0 2 0,19-8 0,6-2 0</inkml:trace>
  <inkml:trace contextRef="#ctx0" brushRef="#br0" timeOffset="12408">10308 319 8054,'0'-11'1012,"0"0"-813,0 0 167,0 5-260,0 1-34,0 15 0,0 1-135,0 8 0,0 1 143,0-1 1,0-2-81,0 1 1,4 1 7,0 3 1,0-4-297,0 0 0,-1-4 58,4 1 0,-3-3-29,3-1 1,-3-1 215,3-3 0,-3-2-19,3-5 0,-1-1 13,1-3 1,3-2-63,-2-5 0,1-5 4,2-2 1,-3 0 63,-1 0 1,-1 1 4,2-1 0,0-2-31,-4 5 0,3-3 97,-3 3-17,0 0 1,-3 6-50,2 1 220,-1 3-127,3 5 1,-5 5 359,0 3-361,0 1 1,0 6 18,0 0 1,0 0 26,0-4 1,4 0-14,4 0 0,2-4-24,1 0 1,0-1-50,0 2 1,3 0-11,1-4 1,1 0 9,-1-4 0,1 0-101,2 0 1,2-5 53,-6-3 0,5-1-20,-5-2 1,1 0-63,-4 0 0,-4-4 82,1 0 0,-6 1-11,2 2 0,-4 1 28,-4 0 1,2 0 1,-6 0 0,0 5-38,-7 3 0,3 1 8,-3 2 0,3 2 66,1 1 0,1 3 1,3 5 0,-2 4 5,6 0 0,-5 1 5,5-2 1,-1 0 76,4 4 1,0-1-155,0 2 1,0 0 4,0-4 0,5 1-7,2-1 0,3-3-137,1 3 1,0-7 96,0 0 0,1-6-33,3 2 0,-3-3 79,3-1 0,1-9-17,-2-2 1,1-3 223,-4-1 0,0 1 8,0-4 0,-1 3 30,-3-3 1,3 5-175,-2-2 0,-2 1 19,1 0 1,0 3-67,4 0 1,-3 0-11,-1 3 0,0 2 29,4-1 0,-3 4-104,-1 0 1,-3 1 70,3 2 0,-4 5 59,0 3 1,-1 1 90,-2 3 0,0-1-67,0 0 1,0 3 19,0 1 0,-2 3-6,-1-3 0,1 1 94,-1-1 0,-2 1-92,1 2 0,0-2 11,4-5 0,0 0 170,0 0 499,0 0 602,0-5-891,0-1 0,5-14 36,3-2 1,2-6-327,1 3 1,1-7-259,3-1 0,0 0 208,4-4 1,2 6 227,-3 2-348,3 0 0,50-14 0,12-3 0</inkml:trace>
  <inkml:trace contextRef="#ctx0" brushRef="#br0" timeOffset="13500">11378 353 8094,'0'-12'0,"0"1"898,0 0-50,0 0-268,0 0-399,-5 0 0,-2 5-110,-4 3 0,-1 6 43,-2 5 1,1 1-279,-1 2 0,-2 4 130,1 0 0,0 1-155,4-2 0,4 0-90,0 4 1,4-4 2,-1 0 1,3-1-99,1-2 1,0 0 139,0 0 1,0-4 107,0 0 1,1-4-6,3 1 1,2-3 19,5-1 1,4-1 6,0-3 1,-1-2 10,-3-5 1,2 0 176,1 0 0,-5 0-26,2 0 1,-3 0 60,3 0 0,-3 3-36,-1 1 1,-3 1 22,3-2-99,-4-1 1,2 6 44,-5-4-39,0 4 1,0 0-16,0 6 0,0 4-19,0 4 0,0-3-2,0 3 1,3-2-3,1 5 0,3-1-6,-3-2 0,5 0 0,-2 0 0,-1-4 18,1 0 1,1 0-1,3 0 0,3-2 106,1-5 1,5-1-45,-2-3 1,3 0 126,1-7 0,0 1-71,0-8 0,1 3 151,3-3 0,-6 0-86,2-4 1,-6 3 114,2 1 1,-8 1-127,1-2 1,-8 0 8,1 4 0,-3 0-12,-1 4 0,-5 0 3,-2 0 1,-3 4-148,-1 0 0,-1 4-3,-3-1 1,3 3-197,-3 1 96,3 5 1,1 2-159,0 8 1,5-3-24,2 3 0,3-1 81,1 0 0,0 0 117,0 4 1,0 0-45,0 5 1,0-1-7,0 0 1,0 0 73,0 0 1,0 1 138,0 3 1,0-2-98,0 6 0,0-6 136,0 2 0,-1 0-74,-3-4 1,-1 1 135,-2-8 1,-4-1 126,0-3 1,0-5-106,-4-2 0,-1-4-221,2-4 0,0-2-115,7-5 0,-2-3-317,5-1 0,1-3 18,3 3 0,0-1-271,0 1 0,6 2 319,5-6 0,1 6 375,7-2 0,-5 3 0,5 1 0,-1-4 0,4 0 0,0 2 0,0 6 0,0-3-106,0 3 0,4-2 61,0 2 0,-1-2 286,-3 5 1,1 1 481,-1 3 0,0-2-307,0-1 0,0 2 42,0-3 0,-4 3-118,1 1 0,-1-2-214,4-1 1,-1 0-88,-3-4 1,2 3 77,-6-3 1,5 0-68,-4-4 1,-2 3-10,-6 1 1,2-1-187,-5-3 1,3 0 14,-3 0 1,-1 4-156,-3 0 0,-5 1 112,-2-2 1,-3 2-100,-1 2 0,-1 3 272,-3-2 0,2 3-11,-6 3 1,5 0 177,-5 4 0,5 0 70,-5 4 0,6 2 443,-2 1 1,3-1 67,1 1 0,1 2-226,3-1 0,2 3-96,5-3 1,0 3-280,0-3 1,10 3-119,4-3 1,7 1 24,5-1 0,1-7-166,2 3 1,2-7-410,-5 0 1,3-3-840,-3-1 1,-2-1 1359,-5-3 0,16-27 0,1-10 0</inkml:trace>
  <inkml:trace contextRef="#ctx0" brushRef="#br0" timeOffset="14601">12811 375 8032,'-5'-11'-51,"2"1"51,-4 2 0,1 2 0,-2 3 0,-1 1 251,1-1 1,-1 6 370,-2 5 1,0 3-559,-1 3 1,1-1-558,0 1 0,0 2 265,0-1 1,2 3 122,1-3 1,0 0-104,4-4 1,0 0 40,4 0 33,0 0 80,0-5 1,2-1 107,1-5 1,3-1-234,5-3 0,0-1 130,0-2 1,2-5-143,1 4 1,-1-4 133,1 5 1,2-3-23,-1-1 1,0 0 47,-4 0 0,-2 3 243,-1 1 0,2 5 824,-4-8-262,0 9-188,-1-4-222,-5 5-20,0 0-149,5 0 0,1 0 5,5 0 1,0-4-32,0 0 0,4-4 141,-1 0 1,5-1-114,-5-2 0,6-4-28,-2 0 0,3-4-113,1 0 0,-1-2-238,-3-1 0,-2 0 7,-5 0 0,0 0-196,0 0 0,-3 0 154,-1 0 0,-5 1-2,2 3 0,-6-2 14,-2 5 0,-5 1-18,2 3 0,-6 5-128,-2 2 0,0 4 44,4 4 1,-1 3 325,-3 8 0,3 2-5,-3 5 0,3 1 175,1 3 1,1 2-159,3 5 1,-3 1-52,3 3 1,1-1-8,-2 4 0,2-3-56,-1 3 0,-2-4-105,6 1 1,-5 1 0,5-2 1,-2-4-228,1-6 1,3-4 162,-3-4 1,3-5 250,1-6 0,0-5 0,0-21 0,0-12 0</inkml:trace>
  <inkml:trace contextRef="#ctx0" brushRef="#br0" timeOffset="14759">12910 474 8057,'0'-11'-69,"-4"0"0,1 0 0,0 0 847,2 0 1,2 3-527,3 1 1,-2 5-356,6-2 0,0 3-480,7 1 0,-2 0 239,6 0 344,-1 0 0,48 9 0,11 4 0</inkml:trace>
  <inkml:trace contextRef="#ctx0" brushRef="#br0" timeOffset="15015">13516 132 8112,'0'-11'307,"1"0"700,3 0-321,-3 0-274,4 5 1,-5 2 27,0 8 0,-1 7-157,-3 7 0,3 3-58,-3 1 1,0 5-102,0 2 0,0 2-246,4-2 0,-3 3-110,-1-2 1,0-2-489,4 1 1,0 1-665,0 3 1,0-4 209,0 1 1174,0-6 0,-15-7 0,-3-7 0</inkml:trace>
  <inkml:trace contextRef="#ctx0" brushRef="#br0" timeOffset="15632">13395 386 8112,'0'-16'-161,"4"3"-41,-1-1 1,2-2 502,-1 1 1,2-4 552,5 0 0,0 2-390,0-1 0,4 3-270,-1-3 1,10 0-221,-2 0 0,2-2 62,-2 6 0,0-1-180,0 4 1,0 5 164,1 2 1,-6 3-91,-3 1 1,-6 2-80,-5 6 1,-1 0-127,-2 11 1,-2-1 207,-1 4 1,-3 4 21,-5 0 0,0 4 17,0 0 1,1-3-48,2-2 1,0-1-92,4-2 1,-1 1 87,2 3 0,1-8-88,-1 0 0,1-1 40,2-2 0,0-4-439,0-3 434,5-6 1,1 3 36,5-5 0,2-5 16,1-2 1,-1-7 33,1-1 1,-1 0 129,-2 0 1,1 3-73,3-3 1,-7 3 91,3 1 0,-6 0 10,2 0 0,-4 3 490,1 1-237,-3 4 161,-1-1-331,0 4 1,3 4-126,1 4 0,1 2-1,-1 1 1,2 0-36,5 0 1,-3 0-20,3 0 1,-2 0 27,6 0 0,-2-4-29,2 0 0,-3-4-7,3 1 1,1-3 12,-2-1 1,5-1-181,-4-3 1,0-1-14,0-2 0,-1-3-136,4 3 1,-1-3 125,2-1 1,-4-2-108,-3-1 0,-3 1 128,-1-1 1,0 2 38,-4 1 0,0-1-29,-4 1 0,-2 5 215,-1 3 0,-3 1 506,-5 2 1,-4 0-236,0 0 1,-1 5 219,2 3 1,1 3-124,-1 3 1,3 0 32,3 4 0,0-1-165,4 2 0,-3 0-120,3-4 0,1 3 20,7-3 1,2 4-70,5-5 1,5 1-418,3-4 0,6-5-413,5-2 1,2-3-1795,1-1 2489,5 0 0,35-25 0,14-5 0</inkml:trace>
  <inkml:trace contextRef="#ctx0" brushRef="#br0" timeOffset="17074">14740 364 8124,'0'-8'-922,"0"1"2095,0 4-698,0-6 0,0 9-202,0 0 1,-4 4-184,1 8 0,-6 0-260,2 2 0,1 2 0,-2 3 0,5 2-299,-5-3 1,4-1 211,-3 1 0,3 0-59,-3 0 1,3 2 315,-3-6 0,5-9 0,-3-6 0</inkml:trace>
  <inkml:trace contextRef="#ctx0" brushRef="#br0" timeOffset="17206">14773 220 8124,'6'-22'-89,"0"5"0,-3 1 100,0 0-303,6 4 0,-7 1-194,6 7-316,-6 3 802,8 1 0,-4 20 0,5 4 0</inkml:trace>
  <inkml:trace contextRef="#ctx0" brushRef="#br0" timeOffset="17710">14839 364 7652,'-6'17'-1063,"-3"2"1088,6-4 0,-6 3 564,2-3 1,1 3-258,-2-3 1,6 0-168,-2-4 0,2 0-12,-2 0 0,3-4 145,-3 1-331,3-6 179,1 3-31,5-5 1,-3-5-31,6-2 1,-2-3-164,1-1 0,3-1 89,-3-3 1,3 1 2,1-4 0,0 3-136,0-3 0,0 3 132,0-3 1,4 1-104,0-2 0,-1 0 75,-3 4 1,2 0-15,1 4 0,-1 2-29,1 1 0,-5 3-9,-2 5 1,-4 2 164,0 1 1,-1 3-48,-2 5 1,0 5 9,0 3 1,-2 2 0,-1 1 0,0-4 126,-4 0 1,3-1-102,-3 2 1,4 0 109,0-4 1,-2 0-132,1-4 1,0 0 12,4 0 1,-3-4-165,-1 1 57,0-6 46,4 3 0,2-5-15,1 0 1,0-5-116,4-2 1,0-3 35,4-1 1,1-1-164,-1-3 1,1-1 94,2-2 1,-1-3-117,1 2 0,0 2 319,1-1 0,-3 1-144,3-2 1,0 0-23,0 4 1,0 0 128,-4 4 439,0 5-458,0 1 0,-4 7-32,1 1 1,-6 3-65,2 5 1,1 5-173,-2 3 0,6 0-245,-2 0 0,3 0 110,1-4 1,0 5-294,0-2 696,0-2 0,39 5 0,10-4 0</inkml:trace>
  <inkml:trace contextRef="#ctx0" brushRef="#br0" timeOffset="18678">15600 330 8124,'0'-15'0,"3"2"0,1-1 367,-1 1 211,-2 2 0,-2 2-241,-3 1 0,1 3-184,-4 5 1,-4 5-99,-4 3 1,-1 1 28,2 2 1,0 4-134,-4 0 0,3 4 171,-3 0 1,4 0-116,0 0 1,1 0-96,2-4 1,2 1-183,1-1 1,0-3-176,4 3 1,0-3-187,4-1 240,0-5 1,6 3 144,6-6 1,0 0 46,6-7 1,-3-2 9,3-5 1,-1 0-2,2 0 1,0 0 51,-4 0 0,5-2 157,-2-1 1,-1 2-14,2-3 0,-6 3 108,2 1 0,1-4 63,-2 0 1,1 0-12,-4 4 0,-4 4 212,1 0-229,-6 4-73,3-2 0,-5 7 4,0 1 0,0 3 9,0 5 1,0 0-136,0 0 1,0 2 101,0 1 1,0-1-209,0 1 1,0-1 47,0-2 0,5-4 51,2 0 1,3-3 102,1 3 1,0-4 4,0 1 0,0-3-30,0-1 1,2-1 10,1-3 0,0-2-24,4-5 0,-3 0-49,3 0 1,-4-2-4,0-1 0,0 1 135,0-1 0,-5-2-6,2 1 1,-6-3 68,2 3 1,-4-3 238,0 3 1,-1 0-213,-2 4 1,-4 4-33,0 0 0,-4 0-169,0 0 0,2 2 206,-1 5 0,0 1-407,-4 3 1,1 2-3,2 5 0,-1 1 1,1 3 0,2-1 82,-1 4 0,3-1 36,-3 2 0,4 1 6,0-1 1,-2 2 43,1 1 0,-1 0 133,1 0 0,3 3 25,-2 1 1,-2 4 230,1-5 0,-3 1-144,3-4 0,-5-1-82,2-3 1,-3 2-100,-1-5 1,0-2 7,0-6 1,0-2-175,0-5 0,0 0-883,0 0 528,0 0 0,1-1-235,3-3 0,2-2 742,5-5 0,4 0 0,-1 0 0,7-1 0,1-3 0,0 3 0,4-3 0,-3 3 0,-1 1 0,0 1 0,0 3 0,4-3 0,0 3 0,-1-3 212,-3-1 0,4 4 42,0-1 1,4 2 93,0-1 1,2-3 19,1 3 1,0 0 95,0 0 0,3 1-166,1-1 1,0-3-72,-4 2 0,4-1-18,-1-2 0,0 0-199,-7 0 1,2 1 140,-5 2 1,3-1-205,-3 1 1,-4-2-75,-4-1 87,-5 0 1,3 0-159,-5 0 0,0 4 106,0 0 1,-1 4-98,-3 0 0,-2 1 80,-5 2 1,0 0-123,0 0 1,-1 4 250,-3 0 0,3 4 117,-3 0 0,3 3 540,1 3 1,0-1-241,0 1 1,0 2-39,0-1 0,1 3-30,3-3 0,-2 5 85,6-2 0,-1 3-125,4 1 1,0-4-231,0 1 1,10-6-158,4 2 0,7-4-441,5-4 1,-2-2 464,6-5 1,-2-1 33,1-3 0,18-36 0,-1-14 0</inkml:trace>
  <inkml:trace contextRef="#ctx0" brushRef="#br0" timeOffset="19152">16779 341 8064,'0'-7'493,"-1"1"254,-2 1-222,1-3-271,-3 6 0,5-1 0,0 6 1,0 5-25,0 6 0,0 0-30,0 4 1,0 1-160,0 3 1,2 0 33,1 0 0,-1 3-163,1 1 1,-2-1 24,-1-7 1,4 3-92,0-3 1,1-2 165,-2-1 1,0-8 30,4-3 1,-3-3 51,3-1 1,2-6 158,5-5 0,-1-5-562,1-6 0,4-1-186,0-3 1,-1 4-232,1 0 0,-3 0 116,4 3 1,-5 2 608,5-1 0,-1 4 0,4-1 0</inkml:trace>
  <inkml:trace contextRef="#ctx0" brushRef="#br0" timeOffset="20403">17231 408 7361,'-9'-8'953,"1"1"0,-2 4-555,3 0 1,-3 5-191,-1 2 0,-1 6-62,-3 1 1,2 1-160,-5 6 0,4-3-8,-1 3 0,7-3-199,0 4 1,5-2-287,-5 1 0,6 2 242,-2-6 1,3 1 5,1-4 1,5-1 154,2-3 1,3-2 17,1-5 0,0 0 1,0 0 1,0-5 96,0-2 0,0-7-85,0 0 0,0-1-32,0 4 1,0-4 22,0 1 0,-1-1 62,-3 4 0,3 0-11,-2 0 1,-2 0 85,1 0 278,-4 0-226,1 5-62,-4-4 0,0 10 105,0 0 0,-3 5-65,-1 6 0,0 3-30,4 1 0,-3 1-53,-1-1 0,0-2-4,4 6 1,0-6 9,0 2 1,2-1-10,1-2 1,3 1-23,5-6 1,0-1-14,1 2 1,-1-6 3,0 2 1,4-7-14,4 0 0,-2-7 4,1-1 0,0 0 25,0-4 1,2-2-7,-6-1 0,5 1 10,-5-2 0,1 2 1,-4-1 0,0-3 46,0 2 0,-1-5 116,-3-2 0,-1 1-27,-2 2 1,-2 1 220,6 0 0,-6-3-86,2-1 1,1 0 183,-2 4 1,2 5 440,-1 2-547,-3-2-373,4 10 0,-5-2 161,0 13 0,0 3-95,0 8 0,-3 2 59,-1 5 1,-4 5-152,5 3 1,-5-2-85,5 1 0,-2-1 35,1 2 1,3 2 95,-3-3 0,3-1-102,1 1 1,0-4-107,0 1 1,0-3 188,0-1 0,5-5-27,2-2 1,3-4 155,1-4 0,-3-2-61,-1-5 0,3-1 24,1-3 0,6-3-158,-6-8 0,2 2-180,-2-6 0,0 6 164,0-2 0,-3-1-61,-1 2 0,0-6 130,4 2 0,-3 0-12,-1 0 1,-3 3 132,3-3 0,-1 3-45,2-3 1,-2 4 244,-3 0-150,-1 1-33,3 2-61,-5 5 1,-2 3-17,-1 6 0,0 3 37,-4 5 1,3 4-7,-3 0 1,1 4-59,-2 0 1,0 0-8,4 0 0,-1 0-114,2-4 1,1 4 79,-1-5 0,1 2-124,2-1 1,0-7 26,0 3 111,0-2 0,5-3-63,3-2 1,2-3 5,1-1 0,1-5-140,2-2 0,0-3 109,4-1 0,-3-1-23,3-3 0,-4 2-162,1-6 0,1 6 366,-2-2 0,1-1 28,-4 1 0,0 1 340,0 3-358,0 0 1,-4 1 335,1 2-307,-6 4 58,3 4 9,-5 0 1,-4 4-91,1 4 1,-2 0 13,1 0 0,3 2-93,-3-3 1,3 3 1,1 1 1,-4 0 51,1 0 1,-1-4 40,4 0 9,0 1-15,5 3-96,1-5 1,5-1 43,0-5 1,0 0-205,0 0 1,0 0 33,0 0 0,0-5-98,0-2 1,1-3 175,3-1 0,-3 0 20,3 0 0,-3 0 159,-1 0 0,0-4-109,0 0 0,0-3 80,0 3 1,-1-3 249,-2 3 0,-2 0-93,-3 4 0,-1 0-179,1 0 0,-3 5-24,-3 3 1,-3 1 17,-6 2 0,0 5-95,-2 3 1,1 3 268,-1 3 0,-2 0-66,1 4 0,1-3 40,7 3 1,-3-3-85,3 3 0,-2-3 11,2 3 0,-2-4-69,6 1 1,-1 0-82,4 0-104,5 0 1,5-5-359,5-3 0,0-2-521,0-5 0,-1 0 231,4 0 0,-5 0 106,2 0 1,1-5 662,-1-2 0,0-3 0,40-40 0,11-10 0</inkml:trace>
  <inkml:trace contextRef="#ctx0" brushRef="#br0" timeOffset="20693">18433 209 8064,'0'-6'0,"0"0"2,0 2 0,-1 3 124,-3-3 290,3 3-295,-9 1 0,5 1-62,-2 3 1,1-1 110,2 4 1,-1 1-121,-2 7 0,-3-3 48,3 3 0,1-1-143,-2 0 0,5 0 7,-5 4 0,6-3-87,-2 3 0,3-4-9,1 0 1,0 2 124,0-1 0,0 3 55,0-3 0,4 0 132,-1-4 0,2 0 245,-1 0 1,-3 0 100,3 0-240,-3 0 1,-6 0-108,-2 0 0,-3-5-117,-1-2 0,-1 1-1932,-3-2 1872,-2 1 0,0-19 0,1-3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1:48.26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386 231 7290,'0'-6'996,"0"1"-668,0 5-382,0 5 1,-1 1 20,-3 5 1,3 0 46,-3 0 1,-1 0-43,2 0 1,-5 4 5,4-1 1,-3 5-39,3-5 1,-3 2-4,3-1 1,0-1-4,0 4 1,3-5-73,-3 2 99,3-3 0,1-1-56,0 0 142,5-4 0,1-3-53,5-4 1,1 0 10,3 0 0,-3-4-23,3-4 0,-3-2 5,-1-1 0,0-3 52,0-1 1,0-1 38,0 1 0,0 3 43,0-3 1,-4-1-67,1 2 1,-2-1 89,1 4 1,2 0-111,-5 0 1,3 4 4,-3-1 1,-1 5 35,-3-5 8,5 6-89,-4-3-243,4 5-308,-5 0 230,-5 0 56,4 5 186,-4 1 0,5 1-8,0 1 0,-3-5-16,-1 5 1,0-5-97,4 5 1,0-5-56,0 5-171,-5-6 430,4 8 0,-4-9 0,0 4 0,-1-5 0</inkml:trace>
  <inkml:trace contextRef="#ctx0" brushRef="#br0" timeOffset="882">165 43 7964,'0'-11'422,"4"4"1,0 0 18,-2-2-271,-1 4 1,-5 2-58,-4 6 0,0 3-255,0 5 0,-2 0-93,3 0 1,-3 2 73,-1 1 1,0-1-11,0 1 0,0 2-7,0-1 0,4 0 10,-1-4 1,2 0 85,-1 0 0,-2 0-89,6 0 53,-6 0 17,8 0 38,-4 0 123,5-5 1,1 3 144,3-6-134,2 1 1,5-4 41,0 0 0,-4 0-45,1 0 0,-1 1 115,4 3 1,0-3-113,0 3 1,0 1 16,0-2 0,-3 2 90,-1-1-103,0 2 1,3 5 22,-2 0 0,-4 0 75,-4 0 0,-1 1-28,-2 3 0,-4-2-124,-4 6 1,-1-4-127,-3 3 1,2-3 63,-5 3 0,0-3-205,0 3 1,-2-4-1261,6 0 1506,-1-1 0,43-27 0,10-6 0</inkml:trace>
  <inkml:trace contextRef="#ctx0" brushRef="#br0" timeOffset="1433">507 308 7964,'0'-7'47,"0"-1"522,0 0-410,0 3 1,0-1 211,0 2-105,0 3-379,0-4 0,0 13 16,0 4 1,0 1-22,0-2 1,0 0 125,0 0 0,0 0 19,0 0 0,0 0-179,0 0 0,0 0-461,0 0 412,0 0 1,0 0-298,0 0 16,0 0 176,5 0 167,1-5 0,5-1 18,0-5 1,0 0 120,0 0 0,0-5 0,30-35 0,6-14 0</inkml:trace>
  <inkml:trace contextRef="#ctx0" brushRef="#br0" timeOffset="1850">717 286 7964,'-2'-7'548,"-1"-1"-339,1 6 0,-4-3 242,3 5 27,1 0-408,-2 0 0,4 5-28,0 2 0,0 4-137,0 4 0,0-2 65,0 6 0,0-1-186,0 4 0,0 0 6,0 0 1,0 4-180,0 0 0,1-1 187,2-3 0,-1 1-68,1-1 1,-1-5-42,-2-3 1,0-1 73,0-2 0,0-4-79,0 0 316,0-4 0,0 1 0,0-8 0,3-2 0,1-5 0,0-4 0,-4 0 0,0-1 0,0 2 0,0-2 0,0-3 0,0-1 0,0 1 0,0-2 17,0-1 1,0 0 100,0 0 1,0 0-5,0 0 1,0 1 197,0 3 1,3-2-139,1 6 1,5-5 45,-2 5 0,-1-1-88,1 4 1,4 3 28,4 1 1,3 5-25,-3-2 1,4 3-2,-5 1 0,5 1-153,-5 3 0,1 2 59,-4 5 0,-1 0-168,-3 0 0,-2 1 23,-5 3 0,-1-3 93,-3 3 0,-2-2-50,-5 2 1,-4-3-157,1 3 0,-5-3 20,5-1 1,-5-1 195,4-3 0,-14-2 0,0-5 0</inkml:trace>
  <inkml:trace contextRef="#ctx0" brushRef="#br0" timeOffset="2300">1003 253 8334,'0'11'511,"0"0"1,0 0-276,0 0 0,-1 5-14,-3 2 1,3 3-246,-3 1 0,3 5-141,1 3 0,-3-4-207,-1 0 0,-1 0-174,1-4 0,3 2 187,-3-5 0,2-4-478,-2-4 218,3 0 618,-4-10 0,5 2 0,0-6 0,0-3 0,0-5 0,0-5 0,0-3 0,0 2 0,0-1 0,4-1 16,0-3 1,0 0 66,0 0 1,-3 0 177,3 0 1,1 0 209,-1 0 0,3 0 92,-3 0 0,3 0-180,-3 0 0,4 4 0,0-1 1,1 4-176,2-3 0,0 5-55,0-2 0,0 8-70,0 3 0,0-1-65,0 1 1,4 1-153,0 3 1,0 5 77,-4 2 0,-4 3-174,0 1 1,-4 1 116,0 3 1,-1-3-66,-2 3 0,0 2 57,0 1 0,-6-1 18,-5 2 0,-2-5-386,-5 5 1,3-5 164,-3 5 1,1-6 323,-2 2 0,3-17 0,5-6 0</inkml:trace>
  <inkml:trace contextRef="#ctx0" brushRef="#br0" timeOffset="2650">1433 264 8106,'-1'-11'0,"-1"0"0,-2 0 766,1 0 1,-2 3-305,2 1 0,-2 5-8,1-2-387,-2 3 0,-6 2 16,-3 3 1,3 2-213,-3 5 0,2 4 25,-2-1 1,2 6-180,-6-2 1,6-1 28,-2 2 0,6-2-239,2 1 0,3 2-149,-3-5 508,5-1 0,2-4 300,7-3 1,6-3-139,2-8 1,5 1 144,-2-8 0,2 1-214,-2-8 0,2 4-86,-6-1 1,1-1-175,-4 2 0,0-1-423,0 4 0,-3-1 724,-1-3 0,-5-2 0,3-5 0</inkml:trace>
  <inkml:trace contextRef="#ctx0" brushRef="#br0" timeOffset="2934">1588 132 8100,'-5'-6'1073,"-1"1"1,-2 5-873,1 0 1,3 1-239,-3 3 0,3-2 89,-3 5-78,4 1 0,-2 3-90,5 0 1,0 3-152,0 1 1,0 0 113,0-4 0,2 0-81,1 0 0,2 0 129,3 0 0,0 0 82,-4 0 1,3 0 82,-3 0 0,0 0-58,-4 0 0,0-4-10,0 1 1,-2-1-173,-1 4 0,-4 0-309,-4 0 0,-1-3 122,-2-1 367,1-5 0,-12-2 0,1-6 0</inkml:trace>
  <inkml:trace contextRef="#ctx0" brushRef="#br0" timeOffset="3317">1709 286 7867,'11'-4'0,"0"-1"-173,0-1 1,0 4 434,0-2 1,4 2 392,-1-2 0,1 3-950,-4-3 39,0 3 0,0 1-69,0 0 0,-4-4 157,1 1 0,-5-2-28,5 1 1,-6 2 63,2-6 59,2 1 0,-5-4-45,3 0 1,-3 3-106,-1 1 169,0 0 0,-5-3 136,-2 3 0,-3 2-3,-1 5 1,0 0-54,0 0 0,-4 1 184,1 3 0,-5 2 61,5 5 1,-5 0 74,5 0 0,-2 1-120,1 3 1,3-2 69,-3 6 1,4-5-11,4 5 1,2-5 82,5 5 0,0-5-222,0 5 1,5-5-47,2 5 1,9-7-210,6-1 1,4-1-192,3-6 0,3-1-530,-3-3 0,-1-5 405,2-2 424,-6-3 0,13-40 0,-3-10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1:59.8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12 265 7931,'-6'-5'411,"2"-2"733,3 2-493,1-5-235,0 9 28,0-4-254,0 15 0,0-3-100,0 8 1,0 1 1,0-2 0,3 5-222,1-5 1,0 5 3,-4-5 1,3 5-297,1-4 1,1 3-7,-1-3 1,-3-1 205,3-3 0,-2-1-198,2-3 353,-3 3 1,5-9-89,-2 3 47,-3-3 1,8-2 38,-6-3 1,6-2-2,-2-5 1,-1-3 30,2-1 0,-1-1-192,4 1 0,-4 2 75,1-6 0,-2 6 473,1-2 0,2-1 9,-6 2 1,1-1 164,-4 4 1,0 0-216,0 0 0,0 4 250,0-1-155,0 6 39,0-3-509,0 5 3,0 5 0,0 1-110,0 5 1,0 4-72,0-1 1,4 2-282,-1-1 1,1-2 194,-4 6 0,1-6-137,3 2 0,-3 1 16,3-1 484,2-1 0,25-3 0,10 0 0</inkml:trace>
  <inkml:trace contextRef="#ctx0" brushRef="#br0" timeOffset="267">431 243 7585,'-10'-8'0,"1"1"-117,2-1 0,3 3 1183,-3 1-385,0 3-445,-4 1 0,1 1-145,2 3 1,4 2 85,4 5 1,0 0-182,0 0 1,1 4-21,2-1 1,0 6-37,4-2 0,1-1 175,3 2 1,0-2-46,0 1 1,-2 2-41,-1-5 0,0 3-19,-4-3 0,1-1-260,-1-3-113,-3 0 1,3-1-433,-8-2 1,1-4 68,-4-4 725,5 0 0,-18-29 0,2-8 0</inkml:trace>
  <inkml:trace contextRef="#ctx0" brushRef="#br0" timeOffset="600">563 364 7926,'11'0'0,"0"0"280,0 0 1,0 0 25,0 0 0,1 0-12,3 0 1,-3-4-182,3 1 0,-3-2-171,-1 1 1,0 2 62,0-6 0,0 5-205,0-5 1,-3 5-144,-1-5 1,-4 5-12,0-5 178,-2 1 0,-5-3-15,-4 3 0,-5 2 31,-2 5 1,-1 0 179,1 0 0,2 0 200,-5 0 0,4 0-13,-1 0 1,3 5 290,1 2 1,0-1-128,0 2 1,1-1 88,3 4 0,-2 0-178,6 0 1,-1 1-16,4 3 0,1-3-456,3 3 1,7 1-226,7-1 1,4-1-436,4-3 1,3 0 259,8 0 1,1-5 588,3-2 0,26-17 0,3-6 0</inkml:trace>
  <inkml:trace contextRef="#ctx0" brushRef="#br0" timeOffset="1056">1213 55 7898,'-11'-17'157,"2"3"0,0 3 2264,2 3-1925,4 3 0,-2 7-23,5 1 0,2 3-208,1 5 0,0 2 86,4 1 1,0 0 182,4 4 0,-3 1-368,-1 3 0,0 0-215,4 0 0,-3 0-22,-1 0 0,-1-4-321,2 1 0,0-1-588,-4 4 0,4-1 296,0-3 0,-3 2 44,-2-6 0,0 0 297,0-7 0,-1-1-64,1-2-123,-1-3 154,-2-1 1,-2-6 108,-1-5 1,0-4 13,-4 1 1,-2-1 120,-5 4 1,0 0 53,-4 0 1,3 1 398,-3 3 0,-1-2-52,-3 6 1,-2-1 299,2 4 1,-3 0-184,7 0 1,-2 1 255,2 3 1,2 2-262,5 5 1,1 0 52,3 0 1,2 1-234,5 3 0,1-3-84,3 3 1,2-3-150,5-1 1,4 0-29,-1 0 1,6-3-350,-2-1 1,7-5-55,1 2 0,-1-3-499,-3-1 0,0-5 356,0-2 0,0 1 606,1-1 0,18-30 0,6-11 0</inkml:trace>
  <inkml:trace contextRef="#ctx0" brushRef="#br0" timeOffset="1222">1544 320 8282,'11'0'1090,"0"0"0,-3-4-1248,-1 1 0,-3-1-361,3 4 0,-3 0 224,3 0 295,-5 0 0,3-10 0,-5-2 0</inkml:trace>
  <inkml:trace contextRef="#ctx0" brushRef="#br0" timeOffset="1339">1588 177 7898,'-11'-11'368,"4"0"-437,0 0-135,4 0 142,-2 4 62,5 3 0,10 8 0,2 3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1:58.8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45 188 7919,'-6'0'1113,"0"0"-897,2 0 3,3 0 0,-4 5 17,5 2 1,0 3-189,0 1 0,0 0-264,0 0 1,0 4-521,0-1 0,-4 5 419,1-5 0,-1 5 317,4-4 0,-5 4 0,-1-2 0</inkml:trace>
  <inkml:trace contextRef="#ctx0" brushRef="#br0" timeOffset="142">56 45 7931,'-6'-11'60,"1"3"0,5 1-472,-5 0-647,4 0 443,-4 2 616,10 5 0,11 15 0,7 4 0</inkml:trace>
  <inkml:trace contextRef="#ctx0" brushRef="#br0" timeOffset="434">277 111 8061,'-5'-6'0,"-3"2"0,2-1 0,-1 1 0,3 1 276,-3 3 1,3 0 878,-3 0-1077,-1 0 0,-1 1-32,1 3 0,0-2-196,4 5 0,0 1 80,4 3 1,-3 0-128,-1 0 1,0 0 144,4 0 0,0 0-25,0 0 0,4 0 154,0 0 0,4 0-131,0 0 1,1 0 232,2 0 1,0 0-40,1 0 1,2-1 69,1-3 1,-4 3-52,-4-3 0,-3 3 327,3 1-512,-4 0 1,0-1-244,-6-3 1,-3 3-171,-5-2 0,0-2 118,0 1 321,-5-5 0,-11 3 0,-8-5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1:55.6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56 342 7816,'6'-6'-4,"4"-7"0,-3 2 0,2-1 0,-1-1 0,1 2 0,2 0 897,2 0 1,2-3-636,-4-1 1,0-1-106,0 1 0,1 2-90,3-6 0,-4 2 23,0-1 1,-1-2-178,-7 6 0,5-5 18,-4 4 1,-1 1 58,-3 3 1,-1 1-134,-3 3 0,2-2 50,-6 5 0,1 1 99,-4 3 0,0 1-14,0 3 0,0 2-3,0 5 0,0 5 51,0 2 0,0 4 18,0 4 1,-4 2-9,1 5 0,-1 0 5,4 0 0,1 4-153,3 0 0,-2 4 67,5 0 1,-3 2-120,3 1 0,1-4 118,3 1 0,-2-10-18,-1 2 0,2-7 74,-3 0 0,-1-8-2,1-3 0,-1-8-43,2-3 30,2 2 0,-4-6 15,5 0 0,0-1-62,0-6 0,0 3-82,0-3 1,1-1 29,3-3 0,2-1-152,5-3 0,0 3 94,0-3 0,0 3-99,0 1 1,3 0 130,1 0 0,1 0-12,-1 0 1,-2 0 175,6 0 0,-5 4-53,5-1 1,-6 4-29,2-3 0,-3 5 4,-1-2 1,0 3 17,0 1 0,0 0-61,0 0 1,-5 1-74,-2 3 30,-3 2 1,-1 5 61,0 0 0,0 0-112,0 0 1,-1 4 115,-3-1 0,2 1 13,-5-4 1,3 4 28,-3-1 1,4 1 128,-1-4 0,3 0 69,1 0 262,0 0-8,0 0 21,0-5 0,5-1-44,2-5 1,3-5-196,1-2 1,0-3-118,0-1 1,0-3 41,0-1 1,-3-4-112,-1 5 1,-1-5-155,2 5 0,-4-5-429,-4 5 0,0-1 546,0 4 0,-29 5 0,-8 1 0</inkml:trace>
  <inkml:trace contextRef="#ctx0" brushRef="#br0" timeOffset="542">618 298 7918,'0'-11'383,"0"0"0,0 0 1524,0 0-1028,0 5-545,0 1 0,0 6-55,0 3 0,0 3-86,0 8 0,0 2-79,0 5 1,0 2-27,0 1 1,0 0-81,0 4 0,-1 1-212,-3 3 1,3 0-179,-3 0 0,2 0-386,-2 0 1,3 0 211,-3 0 1,3-5-337,1-2 1,0-4-659,0-4 1550,0-2 0,0-9 0,0-3 0,20-67 0,4-17 0</inkml:trace>
  <inkml:trace contextRef="#ctx0" brushRef="#br0" timeOffset="741">706 320 7956,'0'-11'763,"0"0"-102,0 5 0,0 3-199,0 6 0,0 3-70,0 5 0,0 5-288,0 3 1,0 1 91,0 3 1,0 2-383,0 1 0,0 3 56,0-3 1,0 3-60,0-3 0,0 4-231,0-5 0,0 5-549,0-5 0,0 1 109,0-4 860,0 0 0,0-14 0,0-5 0</inkml:trace>
  <inkml:trace contextRef="#ctx0" brushRef="#br0" timeOffset="1026">883 530 7918,'0'-8'686,"0"1"82,0-1-580,0 3-69,0 0-62,0 5 1,-4 1-93,0 3 0,-3 3 50,3 8 1,-3-2-211,3 6 0,-3-2 167,3 1 1,-3 3-95,3-3 0,0 2-15,4-2 0,0 2 114,0-5 0,2-1 46,1-3 0,1-3 22,7-1 0,-2-5 178,5 2 1,-1-8-121,-2-3 0,0-6-240,0-2 0,-5-5-144,-3 2 0,2-3-471,-1-1 1,-2 1 751,-5 3 0,-8-18 0,-6 1 0</inkml:trace>
  <inkml:trace contextRef="#ctx0" brushRef="#br0" timeOffset="1484">1004 563 8488,'0'11'742,"0"0"0,1 0-692,3 0 0,-3-4-30,3 1 1,1-1-173,-2 4 0,5 0 112,-5 0 0,6-1-135,-2-3 0,-1 2 146,2-5 0,-5 3-313,5-3 261,-1-1 1,4-3-151,0 0 1,-1-5 142,-3-2 1,3-3-5,-3-1 0,-1 0 32,2 0 0,-2-1 3,1-3 1,2 3 128,-5-3-85,4 3 1,-3 1 20,2 0 0,-2 4-149,-5-1 3,0 6 146,0-3 0,0 6-1,0 3 0,-1 2-74,-3 5 0,3 0 12,-3 0 0,3 0-6,1 0 0,0 0 12,0 0 1,0 0 8,0 0 1,1-1 66,3-3 0,-1 2 127,4-5 0,0-1-173,4-3 1,0 0 8,0 0 0,4-1 1730,0-3 1,-1-3-748,-2-8 0,-1 2-716,0-6 1,-4 5-461,0-5 1,-1 6-577,2-2 0,-3-1 601,-5 2 178,5-1 0,-4-11 0,4-3 0</inkml:trace>
  <inkml:trace contextRef="#ctx0" brushRef="#br0" timeOffset="1632">1401 530 7949,'-2'7'-93,"0"1"955,-2 0 1,1-2-411,3 2 1,0-1-185,0 4 0,0 0-365,0 0 0,0 0-447,0 0 0,0 0 544,0 0 0,9-5 0,4-1 0</inkml:trace>
  <inkml:trace contextRef="#ctx0" brushRef="#br0" timeOffset="1782">1423 309 7918,'-11'-11'548,"0"0"247,0 0-795,5 5 0,15 31 0,10 11 0</inkml:trace>
  <inkml:trace contextRef="#ctx0" brushRef="#br0" timeOffset="2636">1511 530 9558,'6'5'1134,"0"1"-938,-2 5 0,-3 0-73,3 0 1,1 0-30,-2 0 1,2 0-130,-1 0 0,-3 0 56,3 0 1,-3 0-207,-1 0 1,4-4-6,-1 1 0,1-4-194,-4 3 146,0-5 153,0 3-104,0-5 1,1-5 72,3-2 1,-3-3 41,3-1 1,1-4 49,-2 1 1,2-2 2,-1 1 1,-2 3-32,6-3 0,-2 3-9,1 1 0,-1 0-21,-2 0 1,-1 5 4,4 2 0,-3 3 5,3 1 0,-3 0 3,3 0 1,-5 5-37,2 2 0,1 3-21,-1 1 0,4 1 30,0 3 0,-2-3 61,1 3 1,0-3-1,4-1 1,0 0 22,0 0 1,0-4 19,1 1 0,-1-5-6,0 5 0,3-6 25,1 2 1,1-3-124,-1-1 0,-2-5 28,5-2 1,-3-3-2,4-1 0,-6-4 60,2 1 1,-4-2-11,-4 1 0,2-1 59,-6-2 0,1 1 132,-4 2 1,0 3 85,0-3 1,-5 4 173,-2 4-316,-3-3 0,-1 9-57,0-3 0,0 3 15,0 1 1,3 5 44,1 2 0,3 3 19,-3 1 1,5 0-186,-2 0 1,3 1-23,1 3 0,0-3-92,0 3 0,0 2 9,0 1 1,0-1-36,0 2 1,3-1 115,1 4 1,3 0-5,-3 0 1,5 0 80,-2 0 0,-2 4-31,-1 0 0,-3 0 17,-1-4 0,0 0 162,0 0 1,-1-5 30,-3-2 1,-6-3 192,-5-1 1,0-4-67,0 1 0,-2-6 24,-5 2 0,1-3-13,2-1 0,0-5-55,4-2 0,2-1-28,5-3 1,0 3-239,4-7 0,2 3-293,5 1 0,5-4-670,6 0 0,0 1 493,4 3 1,4 0-1253,4 0 1720,0 0 0,40-5 0,11-2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1:54.1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 55 7907,'0'-11'386,"0"0"0,0 0 1,1 1 2154,3 3-2187,-3 2 1,8 10-138,-6 2 1,2 3-30,-1 1 1,-3 5 26,3 2 1,-3 7-383,-1 1 0,0 1-163,0-2 0,0-1-367,0 1 1,0 2 118,0-1 1,-1 0-438,-3-4 0,2 0 393,-6 0 1,6-1 621,-2-3 0,-12-22 0,-2-9 0</inkml:trace>
  <inkml:trace contextRef="#ctx0" brushRef="#br0" timeOffset="684">1 232 7907,'0'-11'-167,"0"-1"0,0 1 883,0 0 0,1 4-169,2 0 0,4-1-152,4-3 1,4 0-149,4 0 1,3 0-37,4 0 1,-2 4 5,6 0 0,-2 0 14,1 0 0,2-1-526,-6 4 0,1 0 234,-4 4 1,-5 1-627,-2 3 1,-6 2 241,-2 5 1,-5 4 52,2 0 0,-3 4 178,-1 0 1,-3 0 189,-1 0 1,-1 1-51,1-1 0,2 2 162,-5 1 0,3-4-10,-3 0 0,4 0-98,-1 0 0,2 1 26,-2-4 1,3 0-119,-3-4-211,3 0 114,1-5 83,5-1 1,1-6-191,5-3 1,0-2 11,0-5 0,2-4 112,1 1 1,-5-1 82,2 4 0,-3-4-39,3 0 158,0 1-10,1 3 55,-1 0 0,-4 5-68,0 2 23,-4 3 0,2 2 136,-5 3 0,3-2-19,1 5 1,1 1-84,-1 3 0,-3-4 14,2 0 0,4 0 75,0 0 15,3 3 0,1-5-38,0 2 0,3-2 6,1-5 0,0 0-129,-4 0 0,4-1 84,-1-3 1,6-2-106,-2-5 0,-1 0-165,2 0 0,-2 0 6,1 0 1,2-2 84,-5-1 0,-1 1 11,-3-1 0,-1 2 9,-3 1 353,-2-1-247,-5 1 0,-5 5 154,-2 3 1,-6 1-96,-2 2 1,-3 5 148,3 3 0,-5 1 80,2 3 0,2 0-105,1 2 1,3-1-31,1 1 0,1 2 13,3-1 1,-2 3 95,6-3 0,0 0-110,7-4 0,3 0 71,8 0 1,6-4-28,4 1 1,6-6-153,-2 2 0,3-4-1072,1-4 0,-1-2 150,-2-5 860,-3 0 0,14-34 0,6-9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1:52.4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221 83 7907,'0'-11'293,"0"0"0,0 0 0,0 0 986,0 0-1068,0 5 1,0 2-41,0 8 1,0 3-66,0 8 0,0 2 47,0 5 0,0 4-130,0 0 0,0 4-380,0 0 1,0 2-79,0 1 0,0-4-152,0 1 1,-4-2 203,0 1 1,-4-2-142,0-5 0,2-1 176,-1-3 0,-1-3 348,-3-8 0,-4-31 0,-3-13 0</inkml:trace>
  <inkml:trace contextRef="#ctx0" brushRef="#br0" timeOffset="504">0 282 7891,'0'-6'564,"0"-4"0,1 7-401,3-4 0,0 3-155,7-3 0,-3 0 103,7-4 1,2 0-194,1 0 1,7-2 6,1-1 1,4 1 48,0-1 0,0 2-135,0 0 1,-3 3 34,-5 1 0,-5 3-410,-2 5 411,-3 0 1,-6 7 74,-2 4 1,-3 1 14,-1 6 1,-1 1 75,-3 3 0,-1-4 196,-2 0 0,-3 1 6,3 3 0,0-1 9,0-3 0,3 3-173,-3-3 0,1 3-25,-1 1 0,-2-5-36,5-2 1,-3 1-132,3-1 0,-1-1-217,2-3 163,2 0 158,-4-5 0,6-1 29,3-5 0,-2-5 7,5-2 0,1-3-70,3-1 1,3-3 14,1-1 0,1-5-38,-1 2 0,-3 1-2,3-2 1,1 5 153,-2-5 1,5 6-103,-5-2 1,1 3-21,-4 1 0,0 1-17,0 3 1,-1 1-47,-3 2 240,3 3 1,-5-3 281,2 8 1,-2 2-391,-5 5 1,1 0-425,3 0 1,-3 1-143,3 3 1,-3-3 119,-1 3 0,0 1 0,0-2 0,0 1 413,0-4 0,0 0 0,0 0 0,35-19 0,7-6 0</inkml:trace>
  <inkml:trace contextRef="#ctx0" brushRef="#br0" timeOffset="1138">772 260 7907,'0'-8'238,"0"1"1,-1 0 579,-3 1 1,3-1 77,-3 4-658,-2 2 0,0-4-63,-5 5 0,0 5-103,0 2 1,0 4-184,0 4 0,-4-2 111,0 5 0,1 1-67,2 3 0,3-4-35,1 1 1,-1-5-322,1 5 1,3-6 111,2 2 1,1-3-118,2-1 1,0-3 86,0-1 1,5-5 145,3 2 1,1-4 69,2-4 1,4-2-17,0-5 0,1 0 20,-2 0 1,-1-1 32,1-3 0,2 2 107,-1-6 0,1 6-40,-1-2 1,-3-1 102,3 2 1,-3-5 291,-1 4 1,-1 1-102,-3 3 0,2 0 406,-6 0-411,1 5-78,-4 1-93,0 5 0,-1 5-176,-3 2 0,2 4 87,-6 4 1,5-3-276,-5 3 0,5 1-9,-5-2 0,6 2 89,-2-1 0,-1-3-60,2 3 0,-1-2-83,4 2 208,0-3 0,1 3 42,3-8 1,-2-2 89,6-5 1,-1 0-29,4 0 0,1-5 155,3-2 0,-2-8-156,6-3 1,-2-3-17,1-1 0,2-1-1,-5-3 1,3 1 88,-3-4 1,3 5 103,-3-2 0,-1-1-71,-3 1 1,0-3 100,0 3 0,-3 2 267,-1 5 1,-4 3 238,0 5 58,-1 0-603,-2 5 1,-4 6-162,0 7 1,-4 7 153,0 1 0,-5 4-121,-2 0 1,0 3 36,4 3 0,0-1-183,0 1 0,1-1-8,3-2 0,-1 0-24,4 0 1,-3 2-108,3-2 1,0 3 100,4-7 0,0-2-128,0-1 0,5-3 55,2-1 0,4-5-120,4-2 0,-1-3-222,4-1 0,-1-5 296,2-2 0,0-8 283,-4-3 0,19-32 0,2-9 0</inkml:trace>
  <inkml:trace contextRef="#ctx0" brushRef="#br0" timeOffset="1285">926 172 8021,'-11'-5'679,"5"2"-906,2-4 0,9 4-1017,6 0 1244,0-3 0,64-5 0,9-7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2:12.0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67 8555,'0'-11'0,"-2"0"0,0 0 804,-2 0 1,1 4-54,3-1-170,0 6 266,0-3-633,0 5 0,0 5-108,0 2 0,0 8-89,0 3 0,0 3 61,0 1 0,0 0-121,0 0 0,0 4 70,0 0 0,0 3-65,0-3 1,0-1-213,0-2 1,0 2-63,0 1 0,0-2-206,0-5 0,4-3 42,4-5 1,2 0-307,1 0 0,1-4 197,3 1 0,2-7 585,5-1 0,29-30 0,8-11 0</inkml:trace>
  <inkml:trace contextRef="#ctx0" brushRef="#br0" timeOffset="365">497 232 7926,'0'-11'237,"0"0"1,0 4 495,0 0-133,0-1 0,-2-2-280,-1 3 0,-3 2-207,-5 5 0,0 1-19,0 3 0,0 2-195,-1 5 1,1 0 12,0 0 1,0 2-234,0 1 1,2-1-77,1 1 0,0 2 186,4-1 1,-3 0-75,3-4 39,0 5 1,4-4-154,0 2 0,4-5 116,0-2 1,4-4 64,0 1 0,3-4 75,3-4 0,-1 0 90,1-7 1,2 3 110,-1-7 0,0-1 2,-4 1 1,0 1 6,0 3 1,0-4-8,0 0 0,-4 0 249,0 4 0,-4 0-57,1 0 1,-3 4 396,-1 0-357,0 4-229,0-2 1,0 7-157,0 1 1,0 3-52,0 5 1,0 2-67,0 1 0,0-1-93,0 1 1,0 2 302,0-1 0,19 4 0,6-1 0</inkml:trace>
  <inkml:trace contextRef="#ctx0" brushRef="#br0" timeOffset="776">717 177 7926,'-4'-11'355,"1"0"13,-6 5-16,8-4-212,-4 9 1,5-3-4,0 8 0,0-1-22,0 4 0,0 0 113,0 4-172,0 0 1,0 0-144,0 0 0,4 0 143,-1 0 1,2 0-31,-1 0 0,-3-3-169,3-1 88,2 0 1,-4 1-48,6-1 0,-5-4 59,5 0 1,-1-1-112,4-2 1,-3-2 32,-1-1 1,0-4-189,4-4 0,0 0 89,0 0 0,-1 0 94,-3 0 0,2 0 167,-5 0 1,3 0-162,-3 0 0,-1 4-119,-3 0 135,0 4 229,5-2-88,-3 5 1,2 5-10,-4 2 1,0 7-25,0 1 0,2 4-42,1 0 1,-1 1 182,1 2 0,-2-2 27,-1 2 1,0-2 165,0 5 1,0-5-156,0-2 0,-4 0 41,-4 0 1,-2-2-209,-1-5 0,-3 0-148,-1 0 1,-3-5 131,3-2 0,0-23 0,4-5 0</inkml:trace>
  <inkml:trace contextRef="#ctx0" brushRef="#br0" timeOffset="1185">1026 276 7906,'7'-6'360,"1"3"0,-5 1 175,5 2 0,-5 0 8,5 0-526,-1 0 1,4 0-229,0 0 0,0 0 17,0 0 0,-4-1-203,1-2 0,-1 1 146,4-1 1,-1-3-76,-3-2 0,2 2-155,-6-1 199,6-1 0,-8-3 289,3 0 146,-3 0 0,-2 1 153,-3 3 1,2-1-69,-6 4 0,1 0 116,-4 4 1,0 1-39,0 3 0,0-1 55,0 4 0,0 1-51,0 7 0,4-3-55,-1 3 1,5 1-208,-5-1 0,6 3-47,-2-3 1,3 3-151,1-3 1,0 3 15,0-3 0,5 0-243,2-4 1,3 0-50,1 0 1,4-5-267,-1-2 0,6-3 217,-2-1 1,-1-1 11,2-3 1,-2-6 451,1-5 0,3-4 0,21-33 0,11-13 0</inkml:trace>
  <inkml:trace contextRef="#ctx0" brushRef="#br0" timeOffset="1436">1346 199 8041,'-4'-11'0,"0"0"0,2 0 423,0 0 0,2 4 84,0 0-115,0 4-183,0-2 1,0 6-29,0 3 1,2 2-106,1 5 1,-1 0 59,1 0 0,-1 4-142,-2 0 0,0 3-45,0-3 1,0 3 17,0-3 1,0 4 10,0 0 1,0-3 130,0-2 1,0-1 90,0-2-113,0 5 0,0-4 142,0 3 129,0-8-47,0 3 1,0-10 4,0 0 0,0-5-136,0-6 0,4-5-9,4-3 1,2-1-73,1-2 0,0 0-100,0 0 0,3-3-300,1 3 1,1-3-601,-1 7 0,-2 1 422,5-1 479,-4 4 0,7 3 0,-4 6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2:15.0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11 236 7872,'0'-7'351,"4"1"1,0 3 266,-2-5 0,1 3-1176,0 2 0,-1 0 216,1 0 342,-1 1 0,-7-12 0,-2 1 0</inkml:trace>
  <inkml:trace contextRef="#ctx0" brushRef="#br0" timeOffset="141">0 48 7872,'0'-6'802,"0"-4"-249,0 3-183,0 2-637,0-5 0,0 8 267,0-6 0,25 16 0,6-1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2:14.4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34 154 8023,'0'-6'987,"0"1"1,1 4-687,3-3 0,-2 3 60,6-3 1,-5-1 119,5 2-228,-1-6 0,4 3 13,0-5 1,0 4-43,0-1 1,0 1-15,0-4 1,-4 1-34,1 3 0,-2-3-101,1 3 0,2 0-209,-6 0 155,1 5-716,-4-8 489,0 9 1,0-3 41,0 8 1,0 2 69,0 5 1,0 1 21,0 3 1,-1-2-34,-3 6 0,3-1 24,-3 4 1,3-1-35,1-3 0,0 3-187,0-3 0,0 3-23,0 1 1,0-5 28,0-2 1,0 1-178,0-1 1,4-1-45,-1-3 1,1-3-740,-4-1 659,0-4 596,5 2 0,-9-15 0,3-3 0</inkml:trace>
  <inkml:trace contextRef="#ctx0" brushRef="#br0" timeOffset="207">12 353 7561,'-6'-11'1679,"1"4"0,10 2-1427,2 5 1,4 0 104,4 0 1,-2 0-221,6 0 1,-1 0-116,4 0 1,0 0-757,0 0 0,0 0-105,0 0 1,0 0 838,0 0 0,20 5 0,4 2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2:22.0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188 55 7873,'0'-11'464,"0"0"1,0 0 1769,0 0-1812,0 5 0,-5 2-98,-2 8 1,-4 2-98,-4 5 1,2 5-186,-6 2 1,5 4-10,-5 4 0,6-1 19,-2 9 0,-1-3-156,1 10 0,2-4-411,6 3 0,2-3-1,5 3 1,0-4-385,0 0 1,5-6-254,2-4 0,8-4 229,3-4 924,3-7 0,40-31 0,10-10 0</inkml:trace>
  <inkml:trace contextRef="#ctx0" brushRef="#br0" timeOffset="505">453 209 7873,'0'-7'-155,"0"-1"1,0 5 306,0-5 1,1 6 187,3-2 0,2 3-149,5 1 0,0 1-53,0 3 0,1-2 1,3 6 0,-2-1-66,6 4 0,-6 0-146,2 0 0,-3 0 48,-1 0 0,-1 0-269,-3 0 214,3 0 0,-7 0-122,4 0 0,-5 0 80,2 0 1,-8-1-55,-3-2 0,-3 0 49,-1-4 0,0 3 111,0-3 0,0 3 153,0-3 0,-4-1-36,1-3 1,-1 0 174,4 0 0,0 0-102,0 0 1,4 0 413,-1 0-479,1 0 0,-1 0 51,1 0 9,5 0-56,-3-4-264,5 2 1,1-3-37,3 5 1,-2 0-11,5 0 0,1 0 74,3 0 1,1 0-107,3 0 0,-2 2 86,6 1 0,-5-1 29,5 1 0,-2 3 48,1 2 0,3-2-32,-3 1 1,-2-1 145,-1 2 1,-6 1-15,-2-1 0,-5 2 114,2 1 0,-4 0-142,-4 0 0,-7-4 21,-7 0 0,-3 0-248,-1 0 0,0 1-304,0-4 1,0 0 524,0-4 0,-5-15 0,-1-3 0</inkml:trace>
  <inkml:trace contextRef="#ctx0" brushRef="#br0" timeOffset="780">1125 308 7875,'0'-11'486,"-1"5"713,-3 2-767,3 3 0,-7 6 126,4 3 1,-3 1-379,3 2 1,-5 5-218,2 3 1,-3-2-455,-1 1 1,4 1-30,-1 3 1,1 0-303,-4 0 1,0-4 421,0 0 0,1-4-107,3 1 1,-3-3 506,3-1 0,2-5 0,0-21 0,5-9 0</inkml:trace>
  <inkml:trace contextRef="#ctx0" brushRef="#br0" timeOffset="972">894 330 7875,'0'-18'1089,"0"0"-444,0 9-236,0-1 1,1 10-171,3 0 1,2 1-50,5 3 0,0 6-19,0 5 1,5 4-114,2 0 0,-1 5-619,2 2 0,-1 0-195,4-4 0,-1 0-1526,-3 0 2282,3 0 0,11 5 0,8 1 0</inkml:trace>
  <inkml:trace contextRef="#ctx0" brushRef="#br0" timeOffset="1549">1368 297 7910,'-4'-11'0,"0"0"517,2 0 159,1 0 1,6 5-331,2 2 0,3 3-126,1 1 1,1 0-97,3 0 1,-2 1-150,6 3 0,-1 2 47,4 5 1,-1 0-229,-3 0 0,2 0-97,-5 0 0,-1 0 137,-3 0 0,-5 0 29,-2 0 1,-3-3 61,-1-1 0,-1-3-100,-3 3 1,-2-3 123,-5 3 0,-1-4 4,-3 0 0,3 0 7,-3 0 1,-1-1 106,2 1 1,-1-1 84,4-2-140,0 0 0,0 0 16,0 0 0,4 0 55,-1 0 224,6 0-204,-8 0 23,9 0-197,-4 0-90,15 0 0,-5 0-52,9 0 0,-4 0 106,5 0 0,-3 0 36,-1 0 0,4 0 29,-1 0 0,5 0-17,-5 0 1,2 3 52,-1 1 1,-1 4 15,4 0 1,-5-2 6,2 1 1,-3 1 165,-1 3 0,-1 0-30,-2 0 1,0 0-31,-4 0 1,-1 0 84,-3 0 1,-1 0-117,-2 0 0,-5-4 17,-6 1 0,0-2-70,-4 1 1,-1-1 7,-3-2 1,0-3-78,0 3 1,0-3-207,0-1 0,0 0-789,0 0 1,1-4 1024,3 1 0,17-21 0,8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2:21.0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89 8019,'-3'-7'0,"-1"-1"0,0 1 0,1 0 652,-1-1-157,0 6-82,4-8-192,0 4 0,0-1 73,0-1-297,0 6 1,2-3-122,1 5 1,3-1 83,5-3 1,2 3 29,1-3 0,0 3 30,4 1 1,1 1-157,3 3 1,0-2 57,0 6 0,1-5-108,3 5 1,-2-5 44,6 5 1,-10-1-207,2 4 1,-7 0 68,0 0 0,-8 0 234,-3 0 1,-4 0-13,-4 0 1,-4 0 11,-11 0 1,0 1 133,-11 3 1,-3-3 20,-4 3 0,1-1 209,3 0 0,1-2-110,2 3 1,3-3 42,5-1 1,5 4-252,3 0 0,3 0 48,3-4 0,3 0-103,5 0 1,5-4 89,3 0 0,3-3-169,3 3 1,3-4 43,5 0 0,-3-1 27,-1-2 1,1-2 28,3-1 1,-5 0 6,-3-4 0,-1 0 168,-2-4 0,-1 0-89,-3 0 1,-2-5 186,-5-3 1,-1 2-76,-3-1 0,-2-1-118,-5-3 1,-4 5-178,0 2 1,-3 0-261,3 0 1,1 0-31,3 4 0,1 4-815,2-1 1234,3 6 0,50 7 0,10 7 0</inkml:trace>
  <inkml:trace contextRef="#ctx0" brushRef="#br0" timeOffset="342">904 144 8311,'4'-11'0,"1"0"1668,1 0-860,-4 5-557,3 1 1,-5 10-15,0 2 1,-5 3-79,-2 1 1,-4 4-110,-4 0 0,3 4 59,-3-1 1,-1 2-63,2-2 0,-2 3-209,1-2 1,3 0-522,-3 0 1,3 1-349,1-1 0,0-3-521,0-2 434,5-1 1118,1-2 0,15-30 0,2-6 0</inkml:trace>
  <inkml:trace contextRef="#ctx0" brushRef="#br0" timeOffset="540">695 155 7922,'-6'-11'0,"-3"0"0,4 1 465,-1 3 772,4 2-292,-3 0-289,5 4-287,5 6 1,-3 2-136,5 8 0,4-2-78,4 2 1,4 1-130,-5 2 1,6 3-219,-2-2 1,3 1-71,1 2 1,0-1-786,0-2 1046,0 1 0,20-2 0,4 4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2:24.4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1 254 7780,'0'-11'755,"0"5"1,0 0 21,0 2 6,0 3 3,0-4-550,0 15 1,0-3 0,0 8 0,1 1-118,3-2 1,-3 6-192,2-2 1,2 3-40,-1 1 1,3 4-293,-3 0 1,1 0-526,-1-4 0,-3 0 165,2 0 1,-1-2-191,-2-1 0,0 0 953,0-4 0,0-5 0,-5-25 0,-1-9 0</inkml:trace>
  <inkml:trace contextRef="#ctx0" brushRef="#br0" timeOffset="273">177 320 9157,'-1'6'588,"-3"-2"1,-2 1-413,-5-1 1,0 4 4,0 0 0,0-2-75,0 1 0,4 0-214,-1 4 0,4-3-68,-3-1 0,5 0-77,-2 4 1,3 0 27,1 1 0,1-1-114,3 0 0,3 1 73,8 3 1,-2-3-140,6 2 0,-1-1-28,4-2 0,-2-4 433,2 0 0,27-19 0,14-1 0</inkml:trace>
  <inkml:trace contextRef="#ctx0" brushRef="#br0" timeOffset="886">397 430 7780,'12'-3'167,"-1"-1"0,-4 0 308,0 4 1,1-3-97,3-1 1,0 0-171,0 4 0,0-1-142,0-2 1,0 1 4,0-1 0,0-2-193,0 1 0,-4-3 108,0 3 0,-4-1-134,1 1 0,1 2 159,-2-5 0,0 3-95,-7-3 0,-2 4 64,-5 0 0,0 0 38,0-1 0,-4 3 156,0-3 0,-3 4-77,3 4 0,1 1 149,3 2 1,0 3-98,0-2 1,3 3-30,1 3 1,4-1-77,0 1 0,1 2-158,2-1 1,0 0-122,0-4 0,7 3-157,4 1 0,1 0-269,6-4 0,2-5 143,6-2 0,-3-3-267,3-1 1,1 0 783,-2 0 0,-3-5 0,-3-3 0,-2-3 0,1-3 0,2 2 0,-6-3 0,-2-1 0,-5 1 0,-5 0 1,2 4 1,-3-3 46,-1-1 0,0 0 554,0 4-14,-5 0 0,3 2 147,-5 1 113,4-2-270,-2 9-521,5-4 1,0 10-54,0 2 0,4 0 77,0 0 0,3 0-90,-3 4 0,3 4-105,-3 0 1,3-1-61,-3-3 0,3 4 37,-3 0 1,3 0-49,-3-4 0,-1 0 92,-3 0 0,4 0 21,0 0 1,-1-4 872,-3 0-373,0-4-113,0 2 0,0-6 58,0-3 1,-3-2 93,-1-5 0,0-5-220,4-3 0,0 2-87,0-1 1,2 3 69,1-3 1,3 1-26,5-2 0,4-2 12,0 3 0,8 1 116,-1-1-333,3-1 0,16 2 0,6 1 0</inkml:trace>
  <inkml:trace contextRef="#ctx0" brushRef="#br0" timeOffset="1394">1004 320 7986,'0'-11'1314,"0"4"-530,0 0-42,0 4-507,0-2 1,3 10-87,1 2 1,5 3-148,-2 1 1,-1 1 97,2 3 1,-2-1-63,1 4 1,2 0 6,-6 4 1,5-3-346,-5-1 0,1-3-162,-4 3 0,1-4 188,3 0 1,-3-1-210,3-2 357,-3-5 1,-2-1 159,-3-5 1,2 0-74,-6 0 0,6-5 12,-2-2 0,-1-3-6,2-1 1,-1-4 16,4 0 1,0-3 55,0 3 0,0-3 5,0 3 0,0-3 93,0 3 0,4-1-32,-1 1 1,6 3 88,-2-3 1,3 4-95,1 4 0,0-1 139,0 4-110,5 0 0,-4 5 33,3 3 0,-2 2-116,2 5 0,-6 0-3,2 0 0,-4 4 48,0 0 1,0 3-395,-4-3 0,-2 3-550,3-3 0,-3 0 269,-1-4 1,0 1-265,0 3 0,4-7 847,0 3 0,-1-7 0,12-14 0,3-8 0</inkml:trace>
  <inkml:trace contextRef="#ctx0" brushRef="#br0" timeOffset="1968">1379 375 7780,'9'-1'434,"-1"-3"0,2 3 67,-3-2-185,3 1 0,1 2-248,0 0 1,0 2 41,0 1 1,0-2-47,0 3-97,0-3 0,0-1-317,0 0 0,-4 0 153,1 0 0,-5 0-432,5 0 435,-6-5 0,3-1 79,-5-5 1,0 4 79,0 0 1,-5-1 115,-2-3 1,-3 0-25,-1 0 0,0 4 153,0-1 0,-1 6-3,-3-2-167,3 3 1,-4 1-1,5 0 1,1 1 71,3 3 0,-2 2 125,5 5 0,1 4-204,3 0 0,0 4 8,0 0 0,0 0-55,0 0 0,5 1-116,2-1 0,3-2 73,1 1 1,3-4 36,1 0 0,4-3-128,-5-3 1,6 0 125,-2-4 0,2-1-19,-2-7 1,2 0-129,-6-7 1,5 1 126,-4-8 1,-1 1-163,-3-2 1,0-1 96,0 1 0,-5-2 129,-2-1 1,1 0-21,-1 0 1,-1 0 124,-3 0 0,0 0 39,0 0 1,-3 0 278,-1 0 0,-5 4-63,2-1 1,1 6 250,-1-2 0,3 3 566,-3 1-818,4 5 1,-3 1-243,2 5 1,3 5 74,-3 2 0,3 4 13,1 4 1,0 2-88,0 5 0,0 1-130,0 3 1,1-2 168,3 6 0,-1-1-70,4 4 0,-3-3-1000,3-1 0,-1-4 53,1 0 0,3-1-237,-2-2 0,1-2 364,2-1 1,2-4-153,1-8 0,0-2 863,4-5 0,5-35 0,6-7 0</inkml:trace>
  <inkml:trace contextRef="#ctx0" brushRef="#br0" timeOffset="2244">1820 12 7833,'5'-7'620,"-2"3"152,8 4 1,-1 4-6,8 4 0,4 6-296,4 5 0,6 7 64,1 3 1,-4 3-317,5 1 1,-10 4-317,-2-1 0,-2 6-131,-9-2 0,-3-2-298,-8-1 0,-1-3-37,-3 0 0,-2-6-126,-5-3 0,-1-6-438,-3-4 1,3-7 1126,-3-1 0,-2-19 0,0-1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2:30.4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23 243 7926,'-11'-6'1225,"4"-3"-761,3 7-307,4-3 0,6 5-105,5 0 1,5 0-132,6 0 0,5 0 23,2 0 0,4 4 43,4 0 0,3-1-76,8-3 1,-6 2-345,2 1 1,-5-1-24,-2 1 1,-2-2-842,-9-1 1297,0 0 0,-34-9 0,-6-4 0</inkml:trace>
  <inkml:trace contextRef="#ctx0" brushRef="#br0" timeOffset="326">420 122 7866,'-5'-7'711,"-3"-1"-37,-2 1-213,4 1-317,1 1 0,7 9-6,1-1 0,3 6-33,5-2 0,5 3-170,3 1 1,3 0-71,4 0 0,-3-3 12,3-1 1,-4 0-73,-4 4 0,2 0 142,-6 0 0,1 0 41,-4 0 0,-1 0 74,-3 0 0,-2-3 181,-5-1 0,-5 1-132,-2 3 0,-8-2-17,-3-1 1,-3 2-80,-1-3 0,-4-1 15,0 1 0,1-3-520,3 3 0,4-4-755,4 0 1245,2 4 0,35-16 0,9 2 0</inkml:trace>
  <inkml:trace contextRef="#ctx0" brushRef="#br0" timeOffset="600">1070 78 7866,'-5'-11'870,"4"0"-92,-3 0 1,3 6-555,1 5 1,0 5 126,0 6 1,1 5-154,3 2 0,1 3-158,2 1 0,2 0-161,-6 0 0,5 0-371,-5 0 1,5 4 83,-5 0 1,2 0-448,-1-4 0,-3-4 126,3 0 1,-3-4 728,-1 1 0,-5-28 0,-1-6 0</inkml:trace>
  <inkml:trace contextRef="#ctx0" brushRef="#br0" timeOffset="934">1048 111 7866,'-4'-21'0,"1"3"205,0 3 1,2-1 363,1 2 1,0 3-172,0 3 1,5 6-14,2-2 1,4 3-282,4 1 0,2 0 21,5 0 1,5 5 45,2 2 0,0 7-22,0 0 1,-1 5-163,2-5 0,-5 5-106,-6-5 1,-5 5-368,-6-4 1,0-1 252,-4-3 1,-5 0-98,-7 0 1,-3-1 88,-3-3 1,-4 3 100,-4-2 0,-3-3 279,-1-2 1,1 0-47,7 0 0,-1-1 2,4 1 0,0 0-121,4 0 0,5 0 59,2 4 1,3-3-83,1 3 0,5-3-185,2 3 1,8-1 23,3 2 0,4 0-200,4-4 0,-3 3-98,3-3 0,-3 0 123,-1-4 0,1 0 385,-1 0 0,-2 0 0,-1 0 0,-3-15 0,-5-3 0</inkml:trace>
  <inkml:trace contextRef="#ctx0" brushRef="#br0" timeOffset="1284">1511 277 7866,'6'0'834,"4"0"-467,-4 0-181,5 0 0,0 0 13,0 0 0,0-4-65,0 0 0,1 1-160,3 3 0,-3 0 124,3 0 1,-2-4-87,2 0 0,-3 0-245,3 4-13,-3-4 0,-1-3-107,0-4 0,-3 4-73,-1 0 270,-4-1 1,1-3 104,-4 0 0,-4 4 261,-4 0 1,-3 3-145,-4-3 1,2 4 85,-5-1 0,4 3 236,-1 1 1,0 1-127,0 3 0,0 2 32,4 5 1,1 0 52,3 0 0,-2 0-258,6 0 1,-2 2-36,1 1 0,3-1-230,-3 1 0,3 2-39,1-1 1,5 0-218,2-4 1,4 0 124,4 0 1,2-5-245,5-2 1,4-3-383,0-1 1,3-1 932,-3-3 0,44-27 0,7-10 0</inkml:trace>
  <inkml:trace contextRef="#ctx0" brushRef="#br0" timeOffset="1634">1941 89 7866,'0'-11'0,"0"0"359,0 0 0,0 4 1443,0-1-719,0 6-536,0-3 0,1 6-147,3 3 0,-2 3 28,6 8 1,-1-2-285,4 6 1,-5-2 68,-2 1 0,1 7-365,-2-3 0,1 2-38,-4-2 1,0 0-202,0 1 1,0-3 252,0-1 0,-1 0-86,-3-4 1,3 0 0,-3-4 354,-2 0 72,5 0-161,-4-5 0,10-1-2,2-5 0,4 0-283,4 0 1,2-5-425,5-2 1,0 0 53,0 0 0,0 3-473,0-3 1,0 3 300,0-3 0,0 3 785,0-3 0,-4-5 0,-2-5 0</inkml:trace>
  <inkml:trace contextRef="#ctx0" brushRef="#br0" timeOffset="2174">2338 111 7866,'0'-11'132,"0"0"0,0 0 686,0 0 0,3 4 146,1-1-24,0 6-665,-4-3 0,3 6-36,1 3 0,0 2-51,-4 5 0,0 1-90,0 3 0,0 2 23,0 5 0,1 0-159,3 0 0,-3 0-376,3 0 0,-3-1 270,-1-2 1,3 1-276,1-1 1,0-2 84,-4 1 1,5-4-62,2 1 1,-1-3 146,2-1 1,-1-1 50,4-3 0,1-2-59,3-5 1,-2 0 31,6 0 1,-5-5-111,5-2 1,-4-7 118,3-1 0,-3-3 70,3 3 1,-5-3 42,2 3 1,-3-4 152,-1 0 1,-3 0-88,-1 0 0,-3-2 92,3 3 1,-4 1 112,0-1 0,-2-1 323,-1-3 0,0 5 151,0 2 0,0 3 340,0 1-48,0 0-344,0 5-229,0 1 2,0 5-183,0 5 1,0-3 72,0 6 1,0-1-27,0 4 0,0 4-249,0-1 1,0 6 69,0-2 1,0 3-113,0 1 0,0-3-103,0-1 0,0 0-64,0 4 0,5-1-156,3-2 1,-2 0-349,1-4 0,1 0 234,3-4 0,3-1-697,1-3 1197,0-2 0,20-44 0,7-10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2:34.6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34 7800,'0'-6'154,"0"0"134,0 2 1,0 1 219,0-4 11,0 5 236,0-3-488,0 5 0,0 5-13,0 2 0,0 8-73,0 3 0,-4 7-77,1 0 0,-5 6 14,5-2 0,-1 3-130,4 1 1,-4 2-239,1 1 0,-1-3 106,4 0 1,1-1-34,3-6 0,-2 0-102,6-4 0,3-6-223,3-5 0,2-2-37,-1-5 0,-1 0-236,4-4 0,0-5 4,4-2 771,0-8 0,5-17 0,2-8 0</inkml:trace>
  <inkml:trace contextRef="#ctx0" brushRef="#br0" timeOffset="410">463 210 7800,'-7'-3'0,"-1"-1"0,5 0 159,-5 4 0,5 0 315,-5 0 1,5 1-319,-5 3 0,2 2-23,-1 5 1,-3 0-182,3 0 0,1 2 18,-2 1 1,6 0-182,-2 4 1,-1-1 125,2 2 0,-1 0-49,4-4 0,0 0-96,0-4 1,1 0-116,3 0 0,-2-5 125,6-3 1,-1-1-52,4-2 0,-4 0-5,1 0 1,-1-5 236,4-3 1,-1-1 38,-3-2 0,3-4 0,-3 0 0,-1-1 0,2 2 0,-5-2 40,5-3 0,-5 0 78,5 4 0,-6-1 210,2 1 1,1 3-139,-2-3 1,1 3 47,-4 1 0,1 4 452,3-1-504,-3 6-86,4-3 1,-5 10-98,0 2 0,-1 3 61,-3 1 1,3 4-143,-3 0 1,3 3-300,1-3 0,0 4 156,0 0 1,0-3-360,0-2 1,1-2 83,3 0 496,-3-1 0,34-5 0,1-1 0</inkml:trace>
  <inkml:trace contextRef="#ctx0" brushRef="#br0" timeOffset="842">684 199 6622,'-2'-11'78,"-1"0"0,1 4 1543,-1-1-884,2 6-269,1-3-121,0 5-226,0 5 0,0 1-143,0 5 0,1 0-44,2 0 0,-1 0-47,1 0 1,2 4 91,-1 0 1,3-1-413,-3-3 351,5 0 1,-5 0-195,4 0 88,2 0 0,-4-1-7,5-2 1,-4-4 50,0-4 30,1 0 1,3-1-89,0-2 0,-4-4 158,1-4 0,-5-1 92,5-3 1,-6 3 11,2-2 0,1 1-29,-2 2 0,1 0-33,-4 0-69,0 0 173,5 0 0,-3 1-10,6 3 60,-6 2 0,4 6-64,-2 3 1,-3 2 143,3 5 1,1 4-107,-2 0 0,2 4 133,-1 0 0,-3 1 2,3 2 0,-3 2-75,-1 1 1,0-1 121,0 1 0,-4-1-241,1-2 0,-6-4-133,2 0 1,-4-4-193,-4 1 0,3-3-1170,-3-1 1119,3-5 309,1-1 0,29-54 0,8-12 0</inkml:trace>
  <inkml:trace contextRef="#ctx0" brushRef="#br0" timeOffset="1448">1091 342 7800,'-4'-6'1689,"2"1"-1215,-3 5-38,5 0 1,5 0-445,3 0-113,1-4 0,3 2-158,-1-1 1,0 0 190,0 0 1,-2 0-60,-1-4 0,0 3-296,-4-3 213,5-1 1,-8-3 179,2 0 35,-1 0 0,-4 1 115,-1 3 0,-3-1-106,-5 4 0,-4 0 96,0 4 1,-1 0-29,2 0 1,1 5 16,-1 2 0,1 7-10,2 1 1,0 3-14,0-3 1,5 4-97,3 0 0,1 0 66,2 0 1,2 0-240,1-4 0,1 3 75,7-3 1,-3 0 121,7-4 0,2-5-29,2-2 1,-2-3-54,1-1 1,-4-1-197,0-3 0,2-2-186,-1-5 0,0-5 481,-4-3 1,0 2 50,0-1 1,-1 0 138,-3-5 0,2 3-74,-6 1 1,5 0 105,-5 4 0,2-3-65,-1 3 1,-3 0 57,3 4 0,-2 1-21,2 3-36,-3 2-102,4 5 1,-1 1-218,-1 3 0,1 2 167,-4 5 0,1 0-20,3 0 0,-3 4-7,3 0 1,-3 4 31,-1 0 0,0-2 0,0 1 0,0-3 24,0 3 1,0-4 17,0 0 0,0 2 141,0-1 1,0 0 365,0-4 196,0-5-10,0 4 273,0-9-723,0-11 1,1 0-270,3-12 1,2 3-190,5-3 0,0 0-393,0-1 1,0 1-115,0 0 1,1 2-106,3 1 1,-1 0-488,4 4 1,-3-3 1259,3 3 0,40 15 0,13 7 0</inkml:trace>
  <inkml:trace contextRef="#ctx0" brushRef="#br0" timeOffset="1843">1929 199 7800,'-7'-5'253,"0"-2"0,4 1 390,-1-2 1,4 6-268,4-2 0,2 3-117,5 1 1,5 0-42,3 0 0,-1 0-67,4 0 0,-2 0-100,5 0 1,4 1 50,0 3 1,-6 1-190,-1 2 0,-7 3-26,0-3 1,-4 3-346,-4 1 0,-2 0 245,-5 0 0,-3 0 91,-4 0 0,-1 0 83,-11 0 0,1 0 16,-4 0 0,-4 0 62,0 0 0,-2 0 89,6 1 1,-2-3 269,5-1 1,3 1-120,2-1 0,3 2 32,3 1 1,3-4-181,5 0-201,0 1 1,6 1-281,5-1 0,5-2 73,6-2 1,2-3-166,1 3 1,4-3 98,4-1 343,-5-5 0,23-11 0,2-7 0</inkml:trace>
  <inkml:trace contextRef="#ctx0" brushRef="#br0" timeOffset="2015">2536 387 7800,'0'-8'1022,"0"1"-841,0 4-349,0-6 168,0 7 0,5-12 0,1 1 0</inkml:trace>
  <inkml:trace contextRef="#ctx0" brushRef="#br0" timeOffset="2156">2569 188 7800,'-11'-15'960,"0"1"1,3 0-883,1 7-724,5-3 0,-2 9 300,8-3 346,-3 3 0,48 6 0,6 1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2:41.3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55 7360,'0'-11'829,"0"3"-198,0 1-70,0 5-55,0-3 0,0 5-216,0 5 0,0-3-40,0 5 0,0 2 0,0 6 1,0-2-73,0 5 0,0 1-137,0 3 0,0 4 29,0-1 0,-1 2-207,-3-1 0,3 1-61,-3 2 1,3-1-238,1-2 0,-4-3 197,1 3 1,-1-4-138,4-3 0,0-3-408,0-5 1,0-4-239,0 0 71,0-4 950,0 2 0,10-45 0,2-9 0</inkml:trace>
  <inkml:trace contextRef="#ctx0" brushRef="#br0" timeOffset="410">321 154 7814,'3'-7'532,"1"-1"-174,5 6-310,-8-3 119,4 5 1,-10 1 51,-3 3 1,-1 2-37,-2 5 0,0 0-91,0 0 0,0 1-107,0 3 0,0-2 20,0 6 0,-1-5-39,1 5 1,2-4 37,1 3 0,0-1-162,4 1 1,0 3 59,4-2 1,0-3-122,0-2 1,5 2-73,3-1 1,5-2 47,2-5 1,4-2 106,0-3 0,2-1 53,1 1 0,0-3-17,0-3 1,0-3-9,0-5 1,0 0 35,0 0 0,-5-1-40,-2 1 1,-3-3-6,-1-1 1,-1-3 172,-3 3 0,-2 0 184,-5 4 1,-1 4 224,-3 0 1,-6 3-170,-4-3 0,-6 4-8,2-1 0,-3 8-135,-1 3 0,0 3-114,0 1 1,3 2-128,1 1 1,5-2-461,-2 3 0,4 1 548,3-1 0,33 19 0,12 2 0</inkml:trace>
  <inkml:trace contextRef="#ctx0" brushRef="#br0" timeOffset="725">1059 187 8329,'-7'7'1113,"0"1"0,3-5-938,-3 5 0,-1 0-173,-3 7 1,-1-2-55,-3 6 1,2-1-290,-6 4 1,5 0 10,-5 0 1,6-3-255,-2-1 1,3-4-392,1 0 222,5-1 753,1-2 0,20-25 0,3-6 0</inkml:trace>
  <inkml:trace contextRef="#ctx0" brushRef="#br0" timeOffset="924">828 209 7814,'-5'-11'1032,"-1"0"282,0 0-496,1 5-431,5 1 1,1 6 23,3 3 1,3 2-133,8 5 1,1 0-199,2 0 0,6 4-175,-1-1 0,2 6-387,1-2 1,-2 0-203,6 0 0,-2 0 683,1 4 0,13 5 0,-1 1 0</inkml:trace>
  <inkml:trace contextRef="#ctx0" brushRef="#br0" timeOffset="1310">1699 11 8478,'-8'-4'0,"1"0"0,-2 2 0,0 2 1126,-2 3 0,-5 5-520,-3 7 1,-1 2-137,-3 5 0,0 5 42,-3 2 0,7 7-453,-3 0 0,12 6-171,3-2 1,5 3-136,6 1 1,7-4 92,8-4 0,6-6-172,5-5 0,1-1-460,3-2 1,-3-5 785,-1-2 0,11-37 0,0-10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2:45.6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1 143 7893,'0'-11'307,"0"5"1,1 0-221,2 2 0,0 3 88,4-3 1,1 3-5,3 1 0,1 0-76,3 0 1,-2 0-120,5 0 1,1 3 107,3 1 1,0 5-96,0-2 0,-4 2-51,1-2 1,-6 3-255,2-3 1,-8 3 10,-3 1 1,1-4 89,-1 1 0,-2-1 85,-6 4 1,-2-4 64,-5 1 1,-4-5 94,1 5 0,-5-5-63,5 5 0,-6-6 120,2 2 1,1-2-77,-2 2 1,6-3 21,-2 3 1,3-3 27,1-1 0,3 1-41,1 3 0,0-3-28,1 4-11,1-5 10,5 0 2,5 0 0,1 0-14,5 0 0,3 0-2,1 0 1,1 0-13,-1 0 0,-2 0 38,6 0 1,-5 0-1,5 0 0,-2 0 22,1 0 0,3 0 77,-3 0 1,3 1-100,1 3 1,-3 2 10,-1 5 0,-3 0-18,3 0 0,-8 0-1,1 0 0,-7 0 141,-1 0 1,-6 0-12,-5 0 1,-6 0 94,-5 0 0,-5-3-276,-2-1 0,-7-1-176,3 2 1,-4-3-8,5-5 0,2 0-266,1 0 0,0 0 505,4 0 0,37-30 0,17-7 0</inkml:trace>
  <inkml:trace contextRef="#ctx0" brushRef="#br0" timeOffset="224">860 242 7791,'0'-6'1610,"-4"1"0,-3 5-1291,-4 0 0,0 4-221,0-1 0,0 6-34,0-2 0,-1 7-235,-3 0 0,2 2-157,-5-1 1,4-3-422,-1 3 0,-1-1 173,2 0 1,-1-5 575,4 2 0,0-7 0,0 0 0</inkml:trace>
  <inkml:trace contextRef="#ctx0" brushRef="#br0" timeOffset="407">563 253 7791,'0'-7'803,"0"-1"234,0 1-270,0 1-293,0 1 1,6 6-209,5 3 1,1 2-39,7 5 0,4 5-610,6 2 0,-1 2-274,2-2 0,-1 3-618,4-2 0,-1-2 1274,-2 1 0,6-4 0,-1 1 0</inkml:trace>
  <inkml:trace contextRef="#ctx0" brushRef="#br0" timeOffset="934">1125 198 7941,'-6'-11'527,"2"0"0,3 4-118,1-1-329,0 6 1,1-3 139,3 5 1,6 0-36,4 0 0,2 0-62,-1 0 0,1 4-17,2-1 0,3 6-157,-2-2 1,-2 3 55,1 1 1,-4-1-257,0-3 1,-3 3 137,-3-3 0,-3 3 18,-5 1 1,0-4 16,0 1 1,-5-5-52,-3 5 0,-3-5-45,-3 5 0,1-6 159,-1 2 0,-2-2 21,1 2 0,0-3-21,4 3 0,0-3 13,0-1 1,0 0-24,0 0 0,4 4-27,-1 0-147,6-1 145,-8-3 86,9 0 0,-3 0-16,8 0 0,2 0 97,5 0 1,0 0-85,0 0 0,4 0 106,0 0 0,1 0 13,-2 0 0,0 0-102,4 0 0,-3 1 68,3 3 0,-4-3-60,0 3 0,-1 2 0,-2 2 0,0-2-2,0 1 0,-5 0-1,-3 4 1,-1 0-4,-2 0 0,-5 0-6,-3 0 0,-5 0-134,-2 1 0,-8-5-203,1 0 1,-3-3 32,3 3 1,-3-4-127,-1 0 0,4-1 388,3-2 0,26-15 0,1-3 0</inkml:trace>
  <inkml:trace contextRef="#ctx0" brushRef="#br0" timeOffset="1216">1720 165 7791,'0'-7'231,"0"-1"503,0 0 1,0 1-1,0 0-450,0 5 1,0-2 79,0 8 0,0 2-188,0 5 0,4 4 25,0-1 1,4 6-110,0-2 0,-2 7-170,1 0 0,-1 2-629,2-1 0,0 1-21,-4 2 0,1 0-342,-2-4 1,-1-1 242,1 1 827,-1-6 0,-7-8 0,-1-6 0</inkml:trace>
  <inkml:trace contextRef="#ctx0" brushRef="#br0" timeOffset="1490">1897 198 10566,'-8'5'494,"1"2"0,-4-1-324,-4 2 1,1-1-58,3 4 0,0-4-195,0 1 0,3-1-113,1 4 1,4 0-117,0 0 1,2 0 53,1 0 1,4 4-237,4 0 0,3-1 48,4-3 1,2 4-224,5 0 0,0-1 246,0-3 1,0 1 421,0-1 0,-5-5 0,28-6 0,3-6 0</inkml:trace>
  <inkml:trace contextRef="#ctx0" brushRef="#br0" timeOffset="1852">2106 352 9338,'11'0'799,"0"0"-593,0 0 1,4 0-1,0 0 0,-1 0-709,-3 0 1,4 0 127,0 0 0,1-3-150,-2-1 0,-5-3 264,2 3 1,-4-5-81,1 2 1,0-3 71,-4-1 1,0 0 54,-4 0 0,-6 1 214,-5 3 0,0-3 65,-4 3 1,-1 2 104,1 1 0,-3 3 144,3 1 0,-3 0 270,3 0 1,4 5-332,4 2 1,4 4-99,0 4 1,1-2-93,2 6 0,2-4-111,1 3 1,3-3 59,5 3 1,2-1-159,1 2 0,0-4-400,4-4 1,-3-1 103,3-2 0,1 0 27,3-4 0,-4 0 415,0-4 0,11-25 0,5-6 0</inkml:trace>
  <inkml:trace contextRef="#ctx0" brushRef="#br0" timeOffset="2152">2415 275 7791,'0'-6'598,"0"0"-251,0 2 110,0 3 26,0-4-267,0 5 0,4 5-101,-1 2 0,6 3-162,-2 1 1,-1 0 121,2 0 0,-1 1-120,4 3 1,0-3-139,0 3 1,-1 1 61,-3-1 0,2-1 99,-6-3 105,6 0 1,-6-1 385,4-2-312,-5-3 1,2-5 100,-8 0 0,2-5-146,-5-3 0,0-5-4,0-2 1,-2-1-339,6 1 1,-5 3-258,5-2 1,-1 1-361,4 2 1,5-1 304,2-3 1,8 7 541,3-3 0,62 7 0,16-1 0</inkml:trace>
  <inkml:trace contextRef="#ctx0" brushRef="#br0" timeOffset="2653">2713 308 7662,'-2'-10'1467,"-1"3"-872,1 2-387,-2 5 1,7 5-27,1 2 1,1 4-71,-2 4 1,4-3-134,4 3 1,0 2 29,0 2 1,0-2-150,0 1 0,-4-3 138,0 3 0,0-4-153,0 0 1,1-1-173,-4-2 1,1-4-148,-1 0 17,-3-4 258,4 2 0,-6-9-96,-3 0 0,3-4 226,-3 0 0,-1-5 102,1-2 1,0-1-37,0 2 0,3 1 198,-3-1 1,3-2-41,1 1 0,0 0-1,0 4 0,0 0 349,0 0-414,5 0 0,1 1-25,5 3 1,0 2-14,0 5 1,-3 0-85,3 0 1,-2 5 25,6 2 0,-2 4-145,2 4 0,-3-1 12,3 4 1,-3-3-133,-1 3 0,0-3-131,0 3 0,-3-4 31,-1 0 0,-3-1 372,3-2 0,-5 0 0,3 0 0</inkml:trace>
  <inkml:trace contextRef="#ctx0" brushRef="#br0" timeOffset="3268">3109 396 7797,'7'-1'429,"-4"-2"-176,3 1 0,-3-3 66,4 5 1,-3 0-75,3 0 0,1 0 26,3 0 0,-4 0-189,0 0 0,1 0-188,3 0 1,0-1 60,0-3 1,0 3-260,0-2 1,-1 0-64,-3-1 1,1 2 129,-4-5 0,0 3-136,-4-3 313,0-1 0,0-3-18,0 0 1,-5 0 198,-2 0 0,-7 1-106,-1 3 0,1-2 197,3 6 1,0-1-53,0 4 0,0 0-129,0 0 0,3 0 164,1 0 0,3 5 82,-3 2 0,4 3-71,0 1 1,2 4-20,1 0 0,0 1-139,0-2 1,0 0-164,0 4 0,4-4 87,4 0 0,2-2-115,1 0 1,3-1-49,1 0 1,5-5-28,-2-3 1,6-1-41,2-2 0,0 0 94,-4 0 0,0-7-46,0-4 1,3 0 64,-3-3 1,-3-3-6,-8-2 0,0 2 53,0-1 1,-1-1 23,-3-3 1,-2 0 167,-5 0 0,0 0 85,0 0 0,-5 0 110,-2 0 1,1 0-91,-1 0 1,-1-1 33,-3-3 0,4 6 96,0-2 0,3 8 198,-4-1 1,5 6 278,-5 2-342,6 4 1,-3 0-223,5 6 1,0 4-55,0 4 1,0 5-14,0 2 1,4 3-62,-1 1 1,6 1-162,-2 3 0,3-2 82,1 6 1,0-6-69,0 2 0,0-2-568,0 2 0,0-3-109,0 3 0,0-4-417,0-3 0,0 0 378,0-4 1,-3-2-630,-1-5 1377,0-3 0,14-30 0,3-6 0</inkml:trace>
  <inkml:trace contextRef="#ctx0" brushRef="#br0" timeOffset="3510">3583 55 7803,'-4'-11'396,"2"0"1317,-1 0-1209,1 0 1,4 4-78,1 4 0,5 6-150,6 5 1,4 3-85,4 4 0,5 2-26,2 5 0,2 1-79,-2 3 0,2 1-153,-6 2 1,1 7 75,-4-3 0,-6-2-150,-5-1 0,-1-1-223,-6 4 0,-2-4-454,-6-4 0,-5-3-713,-6-3 1,-1-3 1528,1-5 0,-7-15 0,-6-3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2:55.5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492 243 7825,'-11'-4'146,"1"-1"0,2 1 0,0-1 819,0 2-614,3 2-114,0 1-2,5 0 1,5 1-154,2 3 1,3-2 34,1 6 0,1-5-40,3 5 0,-2-5 69,6 5 0,-1-2-140,4 1 1,-1 3 72,-3-3 1,3 2-148,-2-2 1,-3 3-171,-2-3 0,-3 0 22,-3 0 78,1 0 0,-10 4 91,-2 0 0,-5-1-126,-10-3 0,1 3-35,-2-2 1,0-2-160,4 1 1,0-1-186,4 2 0,1 1 552,3-1 0,32-13 0,11-3 0</inkml:trace>
  <inkml:trace contextRef="#ctx0" brushRef="#br0" timeOffset="572">150 386 7825,'-11'0'-176,"0"0"197,0 0 0,0-3 243,0-1 0,0 0-3,0 4 1,0 0 104,0 0 1,0 0 200,0 0-214,0 0 0,4 0 107,-1 0 53,6 0-366,7 0 0,7 0-1,10 0 1,5 0-146,2 0 0,5 0 56,2 0 0,2 0-117,3 0 1,2 0-405,-3 0 1,2 0-552,-2 0 1,-2 0 457,-5 0 557,0 0 0,0-9 0,0-4 0</inkml:trace>
  <inkml:trace contextRef="#ctx0" brushRef="#br0" timeOffset="905">922 177 7828,'-6'-11'259,"2"0"1,3 4 406,1-1-433,0 6 0,0-2-2,0 8 0,0-2-95,0 6 0,4 3-106,-1 3 1,6 5-58,-2-5 1,3 6-257,1-2 0,-4 3-522,1 1 0,-2-1 257,1-3 0,2 3-354,-5-2 902,4-4 0,-2 6 0,5-4 0</inkml:trace>
  <inkml:trace contextRef="#ctx0" brushRef="#br0" timeOffset="1482">966 199 7828,'-1'-21'-782,"-2"2"883,0 0 0,-1 2 511,4-1 0,0 5 73,0 6-484,0 0 1,5 1-95,2 2 1,3 3 51,1 1 1,4 0-83,0 0 0,4 5 12,0 2 0,1 6-159,2 2 0,-1 1 48,-2-1 0,-3-2-207,-5 6 1,-4-6 86,0 2 1,-4 1-6,0-2 0,-6 1 11,-5-4 0,-1 0 123,-2 0 1,0-4-8,0 1 0,1-1 15,2 4 0,-1-3 13,1-1 1,3-3-178,2 3-205,1 0 279,2 4 1,5-3 53,3-1 1,5-5-11,2 2 0,4-3-22,0-1 1,2 0-8,1 0 0,0 0-1,0 0 1,0 0 2,0 0 0,-4-3 132,1-1 1,-5-1 184,5 1 1,-6 2-108,2-5 0,-2 3-90,2-3 1,-3 3-25,3-3 1,-3 3-45,-1-3 1,2 3-99,1-3 1,-2 3 73,3-3 0,-6 3-342,-2-4 408,0 1 1,3-4 95,-2 0 1,-4 4 171,-4-1 1,-4 2-30,-4-1 0,-5-2-43,-2 6 1,-5-2-10,2 1 1,1 3 136,-1-3 0,0 4-100,0 4 0,2-2-57,5 6 0,4-1-34,-1 4 0,6 0-125,-2 0 0,3 1-177,1 3 0,5-3-85,2 3 0,7-3-93,0-1 1,6 3 91,-2-3 1,7 2-72,1-5 1,3-4-135,-3 0 1,3-3-299,-3-1 0,3-1 434,-3-3 1,0-3 307,-4-8 0,-4 3 0,1-3 0,-6-21 0,3-6 0</inkml:trace>
  <inkml:trace contextRef="#ctx0" brushRef="#br0" timeOffset="1759">1815 133 7828,'-4'-17'0,"1"2"644,0 3-270,-3 1 1,4 1 639,-6 3-342,6-3-172,-3 9-72,5-4-188,0 10 0,0 1-81,0 5 1,0 1-1,0 3 0,0-2-148,0 5 1,0-3-46,0 4 1,4-6-75,-1 2 0,1 1 45,-4-2 1,4 5-135,-1-5 0,1 5 130,-4-5 1,4 1 26,-1-4 0,5 4 38,-5 0 0,5-4 104,-5-4 1,6-3-178,-2 3 1,7-5 3,0 2 1,5-3-543,-4-1 1,3-1-106,-3-3 1,4-2-353,0-5 0,0 4 603,0 0 1,0-4 466,-4-4 0,14-15 0,1 1 0</inkml:trace>
  <inkml:trace contextRef="#ctx0" brushRef="#br0" timeOffset="2252">2201 78 7828,'0'-11'0,"0"0"312,0 0 1,0 0 1245,0 0-1091,0 0 1,-1 4 341,-3 4-446,3 2 0,-4 5-119,5 4 0,0 3-88,0 4 1,0 2-60,0 5 0,0 1-201,0 3 0,0-3-9,0 3 1,4-3-306,-1-1 0,5 0 179,-5 0 0,5-1-176,-5-3 0,6-2 137,-2-5 0,3 0 147,1 0 1,0-5-135,0-2 0,4-3 58,-1-1 1,6-6-68,-2-5 0,2 0 70,-2-4 1,3-2-96,-2-1 0,0 1 192,0-2 0,-4 5-42,-4-5 0,4 5 166,0-5 1,-4 5-130,-4-5 1,-4 4 589,0-3 1,-1 1 7,-2-1 0,0 0 212,0 4 0,-2 3-216,-1 0 0,0 0 168,-4 3 1,3 3 66,-3 2-594,4 2 1,-5 2 100,4 2 0,1 4-15,3 4 1,0 0-116,0 0 0,0 5-48,0 2 0,0 3-126,0 1 1,0 0-42,0 0 0,1 0-184,2 0 1,0 0-241,4 0 0,1-4-504,3 1 0,-4-6-466,0 2 1,1-4 1514,3-4 0,14-31 0,5-13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07.4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265 364 7710,'-5'-11'120,"3"-1"228,-6 1 1,5 4-191,-5 0 0,1 4-108,-4 0 1,-1 0 68,-3 0 0,2 1-8,-6-1 1,2 1-11,-1 2 0,-3 0-30,3 0 0,2 4-106,1 0 1,1 3-234,0-3 1,5 3 54,-2-3 204,7 4-91,0-2 1,4 2-197,0-1 0,1-3 170,2 3 0,4-3 88,4 3 1,1-3-51,3 3 1,-3-4 10,3 0 1,2 4-87,1 0 0,-1-2 109,2-2 1,-2 2-8,1-1 1,3 3 25,-3-3 1,-1 3-5,2-3 0,-4 5 33,3-2 1,-5-1 136,2 1 1,-6 1 37,-2 3 0,-5-4 229,2 1 1,-5-2 171,-6 1 0,-2 2-261,-9-6 1,-2 5-123,-6-5 1,-1 5-245,-2-5 0,-2 1-319,6-4 0,-4 0 189,7 0 0,-2 0-106,5 0 1,7-1 71,1-3 221,8-2 0,42-15 0,16-2 0</inkml:trace>
  <inkml:trace contextRef="#ctx0" brushRef="#br0" timeOffset="326">640 397 7710,'0'-7'1677,"0"-2"-1356,0 3 1,1-1-66,3 4 1,-2-2 130,6 1 0,0 1-354,7 3 0,-2 0-234,6 0 1,-4 0-172,3 0 1,0 0-466,4 0 1,-5 0 63,-2 0 0,1 3 773,-1 1 0,-10 9 0,-7 0 0</inkml:trace>
  <inkml:trace contextRef="#ctx0" brushRef="#br0" timeOffset="492">596 485 7872,'7'0'351,"1"0"0,-1 0-301,4 0 1,5 0-158,2 0 1,3 0-180,1 0 1,4 0 285,0 0 0,24 0 0,2 0 0</inkml:trace>
  <inkml:trace contextRef="#ctx0" brushRef="#br0" timeOffset="1596">1202 242 8827,'-6'0'576,"1"-1"-247,5-3 1,0 3-235,0-4 0,1 2-83,3-1 0,-3-1 50,3 1 1,2 3-142,1-3 0,0 3 80,0 1 1,0-3-115,4-1 1,0 0 124,0 4 0,0 0-95,0 0 1,0 0 5,0 0 0,-3 0 71,-1 0-34,1 5 1,-2 1 6,-3 5 1,-1 0-6,-2 0 1,-2 0 43,-1 0 0,-3 2-2,-5 1 0,-4-1 37,0 1 1,0-2 120,4-1 1,0 1 75,0-1 1,0-2 192,0-1-315,0 1 0,4-4-14,0 3 16,4 2-104,-2-9 0,10 4-153,2-5 0,4 0-82,4 0 0,2 0-315,5 0 0,0 0 14,0 0 1,4 0-1026,0 0 1547,5 0 0,7-5 0,7-1 0</inkml:trace>
  <inkml:trace contextRef="#ctx0" brushRef="#br0" timeOffset="1884">1456 55 7725,'-6'-11'272,"1"0"337,5 0 0,1 5-218,3 2 1,2-1-133,5 1 0,5 2-75,2 6 1,8 3 24,3 8 1,3 2-119,1 5 1,0 1-37,0 3 1,-3 1-105,-1 2 0,-6 6-100,-1-6 1,-6 5-331,-8-4 0,-3-3 266,-5-2 1,-4 1-131,0-4 1,-4-1-189,0-6 0,2-7 531,-1 3 0,0-22 0,-5-2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01.0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127 76 7484,'5'-6'179,"-3"-4"1,4 9 255,-3-3-218,-1-2 0,2 4 28,-4-6 1,2 6 175,1-2-271,-1 3 11,2 1 0,-4 1-68,0 3 1,0 7 76,0 7 0,-3 3-5,-1 1 1,-4 1-145,0 3 1,-2 2-198,-1 5 1,0 0-131,0 0 1,0-1 25,0-2 1,0 2-112,0-3 1,1-2 75,3-1 1,-3-8-79,3-3 1,2-3-318,1-1 64,-2-5 646,5-1 0,1-20 0,16-23 0,7-19 0</inkml:trace>
  <inkml:trace contextRef="#ctx0" brushRef="#br0" timeOffset="368">83 241 7777,'0'-12'-102,"0"-3"0,0 3 99,0-3 0,4 3 168,0 1 1,-1 4 31,-3-1 0,0 5-26,0-5 0,2 6 67,1-2-240,-2 3 1,4 6 81,-5 2 0,0 3-69,0 1 1,0 0 66,0 0 1,0 4-180,0 0 1,2-1 57,1-3 0,0 4-75,4 0 1,-3-1-1,3-3 1,-3 0 29,3 1 0,0-5-94,4 0 1,0-3 81,1 3 1,-1-4-52,0 0 0,1-1 25,3-2 0,-2-5-124,5-3 0,1-1 115,3-2 1,-4-4 21,1 0 1,-1-3 10,4 3 1,-4 0 43,1 4 0,-6 0 90,2 0 14,-3 0 349,-6 5-259,4 1 1,-9 10 160,3 2 0,-3 3-87,-1 1 0,0 4 45,0 0 1,0 3-261,0-3 1,0 1 6,0-2 0,5 0-94,2 4 0,0-4-43,0 0 1,-1 2-317,1-1 1,3 0 450,-2-4 0,11-10 0,4-2 0</inkml:trace>
  <inkml:trace contextRef="#ctx0" brushRef="#br0" timeOffset="743">833 219 7909,'-11'0'284,"0"0"1,0 0-120,0 0 1,0 4-65,0 0 1,2 4 53,-2 0 1,6 1-148,-6 2 0,3 4-50,-3 0 1,3 1 45,1-2 1,5 0-87,-2 4 0,-1-4 80,1 0 0,1-1-327,3-2 252,5 0 1,1-5-29,5-2 0,-4-3-49,0-1 0,1 0 19,3 0 1,-1-5 43,-3-2 1,3-3 40,-3-1 1,2 2 8,-2-2 1,2 6 5,-6-6 0,6 3 155,-2-3-111,-2 0 1,5 0 1,-4 1 54,5 2 0,-4 0-52,1 4 1,-5 0 6,5 4 1,-5 0 2,5 0 0,-5 2-116,5 1 0,-2 3-3,1 5 0,2 1-162,-6-1 0,6 0 41,-2 0 0,0 0-335,0 0 552,-5 0 0,18-5 0,-2-1 0</inkml:trace>
  <inkml:trace contextRef="#ctx0" brushRef="#br0" timeOffset="965">1329 219 8145,'-11'5'1730,"0"1"-1378,0 5 0,0-2-209,0 2 0,-1-1-109,-3 8 0,2-3-23,-6 3 1,6-3-262,-2 3 0,-1-4-317,1 0 1,1-1 122,3-2 1,3-1-499,1-3 0,3-2 325,-3-5 617,4 0 0,13-39 0,9-10 0</inkml:trace>
  <inkml:trace contextRef="#ctx0" brushRef="#br0" timeOffset="1149">1131 252 7777,'0'-6'208,"0"-4"290,0 3 1,0 1-13,0-1-276,5 4 0,-3-2 122,5 5 1,-3 1-165,3 3 1,1 2-61,3 5 1,1 2-96,3 1 0,1 0-271,2 4 1,3-3-70,-3 3 0,-1-3-434,2 3 1,-2-3-86,1 3 0,3-4 475,-3 1 0,8-3 371,4-1 0,-4-5 0,65-26 0,-40 5 0,0 0 0</inkml:trace>
  <inkml:trace contextRef="#ctx0" brushRef="#br0" timeOffset="1408">1913 87 7777,'-5'-6'2245,"4"1"-1715,-4 5 1,5 5-206,0 2 0,0 4-101,0 4 1,2-2-67,1 6 0,-2 3-133,3 4 1,1-1-142,-1-3 0,1 4-329,-2 0 0,-2 3-508,3-3 0,-3 0 464,-1-4 0,0-4-1119,0 0 800,0-4 808,0-3 0,0-6 0,-5-64 0,-1-14 0</inkml:trace>
  <inkml:trace contextRef="#ctx0" brushRef="#br0" timeOffset="1659">1902 98 7971,'-6'-11'979,"-2"4"-372,4-1-351,0 6 1,5-4-102,3 2 0,2 3 12,5-3 1,5 3-14,3 1 0,-2 0-13,1 0 1,1 4-132,3-1 1,0 6-460,0-2 1,-2 3 55,-1 1 0,-4 4 194,-8-1 0,-2 2-102,-5-1 1,0-3 54,0 3 0,-10-3-34,-5-1 1,-4 0 11,-3 0 0,0 0 35,0 0 0,1-3-326,2-1 559,3-4 0,30-8 0,6-8 0</inkml:trace>
  <inkml:trace contextRef="#ctx0" brushRef="#br0" timeOffset="1935">2299 263 7777,'-6'-7'819,"2"0"-603,-2 4 0,1-3-26,-2 2 1,-3 3 117,3-2 1,1 3-118,-2 3 0,1 3-103,-4 5 0,1 0 29,3 0 1,-3 4-105,3 0 1,2 4 11,1 0 1,3 0-179,1 0 0,0 0 35,0-4 1,2 0-32,6-4 0,-1-1 48,8-3 1,1-2 29,-2-5 0,2-1-113,-1-3 0,-3-3-148,3-8 1,-6 1-353,-2-4 1,-3 3 296,3-3 0,-5 3 387,2-3 0,-8-15 0,-2-8 0</inkml:trace>
  <inkml:trace contextRef="#ctx0" brushRef="#br0" timeOffset="2202">2454 230 7777,'6'0'953,"-1"0"-796,-5 5 1,0-2-92,0 4 1,0-3-102,0 3 1,0 2 48,0 5 1,0-1-76,0 1 0,-4 3-56,0 2 0,1-2-92,3 1 0,1-4 172,2 0 1,4-1-7,4-2 1,0-5 81,0-2 0,0-3 152,0-1 0,-2-6-158,-1-5 1,0-2-208,-4-5 1,0 0-248,-4-4 0,-1 0 74,-3-1 0,-2 1 347,-5 0 0,-20-5 0,-4-1 0</inkml:trace>
  <inkml:trace contextRef="#ctx0" brushRef="#br0" timeOffset="2741">2707 142 7777,'0'-11'159,"-1"1"0,-2 2 635,0 0 1,-1 5 18,4-5-243,0 6-311,0 7 1,4 3 54,-1 11 1,5-1-253,-5 4 1,5 0 11,-5 0 1,6 0-165,-2 0 0,2 2 27,-2 1 1,3-1-234,-3 1 1,0-1 78,0-2 1,0-1-211,4-3 1,-3 1 155,-1-4 0,-3-5 23,3-6 0,-3-3 44,3-1 1,-3-1-11,3-3 1,-3-2-128,3-5 0,-1-5 177,2-2 1,1 0 43,-1 0 1,-2 0 39,1-4 0,-1 3 157,2 1 0,0 1-106,-4-2 1,3 3 96,-3 5 0,1 0 646,-1 0-179,-3 5 31,4 1-315,-5 5 1,-4 5 41,0 3 1,1 3-186,3 3 0,-4 0-35,0 4 0,1-1-196,3 2 1,1 0-10,2-4 0,0 1-23,4-1 1,1-3-196,3 3 1,0-3-456,0-1 0,0-4 805,0 0 0,19-33 0,6-6 0</inkml:trace>
  <inkml:trace contextRef="#ctx0" brushRef="#br0" timeOffset="2882">2983 120 7777,'-10'-11'112,"3"0"357,2 5-1191,5 1 1,1 5 90,3 0 631,-3 0 0,53 20 0,7 4 0</inkml:trace>
  <inkml:trace contextRef="#ctx0" brushRef="#br0" timeOffset="3442">3170 341 7777,'-4'11'904,"1"0"0,-1-4 56,4 0 127,0 1-147,0 3-346,0-5-192,0 4-398,0-9 1,0 3-497,0-8 572,5-2 0,0-5-209,2 0 0,3-2-1076,-3-1 1,0 1 601,0-1 0,-1 2 188,1 0 1,3 5 166,-3 0 1,0 1 118,0-2-94,0 3 1,4 5 30,0 0 0,-3 0 39,-1 0 1,0 5 9,4 3 0,0 1 53,0 2 1,0 1 194,1-1 0,-1 0-42,0 0 0,1-2-24,3-1 0,-3 2 159,2-3 0,0-2-127,1-2 1,-3-1-16,3-2 0,-2 0-73,2 0 0,-3-5 49,3-3 1,-3-1-65,-1-2 1,-4-2 95,1-1 1,-2 0 93,1-4 1,-2 3-85,-5-3 0,0 4 128,0 0 1,-1 1-18,-3 2 32,-2 0 1,-5 5-88,0 2 0,0 3 18,0 1 0,4 1-82,-1 3 0,5-1 9,-5 4 0,5 2-120,-5 5 1,6-2 19,-2 3 1,3 1-190,1-1 1,0 3 108,0-3 0,0 3-72,0-3 1,0 5 64,0-2 1,1-1 15,3 1 1,1 1 21,2 3 0,3 0 199,-3 0 0,-2-4 204,-1 1 1,1-5-85,-2 5 1,1-6 72,-4 2 1,-5-6-197,-2-2 1,-3-3-175,-1 3 1,-5-5 37,-2 2 0,0-4-211,0-4 0,0-1 171,-4-2 54,4-8 0,7-7 0,7-12 0</inkml:trace>
  <inkml:trace contextRef="#ctx0" brushRef="#br0" timeOffset="3760">4107 65 7774,'1'-11'0,"2"0"754,1 0 1171,-1 0-1432,-3 0 1,-1 5 25,-3 2 1,-3 8-47,-8 3 1,2 8-158,-6 3 0,2 3-109,-1 1 1,1 5-53,2 2 0,4 3-138,0 1 1,1 0-40,7 0 1,-5 0-231,4 1 1,1-1-819,3 0 1,3-5 133,1-2 1,5-3-258,-2-1 1,4-5 604,4-2 1,-2-8 587,6-3 0,19-27 0,8-8 0</inkml:trace>
  <inkml:trace contextRef="#ctx0" brushRef="#br0" timeOffset="4061">4262 197 7774,'11'-6'499,"-4"-2"-247,0 4 0,-3 0-33,3 4 1,1 0 188,3 0-154,0 0 0,0 1-59,0 3 0,-1 2-13,-3 5 1,1 0-99,-4 0 0,0 0-166,-4 0 0,0 0-11,0 0 0,0 0 54,0 0 1,-1 0 150,-3 0 0,-2 1-66,-5-1 0,0 0 252,0 0 0,0 0-107,0 0 1,0 0-104,0 0 0,3 0 105,1 0-267,4 0 0,-1 0-151,4 0 1,0-4-550,0 1 0,6-6-581,5 2 1,1-3 1354,6-1 0,74-10 0,-35 4 0,0 0 0</inkml:trace>
  <inkml:trace contextRef="#ctx0" brushRef="#br0" timeOffset="4309">4857 208 7774,'-8'0'993,"1"0"0,3 1-519,-3 3 1,3 0-6,-3 7 1,1-3-245,-1 7 1,-3 2-79,2 2 0,0 1-194,1 3 1,-3-1-275,2 0 0,-1-2-435,-2-1 0,1 0 206,2-4 1,0 0-1514,4-4 1333,-4 0 730,6-5 0,7-35 0,8-14 0</inkml:trace>
  <inkml:trace contextRef="#ctx0" brushRef="#br0" timeOffset="4475">4669 241 7774,'0'-6'535,"0"0"816,0 2-915,0 3 1,2-2-131,1 6 1,1 3-110,7 5 1,-2 4-139,5 0 1,0 3-168,0-3 0,-1 3-314,1-3 1,2 3-627,-1-3 1,1 1 1047,-1-1 0,12-3 0,7 4 0</inkml:trace>
  <inkml:trace contextRef="#ctx0" brushRef="#br0" timeOffset="4828">5011 131 8411,'11'0'1038,"-3"-4"-858,-1 1 1,0-1 30,4 4 1,0 4-26,0-1 1,0 6-37,0-2 0,0 3-84,0 1 1,-1 0 35,-2 0 1,-2 0-154,-3 0 1,-1 0-149,1 0 0,-3 2 62,-3 1 0,-4-4 59,-4 5 1,0-5 138,0 4 1,0-1 128,0-2 1,-2-4-147,2 0 1,-3 1 26,7 3 0,2 0-15,1 0 0,3-4 69,1 0-507,0 1 0,5 2-99,2-3 0,4 1-310,4-4 0,2 0 278,5-4 1,0 0-437,0 0 949,5 0 0,41-15 0,14-3 0</inkml:trace>
  <inkml:trace contextRef="#ctx0" brushRef="#br0" timeOffset="5717">5606 484 10693,'0'11'600,"0"0"-727,0 0 1,0 0-171,0 0 0,-3 1-390,-1 3 1,-3-3 165,3 3 0,-3-3-1071,3-1 1592,-4 0 0,6 0 0,-3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13.8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11 221 7990,'0'-11'1668,"0"5"1,2 1-1086,1 5 0,0 5-418,4 2 1,-1 7-396,2 0 1,1 5 47,-1-5 0,0 5-166,0-4 1,1 3 231,-1-3 116,-3-1 0,0 2 0,-5 1 0</inkml:trace>
  <inkml:trace contextRef="#ctx0" brushRef="#br0" timeOffset="149">0 78 7836,'0'-11'87,"0"0"0,0 0-77,0 0 0,0 0 19,0 0-119,0 4 1,5 3-161,3 4 0,-2 0 250,1 0 0,15 24 0,8 7 0</inkml:trace>
  <inkml:trace contextRef="#ctx0" brushRef="#br0" timeOffset="620">188 287 7760,'7'11'229,"0"0"0,-3-3 645,4-1 1,-5-3 15,5 3-86,-6-5-637,8 8 0,-8-9 280,6 3-171,-6-3-234,8-1 1,-8-1-821,6-3 443,-6-2 1,3-5-233,-5 0 1,1 0 240,3 0 1,-3 0-70,3 0 0,-2 0 149,2 0 1,-2 4 137,6-1 0,-6 5 202,2-5-305,2 6 239,0-3-41,5 5 1,-1 1 146,-3 3 0,2 2-50,-5 5 0,4 0 119,-1 0 0,0 0-68,0 0 0,-3 0-98,3 0 1,-3-3-205,3-1 141,0 0 1,1 3 35,-1-3-64,-5-2 0,5-5-318,-4 0 140,-2 0 156,4-5 0,-5-1 28,0-5 0,0 0 118,0 0 1,0 0 91,0 0 0,0 0-55,0 0 0,0 0-48,0 0 1,5 4-35,3-1 0,-2 2 21,1-1 0,0 2-32,4 5 0,0 0-23,1 0 0,-1 0-94,0 0 1,3 5-203,1 2 0,0 3-44,-4 1 0,3 0-185,1 0 0,1 0 534,-1 0 0,7 10 0,6 2 0</inkml:trace>
  <inkml:trace contextRef="#ctx0" brushRef="#br0" timeOffset="1004">871 232 7836,'0'-11'0,"0"0"0,0-1 627,0-3 1,-3 6 332,-1-2-533,-5 8 1,3-2-164,-5 5 0,0 0-54,0 0 0,0 1-208,0 3 1,0 2-277,0 5 0,4 0 215,-1 0 1,5 0 11,-5 0 0,6 0-387,-2 0 0,3 0 86,1 0 0,0 0-26,0 0 0,1-3 7,3-1 1,-2-1-476,6 1 620,-1 3 1,4-9 149,0 3 0,0-3-74,0-1 1,0-3 76,0-1 0,-3-5 206,-1 2 0,-1-3 44,1-1 1,2 4 165,-5-1 1,3 1-133,-3-4 0,1 4-10,-2-1 0,-2 5 1,3-5-164,2 6 0,-3-7-162,4 6 1,-3-1 117,3 4 1,-4 1-6,0 3-161,3 2 0,-1 5-158,3 0 1,0 0-68,-4 0 1,3-4-281,-3 1 673,4-1 0,-1 4 0,13 5 0,4 1 0</inkml:trace>
  <inkml:trace contextRef="#ctx0" brushRef="#br0" timeOffset="1361">1191 243 7836,'5'-11'94,"-4"0"0,4 1 409,0 3 1,-4-3-182,3 3 0,-3-3 57,-1-1 1,0 4-114,0-1 1,-4 5-100,1-5 0,-6 6-87,2-2 1,-3 3 80,-1 1 1,0 0-140,0 0 1,0 0 17,0 0 1,0 3-145,0 1 1,0 4-156,0-5 0,3 6 135,1-2 0,3-1-125,-3 2 0,5-1-67,-2 4 1,3-4-92,1 1 0,5-2 113,2 1 0,3 2-22,1-6 1,0 5 155,0-5 0,4 2-35,-1-1 1,6-2 104,-2 6 1,-1-5 179,2 5 0,-5-5 30,5 5 0,-2-4-30,1 3 0,-2 0 29,-5 4 0,-1 0 49,-3 0 0,-2-3 179,-5-1 0,-1 0-101,-3 4 1,-3 0 25,-8 0 1,-3-3-530,-8-1 1,2-4-210,-6 0 0,5-2-407,-5-1 1,6 0 872,-2 0 0,3-19 0,1-6 0</inkml:trace>
  <inkml:trace contextRef="#ctx0" brushRef="#br0" timeOffset="1761">1478 276 7844,'6'-1'120,"-3"-3"1,2 2 655,-1-6-531,5 6 0,-3-3 94,5 5 1,-4-4-183,0 1-74,1-1 1,3 4-28,0 0 69,0-5 0,-1 3 194,-3-6-11,3 6-338,-9-8 65,4 4 1,-10 0-46,-2 2 1,-3-1-30,-1 2 1,-4-1 123,0 4 0,-3 1 1,3 3 0,-3-2 4,3 6 0,-3-1-3,3 4 1,1 4-55,3-1 1,1 2-10,2-1 0,3 1-126,5 2 1,2 3 108,1-2 1,8 0-385,8 0 0,5-4-234,2-4 0,5-1-513,-2-2 0,2-3 1124,-2-5 0,22-30 0,2-7 0</inkml:trace>
  <inkml:trace contextRef="#ctx0" brushRef="#br0" timeOffset="2334">2062 232 6897,'-11'0'1654,"0"0"-830,5 0-37,1 0-264,5 0-45,5 0-329,1 0 0,9 0-1,-1 0 1,2 0 45,-1 0 1,2 0-114,5 0 1,0 0-45,0 0 1,0 0-260,0 0 0,-1 4-65,-3-1 1,2 1-333,-5-4 0,-1 0-377,-2 0 1,-1 0-133,0 0 294,-5 0 834,-1 0 0,-30 0 0,-6 0 0</inkml:trace>
  <inkml:trace contextRef="#ctx0" brushRef="#br0" timeOffset="2628">2073 364 10052,'11'0'765,"0"0"0,1 0-641,3 0 0,3 0-151,8 0 0,-1 0 69,4 0 0,-1 0-114,2 0 0,0 4-811,-4 0 1,-4-1-76,-4-3 958,-4 0 0,-13 0 0,-8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11.6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187 11 7909,'-5'-6'577,"2"1"-239,-4 5 1,3 0-38,-3 0 1,-1 6-32,-7 5 0,1 5-37,-4 6 0,1 5-27,-2 3 0,0 3-93,4 3 0,0 4-126,4 4 1,5 0-54,3 0 0,3-1-261,3-3 0,5-2-56,6-5 0,5-2-379,6-5 0,0-7-704,4-11 1466,1-3 0,42-54 0,-31 18 0,0 0 0</inkml:trace>
  <inkml:trace contextRef="#ctx0" brushRef="#br0" timeOffset="173">429 342 7847,'6'0'1169,"4"0"-990,-9 0 0,4 5-213,-5 2 1,0-1 24,0 2 0,0 0-11,0 7 1,0-3-232,0 3 1,0 1 71,0-1 0,0 3-121,0-3 1,0-1 299,0-3 0,5 0 0,1 0 0</inkml:trace>
  <inkml:trace contextRef="#ctx0" brushRef="#br0" timeOffset="314">484 166 7847,'0'-7'-364,"0"-2"77,0 1 287,0 3 0,5 10 0,1 8 0</inkml:trace>
  <inkml:trace contextRef="#ctx0" brushRef="#br0" timeOffset="676">606 474 7847,'0'6'-723,"0"4"780,0-2 0,0 1 458,0 2 1,0-3 37,0-1-179,0-5-151,0 8-234,0-8 57,0 2 1,3-8-87,1-4 1,3-2-161,-3-1 1,3-3 28,-3-1 0,1 0 7,-1 4 0,-3 0 49,3 0 1,2 0-46,1 0 1,-1 4 76,2-1 0,-5 5 0,5-5 0,-5 6 32,5-2 1,-5 3-8,5 1 0,-1 0 44,4 0 0,-4 5-55,1 2 1,-2 3-8,1 1 1,2 0 0,-6 0 1,6-1 3,-2-3 1,-1 3-29,2-3 0,-5 0-276,5 0 321,-1-5 0,4 3 54,0-5 0,0 0 0,0 0 0,0 0 0,20-39 0,4-10 0</inkml:trace>
  <inkml:trace contextRef="#ctx0" brushRef="#br0" timeOffset="815">936 397 6622,'0'-11'1276,"0"0"-679,0 5-435,0 1 0,0 6-92,0 3 1,0 2 14,0 5 1,4 1-210,0 3 0,1-2 31,-2 6 1,0-1-206,4 4 0,-3-1-185,3-3 1,-3 3 221,3-2 1,-3-2 71,3 1 1,-1-4 188,2 0 0,6-11 0,-1-4 0</inkml:trace>
  <inkml:trace contextRef="#ctx0" brushRef="#br0" timeOffset="1075">970 342 7839,'-7'-5'138,"3"-1"157,4-5 1,0 4-160,0-1 1,4 6-7,4-2 1,6 3 11,5 1 0,2 1-12,1 3 0,0-2-104,0 6 1,2 3 66,-2 3 0,-2 1-268,-9-4 1,-1 1 116,-3 3 1,-2-3-232,-5 3 0,-6-3-60,-5-1 0,-1 0-209,-7 0 0,5-1 166,-5-3 392,6 3 0,-3-23 0,5-1 0</inkml:trace>
  <inkml:trace contextRef="#ctx0" brushRef="#br0" timeOffset="1735">1256 419 7839,'0'-6'1640,"0"1"-953,0 5-488,5 0 0,0 1-148,2 3 0,3 2-48,-3 5 1,0 1-182,0 3 1,-3-3 136,3 3 0,-1-1-73,1 0 1,0-3-150,-4 0 1,-2 0-674,3-3 347,2 1 313,0-2 0,2-3-29,-1-4 0,-3 0 189,3 0 1,-3-4 86,3-4 0,-1-5 84,2-2 1,0 0-55,-4 4 1,1-3-24,-2-1 0,-1 0 116,1 4 1,-1 0 345,-2 0-82,4 0-80,-2 0-126,3 5 36,-5 1-45,0 15-123,4-3 1,-1 9 2,4-5 1,-3 1-36,3 3 0,-1-6-8,2 2 1,2-3 6,-3 3 1,3-1-14,1-3 0,0 0-6,0-4 0,0-2-112,0 3 0,0-3 80,0-1 0,0-1-109,0-3 0,-1 1-22,-3-8 1,3 2 1,-3-5 0,-1 0-115,2-1 0,-6 2 214,2-6 0,1 1 83,-2-4 0,1 0 110,-4 0 0,0 0 87,0 0 1,0 0 51,0 0 1,-4 3 228,1 1 1,-5 5-77,5-2 1,-2 4 576,1 3-709,3 4 0,-5 5-39,2 2 0,3 4-33,-3 4 0,3 5-58,1 2 0,0 3-143,0 1 1,4 1-10,-1 3 1,2-3-164,-1 3 0,-3 1-17,3-2 0,1 1-175,-2-4 0,5 0 5,-5 0 1,6-3-116,-2-1 0,3-6-878,1-1 1366,0 0 0,15-39 0,3-4 0</inkml:trace>
  <inkml:trace contextRef="#ctx0" brushRef="#br0" timeOffset="1907">1543 364 7836,'-11'-6'0,"0"-3"0,0 6 428,0-6 0,9 8 627,6-3 1,11 3-703,7 1 0,1 0-128,7 0-225,-1 0 0,53-5 0,12-1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24.7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45 7865,'5'-11'-8,"-3"4"0,-2-7 1,-7 1-1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22.3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78 320 8112,'-6'-11'688,"0"0"-180,2 0 335,3 5-506,-4 1 0,5 8 119,0 4 0,5 1-110,2 11 0,3 0 64,1 7 1,4-1-370,-1 4 1,1-3 55,-4 3 1,0-3-816,0 3 0,0-3-15,0 3 1,-1-4-418,-3 1 1,2-7-102,-5 0 217,-1-11 1034,-3 2 0,-15-39 0,-3-8 0</inkml:trace>
  <inkml:trace contextRef="#ctx0" brushRef="#br0" timeOffset="223">1 298 7806,'0'-16'0,"0"4"0,0-3 591,0 3 1,2 6-167,6 2 1,0 3 24,10 1 1,5 5-141,2 2 0,7 7 31,1 0 1,0 6-158,4-2 0,-4 6-26,-4-2 1,-7 2-259,-7-5 1,-7-2-144,-5 1 1,-3-4-247,-3 0 1,-12-3 85,-7-3 1,-6 0-439,2-4 0,-4 0 240,5-4 0,3 0 601,3 0 0,11-15 0,-2-3 0</inkml:trace>
  <inkml:trace contextRef="#ctx0" brushRef="#br0" timeOffset="414">365 397 7806,'11'-6'1256,"-4"1"-767,0 5 0,1 0 104,3 0 0,1 5-180,3 3 1,-3 5 12,3 2 0,0 4-643,0 0 1,0 2-713,-4 1 1,0-2-701,0-1 0,-1 0 1629,-3-4 0,-7-20 0,-6-8 0</inkml:trace>
  <inkml:trace contextRef="#ctx0" brushRef="#br0" timeOffset="556">409 188 7806,'-5'-12'-721,"2"-3"0,-3 8 1015,1-3 1885,2-1-3270,3 5 958,0 1 1,19 29 0,6 7 0</inkml:trace>
  <inkml:trace contextRef="#ctx0" brushRef="#br0" timeOffset="799">828 298 7823,'0'-6'1535,"0"-4"0,-2 5-1352,-1-2 1,0 7 52,-4 7 1,3 4 26,-3 4 0,1 2-216,-2 5 0,0 4-203,4 0 1,-4 1-154,0-2 0,2-1-476,-1 1 1,1-1-524,-2-2 0,0-5 1308,4-2 0,-10-18 0,2-4 0</inkml:trace>
  <inkml:trace contextRef="#ctx0" brushRef="#br0" timeOffset="973">618 331 7823,'5'-6'-49,"2"2"1,3 3 205,1 1 0,0 1 284,0 3 1,5 2-109,2 5 0,5 5-372,2 3 1,-1-2-342,1 1 0,2 0-82,-1 4 0,3-1-992,-3-2 1454,0-3 0,-4-15 0,0-2 0</inkml:trace>
  <inkml:trace contextRef="#ctx0" brushRef="#br0" timeOffset="1515">1103 475 7823,'7'0'-1279,"1"0"1853,-1-5 1,4 3-124,0-1 1,0 2-195,0 1 0,0-4-108,0 0 1,0 0-115,0 4 0,0-3 57,0-1 1,-1-1-83,-2 2 1,0 0 200,-4-4-300,4-1 1,-6-3-44,1 0 0,-3 2 98,-3 1 0,-3 0-66,-6 4 1,1-3 161,0 3 0,-3 0 107,-1 4 0,-3 0-29,3 0 0,-1 1 203,1 3 1,4 2-85,0 5 1,1 0-213,7 0 0,-1 2 32,4 1 1,0 0-64,0 4 0,5-4-208,2 0 1,8 2 226,3-1 1,3-2-6,1-5 0,4 0-447,0-4 0,0 0-635,-4-4 1,3-2 581,1-1 0,0-3 55,-4-5 0,-4-2 89,1-1 1,-6 0 325,2-4 0,-4 3 0,-4-3 0,-2 1 0,-5-2 0,0-2 0,0 3 0,-1-3 117,-3-1 0,-2 0 98,-5 0 1,4 0 441,-1 0 1,1 4-190,-4-1 1,3 2 40,1-1 0,1 2-11,-1 5 1,1 1 544,2 3-337,3 2-261,-4 5-159,5 0 1,0 6-1,0 5 1,0 1-202,0 6 0,1 1-12,3 3 0,2 1-188,5 3 1,0 1-18,0 2 0,0 2-214,0-5 0,0 3-338,0-3 1,0-1-688,0-2 1,0-3 509,0-1 861,0-3 0,5-20 0,1-3 0</inkml:trace>
  <inkml:trace contextRef="#ctx0" brushRef="#br0" timeOffset="1834">1577 67 7865,'-10'-14'194,"2"3"0,2 1 2179,1 1-1407,1-2-496,4 4 0,6 2-179,5 5 0,5 3-78,6 4 1,5 2 448,3 9 1,5 2-262,2 6 0,7 5-206,-4 6 0,4 5-304,-7-2 0,0 7-377,-4 1 1,-7-2 70,-8-5 1,-7-5-559,-11-6 0,-1-5 397,-3-6 1,-6 0-202,-4-4 0,-1-4 98,4-4 0,0-4 679,0 1 0,10-13 0,2-3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21.1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100 67 7834,'-11'0'0,"0"0"250,0 0 1,3 0 60,1 0 0,1-1 294,-1-3-180,-3 3 1,5-5-126,-2 2 0,-2 2 449,5-6-529,1 6 0,3-4 195,0 2-381,0 3 1,5-8-233,2 5 0,4 1 39,4 3 0,3 0 6,8 0 1,2 0-142,5 0 0,-1 0-9,-3 0 0,2 1-120,-5 3 0,-1 2 70,-3 5 0,-6 0-31,-5 0 0,-5 4 195,-6-1 0,-6 6 200,-5-2 1,-6-1 3,-9 2 1,-3-1 265,-8 4 1,3 0-98,-3 0 1,7-1-20,0-2 1,7 1 104,1-1 1,5-2-156,6 1 0,5-4-97,2 0 0,4-1 22,4-2 0,5-2-127,6-1 1,3-3 183,-3-5 1,3 0-22,-3 0 1,0-2 71,-4-1 0,-1-5-81,-3-6 0,-2 0 127,-5-4 0,-1 0-183,-3-4 1,-2-1-109,-5 1 1,-1 0-71,-3 0 0,3 0-363,-3 0 0,0 5-552,4 2 1,-1 3 79,8 1 1002,1 0 0,37 15 0,9 3 0</inkml:trace>
  <inkml:trace contextRef="#ctx0" brushRef="#br0" timeOffset="247">640 111 7806,'4'-11'697,"-1"0"0,2 1 259,-1 3-513,-3 2 0,4 6-9,-5 3 1,-5 3-219,-2 8 0,-3 1-41,-1 2 1,0 4-136,0 0 0,-1 0-287,-3 4 0,3-3-607,-3-1 0,3 0 504,1 0 0,0 1-605,0-1 1,0-5 280,0-3 0,0-1-78,0-2 752,0-5 0,4-31 0,3-11 0</inkml:trace>
  <inkml:trace contextRef="#ctx0" brushRef="#br0" timeOffset="413">431 166 7806,'-8'-11'120,"2"0"133,1 0 1,2 4 406,3-1 72,0 6 1,1-3-272,2 5 0,8 5-167,8 2 1,2 7-260,1 0 0,0 5-168,0-4 0,1 5-477,3 2 1,-4-1-9,0 1 0,-1 0-1570,-7-3 2188,6 2 0,-8-9 0,4-2 0</inkml:trace>
  <inkml:trace contextRef="#ctx0" brushRef="#br0" timeOffset="841">1004 100 7806,'-1'-17'423,"-2"2"512,-1 3 1,1 1-340,3 0-515,0 0 1,5 3 121,2 1 1,8 5-26,3-2 0,3 3-238,1 1 0,4 5-82,-1 2 0,5 3-159,-4 1 0,-1 0 59,-3 0 1,-5 0-758,-2 0 652,-3 0 1,-5 0 183,-4 0 0,-6 0 162,-5 0 0,-3 0-22,-4 0 0,0 0 220,-4 0 1,-2 0-148,3 0 1,-3 1 133,-1 3 0,5-3-161,2 3 0,3 2-97,1 2 0,1 0-278,3 0 0,2 0 139,5-4 1,9 3-16,2-3 0,7 0 187,0-4 1,2-5-24,-2-3 0,2-1 164,-5-2 0,3-2 354,-3-1 0,-6-8-306,-5-8 1,-3-1-131,-1-2 1,-5 0 310,-2-1 0,-9-2 280,-6-1 1,-4 2-948,-3 5 0,-5 0-7,4 4 0,-4 0-144,5 4 0,2 5 489,1 2 0,32 13 0,9 3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39.04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 78 7638,'-6'-6'1082,"-4"1"-879,9 5 0,-4 5-41,5 2 0,0 3-94,0 1 1,4 5-34,-1 2 1,2 4 32,-1 4 0,-2 2-71,6 5 0,-5 5-8,5 3 0,-5 3-85,5 3 0,-5 0 52,5 4 0,-6-4-97,2 1 1,-3-3 78,-1-1 0,4-1 22,-1-3 0,1-2-1,-4-4 1,0-1-27,0 0 1,0 0 12,0 0 0,0-4 54,0 1 0,0-1 6,0 4 1,0 0 22,0 0 1,0-3 93,0-1 1,4 0-94,-1 4 0,1-1 7,-4-2 0,0-2 14,0-2 0,1-2-21,3 6 0,-3-6-42,3 2 1,-2-2 15,2 2 0,-3-3-12,3 3 1,-2 1 21,2-1 0,-3-1-4,3-3 0,-3 0 23,-1 1 0,4-3 4,0-1 0,-1 0 103,-3-4 1,0 3-94,0-3 1,0 3 8,0-3 0,0 0-60,0-4-244,0 0-199,0 0-158,0-5 1,0-6 604,0-7 0,5-67 0,1-16 0</inkml:trace>
  <inkml:trace contextRef="#ctx0" brushRef="#br0" timeOffset="1568">133 45 7293,'0'-11'-1172,"0"5"1207,0 1 0,-1 5-61,-3 0-18,3 0 59,-4-5-10,5 4 0,-1-4 59,-3 5-12,3 0-16,-4 0 1,4 0 62,-3 0-30,3 5 0,-5-4 84,2 2-60,3-1 0,-4-1 22,5 3 1,-1-3 343,-3 3 58,3-3-208,-4-1-80,0 0-70,4 0-50,-4 0 191,5 0 1,5 0-291,2 0 0,3 0-15,1 0 0,4 0-40,0 0 1,4 0 58,0 0 1,3 0 17,3 0 0,3-1-5,6-3 0,-1 3 11,0-3 0,5 1 4,2 0 0,4 2 35,4-3 1,-2 1-17,6 0 0,-4 2 3,3-3 0,1 3-15,3 1 1,0 0-41,0 0 1,-4 0 69,1 0 0,-1 0 0,4 0 0,-3 1-11,-1 3 0,-3-2 4,4 5 1,-6-4 10,2 0 0,-4 2 8,-4-1 1,-2 0-184,-5-4 1,1 0-1,-1 0 0,-5 0-112,-3 0 0,-5 0-93,-2 0 0,-3 0-313,4 0 0,-6 0 203,2 0 407,-3 0 0,9-10 0,2-2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42.00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1610 1 9261,'0'11'352,"0"0"-337,0 0 1,0 1 38,0 3 0,1 2-50,3 5 0,-2 4 20,6 0 0,-2 4-82,1 0 0,2 3 96,-6 3 1,6-1-29,-2 1 1,-2 2-78,-1-1 0,1 0 10,-1-4 1,3-1 22,-3-3 0,-1-1-18,-3-2 1,4-3-3,0 3 1,-1-3 38,-3-1 1,1 0-5,3 1 1,-3-4 6,3 3 1,-3-6 1,-1 6 0,2-4-11,1 1 1,-2 2 3,3-3 1,-3 3 36,-1 1 0,0-4 5,0 1 0,4-1 3,0 4 1,-1-4-4,-3 1 0,0-4 7,0 3 0,0-3-25,0 3 1,0-5 2,0 2 1,0-3 19,0-1 1,0 2 2,0 1 0,2-5-9,1 2 1,-2-2-26,3 2 1,-3 1-5,-1 3 0,0-3 18,0 2 0,4 2 1,0-1 0,-1 0 22,-3-4 1,0 1 0,0 3 1,0-3-26,0 3 1,0-3 1,0-1 0,0 0 24,0 0 0,0 0 7,0 0 1,0 0 3,0 0 1,0-3-29,0-1 0,0 0 1,0 4 0,0 0 6,0 0 1,0 0-1,0 0 0,0 0 19,0 0-28,0 0 1,0 0-8,0 0 0,0 0 62,0 0-40,0 1 0,0-1-10,0 0 0,0-4 6,0 0 1,4-3 58,0 3 0,-1-3 130,-3 3 0,0-3-79,0 3 1,0-3-120,0 3 1,0-3 2,0 3 0,0-3 15,0 3 1,0-3-14,0 3 0,0-3-4,0 3-217,0 1 114,0 3 0,0-4-387,0 1-870,0-6-65,0 8-571,0-9 1974,0 4 0,0-5 0,5-20 0,1-4 0</inkml:trace>
  <inkml:trace contextRef="#ctx0" brushRef="#br0" timeOffset="1334">0 1897 6390,'0'-6'829,"0"1"1002,0 5-1658,0-5-11,0 4-25,0-4 163,0 5-301,5 0 0,-2 0 0,4 0 0,-3 0-10,3 0 1,2 0 22,5 0 1,0 0-3,4 0 0,1-1 35,3-3 0,0 3-1,0-3 0,5 3-12,2 1 0,3 0 11,1 0 0,-3-1 19,-1-3 1,0 3-10,4-3 1,4 3-36,0 1 1,0 0-19,-4 0 0,-1-4-92,-3 1 1,5-1 70,-4 4 0,0 0-12,-4 0 1,-3 0-2,3 0 1,1 0 17,-1 0 1,-1 0 28,-3 0 0,2-4 2,1 1 0,2-2 82,3 1 1,-2 3-72,-2-3 0,-2 3 10,6 1 0,-2-4-17,1 1 0,-2-1 1,-5 4 0,-3 0-35,-1 0 0,-1 0-111,1 0 0,2 0 73,-5 0 0,-1 0-25,-3 0 1,0 0 50,0 0 0,2 0 30,1 0 1,-1 0 6,1 0 1,0 0 16,1 0 0,-3 0 115,2 0 0,2 0-91,-1 0 0,3 0 98,-3 0 0,4 0-40,-5 0 0,5-4 120,-5 0 0,1 1-181,-4 3 0,0 0 36,0 0 1,-4 0 64,1 0-105,-6 0-269,8 0 100,-9 0-386,4 0-167,-5 0 1,15 0 0,3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45.24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44 78 7746,'-9'-1'150,"1"-3"0,2 3-354,2-3 450,3 3-91,-4 1 24,0 0 28,4 0-6,-4 0 117,5 0-87,0-5 1,2 4-151,1-3 1,3 3 58,5 1 0,0 0-94,0 0 1,5 0 5,3 0 0,-2 0-119,1 0 0,4 0 107,4 0 1,0-4-142,-4 1 0,1-1 172,3 4 1,1 0-22,2 0 1,-2 0 14,-5 0 1,4-4 91,0 1 0,3-1-59,-3 4 0,1-1 23,-2-3 1,-1 3-1,1-3 0,-1 3-62,-2 1 1,0 0 0,0 0 1,0-1 26,0-3 1,-4 3-16,1-3 1,-5 3-41,5 1 0,-2 0 38,1 0 0,2 0-42,-5 0 0,4-4-29,-1 1 1,0-1-5,0 4 1,0 0 23,4 0 0,-3 0-78,-1 0 0,1 0 48,3 0 1,-4 0-15,0 0 1,-3 0 47,3 0 1,-3 0-27,3 0 1,0 0-3,0 0 0,2 0 9,-6 0 0,6 0 3,-2 0 0,-2 0 13,-1 0 1,1 0 1,-1 0 1,0 0-21,0 0 0,-3 0-3,3 0 0,-3 0 2,-1 0 0,-3 0 0,-1 0 1,0 0 102,4 0 1,0 0-59,1 0 0,-1 0 5,0 0 1,0 0-1,0 0 1,0 0 11,0 0 0,3 0-38,1 0 1,1 0-14,-1 0 0,-3 0-54,3 0 0,-2 0 39,2 0 1,-3 0-11,3 0 1,-3 0 43,-1 0-16,0 0 0,-1 1 62,-3 3 18,3-3-5,-4 4-33,0-5 0,0 1-36,-2 3-17,-3-3 0,5 4-327,-2-5-33,-3 0-58,9 0 168,-4 0 130,5 0 0,-3 0 23,-1 0 36,-5 0-35,3 0 276,-5 5 13,0-4-186,-5 4 1,-1-5 7,-5 0 0,0 0-39,0 0 1,0 0-12,0 0 1,-4 0 20,1 0 0,-2 4-7,1-1 1,2 1 7,-6-4 1,1 0 2,-4 0 1,3 0-54,1 0 0,0 0 10,-4 0 1,-4 0-6,0 0 0,1 0-20,2 0 1,-2 0-106,-1 0 1,-5 0 71,2 0 1,-3 0-20,-1 0 1,0 0 262,0 0 0,-4 0-80,0 0 0,2 0-16,6 0 0,-5 0-30,1 0 1,4 1 10,-4 3 1,7-3 20,0 3 0,-2-3 94,-1-1 1,2 0-100,1 0 1,3 0 1,1 0 1,0 0-123,0 0 0,3 0 97,1 0 1,1 0 7,-1 0 1,-2 0 20,5 0 0,-3 1-1,3 3 0,-3-3-7,3 3 1,-5-3 5,2-1 0,1 0-46,-1 0 0,3 0 6,-4 0 1,5 4-23,-5-1 0,5 1 43,-5-4 0,2 0-80,-1 0 1,-2 4 41,6-1 1,-5 1-9,4-4 0,0 0 2,0 0 1,3 0-2,-3 0 1,3 0-39,1 0 1,0 0-108,0 0 1,0 0-153,0 0-172,4 0-396,-2 0 84,7 0 286,-3 5 0,5-3-359,0 6 210,-4-6 666,2 8 0,-12 1 0,1 6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45.69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12 6889,'-11'0'342,"5"-1"774,2-3-164,3 3-445,1-4-80,-5 5 153,4 0-188,-4 0 1,6 3-79,3 1 1,-2 6-39,6 1 0,-5 1-155,5 7 0,-5-5-276,5 5 0,-5-1-127,5 4 1,-6 0-30,2 0 0,1 0-382,-2 0 0,1-1 283,-4-3 1,0 2-184,0-5 0,0-1-260,0-3 0,0-3 853,0-1 0,0-4 0,-5-23 0,-1-11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45.9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77 34 7742,'0'-6'169,"5"-3"492,3 6-398,-3-6 0,-2 8-73,-6-3 1,0 3-26,-4 1 1,-1 4 84,-3-1 1,0 6 124,0-2 1,2-1-298,1 2 0,0-1 22,4 4 0,-3 0-54,3 0 1,0 4-26,4-1 1,0 1-178,0-4 1,1 4 136,3 0 1,2 3-384,5-3 1,0 1-248,0-2 0,4-3 55,0 0 0,1 0-295,-2-3 0,-1-3 889,1-2 0,18-31 0,4-9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46.14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44 66 7742,'-11'0'258,"0"-3"330,0-1 0,5-1-73,2 1-511,3 3 0,7-4 173,5 5 0,3-1 36,8-3 0,-2 3-234,5-3 1,2 2-277,-1-2 0,3 3-665,-3-3 1,3 2 383,-3-2 1,0 3-182,-4-3 759,0 3 0,0-4 0,0-1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46.65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54 78 7742,'-4'-7'-326,"-1"-1"430,-1 0 0,3-1 303,-5 2 0,5-2-89,-5 5 1,6 0 501,-2 0-228,-2 3-211,5-9 0,-3 9-428,8-3 1,-1 3 3,9 1 0,-4 0 25,7 0 1,2 1 68,1 3 0,3-3-148,1 3 0,0-2 79,0 2 1,0-2-34,0 5 0,0-4-76,0 1 0,-4-2-92,-4 2 0,1-2 15,-4 6 0,1-5 112,-8 5 0,0-5 16,-4 5 1,-5-1-45,-3 4 1,-6 1 2,-5 3 0,-3-2 53,-3 6 0,1-1 86,-1 4 0,1-3-116,2-1 0,1-1 2,3 1 1,2 3-23,5-2 0,5-2-139,2 1 0,3-4 188,1 0 1,3-3 21,4-3 1,0-3 155,8-5 0,-2 0 120,2 0 1,-3 0 182,3 0 0,-3-5-178,-1-3 0,-1-1 4,-3-2 0,2-4 178,-5 0 1,-2-4-103,-6 0 1,-2 0-231,-5 0 0,-1-4-258,-3 5 0,3-6-450,-3 6 1,3 2-483,1 1-1105,0-2 2207,5 5 0,35 16 0,14 9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47.00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84 66 7751,'-11'0'10,"0"0"78,0 0 1,0 0 181,0 0 1,1-1 245,3-3-149,-3 3-183,9-4 0,1 5-57,7 0 0,4 0-100,4 0 0,6 0 7,5 0 0,4 0 57,0 0 1,5 0-101,2 0 0,1-1 54,-1-3 0,-7 3-104,3-3 1,-2-1-24,2 2 0,-1-1-212,-3 4 0,1-4-399,-8 1 1,1-1 231,-8 4 0,-1-1-395,-3-3 364,-5 3 492,-1-4 0,-5 5 0,-14-5 0,-5-1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47.2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40 23 7751,'-7'-7'162,"-1"-1"228,1 6-176,1-3 189,-4 5-32,9 0 1,5 4-205,7-1 0,2 6-45,-2-2 1,4 3 129,0 1 1,-1-4-34,-3 1 1,0-1-97,0 4 0,-1 0-92,-3 0 1,-2-4-156,-5 1 0,0-1-183,0 4 1,-1 0-216,-3 0 0,-3 0 86,-8 0 0,2 0-366,-5 0 0,4-3 208,-1-1 594,3-5 0,1-6 0,0-9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47.4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23 7751,'0'-6'2974,"0"-4"-2168,0 9-526,0-4 1,5 6 130,3 3 1,1 5-206,2 6 0,0 5-148,0-2 0,-1 3-850,-2 1 1,1 4-167,-1-1 0,-2 5 958,1-5 0,-9 16 0,1-1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48.17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563 12 9013,'-1'-6'218,"-3"2"1,-3 3 16,-8 1 0,-7 1-97,-8 3 1,-6-2-140,-5 6 1,-3-6 89,-4 2 1,3 1-153,-3-2 0,4 1-757,4-4 0,3 4 427,8-1 0,2 1 24,5-4 35,9 0 334,4 0 0,33-5 0,7-1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48.51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44 33 6922,'0'6'1803,"0"4"-1584,0-4 0,-1 5-94,-3 0 1,3-3 82,-3-1-223,-2 0 1,4 4 25,-6 0 1,6-3-134,-2-1 0,2-5 39,-2 2-387,3 2 78,-4-5-74,5 4 181,0-5 1,0-5 197,0-2 1,0-3 160,0-1 1,0 0-21,0 0 1,1 0 169,3 0 0,-3-3-68,3-1 0,-2 4 304,2 3-139,-3 1-74,9-4-233,-4 5 0,5 1-53,0 5 0,0 1-211,0 3 1,0 3-86,0 8 0,0-2-274,0 6 0,4-4 305,0 3 0,-1-5 304,-3 2 0,0 12 0,0 2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48.71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11 7700,'-6'-5'1512,"1"4"-841,5-4-198,0 5-230,0 5 0,0 1-13,0 5 1,5 5-233,2 3 1,3 1 84,1 2 0,0 0-937,0 1 0,-1 2 238,-2 1 1,1 3-706,-1-3 1321,-3 0 0,-5 40 0,-7 11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49.2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22 111 7700,'-1'-11'276,"-2"0"344,0 0 1,-2 0-340,1 0 0,3 0-5,-3 0-109,3 0 0,1 3 24,0 1 0,1 4-104,3 0 1,2 2-181,5 1 1,1 0-84,3 0 0,1 0 5,2 0 1,3 1-44,-2 2 0,1 0 102,2 4 0,-3-1 70,-1 2 0,-3 1-48,3-1 0,-4 0-71,0 0 0,-3 2 66,-3-3 1,-3-1-84,-5 1 0,0 1 127,0 3 0,-2 0-29,-1 0 1,-3 0-109,-5 0 0,-2 4 108,-1-1 1,0 5 4,-4-5 0,4 2-10,0-1 1,-2-2 13,1 6 0,4-4-61,4 3 1,4-5-16,0 2 1,1 1 170,2-1 1,2-2-73,1-6 0,3 2 93,5-5 0,4 3 48,0-3 0,-1-1 219,-2-3 0,-1 0-57,0 0 1,-4-4 95,0-4 0,-3-2-54,3-1 1,-4-1 49,0-3 0,-3-2-71,-3-5 1,-3 1 1,-5 3 0,0-3 35,0 3 1,-4 1-191,0-2 0,-1 6-142,2-2 1,1 3 227,-1 1-209,1 0 0,7 10 0,1 2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49.7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40 7687,'-6'-6'-30,"0"-4"1365,2 3-1049,3 2 1,-4-1 4,5 2 323,0 3-157,0 6 0,2 3-141,1 11 0,0-1 68,4 4 1,-1 1-148,1 3 1,3 1-92,-2 3 0,-2 1-87,1-1 1,-3 2-76,3 1 0,-3 0-305,3 0 1,-3-5-31,3-2 1,-4-3-528,0-1 0,-1-5-401,-2-2-995,4-8 1787,-2-2 0,4-11 487,-3-5 0,4-29 0,4-13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49.91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155 1 7865,'-8'3'553,"1"1"0,3 3-383,-3-3 0,3 3-123,-3-3 0,3 3-156,-3-3 0,1 5-447,-2-2 1,-1 3 0,4 1 256,-3 0 0,-1-4-166,1 1 1,2-5 464,-1 5 0,4-6 0,-16-7 0,0-7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0.06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34 7687,'-6'-5'-892,"2"-2"1733,-2 2 1,4-1 20,-5 2-142,4 3-101,-2-4-254,5 5 1,1 1-171,3 3 0,2 1-173,5 2 0,0 3-272,0-3 1,4 3-234,0 1 0,4 0-633,0 0 0,-2 0 501,1 0 615,-4 0 0,16 10 0,0 2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0.26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62 44 7687,'-17'0'332,"1"0"350,5 0 845,0 0-1173,5 0 1,7 0-41,10 0 1,6-3-149,9-1 1,6 0-95,4 4 0,6 0-225,-1 0 0,5 0 168,2 0 0,0-3-15,-4-1 0,19-10 0,6 2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1.00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220 66 7710,'1'-10'405,"3"3"148,-3-3 1,4 4 317,-5-5-347,0 5-460,0-4 0,-1 9 22,-3-3 1,-2 3-168,-5 1 0,-1 1 13,-3 3 1,2 2-160,-6 5 1,2 4 86,-1 0 1,-2 4-35,6 0 1,-2-2-113,1 1 0,3 0 21,-3 5 1,6-5-77,2 0 0,5-4 181,-2 0 0,8-3 85,3-3 0,6-3-12,2-5 0,5-9 111,-2-2 1,3-7-111,1-1 1,-1 2 4,-3-1 1,-1-1-226,-2-3 1,-4 5-87,0 3 392,0-4 0,-10 6 0,4-4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1.34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0 7710,'5'6'121,"-2"3"229,4-5 0,-3 3 49,3-3 1,-3 3-57,3-3 1,-3 4-33,3 0 0,-1-2-178,2 1 1,0-3-73,-4 3 1,3-3 7,-3 3 1,1-3-153,-1 3 78,-3-4-496,4 2 31,-5-5-1530,0 0 1739,5-5 0,-3-2 179,5-4 0,-3 0 112,3 0 0,-3 4-64,3 0 1,-3 1 360,3-2-143,1-2 1,3 8 163,0-5 0,0 4-150,0 0 0,0 1-59,0 2 1,-4 2 17,1 1 1,-1 3 119,4 5 0,0-2 85,0 2 0,-4-2-616,1 5 1,-2-2-1696,1-1 1949,-2 1 0,-5 3 0,0 3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1.49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51 56 7875,'-11'-16'422,"0"5"-402,0 0 1,4 1-97,-1 6 53,6 1 23,2 8 0,45 40 0,15 15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1.98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254 99 7744,'0'-11'187,"0"0"1,0 0 1492,0 0-1531,-5 0 0,0 0 91,-2 0 1,-3 5 105,2 2 0,-1 0-205,-2 0 1,0 0-121,0 4 1,0 0 28,0 0 0,-1 4-248,1 0 0,0 3 39,0-3 0,0 4-346,0 0 1,0 0 134,0-1 0,0 3 116,0-2 1,4 0 70,0 0 1,-1 1 78,-3-1 0,5-2 33,2 1 0,3-3-107,1 3 134,0-4 1,1 3-7,3-3 0,2-1-76,5 1 0,5-1-94,3-2 0,1 0 71,2 0 0,4 0-14,0 0 0,3 0 125,-3 0 1,0 0 105,-4 0 1,1 0 24,3 0 1,-7 0 108,3 0 0,-6 1 181,3 2 0,-6 2-127,2 3 1,-8 1 29,-3-1 1,-4 5-28,-4 2 1,-3 0-57,-8-4 0,-3 0-102,-8 0 0,2 0-136,-6 0 1,2-4-492,-1 1 1,2-6 94,5 2 1,0-3-105,-1-1 0,5-5 535,0-2 0,34-37 0,4-10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2.15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0 10306,'6'11'951,"3"-2"-938,-6 2 1,6-1-359,-2 8 0,-1 0 96,2 4 1,-5 0-206,5 0 0,-5-1 413,5-2 41,-6 1 0,13-17 0,-3 1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2.27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56 7744,'-11'-11'0,"1"0"128,3 0 1,-2 4 441,6-1-2240,-1 6 1670,4-3 0,24 29 0,7 7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2.72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43 7755,'-5'-6'1158,"4"-4"-147,-4 9-486,5-4 1,0 7-277,0 1 1,1 0-51,3 4 1,-1 0-22,4 4 0,-5 0-83,2 0 1,1 0 64,-1 0 1,-1 1-107,-3-1 1,4 0-58,0 0 0,-1-4-300,-3 0 0,0-3-131,0 3 0,4-3-82,0 3-363,-1-4 574,-3 2 1,0-7-263,0-1 384,0-3 1,2-7 123,1-1 0,-1 1-3,1-1 1,0 0 179,0 0 1,0 1 77,4-1 0,-3 1-119,3 2 0,-3 2 63,3 1 0,-3 0-94,3 4-91,1-5 0,3 8-10,0-3 1,-4 8-128,0 4 1,1-1-435,3 4 1,0-3 238,0 7 1,0-3-299,0-1 675,0 0 0,15 15 0,3 4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3.3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100 331 7744,'0'-11'0,"0"0"450,0 0 145,0 0 0,0 0-173,0 0 1,0 4-60,0 0 0,-5 4-201,-2-1 0,1 3-151,-2 1 0,1 1 12,-4 3 1,0 2-2,0 5 1,4 0-136,-1 0 1,5 0 127,-5 0 0,6 4-89,-2 0 1,3-1-285,1-3 0,0 0-1,0 0 1,0-3-353,0-1 471,5 1 0,1-1 143,5 0 0,-4-4-54,1 0 1,-2-3-100,1-3 1,3 0 112,-3-4 0,-1 0-148,2-4 154,-1-1 0,3 1 27,-3 0 1,-2 4 88,-5 0 1,1 3-2,3-3 194,-3 4-156,4-2 81,-5 5 1,0 2-20,0 1 1,0 0 126,0 4 1,1-1-118,3 2 1,-3 1-18,3-1 1,1-2 51,-1 1 0,4-3-95,0 3 1,-2-4-107,1 0 0,0-1 76,4-2 0,-3 0-124,-1 0 1,0-2 28,4-1 0,0 0-176,0-4 1,1-1 91,-1-3 0,-4 0 81,0 0 0,-3-3 102,3-1 1,-4-3-52,0 3 0,0-5 150,1 2 0,-3-3-63,2-1 1,-3 0 158,-3 0 0,2 0-77,-3 0 1,-1 4 54,1-1 0,-3 2 67,3-1 1,-3 2 156,3 5 1,-1 1 525,2 3-156,1 2-392,-2 5 1,4 5-98,0 2 0,0 4 34,0 4 1,4 2-171,4 5 1,-2 0 12,1 0 0,1 4-134,3-1 0,0 2-259,0-1 0,0-3-2606,0 3 2836,0-3 0,14 14 0,5 3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3.65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22 8022,'-6'-5'1674,"1"3"-836,5-6-72,0 6-196,0-3-192,5 15 1,-2-2-546,4 11 0,-4-6-247,0 2 0,2 1-471,-1-1 0,3 1 262,-3-2 0,0-2 623,-4 3 0,0-3 0,0-1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3.80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78 7744,'-6'-17'165,"0"1"1,4 5 466,-2 0-1129,0 0 1,3 5-387,-2 2 18,1 3 865,-3 1 0,30 34 0,6 9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4.24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1 165 7744,'6'7'467,"-1"-1"197,-5-3 1,1-1 268,3 1-537,-3-2-348,4-1 0,-4 0-37,3 0 0,-3-4-308,3-4 1,-3-2 117,-1-1 1,3-1-118,1-3 1,0 3 14,-4-2 0,0-2 58,0 1 0,0 0 72,0 4 1,1 0 54,3 0 0,-3 4-39,3-1 136,2 6 0,-4-3 94,6 5 1,-2 1-28,1 3 0,3 2-35,-3 5 1,-1 1 114,2 3 0,-2-3-32,1 3 1,3-3 64,-3-1 0,-1 0-66,2 0 0,-6 0 370,2 0-348,2-4-2,-5 2-166,9-7-204,-9 2 0,5-5-110,-2-2 0,-3 0-1,3-4 190,-3-1 1,3-3 68,0 0 0,-1 0 140,-3 0 1,4 0-186,0 0 181,4 0 1,-3 0 24,2 0 0,3 4 176,-2-1 1,-2 6 255,1-2-464,0-2 0,4 5-216,0-3 0,0 7-99,0 0 0,-1 6-366,-2-2 0,5 4 266,-2 4 373,3-8 0,11 23 0,5-6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4.7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144 89 7744,'-6'-11'764,"1"0"-494,5 0 1,0 4 103,0-1 1,0 5 43,0-5 0,-4 5-211,1-5 0,-1 5-84,4-5 103,-5 6 1,-1-3-347,-5 5 0,4 0-8,-1 0 1,1 0-155,-4 0 1,0 5 70,0 2 0,4 2-175,-1-2 0,2 3 77,-1-3 0,-2 3-15,5 1 0,1 0 72,3 0 1,0-3 78,0-1 1,0-3-167,0 3 98,0-5-8,5 3 299,1-5 0,5 0 278,0 0 0,-4-1-77,1-3 1,-2 2-102,1-5 0,2 3 22,-6-3 0,2 4-29,-1-1 1,-2 0 3,6 0-90,-6 0 10,8-1-3,-4 4-110,5-4 0,-1 6-110,-3 3 1,3-2-298,-3 6 1,-1-2 59,2 1 0,-1 3-436,4-3 829,-5-2 0,38 15 0,5-2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5.1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133 78 7744,'0'-17'74,"0"5"1,0 4 361,0 0 1,-2-1-253,-1 2 1,0-2-13,-4 6 1,3-1-91,-3 4 1,0 0 87,-4 0 0,3 0-274,1 0 0,0 4 57,-4-1 0,3 6 38,1-2 1,1-1 87,-2 2-288,-1-1 0,6 4-61,-4 0 0,4-4 58,0 1 1,1-5-318,2 5 183,0-6 74,0 8 205,5-9 1,1 4 80,5-5 1,-3 0-110,-1 0 52,1 0 0,3 0 182,0 0 0,-4 0 230,0 0-164,1 0 1,1-1-51,-1-3 0,2 3 70,-3-3 1,-1 3 2,1 1 1,1 0 107,3 0 1,-4 0-109,0 0 1,1 1-9,3 3 1,-1-1-86,-3 4 0,2 0-105,-6 4 0,5 4-88,-5 0 1,1 3-19,-4-3 0,-5 1-203,-2-2 0,-4-1-76,-4 1 1,-2-1-278,-5-2 1,0-5 255,0-3 0,0-1-122,0-2 0,3-2 498,1-1 0,24-28 0,3-11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5.5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0 133 7744,'7'0'-230,"1"0"1,-5 0 365,5 0 0,-1-3 334,4-1 1,-3 0-321,-1 4 1,0 0-193,4 0 0,0-4-7,0 1 0,0-1-23,0 4-57,0-5 1,0 0 83,0-2 1,-3-2-91,-1 6 0,-4-6 115,0 2 1,-2 1-27,-1-2 0,0 1 31,0-4 0,-3 4-9,-1-1 0,-4 5 24,0-5 1,-5 6-17,-2-2 0,0 3 213,4 1 0,0 1 164,0 3 0,0 2 199,0 5 1,4 0-72,0 0 0,4 0 142,-1 0 0,3 1-311,1 3 1,1-3-165,3 3 0,6 1-126,5-1 0,4-1 109,0-3 1,5 0 73,2 0 1,3-5-1002,-3-2 1,0-3-3048,-4-1 3835,-5 0 0,-1-19 0,-5-6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3:57.50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55 177 7810,'-11'0'-490,"5"0"591,-4 0 0,8 0 235,-6 0 52,6 0 285,-3 0-405,5 0 9,-5 0-92,4 0-319,-4 0 0,5 0 200,5 0 1,-3 0-155,6 0 1,-1 0 45,4 0 1,5 0 16,2 0 0,3-1-8,1-3 0,5 3 15,3-3 0,3 3 6,3 1 0,9-4-6,6 1 0,4-2-41,4 1 1,1 3 47,2-3 1,3 2-139,-2-2 0,-4 3 46,-4-3 1,-1 3 30,-7 1 1,4 0-42,-7 0 1,-4 0-140,-10 0 1,0 1 43,-4 3 0,-2-3-170,-5 3 1,-3-3 193,-5-1 1,-4 0 183,0 0 0,-9-5 0,1-1 0</inkml:trace>
  <inkml:trace contextRef="#ctx0" brushRef="#br0" timeOffset="400">1058 23 7846,'-11'-6'39,"4"-1"247,0 4 76,4 1-43,-7-2-192,9 4 168,-9 0 96,9 0-397,1 4 0,8-1 120,6 4 0,0-1-239,4 2 1,0 2-9,5-3 1,-1 3-53,0 1 1,0-1 55,0-3 0,-4 3-136,0-3 1,-4 4 150,1 4 1,-4-3 45,-4 3 1,-2-3 4,-5-1 1,-6 0 127,-5 0 0,-5 0 46,-6 0 0,0-1-194,0-3 0,-3 2-212,3-6 0,-2 5 148,5-4 147,3-1 0,10-8 0,7-1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4:06.81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66 7723,'0'-6'17,"5"1"25,1 5 1,5 0-97,0 0 1,0 0 105,0 0 0,0 0-61,0 0 0,0 0-33,0 0 1,-3 4-149,-1 0 1,-3 0 122,3 0 1,-4-1 15,0 4 1,-1-3 20,-2 3 1,0-3-9,0 3 0,-2-1 35,-1 1 1,-3 2 7,-6-5 1,5 3 6,0-3 1,-1 3 106,-3-3 0,2 1-75,1-2-38,-2-1 0,6 4-1,-4-3 0,2-1-48,2 1 19,3-2 1,-4 1-3,5 1 24,0-1-10,0 3 3,5-5 4,1 0 1,5 0-15,0 0 1,0 3 1,0 1 1,0 0 5,0-4 0,0 0-3,1 0 0,-1 3 9,0 1 1,-2 1-2,-1-2 0,0 0 137,-4 4 66,5 1 0,-8 3-46,2 0 1,-6-2-125,-5-1 0,-1 2 14,-2-3 0,0 2-124,0-2 0,0 1-196,-1-4 0,-2 1-246,-1-1 525,0-3 0,4-11 0,0-8 0</inkml:trace>
  <inkml:trace contextRef="#ctx0" brushRef="#br0" timeOffset="240">375 77 7277,'-5'6'755,"4"4"1,-5-5-679,2 2 1,2 3-4,-6-2 1,5 1-191,-5 2 0,2 2 91,-1 1 1,-3-1-117,3 1 1,1 2 174,-2-1 0,2 0-226,-1-4 1,1-2-1138,2-1 809,3 2 520,-4-9 0,5-6 0,0-7 0</inkml:trace>
  <inkml:trace contextRef="#ctx0" brushRef="#br0" timeOffset="464">265 121 7772,'-6'0'0,"0"0"525,2 0 78,3 0-123,-4 0-97,5 0-166,0 5 0,5-2-159,2 4 0,3-3-183,1 3 1,0 0-47,0 4 0,0 0-320,0 1 1,0-1-41,0 0 1,0 0 86,0 0 0,4-2 444,-1-1 0,16-3 0,-1-5 0</inkml:trace>
  <inkml:trace contextRef="#ctx0" brushRef="#br0" timeOffset="967">518 22 8289,'11'-6'513,"0"0"-376,0 2 1,-3 3-133,-1-3 0,1 3 16,3 1 0,0 1-175,0 3 0,-4-3-136,0 3 33,1 2-89,3 0 195,-5 5 0,2-3 95,-4-1 1,0-3 52,-4 3 107,-5-5 0,0 4 65,-2-2-165,-3-3 1,5 5 32,-2-2-7,-3-3-12,4 4 1,-2-5 38,1 0-33,4 0 0,-3 0-64,3 0-166,1 0 88,-2 0-402,4 0 369,4 0 0,-1 4-68,4 0 135,1-1 0,3-3-7,0 0 0,0 0 46,0 0 0,0 4 114,0 0 1,0 1 336,0-2-137,0 3 675,0 5-635,-5 0 0,-2 0-64,-8 0 1,-6-1-133,-5-2 0,-4 1-74,0-1 1,2-2-214,-1 1 1,0-1 173,-4 2 0,4-18 0,2-8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4:08.83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22 287 7586,'-7'7'-295,"0"1"1,4-5 756,0 5 1,1-1-233,2 4 1,0 0-133,0 0 0,0 1-122,0 3 1,0-3 25,0 3 1,2 1-187,1-1 0,-1 4 50,1 0 1,-2-3-167,-1-2 0,4-1-90,0-2-22,-1 5-53,-3-4 465,0-1 0,-4-6 0,2-25 0,-3-4 0</inkml:trace>
  <inkml:trace contextRef="#ctx0" brushRef="#br0" timeOffset="273">122 364 7772,'-5'6'-549,"-1"4"206,-5-2 0,0 0 772,0-1 1,3 2 208,1-5-246,0 4-163,-5-2-211,6 5 0,1 0 82,5 0 0,0-3-131,0-1 0,9-3 28,2 3 1,3-3 54,-3 3 0,4-3-511,4 3 1,-2-4 40,1 0 0,-3-1-122,3-2 0,-3 0 540,4 0 0,-6-4 0,2 0 0,-8-4 0,-2-18 0,-5-10 0</inkml:trace>
  <inkml:trace contextRef="#ctx0" brushRef="#br0" timeOffset="634">254 408 7772,'0'6'173,"0"4"181,0-8-177,0 2 1,1-4-31,3 0 1,-2 0-106,6 0 1,-5 0-86,5 0 0,-5 0 64,5 0 1,-1-3-212,4-1 0,-4-1 24,1 1 0,-2 2 2,1-5 0,3 1-53,-3-2 0,0-2-260,0 3 0,-5 1 214,2-1 1,-2-1 262,2-3 0,-3 4 0,3 0 0,-4 4 0,-4-1 0,-2-1-8,-5 2 1,0-1 57,0 4 0,4 1 226,-1 3 1,1-2-97,-4 6 0,1-1 27,3 4 0,-2 0-98,6 0 1,-1 4-31,4 0 0,0 1-30,0-2 1,0-1-134,0 1 1,4-2 23,-1 0 1,10-1-172,-2 0 1,2-5-203,-2-3 0,1-1 238,3-2 0,-3 0 195,3 0 0,17-45 0,3-10 0</inkml:trace>
  <inkml:trace contextRef="#ctx0" brushRef="#br0" timeOffset="917">474 298 8886,'5'6'-492,"-3"4"441,1-3 1,2 3 53,-1 1 1,1 0 28,-2 0 0,-1 0-138,1 0 0,0 2 128,0 1 0,-1-5 277,1 2 47,-1-3 0,1 0 81,1-1-282,0-4 1,-4 0-52,0-6 0,0-4-3,0-4 0,0-1 14,0-3 1,3 3-100,1-2 0,0-2-653,-4 1 0,3 0 327,1 4 1,3-1-1192,-3-3 1511,0 8 0,15-18 0,6 7 0</inkml:trace>
  <inkml:trace contextRef="#ctx0" brushRef="#br0" timeOffset="1268">662 320 7772,'0'11'-12,"0"0"55,0 0 1,0 0 373,0 0-81,0 0 0,0 0 119,0 0-26,0 0-345,0 0 0,0-3 50,0-1-262,0-4 103,0 1-398,0-4 52,5-4 1,-4 1 176,3-4 0,-3-1-9,-1-3 0,0 0 102,0 0 1,0 0-98,0 0 1,1 0 138,3 0 1,-3 0 86,3 0 1,-2 0-64,2 0 1,-2 0 167,6 0 1,-5 4-42,5-1 0,-5 2-48,5-1 0,-5 1-19,5 2 1,-5 3 18,5-3 0,-5 4 11,5 4 1,-5-2-31,5 6 1,-6-1-3,2 4 1,-3 4-55,-1-1 1,4 2-124,-1-1 1,1-3-376,-4 3 1,0-3 205,0-1 0,4-3 323,-1-1 0,6-9 0,-3 0 0</inkml:trace>
  <inkml:trace contextRef="#ctx0" brushRef="#br0" timeOffset="1866">860 320 7169,'6'0'1978,"1"0"-1831,-4 0 1,-2-1-498,3-3 228,2 3 1,-3-5 12,4 2 1,-3 2-5,3-6 0,-3 5-203,3-5 1,-4 5 40,0-5 1,0 1 123,0-4 0,-1 4 102,1-1 0,-2 1 33,-1-4 1,-1 4 128,-2-1 0,0 5-58,-4-5 0,3 6 38,-3-2 30,-1 3 5,-3 1-88,0 5 1,2 1-25,1 5 1,2 0 75,2 0 0,3 0 185,-3 0 0,3 4-176,1-1 0,0 1-85,0-4 1,4 0 5,0 0 0,4 0 20,0 0 0,1-3-8,2-1 1,2-5-36,1 2 0,0-3-143,4-1 0,-3-5-128,3-2 1,-4-3 84,0-1 1,2-5-53,-1-2 1,0 1-15,-4-2 0,-4 5 6,0-5 0,-4 1 171,1-4 1,-3 4 26,-1-1 1,0 4 102,0-3 1,-1 1 54,-3-1 0,-2 0 24,-5 4 0,3 1 322,1-1 1,1 2 432,-1 0-394,-3 6 135,4 1-458,0 5 1,1 2-5,5 1 0,0 3 72,0 6 0,0-1-42,0 0 1,3 1-211,1 3 0,5-2 116,-2 5 1,-1 0-78,1 0 1,0 1-21,0-4 0,3 4-151,-3-5 0,2 5-89,-2-5 1,3 5-323,-3-5 1,-1 5 189,2-5 1,-2 1-1094,1-4 1459,3-5 0,-4-15 0,5-10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4:17.8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45 6883,'-10'-2'733,"3"-1"-289,-3 1-586,9-2 134,-4 4 0,5-2 192,0-1-223,0 1 179,0-2-161,0 4 1,5 0 67,2 0 0,3 0-80,1 0 1,4 0 15,-1 0 0,1 0-96,-4 0 1,4 0 85,-1 0 0,1 3-130,-4 1 0,-1 1 116,-3-2 0,2 0 24,-5 4 0,3 1 1,-3 3 1,-1-4 35,-3 0 1,-5 1 4,-2 3 1,-3 3-9,-1 1 1,0 0 82,0-4 1,-4 4-90,1-1 1,-1 5 9,4-5 1,4 1-18,-1-4 1,2 4-27,-1-1 1,2 1-11,5-4 0,0 0-3,0 0 1,1-3-97,3-1 0,2-1 100,5 1 1,0-2-13,0-5 0,0 0 38,0 0 0,0 0 4,0 0 0,0-1 15,0-3 0,-4 2 99,1-5 0,-4 0 1,3 0 1,-5-3 21,2 3 0,-4-4 179,-4-4 1,-2 3-50,-5-3 1,0 3 102,0 1 1,0-4-222,0 1 1,0-1-36,0 4 1,-4 1-216,1 3 0,-1-3-882,4 3 417,0 2 0,1-1 567,3 2 0,17 12 0,8 0 0</inkml:trace>
  <inkml:trace contextRef="#ctx0" brushRef="#br0" timeOffset="1158">56 12 6997,'6'-2'-600,"-2"-1"985,-3 1-281,-1-2 1,1 4 133,3 0-56,-3 0 11,4 0 9,-5 0-134,-5 0 1,4 1 15,-3 2-111,-2-1 1,4 6 57,-6-4 0,6 1-123,-2-2 0,-1 0 34,2 4 0,-2-4-149,1 0-101,3 4-66,-4-1 0,5 1 374,0 0 0,19-9 0,6 1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4:20.97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77 6977,'0'-6'1099,"0"1"487,0 5-1404,0 5 0,0 1-60,0 5 1,0 2 118,0 1 0,0 5-44,0 7 1,0 3-49,0 8 0,0 3-255,0 8 0,3 3-29,1 8 1,3-1-32,-3 4 0,3-4 89,-3 0 1,1-1-92,-1-2 1,-3-5 77,2-2 1,2-8 18,-1-3 0,0-1-28,-4 0 1,0-1 12,0 1 0,0-1 35,0-2 1,0 1 64,0 3 0,0-3-6,0 3 0,-1-3-11,-3-1 0,3-3 72,-3-1 0,3-1-40,1 2 1,0-3 91,0-5 0,0 3-44,0 1 1,0 0-52,0-4 1,0-4 122,0 1 1,0 3-59,0 3 0,1 0-113,3-7 0,-3 3 58,3-3 0,-3 6-17,-1-2 1,0 2 10,0-5 1,0-3-1,0-2 1,0 2 2,0-1 0,0 0-4,0-4 1,0-4-48,0 0 1,0 1 1,0 3 0,0 0-138,0 0 0,0-4-309,0 0-400,0 1-289,0 3-460,0-5 1612,0-6 0,5-50 0,1-16 0</inkml:trace>
  <inkml:trace contextRef="#ctx0" brushRef="#br0" timeOffset="1324">232 77 7649,'0'-6'-1556,"0"1"1556,0 5 0,-5 0 0,4 0 0,-4 0 0,5 0 0,-1-3 0,-3-1 0,3 0 0,-4 4 0,5 0 0,-5 0 0,4 0 0,-4 0 0,5 0 0,-5 0 0,4 0 0,-4 0 0,4 0 0,-3 0 0,3 0-64,-4 0 13,5 0 86,-5 0 0,4 2 54,-3 1-117,3-1 33,1 2-10,-5-4 0,4 0-7,-4 0 0,4 0 20,-3 0-17,3 0 3,-4 0 9,0 0-4,4 0 1,-4 2 6,5 1 221,-5-1-134,4 2 26,-4-4-60,0 0 6,4 0 49,-4 0 9,0 0 60,4 0-90,-9 0 21,9 0 0,-5 0 11,2 0 31,3 0-70,-4 0 1,4 0 95,-3 0-177,3 0 85,-4 0 119,5 0-116,0-4-45,5 2 1,1-3-10,5 5 1,1 0-1,3 0 0,-2 0 83,6 0 0,0-3-74,7-1 1,-2 0 4,6 4 0,0-3-11,7-1 1,1 0-6,3 4 0,1-1 4,-1-3 0,-2 3 1,2-2 0,3 1 3,3 2 1,1 0-2,-4 0 0,0 0-51,0 0 1,4 0-5,0 0 0,3 0-105,-3 0 0,5-3 108,-2-1 0,2-1-85,-2 1 0,-5 3 20,-6-2 0,-6 1-145,0 2 0,-3-3 85,-5-1 1,-1 0-81,-7 4 0,-2 0-73,-5 0 1,0 0-12,0 0 0,-4 0-383,1 0 680,-6 5 0,3-4 0,-5 4 0,0-5 0,-5 0 0,-1 0 0</inkml:trace>
  <inkml:trace contextRef="#ctx0" brushRef="#br0" timeOffset="2108">1588 33 7601,'-1'6'259,"-3"-2"89,3-3-202,-4 4 1,5-2 3,0 4 0,0 0 17,0 4 0,0 0-67,0 0 0,0 2-159,0 1 1,0 4-14,0 4 0,1 3 63,3 1 1,-3 3-74,3-3 1,1 5 95,-2-2 1,5 7-95,-5 0 1,1-2 73,-4-5 1,4 0-8,0 4 0,-1 1-19,-3-1 1,0-4 2,0 0 0,0-3 11,0 3 0,-1 0 13,-3 0 0,3-1-2,-3-2 1,3-3-3,1 3 1,-1 1 4,-3-1 0,3-1-1,-3-3 0,3 0 1,1 1 1,-1 2 116,-3 1 1,3 0-52,-3-4 1,3 0 13,1 0 1,0 4-62,0-1 1,0 1 1,0-4 0,0 0 21,0 0 1,1 4-5,3 0 1,-3-1-2,3-3 0,-3 4-4,-1 0 0,0 0-28,0-4 1,0 0 20,0 0 1,0 1 1,0 3 0,0-4 1,0 0 0,0 0 0,0-4 0,0 3 8,0 1 0,0-1-2,0-3 0,0 3-18,0-3 1,0 0-1,0 0 0,0-3-4,0 3 0,1-4 24,3 0 1,-3-2-1,3-1 1,-3 1-29,-1-1 1,0 0-1,0 0 1,0-4-11,0 0-11,0 1 9,0 3-5,0 0-50,-5 0 13,4 0 0,-4 0-7,5 0 0,0-4-81,0 0-20,0-4 60,0 7 0,0-8-352,0 6-57,0-6-370,0 3 645,0-5 0,-5-20 0,-1-4 0</inkml:trace>
  <inkml:trace contextRef="#ctx0" brushRef="#br0" timeOffset="3337">188 2117 7621,'-7'0'-154,"-1"0"22,6 0 1,-7-1 180,6-3-162,-1 3 1,3-4 261,-3 5-22,3 0 0,-5 0 92,2 0-27,3 0-66,-4 0 24,0 0-9,4 0-10,-4 0 174,5 0-207,5 0 1,-3 0 165,6 0 0,-5 0-205,5 0 0,-5 0-155,5 0 1,-5 0 94,5 0-84,-1 0 1,4 0 76,0 0-94,0 0 1,0 0 88,0 0 1,4 0-1,0 0 1,0 0 75,0 0 1,-1 0-64,4 0 1,-1 0 3,2 0 1,1-4 0,-1 1 0,2-1 3,1 4 0,0-1-4,0-3 0,-4 3 0,0-3 0,1 3-7,3 1 1,0 0-5,0 0 0,-4-1-4,1-3 0,3 3-30,3-3 1,1 2-2,-4-2 0,0 3 33,0-3 1,0 3-3,0 1 0,0 0 41,1 0 1,-1 0-1,0 0 0,0 0-45,0 0 0,-4 0 4,0 0 0,-3 0-36,4 0 0,-5 3-6,5 1 0,-5 0 43,5-4 1,-5 0-24,5 0 0,-2 0-5,1 0 1,2 0 20,-5 0 0,4 0-2,0 0 0,-4-1 20,0-3 0,-1 3 9,0-3 0,-1 3 64,1 1 1,-1 0-42,-2 0-12,0 0 0,0 3-9,0 1 0,0 0 3,0-4 0,-4 0-1,0 0 0,1 1-1,3 3 1,0-3-13,0 3 0,0-3-4,0-1 1,-4 0-31,1 0 1,-1 0-11,4 0 1,-4 4 5,1-1 0,-5 1 38,5-4 0,-5 0 3,5 0-19,-6 5 9,3-4 0,-4 4-252,3-5-394,-3 0 140,4 0-296,0 0 338,-4 0 470,9 0 0,-9 0 0,-1-5 0,-6-1 0</inkml:trace>
  <inkml:trace contextRef="#ctx0" brushRef="#br0" timeOffset="3834">1522 2117 7621,'-11'0'-1325,"0"-4"1353,0 1 0,0-1 82,0 4 0,0 0-63,0 0 0,-1 0 22,-3 0 0,3 0 1,-3 0 1,-2 0 65,-2 0 1,2 0 7,-1 0 0,-1 0-7,-3 0 0,-3 4-6,-1-1 1,-3 1-30,3-4 1,-5 0-6,2 0 0,-3 0-7,-1 0 1,-1 0 12,-3 0 1,3 0 6,-3 0 1,-1 0-9,1 0 0,-3 1-5,3 3 0,-3-3-2,3 3 1,-4 1-13,5-2 1,-1 2-124,4-1 1,3-3 53,1 3 0,4-3 30,0-1 0,5 0 21,2 0 0,4 0 38,0 0 45,1 0 4,7 0-153,1-5 1,7 4 0,1-3 1,3 3 88,5 1 0,5 0-42,3 0 1,2-4-4,1 1 0,1-1 42,3 4 1,3 0-2,8 0 0,-2 0 2,6 0-1,-5 0 95,5 0 0,0 0-140,7 0 1,-2 0-56,1 0 1,-1 0-112,-2 0 0,0 1-50,0 3 0,-6-3-77,-5 3 0,-1 1 159,-6-2 1,-1 1-53,-3-4 0,-1 0 35,-2 0 1,0 0-26,-4 0 0,0 0-137,-4 0 13,0 0-35,0 0 0,-4 0-518,0 0-246,-4 0 553,2 0 505,-5 0 0,-15 0 0,-3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4:25.7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67 7590,'-6'-11'-118,"0"5"250,2 2 0,3 2 32,-3-2 283,3 3 175,1-4 235,0 5-729,0 5 1,0 1 25,0 5 1,0 4-1,0-1 0,0 5-44,0-5 1,0 5-198,0-5 1,1 1 23,3-4 1,-3 0-202,3 0 0,-3 0-439,-1 0 1,0-3-484,0-1-274,5-5 1460,-4 3 0,4-39 0,-5-9 0</inkml:trace>
  <inkml:trace contextRef="#ctx0" brushRef="#br0" timeOffset="1738">33 67 7667,'-11'0'90,"5"0"-202,-4 0 262,9 0-22,-4 0 0,14 0-58,2 0 1,2 0-19,-2 0 1,0 0-52,0 0 0,0-1 49,0-3 1,4 3-7,0-3 0,0 3 1,-4 1 1,3-1-1,1-3 0,1 3-21,-1-3 0,-3 3-3,3 1 0,0-4 41,0 0 1,4 1-11,-5 3 0,5-4 6,-5 0 1,2 1-11,-1 3 1,-3 0-71,3 0 0,1 0 32,-2 0 1,5 0-66,-4 0 1,4 0 26,0 0 0,-2 0-13,1 0 1,-1 0 27,2 0 0,1 0-14,-1 0 0,-2 0 16,1 0 0,-4 0-4,0 0 0,2 0 26,-1 0 1,0-4-3,-4 0 1,0 1 3,0 3 1,0 0-11,0 0 1,0 0 1,0 0 0,4 0 7,-1 0 1,2 0 0,-1 0 0,-3-1-3,3-3 0,-2 3 2,2-3 0,-1 3-10,4 1 1,-5 0 17,2 0 1,1 0 2,-1 0 0,1 0-22,-2 0 0,-1 0 0,1 0 0,0 0-2,0 0 1,-1 0-5,1 0 1,0 0-6,1 0 1,-3 0 9,3 0 0,-3 0-2,-1 0 1,4 0-18,-1 0 1,1 0-5,-4 0 1,1 0-20,3 0 1,-3 0-5,3 0 0,-3 0 5,-1 0 1,1 0-7,3 0 0,-3 0 46,3 0 0,-3 0-25,-1 0 0,-3 0-27,-1 0-69,0 5 59,4-4 1,-3 4-10,-1-5 0,-3 0-93,3 0 0,-4 1-6,0 3-7,3-3 1,-3 4 52,4-5 0,-3 0-365,3 0 300,-4 0 104,6 0 1,-6 0-91,4 0 56,-4 0 155,2 0 0,-4 0-92,2 0 228,-1 0-1,3 0 911,-5 0-575,0 5-93,0-4 131,0 4-308,0 0 0,0-3 13,0 6 1,0-5-162,0 5 1,0-1 29,0 4 1,0 0-131,0 0 1,0 4 72,0-1 0,1 5-48,2-5 1,-1 6-5,1-2 0,-1 3-110,-2 1 0,1 0 54,3 0 1,-3 4-50,2 0 1,-1 0 38,-2-4 0,0 0 46,0 0 1,0 0 2,0 0 0,0-1 5,0-3 0,-4 2 2,0-6 0,1 5-23,3-5 0,0 2-3,0-1 1,0-3-27,0 3 0,0-2-9,0 2 1,0-3 44,0 3 1,3-3-1,1-1 1,0 4 4,-4 0 0,0-1 3,0-3 0,0 2 4,0 1 1,0-1 5,0 1 1,0 0 5,0 1 0,0-3 39,0 2 1,0 2 5,0-1 0,0 1-42,0-1 1,-4-2-57,0 6 1,1-6-4,3 2 1,0-2 13,0 2 1,0-3-10,0 3 1,0 1 28,0-2 1,0 1-29,0-4 0,0 1 43,0 3 0,0-3 23,0 3 1,0-3 7,0-1 0,0 4-44,0 0 0,0-1 10,0-3 1,0 1-17,0-1 1,0 1-3,0 2 0,0-1 9,0 1 1,0-1 3,0-2 0,0 0 8,0 0 0,0 0 20,0 0 1,0 3 2,0 1 0,0 1 1,0-1 1,0-3 76,0 3 1,0-3-56,0-1 0,0 0 9,0 0 1,0 0-38,0 0 1,0 0 2,0 0 1,0 0-13,0 0 0,0 0-13,0 0 0,0 0-8,0 0 0,0 0 4,0 0 0,0 0-7,0 0 0,0 0 26,0 0 1,0 0-3,0 1 0,0-1-4,0 0 1,-4 0 5,0 0 14,1 0 1,3 0-22,0 0 1,0 0 2,0 0 0,0 0 17,0 0 0,0 0 1,0 0 0,0 0 9,0 0 0,0 0 2,0 0 0,0 0 24,0 0 1,0 0-35,0 0 0,0 0 73,0 0-81,0 0 0,0 0 6,0 0 0,0 0-12,0 0-13,0 0 1,0 0 24,0 0-19,-5 0 0,3 0 15,-1 0 0,2-3 0,1-1 0,0-3-17,0 3 1,0-3 3,0 3-25,0-4-60,0 6-70,0-7 1,0 4-40,0-3-243,0-1-32,0 2-2395,0-4 2857,0-4 0,0 2 0,0-4 0,0 3 0,4-8 0,3-7 0</inkml:trace>
  <inkml:trace contextRef="#ctx0" brushRef="#br0" timeOffset="1909">1522 2128 7745,'-8'0'986,"1"0"-544,4 0 1,-6 0-14,1 0 0,2 0-236,-1 0 1,-1 0-122,-3 0 0,0 0 19,0 0 1,4 0-181,0 0 0,-1 0-2092,-3 0 1238,0 0 943,0 0 0,5-14 0,1-5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4:28.50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1114 1170 6545,'6'0'2244,"-1"0"-4809,-5 0 2211,0-5 354,0 3 0,5-12 0,1 1 0</inkml:trace>
  <inkml:trace contextRef="#ctx0" brushRef="#br0" timeOffset="159">1191 1114 7993,'0'-6'-834,"0"1"-137,0 5 971,0-4 0,15-8 0,3-5 0</inkml:trace>
  <inkml:trace contextRef="#ctx0" brushRef="#br0" timeOffset="953">12 89 6321,'0'-6'951,"0"1"-360,0 5-210,0-5-144,0 4 0,-2-4 136,-1 5 230,1 0 11,-2 0 264,4 0-750,0 5 0,0 1-114,0 5 1,0 4-90,0 0 1,0 0-254,0 0 0,0 1 202,0 2 0,0 2-113,0-5 1,0 1-148,0-2 1,0-1-380,0 1 0,3-5-386,1-2 1151,0 1 0,-4-27 0,0-6 0</inkml:trace>
  <inkml:trace contextRef="#ctx0" brushRef="#br0" timeOffset="1729">56 45 6695,'-5'6'844,"2"-1"-772,-4-5 68,5 0 29,-3 0 245,5 0 0,5 0-415,2 0 99,3 0 1,4 0-68,1 0 0,0 0 11,-4 0 1,4 0-140,-1 0 0,5-1 113,-5-3 0,6 3-97,-2-3 0,-1 3 62,2 1 0,-1 0-9,4 0 0,0 0 39,0 0 0,0 0-5,0 0 1,0-4-17,0 1 0,1-1 8,-1 4 0,0 0 1,0 0 0,-4 0-2,0 0 1,0 0-3,0 0 1,3 1 30,-3 3 1,-1-3-1,2 3 1,-1-3 35,4-1 0,-4 0 7,1 0 0,-1 0-73,4 0 1,0-4-16,0 1 1,0-1-3,0 4 0,1-4 8,-1 1 1,0-1-96,0 4 1,-4-4 89,0 1 0,1-1-9,3 4 1,0 0-12,0 0 0,-4-1 33,1-3 1,-2 3 24,1-3 0,3 3 17,-3 1 0,0 0 20,0 0 0,-5 0-134,2 0 1,1 0-191,-1 0 1,-4 0 64,-4 0 0,-3 0 61,3 0-116,-4 0 81,1 0-82,-4 0 1,5 0 0,1 0-1</inkml:trace>
  <inkml:trace contextRef="#ctx0" brushRef="#br0" timeOffset="2605">1346 23 6704,'-7'0'1929,"3"0"-1192,4 0-658,0 5 0,0-3 8,0 6 1,0-1-158,0 4 0,3 0 85,1 0 1,3 4-124,-3 0 0,3 4 109,-3 0 0,3 1 10,-3 2 0,3 0-8,-3 0 1,1 1 13,-1-1 0,-3 3-45,2 1 0,-1 0 44,-2-4 1,0 1 9,0 3 1,3-7-15,1 3 0,0-2-3,-4 2 1,0 0-38,0 0 0,0-1-11,0-3 0,3 2-3,1-5 0,0 4-9,-4 0 1,1-2 33,3 1 1,-3-1-12,3 2 0,-3 2-17,-1-3 0,0 2 42,0-2 0,0 3 1,0-3 0,0-1 20,0 2 0,3-1 10,1 4 0,0-4-5,-4 1 0,0-2 9,0 1 1,0 2-26,0-5 1,0 3-29,0-3 0,0 3-3,0-3 1,0 3 16,0-3 1,0 1-6,0-2 0,0 0-12,0 4 0,0-3-6,0 3 0,0-3 20,0 3 0,0-3-4,0 3 1,0-3 27,0 4 1,1-5-26,3 5 1,-3-2 44,3 1 1,-3-2 2,-1-5 0,0 4 91,0 0 0,0-1-79,0-3 1,0 1 85,0 3 0,0-3-100,0 3 1,3-3-40,1-1 1,0 0-3,-4 0 1,0 0 18,0 1 0,0 2-14,0 1 1,0 0-21,0-4 0,0 0-14,0 0 0,0 0 30,0 0 1,0 0-7,0 0 0,0 0 38,0 0 1,0 0 179,0 0-161,0 0 1,0 0 88,0 0 0,0-4-84,0 1 1,0-5-26,0 5 1,0-5 7,0 5 1,0-5-37,0 5 0,0-5-29,0 5 22,0-1-5,0 4 1,0 0 5,0 0 0,0-3 2,0-1 8,0 0 0,0 1 1,0-1 0,0-3 7,0 3-6,0-5-5,0 8-59,0-9-15,0 9-11,0-9 1,0 6-26,0-4-14,0-2 12,0 4-5,0 0-54,0-4 76,0 4 1,0-3-90,0 1-143,0-2-140,0 4 168,0-5-665,0 5 183,0-3 782,0 2 0,0 1 0,-10-3 0,-2 2 0</inkml:trace>
  <inkml:trace contextRef="#ctx0" brushRef="#br0" timeOffset="3346">971 2140 7599,'-6'-6'-292,"-1"-3"199,4 5 484,2 1-69,-4 3 503,5 0-546,5 0-89,1 0 0,6 0 15,3 0 0,-2-2-83,5-1 1,-3 2 2,4-3 0,0 3-164,7 1 0,-3-4-1,3 0 1,-3 1 101,-1 3 0,0 0-16,0 0 1,-1-4-141,-3 0 1,2 1 107,-5 3 0,-1 0-112,-2 0 0,-5 0 74,0 0 1,-3-4 4,3 0 0,-3 1 50,3 3 23,-4 0-28,7 0 0,-8 0-12,5 0 1,-1-2 26,2-1-40,2 1 0,-4-2 1,1 4-5,0 0-2,-4 0 0,3 0-37,-2 0-8,-3 0-147,4 0-6,-5 0 16,5 0-221,-4 0 61,9 0 1,-8 0-525,6 0-160,-6 0 468,3 0 563,-5 0 0,-15-10 0,-3-3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4:33.71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 89 7529,'-7'-8'-166,"0"1"0,3 3 1046,-3-3-695,4 5 0,-2-4-124,5 2 113,0 3-243,0-4 0,2 5 132,1 0 0,3 0-99,5 0 0,0 0-33,0 0 1,2 0 92,1 0 0,-1 0-80,1 0 1,-1 0 15,-2 0 1,0 3-178,0 1 154,0 5 0,-4-3-8,0 5 0,-4 0 59,1 0 0,-8 1 9,-4 3 1,-1 2-47,-2 5 1,-2 0-1,-1 0 1,-2 4 70,-3 0 1,4 3-30,3-3 1,1-1 8,0-3 0,4-1-48,0-2 1,4 0-13,0-4 1,6-4 36,5-4 0,3-4 7,3 0 0,0-1 31,4-2 0,-1-2 72,2-1 1,0-7 89,-4-5 0,0-1 40,-4 2 0,-1-2 53,-3-3 1,-3-1-78,-8 1 0,-2-2 78,-5-1 0,-4 4-57,0 0 1,-4 4-55,0-1 1,-1 3-590,-2 1 1,4 4-82,4-1 1,-1 5-1255,4-5 1762,-3 6 0,48 12 0,4 8 0</inkml:trace>
  <inkml:trace contextRef="#ctx0" brushRef="#br0" timeOffset="275">546 144 7743,'0'-11'1199,"1"1"-430,2 3-276,-1 2-275,3 5 0,-5 5-52,0 2 0,0 3-107,0 1 0,-4 1-36,0 3 1,-3-2-238,3 6 1,-4-2-71,0 1 0,2 2-389,-1-5 1,1 3-214,-2-3 0,-1 3 406,1-3 1,2-1 479,-1-3 0,-1 0 0,-3 0 0,5-4 0,-8-12 0,1-8 0</inkml:trace>
  <inkml:trace contextRef="#ctx0" brushRef="#br0" timeOffset="458">391 188 7743,'-11'-11'181,"4"0"741,-1 0-341,6 5 152,-3-4-532,5 9 0,1 0 101,3 4 0,2 6 176,5-2 1,5 4-319,2 4 1,3-3-188,1 3 1,0 1-304,0-2 1,0 5-692,1-4 0,-5-1 501,0-3 520,-4 5 0,7-4 0,-4 4 0</inkml:trace>
  <inkml:trace contextRef="#ctx0" brushRef="#br0" timeOffset="992">843 155 7743,'-6'-16'77,"-2"4"1,3-3 336,-2 3 1,5 5 37,-2-1 26,3 6-287,1-8 0,5 9-13,2-3 1,7-1-33,1 1 1,4 1-101,0 3 1,-2 0-140,1 0 0,0 0-30,4 0 1,1 0-137,-1 0 0,-5 0 83,-3 0 0,-1 3-179,-2 1 268,0 5 0,-5-3 29,-2 5 1,-3-4 16,-1 1 1,-5-1 116,-3 4 1,-5 0 56,-2 0 0,-3 0-81,3 0 0,-4 1-40,0 3 1,2-2-36,-1 6 1,3-2-126,-3 1 0,3 3 93,-3-2 1,4 1-135,-1 2 1,8-3 81,3-1 0,3-1-26,1 2 1,5-1 87,2-7 0,8 1-8,3-8 0,3 0 92,1-4 1,-1 0-1,-2 0 1,1-5 179,-1-3 0,-3-3-57,-2-3 0,-1 0 155,-2-4 0,-5-1-78,-3-3 1,-3-1 107,-3-3 0,-3 3-44,-5-3 1,-4 3 104,0 1 1,-8 0-397,1 0 0,-3 5-263,3 2 1,0 3-342,0 1 0,1 1-576,3 3-1147,2 2 2315,10 5 0,40 19 0,15 6 0</inkml:trace>
  <inkml:trace contextRef="#ctx0" brushRef="#br0" timeOffset="1301">1472 89 7743,'-4'-11'0,"0"0"264,1 0 1,1 5 1125,-1 2-921,1 3 0,-6 6-32,4 2 0,-3 3-278,3 1 0,-1 5-33,2 2 1,-2-1-85,-3 2 0,2-1-38,3 4 0,0 0-287,-4 0 0,3-3-111,-3-1 0,4-1-498,0 1 0,-2 0 272,1-4 1,-1-1-1035,1 1 1654,3-6 0,-4-23 0,5-10 0</inkml:trace>
  <inkml:trace contextRef="#ctx0" brushRef="#br0" timeOffset="1500">1295 122 7670,'-11'-11'426,"0"0"841,0 0-496,5 5-513,1 1 0,9 6 55,-1 3 1,6 2 137,-2 5 1,8 0-298,3 0 0,0 4-264,0-1 1,0 5-421,4-5 0,0 6 235,0-2 1,1-1-422,-1 2 0,0-6 716,0 2 0,29 2 0,8 0 0</inkml:trace>
  <inkml:trace contextRef="#ctx0" brushRef="#br0" timeOffset="1962">1758 89 7743,'-11'-11'0,"0"0"0,1 0 0,3 0 0,-2 0 680,6 0 173,-1 5 0,4-1-423,0 4 1,5 2-264,2-3 1,3 3-160,1 1 0,1 0 79,3 0 1,-1 0-137,4 0 0,-1 3 59,1 1 1,3 1-207,-2-1 1,-2-2 111,1 5 1,-4-4-47,0 0 1,-5 2-225,-2-1 301,1 5 1,-2-3 59,-3 5 1,-3 0-78,-3 0 0,-3 0-61,-5 0 1,-5 5 94,-3 2 0,2 3-62,-1 1 1,1 0-99,-2 0 1,3 0 126,5 0 1,2-3-94,1-1 0,3 0 109,5 4 1,0-4 88,0-4 0,6-3-62,5-3 1,2 0 137,5-4 1,-1 0-75,2-4 0,0-5 119,-4-3 0,3-1-4,-3-3 1,-4-3 220,-4-4 0,-4 2-42,0-1 1,-1-1 73,-2-3 1,-6 0 68,-5 0 0,-2 4-264,-5-1 0,-2 2-421,-5-1 1,1 2-251,-1 5 1,1 0-639,2 0 1,5 5 581,2 2 516,3 3 0,6 11 0,1 2 0</inkml:trace>
  <inkml:trace contextRef="#ctx0" brushRef="#br0" timeOffset="2701">27 67 7716,'7'-1'-1246,"-4"-3"2137,-2 3-200,-1-4 571,0 5-865,0 5-460,-4 1 0,1 4-731,-4-3 406,4 3 1,-2-8 387,5 6 0,5 9 0,1 6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4:37.97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22 144 7904,'-1'-6'-51,"-3"2"-81,3 3 1,-5 1 32,2 0 292,3 0-57,-4 0-20,5 0-75,5 0 1,-2 0-103,4 0 0,0 0 77,4 0 0,4 0-13,0 0 0,4 0-1,0 0 0,6 0 48,5 0 1,8 0 3,6 0 1,6 0-75,9 0 1,2 0-95,5 0 0,4 0 163,0 0 0,6 0-4,1 0 0,-3 0-146,3 0 1,-4 0 92,1 0 0,3 4 3,0-1 0,-3 2-46,3-1 1,-4-3-9,1 3 0,-3-2-19,-5 2 1,-1-3-175,-3 3 1,-5-3 89,-6-1 1,-4-1-62,0-3 1,-11 3 38,-7-3 1,-4-1 91,-3 2 1,-5-2 91,-2 1 0,-8 3 0,3-4 0,-4 5 0</inkml:trace>
  <inkml:trace contextRef="#ctx0" brushRef="#br0" timeOffset="510">1808 23 7444,'-7'-4'0,"1"-1"1037,1-1-1281,1 3 233,4-1 1,5 7 159,2 1 0,4 1-70,4-1 0,2 0 1,5 4 1,4 2-65,0-3 0,0 3-119,-4 1 1,-2-4 63,-1 0 0,-3 1-107,-5 3 0,-1 0 108,-3 0 1,-2 0 90,-5 0 0,-3 4-9,-4-1 0,-5 1-24,-10-4 0,0 0 15,0 0 1,0 0-34,-1 0 1,3-4-238,1 1 1,0-2-315,4 1 0,0 2 153,4-5 396,5-1 0,36-8 0,12-1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4:41.6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56 7871,'-11'-5'304,"5"4"-533,1-4 417,5 5 66,0 0-129,5 0 0,1-4-66,5 1 1,2-1-4,1 4 1,-2 0-29,3 0 1,-3 0-118,-1 0 1,0 0-424,0 0 364,1 5 0,-3-3 53,-1 6 1,0-5 45,-4 5 0,1-5 4,-2 5 0,-1-5-6,1 5 0,-1-1 6,-2 4 1,-4-4 52,0 1 0,-4-2 16,0 1 0,-1 2 3,-2-6 0,-1 5 11,1-5-3,0 6 1,0-8-34,0 3 1,4 1 4,0-2 0,3 1 0,-3-4 4,4 0-32,-2 0-201,5 0 0,4-1 144,0-3 1,4 3 23,0-3 30,1 3 0,2 1-18,0 0 27,0 0 1,0 0-39,1 0 32,-1 5 0,0 0-22,0 2 0,-2 3-68,-1-3 72,2 3 1,-6 1 58,4 0 1,-3 0 110,-5 0 1,0 0-104,0 0 1,-2-1 117,-1-2 0,-3 1-139,-5-1 1,-2 1 13,-1 3 1,-2-5-74,-3 0 1,2-3-191,3 3 1,1-4-58,-1 0 1,1-1 298,2-2 0,15-30 0,3-7 0</inkml:trace>
  <inkml:trace contextRef="#ctx0" brushRef="#br0" timeOffset="239">507 100 7868,'-5'7'-459,"-2"1"1,1-5 889,-1 5 1,-1-5-99,-3 5 1,1-1-366,3 4 1,-3 0-21,3 0 0,-3 0-210,-1 0 0,4 0-3,-1 0 0,5 0-199,-5 0 0,5-3 110,-5-1 354,6 0 0,2-5 0,6-4 0</inkml:trace>
  <inkml:trace contextRef="#ctx0" brushRef="#br0" timeOffset="455">331 155 7868,'-1'-6'191,"-3"2"1,3 2 858,-3-2-138,3 3-626,1-4 1,5 6-244,2 3 0,3-2-149,1 6 0,1-1-452,3 4 1,-2 0 299,6 0 1,-6 0-153,2 0 0,1 0 410,-1 0 0,14 15 0,0 3 0</inkml:trace>
  <inkml:trace contextRef="#ctx0" brushRef="#br0" timeOffset="976">662 67 7868,'7'-7'-45,"0"-1"0,-3 6 862,3-2-598,1-2 0,3 5-69,0-3 0,-4 3-74,0 1 0,0 1-132,0 3 0,3-2 95,-3 6 0,-1-5-51,2 5 1,-6-5-398,2 5-70,-3-1 170,-1 4 1,-1 0 137,-3 0 1,2-4-24,-6 1 1,1-5 120,-4 5 1,1-5 10,3 5 0,-3-6-11,3 2 0,0 1 7,0-2 0,3 1 51,-3-4 1,3 0 271,-3 0-14,5 0 361,-3 0 765,5 0-1296,5 0 1,-3 0-92,5 0 1,1-1 66,3-3 0,0 3-19,0-3 0,1 3-237,3 1 1,-3 0 50,3 0 0,-3 0-89,-1 0 0,0 1 80,0 3 1,-1-2 118,-3 6 110,3-1 0,-9 4 219,3 0 1,-3 0-179,-1 0 0,-1 0 119,-3 0 0,-3-1-173,-8-3 1,2 3-205,-6-2 1,1 0-276,-4 0 1,4 0 25,-1-4 0,2-1 402,-1-3 0,2-14 0,5-5 0</inkml:trace>
  <inkml:trace contextRef="#ctx0" brushRef="#br0" timeOffset="1358">1180 89 7868,'3'-7'1020,"1"-1"0,1 2-465,-1-1-267,-3 2 1,4 6-27,-5 3 0,-1-2-86,-3 6 1,2 0-49,-6 7 1,2-3-126,-1 3 1,-3 1-269,3-2 1,-3 5-600,-1-4 0,3 0 130,1 0 0,0-3-160,-4 3 1,3-3 544,1-1 0,4-3 349,0-1 0,2-24 0,1-3 0</inkml:trace>
  <inkml:trace contextRef="#ctx0" brushRef="#br0" timeOffset="1556">1014 122 7868,'-1'-6'672,"-2"2"-128,1-2 163,-3 5-444,5-4 1,5 6 60,3 3 1,1 2-144,2 5 0,5 0 0,3 0 1,-2 1-192,1 3 0,-1-3-278,2 3 0,2 1-885,-3-1 0,2-1 147,-2-3 1026,-2 0 0,10-9 0,3-4 0</inkml:trace>
  <inkml:trace contextRef="#ctx0" brushRef="#br0" timeOffset="2009">1356 89 7868,'0'-11'288,"0"0"-87,0-5 1,0 4 890,0-3-782,0 8 1,5-2-151,2 5 1,4 1-62,4 3 0,-1 0-18,4 0 0,0 0-227,4 0 0,0 0 42,1 0 0,-3 3-188,-1 1 0,0 3 83,-4-3 0,-1 5-123,-7-2 1,-2-1 162,-5 2 1,0-1 84,0 4 1,-6 0 30,-5 0 1,-5 4-85,-6-1 1,0 2 168,0-1 0,3-2-10,1 6 0,1-6 84,-2 2 0,3 1-219,5-1 0,5 1-152,3-2 0,1-1 130,2 1 0,2-3-50,1-3 1,5 0 129,6-4 1,2 0 78,3-4 1,1 0-41,-1 0 0,-3-2 53,-2-1 1,0-4 192,1-4 1,-7 0 84,3 0 0,-7-3 267,-1-1 0,-1-1-79,-2 1 1,-3-1 288,-4-2 1,-2 1-432,-9 2 1,0 3-162,-4-3 0,-1 3-279,1 1 1,0 0-473,0 0 0,2 0-1549,1 0 2100,-2 5 0,19 1 0,-2 5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4:44.53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67 7781,'-6'-5'1280,"1"4"-739,5-9-60,0 9 78,0-4-381,0 15 0,0-3 0,0 8 0,0-2-70,0 2 0,3-2-222,1 6 1,0-2-22,-4 1 1,3 3-285,1-3 1,0 2 29,-4-2 0,1-1-483,3-2 0,-3-3-372,3 3 699,-3-8 545,-1-2 0,5-44 0,1-10 0</inkml:trace>
  <inkml:trace contextRef="#ctx0" brushRef="#br0" timeOffset="250">111 111 7994,'6'0'1670,"-1"0"-1459,-5 0 0,-4 1 13,1 3 0,-5-2-80,5 6 1,-5-5-123,5 5 1,-2-2-287,1 1 156,3 3 0,-4-4-61,5 5 1,1-4-8,3 1 1,2-1-186,5 4 1,0 0 117,0 0 0,0-1-118,0-3 0,4 3-40,-1-3 1,1-2-70,-4-1 0,0-3 470,0-1 0,0 0 0,0-19 0,0-6 0</inkml:trace>
  <inkml:trace contextRef="#ctx0" brushRef="#br0" timeOffset="593">287 210 6899,'7'0'1421,"-1"0"-1040,-3 0 1,0 0 105,4 0-430,0 0 0,4-1-94,1-3 0,-1 3-146,0-3 1,-4-1 5,0 2 0,1-2-224,3 1 1,-4 3-97,0-3-232,-4-2 440,2 0 190,-5-5 1,-5 1 136,-3 3 1,-1 2 38,-2 5 1,0 0 100,0 0 1,0 0-75,0 0 1,1 1 120,2 3 0,2 1-45,3 2 0,1 3 74,-1-3 1,1 3-207,2 1 1,0 4-99,0-1 1,2 1-53,1-4 0,3 0 100,5 0 0,2 0 49,1 0 1,-1-5-186,1-2 0,2 1-283,-1-1 1,1-2 100,-1-6 320,-3 3 0,18-43 0,0-5 0</inkml:trace>
  <inkml:trace contextRef="#ctx0" brushRef="#br0" timeOffset="877">530 133 7781,'-6'0'446,"1"0"272,5 0-494,0 5 0,0-3 1,0 6 1,1-1-110,3 4 1,-2 0-123,6 0 1,-5 0 10,5 0 1,-6 0-134,2 0 0,1 0 83,-2 0 0,2 0 165,-1 0 0,-3-3 419,3-1-425,-3-5 0,0 3 43,3-5-64,-3 0-95,4 0 1,-5-5-18,0-2 0,1-4-200,3-4 0,-2 3-536,6-3 1,-5-1 94,5 2 0,-5-2-139,5 1 0,-1 3 799,4-3 0,-5 3 0,19-4 0,-1-1 0</inkml:trace>
  <inkml:trace contextRef="#ctx0" brushRef="#br0" timeOffset="1245">750 199 7781,'0'7'-6,"0"1"1,2-2 352,1 1-41,-1 3 1,2-7-38,-4 4 0,0-3 252,0 3-178,0-5-135,0 8 165,0-9-227,0 4-341,0-5 151,0-5 1,0 3 92,0-5 1,0-1-10,0-3 1,4 4-88,0 0 1,1-1 35,-2-3 1,0 0 28,4 0 1,-1 4-8,2-1 0,1 2-88,-1-1 0,2-3-15,1 3 1,0 2 69,0 1-5,0 3 0,0 1 4,0 0-95,0 0 0,-1 5-53,-3 2 0,-1 3-459,-2 1 168,-3 0 81,4 5 1,-4-4-443,3 3-147,-3-3 970,4-1 0,14-10 0,6-2 0</inkml:trace>
  <inkml:trace contextRef="#ctx0" brushRef="#br0" timeOffset="1835">1026 199 7033,'6'-1'669,"-2"-3"0,-2 3 96,2-3-248,-3 3-229,9 1 24,-4 0-64,5 0-518,0 0 94,0 0 1,0 0 111,0 0 0,-3 0-175,-1 0 0,-3 0-149,3 0 177,-5-5 0,7 3 154,-5-6 0,-1 5 28,-3-5 1,4 5 2,0-5 22,-1 1 0,-3 0 18,0-1 0,-1 5 8,-3-5 1,2 6 131,-5-2 0,3 3-77,-3 1 0,-1 0 124,-3 0 0,4 1 255,0 3-329,-1 2 1,-2 5-28,3 0 1,-2 0-64,6 0 0,-1 0-97,4 0 1,0 0 47,0 0 1,1-1-179,3-3 1,2 3 63,5-3 1,4 0-129,0 0 0,3-5-73,-3 2 1,4-3 64,0-1 0,0 0 126,0 0 1,0-5-19,-4-2 1,3-2-21,-3 2 1,0-6 81,-4 2 1,0-3 103,0 3 0,-4 0-41,0 0 1,-4-4 212,1 1 1,-3-2 82,-1 1 0,0 3-5,0-3 0,-1 3 46,-3 1 1,1 0 136,-4 0 137,5 0-347,-8 0 1,7 5 486,-4 2-459,5 3 0,-5 2 93,4 3 0,2 2-121,-3 5 1,3 0-69,1 0 0,0 0-26,0 0 0,1 1 39,3 3 1,-2-3 21,5 3 1,-3 1-107,3-2 0,1 1-171,3-4 0,-1 4-165,-3-1 1,3 1-502,-3-4 1,3-1-783,1-3 1,-4 3 1522,1-3 0,4-7 0,5-1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4:49.50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166 89 8345,'-6'11'1305,"-1"-4"-1057,4 1 0,0-2-57,-4 1 0,3 4-69,-3 0 0,1 0-222,-1 4 1,-3-3-57,2-1 0,2 2-62,-1 1 1,0-1-11,-4 1 0,3-2-217,1-1 1,3 1-393,-3-1-268,4-5 541,-2 3 564,5-7 0,0-27 0,0-12 0</inkml:trace>
  <inkml:trace contextRef="#ctx0" brushRef="#br0" timeOffset="172">11 133 7231,'-6'-5'1231,"1"4"-514,5-9 45,0 9-530,0-4 1,4 10-1,0 2 1,6 0-338,1 0 0,0 1-98,3 7 0,0-3-78,0 3 0,0-1-147,4 0 1,-4-1 427,0 1 0,23 8 0,5 2 0</inkml:trace>
  <inkml:trace contextRef="#ctx0" brushRef="#br0" timeOffset="440">397 111 7856,'-6'-7'493,"2"-1"876,3 6-899,1-3 1,0 6-87,0 3-422,0 2 0,5 5 98,2 0 1,0 4-126,0 0 1,0-1-231,4-3 0,-3 4-515,-1 0 0,2-1 810,5-3 0,13 0 0,8 0 0</inkml:trace>
  <inkml:trace contextRef="#ctx0" brushRef="#br0" timeOffset="867">651 23 7874,'-4'-7'1036,"0"-1"-199,1 6-569,-2-3 1,2 6-89,-4 3 0,5 2-42,-2 5 1,2 4-79,-2-1 1,3 6-221,-3-2 1,3 3-4,1 1 1,1 0-238,3 0 0,-2-3 63,5-1 0,2-4 122,6 0 1,-2-2-206,6-1 0,-5-4 177,5-4 0,-5-2 50,5-1 1,-5-4 90,5-4 1,-6-2 161,2-1 0,-6-1-44,-2-3 0,-3 3 371,3-2-164,-5 1 0,-2 3 145,-7 3 0,-3-1 9,-1 4 1,-4 0-40,1 4 0,-5 0-116,5 0 0,-1 5-476,4 2 0,0 3-1218,0 1 1472,0-5 0,19 34 0,6 2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4:51.36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144 23 7866,'0'-8'307,"0"1"1,1 5 51,3-2-83,-3 3-240,4 1 0,-7 0 50,-1 0 1,0 5-17,-4 2 1,3 3-4,-3 1 1,1 1-146,-2 3 0,-1-3-7,1 3 0,0-2-239,0 2 0,-1-3-67,1 3 0,2-3-250,-1-1 0,-1 0 47,-3 0 594,5 0 0,6-19 0,6-6 0</inkml:trace>
  <inkml:trace contextRef="#ctx0" brushRef="#br0" timeOffset="175">22 78 7866,'-5'-6'347,"3"0"678,-5 2-375,4 3 139,-2-4-481,5 5 1,5 1 143,3 3 0,1-2-316,2 6 0,2 0-264,1 7 1,-1-3-249,1 3 0,-1-2 376,-2 2 0,19 12 0,6 7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5:29.9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12 133 7825,'-5'-6'689,"4"2"-544,-3 8 0,3 2 36,1 5 1,0 3 111,0 1 0,1 8-117,3-1 0,-2 8-20,6-1 1,-6 3-1,2 1 0,1-1-273,-2-3 0,5 2-459,-5-5 0,1-1 121,-4-2 1,1-6-361,3-3 0,-3-1 52,3-2 763,-3-5 0,-1-6 0,-20-65 0,-4-20 0</inkml:trace>
  <inkml:trace contextRef="#ctx0" brushRef="#br0" timeOffset="192">1 276 7825,'0'-18'-341,"0"0"-321,0 3 1,0 0 1156,0 4 1,0 0-158,0 0 0,1 1-162,3 3 1,2-2 1,5 5 0,0 1-20,0 3 1,4 0-30,-1 0 0,6 1-127,-2 3 0,3 3 107,1 8 1,-5-3-94,-2 3 1,-3 2-168,-1 1 1,-5-1 67,-2 2 0,-8-5-147,-3 5 0,-3-5-49,-1 5 1,-3-6-139,-1 2 0,-3-3 73,3-1 1,-1-1 343,1-3 0,-2-16 0,-5-10 0</inkml:trace>
  <inkml:trace contextRef="#ctx0" brushRef="#br0" timeOffset="417">310 78 9275,'0'16'362,"0"-3"-198,0 5 0,3 4-179,1 4 0,3 5-233,-3-2 1,5 3-137,-2 1 0,-1 3-87,1-3 1,-4-3-315,0-8 0,0-1 785,1-2 0,2-18 0,5-9 0</inkml:trace>
  <inkml:trace contextRef="#ctx0" brushRef="#br0" timeOffset="792">519 243 8708,'1'11'77,"3"0"0,-3 1-36,3 3 1,1-3-86,-2 3 0,5 1-124,-5-1 0,5-1 7,-5-3 1,6 3-33,-2-3 1,-1 2-71,2-5 136,-1-4 1,4 1 12,0-5 1,0-1-145,0-3 1,-3-3 128,-1-8 0,0 2 24,4-5 1,-5 3 214,-2-4 1,1 5-72,-1-5 0,3 2 227,-3-1 0,1 1 171,-2 2-282,-1 3 0,6-4 72,-4 5 70,-1 5-214,2 1 0,-2 6-3,4 3 1,-4 2-166,0 5 0,-1 4-68,-2-1 1,1 2-123,2-1 0,-1-2-9,1 6 0,0-6-555,0 2 839,-1-3 0,22 4 0,1 1 0</inkml:trace>
  <inkml:trace contextRef="#ctx0" brushRef="#br0" timeOffset="1109">1004 122 7843,'-11'-6'224,"0"1"331,0 5 0,0 0-34,0 0-345,0 0 1,0 5 33,0 2 1,1-1-68,3 1 0,-2 1-168,5 3 1,1 0-47,3 0 0,0 0-255,0 0 0,5-1 164,2-3 1,3 3-129,1-3 0,4 2 111,-1-2 1,6 2 7,-2-6 1,-1 5 30,2-5 1,-6 5 177,2-5 0,-3 6 202,-1-2 0,-3-1 262,-1 2-145,-5-1 1,2 4-267,-8 0 1,-2-3-298,-5-1 0,-5 0 9,-2 4 0,-3-3 197,-1-1 0,-29-5 0,-8 3 0</inkml:trace>
  <inkml:trace contextRef="#ctx0" brushRef="#br0" timeOffset="1559">1522 122 7788,'0'-11'573,"0"0"0,0 3 191,0 1 259,0 4-700,0-1 0,4 5 72,0 2 0,3 4-271,-3 4 1,3 5-154,-3 2 0,3 3-294,-3 1 0,3 4-22,-3-1 1,-1 5-310,-3-5 0,0 6 272,0-2 0,0 2-173,0-2 0,0-3-374,0-7 458,-5 1 0,3-9 471,-5 0 0,-10-49 0,-7-17 0</inkml:trace>
  <inkml:trace contextRef="#ctx0" brushRef="#br0" timeOffset="1851">1500 166 7794,'0'-17'46,"0"1"0,0 5 383,0 0-238,0 0 0,5 1 57,2 2 0,4 4-26,4 4 1,-1 0-65,4 0 1,0 1 25,4 2 1,-1 4-90,-2 4 0,0 0-172,-4 0 0,0 1-397,-4 3 0,-5-3 122,-3 3 0,-1 0-5,-2 0 1,-2 0 158,-1-4 1,-3 0 110,-5 0 1,-4 0-29,0 0 0,1 0 73,2 0 1,3-4 172,1 1 1,0-5-58,4 5 1,0-5-141,4 5 6,0-1 0,2 4-136,1 0 1,3 0 7,5 0 0,0-3-102,1-1 1,-1-1 289,0 1 0,3 2 0,1-5 0,0-1 0,10-12 0,5-4 0</inkml:trace>
  <inkml:trace contextRef="#ctx0" brushRef="#br0" timeOffset="2195">1875 364 7794,'7'0'225,"1"0"1,-5-1 213,5-3-233,-1 3 0,4-4-3,0 5 0,0 0 0,0 0 0,0 0-99,0 0 1,0 0-141,0 0 1,0 0 203,0 0 1,-1-1-258,-3-3 1,3 3-441,-2-3 0,-2-2 7,1-1 186,-4-3 1,1-1 168,-4 0 0,0 0 87,0 0 1,0 0 65,0 0 0,-4 1 145,-4 3 1,-2-2-28,-1 6 0,0-1 24,0 4 0,0 0 152,0 0 0,0 1-18,0 3 1,4 2 81,0 5 1,3 0-83,-3 0 0,3 1-12,-4 3 0,6-3-350,-2 3 1,4 1 111,4-1 1,2 3-256,5-3 1,1-1-332,3-3 1,2-1-1478,5-3 2051,0 3 0,35-18 0,8 0 0</inkml:trace>
  <inkml:trace contextRef="#ctx0" brushRef="#br0" timeOffset="2696">2294 67 7684,'0'-11'-110,"0"0"954,0-1 0,1 5 729,3 0-596,-3 4-123,9-2-578,-4 10 0,1 5-55,1 5 1,-6 1-138,2-2 1,-3 4-335,-1 4 0,0 0 5,0 0 1,0 0 82,0 0 1,-1 0-234,-3 0 1,3 0 195,-3 0 0,3-1-42,1-3 0,0-1-29,0-2 150,0-3 1,0 4-46,0-5 0,1-5-53,3-2 1,3-3 66,8-1 0,-3 0-109,3 0 1,2-1-7,1-3 1,0-2 8,0-5 0,-3 0 8,3 0 0,-5 0 4,2 0 0,-3 4-97,-1-1 0,-3 1 342,-1-4 0,1 0 0,-2-10 0,-1-2 0</inkml:trace>
  <inkml:trace contextRef="#ctx0" brushRef="#br0" timeOffset="3205">2603 67 7794,'0'-7'-218,"-2"-1"145,-1 4 1416,1 1-290,-2 3-538,4 0 0,0 4-212,0 4 1,0 2-58,0 1 1,1 3-68,2 1 1,0 5-131,4-2 0,-3 3-285,3 1 0,-3 0 4,3 0 1,-3-4-232,3 1 1,-3-2 198,3 1 1,1 2-134,3-6 0,-4 1 104,0-4 1,1-5 13,3-2 0,-4-3 75,1-1 1,-1 0 20,4 0 1,0-5-62,0-2 0,0-4 120,0-4 0,0 2 11,0-6 1,0 1 56,0-4 0,0 4 178,0-1 1,-4 1-23,1-4 1,-4 0 193,3 0 1,-5 3-45,2 1 1,-3 1 133,-1-2 1,0 4-121,0 4 0,-1-1 219,-3 1 310,3 0-299,-4 5-90,5 1-178,0 5 0,-3 5 5,-1 3 0,0 1-41,4 2 0,0 4-9,0 0 1,0 3-73,0-3 0,4 5 83,0-2 0,0 3-118,0 1 1,2 0-65,5 0 1,0-4-160,0 1 0,0-5-316,0 5 1,0-7-581,0-1 1,4-1 1044,0-7 0,9-23 0,0-11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5:28.81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177 56 7884,'0'-11'270,"0"3"0,0 1 296,0-2-346,0 0 66,0 3-218,0 1-6,0 14 1,0-1-121,0 6 1,-4-1 17,1-2 0,-5 3-135,5 1 0,-6 1-27,2-1 0,1 1-229,-2 2 0,2-2 106,-1-5 1,-3 4-4,3-1 0,1 1 10,-2-4 0,5-4 318,-5 1 0,5-6 0,-5 2 0,6-3 0,2-35 0,6-9 0</inkml:trace>
  <inkml:trace contextRef="#ctx0" brushRef="#br0" timeOffset="164">67 78 7884,'-6'-5'-64,"2"-2"1,-1 0 56,1 0 175,1 5 146,3-8 20,0 9-181,0-4 0,5 5-8,2 0 1,3 1-63,1 3 1,5 2-135,2 5 0,3-4-365,1 0 0,0 1 222,0 3 1,1 1-478,3 3 0,-3-7 671,3 3 0,-3 8 0,-1 4 0</inkml:trace>
  <inkml:trace contextRef="#ctx0" brushRef="#br0" timeOffset="448">243 111 7884,'0'-7'-795,"0"-1"1942,0 1-181,0 1-697,-5-4 0,-1 9-165,-5-3 1,-1 4-158,-3 4 1,-2-2-74,-5 5 0,0 1-310,0 3 0,-4 0 49,0 0 0,2 0-773,6 0 1160,2 0 0,19-5 0,5-1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5:36.1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77 7683,'5'-6'561,"-4"1"-133,4 5 1,-5 0-60,5 0-172,-4 0 0,4 2-10,-5 1 1,0 5-13,0 6 1,4 4-60,0 4 1,-1 2 75,-3 5 1,2 2-184,1 9 0,-1 2 7,1 6 1,2 3-15,-1 8 0,-1-2-13,-3 1 0,2-1-193,1-2 0,-1-4 112,1 1 0,-2-6-39,-1 2 1,0-4 35,0-3 1,-1 1 57,-2-1 1,1-3 113,-1-1 0,1-2-1,2 2 1,-3-3 160,-1 3 0,0-3-77,4-1 0,0 0 98,0 0 1,4 4-30,0 0 1,-1-4 100,-3-4 0,4 1-265,0 3 1,3 0 60,-3 0 1,-1 0-201,-3 0 0,4-4-24,0 1 1,0-6-85,-4 2 1,3-4 65,1-3 1,0-4-314,-4-4-21,0-4 0,0-4-760,0-6 1,0-6 1209,0-9 0,-10-74 0,4 32 0,-1 1 0</inkml:trace>
  <inkml:trace contextRef="#ctx0" brushRef="#br0" timeOffset="1083">89 66 6743,'-7'0'1503,"1"0"-1180,3 0-220,1 0-110,-3 0 1,5-1 88,0-2-115,0 1 111,5-3 0,1 5-126,6 0 0,3 0 99,4 0 0,2 0 4,1 0 0,6 0 34,5 0 1,9-3 74,5-1 0,10-3-162,-2 3 0,7-1 31,1 1 1,0 3-84,0-2 1,-3-2 72,-5 1 0,1 0-88,3 4 1,-6 0 45,2 0 1,-4-3-123,1-1 0,1 0 77,-6 4 0,-1 0-128,-10 0 0,0 0 42,-10 0 0,-2 0-31,-5 0 0,-4 4-136,-4 0 1,0-1 141,1-3 1,-1 4 27,0 0 1,0-1-284,0-3 430,0 0 0,-4 0 0,0 0 0,-9 0 0,1 0 0</inkml:trace>
  <inkml:trace contextRef="#ctx0" brushRef="#br0" timeOffset="1783">1533 44 9775,'0'8'323,"0"-1"0,0-3-334,0 3 1,0 0 42,0 4 0,1 5-108,3 3 1,-3 3 104,2 4 1,2-2-71,-1 5 0,1 4 28,-1 4 1,-3 5-232,3-2 0,-3 0 74,-1 0 0,0-5 134,0 2 1,0-1 62,0 0 1,0-1 147,0 2 1,0-7-64,0 0 0,0 0 153,0 7 1,0-6 6,0 2 0,0 1-72,0 3 1,0 1 71,0-2 0,1-1-162,3 1 0,-3-1-6,3-2 1,-3 4-39,-1-1 1,3-3-216,1-3 1,3-6 19,-3 2 1,1-2 111,-1 2 1,-3-6 23,3 2 1,-3-4 24,-1 1 0,4 0-13,-1-4 0,1 3 41,-4-3 0,0 1 38,0-1 1,0-2-122,0 5 1,0-4 14,0 1 0,0-3-8,0-1 1,0 4-34,0-1 10,0 1 0,0-4 26,0 0 1,0 0-7,0 0 1,0 0-1,0 0 5,0 0 1,0 0 36,0 0-57,0 0 1,0 0-2,0 0 0,0-3-40,0-1 0,0-3-116,0 3 0,0-3-282,0 3-393,0-5-267,0 3 933,0-5 1,-10-19-1,-2-6 1</inkml:trace>
  <inkml:trace contextRef="#ctx0" brushRef="#br0" timeOffset="2718">33 1963 7143,'7'-5'-187,"-3"3"421,1-2-85,-3 4-58,7 0 0,-3 0 134,5 0 0,1-4-63,-1 0 1,4 1-84,4 3 0,3-2 26,4-1 1,2 1-17,5-1 0,0-2-36,0 1 0,4 0-10,-1 4 0,5 0-29,-4 0 1,-1-3-4,-3-1 0,1 0-32,-1 4 0,0 0-40,0 0 0,0 0 36,0 0 1,0 0-3,0 0 1,3 0-15,-3 0 0,1 0-12,-8 0 1,3 0-24,-3 0 0,0 0-102,-4 0 0,0 0 84,0 0 1,0 0 26,0 0 0,0 0 9,0 0 0,0 0 8,0 0 0,0 0 4,0 0 1,4 0-7,0 0 1,-1 0 5,-3 0 1,0 0 52,0 0 0,-1 0 0,-2 0 0,0 0-23,-4 0 1,3 0 47,-3 0 0,0 0 58,-4 0 0,0 0-39,0 0 0,-4 0 10,0 0 0,0-1-56,0-2 0,3 1 9,-3-1-129,-2 1 149,5 2-104,-9-4 17,4 2-23,-5-3 17,0 5-10,5 0 35,1 0 1,5 0-47,0 0 1,-4 0 39,1 0 36,-1 0 1,4 0-80,0 0 0,-4 0-309,1 0 197,-6 0-214,3 0 382,-5 0 0,-29 0 0,-8 0 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5:40.4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45 155 7546,'-11'-7'-558,"4"-1"1166,-1 4 0,5-1-196,-5 2 1,6 0-45,-2-4-56,3 4-112,1-6-142,0 2 0,1 1-217,3 3 1,2 1-12,5 2 1,4 0 124,-1 0 0,6 0-70,-2 0 0,-1 0-25,2 0 0,-1 0 95,4 0 1,0 4-37,0 0 1,-4 3-116,-4-3 0,1 4 134,-4 0 1,1-2-12,-8 1 0,0 1 76,-4 3 1,-5 0 139,-3 0 0,-6 3 49,-5 1 0,-3 5-18,-4-2 1,0-1 13,-4 2 1,3-5-83,5 5 0,0-1 26,0 4 1,6-4-63,5 1 1,5-6-158,6 2 0,1-3-128,3-1 1,3-1 50,8-3 1,2-2 47,5-5 1,-4 0 113,1 0 1,-2-5 75,1-2 1,-2-4-16,-5-4 0,-5 2 200,-2-6 1,-3 2-139,-1-1 1,-5-2 50,-2 6 0,-8-2-303,-3 1 1,1 3-261,-2-3 0,5 6-374,-5 2 0,6 1 349,-2-1 416,8-3 0,31 14 0,13-3 0</inkml:trace>
  <inkml:trace contextRef="#ctx0" brushRef="#br0" timeOffset="264">673 155 7768,'0'-7'787,"0"1"998,0 3-1471,0 1 1,0-1-121,0 6 1,-4 4-148,-4 4 0,-2 3-140,-1 1 0,0 1-160,0-1 0,0-2-13,0 5 0,0-3-277,0 4 1,0-6 82,0 2 0,1-3-433,3-1 1,-2 0 892,6 0 0,-6-5 0,13-6 0,-3-6 0</inkml:trace>
  <inkml:trace contextRef="#ctx0" brushRef="#br0" timeOffset="447">475 210 7678,'0'-11'-800,"0"0"793,0 0 2144,0 4-1615,0 3 0,1 4-55,3 0 0,2 4-262,5 4 1,1 3-321,3 4 1,-2-2-290,6 5 1,-2 0-71,1 0 0,3 3-609,-2-3 1,0 3 1082,0 1 0,21 5 0,2 1 0</inkml:trace>
  <inkml:trace contextRef="#ctx0" brushRef="#br0" timeOffset="917">1004 133 7678,'-5'-7'0,"3"-2"0,-4 1 231,1-2 0,-3 3 358,5 0 1,-2-1-50,1-3-386,3 0 1,-3 2-61,8 1 1,0 0-31,7 4 1,-2 0-89,10 4 1,-1 0 116,4 0 0,0 0-75,0 0 0,4 5-191,0 3 1,-2-2-251,-5 1 1,-3 0 176,-5 4 0,-4 0-102,0 0 0,-4 0 160,0 0 1,-10 0 129,-4 1 0,-7-1 142,-1 0 0,-5 3-130,-2 1 1,-3 0 127,3-4 1,-3 0 39,3 0 1,1 3 210,7 1 1,2 0-170,5-4 1,5 0-48,2 0 0,3 0-221,1 0 0,6-1 74,5-3 0,5 2-41,6-6 0,0 1 126,0-4 0,-3 0 73,-1 0 0,-3-1-103,3-3 1,-6-3 77,-1-8 0,-5 2 136,-6-6 0,0 1-58,0-4 1,-9 0-185,-6 0 1,-1 3 109,-2 1 1,-1 1 45,-3-2 0,5 0-765,2 4 0,3 0 612,1 4 0,20 5 0,4 1 0</inkml:trace>
  <inkml:trace contextRef="#ctx0" brushRef="#br0" timeOffset="1197">1522 77 7678,'11'0'323,"-3"-3"655,-1-1-124,-5 0-292,8 4 1,-9 2-190,3 1 0,-6 3-35,-2 5 0,-5 4-208,2 0 1,-3 4-85,-1 0 1,-3-1-117,-1 4 1,0-3-694,4 3 1,-4 0-184,1-4 1,-1 3 452,4 1 1,4-5-144,-1-2 0,5-4-164,-5-4 800,6-2 0,2-25 0,6-4 0</inkml:trace>
  <inkml:trace contextRef="#ctx0" brushRef="#br0" timeOffset="1389">1401 88 7678,'-11'0'1888,"5"-4"-1445,1 2 1,5-1-148,0 6 1,1 3-5,3 5 1,3 0-75,8 0 1,-2 4-123,6 0 0,-5 3-256,5-3 1,-2 5-449,1-2 0,3 2-976,-2-2 1,1 2 1583,2-6 0,20 6 0,5-3 0</inkml:trace>
  <inkml:trace contextRef="#ctx0" brushRef="#br0" timeOffset="1589">1765 133 7678,'0'-7'2363,"0"-2"-2109,0 7 0,1-3 92,3 5 1,2 5-88,5 3 1,-3 3-169,3 3 0,-2 0-161,6 4 1,-3-1-319,-1 2 0,1 2-66,3-3 1,-3 2-609,3-2 1,-3 2 477,-1-6 0,0 1 584,0-4 0,5-5 0,1-1 0</inkml:trace>
  <inkml:trace contextRef="#ctx0" brushRef="#br0" timeOffset="1940">2062 33 7678,'0'-11'248,"-3"4"0,-2 1 1845,-1 1-1269,3 1-487,-6 4 1,6 1-87,-4 3 0,4 6 125,0 5 1,1 4-335,2 0 0,0-2-110,0 1 1,2 0-100,1 5 0,3 0-114,5 3 0,0-3-383,0 3 0,4-7 186,0 0 1,4-5-231,0 5 1,2-10 317,1 2 0,-4-7 123,0 0 1,0-4 311,0-4 1,-2-7 0,-5-7 0,0 1-13,0-2 1,-1-3 43,-3-4 1,-2 4 268,-5 4 0,-5 3-75,-2-3 0,-4 6 197,-4 1 0,2 1-5,-6 6 0,1 0-278,-4 4 1,0 5-249,0 3 0,5 2-329,2 1 1,3 1-674,1 2 0,4 2 1065,4 3 0,31 11 0,9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5:43.74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34 100 7631,'-11'0'359,"0"0"-11,5 0 0,1 0 130,5 0-263,0 5 0,0-3-26,0 6 1,0-5 25,0 5 1,1-5-175,3 5-143,-3-1 0,7 4-73,-4 0 1,0-3 175,-4-1 69,5 0 1,-4 1-454,3-1 0,1-3-1507,-2 3 933,1-5 957,-4 8 0,5-23 0,1-1 0</inkml:trace>
  <inkml:trace contextRef="#ctx0" brushRef="#br0" timeOffset="2077">89 67 7550,'0'-6'-1007,"0"1"1351,0 0-209,0 4 0,1-5-45,3 2 0,-2 3 31,6-3 1,-1 3 4,4 1 0,0 0-100,0 0 0,0 0 13,0 0 1,0-1 10,0-3 0,1 3-73,3-3 1,-3 3 45,3 1 0,1 0 21,-1 0 0,3 0 32,-3 0 1,1 0-55,-2 0 0,2 0-8,3 0 1,0 0-11,-4 0 1,3 0-66,-3 0 1,3 0 51,-3 0 1,4 0-12,-5 0 0,2 0 51,-1 0 0,-2 0-12,6 0 1,-6 0-2,2 0 0,1 0 7,-2 0 1,5 0-20,-4 0 1,0 0-4,0 0 1,-1 0 2,4 0 0,-3 0 22,3 0 0,-3 0-4,3 0 1,-4 0-10,0 0 1,2 0-5,-1 0 0,1 0-17,-1 0 1,-3 0 19,3 0 1,-2 0 6,2 0 1,-3 0 3,3 0 0,2 0 0,1 0 0,-2 0-24,-1 0 0,2 0-1,1 0 0,-1 0-22,2 0 1,-1 0-72,4 0 1,0-4-19,0 1 0,-3-1-2,-1 4 0,0-1 25,5-3 1,-6 3-1,-3-3 1,2 3-111,-1 1 9,0 0 1,-4 0-196,0 0 1,-4 0 220,0 0 1,-3 0 162,3 0 0,-4 0 0,7 0 0,-8 0 0,6 0 0,-6 5 0,3-4 0,-5 4 0,0-5 0,0 5 0,0-4 0,0 4-281,0-5 290,0 5 194,0-4-120,0 4-367,0-5 265,-5 0 92,4 0 44,-9 0 1,8 0-65,-6 0 1,4 0 316,-3 0-244,5 0 6,-8 0 8,9 0 21,-4 0-146,5 0-19,5 0 1,1 0 63,5 0 1,0 0 1,0 0 1,0 0 73,0 0 1,0 0 0,0-4-42,0 1 1,0-1 101,0 4 1,-4 0-82,1 0 1,-5 0-8,5 0 1,-5 0 11,5 0 0,-5 1 123,5 3-127,-6-3 0,4 8 115,-2-6-131,-3 6 0,4-3-51,-5 5 0,4-4-7,0 1 0,-1-1-104,-3 4 1,0 0 62,0 0 0,0 4 34,0-1 0,0 1-26,0-4 1,0 4-14,0 0 0,0 3 14,0-3 1,0 3-8,0-3 1,-1 3 22,-3-3 1,3 3 2,-3-3 0,3 3-21,1-3 0,0 3 3,0-3 0,0 1-2,0-1 1,0-3-16,0 3 0,0-2-4,0 2 1,0-3 4,0 3 0,0-3-7,0-1 1,0 0-8,0 0 0,0 0-7,0 0 1,0 0-47,0 0 1,0 0 54,0 0 1,0 0-21,0 0 28,0 0 1,0 0-4,0 0 0,4 0 10,0 0 0,-1 0 3,-3 0 0,0 0 0,0 0 1,0-2 5,0 2 1,0-6-1,0 6 0,4-2 2,0 2 1,-1 0 22,-3 0 1,0 0-26,0 0 0,0 0 2,0 0 0,0 0 9,0 0 1,0 0 2,0 0 1,0 0-44,0 0 1,0 0-155,0 0 82,0 0 1,0 0 85,0 0 1,0 0-6,0 0 1,0 0-11,0 0 4,0 0 0,0 0 41,0 0 1,0 0 10,0 0 0,0-3-1,0-1 0,0 0-2,0 4 0,1-3-13,3-1 11,-3 0-36,4 4 0,-5 0 20,0 0 0,0-3-1,0-1 0,0-3 1,0 3-6,0 0 1,0 5-5,0-1 1,0-4 10,0 0 25,0 1 1,0 3 30,0 0 1,0-4-27,0 0 0,1-1 11,3 2 0,-3 2 8,3-3 0,-3-1 47,-1 1-48,0 1 0,0 3 67,0 0-68,0 0 1,0 0-22,0 0 0,0 0 36,0 0-37,0 0 1,0 0-2,0 0 1,0 0-3,0 0 0,0-4 11,0 1-22,0-1 1,0 4 12,0 0 0,4 0 0,0 0 1,-1-3 9,-3-1 1,0 0 22,0 4-48,0 0 1,0 0 0,0 0 1,2 0 0,1 0 1,-2 0 41,3 0-32,-3 0 0,-1 0-2,0 1 1,0-1-7,0 0 0,0 0-95,0 0 0,0 0 88,0 0 0,0 0-2,0 0 0,0-4 1,0 0 0,0 1 1,0 3 0,0 0-4,0 0 1,0 0 0,0 0 1,0 0 13,0 0 1,0 0 5,0 0 0,0-4 32,0 1 0,0-1 79,0 4-68,0 0-92,0 0-189,0 0 66,0 0-335,0-5 2,0-1-5117,0-5 5585,-5 0 0,4-5 0,-4-1 0</inkml:trace>
  <inkml:trace contextRef="#ctx0" brushRef="#br0" timeOffset="2257">1599 1996 9260,'-11'0'728,"-1"0"-526,-3 0 1,2 0-11,-6 0 1,2 0-163,-1 0 0,-3 0-203,3 0 1,2-3-226,1-1 1,3-1-1346,1 1 1743,5 3 0,35-33 0,14-3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5:47.4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1 331 8101,'0'-11'976,"0"0"-830,0 5-127,4 1-364,-2 0-466,3 4 105,-5-4-403,4 5 682,-2 0 427,3 0 0,14 0 0,6 0 0</inkml:trace>
  <inkml:trace contextRef="#ctx0" brushRef="#br0" timeOffset="164">144 254 7666,'6'-7'-1100,"-1"-2"2295,-5 1-648,0 3-812,0-4 170,0 7 1,1-4-619,3 3 442,-3 1 0,5-3-368,-2 5 639,-3 0 0,19 0 0,-2 0 0</inkml:trace>
  <inkml:trace contextRef="#ctx0" brushRef="#br0" timeOffset="331">375 110 7666,'11'0'-34,"0"-1"95,0-3-163,-4 3 0,-1-4-822,-3 5 494,-1-5 430,2 4 0,11-14 0,4 3 0</inkml:trace>
  <inkml:trace contextRef="#ctx0" brushRef="#br0" timeOffset="448">563 11 7530,'-1'-6'96,"-3"2"1,8 3 0,-3 1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5:48.9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67 99 7701,'0'6'-1829,"-2"-1"1707,-1-5 291,2 0 323,-4 5-257,0-4-65,4 4 109,-9-5 226,8 0-93,-7 0-156,7 0-54,-2 0 8,4 0-147,4 0 1,3 0-140,4 0 0,5-1 140,2-3 0,4 2-86,4-5 0,2 3 4,5-3 0,6 3 101,5-3 0,4 0 154,3 0 1,3-3-185,-2 3 1,2 1 11,1-2 1,-1 5-26,-3-5 0,-2 5-110,-5-5 1,-5 6 67,-2-2 0,-3 3-116,0 1 0,-10 0-131,-2 0 0,-2 0-13,2 0 0,-1 0-25,-3 0 0,-2 0 106,-5 0 1,4 0-66,-1 0 1,1 0 28,-4 0 0,0 0-14,0 0 0,0 0 231,0 0 0,-4 0 0,1 0 0,-5 0 0,5 0 0,-6 0 0,3 0 0,-5 0 0</inkml:trace>
  <inkml:trace contextRef="#ctx0" brushRef="#br0" timeOffset="358">1246 22 7701,'6'0'-162,"4"0"1,-7 0-557,4 0 489,-5 0 271,3 0 61,0 0-72,-4 0-20,4 0 1,-6 0 43,-3 0-34,3 5 0,-5-4 66,2 3 74,3-3-89,-9-1 1,8 0 39,-5 0 7,4 0-52,-7 0 3,9 0-114,-9 0-100,9 0 1,-7 1-2,4 3 17,0-3-72,4 4-139,0-5 228,5 0 1,-2 0 1,4 0 0,0 0 65,4 0 0,4-4 44,0 1 0,-1-1 0,-3 4 0,2-1 0,1-3 0,18-2 0,9-5 0</inkml:trace>
  <inkml:trace contextRef="#ctx0" brushRef="#br0" timeOffset="859">1279 11 7701,'16'0'0,"3"0"-128,1 0 0,-1 0-97,-1 0 0,-4 0 41,0 0 0,-5 0 43,-2 0 51,1 0 205,-2 0-57,-6 0 0,-8 0-12,-6 0 0,0 0 3,-4 0 0,3 0 25,-3 0 0,1 0-8,-2 0 0,-2 0-12,3 0 0,-3 0 3,-1 0 0,1 0-66,3 0 0,-3 0 62,3 0 0,1 0 60,-2 0 0,6 0-76,-2 0 6,3 0-25,6 0 0,2 0-7,8 0 0,7 0-18,7 0 0,4 0-11,4 0 0,2-1 17,5-3 0,1 3-6,3-3 1,-2 3-90,1 1 1,-1 0-96,-2 0 0,-2 0-153,-1 0 1,1 0 133,-6 0 1,-4 0 209,-6 0 0,-3 0 0,-1 0 0</inkml:trace>
  <inkml:trace contextRef="#ctx0" brushRef="#br0" timeOffset="1541">1577 33 7526,'0'6'-2,"0"-1"435,0-5-224,0 5-22,0-4 1,0 5 53,0-2 1,1-1-88,3 4 0,-2-3 16,6 3 0,-5 1-78,5 7 0,-5-1 6,5 4 1,-2 0 29,1 4 1,3 4-40,-3 0 1,-1 5-143,2-2 1,-4 3-38,3 1 1,-5 4-58,2-1 1,-2 0 85,2-7 0,-3 3-105,3-2 0,-3-2 158,-1 1 1,0-4-13,0 0 1,0 0 32,0 1 1,0-3 7,0 3 1,0-3-25,0-1 0,0 1 12,0 3 1,0-4-29,0 0 0,0 0 31,0-4 0,0 4-4,0 4 0,0-6-3,0 2 1,0-3-5,0 3 1,0 0 3,0 1 1,0-1 2,0 0 1,0 0 6,0 0 1,0 0 23,0 0 1,0 0-9,0 0 1,0 0-14,0 0 0,0 0 0,0 0 1,-1-4 20,-3 1 0,3-2 6,-3 1 0,3 2-36,1-5 0,0 3-2,0-3 1,0 3-38,0-3 0,0 4 27,0 0 0,0-2-5,0 1 0,0-3 4,0 3 0,0-3-6,0 3 0,0-3 50,0 4 1,0-6 85,0 2 0,0-3-5,0-1 1,0 0-57,0 0 1,0 0-2,0 0-21,0 0 0,0 0 5,0 0 0,0-3-15,0-1 1,0-3 18,0 3-51,0 0-98,-5 4 0,4 0-219,-3 0 20,3-5-208,1 4-14,0-9-334,0 4 318,0-5 1,-5-5 0,-1-1 0</inkml:trace>
  <inkml:trace contextRef="#ctx0" brushRef="#br0" timeOffset="2191">805 2051 6709,'-11'0'847,"0"0"-429,5 0-276,-4 0-410,9 0 374,-4 0 0,6 0 45,3 0 1,2 0-52,5 0 0,5 0-3,3 0 0,-2-4-20,1 0 1,2-1-36,5 2 0,0 1 38,4-1 0,-3-2 29,3 1 1,-3-3-33,4 3 1,-1-1 15,4 2 0,-1 1-1,-3-1 0,2-2-14,-5 1 1,-1-1-6,-3 2 0,-1 1-99,-2-1 1,0 1 71,-4 2 0,3 0-21,-3 0 0,-4-3-2,-4-1 0,1 0-95,3 4 1,0 0 73,0 0 1,-4 0-13,0 0 1,1 0 7,3 0-7,0 0 1,0 0-61,0 0 1,-4 0 73,1 0 1,-5 0-172,5 0 1,-6 2-252,2 1-325,2-1 370,0 2 0,1-4-169,1 0 0,-5 0-56,5 0 597,-6 0 0,3-9 0,-5-4 0</inkml:trace>
  <inkml:trace contextRef="#ctx0" brushRef="#br0" timeOffset="3110">34 154 7696,'-7'0'-1138,"-2"-4"1363,7 2-95,-2-3 0,0 4 137,0-3 179,1 3-313,3-4 1,0 4 126,0-3-231,0 3 299,0-4-173,0 5 0,0 5-53,0 3 0,0 1-6,0 2 0,0 0-21,0 0 0,1 4-74,2 0 1,-1 1 102,1-2 1,-1-1-1,-2 1 1,0-1-82,0-2 1,1 0-326,2 0 6,-1 0 429,3 0-9,-5-5 2,0-1 1,0-6-55,0-3 0,0-2 114,0-5 0,0 0-40,0 0 1,0-4-20,0 0 1,-2 1-112,-1 3 0,1 0-236,-1 0-458,2 0-1006,1 0 1227,0 4 457,0 2 0,29 35 0,8 7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5:56.9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22 111 8008,'-3'-11'745,"-1"0"-348,0 4-56,0-2-179,2 7 1,-3-1-99,5 6 0,4 0 54,0 4 1,1 4-46,-2 4 1,0 3-142,4-3 1,-3 5-48,3-2 0,-4 3-242,0 1 1,2 0 47,-1 0 0,0-4-285,-4 1 0,3-6 240,1 2 0,0-3-20,-4-1 0,1-1 374,2-3 0,-11-31 0,1-13 0</inkml:trace>
  <inkml:trace contextRef="#ctx0" brushRef="#br0" timeOffset="189">56 133 7917,'0'-11'0,"0"0"-6,0 0 0,0 3 145,0 1 0,1 1-16,2-2 0,4 3 66,4 5 0,0-3 12,0-1 0,3 0 20,1 4 1,3 4-19,-3 0 0,0 4-150,-4 0 0,0 2 100,0 1 1,-5 0-138,-2 0 1,-3 0 88,-1 0 0,-5 1 60,-2 3 1,-4-3-595,-4 3 1,1-3-831,-4-1 0,5 0 573,-2 0 686,3 0 0,-9-10 0,-2-2 0</inkml:trace>
  <inkml:trace contextRef="#ctx0" brushRef="#br0" timeOffset="398">287 66 7917,'6'0'1044,"-1"0"1,-4 5-819,3 3 0,-2 2-391,6 1 1,-2 1-138,1 2 1,2 4-304,-6 4 1,6 0 297,-2 0 0,2 0-122,-2 0 0,3-4 99,-3 1 330,-2-6 0,10-2 0,-3-6 0</inkml:trace>
  <inkml:trace contextRef="#ctx0" brushRef="#br0" timeOffset="767">485 166 7917,'0'-8'267,"0"1"563,0 5-556,0-8 168,0 9-54,0-4-225,5 10 1,0 1-84,3 5 0,0 0-8,-4 0 0,4 1-230,0 3 1,-2-3 67,1 3 0,-3-4-301,3-4 1,-1 3-18,2-3 1,2-1 76,-3 2 0,-1-6-78,1 2 1,-3-3 158,3-1 0,-3-1 63,3-3 0,-3-2 50,3-5 0,-4 0 79,1 0 0,-3 0 212,-1 0 1,0 0 37,0 0 1,0 3 44,0 1 1,0 3 41,0-3 177,0 5-275,5-3 1,-3 5 48,5 0 0,-3 0-163,4 0 0,-5 3 3,5 1 0,-5 5-169,5-2 1,-1 3 52,4 1 1,-4 0-520,1 0 1,-2 0 49,1 0 515,3-5 0,1 9 0,6-3 0</inkml:trace>
  <inkml:trace contextRef="#ctx0" brushRef="#br0" timeOffset="1083">904 122 7905,'-6'-7'704,"-4"-2"0,8 4 261,-5-3-174,4 4-633,-7 4 0,8 0-153,-5 0-67,4 0 0,-2 1-261,5 2 1,0 0 56,0 4-28,0 1 0,1 3-80,3 0 0,-1-4 146,4 0 1,-3 1 105,3 3 0,0-4 81,4 0 0,-3 1 200,-1 3 0,-1-4 44,2 0 48,1 1 0,-4 3-71,3 0 1,-4-4 44,-4 1 1,-1-2-307,-2 1 0,-7 3 117,-5-3 1,-3-1-1567,3 2 1530,-5-6 0,18-2 0,-2-6 0</inkml:trace>
  <inkml:trace contextRef="#ctx0" brushRef="#br0" timeOffset="1416">1290 11 7548,'0'-6'-996,"1"1"1304,3 5 1,-1 2 142,4 1 0,0 5-350,4 6 1,-3 3-260,-1 5 0,0 2 58,4 1 1,-5-1-128,-2 1 1,1 2-264,-1-1 0,-1 4 253,-3-5 1,0 1 236,0-4 0,-4-5 0,-12-6 0,-8-6 0</inkml:trace>
  <inkml:trace contextRef="#ctx0" brushRef="#br0" timeOffset="1716">1312 89 7894,'-6'-18'-132,"2"4"0,3 1-319,1 2 464,0 0 1,5 2 102,2 1 0,3 3-99,1 5 1,2 2 88,1 1 0,0 3 22,4 5 1,-3 0-248,3 0 0,-4 2 1,0 1 1,2 0-8,-1 4 0,-5-4-194,-7 0 0,-1 4 82,-2 0 1,-2-1 62,-1 1 0,-3-4 174,-5 1 0,-4-3 0,0-1 0,-3 0 0,3 0 0,0-4 0,4 1 0,0-6 0,0 8 0,5-8 0,3 6 0,6-6 0,5 2 0,5 1 0,2-2 0,4 1 0,0-4 0,2 0 0,30-5 0,8-1 0</inkml:trace>
  <inkml:trace contextRef="#ctx0" brushRef="#br0" timeOffset="2052">1610 298 6363,'5'-6'0,"-4"1"0,9 5 0,-8 0 0,6 0-103,-1 0 0,4 0 116,0 0 0,0-4 26,0 1 1,0-1-63,0 4 1,0-1-30,0-3 18,0 3 0,0-5-127,0 2 1,-5 2 165,-2-6 1,1 5-6,-1-5 0,-2 4 0,-6-3 0,2 5 0,-5-2 0,-2-1 44,-6 1 0,3 1-7,-3 3 0,3 0 112,1 0 0,0 3-10,0 1 0,4 5 112,-1-2 1,5-1-176,-5 2 1,6-1 19,-2 4 1,3 0-60,1 0 1,5 0-135,2 0 0,3 0-250,1 0 1,4-1 135,-1-3 1,6 2 210,-2-6 0,0 5 0,0-5 0,0 1 0,4-4 0,-4 0 0,17-15 0,1-3 0</inkml:trace>
  <inkml:trace contextRef="#ctx0" brushRef="#br0" timeOffset="2359">1941 144 7893,'-5'-11'-1754,"4"3"2042,-3 1 857,3 4-748,1-1 1,1 5-144,3 2 0,-3 4-70,2 4 0,2 0-131,-1 0 0,1 0-112,-1 0 1,-2 1 211,5 3 1,-3-3 24,3 3 1,-3-3-190,3-1 0,-4 0-134,1 0 1,2 0 214,1 0 0,-1-1-80,2-3 0,-5 3-99,5-3 1,-1-2-88,4-1 1,-4-3-261,1-1 0,-1 1 10,4 3 0,4-3-181,-1 3 0,1-3 627,-4-1 0,0-4 0,0 1 0,0-1 0,10-11 0,2-3 0</inkml:trace>
  <inkml:trace contextRef="#ctx0" brushRef="#br0" timeOffset="2811">2282 144 7882,'-3'-8'-47,"-1"1"0,-1 3-26,1-3 479,3 4 101,-4-1 184,5 4-400,0 0 1,0 4-1,0 4 1,4 2-163,0 1 1,1 1-116,-2 3 1,0-3 5,4 3 0,-1 0-188,2 0 1,0 0 6,-4-4 1,4 1-244,0 3 1,-2-4 141,1 0 0,-1 0-20,2-4 0,1 2-126,-1-2 0,2-2 59,1-5 1,0 0 17,0 0 1,3-1 196,1-3 0,0-2 134,-4-5 0,0-4 0,0 1 0,-1-2 0,-3 1 0,3 2 51,-3-6 0,-1 6 32,2-2 1,-6-1 183,2 1 0,-3-1 117,-1 2 193,0 1 1,0-2-118,0 4 0,-1 4 521,-3 4-643,3-3 1,-5 4-235,2-1 1,3 3 97,-3 3 1,3 4 26,1 4 1,-4 0-67,1 0 0,-1 3-227,4 1 0,1 3-17,3-3 1,-2 3-198,6-3 0,-1 0-340,4-4 0,-4 1-47,1 3 1,-1-4 664,4 0 0,10-5 0,2-6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5:56.2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144 22 8216,'0'-6'671,"0"1"0,0 6-678,0 3 0,-1 2-15,-3 5 1,2 0-252,-5 0 0,-1 5 30,-3 3 1,4-2-27,-1 1 1,1-3-92,-4 3 1,4-4-325,-1 0 393,1 4 1,0-7 290,-1 0 0,6-5 0,2-31 0,6-5 0</inkml:trace>
  <inkml:trace contextRef="#ctx0" brushRef="#br0" timeOffset="180">34 55 7920,'-6'-11'48,"1"0"0,4 1 526,-3 3-327,3-3-327,-4 9 184,5-4 0,1 5 38,3 0 0,2 5 45,5 2 0,0 4-99,0 4 1,4-3-145,-1 3 0,5 1-9,-5-1 0,6 3-282,-2-3 0,-2 1-57,-1-2 1,-3-1-272,-1 1 1,0-1 11,0-2 663,-4 0 0,-27-10 0,-11-2 0</inkml:trace>
  <inkml:trace contextRef="#ctx0" brushRef="#br0" timeOffset="339">45 155 7920,'-11'-7'895,"0"-2"-664,0 2 1,5 0 204,2 0-135,3 4-279,1-2 0,8 5-82,3 0 1,8 0-278,-1 0 0,3 0-569,1 0 1,5 2 905,2 1 0,62 3 0,-38 0 0,1-1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6:03.6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22 221 7995,'-6'-1'-485,"1"-2"0,2-2 1295,-1-1-829,0 4 165,4-3 407,0 5-410,5 0-7,1 0-69,5 0 1,0 0-112,0 0 0,0 1 117,0 3 1,-3-3-108,-1 3 1,0-3 88,4-1 1,0 0-14,0 0 0,2 0-3,1 0 1,-1 0-12,1 0 0,2 0-11,-1 0 0,3 0 10,-3 0 0,5 0-10,-2 0 0,-1 0-9,2 0 1,-1-1-3,4-3 1,0 3 4,0-3 0,0 2-6,0-2 0,0 3 15,0-3 0,5 3-4,3 1 1,-3-1-39,-2-3 1,3 3-1,2-3 0,-1 3 39,4 1 0,-2 0-45,6 0 1,1-4-17,-2 1 1,2-1 3,-1 4 0,-3 0-94,3 0 1,-3 0 102,0 0 1,-1 0-10,0 0 1,0 0 5,0 0 1,0 0-5,0 0 0,0-1 136,0-3 0,0 2-84,0-6 1,0 6 103,0-2 0,0-1-146,1 1 1,-5 1 0,0 3 0,-4-1-19,1-3 0,-1 3-11,-3-3 1,2 3-71,-10 1 0,1 0-606,-4 0 38,0 0-409,-5 0 1104,-1 0 0,-15 5 0,-2 1 0</inkml:trace>
  <inkml:trace contextRef="#ctx0" brushRef="#br0" timeOffset="414">1588 34 7995,'-6'-5'41,"-3"2"91,5-4 0,-1 3 485,2-3-29,2 4-330,-4-1 222,5 4-148,0 0-171,5 0 1,2 3-120,8 1 0,2 4-28,5 0 1,0 2-205,0 1 1,0 0 16,0 0 1,-1 0-149,-3 0 1,2 0 153,-6 0 0,1 0 17,-4 0 0,-5 0 121,-2 0 0,-4 0-10,-4 0 1,-7 4 36,-7-1 1,-4 1-17,-4-4 0,2 0 22,-6 0 1,6 0-193,-2 0 0,4-4-222,4 1 1,2-5 409,5 5 0,29-20 0,8-2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6:06.28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254 11 7863,'-7'4'0,"-1"0"-212,0-2 0,2-1 284,-2-1 198,6 0-45,-3 0-36,5 0-142,0-5 10,0 4 1,1-4-191,3 5 59,2 0 0,5-3 16,0-1 0,0 0-55,0 4 1,1 0 59,3 0 0,-3 0-4,3 0 1,-3 0 21,-1 0 0,0 1-10,0 3 1,0-3-32,0 3 0,0 1-239,0-1 224,-4 4 0,1-2-6,-4 5 1,-2-3 75,-5-1 1,-4 0 52,-4 4 0,0 0 52,0 0 0,-3-1-82,-1-2 1,-3 1 106,3-1 1,-3 2-24,3 1 1,0-4 134,4 0 0,0-3 170,0 3-245,0 1 5,5-2-113,1 4 0,6-9-119,3 3 1,2-3-12,5-1 0,5 0-214,2 0 1,2 0 76,-2 0 1,3 0-70,-2 0 0,0 0 298,0 0 0,26-10 0,3-2 0</inkml:trace>
  <inkml:trace contextRef="#ctx0" brushRef="#br0" timeOffset="289">651 55 7925,'0'-6'258,"0"0"-16,0 2-232,0 3 129,0-4-81,-5 15 1,3-3-172,-6 8 1,2-3-21,-1-1 0,-3 2-159,3 1 0,-2-1 101,2 1 1,-3-1-172,3-2 0,2 0 136,1 0 0,-1-4 31,1 0 195,1-4 0,13-13 0,2-8 0</inkml:trace>
  <inkml:trace contextRef="#ctx0" brushRef="#br0" timeOffset="472">563 55 7882,'-8'-6'179,"1"3"1,5 0-84,-2-1 282,3 3-234,1-4 0,0 7 15,0 1 1,1 0-100,3 4 0,2 0-241,5 4 1,0 0-11,0 0 1,4 2-14,-1 1 1,5-1-191,-5 1 1,5 2 393,-5-1 0,21 5 0,0-3 0</inkml:trace>
  <inkml:trace contextRef="#ctx0" brushRef="#br0" timeOffset="843">838 55 7771,'0'-7'-239,"0"0"0,2 4 650,1 0 0,0 1-112,4 2 1,0-3-140,4-1 1,0 0-139,1 4 0,-1 0 23,0 0 0,3 2-162,1 1 0,0-2-31,-4 3-330,0 2 400,0 0 0,-4 4-20,0-2 25,-4 1 1,-3-3 15,-7 5 1,-3-3 136,-1-1 0,0-1-131,0 2 1,-4 1 309,0-1 1,1 0-11,3 0 0,0 0-35,-1-4 0,3 5-145,1-2 0,0-1 5,4 1 0,0-3 71,4 3-212,0 1 1,5 2-296,3-3 0,5-2-72,2-5 0,8 0-260,-1 0 0,4 0 694,0 0 0,26-5 0,12-1 0</inkml:trace>
  <inkml:trace contextRef="#ctx0" brushRef="#br0" timeOffset="1352">12 540 6646,'0'-6'2410,"0"1"-2075,0 5-192,0 5 1,0 1-62,0 5 1,0 1-298,0-1 1,0 3 2,0 1 0,0 3 37,0-3 1,0 3-316,0-3 0,0 3 149,0-3 0,0 0-505,0-4 846,0 0 0,-2-4 0,-1 1 0,1-6 0,-2 3 0,4-44 0,0-10 0</inkml:trace>
  <inkml:trace contextRef="#ctx0" brushRef="#br0" timeOffset="1693">12 563 7797,'0'-12'0,"1"3"-292,2 1 108,-1 3 389,3 5 222,-5 0-418,0 5 0,3 1-31,1 5 0,5 1 79,-2-1 0,3-2-207,1-1 1,0 1-65,0-1 1,0 0 0,0 0 0,0 0 100,0-4 0,0 0 13,0-4 0,0 0-43,0 0 0,0 0-11,0 0 0,-4-2 154,1-1 0,-5-3 0,5-5 0,-6 0 0,2 0 0,1 0 24,-2 0 0,1 0 88,-4-1 1,0 1-68,0 0 0,0 0 24,0 0 0,1 4 122,3 0 251,-3 4-369,4-2 1,-4 5-18,3 0 1,-2 2-15,6 1 0,-5 3-107,5 5 0,-1 0-173,4 0 1,0 4-17,0 0 1,-1 1 75,-3-2 1,3-1 177,-2 1 0,1-1 0,17 12 0,3 5 0</inkml:trace>
  <inkml:trace contextRef="#ctx0" brushRef="#br0" timeOffset="2086">563 585 7894,'0'-11'-34,"0"0"0,-4-1 148,0 1 1,0 2 6,0 1 1,1 2 36,-4 3 1,3 1-162,-3-1 0,3 1 88,-3 2 0,0 4-195,-4 0 0,3 4 58,1 0 0,3 3 40,-3 3 0,4-1-109,0 1 1,2-1-22,1-2 0,0 0-75,0 0 1,0 0 104,0 0 1,4-4-69,4 0 0,-2-4 7,1 1 94,1-3 1,3-1 17,0 0 1,-4 0-20,0 0 0,-1-1-2,2-3 133,2-2 1,-5-5 32,2 0 1,-1 1 12,-2 3 1,-3-3 304,3 2-283,-3-1 0,-1-2-17,0 0 0,1 4-152,3 4 97,-3-3-8,9 4-68,-9-3 0,8 7-136,-6 1 1,5 0 23,-5 4 0,2 1-163,-1 3 1,-2 0 201,6 0 0,-2 0 102,1 0 0,3 0 0,16 5 0,9 1 0</inkml:trace>
  <inkml:trace contextRef="#ctx0" brushRef="#br0" timeOffset="2307">849 507 7892,'-6'0'343,"-4"0"0,8 0-148,-5 0 1,3 2-210,-3 1 1,4 3 77,0 5 1,-4 2-78,0 1 0,2-1-110,1 1 1,0 2-228,0-1 0,-3 0 11,3-4 1,0 0-887,4 0 1225,0 0 0,0-15 0,0-3 0</inkml:trace>
  <inkml:trace contextRef="#ctx0" brushRef="#br0" timeOffset="2482">717 529 7888,'-4'-7'139,"1"0"12,-1 4-224,4-2 1,1 5 349,3 0-30,2 0 1,5 5-216,0 3 1,1 1-169,3 2 1,-3 0-554,3 1 1,-3-1 688,-1 0 0,35 24 0,8 7 0</inkml:trace>
  <inkml:trace contextRef="#ctx0" brushRef="#br0" timeOffset="2783">1125 518 7888,'-5'-6'176,"4"-4"235,-4 4-233,5 0 1,0 6-15,0 8 1,1 1-132,3 2 0,2 0-36,5 0 0,-4 4-275,1 0 1,-1 4 124,4 0 1,0-2-79,0 1 1,-3-4-475,-1 1 1,-3 0 143,3 0 561,-5 0 0,-7-14 0,-7-2 0</inkml:trace>
  <inkml:trace contextRef="#ctx0" brushRef="#br0" timeOffset="2999">1125 540 7888,'0'-11'-36,"-1"0"50,-3 0 1,3 0 240,-3 0-72,3 0 1,1 0 37,0 0 1,5 5-44,2 2 1,4 3-61,4 1 1,-3 0 21,3 0 1,1 1-158,-1 3 0,3 2 11,-3 5 1,-1 0-196,-3 0 0,-1 0-12,-3 0 0,-2 4-113,-5 0 1,0 1-41,0-2 1,-5-1-217,-2 1 0,-3-1 89,-1-2 493,0 0 0,-19 0 0,-6 0 0</inkml:trace>
  <inkml:trace contextRef="#ctx0" brushRef="#br0" timeOffset="3267">1412 596 7888,'0'-7'-177,"0"3"177,0 4 0,-4 1 60,0 2 0,-3 0 9,3 4 0,-1-3-267,2 3 1,1 1 160,-1 3 1,2 3-66,1 1 0,0 0 72,0-4 0,3 0-86,1 0 1,4-1 53,0-3 0,2-2 151,1-5 0,-4 0 126,0 0 1,-4-1-221,0-3 0,2-2-151,-1-5 0,0 0-41,-4 0 0,-4 0-523,0 0 720,-4-5 0,2-6 0,-5-6 0</inkml:trace>
  <inkml:trace contextRef="#ctx0" brushRef="#br0" timeOffset="3567">1599 551 7888,'-7'0'-23,"-1"0"0,5 0 25,-5 0 0,5 0 168,-5 0 0,5 2-13,-5 1 1,5 0-146,-5 4 1,6 1-14,-2 3 0,3 0-292,1 0 0,0 1 203,0 3 0,5-3-5,2 3 1,3-4 139,1-4 1,1 1-70,3-4 0,-3 0 66,3-4 0,-3 0 100,-1 0 0,0-1-84,0-3 1,-5-2-149,-2-5 0,-3-1-210,-1-3 0,0 3 58,0-3 1,-3 3-526,-1 1 767,-5 0 0,-26-5 0,-13-2 0</inkml:trace>
  <inkml:trace contextRef="#ctx0" brushRef="#br0" timeOffset="3859">1687 397 8027,'0'-6'1499,"0"1"1,1 6-1083,3 3 1,2 3-126,5 8 0,-3-1-14,-1 4 1,0 4-219,4 4 1,0-1-273,0-3 1,-1 2-422,-2 1 1,1-1-61,-1 1 1,-3-1-1877,-2-2 2569,-1-5 0,-2-11 0,0-7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6:12.64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1 850 7678,'5'-11'-552,"-4"4"407,4-2 252,-5 7 243,0-2 326,0 4-331,0-5-206,0 3 1,1-3 231,3 5-202,-3 0 1,4 2 6,-5 1 0,0 0-12,0 4 0,0 1-17,0 3 0,0 1-63,0 3 0,0 2 17,0 5 1,1 1-89,3 3 1,-3 2-3,3 5 1,1 1-72,-2 3 0,6 2 45,-2 5 1,-1-3-80,2-1 1,-2-4 65,1 0 1,3 2-14,-3-1 1,-2 0 26,-1-4 0,1-1-5,-1-3 0,-1 3-16,-3-3 0,4-2 2,0-1 0,-1-3 1,-3-1 0,0 3 18,0-3 1,0 2-1,0-5 0,0-2 37,0 1 1,0 0 5,0 0 1,0 3-31,0-3 1,1-1 3,3 2 1,-3-5 17,3 5 0,-3-5-26,-1 5 1,0-5-3,0 5 1,0-4 8,0 3 1,0-1-6,0 1 1,0 0 21,0-4 1,0 2-3,0 3 1,0-4 16,0-3 0,-3-1 54,-1 0 26,0 0 51,4 0-307,0 0 0,0-4-170,0 0-56,0-4 129,0 7 11,0-4 0,-1 5 40,-3 0 0,3-4-489,-3 0-1,3-4 678,1 7 0,-5-29 0,-1 0 0</inkml:trace>
  <inkml:trace contextRef="#ctx0" brushRef="#br0" timeOffset="1208">144 750 7500,'-6'5'-1405,"0"-4"1405,2 3 0,3-3-98,-4-1 174,0 0 47,4 5-55,-9-3 0,8 2 100,-5-4 270,4 0-230,-7 0 204,9 0-160,-9 0 2,9 0-110,-4 0 50,5 0-134,5 0 1,-1 0-96,7 0 1,-1 0 80,8 0 0,0 0-6,4 0 0,2 0 38,1 0 1,5 0 14,6 0 0,4 0-19,4 0 0,1-3-64,3-1 0,1 0-2,2 4 0,2 0 19,-5 0 0,3 0-74,-3 0 1,0 0 100,-4 0 0,0 0-7,0 0 1,1 0-11,3 0 1,-3 0-5,3 0 0,-6 0 43,-2 0 0,1 2-64,3 1 0,-6-1 5,-5 1 1,-6 2-93,-9-1 0,2-1-169,-6-3 1,0 2-279,-7 1-344,-2-1 46,-5 2-8,0-4 828,0 5 0,-15-3 0,-3 2 0</inkml:trace>
  <inkml:trace contextRef="#ctx0" brushRef="#br0" timeOffset="1617">1434 839 6499,'-6'0'992,"1"0"0,5 1-719,0 2 0,0 0-38,0 4 1,0 1-62,0 3 0,4 5-75,-1 2 1,6 8-121,-2 3 0,3 4 90,1 4 0,0-2-99,0 6 1,-3-1 111,-1 4 1,-1 3-15,1-3 0,-2 3 14,-5-7 1,0 3 24,0 1 1,0 0 344,0 0 1,0 0-141,0 0 0,0 0 7,0 1 0,0-3-210,0-1 1,0-3-174,0-5 1,0 0 150,0 0 1,0-1-123,0-3 0,0 2 1,0-5 0,0-1-175,0-3 0,0-3 29,0-1 0,0-8-426,0 1-272,0-3-181,0 4 235,0-6 1,0-3 267,0-6 1,0 0 555,0-4 0,-19-5 0,-6-6 0</inkml:trace>
  <inkml:trace contextRef="#ctx0" brushRef="#br0" timeOffset="2322">365 2349 7316,'-4'-7'942,"0"-1"-815,1 6 36,-2-3 1,2 5 149,-4 0-172,5 0 1,-5 0-172,4 0-129,2 0 126,-4 0 1,3 0 121,-1 0 95,2 0 14,-4 0-16,5 0-90,5 0 0,-3 0 16,5 0 1,1-4 12,3 0 0,5 1-72,2 3 1,4-4 9,4 0 0,2 0-3,5 0 1,1 3-23,3-3 0,-1 2-16,4-2 0,-1 3 6,2-3 1,0 2-97,-4-2 1,5 3 32,-2-3 1,-2 1 4,-1 0 0,-3 2-114,-1-3 1,0 3 5,0 1 0,-4-4 19,-4 0 1,-1 1 98,-2 3 1,0-4-23,0 0 0,-5 1 11,-2 3 1,-3 0 76,-1 0 1,0 0 82,0 0 0,0 0-41,0 0 0,-4 0-40,1 0 1,-1 0-65,4 0 1,-4 0-41,1 0-22,-1 0-21,4-5-16,0 4-44,-5-4-213,-1 5 67,-5-5 144,0 3 9,0-2 156,-5 4 0,-25-15 0,-12-3 0</inkml:trace>
  <inkml:trace contextRef="#ctx0" brushRef="#br0" timeOffset="3064">387 563 6295,'0'-11'556,"0"5"1,-1-3-228,-3 6 1,3-2 35,-3 1 145,3 3 0,1-4-63,0 0-223,0 4 0,0 4 63,0 8-246,0 3 1,0-3-58,0 0 1,1 0-251,3 0 0,-3 0-38,3 0 1,-3-4-315,-1 1 1,1-1-1031,3 4 1279,-3 0 1,4 0 368,-5 0 0,0-5 0,10 4 0,2-4 0</inkml:trace>
  <inkml:trace contextRef="#ctx0" brushRef="#br0" timeOffset="4336">420 541 7666,'0'-6'-104,"-5"0"-171,-2 2 236,2 3-37,-5-9 0,8 9 267,-6-3 61,6-2 274,-3 5-163,5-9-233,0 9 1,1-4-44,3 5 1,2 0 2,5 0 1,0 0-36,0 0 0,1 0-102,3 0 1,2 0 126,5 0 0,0-4-111,0 0 0,0 1-34,0 3 0,2 0 57,1 0 0,-1 0 28,1 0 1,-1-4 33,-2 0 1,1 1 12,3 3 1,-3-1-70,3-3 1,-3 3 9,-1-3 1,1-1-8,3 1 0,-3-1-27,3 2 0,-3 2 34,-1-3 0,0 1 69,0 0 0,0 2-5,0-3 0,0 3 0,0 1 0,1-4 12,-1 0 1,-4 1-56,0 3 1,1-4 11,3 0 1,0 1-138,0 3 0,4-4 88,-1 0 0,1 1-60,-4 3 0,4-4 11,0 0 0,3 1-71,-3 3 0,1-4 90,-2 0 0,-1 1-9,1 3 1,-1 0 10,-2 0 1,-2-2-3,-1-1 1,-3 1-42,-5-1 1,0 1 15,0 2-580,-5 0 56,4 0 61,-9 0 21,4 0 215,0 0 0,-3 0 290,6 0 0,-6 0 0,3 0 0,-5 0 0,0 5 24,0-3 211,0 3 479,0-5-158,-5 4-154,4-2 181,-4 3-169,5-1-242,0 3 1,0 4-36,0 0 0,0 1-19,0 3 0,0-2-17,0 5 0,0 1-117,0 3 1,4 4-76,-1-1 1,5 2 75,-5-1 0,2 2-31,-1 5 1,-3 0 24,3 0 1,-3-3 17,-1-1 0,0 2 18,0 6 1,0-3-2,0 3 1,0-7 10,0 0 1,0-5 0,0 5 0,0-6 105,0 2 0,0-3-59,0-1 1,0 0-48,0 0 1,0 0-1,0 0 1,0 0-1,0 1 1,-1 0-1,-3 3 1,3-3-8,-3 3 0,3-3 21,1-1 0,0 0-17,0 0 1,0 0 2,0 0 1,0-1 17,0-3 0,0 3 22,0-3 1,0 0-34,0 0 0,0-1 1,0 1 0,0 3-1,0-2 0,0 2-4,0 1 0,0 0-7,0 0 0,0 0-6,0 0 1,0-4-64,0 0 1,0 0 67,0 0 1,0-1-98,0-2-18,0-3-278,0 4-82,0-5-77,0-5 139,0-1-124,0 0-102,0-4-296,0 4 77,0-5 675,0-5 63,0 4 1,1-4 214,3 5 347,-3 0 781,4 0-311,-5 0 0,-4 1-544,1 3 0,-6-3-90,2 3 1,-3-2-161,-1 2 0,-4-3-142,0 3 0,-4-2 73,0 2 1,2-3-74,-1 3 1,1-3-324,-2-1 1,4 0-857,4 0 1,3 0 1182,1 0 0,19-10 0,2-2 0</inkml:trace>
  <inkml:trace contextRef="#ctx0" brushRef="#br0" timeOffset="4933">1908 1103 9386,'-6'0'-508,"1"0"-21,5 0 0,15-10 0,3-2 1</inkml:trace>
  <inkml:trace contextRef="#ctx0" brushRef="#br0" timeOffset="5082">2040 1048 7666,'2'-10'-612,"1"3"0,-1 1 1614,1 2-1121,-2 3-983,-1-9 1102,5 9 0,2-4 0,4 5 0</inkml:trace>
  <inkml:trace contextRef="#ctx0" brushRef="#br0" timeOffset="5232">2228 938 7666,'4'-8'593,"-1"1"-428,1 5 0,-4-4-351,0 2-347,0 3-922,0-4 1455,0 5 0,0 10 0,0 2 0</inkml:trace>
  <inkml:trace contextRef="#ctx0" brushRef="#br0" timeOffset="6495">1103 100 7666,'-7'0'-35,"0"0"0,-2 0-13,-1 0 222,4 0 32,1 0 160,5 0-187,5 0 0,-1 0-74,7 0 1,-1 0-3,8 0 1,-3 0-46,3 0 0,2-1 7,5-3 1,0 3-55,4-3 1,-3-1 69,3 2 0,2-2-87,6 1 0,2 2 37,5-6 0,4 5-7,0-5 1,3 4 1,-3-3 1,7 3-16,-4-3 1,2 5-54,-5-2 1,-6-1 29,2 1 1,-4 1-7,1 3 0,-4-4-4,-3 0 0,-6 1-87,-3 3 1,-2 0-3,-5 0 0,-2 0-455,-5 0 249,-5 0-146,4 0-255,-9 0 33,4 0 685,0 0 0,-4 0 0,4 0 0,-5 0 0,4 1 0,-1 3 0,1-3 0,-4 4-34,5-5 370,-4 0 130,9 0-178,-9 0 0,8-1 230,-6-3-183,1 3 0,-3-4 276,3 5 34,-3 0-405,4 0 0,-4 1-37,3 3 0,-3 2-1,3 5 1,-3 0-10,-1 0 0,4 5 12,-1 2 1,1 4-67,-4 4 1,4-2-132,-1 6 0,5-1-240,-5 4 0,2 2 91,-1 1 0,-2-1-23,6 1 1,-6 2 46,2-1 0,-3 1 104,-1-1 0,0-3 51,0 3 1,0-3 76,0-1 0,0 0-101,0 0 1,0-4 8,0-4 0,4-1 5,0-2 0,-1 3 1,-3 1 1,4 0-21,0-4 0,0 1 27,0 3 0,-3-3-9,3 3 1,-3-2 24,-1 2 1,4-3 5,0 3 0,-1-2 14,-3 2 0,0-3 96,0 3 0,0-3-85,0 0 1,0-4 11,0 3 1,0-6 21,0 6 1,0-3 8,0-1 1,0 3 6,0-3 0,0 2-84,0-2 1,0 2 2,0-6 1,0 5-25,0-5 1,0 5 0,0-4-40,0-1 1,0-3-148,0 0 0,0-3-406,0-1 47,0-5 7,0 3-3095,0-5 2103,0-5 712,0 4 790,0-9 0,0 8 0,0-5 0,-5-1 0,-1-3 0</inkml:trace>
  <inkml:trace contextRef="#ctx0" brushRef="#br0" timeOffset="6691">2415 1621 7666,'-11'0'856,"5"5"1,-4-4-468,3 3 0,1-1-16,-1 0 0,-1-2 6,-3 3 0,-1-3-183,-3-1 1,-2 0-157,-5 0 1,-5 4-74,-2 0 0,-3-1-337,-1-3 0,-2 0 171,-1 0 0,5 0-218,-2 0 1,7 0-1005,1 0 1,6 0 1420,4 0 0,8-9 0,2-4 0</inkml:trace>
  <inkml:trace contextRef="#ctx0" brushRef="#br0" timeOffset="7487">1015 199 7662,'-11'-5'98,"4"4"0,1-4 1,0 1 427,-1 1-143,5-1 0,-3 4-115,5 0 0,1 5-25,3 2 1,-2 3-184,6 1 0,-2 0 52,1 0 0,2 0-54,-5 0 0,3 0 101,-3 0 1,3 0-96,-3 0 0,3-3 17,-3-1 0,-1-3-134,-3 3 0,4-3 122,0 3 35,-1-4-183,-3 1 164,0-4 0,-1-4-10,-3-4 0,3 2 52,-2-1 0,-2-1 6,1-3 1,-1 0-62,1 0 0,3 0 13,-3 0 0,0 4 23,0 0-64,0-1 1,4 1-93,0 0-434,0 4-336,0-2 1,4 17-478,0 3 1,4 3 133,-1-3 1161,-2 2 0,5 45 0,-4 9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6:22.22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1 276 8121,'5'-6'1260,"-4"1"-899,4 5-154,0 0 1,-4 2-23,3 1 1,-3 0-1,-1 4 1,0 0-118,0 4 1,0 4-68,0 0 0,0 0-112,0-4 0,-4 1 120,1 3 1,-2-3-184,1 2 104,3-1 0,-4-2-210,5 0 136,0 0 19,0 0 1,5-5-19,2-2 1,4-3-160,4-1 0,-2 0-196,6 0 0,-1 0 1,4 0 1,3-1-462,-3-3 958,2 3 0,8-34 0,8-1 0</inkml:trace>
  <inkml:trace contextRef="#ctx0" brushRef="#br0" timeOffset="181">210 321 7934,'-7'-2'718,"0"-1"-448,-1 1 0,1-3-103,0 5 0,4 2 132,-1 1 1,3 0 118,1 4 0,0 4-198,0 4 1,0 3 0,0-3 0,1 5-614,3-2 0,-1-1 302,4 1 1,-3 1-1069,3 3 0,-1-1 211,1-3 948,3-2 0,1 0 0,6 1 0</inkml:trace>
  <inkml:trace contextRef="#ctx0" brushRef="#br0" timeOffset="449">717 376 8240,'-4'-6'2262,"1"1"-1980,-4 5 1,3 1 38,-3 3 0,-1 3-74,-3 8 1,0-2-513,0 5 0,-1 0-150,-3 0 1,3 3-394,-3-3 0,-1 2 454,2-2 0,-1 2-232,4-6 1,4 1 585,-1-4 0,6-19 0,-3-6 0</inkml:trace>
  <inkml:trace contextRef="#ctx0" brushRef="#br0" timeOffset="615">508 409 7934,'0'-11'-133,"0"0"66,0 0 0,0 3 667,0 1 969,0 4-1085,0-1 0,1 5-207,3 2 0,2 4-212,5 4 1,4 0 26,-1 0 0,6 1-237,-2 3 0,0-2-1063,0 5 1,0-3 280,4 4 927,-5-6 0,4 13 0,-4-3 0</inkml:trace>
  <inkml:trace contextRef="#ctx0" brushRef="#br0" timeOffset="934">883 309 7931,'5'-6'-76,"-4"-3"1,4 2 256,0 1 1,-3 0 407,6 3 1,-5 1 215,5-1-434,-1 1 1,3 4-213,-3 1 1,-1 3-108,-2 5 1,-3 0 47,3 0 1,-3 4-229,-1 0 1,0 3 192,0-3 1,-4 1-68,1-1 0,-1-3-128,4 3 1,-4 0 47,1 0 0,-1 0-77,4-4 1,0-4 49,0 1 0,0-5-92,0 5 0,5-6 36,2 2 1,3-3-230,1-1 0,1 0 87,3 0 1,-2 0-134,6 0 0,-5-5-177,5-2 1,-4 1 616,3-2 0,5-9 0,5-6 0</inkml:trace>
  <inkml:trace contextRef="#ctx0" brushRef="#br0" timeOffset="1157">1103 332 7929,'-11'-5'1468,"0"3"-580,5-2-557,1 4 1,5 1-113,0 2 1,0 4 27,0 4 0,1 1-28,3 3 1,-1-2 13,4 5 0,-1-3 130,1 3 0,2 1-999,-5 3 0,3-4-1177,-3 1 1,3-5 1812,-3 5 0,-1-1 0,-3 4 0</inkml:trace>
  <inkml:trace contextRef="#ctx0" brushRef="#br0" timeOffset="1466">1555 343 10811,'0'11'442,"0"0"0,0 0-391,0 0 1,-5 5-190,-2 2 0,0-1-226,-4 1 0,2 1-504,-6 3 0,3-4-241,1 1 0,0-6 1109,0 2 0,-5-13 0,-1-3 0</inkml:trace>
  <inkml:trace contextRef="#ctx0" brushRef="#br0" timeOffset="1657">1379 376 7922,'0'-11'1687,"-5"0"-805,4 0-519,-4 4 0,10 3 92,2 4 1,3 4-273,1 4 0,4 2-158,-1 1 0,6 1-209,-2 3 0,3 0-499,1 4 1,0 2 339,0-3 0,2 2 343,1-2 0,23 13 0,10-2 0</inkml:trace>
  <inkml:trace contextRef="#ctx0" brushRef="#br0" timeOffset="1874">1809 343 7922,'-8'-11'770,"1"0"1156,5-1-949,-8 6-518,9 1 0,-3 5-65,8 0 1,2 4-269,5 0 0,-3 6-161,3 1 1,-2 0-249,6 3 0,-6 0-553,3 1 0,-8-2 180,7 5 1,-2-4-621,2 1 0,0 0 1276,0 0 0,15 10 0,3-2 0</inkml:trace>
  <inkml:trace contextRef="#ctx0" brushRef="#br0" timeOffset="2227">2162 254 7913,'-2'-9'1957,"-1"1"-1034,1-2-382,-7 9-316,3-4 0,-5 10 27,0 3 0,3 3-272,1 3 1,3 0-5,-3 4 1,3 0 4,-3 5 1,4-1-38,0 0 1,1 0-259,2 0 0,0 0-16,0 0 1,2 0-185,1 0 0,3-5 169,5-2 0,0-4-115,1-4 1,2 2 352,1-6 0,3 1-27,-3-4 0,1-6 92,-1-5 0,-3-1-135,3-7 0,-3 5 21,-1-5 1,-5 2 418,-2-1 1,-3-2 361,-1 5 0,-5 1-541,-2 3 0,-8 1-272,-3 3 0,-3 2-394,-1 5 1,-4 1 170,0 3 411,-4 2 0,-28 44 0,-12 10 0</inkml:trace>
  <inkml:trace contextRef="#ctx0" brushRef="#br0" timeOffset="2850">409 23 7844,'-6'-6'82,"-4"1"0,2 4 728,-1-3-599,-2 3 0,0-4 34,0 5 0,3 0 110,1 0-293,0 0 149,-4 0 0,3 1 264,1 3-159,4-3-316,-2 4 0,25 5 0,5 2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6:27.79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144 44 7800,'8'0'-224,"-2"-1"0,0-2 505,0 0 0,-2-1 159,3 4 1,-4-1 60,0-3 30,3 3 183,0-4-410,1 5-195,2 0 330,-7 0-232,2 0-415,-4 0 0,-4 0 20,-4 0 1,-3 1-69,-3 3 0,-2-2 73,-3 6 1,-2-5-62,3 5 1,2-2 89,1 1 1,-1 3-110,2-3 0,-1 0 143,4 0 0,4-3-126,-1 3 66,6 0 116,-3 4 0,6 0-15,3 0 1,3-5-39,8-2 1,2 2 4,5 2 0,-3-2 46,-1 1 1,0-3-11,4 3 0,0-3 64,0 3 1,-1-1 119,-2 2 0,0 0 90,-4-4 0,0 4 74,-4 0-204,0 2 16,-5 1 1,-6-2 131,-8-1 1,-6 0-175,-5-4 1,-1 0-29,-3-4 0,1 0-20,0 0 1,2 0-130,1 0 0,0 0-355,4 0 1,0 0-224,4 0 713,0 0 0,49-10 0,12-2 0</inkml:trace>
  <inkml:trace contextRef="#ctx0" brushRef="#br0" timeOffset="248">629 99 8748,'11'0'426,"0"0"1,0-1-681,0-3 1,2 3-475,1-3 1,0 3 319,4 1 0,-3 0 408,3 0 0,15-5 0,8-1 0</inkml:trace>
  <inkml:trace contextRef="#ctx0" brushRef="#br0" timeOffset="431">596 221 7916,'-6'0'1754,"1"0"-1827,5 0 1,5 0-417,3 0 1,6-2-520,5-1 1,1 0 1007,2-4 0,45-5 0,10-6 0</inkml:trace>
  <inkml:trace contextRef="#ctx0" brushRef="#br0" timeOffset="867">1059 44 7810,'0'-7'176,"0"-1"1,0 5 914,0-5-871,5 6 0,1-4-63,5 2 1,2 3-9,1-3 0,0 3-165,4 1 1,-4 1-202,0 3 1,2 1 164,-1 2 0,-2 3 37,-5-3 1,0 3 13,-4 1 0,0 0-132,-4 0 1,0 0 148,0 0 0,-5 0 27,-3 0 1,-5 0 58,-2 0 1,-4 0 195,0 0 1,2 0-175,-1 0 1,3-1 177,-3-2 0,4 1 928,0-1-603,6 2-444,3 1 1,7-2-134,1-1 1,8 0-236,8-4 1,3 0-194,3-4 0,4 0-504,4 0 0,-2-2 581,-1-1 0,-2-2 301,-2-3 0,-8-11 0,3 1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6:34.00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21 7705,'0'-6'316,"0"1"1,3 4 98,1-2-207,0 1 0,-4-1 9,0 6 1,0 0-25,0 4 0,0 2-142,0 5 1,0 0 10,0 4 0,0-3-155,0 3 0,0 1 47,0 3 1,0-4-30,0 0 1,0 0 62,0 0 0,-2 2-157,-1-6 63,2 1 1,-4-4 77,5 0 115,0-5-121,0-1 0,0-6 10,0-3 1,0-2-23,0-5 0,0 0-108,0 0 0,3-4 100,1 1 0,1-1-102,-1 4 0,-3-4 114,2 0 1,-1 1-31,-2 3 182,0 0 1,0 0-58,0 0 0,0 3 208,0 1-272,0 5 34,5-3-46,-4 5 1,7 1-8,-4 3 0,5-2-12,-2 5 1,3 1-25,1 3 1,0 0 21,0 0 1,-1-4 24,-3 0 0,3 1 2,-3 3 0,-2-4 28,-1 1 1,-3-5 7,-1 5 1,0-5-1,0 5 0,-5-6 85,-2 2 0,-3 1 115,-1-2 1,0 5-63,0-5 0,0 1-103,0-4 0,0 4 135,0-1 175,0 1-372,5 1-336,1-4 258,5 4 1,6-5-139,5 0 1,0 0 47,4 0 0,1 0 83,-2 0 0,1 0 55,-4 0 0,0 0 64,0 0 0,-4-1 404,1-3-141,-6 3-4,3-4 1,-6 1-21,-3 1 1,-2-1 170,-5 4-542,0 0-328,-5 0 0,4 1-498,-3 3 1,3-2 493,1 6 438,5-6 0,11 13 0,7-3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6:35.17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78 7687,'4'-11'-252,"0"0"678,-1 0-185,-3 0 0,0 3 327,0 1-129,0 5 140,0-8-214,0 9-13,0-4-189,5 5 0,-4 5-65,3 2 0,-1 4 6,0 4 1,-1-2-191,1 5 1,0 0 22,0 0 1,-1 2-76,1-6 0,-2 5 24,-1-5 1,0 1 66,0-4 0,0 0-48,0 0 1,0-4 12,0 1-139,0-6 147,-4 3 1,1-6-109,-4-3 0,4-2 138,0-5 1,-2 0-33,1 0 1,0-4-10,4 1 1,-1-1 67,-3 4 0,3-4 94,-2 1 0,1-1-36,2 4 0,0 0 167,0 0 1,0 0 17,0 0 1,0 3-28,0 1-209,0 5 10,0-3-223,0 5 148,0 5 1,0-3 21,0 5 1,2 1-22,1 3 0,3 0-170,5 0 0,-3 0 18,-1 0 0,0-1 137,4-3 0,-3 3 46,-1-3 0,-1-1-7,2 2 0,-2-6 152,-3 2-123,-1 2 0,3-4 129,-5 6 0,-5-6-19,-3 2 1,-1-3 172,-3-1 0,5 0-82,0 0 0,-1 4 35,-3-1 0,4 1-103,0-4 1,3 1-224,-3 3-21,4-3 133,-2 4 0,7-5-117,1 0 0,3 0-8,5 0 0,-3 0-417,-1 0 114,0 0 1,0 1 426,-4 3 0,-11 2 0,-5 5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6:31.7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11 188 7951,'-6'-5'615,"1"2"-782,5-4 1,1 4 234,3 0 0,7 2 47,7 1 1,8 0-66,4 0 1,4 0-91,6 0 0,6 0 262,9 0 0,4 1-88,-1 2 0,6 0-190,-1 4 1,-8-1 11,-4 2 1,-6-2-59,-4-2 0,-4-3 106,-8 2 0,-6-1-21,-4-2 1,-6 0-30,2 0 1,-3-2-124,-1-1 0,-4 0-24,1-4-555,-6 4 64,8-6 0,-9 6 684,3-4 0,-3 4 0,-1-6 0,-5 7 0,-1-2 0</inkml:trace>
  <inkml:trace contextRef="#ctx0" brushRef="#br0" timeOffset="368">838 55 7759,'-6'-11'363,"-3"4"632,6 0-699,-6-1 1,4 1 49,-2 0 301,-3 4-191,9-2-270,-4 5 0,6 1-30,3 3 1,6-1-119,4 4 1,6 1 28,-2 7 0,7-3-200,0 3 0,5-3-314,-4-1 0,-1 0 271,-3 0 0,-1 0 38,-2 0 1,0 0 29,-4 1 1,-2-5 234,-5 0 0,-3-3 55,-5 3 0,-5-1 178,-3 2 0,-8 2-92,-6-3 0,-5 1 84,-6 0 0,0 2-163,0-3 1,1 3-309,3 1 1,-2-4-216,6 0 1,3 1 58,3 3 1,7-4-203,1 1 0,5-5-197,6 5 1,1-5-1600,3 5 2273,7-6 0,30 3 0,12-5 0</inkml:trace>
  <inkml:trace contextRef="#ctx0" brushRef="#br0" timeOffset="1049">893 143 6683,'-6'-6'617,"1"1"0,1 4-500,1-2 181,-1 1-8,4-3-1,0 5-149,0 5 1,0 1-101,0 5 0,0 1-27,0-1 0,0 1-142,0 2 1,0-1-11,0 1 1,0 2-38,0-1 1,0 0 102,0-4 1,0 0-37,0 0-23,0 0 26,0 0-292,0-5 208,0-1 142,0-15 0,0 3 25,0-8 1,0 3 79,0 1 0,0 0-73,0 0 1,0 0 77,0 0 0,0 0 58,0 0 342,-5 0-109,4 0-236,-4 0-207,5 4 1,1-1 82,3 4 1,2 1-122,5 3 0,0 0 55,0 0 1,4 3 1,0 1 0,0 3 44,0-3 0,-3 3-11,3-3 258,-3 4-57,-1-1 0,-4 0 147,-4 0 1,-3-4-65,-3 0 0,-4-1 56,-4-2 1,0 3-70,0 1 1,0 0 31,0-4 0,0 0-155,0 0 0,0 0 101,0 0 0,4 0-5,-1 0 0,6 1-632,-2 3-1147,-2-3 919,5 4 0,-4-4-1318,5 3 1972,5-3 0,21 14 0,9-3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6:36.51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12 7682,'2'-7'748,"1"4"-308,3 2 0,0 1-234,-1 0 1,-5 1-25,0 2 1,0 0-95,0 4 1,0-3 130,0 3 0,0 2-252,0 6 1,0-3-47,0 3 1,0-2-42,0 2 0,0-2 102,0 6 1,0-6-69,0 2 1,0-2-3,0 2-43,0-3 1,0 4 48,0-5 1,-1-4 49,-3 1 25,3-6-23,-4 3 21,5-5 0,0-5-11,0-2 1,0-3-7,0-1 1,0-1 21,0-3 1,0 2-4,0-6 0,0 6 3,0-2 1,0-1 2,0 1 0,0 1 13,0 3 1,0 0 16,0 0 0,0 0 82,0 0 0,0 3-19,0 1 17,0 5-72,0-3 5,0 5 1,0 5 1,0 1-3,0 5 0,0 0-106,0 0 1,2 3 20,1 1 1,2 0-116,3-4 0,1 0 54,-1 0 0,1-4 22,2 1 1,1-1 51,-1 4 1,0-5-10,0-2 1,-4 1-1,0-2 0,-3 1 186,3-4 86,-4 0-141,2 0 1,-7 0-32,-1 0 1,-3 0 7,-5 0 1,0 1 115,0 3 0,0-3-89,0 3 0,-1-3 321,1-1-359,0 5 1,0-4-36,0 3 0,5-2-205,3 2 162,1-3-150,2 4 0,5-5 64,3 0 1,1 0-133,2 0 1,2 0 154,1 0 0,-1 0 26,1 0 0,-5 0 196,-2 0 0,1 0 122,3 0 12,-5 0-35,4 0 77,-9 0 0,2 0-105,-6 0 1,0 1-53,-4 3 1,0-3-290,-4 3 1,-2 1-363,-1-2 0,1 5-1839,-1-5 2333,1 6 0,22-13 0,5 3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6:52.3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100 166 8127,'-7'4'465,"-1"0"0,5 5-362,-5 3 1,5-1-145,-5 3 1,5 2-35,-5-1 0,2 3-149,-1-3 1,-2 3 25,6-3 1,-5 3-202,5-3 0,-5 0-606,5-4 527,-1 0 478,4-5 0,0-1 0,5-30 0,1-5 0</inkml:trace>
  <inkml:trace contextRef="#ctx0" brushRef="#br0" timeOffset="285">89 155 7852,'-5'-11'170,"3"4"0,-4 0 1,-1-1 574,1 2-871,4 1 194,-3 5 0,5 1 18,0 3 0,0 2-74,0 5 0,5 0 33,2 0 0,7 0-9,0 0 0,6 2-35,-2 1 1,7-1-207,1 1 1,4-1 88,0-2 0,3-4-127,3 0 1,2-1 90,3 2 1,-3-3 87,-5-5 1,-5-2 131,-2-1 1,-8-5-29,-3-6 0,-4 0 46,-4-4 1,-2-4-54,-5-4 0,-5 0 20,-2 4 1,-7 1-152,0 3 1,-5 0-224,5 7 0,-5-2-333,5 10-231,-1-6 885,9 8 0,11 16 0,7 9 0</inkml:trace>
  <inkml:trace contextRef="#ctx0" brushRef="#br0" timeOffset="593">883 199 8288,'-1'-11'519,"-3"0"1,1 5-351,-4 3 1,3 1-133,-3 2 1,0 0 94,-4 0 1,0 5-134,0 3 1,0 1-147,0 2 1,0 4-24,0 0 1,3 0-40,1-4 0,4 0 0,0 0 79,1 0 1,7-2 126,3-1 0,2-3 21,1-5 1,0 0-105,0 0 0,5-2 7,2-1 0,-1 0-224,1-4 1,-3 1 302,4-2 0,9-21 0,6-2 0</inkml:trace>
  <inkml:trace contextRef="#ctx0" brushRef="#br0" timeOffset="868">1081 45 7852,'-6'-11'54,"2"0"1,2 1 1280,-2 3-514,3 2-419,-4 5 0,9 5-141,0 2 0,4 4-21,-1 4 1,4-2-170,4 6 1,-3-1-123,3 4 0,-3 0-329,-1 0 1,4 0-136,0 0 0,-1 0-527,-2 1 1,-3-1 646,-1 0 0,1-5 395,-1-3 0,-3-11 0,0-4 0</inkml:trace>
  <inkml:trace contextRef="#ctx0" brushRef="#br0" timeOffset="1395">1092 166 8020,'11'-6'0,"0"3"-18,0 1 1,0 2-142,0 0 0,5 0-202,3 0 0,1 2 206,3 1 0,0 0 4,3 4 1,-2-5 68,5 2 0,-4 1 82,1-1 0,-3 1 0,-1-2 0,-1-1 0,-3 1 0,-2-2 0,-5-1 0,0 0 0,0 0-56,-5 0 243,-1 0 188,-5 0-234,0-4 87,5 2-80,-4-3 1,5 5 122,-2 0-111,-3 0-278,9 0 99,-4 0 1,2 0 48,-1 0 0,-3-1 1,3-3 1,-3 3 7,3-2-27,0 1 0,4 2-32,0 0 1,-3-1-25,-1-3 37,0 3 1,4-7-37,1 4 313,-1-5-113,0 3 295,-5-5-351,3 0 1,-9 4 29,0 0 0,-4 4 34,-7-1 0,0 3 108,0 1 1,-5 0 159,-3 0-1,2 1-105,-1 3 1,4-1-37,0 4 1,1 0-141,2 4 1,-2 0-262,2 0 0,-2 2-86,10 1 1,-1-1-404,4 1 1,5-2 204,2-1 1,8 1-830,3-1 1223,3-5 0,41-11 0,9-7 0</inkml:trace>
  <inkml:trace contextRef="#ctx0" brushRef="#br0" timeOffset="1769">2051 34 8475,'-11'-4'0,"0"-1"0,0 1 724,0-1 0,0 1-655,0 4 0,0 0 121,0 0 1,0 1 0,0 3 0,0 1-106,0 2 0,1 3-176,3-3 1,-2-1 142,6 2-366,-1-1 1,4 4-130,0 0 1,1-3 171,3-1 1,3-1-21,8 1 1,-3 2 56,3-5 0,2 3 58,1-3 1,0 3 126,0-3 0,-3 4 167,3 0 0,-5-2-79,2 1 0,-3-3 141,-1 3 0,-4-3 537,-4 3-491,3 0 0,-9 3 26,-1-2 0,-6 0-408,-4-4 0,-5 4-462,-7 0 1,3-2 617,-3 1 0,-46 1 0,-11 3 0</inkml:trace>
  <inkml:trace contextRef="#ctx0" brushRef="#br0" timeOffset="2076">563 530 8336,'7'-4'0,"2"0"0,3-1 0,7 0 218,5 2 1,12 1-884,11-2 0,13 3 820,14-3 1,2 3 903,1 1 1,-3 0-358,-1 0 1,-10 0-294,-5 0 0,-4 0-38,-10 0 0,-6 0-394,-8 0 1,-11 0-600,0 0-111,-11 0 258,-3 0 1,-15-5 0,-2-1 0</inkml:trace>
  <inkml:trace contextRef="#ctx0" brushRef="#br0" timeOffset="2735">2536 310 8502,'0'-6'-9,"0"1"1,-4-10 0,-3-3-1</inkml:trace>
  <inkml:trace contextRef="#ctx0" brushRef="#br0" timeOffset="2876">2503 144 7819,'0'-7'-46,"2"0"-273,1-2 319,-2 4 0,14 0 0,-3 5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7:00.7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78 142 7425,'9'-7'0,"0"1"1184,-2 1-583,-4 1-222,7-1-186,-4 4 0,1-3-110,0 8 1,-4-2-212,0 6 0,-1-5 118,-2 5 1,-2-1-86,-1 4 1,0-1 30,-4-3 1,3 3-35,-3-3 179,0 3-46,-4 1-39,0 0 0,3-1 68,1-3-86,4 3 1,-1-7 9,4 4 0,0-3-212,0 3 150,0-4-218,0 6 217,0-3 1,4 2-102,4-1 0,2-3-80,1 3 0,1-1-610,3 2 866,-3-3 0,33-1 0,3 3 0</inkml:trace>
  <inkml:trace contextRef="#ctx0" brushRef="#br0" timeOffset="600">0 21 7249,'0'-11'1143,"0"5"1,4 2-763,0 8 1,-1 2-116,-3 5 0,0 5-34,0 2 0,0 3-24,0 1 0,0 4-121,0 0 1,0 3-99,0-3 0,0 3-218,0-3 1,0-1-64,0-2 1,0-1-335,0 0 1,0-2-1451,0-1 893,0-3 1183,0-5 0,10-30 0,2-6 0</inkml:trace>
  <inkml:trace contextRef="#ctx0" brushRef="#br0" timeOffset="917">254 87 7813,'6'-1'1081,"-2"-3"-882,-3 3 1,-2-3-64,-3 8 1,-2-2-12,-5 6 1,0-1-141,0 4 1,-4 0 143,0 0 1,-3 4-136,3 0 1,-3-1-346,3-3 1,-3 0-36,3 0 1,1-1-213,3-3 1,0 2-141,-1-5 22,1 4 716,0-6 0,15 2 0,3-4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7:02.8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12 382 7584,'-6'0'867,"1"0"-516,5 0-371,5 5 1,1-3 61,5 1 0,0-2-142,0-1 0,0 0 74,0 0 1,0 0-72,0 0 0,0-1-4,0-2 1,0 1-171,0-1 1,0-3-39,0-2 1,-3 2 120,-1-1 1,-5-1 129,2-3 1,-3 4-1,-1 0 0,-1 0 153,-3 0 0,-2-1-123,-5 4 1,0 0 123,0 4 1,0 0 122,0 0 0,-3 1-8,-1 3 0,0 1 77,4 2 1,4 3-106,-1-2 0,5 5 23,-5 2 0,6-1-119,-2-3 1,3 4-123,1 0 0,1 1 55,3-2 0,6-1-150,4 1 0,6-1-41,-2-2 1,0-5-145,0-3 1,0-1-216,4-2 0,0 0 193,0 0 0,-3-5 337,-1-3 0,5-31 0,6-9 0</inkml:trace>
  <inkml:trace contextRef="#ctx0" brushRef="#br0" timeOffset="283">277 338 7813,'-5'-6'-18,"3"0"66,-1 2 201,2 3-246,1-4 7,0 5 1,0 5 80,0 3 0,4-2 7,4 1 0,2 0-21,1 4 1,3 4-102,1 0 0,1-1 61,-1-3 0,-3 2-154,3 1 1,-3-1 92,-1 1 1,-1-5-223,-3-2 370,3 1 32,-9-2 0,3-1-117,-8-5 0,2-2 45,-6-1 0,1-5 139,-4-6 0,-3 0-107,3-4 1,-2 3 133,6-3 0,2 3-291,1-3 0,3 4-204,1 0 0,1-2-351,3 1 0,3 0 306,8 4 1,2 0-368,5 0 0,1 5 657,3 2 0,-3 3 0,24 11 0,-1 2 0</inkml:trace>
  <inkml:trace contextRef="#ctx0" brushRef="#br0" timeOffset="625">629 438 7813,'0'11'-363,"4"-4"-46,0 0 0,-1 1 734,-3 3 1,0 0 66,0 0 1,0-4 140,0 0-40,0-4 66,0 7-107,0-9 0,0 4-163,0-5-308,0-5 0,0-1 123,0-5 0,0 0-92,0 0 0,0 0-22,0 0 0,-3 0 56,-1 0 1,0 0-114,4 0 1,0-2 88,0-1 1,2 1-95,1-1 0,0 1-113,4 2 1,0 0 49,4 0 1,2 5-67,1 2 0,0 0 7,4 0 1,-1 1-62,2 7 1,2 2 58,-3 5 1,-1 2-164,1 1 0,-4 0 94,1 4 0,-3-3-77,-1 3 1,0-4-89,0 0 430,0 3 0,-5-9 0,-1 2 0</inkml:trace>
  <inkml:trace contextRef="#ctx0" brushRef="#br0" timeOffset="1194">1026 393 7971,'5'-6'990,"-4"1"-602,9 1-128,-4 2 1,5-3-53,0 5 0,-3 0-97,-1 0 0,0 0-58,4 0 0,0 0-239,0 0 1,0 0 6,1 0 0,-1 0-214,0 0 0,0-1 161,0-3 1,-4 2-123,0-5 0,-4 3 274,0-3 1,-1-1 27,-2-3 1,-2 4 125,-1 0 1,-3-1-39,-5-3 1,-4 5 255,0 2 0,1 0-87,2 0 0,0 0 7,-2 4 1,5 0-91,-2 0 1,4 5 40,-1 2 1,3 1-97,5 3 1,0-3-168,0 7 1,0-1-13,0 0 0,5 0-33,3 4 1,1-4-95,2 0 1,2-1 178,1-2 0,4 0 31,4 0 0,0-4 22,0 0 0,0-4 73,0 0 0,3-6 37,1-5 0,0-1-66,-4-2 0,0-4-7,0 0 1,-4-4-14,1 0 0,-7-2 2,-1-1 1,-1 0-41,-6 0 0,-1-4-19,-3 1 1,0-1 103,0 4 1,-1-4 116,-3 1 0,-2 0 102,-5 7 0,0 1-80,0 2 1,0 6 178,0-2 0,0 8 106,0-1-380,5 3 1,1 6 37,5 2 1,0 4-19,0 4 0,1 2-70,3 5 0,2 0-191,5 0 1,0 4-210,0-1 1,0 1 185,0-4 0,0 0-518,0 0 0,4 3 138,0-3 1,-1 1-97,-3-8 1,0-1 151,0-3 1,0 1 479,0-1 0,5-20 0,2-5 0</inkml:trace>
  <inkml:trace contextRef="#ctx0" brushRef="#br0" timeOffset="1529">1776 250 7808,'-4'-7'947,"1"-1"-363,0 0 0,1-1-136,-2 2-258,3 2 1,-5 5 165,2 0-186,-2 0 1,-5 1-1,0 3 1,0 1-370,0 2 0,3 3 216,1-3 0,1 3-1027,-1 1 525,2 0 1,5 0-38,0 0 1,0 0 198,0 0 0,5-1-72,2-3 1,3 3 89,1-2 0,3 1 94,1 2 1,1-3 245,-1-1 1,1-1 198,2 2 0,-2 1 204,-5-1 0,0 0-179,0 0 0,-4 0 610,1-4-753,-6 4 1,2-3-193,-8 3 0,-6-3 41,-4-5 1,-10 0-579,2 0 613,-7 0 0,1 0 0,-5 0 0</inkml:trace>
  <inkml:trace contextRef="#ctx0" brushRef="#br0" timeOffset="2096">2559 382 7802,'6'-6'17,"0"-2"0,-4 3 1,2-1-1,0-2 0,-1 1 1111,1 0 0,0 3-709,-4-3 1,-5 4-191,-3-1 1,-1 3-23,-2 1 0,-5 0-174,-3 0 1,-2 0-100,-1 0 1,4 4-66,0 0 1,-1 4 6,-3 0 0,5 3-246,2 3 1,3-1 98,1 1 0,4 0-160,-1 0 0,6-1 100,-2 1 0,4-1 40,4-2 1,2-4 102,5 0 0,0-3 87,0 3 1,4-4 109,0 0 0,3-3-88,-3-3 0,3-2 72,-3-2 0,-1-3 132,-3 2 0,0-1-57,1-2 1,-5-2 253,0-1 1,-4 1-110,0-1 0,2 5 10,-1 2 0,0-1 51,-4-3 11,0 5-191,0-4-163,4 9 1,-2-2-157,1 6 1,4 3-49,0 5 1,3 0-85,1 0 1,0 0 72,0 0 0,5 0-64,2 1 1,-1-1 62,2 0 1,-2 0 284,1 0 0,18-10 0,-1-2 0</inkml:trace>
  <inkml:trace contextRef="#ctx0" brushRef="#br0" timeOffset="2671">2779 360 7802,'-4'-11'0,"1"0"478,0 0-128,2 5 0,1-4-117,0 9 0,4-3-149,-1 8 1,6-1 78,-2 4 0,7 0-63,1 4 1,0 0 9,0 0 0,-3 2-158,3 1 1,-3-1 3,-1 1 1,3-1 95,-3-2 1,2-2-90,-5-1 0,-3 1-401,-2-1 75,3-3 267,-4 0 0,1-5-83,-6 0 1,0-2 59,-4-1 0,1-5-114,-2-6 1,-1 1 35,1-1 1,3 0 86,2 0 1,1 1 143,2-1 0,0 1-2,0 2 1,0 0 112,0 0 1,2 4-70,1 0 1,0 3 98,4-3 0,0 4-92,4-1 0,4 3-24,0 1 0,1 0-16,-2 0 1,0 5-97,4 2 0,1 3-37,3 1 0,-4 0 42,1 0 1,-1 0 22,4 0 0,-5-3 18,-2-1 1,1-3 6,-2 3 1,5-4-21,-5 0 0,1-2 3,-4-1 1,0 0 146,0 0 1,-1-1-129,-3-2 0,2 0-53,-5-4 1,3-1 46,-3-3 0,-1 4-7,-3 0 0,0-1 1,0-3 1,-1 2-1,-3 1 0,-2-2 31,-5 3 1,-1 2 77,-3 1 0,2 3 144,-6 1 1,6 0-60,-2 0 0,-1 0 260,2 0 1,-1 5-58,4 2 0,1 3 35,3 1 0,-2 0-95,6 0 1,-1 4-89,4 0 1,6 3-86,5-3 1,6 3-93,9-3 0,3 3-153,8-3 1,-1-2-471,4-5 0,-3 0-613,3-4 1,-8 0 550,1-4 623,-7-5 0,-9-21 0,-7-9 0</inkml:trace>
  <inkml:trace contextRef="#ctx0" brushRef="#br0" timeOffset="3915">4047 349 7763,'7'-5'0,"-1"-2"0,0-1 0,-1-1 568,0 2 1,0 3-133,-1-3 1,-3 3 484,3-3-604,-3 4 0,-2-5 110,-3 4-322,-2 0 1,-5 4-148,0 0 1,0 5 147,0 2 1,0 0-88,0 0 1,0 4-153,0 4 0,3-1-295,1-3 0,3 4-166,-3 0 1,5-1 153,-2-3 0,3 4-46,1 0 1,0 0 157,0-4 1,1-2 80,3-1 1,2-3-38,5-5 0,0 0 107,0 0 1,3-2 318,1-1 1,1-3-84,-1-5 1,-3-5-1,3-3 0,-4 2-39,-4-1 0,2 1 100,-6-2 0,1 0-10,-4 4 1,0 0 131,0 4 0,0 0 39,0 0 109,0 5-389,0 1 0,-4 6 18,1 3 1,-1 2-10,4 5 0,0 0 20,0 0 0,4 0-98,-1 0 1,6 2 38,-2 1 1,3-2-21,1 3 0,0-3 87,0-1 0,0-1-40,0-2 1,4 0 65,0-4 1,-1 1-21,-3-2 0,0-1 5,0 1 0,0-5-7,0-2 1,0-4 8,1 0 1,-5-5-50,0-2 1,-1 0 0,2 4 0,0-3 43,-4-1 0,3 0-8,-3 4 0,0 0 189,-4 0 1,0 0 191,0 0-15,0 5-190,0-4-77,0 9 1,0-3 18,0 8 0,0 2 19,0 5 0,0 5-166,0 2 1,5 3 66,2 1 0,4 4-310,4 0 1,2 4-77,5 0 0,0-2-189,0 1 1,-4-4 174,1 1 0,-2-3-44,1-1 0,-3-5-403,-8-2-220,-2-3 991,-5-6 0,0-3 0,0-11 0,-10-24 0,-2-14 0</inkml:trace>
  <inkml:trace contextRef="#ctx0" brushRef="#br0" timeOffset="4122">4411 327 7763,'-11'-16'0,"1"-1"541,3 0 1,2 1-102,5 5 1,5 5-69,2 2 1,8 3-154,3 1 1,4 1 25,4 3 1,1 2-14,2 5 1,2 1-31,-6 3 1,4 1-316,-7 2 0,0 3-143,-11-2 1,1 0-357,-8 0 0,-7 0 156,-8-4 1,-1 3-354,-6-3 1,-5 0 321,-2-4 0,-1-5-367,4-3 854,0 4 0,10-21 0,2 1 0</inkml:trace>
  <inkml:trace contextRef="#ctx0" brushRef="#br0" timeOffset="4338">4708 305 8122,'5'-11'2175,"-2"5"-1697,4 2 1,0 4-5,4 4 0,0 3-267,0 8 0,1 2-179,-1 5 1,1 2 68,2 1 1,-1-1-146,1 1 0,-1 2-623,-2-1 1,-4 0 66,0-4 0,-3 0-498,3 0 0,-4-5-113,1-2 366,-3-3 849,-1-6 0,-15-30 0,-3-13 0</inkml:trace>
  <inkml:trace contextRef="#ctx0" brushRef="#br0" timeOffset="4545">4763 305 7763,'-3'-14'247,"-1"-1"532,2 1 0,0 2-436,2 1 0,9 5-59,2 2 0,6 3 195,-2 1 0,8 4-181,-1-1 1,6 10 39,-2-2 1,0 6-234,-4-2 0,-1 4-211,-3 0 1,-3-2-2,-8 1 1,-2-1-266,-5 2 0,-5 1-158,-2-1 0,-8-3-106,-3-2 0,1-1-445,-2-2 0,-2-5 1081,-1-3 0,-7-16 0,6-5 0</inkml:trace>
  <inkml:trace contextRef="#ctx0" brushRef="#br0" timeOffset="4939">5083 184 10157,'-5'-6'1859,"5"3"-1405,0 11 1,2 0-166,5 11 1,1-3 36,7 6 1,-3-3-295,3 7 1,2-2-271,2 2 0,-3-3-616,-2 3 0,2-4 326,-1-3 1,0-3-38,-4-5 0,-4-2 144,0-1 1,-3-3-178,3-5 0,-3-2 203,3-1 1,-3-3 2,3-5 1,1-4 226,3 0 0,0-3 165,0 3 0,-4-3 0,0 3 0,-3-3 64,3 3 1,-3-3 88,4 3 217,-6 0 713,3 4-535,-5 5 138,0 1-352,0 15 1,0-3 17,0 8 0,4-2-215,-1 2 0,2 2-213,-1 5 0,1-3-54,2-1 0,2-3 130,-6 3 0,6-4 50,-2 0 0,3-1-592,1-2 0,0-4 542,0 0 0,25-34 0,5-4 0</inkml:trace>
  <inkml:trace contextRef="#ctx0" brushRef="#br0" timeOffset="5070">5348 118 7763,'-17'-11'19,"3"0"1,4 1 402,3 3-67,5-3-355,-3 9 0,29 15 0,7 11 0</inkml:trace>
  <inkml:trace contextRef="#ctx0" brushRef="#br0" timeOffset="5415">5590 360 7763,'11'0'206,"0"0"0,0 0 346,0 0 0,0 0-67,0 0 0,4 0-205,0 0 1,0 0-238,-4 0 1,0 0 80,0 0 1,0-5-183,0-2 1,-2 1 76,-1-1 1,0-1-149,-4-3 0,-1 1 115,-7 3 0,0-3-136,-7 3 0,1-2 48,-8 2 1,0 2 94,-4 5 0,3 0 5,1 0 0,4 1 46,0 3 0,1 2 3,2 5 0,5 1-80,3 3 1,1-1-1,2 4 0,2 0-160,1 4 1,8-1-290,8-2 0,8 1-565,6-1 1,1-1 182,6-3 864,1 0 0,22-19 0,6 3 0</inkml:trace>
  <inkml:trace contextRef="#ctx0" brushRef="#br0" timeOffset="5815">6075 74 7763,'-11'-11'551,"0"0"731,0 0-589,0 5 0,5 6-111,2 7 0,8 4-122,3 4 1,5 5-200,2 6 0,2 4-114,3-5 0,1 6-102,-1-2 0,2 2 123,1-2 1,-5 2 59,-3-5 1,2-1-1534,-1-3 1,-4-1 694,-4-2 1,-3-5-87,3-6 246,-4 1 0,1-7-23,-8 1 0,1-6 118,-4-5 0,0-5 134,-4-2 1,-2-1 72,-1 2 0,0 1 84,-4-1 0,0 1 288,-4 2 1,-1 0 124,1 0 0,0 1 267,0 3 1,0 2-259,0 5 0,4 0 152,-1 0 1,7 5-139,1 2 1,1 7 91,7 1 0,-1 4-214,4 0 1,9 1-36,2 3 0,8-5-378,3 0 1,2-4-324,5 0 1,-5-3-615,2-3 1,-3 0 330,0-4 0,-3 0 769,-1-4 0,2-25 0,-4-5 0</inkml:trace>
  <inkml:trace contextRef="#ctx0" brushRef="#br0" timeOffset="6122">6726 41 8056,'-8'-11'0,"1"1"0,0 1 2585,1 2-2056,-4 4 0,9 3 21,-3 8 1,4 3-150,4 4 0,-1 5-14,8 6 0,-1 5-241,8-2 0,1 7-199,3 0 0,0 5 7,0-4 0,0-1-796,0-3 1,0-1-547,0-2 1,-5-5-314,-2-6 1701,-8-3 0,-21-35 0,-11-6 0</inkml:trace>
  <inkml:trace contextRef="#ctx0" brushRef="#br0" timeOffset="6541">6605 206 7778,'-7'-11'273,"4"0"350,2 0 1,2 0 192,2 0 1,5 5-445,6 2 1,0 2-46,4-2 0,2 3-135,6-3 0,-2 3 0,6 1 1,-5 5-15,5 2 0,-2 4-26,1 4 1,2 2-127,-5 5 0,-1 0-10,-3 0 1,0 4-87,0 0 1,-4 3-115,-4-3 1,1-1-220,-4-3 1,2-1 82,-5-2 0,-3-3-539,-2-5 309,-1-5 219,3-1 159,-4-5 0,7-2-7,-4-1 0,3-3-80,-3-5 0,0 0 172,-4 0 0,3 0 126,1-1 0,0 1-6,-4 0 0,1-3 209,3-1 1,-3 0 23,3 4 0,-3 0 241,-1 0 1,0 4 62,0 0 323,0 4-807,5-7 1,1 10-2,5 0 0,0 5-93,0 6 1,0 4-76,0 0 0,4 3-353,-1-3 1,2 3-90,-1-3 0,-2 3-408,6-3 0,-6 0 310,2-4 0,-3-4-718,-1 0 1341,0-4 0,0-8 0,0-7 0</inkml:trace>
  <inkml:trace contextRef="#ctx0" brushRef="#br0" timeOffset="7040">7376 338 7778,'-6'-11'224,"2"0"1159,3 0-779,1 0-216,0 5-171,5 1 0,1 10-13,5 2 1,-3 3-52,-1 1 1,0 4-63,4 0 1,0-1-202,0-3 1,-3 4 21,-1 0 0,0-1-338,4-2 0,-3-3 119,-1-1-67,-4 1 39,2-2 97,-5-1 34,-5-1 1,0-10 15,-3-3 1,2 2 47,3-1 1,1 0 8,-1-4 0,1-1 29,2 1 0,4 0 65,0 0 1,4 4 74,0 0 1,2-1-75,1-3 1,0 4 119,0 0 1,0 3 273,0-3 0,0 4-80,0-1 1,0 3 50,0 1 0,0 0 7,0 0-378,5 0 1,-4 1 11,3 3 1,-4 2-259,-4 5 1,2 0 127,-6 0 0,5 0-57,-5 0 1,2 0-282,-1 0 0,-2 0 155,6 1 0,-5-1-267,5 0 513,-1 0 0,8-2 248,-1-1 0,1-3 78,-4-5 1,0 0 320,0 0 1,4 0-255,0 0 0,-1-5 87,-3-3 1,-3-3 109,-1-3 0,-5 0 231,2-4 1,-5 3-588,-6-3 1,-6 3-214,-9-3 0,-5 4-422,-2-1 1,-3 3-148,-1 1 1,1 5 644,3 2 0,2 33 0,5 7 0</inkml:trace>
  <inkml:trace contextRef="#ctx0" brushRef="#br0" timeOffset="7825">7938 316 7778,'0'-11'1740,"0"0"-807,0 5-489,0 6 0,0 10-46,0 5 1,5 1-274,3-2 0,2 2-228,1 3 1,1 0 82,2-4 1,-1 3-57,1-3 1,2 0-9,-1-4 1,0 0-332,-4 0 1,0-5 217,0-3 1,0-1-71,0-2 0,-4-2 144,1-1 1,-5-5 19,5-6 1,-6 0 31,2-4 0,-3 3 53,-1-3 1,4 4 145,-1 0 0,1-2-117,-4 1 0,0 0 231,0 4-126,0 0 238,0 0-334,0 5 1,1 2 36,3 8 0,-2 2-72,6 5 1,-1 2-351,4 1 1,0 0-173,0 4 1,1-3 199,3 3 1,-3-4-144,3 0 1,-2-1 86,2-2 1,-3-2 392,3-1 0,-1-3 0,0-5 0,-1 0 0,1 0 0,2 0 0,-1 0 0,0 0 0,-4 0 0,3-4 0,1 0 0,0-3 0,-4 3 0,0-4 0,0 0 0,-4 0 0,0 0 0,-3-1-283,3 1 0,-4-2 636,1-1 1,-4 4 519,-4 0 1,-1-1-388,-2-3 1,-4 2 73,0 1 1,0 0-399,-4 4 1,-1-5-14,1 2 0,-3 2-99,3 1 1,-3 0 129,3 0 1,0 0-86,4 4 1,0 0-252,0 0 1,0 0 84,0 0 1,4 0-299,0 0 1,4 5 181,0 2 0,1 3-251,2 1 1,2-3 85,1-1 1,5 0-60,6 4 1,0 0 93,4 0 0,0 0 85,4 0 0,1 0-32,-1 1 0,3-1 264,1 0 0,1-4 563,-1 0 1,-4 1-52,0 3 1,0 0 156,-4 0 1,-2-2-325,-1-1 0,-8 2 73,-3-3 0,-4-1-153,-4 1 0,-3-3-86,-8 3 0,-2-4-483,-5 1 1,-4-3-85,1-1 0,-5 0-362,4 0 0,1-1 153,3-3 0,0 1 597,0-4 0,14-10 0,4-6 0</inkml:trace>
  <inkml:trace contextRef="#ctx0" brushRef="#br0" timeOffset="8217">8589 52 7778,'5'-11'270,"-4"0"1,4 1 0,-1 1-1,1 3 960,1 1 0,1 6-723,4 7 0,0 3-84,0 4 0,0 3 148,0 8 0,4 2-234,0 5 1,3 0-238,-3 0 0,3 0-121,-3 0 1,-1-1-50,-3-3 1,-3 1-679,-1-8 441,-4 2-448,1-11 329,-4-2-53,0-6 0,0-14 249,0-2 0,0-3 340,0 3 1,0 0-57,0 0 0,0-3 105,0-1 0,4 0 137,0 4 0,4 1 160,0 3 1,-2-3-50,1 3 0,1 1 172,3-2 0,0 6-189,0-2 1,1 3 7,3 1 0,-2 5-828,5 2 0,-3 3 338,3 1 1,0 4-614,0 0 0,2 4-348,-6 0 0,1-2-2139,-4 1 3192,0-4 0,-5 6 0,-1-2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7:12.0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264 265 7767,'-11'-11'334,"-2"1"129,-1 3 1,0 2-324,-4 5 0,3 0 52,-3 0 0,-1 5 32,-3 2 1,0 7-87,0 1 0,5 1-95,2-2 0,3 3 35,1 5 0,1-3-205,3-1 0,3-1 32,8 2 0,2-2-208,5-2 1,1-3-288,3 2 0,6-5 197,4-2 0,2-4-73,-1 1 1,2-3 144,5-1 1,0-1 320,1-3 0,-1-2 0,0-5 0,14-20 0,5-4 0</inkml:trace>
  <inkml:trace contextRef="#ctx0" brushRef="#br0" timeOffset="217">572 375 7767,'17'-11'65,"-2"0"1,-3 2 539,-1 1-110,-5-2-167,-1 4 0,-5-1 124,0 0 0,-1 4-361,-3 0 0,-2 1-90,-5 2 0,-5 2-90,-2 1 0,-3 3 40,-1 5 1,1 0-98,3 0 1,-3 4 84,3 0 0,1 0-57,-2-4 0,9 0-64,-1 0 1,8 0-10,-1 0 1,3 0-71,1 0 0,8-4 58,3 0 0,9-4-277,2 0 0,1-6 86,7-5 1,-6-1 393,2-2 0,-3-4 0,-1 0 0,-5-3 0,-2 3 0,-3-24 0,-1-3 0</inkml:trace>
  <inkml:trace contextRef="#ctx0" brushRef="#br0" timeOffset="552">660 254 6275,'5'-11'724,"1"5"0,5 1-593,0 5 0,-3 5 34,-1 2 0,1 3-16,3 1 0,0 1 179,0 3 0,1-1-48,3 4 1,-3 0-49,3 4 1,-3-3-179,-1-1 1,-4-3-209,0 3 0,0-4 135,0 0-81,-2-1 229,-5-2-79,0-5 1,-1-2-206,-3-8 1,3-2-151,-3-5 0,2 0-161,-2 0 0,3-2 204,-3-1 0,3 0 146,1-4 1,0 4 173,0 0 0,0-2 195,0 1 0,3-3-33,1 3 0,1 0 203,-1 4 1,-2 4-165,6 0 1,-1 0 31,4 0 0,0 2-88,0 5 1,0 5-114,0 2 0,4 8-209,-1 4 0,5-2-48,-5 1 0,1 0-314,-4 4 0,0 1-33,0-1 1,0-2-449,0-1 1,0-3 265,0-5 696,-5 0 0,9-20 0,-3-4 0</inkml:trace>
  <inkml:trace contextRef="#ctx0" brushRef="#br0" timeOffset="833">1134 309 7767,'0'-11'143,"0"0"675,0 0-487,0 5-217,0-4 1,4 10 58,0 0 0,3 5-64,-3 6 0,4 2-90,0 1 0,-2 0 103,1 4 1,1-3-86,3 3 1,0-1 16,0 2 1,-2 0-115,-1-4 0,2 0 195,-3-4 0,4 0 86,4 0 1,-3-5 444,3-2 0,-3-3-237,-1-1 1,0-6-177,0-5 0,0-2-335,0-5 1,-1 0-369,-3-4 0,3 0 197,-3-1 0,-1 1-309,2 0 0,-2 4-135,1 0 1,2 4-1900,-6-1 2596,6 8 0,7 17 0,7 8 0</inkml:trace>
  <inkml:trace contextRef="#ctx0" brushRef="#br0" timeOffset="1076">1697 309 7767,'6'-7'724,"-3"0"-276,-1 4 0,-2-3 276,0 2-568,0 3 0,-5-3-36,-3 8 1,-1 2-11,-2 5 0,0 0-124,0 0 1,0 4-218,0 0 1,0 3-19,0-3 1,3 1 156,1-2 0,4-1 127,0 1 0,1-1 56,2-2 0,5-5 179,3-3 1,3-1-161,3-2 0,0-2 86,4-1 0,-4-7-211,0-5 0,-1-3-220,-2 3 1,0-4 317,0 0-83,-5 3 0,-11-29 0,-7-3 0</inkml:trace>
  <inkml:trace contextRef="#ctx0" brushRef="#br0" timeOffset="1446">1807 111 8639,'0'-18'0,"0"0"0,0 2 0,0 3 1143,0 1 1,4 4-545,-1 1 1,2 5-183,-1-2 0,2 3 14,5 1 1,0 8-118,0 3 0,0 9-56,0 2 1,4 5-256,0 6 1,0 1-266,0 3 0,-3-3 62,3 3 0,-3-4-197,-1-3 1,-1 1-1330,-2-1 0,0-5 579,-4-2 1,3-6 1146,-3-6 0,4-25 0,-2-5 0</inkml:trace>
  <inkml:trace contextRef="#ctx0" brushRef="#br0" timeOffset="1781">2083 287 7773,'0'-17'146,"0"-2"1,0 4 1167,0 1-579,0 2-492,0 6 1,1 1-38,2 5 1,0 6-46,4 5 1,-3 1-1,3 7 1,1-1-108,3 4 0,0 0-191,0 0 1,-4 0-41,0 0 1,1-1-280,3-2 1,0-2-273,0-2-568,0-3 593,0 4 480,0-10 0,0-3 34,0-6 1,-4-3 22,1-5 0,-5-2 113,5-1 0,-5 0-12,5-4 1,-6 1 182,2-2 0,-3 0 370,-1 4 0,0-5-283,0 2 1,0-2-91,0 2 0,0 2 472,0 5 522,0-5-555,0 9-455,0-3 1,0 15 62,0 2 1,5 8-143,2 3 0,3 3-32,1 1 1,1 0-231,3 0 1,-3 0-222,3 0 1,1-1 202,-1-2 0,4 0-539,0-4 1,-3-2 304,-2-5 0,2-3 494,-1-5 0,0 0 0,-4 0 0,0-5 0,0-16 0,0-8 0</inkml:trace>
  <inkml:trace contextRef="#ctx0" brushRef="#br0" timeOffset="1997">2501 56 7773,'-7'-11'39,"1"0"436,1 0 620,1 5-691,4 1 1,5 10-8,3 2 1,-1 8-188,4 3 0,-2 4-39,5 4 0,2-2-10,-1 6 0,3-2-1,-3 1 1,5 3-400,-2-3 0,-2 2 206,-1-1 0,1-4-1066,-2-3 0,1-5 4,-4 0-841,-5-4 1936,4-3 0,-24-26 0,1-9 0</inkml:trace>
  <inkml:trace contextRef="#ctx0" brushRef="#br0" timeOffset="2198">2524 276 7773,'0'-11'1264,"0"0"1,1 1-1045,2 3 0,7 2-30,5 5 0,5 0-24,-2 0 1,6 1-113,2 3 1,4 2 107,-5 5 1,6 0-111,-2 0 1,-1 2 10,2 1 0,-6 0-174,2 4 0,-4-1-37,-4 2 1,2 0-547,-5-4 0,-1 0-392,-3-4 1,-3 0 429,-1 0 656,-4-5 0,2-6 0,-5-6 0</inkml:trace>
  <inkml:trace contextRef="#ctx0" brushRef="#br0" timeOffset="2348">2854 89 7773,'-11'-16'46,"5"7"0,1-2-459,0 2-160,4 4 1,-3 0 572,8 5 0,7 19 0,6 6 0</inkml:trace>
  <inkml:trace contextRef="#ctx0" brushRef="#br0" timeOffset="2983">3207 298 7777,'0'-12'-443,"0"-3"0,0 8 741,0-3 1,-1 3 856,-3 0 1,2 4-662,-6-1 0,1 3-300,-4 1 0,0 5-280,0 2 0,-4 4 102,1 4 0,-1-1-25,4 4 1,0-3 4,0 3 0,3-3-205,1 3 0,5-3-26,-2 3 1,3-4-267,1 0 1,1-1-3,3-2 1,2-5 178,5-3 0,3-1 47,1-2 1,4-2 102,-5-1 0,5-3-24,-5-5 1,1-4 45,-4 0 0,0-1 130,0 2 0,-4 0 133,1-4 0,-6 3 106,2-3 1,1 4 226,-2 0 1,1 1 49,-4 2-355,0 0 1,0 4 415,0 0 530,0 4-828,0 8 1,4 2-124,-1 8 0,2-3-33,-1-1 0,1 4-209,2 0 0,2 3 303,-5-3 0,4 3-145,-1-3 1,3 0-10,1-4 0,0 2 20,0-2 0,-1 3-46,-3-7 28,3-2-10,-8 0-9,7-5 1,-7-2-137,1-1 0,-3-3-228,-3-5 0,0 0 129,-4 0 1,3-4 16,-3 0 0,1-1 262,-2 2 1,0 1 206,4-1 0,-1 0-30,1-1 0,3 3 190,-2-3 1,1 3-217,2 1 0,4 0 67,0 0 1,5 5-321,2 2 1,0 3-64,4 1 0,1 5-201,-1 2 1,3 4 39,-3 4 0,4 2-179,0 5 0,-2 2-184,1 1 1,-3-1-1378,3 1 1998,-4-1 0,31 7 0,3 4 0</inkml:trace>
  <inkml:trace contextRef="#ctx0" brushRef="#br0" timeOffset="3124">3924 486 7777,'0'-11'2748,"0"5"-3024,0-4-1789,5 9 2065,1-4 0,0 5 0,-1 0 0</inkml:trace>
  <inkml:trace contextRef="#ctx0" brushRef="#br0" timeOffset="3753">4453 100 8683,'-4'-7'1218,"0"-1"1,1 12-540,3 3 1,5 8-375,2 7 1,3 0-281,1 0 0,4 4 21,-1-1 1,6 6-131,-2-1 0,-1-2-341,2 1 0,-5-4-631,5 0 0,-7-5-1338,-1-2 2394,0-9 0,-24-9 0,-1-12 0</inkml:trace>
  <inkml:trace contextRef="#ctx0" brushRef="#br0" timeOffset="3984">5004 67 8306,'-12'0'0,"-3"0"469,-3 0 0,-9 0 162,-6 0 0,-10 0-223,-9 0 0,-10 0-28,-4 0 1,-8 0-149,1 0 1,-1-4-61,4 0 0,12 1-94,14 3 1,6 0-247,8 0-838,3 0 1006,15 5 0,32 1 0,16 5 0</inkml:trace>
  <inkml:trace contextRef="#ctx0" brushRef="#br0" timeOffset="4566">4717 199 8109,'5'-6'1643,"-2"1"-1011,4 5 0,-3 5 157,3 2 1,4 8-451,4 3 0,1 4-140,-2 4 0,-1-1-75,1 4 0,-1-3-137,-2 3 1,-2-8 7,-1 1 1,-3-7-314,-5-1 36,0-1-110,0-7 27,0-1 0,0-7-120,0-1 0,-2-5-245,-1-6 0,2 0 291,-3-4 1,1 1-40,0-2 1,2-1 243,-3 1 0,3 2 50,1-1 0,0 4 64,0 0 1,5 2-5,2 5 0,3-1 106,1 4 0,0 0 32,0 4 1,3 5 266,1 2 1,4 3 54,-5 1 0,6 4-86,-2 0 1,2 1 67,-2-2 0,3-1-118,-3 1 1,0-5-65,0-2 0,0-1-78,4 2 1,-3-3-60,-1-5 0,-3 0 9,3 0-208,-4 0 1,2-2-71,-5-1 0,-5-3 149,-3-5 1,-1-1 79,-2 1 1,0 0 68,0 0 0,-2 0-12,-1 0 1,-2 0-23,-3 0 1,-5 5 88,2 3 1,-3-2-8,3 1 0,4 0 122,0 4 0,-1 5-150,-3 3 0,4 1-35,0 2 0,4 0-125,0 0 0,1 0 17,2 0 0,2 4-192,1 0 1,3 0-36,5-4 0,4-4-195,0 0 1,4-1 226,0 2 0,5-3 290,2-5 0,1 0 0,-1 0 0,36-25 0,14-5 0</inkml:trace>
  <inkml:trace contextRef="#ctx0" brushRef="#br0" timeOffset="4961">5522 287 7764,'0'-11'0,"0"0"0,-1 1 614,-3 3-220,3-3-284,-9 9 102,9-4 1,-4 6 161,5 3-244,0 2 0,0 9-90,0 0 0,0-1 70,0-3 0,0 0-59,0 0 0,4 0-10,-1 0 1,5 0-33,-5 0 1,6-1-41,-2-2 0,0 1 120,0-1 1,0-3-29,4-2 0,0 2-127,0-1 1,0 0-168,0-4 0,0 0 192,0 0 0,0-5 52,0-3 0,0 2-15,0-1 0,-1 0-7,-2-5 0,-3 1 178,-5 0 1,3 0-71,1 0 1,0 0-39,-4 0 0,0 0-49,0 0 1,0 4-180,0 0 80,0 4-269,0-2 227,0 5 71,4 5 0,-2 1-21,1 5 0,3 4 62,2 0 1,-2 4 78,1 0 0,1-2 3,3 1 1,-4 1 187,0 3 1,-3-4-246,3 0 0,-4-1-38,1 2 1,-4 0-666,-4-4 0,-7 0 71,-8-4 0,-1-5 626,-2-2 0,-45-18 0,-10-4 0</inkml:trace>
  <inkml:trace contextRef="#ctx0" brushRef="#br0" timeOffset="5628">6217 177 8544,'-5'-6'1491,"4"2"-1168,-3 8 1,6-2 206,2 6 1,5 3-208,-2 3 1,3 2-61,1-1 1,0 1-318,0 2 0,0 2-190,0-5 1,-1 3-198,-3-3 1,2-1 136,-6-3-175,6 0-126,-8-4 126,4-2 1,-5-10 77,0-3 0,0-3-71,0-3 1,0 0 205,0-4 0,0 3 153,0-3 0,0 4 125,0-1 0,4 3-86,-1 1 1,6 1 102,-2 3 0,-1-2 164,2 6 170,-1-1 0,4 4 687,0 0-707,0 0 0,1 5-47,3 2 0,-3 2-142,3-2 0,1 3-54,-1-3 1,4 3 26,0 1 0,1-1-117,2-3 0,-1 2-2,-2-5 0,0-1-194,-4-3 1,0 0-7,-4 0 0,0 0 120,0 0 0,-5-5 63,-2-2 0,0-3 9,0-1 0,0 0 11,-4 0 0,-5 1 14,-2 3 0,-3-3 78,-1 3 1,0 2-29,0 1 0,0 2 13,0-2 0,0 3 125,0-3 1,0 7-45,0 0 1,3 6 40,1-2 0,4 3-168,0 1 1,3 1-123,3 3 1,3-1-49,6 4 0,1-3-343,5 3 1,2-3 144,9 3 1,1-4-238,3 0 1,4-6-363,-1-5 0,0-1 925,-7-2 0,3 0 0,1-25 0,6-6 0</inkml:trace>
  <inkml:trace contextRef="#ctx0" brushRef="#br0" timeOffset="5827">6933 67 7764,'-5'-16'341,"0"4"714,-2-3-450,-3 3 37,9 6-377,-4 1 0,5 6 47,0 3 1,5 3-12,2 8 1,3 2-41,1 5 1,4 4-282,0-1 1,1 6-113,-2-2 1,-1-1-126,1 2 0,2-4-285,-1 3 0,0-5-661,-4 2 0,-2-3 496,-1 0 707,2-1 0,-4-15 0,5-3 0</inkml:trace>
  <inkml:trace contextRef="#ctx0" brushRef="#br0" timeOffset="6353">6933 221 7764,'0'-11'833,"0"0"0,1 1-628,3 3 1,6 2-303,5 5 0,5 0 11,3 0 0,3 5-283,8 2 0,2 3-464,1 1 1,1 0 392,-1 0 0,-4 0 440,0 0 0,-1-3 0,-7-1 0,1-5 0,-4 2 0,-5-3-211,-2-1 211,-3 0 0,-6-1 241,-2-3 93,-3 3 1,-3-7 84,-5 4 1,-2 0-118,-9 4 0,3 0 40,-3 0 1,-1 0-221,-3 0 0,0 5 7,0 2 1,5 3-59,2 1 1,3 0-175,1 0 0,4 0 25,-1 0 1,6 0-84,-2 0 0,7 0-120,0 0 1,9 1 104,-1-1 0,4-5 9,0-3 0,-2 2 73,6-1 1,-2 0-34,1-4 0,2-2 29,-5-1 0,-1-2-9,-3-3 1,3-1 98,-3 1 1,2-2 144,-5-1 1,-2 0 400,1 0 1,-4-3-251,0-1 1,-2 0 362,-1 4 1,0 0 242,0 0-530,0 0 1,0 4-10,0 0-310,0 4 0,0-1 69,0 8 0,4-1-133,0 4 0,3 1-2,-3 7 1,4-3-330,0 3 0,2-1 14,1 0 1,0-1-117,0 1 1,1-2-406,3-1 0,-3-3 364,2-1 1,0-3-131,1 3 0,-2-4 623,5 0 0,11-26 0,5-8 0</inkml:trace>
  <inkml:trace contextRef="#ctx0" brushRef="#br0" timeOffset="6509">7683 221 7764,'0'-6'1623,"0"1"-1066,0 5-296,0 5 1,1 1 78,3 5 0,2 0-309,5 0 0,0 1-231,0 3 0,-2-3-24,2 3 1,-3-3-683,7-1 0,-3 0 906,-1 0 0,5-9 0,1-4 0</inkml:trace>
  <inkml:trace contextRef="#ctx0" brushRef="#br0" timeOffset="6634">7716 34 7764,'0'-8'-286,"0"1"1,1 5-832,3-2 1117,2 3 0,20 10 0,3 4 0</inkml:trace>
  <inkml:trace contextRef="#ctx0" brushRef="#br0" timeOffset="6921">7870 342 7764,'8'2'1041,"-1"1"1,0 0-464,4 4 0,-3-4 72,-1 0 1,-3-2 336,3-1 1,-4 0-610,6 0-330,-7 0 0,2-1-2,-4-2 1,0-4-175,0-4 1,4 0 137,0 0-58,0 0 1,-3 0-628,2 0 501,4 0 0,4 1-48,0 3 1,0 2 87,0 5 1,0 0 83,0 0 0,0 1-167,0 3 1,0 2-213,0 5 1,0 0 192,0 0 1,-1 4-449,-3 0 0,-1-1 684,-2-3 0,-3 10 0,4 3 0</inkml:trace>
  <inkml:trace contextRef="#ctx0" brushRef="#br0" timeOffset="7203">8543 23 7777,'-6'-8'1670,"1"2"-257,0 1 0,4 3-898,-3 6 1,3 7 107,1 7 1,5 4-281,2 4 0,6 2-148,2 5 1,4 0-853,-5 0 0,5 1-167,-5 3 0,1-6-567,-4 2 0,-5-9 496,-2-2 1,-3-4 894,-1-7 0,-20-25 0,-4-5 0</inkml:trace>
  <inkml:trace contextRef="#ctx0" brushRef="#br0" timeOffset="7856">8410 199 6347,'0'-11'292,"0"0"789,0 0 0,0 4-554,0-1 1,5 5-204,3-5 1,2 6-19,1-2 1,0 3-43,0 1 0,3-4-181,1 1 0,3-1 22,-3 4 1,5 0-123,-2 0 1,-1 1 119,2 3 1,-2-2-134,1 6 1,-2-1 9,-5 4 0,4 1-149,-1 3 0,0-3-59,-7 3 1,2-2 58,-5 2 0,3-1-42,-3 4 1,-1-5 87,-3 2 1,0-3-75,0-1 155,0 0 16,5 0 1,-2-1 19,4-2 1,-3-4-118,3-4 1,-3 0-122,3 0 1,-3-3 186,3-1 0,0-3-257,4 3 1,-3-3 43,-1 3 0,-3-3-66,3 3 176,-4-5 205,1 3 0,-2 0-180,1 3 464,-1 1-180,2 2 1,0 5-36,0 3 0,4 1 68,0 2 1,2 0-149,1 0 0,0 0-25,0 0 1,3 1-25,1-1 1,1 0-10,-1 0 0,-2-4 184,5 0 0,-3-4-46,4 0 0,-6-1-45,2-2 0,1 0-5,-2 0 0,5 0 97,-5 0 1,2-4-122,-1 0 1,-3-4 13,3 0 1,-4-1-37,-4-2 1,2 0-141,-5-1 0,3-2 37,-3-1 1,-1-1 175,-3 1 0,-5 3 96,-2-2 0,-3 5-63,-1 2 0,-1 3 81,-3-3 0,3 4 68,-3-1 0,7 8 247,0 3 1,2 4-101,-1 4 1,2-1 86,5 4 1,1 0-67,3 4 1,3 1-184,8-1 0,3 0-294,8 0 0,2 0 35,5 0 1,4-5 38,0-2 1,0-4-185,-4-4 1,-5 2-438,-2-6 1,-6 0-721,-5-7 22,0-2 0,-14-9 1281,3 0 0,-52-19 0,-13-1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7:24.8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44 360 8131,'-4'-8'736,"-4"1"-331,3 5 0,-3 2-226,4 7 0,-3 4-133,3 4 1,0-2-138,4 6 0,0-5 77,0 5 0,0-2-100,0 1 1,0 2 90,0-6 0,5 1-75,3-4 1,1 0-83,2 0 1,4-3 76,0-1 0,-1-5-73,-2 2 0,2-3 59,1-1 1,-2-5 33,-5-2 0,2 1 48,-3-1 0,-1-1 23,1-3 0,-4 0 31,0 0 0,2 4-7,-1-1 45,0 1-160,-4 1 4,5-4 88,-4 9-3,9-4 11,-4 10 0,5 1 1,0 5 0,-3-4 29,3 1 1,-2-2 110,6 1 0,-3-1 21,-1-2 0,4-3 104,-1 3 1,1-3 223,-4-1 0,0-1-239,0-3 0,0-3-94,0-8 1,-3 2-352,-1-6 0,-5 5-518,2-5 0,-2 2 474,2-1 241,-3-3 0,14-16 0,-3-9 0</inkml:trace>
  <inkml:trace contextRef="#ctx0" brushRef="#br0" timeOffset="158">552 382 11868,'0'11'1308,"1"-4"-1040,2 1 1,0-1-306,4 4 0,-1-4-1096,2 1 1,2-1 764,-3 4 1,3-1 367,1-3 0,24-22 0,7-9 0</inkml:trace>
  <inkml:trace contextRef="#ctx0" brushRef="#br0" timeOffset="291">607 183 7862,'-11'-11'67,"3"0"136,1 0-516,4 0-579,-1 0 892,8 5 0,42 21 0,14 9 0</inkml:trace>
  <inkml:trace contextRef="#ctx0" brushRef="#br0" timeOffset="667">1015 117 7862,'0'-6'1849,"0"1"-576,0 5-672,0 5 0,0 2-306,0 8 1,4 2-251,4 5 1,-2 0 73,1 0 1,-3 4-127,3 0 1,-3 3-609,3-3 0,-4 0 151,0-4 1,-1-1-869,-2-3 1027,0-2 1,-5-10-96,-3-2 1,-3-3 133,-3-1 1,0-6 249,-4-5 0,-1 0-119,-3-4 1,4 3 136,0 1 0,1 5 51,-2 2 1,3-1 128,5 1 0,0 2-53,0 6 0,1 2 73,3 5 0,2 4-34,5-1 1,1 1-139,3-4 1,2 4-162,5-1 1,5 0 77,2-7 1,3 2-129,1-6 0,4 1-468,0-4 0,3-1 48,-3-3 601,0-2 0,5-29 0,4-7 0</inkml:trace>
  <inkml:trace contextRef="#ctx0" brushRef="#br0" timeOffset="867">1279 139 7862,'-6'-11'360,"-4"0"1223,3 0-738,2 5-612,0 1 0,5 6 9,0 3 1,0 6 25,0 5 1,5 4-171,2 0 0,3 3-60,1 3 1,0-1-156,0 1 0,0-1-146,0-2 0,0 0-479,0 0 1,0 0 101,0 0 0,-1-1-1663,-3-3 2303,3-2 0,-8-25 0,2-4 0</inkml:trace>
  <inkml:trace contextRef="#ctx0" brushRef="#br0" timeOffset="1245">1213 272 7862,'0'-11'404,"0"0"472,0 0 1,0 0-490,0-1 1,1 1-215,3 0 0,3 0 0,8 0 0,-2 0-53,6 0 1,3 4-134,4 0 0,1 4-6,-2 0 1,2 1 8,3 2 1,0 2 93,-4 1 0,0 8-148,-4 8 0,-5 3-34,-2 3 1,-4 0-27,-4 4 1,-2-3 197,-5 3 0,1-3 5,3 4 0,-3-6 198,3 2 0,-3-7 1,-1 0 0,4-5 0,-1 5 1,6-7-185,-2-1 0,3-5 0,1-6 1,1 0-37,3 0 1,-3-1-249,3-3 0,-2-2 59,2-5 1,-3-1-144,3-3 0,1 3-57,-1-3 1,-1 3 106,-3 1 0,4 4-372,0-1 0,3 6 201,-3-2 0,1 3 124,-2 1 0,0 1-298,4 3 0,-4 2-917,0 5 1486,4 0 0,38 29 0,15 8 0</inkml:trace>
  <inkml:trace contextRef="#ctx0" brushRef="#br0" timeOffset="1785">2800 393 8925,'7'0'3254,"-2"1"-1689,-5 3-676,0-3-685,0 4 0,-5-5-126,-3 0 1,-6-1-139,-5-3 1,-2-2-17,-1-5 0,-5-1-136,-2-3 0,-3 1 122,-1-4 1,1 0-299,3-4 0,-1 1-322,8 2 1,-1-1 130,8 1 1,1 0 27,3 0 0,5 0 141,2 4 0,8 0 31,3 4 1,4 1 168,4 3 1,-2-1 0,5 4 0,-4 1 103,1 7 0,-3-1 223,-1 4 1,-5 0-43,-2 4 0,-3 1 15,-1 3 0,-1-1 82,-3 4 1,-3 0-22,-8 4 0,2 1 53,-6-1 0,4 0-16,-3 0 1,3 1-64,-3 3 0,5-2 3,-2 6 1,4-7 112,3-1 1,4-1 136,4-7 1,0 1-72,0-4 0,4-5 320,4-2 1,5-3-320,2-1 0,5-1-335,-2-3 0,3-6-328,1-4 0,0-6-642,0 2 1,1-1 227,3-3 0,-3 6 769,3-6 0,31-32 0,8-10 0</inkml:trace>
  <inkml:trace contextRef="#ctx0" brushRef="#br0" timeOffset="2344">3186 51 7959,'-1'-10'0,"-1"2"0,-2 0 0,0 1 1311,-1 1-445,4-4-490,-4 9 0,2 1 96,-1 7 1,0 4-107,4 4 0,0 2-54,0 5 1,4 5-104,0 3 1,4 1-27,0 2 0,3 1-94,3-1 0,-1 3-155,1 1 0,2 0-136,-1-4 1,0-1-481,-4-3 1,0-7-595,0-7 543,0-3 374,-5-6 1,-1-9-73,-5-8 1,0-7-33,0 4 1,0-6 184,0 2 0,0-4 50,0-4 1,0 4 130,0 0 1,0 0 169,0 3 0,3-1-12,1-2 0,3 4 451,-3 4 0,3 1-86,-3 2 1,5 5-222,-2 3 1,-1 1 62,1 2 0,-3 5-115,3 3 1,0 6-54,0 5 1,3 2-94,-3 1 1,3-4-242,1 0 1,0 0 18,0 0 0,4-1-198,-1-2 1,5-7-472,-5 3 1,6-6 523,-2 3 1,2-6 359,-2 2 0,8-32 0,-3-9 0</inkml:trace>
  <inkml:trace contextRef="#ctx0" brushRef="#br0" timeOffset="2835">3671 316 7836,'-6'-2'549,"3"-1"-102,1 2-224,2-4 0,2 5 198,1 0-151,3 0 1,5 0 149,0 0 0,0 0 3,1 0-344,3 0 1,-1 0 19,4 0 1,-4 0-209,0 0 1,-5-2 43,-2-1 0,0 0-531,0-4 423,-2 0 0,-5-4-21,0 0 0,0 3 103,0 1 1,-5 3 66,-2-3 0,-3 4-1,-1 0 1,0 2 28,0 1 0,3 0 21,1 0 1,1 1-4,-2 2 0,0 4 118,4 4 1,1 0-272,3 0 1,0 1 88,0 3 0,0-2-63,0 5 0,4-4 41,4 1 1,2-3 14,1-1 1,5 0-32,2 0 0,-1-5-102,1-2 0,1-3 70,3-1 0,0 0-80,0 0 0,0-5 58,0-2 0,-1-3 33,-3-1 0,2 0 78,-5 0 1,-4 0 15,-4 0 1,-1 0 130,1 0 1,-2 0 56,-5 0 1,0 0 259,0 0 1,0 0 310,0 0 279,-5 4-824,-1-2-23,0 7 1,1-1-47,5 6-55,0 4 0,0 4-64,0 0 1,1 3-4,3 1 1,-1 0-180,4-4 0,-1 3-103,1 1 1,3 0-205,-2-4 0,1 4-988,2-1 1,0 1 247,0-4 1210,0-5 0,25-11 0,6-7 0</inkml:trace>
  <inkml:trace contextRef="#ctx0" brushRef="#br0" timeOffset="2968">4079 106 7836,'-16'-22'72,"4"0"0,-3 0-165,8 5 28,2 6 1,10 7-1059,2 8 1123,3 2 0,6 15 0,1 2 0</inkml:trace>
  <inkml:trace contextRef="#ctx0" brushRef="#br0" timeOffset="3396">4377 305 7836,'0'-16'337,"-1"4"0,-2-3 0,-2 3 591,-1 1 1,3 4-677,-5 4 0,1 2-138,-4 1 0,0 0-118,0 0 0,0 1 71,0 2 0,0 2-94,0 3 0,3 1-617,1-1 430,0 2 1,-1 1-176,1 0 1,5-4 182,-2 0 1,3-3 70,1 3 1,3-3 20,1 3 1,5-4 8,-2 1 0,4 0 82,4 0 0,-3 1 139,3-1 0,-3-3 9,-1 3 1,4-2-89,-1 2 1,1-3 245,-4 3 1,4 1-100,-1-2 1,6 6 177,-2-2 1,-1 2-97,2-2 0,-2 7 45,1-3 0,2 3-173,-5 1 0,-2-3-112,-5 3 1,0-3 105,-4-1 1,-2 3-141,-5-3 0,-5 2-152,-7-6 1,-2-2-411,-5-1 1,0-3-658,0-1 1,1 0 424,3 0 0,2 0 802,5 0 0,15-29 0,3-8 0</inkml:trace>
  <inkml:trace contextRef="#ctx0" brushRef="#br0" timeOffset="3805">4575 172 7836,'0'-11'19,"-1"2"1,-1 0 58,-2 2 728,0 4 194,4-2 0,2 10-473,1 3 0,0 3 17,4 3 1,0 3-324,4 5 0,0 4-51,1 0 1,0 1-75,2-1 0,0-3-205,4 3 1,-4-4 148,0-4 0,0 2-592,1-6 91,-3 1 0,4-9 213,-5-2 1,-4-3-59,1-1 1,-6-1-67,2-3 1,-3-6-131,-1-4 0,4-2 33,-1 1 0,1 2 247,-4-6 1,0 4 308,0-3 0,0 5-118,0-2 0,0 3 100,0 1 1,0 0-13,0 0 512,0 0-144,0 4-159,0 3 0,0 5-15,0 2 0,4 5-125,-1 6 0,6 0-216,-2 4 0,3-3 128,1 3 1,0-3-115,0 3 1,0-4-81,0 1 1,4-3-243,0-1 0,0-4-61,0 1 1,-3-6-339,3 2 1,1-3 435,-1-1 0,-1-1 361,-3-3 0,-4-27 0,-3-10 0</inkml:trace>
  <inkml:trace contextRef="#ctx0" brushRef="#br0" timeOffset="4003">5038 150 7836,'-7'-22'0,"1"0"350,1 0 685,-4 5-48,8 1-563,-4 10 1,5 6-160,0 7 0,4 7 12,0 1 0,4 8 107,0-1 0,1 4-257,2-1 0,-3 0-294,-1 4 1,1-3-113,3 3 0,1-3 281,2 3 1,-1-4-1630,1 1 0,0-3 131,1-1 1496,2 0 0,44-15 0,10-3 0</inkml:trace>
  <inkml:trace contextRef="#ctx0" brushRef="#br0" timeOffset="4152">5016 305 7836,'-11'-11'1430,"-2"0"-941,2 0 1,4 4-237,10 4 0,8 2-331,8 1 1,1 0-390,2 0 0,5 3 482,3 1-15,-3 0 0,24 5 0,2 4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7:31.2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33 203 7637,'-6'-5'389,"-2"3"1,3-5 0,0 1 1745,0 0-1502,1 4-228,4-3 1,1 6-235,3 3 0,2 2-13,5 5 1,0 0 58,0 0 1,0 4-225,0-1 0,0 1-305,0-4 1,0 4-485,0-1 1,-3 1-2235,-1-4 3030,1 0 0,7-14 0,3-5 0</inkml:trace>
  <inkml:trace contextRef="#ctx0" brushRef="#br0" timeOffset="140">121 49 7784,'-3'-11'0,"-1"0"0,0 3-705,4 1 1,0 3 704,0-3 0,30 24 0,7 3 0</inkml:trace>
  <inkml:trace contextRef="#ctx0" brushRef="#br0" timeOffset="600">353 313 7784,'6'5'194,"4"-4"782,-3 3-297,-2-3 100,5 4-628,-9-4 0,5 3-83,-2-8 1,-3-2 43,3-5 1,-3 3-141,-1-3 1,4 2 33,-1-6 0,1 3 16,-4 1 1,0 0-376,0 0 252,5 0 0,0 0-87,2 0 1,-1 5 25,-2 2 60,2 3 0,5 1-98,0 0 1,-1 1 23,-3 3 1,3 2 49,-2 5 0,1 0 84,2 0 1,0-4 119,0 1 1,-3-1-19,-1 4 392,0 0-366,5 0 1,-1-4 33,0 1 1,-4-6-122,0 2 11,1-3 1,3-2-130,0-3 1,-4 2 100,0-6 0,-3 1 142,3-4 0,-3 0 33,3 0 1,-4 0 176,1 0 0,0 0-206,0 0 1,3 4-36,-3-1 1,5 5-37,-2-5 0,0 6 48,4-2 1,-2 3-496,6 1 1,1 1-125,-2 3 1,5 2-378,-5 5 0,5 0 368,-5 0 1,2 4 67,-1-1 0,-6 1 455,2-4 0,22 20 0,8 4 0</inkml:trace>
  <inkml:trace contextRef="#ctx0" brushRef="#br0" timeOffset="1226">1191 236 7784,'0'-11'0,"0"0"500,0 0 177,0 0 1,0 0-169,0 0 1,-1 1 29,-3 3 1,0-2-200,-7 5 0,3 1-133,-7 3 0,-1 0-262,1 0 0,-3 5 67,3 2 0,-3 3 5,3 1 1,1 1-8,2 3 0,5-3-280,0 3 1,4 1-2,0-2 0,1 1-511,2-4 132,0 0 332,0 0 0,2-5 73,1-2 0,3-3 52,5-1 0,1 0 46,-1 0 1,3-5 52,1-2 1,1-3-12,-1-1 1,-3 0 81,2 0 0,-1 0 176,-2 0 1,-4 0-27,0 0 1,1 0 122,3 0 1,-4 4-109,1-1 1,-5 6-80,5-2-95,-1 3 1,4 1 36,0 0 0,-4 1-75,1 3 1,-2 2 49,1 5 0,3-4-117,-3 1 0,-1-1 95,2 4 0,-1-4 136,4 1 1,0-6-70,0 2 1,-2-2 135,2 2 1,-6-3-54,6 3 0,-3-4-92,3-4 1,0 2-36,0-6 1,-1 1 7,-2-4 0,0 4-13,-4-1 0,-1 1 26,-3-4 1,0 0-22,0 0 1,0 0 63,0 0 4,-4 0 1,-3 1-32,-4 3 0,0 2 45,0 5 0,4 0 11,0 0 1,-1 0-5,-3 0 1,4 1 8,0 3 1,3 2-39,-3 5 1,4 0-3,-1 0 0,3 0-52,1 0 0,0 1-134,0 3 1,4-2 125,0 6 1,4-1 119,-1 4 1,4 0 139,4 0 1,-3-1-111,3-3 1,-3 3 95,-1-2 1,-3 1-164,-1 2 0,-4-4-133,0-4 0,-2-1-78,-1-2 1,-3-4-910,-1 0 0,-6-4-1197,-1 0 2255,0-1 0,-10-22 0,4-4 0</inkml:trace>
  <inkml:trace contextRef="#ctx0" brushRef="#br0" timeOffset="1592">1544 258 7784,'11'0'0,"0"0"0,0 0 376,0 0 0,0 0 25,0 0 0,3-4-159,1 1 0,0-1-40,-4 4 1,0-4 24,0 1 1,0-2-111,0 1 1,0-1-132,0-2 0,0-3 66,0 3 51,0-3 1,-5-1-80,-2 0 1,-3 0 1,-1 0 0,-5 1-172,-2 3 0,-7-2 57,0 5 1,-6 1 112,2 3 1,1 0 140,-2 0 1,6 5 192,-2 2 1,-1 6-54,1 2 0,2 4 198,6-5 1,2 5 70,5-5 1,0 6-245,0-2 0,2 3-170,5 1 0,2 0-169,9 0 0,2-3-285,6-1 1,-3-8-221,3 1 1,-4-8-627,-4 1 0,3-4 517,-3-4 623,-2-2 0,-5-39 0,-6-9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7:34.8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55 375 8051,'-11'-8'0,"0"2"1040,0 1-566,5-3-27,1 7 117,5-4-161,0 10 0,5 1-298,2 5 1,0 1-108,0 3 1,0-2-280,4 6 1,0-6 71,0 2 1,0 1-202,0-2 0,0 2-202,0-1 1,-3-4 611,-1 0 0,0-15 0,4-8 0</inkml:trace>
  <inkml:trace contextRef="#ctx0" brushRef="#br0" timeOffset="148">11 232 7819,'-1'-12'0,"-2"0"123,0-2 0,-1 5 662,4-2-1376,0 2 1,1 2 91,3 0 0,2 4 105,5 0 0,4 3 394,0 3 0,29 38 0,3 13 0</inkml:trace>
  <inkml:trace contextRef="#ctx0" brushRef="#br0" timeOffset="400">232 397 7819,'6'5'62,"-1"-3"0,-4 4 661,3-1-113,-3 4-226,4-3 0,-5 1 171,0 1 118,5-6-446,-4 8-114,4-9 1,-5 3-164,0-8 1,3 2 59,1-6 0,0 0-180,-4-7 0,3 3 79,1-3 0,1 3-17,-1 1 0,-2-3-35,5 3 1,1-2-42,3 6 0,-4-2-21,1 2 1,-1 2 24,4 5 1,0 1-62,0 3 0,4 2 47,-1 5 1,6 3-85,-2 1 0,4 5 13,4-2 0,-3 2-122,3-2 1,1 2 386,-1-6 0,14 1 0,1-4 0</inkml:trace>
  <inkml:trace contextRef="#ctx0" brushRef="#br0" timeOffset="707">926 154 7819,'-18'-22'-174,"-1"0"0,5 0 402,-5 0 1,1 5 376,-4 2 1,0 3-190,0 1 1,-4 5-6,0 2 0,1 3-117,3 1 1,3 5-100,1 2 0,4 4-106,0 4 0,6 0 33,5 7 0,1-1-104,2 8 1,10 4-8,5 4 1,5 1-194,2-2 1,3 0-568,1 4 0,5 0 201,-2 0 0,2-2-47,-2-5 0,-3-4 95,-8 1 0,2-7-555,-6-1 1055,-4-5 0,-10-25 0,-6-6 0</inkml:trace>
  <inkml:trace contextRef="#ctx0" brushRef="#br0" timeOffset="1040">629 353 7819,'-7'-6'748,"2"-4"-539,5 3 0,2 2-294,1 1 1,7-1 82,5 1 0,6 1 26,1 3 0,5 3-3,6 1 1,5 5-112,2-2 1,4 3-88,4 1 0,-4 2 70,0-2 0,-6 3 121,-8-7 0,-5 2-150,-6-2 0,-5 3-227,-6-3 0,-3-1 97,-5 2 231,0-1 0,-5 4-76,-3 0 1,-1-4-16,-2 1 1,0-1 624,0 4 1,1-4 8,2 1-287,-1-1 1,7 4-46,-1 0 1,3-3-120,3-1 1,8-5 8,8 2 0,-1-3-1,4-1 1,-2 0-31,6 0 1,-4-1-20,-4-3 0,2-2-138,-6-5 0,0-1-155,-7-3 1,-2 2-150,-5-6 0,-10 5 60,-5-5 1,-5 2-411,-6-1 776,-2-3 0,-40-1 0,-8-6 0</inkml:trace>
  <inkml:trace contextRef="#ctx0" brushRef="#br0" timeOffset="1323">1235 419 7819,'11'0'495,"0"0"580,0 0 1,0 4-613,0-1 0,4 6-18,-1-2 1,1 3-296,-4 1 0,0 0-240,0 0 1,0 1 21,0 3 0,-1-3-131,-3 3 1,-1-6 36,-2-2 1,-3-3-402,3 3 593,-3-5 1,-4 2-2,-1-8 0,-5 2 274,2-5 0,-3-1-217,-1-3 0,0-4 90,0 1 1,4-1-157,-1 4 1,6-1-136,-2-3 0,4 3-223,4-3 1,3 3-1058,8 1 1,3 0-663,8 0 2057,2-5 0,49 4 0,12-4 0</inkml:trace>
  <inkml:trace contextRef="#ctx0" brushRef="#br0" timeOffset="1982">1610 397 7819,'-5'-11'270,"0"4"1,-4 0 2003,2 2-1363,5-3-599,-3 7 0,10 1-50,2 7 1,3 3-93,1 1 0,0 4-64,0-1 0,3 6-69,1-2 0,0-1-258,-4 2 0,0-5-44,0 5 1,0-6-337,0 2 1,-5-3 284,-2-1 1,1 0-487,-2 0 368,1-5 123,-4-1 154,-5-5 1,3-5 34,-6-2 0,6-3 164,-2-1 1,2-3 58,-2-1 0,3-1 22,-3 1 1,3 3 80,1-3 1,1-1-130,3 2 0,-2-2 88,6 1 1,-5 3-60,5-3 0,-6 7 191,2 0 0,2 2-156,1-1 1,-1 2-35,2 5 1,-5 0-84,5 0 1,-5 5 50,5 2 1,-5 3-193,5 1 1,-5 1 27,5 3 1,-2-2 8,1 6 1,3-6 89,-3 2 1,2-3-16,-2-1 0,3 0 8,-2 0 1,-2-1 8,1-3 35,-5-2-16,8-5-8,-9 0 0,4-5 45,-5-2 1,0-3-3,0-1 0,0 0 11,0 0 1,0 0 11,0 0 1,0-4 55,0 1 1,0-1 178,0 4 1,2 0 214,1 0-522,3 0 1,7 1-185,1 3 1,-1 2 237,1 5 1,-1 0 35,-2 0 0,3 5-456,1 2 1,-2 4-636,-5 4 0,2-2 523,-3 6 1,2-5-26,-2 5 1,3-2-439,-3 1 0,3 2 926,1-5 0,0-1 0,29-8 0,8-1 0</inkml:trace>
  <inkml:trace contextRef="#ctx0" brushRef="#br0" timeOffset="2601">2337 463 7819,'0'-12'348,"0"-3"165,0 3 1,0-4-131,0 5 0,-5 1 90,-2 3 0,1-2-268,-1 5 1,-1 1-144,-3 3 0,-4 0-13,1 0 0,-1 5-16,4 2 1,0 3-106,0 1 1,0 1 109,0 3 1,5-3-201,2 3 1,-1-2-2,2 2 1,-1-3-146,4 3 1,1-4-171,3-4 248,2 3 0,5-5-67,0 2 0,0-2 130,0-5 1,1-1 155,3-3 1,-3-1-35,3-2 1,-3-3 162,-1 3 1,0-3-43,0-1 1,-3-4 159,-1 1 0,-1-1-49,1 4 0,0 0 73,-4 0 1,-2 0-133,3 0 1,-1 5-89,0 2-254,-2-2 245,4 5 0,-3-3-30,1 8 1,-1 2-18,1 5 1,2-4-28,-1 1 1,4-1-9,0 4 0,-2 2-7,1-2 0,1 5-152,3-8 0,-4 4 124,0-5 1,1-1-65,3 2 1,0-6 25,0 2 0,-4-3 10,0-1 1,1 0-74,3 0 1,0-5-146,0-2 1,-1-4 99,-3-4 0,1 2-114,-4-6 1,4 1 133,-5-4 1,1 2 211,-4-2 0,0 1 0,0-8 0,0 1-30,0-2 0,-5-1 30,-2 1 0,-3-2 220,-1-1 0,0 5 287,0 2 0,-3 8-103,3 3 0,-2 4 1005,5 4-963,4 2 1,-1 10-115,5 2 0,0 9-130,0 6 1,5 2-27,2 5 0,3 0-90,1 4 0,0 2 88,0 1 0,3-1-176,1 2 1,-4-4-32,-3-4 0,-1 2-255,4-6 1,-1 1-641,-3-4 0,2-5 173,-6-2 0,5-6-1081,-5-2 1218,1-5 618,-4-2 0,-5-40 0,-1-14 0</inkml:trace>
  <inkml:trace contextRef="#ctx0" brushRef="#br0" timeOffset="2817">2547 353 7819,'0'-8'307,"0"1"0,1 1 1224,3-1-962,-3-3 1,9 7-131,-3-4 0,4 5-108,4-2 1,1 3-152,2 1 1,3 0 12,-3 0 1,4 5 18,4 2 1,-3 6-13,3 2 0,-6 5-100,-2-2 0,-3-1-181,3 2 0,-8-2-906,1 1 0,-4 2 26,1-6 0,1 2-398,-1-1 1,-2-6 451,1 2 907,-4-8 0,11-32 0,-1-14 0</inkml:trace>
  <inkml:trace contextRef="#ctx0" brushRef="#br0" timeOffset="2958">2767 132 7819,'-17'-21'0,"2"3"290,3 2 0,5 10-113,-1 2 0,6 4-1322,-2 4 0,3-2 1145,1 6 0,10 14 0,2 7 0</inkml:trace>
  <inkml:trace contextRef="#ctx0" brushRef="#br0" timeOffset="3550">3109 342 7819,'-4'-12'607,"-1"-1"686,-1 2 0,3-1-855,-5 8 0,1 1-189,-4 3 1,0 0-96,0 0 0,-1 5-114,-3 2 1,3 3 72,-3 1 1,3 3-95,1 1 0,3 3-496,1-3 1,5 4 138,-2-5 0,3 2-82,1-1 1,1-4 93,3 0 1,-1 0-122,8-4 1,-2-2 99,5-1 0,0-3 69,1-1 1,-3-1 72,3-3 1,-3-2 104,-1-5 0,-1 0-33,-3 0 0,2 0 238,-6 0 0,2 0 18,-1 0 0,-3 0 17,3 0 1,-3 0 131,-1 0 0,0 0-60,0 0 0,0 3 60,0 1 1,-1 5-18,-3-2-154,3 3 19,-4 1 1,5 5 8,0 2 0,1 3-6,3 1 1,1 0 23,2 0 0,2 0 126,-6 0 0,6 0-71,-2 0 0,-1 0 176,2 0 0,-2-4-349,1 1 0,3-5-19,-3 5-225,-2-6 255,5 3-105,-4-5 0,0-5 13,-2-2 0,-2-3-125,2-1 1,-3 0 108,3 0 0,-2 0 145,2 0 1,-1 0 246,4 0 1,-1-4-43,1 0 0,3 2 61,-2 6 1,1-2-89,2 5 1,4-3-55,0 3 1,3 2-110,-3 6 0,4 3-107,0 8 1,0 2-287,0 5 0,2 1-577,-3 3 0,-1-3-925,2 3 0,-1 1 1803,4-2 0,20 16 0,4-1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7:39.3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34 175 7719,'-4'-12'0,"-1"-1"217,-1-2 0,3 0 358,-5 4 1,6 4 225,-2 0-97,3 4-512,1-2 0,1 5 24,3 0 1,-2 5 24,6 2 1,-1 8-31,4 4 0,1 5-100,3 2 1,1 4-44,2 0 0,3 2-122,-3 1 1,3 0-72,1 0 1,-1 0-322,-3 0 0,2-5 144,-5-2 1,-4-4-722,-4-4 701,-4-2 222,1-10 0,-5-6 116,-2-7 1,-2-4-20,-3-4 0,-1-2-39,1-5 1,2 0 74,-1 0 0,4 1 88,0 3 1,-2-3-79,1 3 1,0 0 12,4 0 1,0 5-65,0-2 1,2 3-9,1 1 0,5 1-85,6 2 1,0 4 89,4 4 1,2 1-7,5 2 0,0 5 34,4 7 1,-4 0 92,1 4 1,-4 2-26,-4-3 0,-2-1 162,-5 2 1,-5-5-293,-2 5 0,-8-6-98,-3 2 1,-8-3-281,-3-1 0,-3-1-71,-1-3 1,1-2-367,3-5 1,-2 0 241,5 0 618,1 0 0,12-15 0,4-3 0</inkml:trace>
  <inkml:trace contextRef="#ctx0" brushRef="#br0" timeOffset="556">541 308 8090,'6'0'1774,"-1"1"-1401,-5 3 0,1 2-169,3 5 0,-2 0 25,6 0 0,-5 4-61,5-1 1,-1 2-1,4-1 1,0-3-96,0 3 0,0-3-212,0-1 0,0-4-69,0 1 0,0-6-270,0 2 0,0-4-193,0-4 1,-1 2 224,-2-6 1,-2 1 26,-3-4 0,-1-4 199,1 1 0,-2-1 205,-1 4 1,2 0-6,1 0 1,-1 0-92,1 0 1,0 5 94,0 2 337,-1-2 39,7 5 1,-6 1-155,4 7 1,-3 3-40,3 1 1,-1 0-157,2 0 1,2 1-116,-3 3 1,3-3 118,1 3 1,0-3-14,0-1 0,0-4-46,0 1 0,4-6-52,-1 2 0,1-3-51,-4-1 1,4-1-5,-1-3 1,1-3-154,-4-8 1,0 2 104,0-6 1,-4 5-126,1-5 0,-6 1 282,2-4 1,-3 0 41,-1 0 0,0-2-9,0-1 1,-5 0 193,-2-4 0,-3 3 235,-1-3 1,-4 3-36,1-3 1,-2 4 191,1-1 0,6 9-172,-2 6 0,7 1 98,-4 7 0,6 0-154,-2 7 0,4 3-29,4 8 0,2 2-88,5 5 0,5 5 0,2 3 1,2 1-35,-2 2 1,3 1-178,-3-1 0,3-4-254,1 0 0,-3-2-205,-1-1 0,-1-1-455,2-11 0,-2 5-609,-3-5 0,-1-4 283,1-6 1219,-6-3 0,-8-21 0,-6-4 0</inkml:trace>
  <inkml:trace contextRef="#ctx0" brushRef="#br0" timeOffset="697">839 208 7739,'-11'-17'566,"0"3"158,0-4 0,14 11-715,8 0 1,13 4-751,5 3 0,8 2-726,3 1 1467,3 3 0,40 15 0,10 2 0</inkml:trace>
  <inkml:trace contextRef="#ctx0" brushRef="#br0" timeOffset="983">1798 242 7750,'-12'-18'0,"-2"4"0,-1 1 0,-1 7 363,2 3 1,2 1 541,-3 2 1,3 2-493,1 1 0,1 5-182,2 6 0,4 0-101,4 4 0,1 1-126,2 3 0,4 0-20,4 0 0,4-1-197,4-3 0,2 3-294,1-3 0,1-2 259,3-1 0,1-4-622,2-4 0,3-1 209,-3-2 1,-2-4 232,-1 0 1,-6-5 427,-2-6 0,5-49 0,5-12 0</inkml:trace>
  <inkml:trace contextRef="#ctx0" brushRef="#br0" timeOffset="1317">2007 87 7750,'-6'-11'0,"-4"0"987,3 0-93,-3 5-441,4 1 1,1 10-205,5 2 1,1 8 105,3 3 0,0 3-93,7 1 0,-3 4-60,7 0 1,-1 3-47,0-3 0,0 5 0,4-2 0,-1-2-20,2-1 1,0-3-319,-4-1 0,1-1-253,-1-3 1,-3-2 171,2-5 1,-5-5-176,-2-2 1,-3-3 136,3-1 0,-4-5-107,1-2 0,0-3 81,0-1 0,0-1 56,-4-3 1,0 2 243,0-6 0,-1 6-86,-3-2 0,1-1 542,-4 1 1,5 1-260,-2 3 0,3 3 551,1 1-245,0 0-219,0 1 1,5 2-211,2 8 0,4 3-141,4 8 1,-3-2-109,3 5 0,1 0-334,-2 0 0,2 2-135,-1-6 0,-3 5 56,3-5 615,2 1 0,5-4 0,6 0 0</inkml:trace>
  <inkml:trace contextRef="#ctx0" brushRef="#br0" timeOffset="1667">2625 363 7750,'0'-11'213,"0"-1"69,0-3 1,-2 3 58,-1-3 0,0 3 173,-4 1 1,0 1-91,-4 2 0,-4 0 10,0 4 1,-1 1-226,2 3 0,1 4-27,-1 4 0,1 2-116,2 1 1,4 0 56,0 0 1,3 3-137,-3 1 1,4 0 6,-1-4 1,3 4-201,1-1 0,0 1-530,0-4 48,5 0 0,1-1 269,5-3 0,-1-1-133,-3-2 1,3-3 372,-2 3 1,5-7-48,2 0 1,-1-6 9,-3 2 1,-1-3 233,-2-1 1,1 0 294,-1 0 0,-2 1-138,1 3 1,-3-3 72,3 3 1,-3 2 107,3 1-292,-4 3-154,7 1 1,-6 1 53,4 3 0,-2 2-120,-2 5 1,-2 0-92,5 0 1,-3-1-278,3-3 0,0 3 146,0-3 1,3 2 377,-3-2 0,13-2 0,3-5 0</inkml:trace>
  <inkml:trace contextRef="#ctx0" brushRef="#br0" timeOffset="2310">2768 319 7750,'-6'0'372,"1"0"64,5 0 34,0 5-236,0 1 1,1 5 386,3 0-211,2 0 1,5 0-273,0 0 0,0-1-10,0-3 1,0 3-219,0-3 120,0-2 1,0 1-144,0-2 1,0-3 108,0 3 1,-3-3 28,-1-1-65,-5-5 1,7-1 48,-5-5 1,-1 0 129,-3 0 0,4-1-162,0-3 1,1 3-104,-2-3 0,0 4 1,4 4 0,-3-2-174,3 5 1,0-3-31,4 3 227,0 1 1,0 4-47,0 3 0,1 2 2,-1 5 1,-4 0-229,0 0 1,1 0 66,3 0 1,0-4-77,0 1 0,0-2 96,0 1 1,0 2-31,0-6 1,3 5 316,1-5 0,4 1 0,-5-4 0,2 0 0,-1 0 0,1-4 0,2 1 0,2-2 51,-6 1 0,5 2 135,-4-6 1,3 1 619,-3-4-498,-1 0 1,-4 0 143,-3 0 1,2-4-135,-5 0 0,-2 1 11,-6 3 1,-3 0-56,-8 0 1,3 0-105,-3 0 0,-2 0-83,-1 0 0,1 3 88,-2 1 0,6 4-107,-2 0 1,3 1 9,1 2 1,4 2-165,-1 1 1,6 0 76,-2 4 0,3 2-100,1 5 0,1 0 95,3 4 1,2-3-128,5 3 0,0 0-15,0 0 1,4 3 261,-1-3 1,5-1 163,-5 2 0,1-5-40,-4 5 1,4-5 197,0 5 0,-4-6-268,-4 2 1,-5-3-184,2-1 0,-4 0-381,-4 0 1,-3-3 248,-8-1 1,-2-5-406,-5 2 1,0-3 266,0-1 0,0 0-2083,0 0 2376,5 0 0,1-19 0,5-6 0</inkml:trace>
  <inkml:trace contextRef="#ctx0" brushRef="#br0" timeOffset="2660">3496 407 7750,'11'0'319,"0"0"1,0 0 196,0 0 1,1 0-342,3 0 1,-3 0 81,3 0 1,2 0-26,1 0 0,2 0-17,-2 0 1,2 0 24,-6 0 1,5-1-362,-5-3 1,1 2 157,-4-6 1,-4 5-430,1-5 1,-6 1 96,2-4 1,-3 0 1,-1 0 1,-6-4-41,-5 0 1,-1 1-193,-7 3 1,1 0 299,-4 0 0,0 4 154,0 4 1,0 2 153,0 1 1,1 6 460,3 5 1,2 1 394,5 6 0,1-3-433,3 3 1,2 1-158,5 3 1,1 4 110,3-1 0,7 1-64,7-4 0,4-4-737,4 1 0,3-6 258,8 2 0,-3-6-847,3-2 0,-7-5-64,0 2 1,-2-4-1379,1-4 2372,-2 3 0,-14-23 0,-4-1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7:43.8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199 122 7776,'-6'-2'481,"1"0"165,0-2 1,4 5-407,-2 7 1,1 3 84,2 3 1,5 4-100,3 4 0,-2 5-13,1 2 1,4 3-102,4 1 0,3 0-157,-3 0 0,3-4-617,-3 1 0,3-7 76,-3-1 0,0-1-250,-4-6 1,-4-5-101,0-7 936,-4-2 0,2-35 0,-5-9 0</inkml:trace>
  <inkml:trace contextRef="#ctx0" brushRef="#br0" timeOffset="232">365 122 7776,'0'-7'-241,"0"2"1324,0 5-735,0 5 0,1 3-25,3 6 1,-2 4-58,5 4 1,1 5-26,3 2 0,1 3-358,3 1 1,-2 0-230,6 0 1,-2 0-514,1 0 0,-2-8 478,-5-3 381,0-8 0,-15-22 0,-3-12 0</inkml:trace>
  <inkml:trace contextRef="#ctx0" brushRef="#br0" timeOffset="466">1 287 7776,'1'-6'508,"3"2"0,2-1-67,5 2 0,1-1-145,3 4 1,7 0 9,7 0 1,9 0-136,6 0 1,5 0-27,7 0 1,-5 1-199,0 3 0,-4 1-338,1 2 1,-8 2-141,-3-6 0,-8 5-1674,-3-5 2205,-8 1 0,-16-4 0,-10 0 0</inkml:trace>
  <inkml:trace contextRef="#ctx0" brushRef="#br0" timeOffset="657">155 375 7776,'-17'0'-1421,"1"0"1953,5 0 798,0 0 0,5 1-778,2 3 1,9-3-83,6 3 0,8 1-390,10-2 1,5 2-298,10-1 0,7-3-2120,4 3 2337,0-3 0,10-5 0,8-2 0,4 0 0,-1 0 0</inkml:trace>
  <inkml:trace contextRef="#ctx0" brushRef="#br0" timeOffset="976">1114 232 7552,'-11'-8'0,"0"2"-57,0 1 0,0-2 598,0 3 0,-3 1-167,-1 3 1,-5 0-5,2 0 1,1 1-69,-2 3 0,2 5-59,-1 6 0,3 1-60,8-1 0,-2 1 47,6 2 0,-1 3-201,4-3 0,7-1-43,8 2 1,5-2-147,13 1 1,3 2-305,12-5 1,-1-1-561,4-3 1,-4-5 412,0-2 1,-2-3 610,-5-1 0,-7-39 0,-6-10 0</inkml:trace>
  <inkml:trace contextRef="#ctx0" brushRef="#br0" timeOffset="1352">1280 88 7776,'-6'-4'184,"-3"1"673,5-4-119,1 4-145,3-2 0,0 10-130,0 3 0,1 6 43,3 5 0,2 3-248,5 3 1,3 0-61,1 4 1,5 0-187,-2 0 0,-1 3 84,2-3 1,-5-2-637,5-1 0,-7-4-4,-1-4 1,-1-2-1265,-7-5 853,1 0 429,-4-5 0,0-6 170,0-7 1,0-4 146,0-4 1,0 3 55,0-3 1,0-2 91,0-1 0,0 1 309,0-2 1,0 2 60,0-1 1,4 1 210,0 2 0,4 5-334,-1-5 0,3 11 9,1-4 0,0 2 207,0 2 0,4 2-72,0 6 1,1 2-414,-2 5 1,-1 3 11,1 1 1,2 5-23,-1-2 0,0 2 107,-4-2 0,0 2-591,0-6 0,0 1-52,0-4 1,3 0-836,1 0 1464,0 0 0,6-10 0,2-2 0</inkml:trace>
  <inkml:trace contextRef="#ctx0" brushRef="#br0" timeOffset="1718">1996 309 7776,'-11'-6'0,"4"-4"499,0 3 1,-1-3-53,-3-1 0,-1 3-46,-3 1 1,3 5-140,-3-2 0,2 3-14,-2 1 0,3 0-95,-3 0 1,3 5-102,1 2 1,4 4 74,-1 4 1,6-3-180,-2 3 0,3-2-333,1 2 1,0-3 244,0 3 0,1-3-314,3-1 0,1-4 187,2 1 1,3-5-5,-3 5 1,3-6 187,1 2 1,0-3 0,0-1 1,0-1 22,0-3 274,0-2 1,-1-5 283,-3 0 1,3 4 111,-3-1-220,-2 1 0,4-4-168,-5 0 1,1 5-63,-2 2 1,0-1-31,4 2-300,0-1 0,4 4-42,0 0 0,-1 1-260,-2 3 1,1-2 8,-1 6 0,1-1-337,2 4 0,4-4-58,0 1 0,0-1 857,-4 4 0,0-5 0,19-1 0,6-5 0</inkml:trace>
  <inkml:trace contextRef="#ctx0" brushRef="#br0" timeOffset="2110">2162 243 7776,'-6'-6'1615,"1"-4"-902,0 9-509,4-4 1,-3 8 68,8 1 1,-2 5 113,5-2 1,1 3-167,3 1 0,-1 1 25,-3 3 1,3-3-103,-3 3 0,3-3-121,1-1 0,-4 0-373,1 0 1,-5 0 62,5 0 1,-6-4-77,2 1 1,1-5-139,-2 5-236,1-6 466,-4 3 0,0-10-114,0-2 0,0-3 107,0-1 1,0 0 192,0 0 1,0-4 170,0 1 1,0-1 14,0 4 0,0 0 233,0 0 1,0 0 304,0 0-131,0 0 1,0 3 101,0 1-203,0 5 0,5-3-196,2 5 1,4 5-252,4 2 1,-2 3 96,6 1 1,-2 0-200,1 0 1,2 1-869,-5 3 1,3-3 127,-3 3 1,-1-3-163,-3-1 1,0-1 1043,0-3 0,0 2 0,0-6 0,-9-9 0,-4-6 0</inkml:trace>
  <inkml:trace contextRef="#ctx0" brushRef="#br0" timeOffset="2503">2548 243 7776,'0'-11'593,"0"0"1,0 3 337,0 1-69,0 5-233,0-3-260,4 5 1,1 1-168,3 3 0,2-2-1,-3 5 1,3 4-107,1 4 1,-4 0-152,0-4 0,0 4-324,0-1 0,1 1 242,-4-4 0,3 0-152,-3 0 0,3 0-373,-3 0 147,5 0 1,-7-1-85,6-3-55,-6-2 654,3-5 1,-5-1-36,0-3 1,0-2 65,0-5 0,0 0-68,0 0 1,-1-4 94,-3 1 1,3-2 1,-3 1 1,3 3 203,1-3 0,0 3-27,0 1 1,5 1 96,2 3 1,-1-2-95,2 5 1,-1 1 66,4 3 1,4 0-268,-1 0 0,1 5 13,-4 2 1,0 6-124,0 2 1,0 1 3,0-1 1,-3-3-172,-1 3 0,0-3-163,4-1 1,-1 0-416,-3 0 1,3-4-107,-2 1 1,1-6 921,2 2 0,0-3 0,0-1 0,0-20 0,0-4 0</inkml:trace>
  <inkml:trace contextRef="#ctx0" brushRef="#br0" timeOffset="2866">2989 298 7776,'7'0'1482,"0"0"-678,-4 0-451,6 0 1,-2 0 329,4 0-431,0 0 0,0 0-25,0 0 0,0 0-41,0 0 1,0 0 25,0 0 1,0 0-431,0 0-204,0 0 70,0-5 1,-1-1 131,-3-5 0,-2 0-162,-5 0 0,0 0 186,0 0 0,-5 0-24,-2 0 0,-3 1 197,-1 3 1,4 2 49,-1 5 0,1 0 307,-4 0 0,0 1-103,0 3 1,3 2 68,1 5 1,5 1-156,-2 3 1,1-2-101,0 6 0,2-2-10,-3 1 1,3 2-196,1-6 0,5 5 76,2-5 0,3 2-35,1-1 0,5-4-235,2 0 0,4-1 28,4-6 1,-2-1-181,6-3 0,-6-3 73,2-1 1,-3-6-190,-1-1 1,0 0 231,0-4 0,-4-2 390,-4-1 0,-5 1 0,-2-2 0,-3-3 0,3-3 0,-24-31 0,-3-2 0</inkml:trace>
  <inkml:trace contextRef="#ctx0" brushRef="#br0" timeOffset="3033">3352 22 7776,'-7'-3'324,"0"-1"637,-1-5-527,2 8-100,1-4 1,5 10 163,0 2 1,0 5-111,0 2-1,1 3 110,3 5 1,-1 0-272,4 1 0,0 2-112,4 1 1,0 1 102,0-1 0,-3-3-365,-1 3 1,-1-3-1800,2-1 1,1-4 919,-1 1 1,-2-6-418,1 2 1444,1-8 0,17-21 0,5-11 0</inkml:trace>
  <inkml:trace contextRef="#ctx0" brushRef="#br0" timeOffset="3375">3804 221 7776,'-5'-11'-710,"4"3"1,-4 1 1354,0-2 1,3 1-125,-5 1 0,3 0-260,-3 4 0,-1 1 5,-3-1 0,-3 2-25,-1 1 0,-1 0-71,1 0 1,2 3-43,-6 1 0,6 5-26,-2-2 1,4-1-155,4 1 0,1 1 41,2 3 0,3 0-251,-3 0 1,8 0 68,3 0 0,4 0 61,4 0 0,-2 4 8,6-1 1,-5 1 152,5-4 1,-1 1 117,4 3 1,-3-3-59,-1 3 0,-5-3 193,2-1 0,-4 0 146,-4 0-179,-2 0 0,-6-1-322,-3-3 1,-3 2-199,-8-5 1,-3-1-418,-8-3 1,2 0 242,-6 0 0,5 0-809,-5 0 1254,6 0 0,2-14 0,6-5 0</inkml:trace>
  <inkml:trace contextRef="#ctx0" brushRef="#br0" timeOffset="3541">4036 496 7776,'11'0'222,"-4"0"1,1 0 742,0 0 0,-2 0-3049,2 0 2084,-6 0 0,-22-5 0,-10-1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7:50.4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253 55 7979,'-11'-6'1309,"4"1"-1077,-1 5 1,2 5-197,-1 3 1,-3 1 12,3 2 0,-3 5-149,-1 3 1,-4-2 214,1 1 1,-2 1-362,1 3 1,1 0-588,-4 0 1,5 2 488,-2-2 344,3 3 0,1-33 0,0 0 0</inkml:trace>
  <inkml:trace contextRef="#ctx0" brushRef="#br0" timeOffset="190">44 55 7858,'0'-11'64,"0"4"0,0 0 579,0-2-622,0 4 0,1-3 217,3 4 0,-2 0 64,5 4 1,1 4-138,3 0 0,3 4-1,1 0 1,1 6-116,-1 5 1,1 1-279,2 3 1,2-1-120,-6 0 1,1 0-441,-4 0 1,3 0 787,-3 0 0,-3-10 0,-8-2 0</inkml:trace>
  <inkml:trace contextRef="#ctx0" brushRef="#br0" timeOffset="340">11 177 7858,'-7'-5'1319,"4"-3"0,6 2-1429,5-1 0,8 4 127,6 0 0,5 2-695,6 1 1,5 0 677,2 0 0,42 0 0,11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7:51.6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254 1 9096,'0'7'475,"0"0"0,-5 1-291,-2 3 1,0 1-108,-4 3 1,2-2-40,-6 6 0,2-2-186,-2 1 0,3 3-381,-3-3 1,-1 2 113,1-2 1,2-2-148,6-5 0,-3 0 194,3 0 1,0-5-332,0-2 699,5-3 0,-13-45 0,3-11 0</inkml:trace>
  <inkml:trace contextRef="#ctx0" brushRef="#br0" timeOffset="166">34 45 7859,'0'-6'775,"0"0"-431,0 2-244,0 3 1,1-3 111,3 8 0,2 2 21,5 5 1,5 0-134,2 0 0,3 4-137,1-1 0,0 5-211,0-5 0,4 5-523,-1-5 0,0 5 306,-7-4 0,2-1 465,-5-3 0,-1-5 0,-3-1 0</inkml:trace>
  <inkml:trace contextRef="#ctx0" brushRef="#br0" timeOffset="341">12 166 7744,'-7'-5'1155,"3"-1"0,13 0-1279,6 2 1,7 3-15,8 1 1,1 0 109,13 0 0,-1 0 28,9 0 0,34 0 0,12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7:54.5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93 352 7747,'0'-7'-77,"0"0"1,0-2 274,0-1 162,0 4 45,0-4-112,0 9-27,0-4-53,0 15 1,-3-1-23,-1 9 0,-1 0-195,1 5 0,0 0-68,-4 3 1,2-2-103,2 5 0,2-3 34,-5 4 1,3-5-200,-3 5 1,3-2 144,-3 1 1,4-3-392,-1-8-477,-2 3 796,5-9 0,-5-1 266,2-7 0,13-42 0,-2-11 0</inkml:trace>
  <inkml:trace contextRef="#ctx0" brushRef="#br0" timeOffset="518">49 319 7747,'5'-14'0,"3"-1"2,1 2 0,-1 4 29,-1 2 0,0 0-3,4 0 1,0 1 80,0 2 0,0 3 30,0-3 1,1 3-45,-1 1 1,3 1-1,1 3 0,0 2-44,-4 5 0,-5 2-178,-3 1 1,-1 0 111,-2 4 0,-2 0-106,-1 4 1,-3-1-39,-5-2 1,-4 2 106,0-3 0,-4 3 21,0 1 0,3 0 58,2 0 1,1-5 6,2-2 0,0-2-32,0 2 1,5-3 15,3 3 0,3-3-52,3-1 0,5-4-81,6 1 1,5-2-177,6 1 0,4 2 34,4-5 0,1-1 26,3-3 1,-7 0 163,3 0 1,-3-1 66,-1-3 0,-2-2 0,-5-5 0,-1 0 0,-3 0 0,-3 0 0,-8 0 0,3 0 0,-2 0 0,0 4 15,-1-1 1,0 1 180,-4-4 0,-2 0 93,3 0 0,-3 4 139,-1-1-160,-5 1 1,-1-4-46,-5 0 0,0 3 114,0 1 1,0 5-191,0-2 0,0 3-121,0 1 1,0 0 104,0 0 1,0 5-126,0 2 0,0 3 0,0 1 1,5 3 31,2 1 1,3 4-49,1-5 0,0 6-37,0-2 1,2-1-155,6 2 0,0-5-68,11 5 1,4-7-230,6-1 1,0-1 69,0-6 1,4-6-491,4-5 918,4-3 0,38-50 0,-33 24 0,1 0 0</inkml:trace>
  <inkml:trace contextRef="#ctx0" brushRef="#br0" timeOffset="749">931 386 7747,'-11'-7'111,"0"4"1,0 2 656,0 1-567,0 0 0,0 0-21,0 0 1,1 4-31,3 4 1,-2 3-70,6 4 0,-1-3-168,4 2 0,0 4 111,0 0 1,5 2-66,2-2 0,7 3 48,0-3 1,1-2-161,-4-1 1,-1 1 77,-3-2 0,2 1-3,-5-4 0,-1 0-97,-3 0 1,0 0-266,0 0 1,-8 0-1092,-3 0 1531,-3-5 0,-7-6 0,-2-6 0</inkml:trace>
  <inkml:trace contextRef="#ctx0" brushRef="#br0" timeOffset="1701">1075 507 7922,'0'-6'2063,"0"1"-1654,0 5-204,0 5 0,0 1-89,0 5 1,0 0-94,0 0 0,0 4-162,0-1 0,0 5 30,0-5 1,3 1-195,1-4 1,1 0 102,-2 0 0,0-1-247,4-3 219,1 3 1,3-9-56,0 3 0,0-4 13,0-4 0,0 2 137,0-5 1,3-5-7,1-2 1,0-5 58,-4 5 0,0-5 132,0 5 1,-4-5 19,1 5 1,-5-2 170,5 1 1,-6 3 94,2-3 122,-3 8-386,-1-3 50,0 9-49,0 6 1,-1 3-37,-3 10 1,3-3-29,-3 4 0,3-5-27,1 5 0,0-5-18,0 5 0,1-6 8,3 2 1,-2 1 1,6-2 0,-1 0 83,4-7 1,0 2-39,0-5 0,-2-1 0,2-3 0,-3 0-44,7 0 0,-3-5-3,-1-2 1,1-4-61,3-4 0,-1 2-156,4-6 1,-4 1 122,0-4 1,0 0-86,0 0 0,-1-1 202,1-3 1,-3-2 98,-3-5 0,2 0 199,-3 0 0,-1-2-89,1-2 1,-3 7 44,3-3 1,-4 8 53,0 3 1,-1 5 696,-2 6-418,0 5-353,0 1 0,-4 14-37,0 2 0,-1 8-38,2 3 0,2 4-192,-3 3 1,3 4-12,1 1 0,0-3 18,0 2 1,0 1-38,0-5 1,0-1-226,0 1 0,0 0 33,0 0 0,5-6-195,2-4 1,3-6 217,1 2 1,1-8 55,3-3 0,-3-3-37,3-1 1,2-6-26,1-5 1,-1-1-112,2-7 0,-5 0 88,5-7 1,-5 2 35,5-6 0,-6 6 80,2-2 0,-6-1-39,-2 1 0,0-1 161,4 2 1,-5-2-37,-2-3 0,-1 0 467,0 4 0,-2 0 442,3 4-191,-3 5 0,-2 2-321,-3 8 1,2 3 34,-5 8 1,3 2-9,-3 5 1,4 5 57,-1 2 0,2 4-225,-2 4 1,3-1-224,-3 4 1,3-3 13,1 3 0,0-1-20,0 2 1,0 0-231,0-4 1,4 3-16,0-3 1,4 2-322,0-6 1,1 2 219,2-10 0,4 1-179,0-4 1,-1-5 17,-3-2 540,5-3 0,11-40 0,8-10 0</inkml:trace>
  <inkml:trace contextRef="#ctx0" brushRef="#br0" timeOffset="1848">1758 452 7747,'-6'-11'124,"1"0"0,5 0 307,0 0 0,2 3-489,6 1 0,4 3-335,10-3 1,4 4 20,0 0 1,4 2 371,0 1 0,26 0 0,8 0 0</inkml:trace>
  <inkml:trace contextRef="#ctx0" brushRef="#br0" timeOffset="2804">2585 507 7642,'-1'-11'1300,"-3"0"-1030,-2 5 1,-5 1-112,0 5 1,0 0-2,0 0 0,0 5-170,0 2 0,-4 3 92,0 1 0,-1 0-207,2 0 1,1 4-34,-1-1 0,1 5 82,2-5 1,2 1-415,1-4 407,3 0 1,7-5 21,1-2 0,5-3-181,6-1 0,7-1-218,5-3 1,5-2 101,-2-5 1,-1 0 8,1 0 1,-8 0 350,1 0 0,-7 0 1,0 0 0,-3 4-45,-1-1 0,-5 1 123,-2-4 0,-4 0 73,-4 0 1,-2 3 168,-5 1 0,1 3 328,3-3 1,-3 5 211,3-2 20,2 3-767,0 1-122,5 0 1,5 0-91,2 0 0,4 0 105,4 0 1,2 0-49,5 0 1,4-2 129,0-1 0,3 0-10,-3-4 1,4 0 13,0-4 1,-2-5 77,1-3 0,-1-1-229,2-3 0,-3 1-4,-5 0 0,-1-1-235,-3-3 0,-2 2 117,-5-6 1,-5 6-57,-2-2 1,-3 3 112,-1 1 0,-1 0 11,-3 0 0,-2 5 26,-5 2 0,0 3 629,0 1-234,0 5 0,0 2-84,0 8 0,0 2 39,0 5 0,3 5-63,1 2 0,3 4 106,-3 4 0,5 2-76,-2 5 0,3 0-72,1 0 1,0 2-31,0 1 1,0 0-246,0 4 0,0-4-42,0 0 1,1-1-55,3-2 1,0-1-256,4-3 1,0-3-65,-4-8 1,3-2-491,-3-5 0,1-1 313,-1-3 708,-3-2 0,4-34 0,-5-8 0</inkml:trace>
  <inkml:trace contextRef="#ctx0" brushRef="#br0" timeOffset="2941">2927 463 7747,'-7'-8'-230,"4"1"153,2 0 857,1-4 1,0 3-458,0 1 0,6 5-513,5-2 1,6 3-271,9 1 0,-1 0 460,8 0 0,32 5 0,16 1 0</inkml:trace>
  <inkml:trace contextRef="#ctx0" brushRef="#br0" timeOffset="3224">3842 187 7747,'-11'-18'498,"1"1"154,2 1 1,0 1 1195,4 4-947,1 5-16,3 1-585,0 5 0,0 5 22,0 2 0,0 8-73,0 3 0,1 4 69,2 4 1,0 2-622,4 5 1,-3 4-221,3 0 1,-4 3-560,0-3 1,-1 3 744,-2-3 0,0 0 85,0-4 0,-2 0-576,-1 0 1,-3-10-1430,-5-4 2257,0-6 0,0-31 0,-1-8 0</inkml:trace>
  <inkml:trace contextRef="#ctx0" brushRef="#br0" timeOffset="4117">3974 330 7747,'-5'-11'362,"-1"2"1,-5 0 0,0 2 0,-4 4 61,0 0 0,-3 3-88,3 3 1,1 5 104,3 6 1,-4 0-153,0 4 1,2 1-74,5 3 1,0 0-270,4 0 0,2 0 127,5 0 0,1 0-556,7 0 0,3-5 264,8-2 0,1-3-778,3-1 0,-2-1 252,6-3 1,-5-2 31,5-5 0,-5-1 712,5-3 0,-2-2 0,1-5 0,-3 0 0,-8 0 0,2-1 0,-5-3 0,-1 3 0,-3-3 0,-3 3 0,-1 1 0,-4 0 0,0 0-63,-1-5 0,-6 4 196,0-3 217,-4 7 109,6-1 99,-7 7-203,7-2 1,-3 5-37,5 2 1,0 0 304,0 4-539,5 1 0,1 1-28,5-1 0,-3 0-120,-1-4 0,1 3 256,3-3-71,0 5 0,0-8-16,0 2 1,0-1-12,0-2 0,0 0-292,0 0 0,0-4-46,0 0 1,0-4-52,0 0-1,-1-1 123,-3-2 1,-2 0-49,-5 0 1,0-2 121,0-1 1,-1 5-27,-3-2 1,-3 4 85,-8-1 1,1 2 158,-4 3 1,5 1 7,-2-1 1,3 6-36,1 5 0,0 1 95,0 2 0,1 2-91,2 1 1,4 0-13,4 4 1,0-1-94,0 2 0,0 2-117,0-3 1,6-2-317,5-1 0,1 1 130,6-2 0,1-3-26,3-3 0,0-6 28,0 2 0,0-3 308,0-1 0,0-5 0,0-2 0,0-3 0,0-1 0,-4 0 0,1 0 0,-6-1 0,2-3 0,-3 3 0,-1-3 0,-3-1 28,-1 1 0,-5 1 215,2 3 0,-3 0-13,-1 0 1,0 0 295,0 0-210,0-1 207,0 6-434,0-3 0,0 9-119,0 0 1,2 3 18,1 5 0,-2 1 83,3-1 1,-3 5 14,-1 2 1,0 1 15,0-1 0,0-2-15,0 5 1,0-4 39,0 1 0,0 0 41,0 0 0,0 4-28,0-5 0,0 1-14,0-4 0,0 0 682,0 0 77,0 0-381,0-5 0,0-2-263,0-8 1,0-2-260,0-5 1,4-1 88,0-3 0,1 2-60,-2-6 0,3 1-204,5-4 1,0 1-474,1 3 0,0-2-672,2 5 1,0-3 349,4 3 1,-1 1 216,2 3 0,0 1 770,-4 2 0,5 3 0,-3 30 0,5 6 0</inkml:trace>
  <inkml:trace contextRef="#ctx0" brushRef="#br0" timeOffset="4903">4867 419 7828,'0'11'748,"0"0"1,0 0-476,0 0 1,0 0-1,0 0 0,0 0-15,0 0 1,1 0 125,3 0 1,-3 4-295,3-1 1,1 1 29,-2-4 1,2-4 53,-1 1 1,-3-1 39,3 4 0,-2-5 189,2-2-581,-3-3-347,9-1 0,-8-1 329,6-3 1,-6-2-35,2-5 1,1 0-210,-2 0 0,5-4 110,-5 1 0,5-2-17,-5 1 0,6 1 143,-2-4 1,2 5 187,-2-2 0,3-1-43,-3 1 0,3 1 231,1 3 1,-3 1-146,-1 2 1,-3 0 57,3 4 1,-3 1 104,3 3 1,-5 2-150,2 5 1,1 1-145,-1 6 1,1 0 70,-2 1 0,-1-2-19,1 5 0,2-4 71,-1 1 0,3 0 72,-3 0 1,4 0-58,0-4 0,-2-4 1,1 1 1,1-2-42,3 1 1,0-2-71,0-5 0,0 0-130,0 0 0,0 0 103,0 0 0,3-5-114,1-2 1,0-3 206,-4-1 1,0 0-15,0 0 1,0-4 44,0 0 1,-4 0 180,1 0 1,-6 1-49,2-4 1,1 5 7,-2-2 0,1 3 129,-4 1 1,-5 1-78,-2 2 0,-1 4-70,-3 4 1,3 0-27,-7 0 1,3 4-18,1 4 0,3 3-48,1 3 1,3 0-139,-3 4 1,5-1-114,-2 2 1,3 0 37,1-4 0,0 1 34,0-1 0,5-3 76,2 3 1,3-3-100,1-1 0,4-4 124,-1 1 0,6-6 70,-2 2 0,2-3-62,-2-1 0,3-5 98,-3-2 1,3-3-71,1-1 1,-3-4-13,-1 1 0,-5-5 51,2 4 1,-3-4-19,-1 1 1,-1 0-3,-2 0 1,0 0 59,-4-4 1,-1 0 125,-3-1 1,0-2-39,0-1 1,0-1 152,0 1 1,0 3-65,0-3 0,0 3 142,0 1 0,0 5 481,0 2-102,-4 3-113,2 1-519,-3 5 0,4 7-126,-2 10 1,1 3 214,-1 8 1,1-2 66,2 10 1,0-4-273,0 3 0,0 0 65,0 4 1,4-3-400,0-1 1,1-1-1,-2 2 1,0-3-145,4-5 0,1 0-204,3 0 1,-4-5-708,0-2 0,1-8 312,3-3 0,-4-3 1035,0-1 0,-4-34 0,2-9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8:00.70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 78 7751,'0'-11'352,"0"0"-98,0 0 1,0 3 117,0 1 0,0 3-112,0-3 0,0 3 416,0-3-501,0 4 0,-1-1-1,-3 4 1,2 0-74,-6 0 1,1 0-221,-4 0 1,0 4 29,0 4 0,-1 2 3,-3 1 1,3 0-116,-3 0 1,3 3 4,1 1 1,3 1-68,1-1 1,5-3 104,-2 3 0,3-3-43,1-1 0,0 0-74,0 0 1,1-4 27,3 1 1,3-6 85,8 2 1,-3-3 10,3-1 0,-2-4 184,2 1 0,-3-6 0,3 2 0,-3-4 145,-1-4 0,-1 3-134,-3-3 0,3-1 50,-3 1 1,-2 1 94,-1 3 0,-2 0 132,2 0 1,-3 0 138,3 0-26,-3 5-426,-1 1-174,0 5 1,4 5-6,0 2 1,3 3-222,-3 1 1,4 3 151,-1 1 1,0 0-107,0-4 0,0 4-6,4-1 0,0 1 15,0-4 1,0-4 335,0 1 0,5-11 0,2 2 0</inkml:trace>
  <inkml:trace contextRef="#ctx0" brushRef="#br0" timeOffset="574">387 56 7751,'-6'-5'-607,"1"2"534,5-4 261,0 5 67,0-3 36,0 5 1,0 5-90,0 2 1,5 0-95,2 4 0,-1-2 13,1 6 0,1-2-13,3 2 0,-1-3 0,-3 3 0,3-3-44,-3-1 0,-1-1-125,1-3 1,-3 3-503,4-3 420,-6-2 1,4 4-72,-2-6 117,-3 1 0,5-8-162,-2 1 1,-3-6 83,3 2 0,-2-3-109,2-1 1,-3-1 150,3-3 1,1 3 32,-2-3 1,5 3 38,-5 1 1,6 0 202,-2 0 0,-1 3-26,2 1 0,-2 3-100,1-3 0,3 5 188,-3-2-138,3 3 1,1 2 139,0 3 1,-3-2-92,-1 5 1,0 1-31,4 3 1,0 0 36,0 0 0,0-4-20,0 0 0,0 0 2,0 0 1,4 2-55,0-6 1,1 1-2,-2-4 0,0 0-1,4 0 0,-4 0 1,0 0 1,-1-1 153,-2-3-105,0-2 0,-1-5-86,-3 0 7,-2 0 1,-5 0-112,0 0 0,0 3 101,0 1 1,-5 3-85,-2-3 0,-1 5 112,-3-2 1,3 3-13,-7 1 0,1 0 143,0 0 0,1 3 215,-1 1 1,-2 5 117,1-2 1,0 3-148,4 1 0,2 3-127,1 1 0,3 0-101,5-4 0,0 4-233,0-1 1,3 2 110,4-1 0,7-3-136,11 3 0,0-4-317,4-4 1,1 2-623,3-6 0,0 1 326,0-4 0,-1-5 745,-3-2 0,3-22 0,-4-7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8:06.2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0 407 7707,'0'-6'1500,"2"-4"481,1 3-1602,3 2 1,4 1-148,-2 8 1,0 2-189,-4 5 0,3 0-182,-3 0 0,4 0-372,0 0 0,-3 0-39,-2 0 0,2 0-1601,-1 0 2150,0-5 0,-14-6 0,-2-6 0</inkml:trace>
  <inkml:trace contextRef="#ctx0" brushRef="#br0" timeOffset="130">22 230 7707,'0'-11'-287,"0"0"-115,0 0-68,0 5 1,2-2 469,1 4 0,0 0 0,4 4 0,25 35 0,10 8 0</inkml:trace>
  <inkml:trace contextRef="#ctx0" brushRef="#br0" timeOffset="382">232 484 7707,'0'6'458,"1"0"794,3-2-341,-3-3-623,4 4 1,-4-5-67,3 0-34,-3 0-251,4 0 0,-4-1 152,3-3 0,-3-2-98,3-5 0,-2-1-167,2-3 1,-3 3 57,3-3 1,1 3-35,-2 1 1,5 0 37,-5 0 1,6 3 52,-2 1 0,3 5-73,1-2 1,0 3-170,0 1 0,0 1 61,0 3 0,5 3-125,3 8 0,-2-3-429,1 3 1,0-3 795,4-1 0,20 5 0,5 1 0</inkml:trace>
  <inkml:trace contextRef="#ctx0" brushRef="#br0" timeOffset="776">717 164 7711,'-6'-20'307,"1"1"1053,0 4-870,4 3-280,-4 6 0,6 2 243,3 8 1,2 2 14,5 5 1,0 5 3,0 3 1,4 1-273,-1 2 0,2 4-141,-1 0 0,-1 4 151,4 0 0,-8 0-12,1 0 0,-3-2-1105,3-2 0,-1-7-495,-3 3-329,-2-2 876,0-3 485,-4-6 0,4-7 144,-5-8 0,-3-6-13,-1-4 1,-3-6 91,3 2 0,-6 2 106,-1 1 1,0-1 210,-4 1 1,0 1-136,0 3 1,-4 0 192,5 0 1,-1 5-134,4 2 0,-4 3 284,1 1 0,0 1-102,7 3 0,-2 5 36,6 6 0,-5 1-144,5-1 0,0-2-166,7 6 1,2-5-138,5 5 0,4-6-430,-1 2 0,6-4-150,-2-4 1,2-2 73,-2-5 640,3 0 0,11-10 0,8-2 0</inkml:trace>
  <inkml:trace contextRef="#ctx0" brushRef="#br0" timeOffset="1308">971 429 6356,'11'0'2832,"0"0"-2595,0 0 0,0 0-126,0 0 0,-4 0-4,0 0 1,1 0-136,3 0 0,0-1 90,0-3 1,0 2-166,0-6 0,0 2 1,0-1 1,-1-3-272,-3 3 1,2-3 126,-6-1 1,1 0 16,-4 0 0,0 0 110,0 0 0,-5 3 73,-2 1 1,1 5 151,-2-2 0,1 3 80,-4 1 1,1 5 93,3 2 0,-2 3-128,5 1 0,-3 1 22,3 3 1,1-2-96,3 5 0,0-3-93,0 4 0,5-5-259,2 5 1,3-6-74,1 2 0,5-4-214,2-4 1,4 2 228,4-6 1,-3 1 2,3-4 0,1-1 328,-1-3 0,0-2 0,0-5 0,-6-4-52,2 1 1,-7-1 51,-1 4 0,-3-4 136,-3 1 1,0-5 207,-4 4 0,0 1 409,-4 3 0,-2-2-292,-1-1 1,1 5-69,-1-2 1,0 8 90,0-1-485,1 3 97,-2 1 1,4 6 54,0 5 1,0 1-7,0 6 0,3-3-152,1 3 0,4 1 389,0 3 0,-2 1-123,1 3 0,1-3-11,3 3 1,-4-3-376,0-1 0,1 0-456,3 0 0,-1-1 320,-3-2 0,-2-4-626,-5-4-50,5 0 71,-4-4 1,3-4 168,-8-6 1,3 0 698,-3-4 0,3-5 0,-14-35 0,-3-12 0</inkml:trace>
  <inkml:trace contextRef="#ctx0" brushRef="#br0" timeOffset="1507">1445 286 7711,'11'-18'0,"-2"4"225,-1 2 0,2 2 367,-3 2 1,6 3-185,2 5 0,5 2 11,-2 1 1,2 3-54,-2 6 0,2 2-81,-6 1 1,-3 3 71,-3-3 0,-6 5-312,2-2 1,-4-1-190,-4 1 0,-2-4-105,-5 1 0,-5-1-409,-2-3 0,1 3 513,-2-7 0,4-2-488,-3-1 0,5 1 633,-2-2 0,27-23 0,8-11 0</inkml:trace>
  <inkml:trace contextRef="#ctx0" brushRef="#br0" timeOffset="2116">1720 341 7711,'10'-2'-174,"-3"-1"0,3 2 761,-3-3 159,3 3 0,1 1-310,0 0 0,0-2-97,0-1 0,0 2-449,0-3 1,0 3 22,0 1 0,-1-2-78,-2-1 40,1 2-125,-7-9 0,3 4 138,-5-5 0,-5 1-78,-3 2 1,-3 0 36,-3 4 0,0 1 14,-4 3 0,4 0 243,0 0 1,1 1 37,2 2 0,0 5 50,0 6 0,1 0-136,3 4 1,-2-3-21,6 3 1,-1-3-21,4 3 1,0 0 5,0 0 1,6 2-70,5-6 0,2 1-155,5-4 0,-3-1 78,3-3 0,-1-2-119,2-5 1,1 0 84,-1 0 0,0-5 85,0-2 0,-2-3-14,-2-1 0,-3-1 32,2-3 0,-5 3 106,-2-3 0,0 3-54,0 1 1,1 0 14,-4 0 0,3 0 22,-3 0 0,0 3 287,-4 1-137,5 5-56,-4-3 77,4 5 0,-5 5-121,0 2 0,0-1 84,0 1 0,0 4-62,0 4 0,0 0 37,0-4 1,0 0 171,0 0 0,0 0-143,0 0 1,4 0-244,-1 0 1,6-1 113,-2-3-99,3 3 0,1-9 56,0 3 0,0-3-65,0-1 1,0-1-15,0-3 0,0-2-163,0-5 0,-1 0 103,-3 0 0,3 0 58,-3 0 0,3-4-50,1 1 1,0-1 44,0 4 1,0 3-16,0 1 0,0 5 66,0-2 0,0 3 6,0 1 1,-3 5-81,-1 2 1,0 3-90,5 1 0,-3 4-515,-1-1 1,1 5-41,-1-5 753,2 6 0,20 12 0,6 8 0</inkml:trace>
  <inkml:trace contextRef="#ctx0" brushRef="#br0" timeOffset="3474">2569 98 7711,'-5'-11'627,"4"0"177,-3 0 0,2 4 44,-2-1-44,3 6-488,-4-3 0,9 10 57,-1 2 1,6 8 129,-2 3 0,4 3-85,4 1 1,1 2-74,2 1 1,3 0-363,-3 4 1,0-3-255,0 3 0,-1-3-38,2 3 1,0-4-364,-4 1 1,0-8-528,-4-3 421,0-3-504,-5-6 856,-1-1 0,-7-10 109,-1-2 1,-3-4 183,-5-4 1,-2 3 72,-1-3 1,-2-1 210,-3 1 0,-2 1-160,3 3 1,1 0 399,-1 0 0,0 3-150,0 1 0,-3 5 4,3-2 1,2 4-1,1 4 1,3 3 71,1 8 0,1-2-138,3 5 1,2 0-68,5 0 0,1 3-62,3-3 0,2 2-181,5-2 0,5 2-29,2-6 1,3 0-302,1-7 0,-3-2 34,-1-5 0,-1 0 32,1 0 1,2 0-121,-5 0 1,-1-1 119,-3-3 1,0-2 118,0-5 0,1 1 248,-1 3 1,-2-3 55,-1 3 1,0 1 317,-4-2-243,5 1 1,-7 1 272,5 2 164,-4-2 469,7 5-404,-9-4 147,9 5-487,-4 5 1,5 0-77,0 2 1,-4-1-28,0-2 0,1-3-155,3 3 0,0-3-31,0-1 0,1 0-45,3 0 66,-3 0 0,4 0-6,-5 0-160,0 0 0,-4-5 62,1-2 1,-6 1-128,2-2 0,-4-3 59,-4-3 1,-2-1 107,-5 4 0,0 0 110,0 0 1,0 3-115,0 1 55,0 5 1,0-3 93,0 5 0,4 1 199,-1 3 1,6 2-128,-2 5 1,3 1 19,1 3 0,0-2-337,0 6 0,0-6 91,0 2 0,5 1-105,2-2 1,3 2-37,1-1 1,1-6-36,3 2 1,-2-4 81,6 0 0,-1-1 9,4-2 1,-4-3 68,1 3 1,-4-6 166,3-2 0,-5-5-103,2 2 1,-3-3 160,-1-1 1,-3 0-7,-1 0 0,-4-1-104,0-3 0,-2 3 10,-1-3 0,0 3 21,0 1 1,2 0-1,1 0 1,-1 0-38,1 0 115,-2 0 268,-1 5-236,0 1 0,0 6 172,0 3 1,0-2-216,0 5 1,4 4-134,0 4 1,1 0 74,-2-4 0,0 0-134,4 0 0,-3 0 127,3 0-181,1 0 0,3 0-167,0 0 282,0-5 0,0-1-107,0-5 0,0 0 9,0 0 1,-4-1-111,0-3 1,0-2 45,0-5 0,1 0-74,-4 0 0,3 0 119,-3 0 0,4 0 44,-5 0 1,1 0 106,-4 0-58,5 0 178,-4 0 1,5 5 95,-2 2 42,-3 3 0,5 1 120,-2 0-154,-3 5 1,8 1-199,-6 5 1,5 0-8,-5 0 1,6 0-11,-2 0 0,3 0-47,1 0 1,-4-4-182,1 1 1,-1-5 79,4 5 1,0-6-112,0 2 1,0-3-8,0-1 0,0 0-75,0 0 1,0-1-164,0-3 1,-3-2 137,-1-5 0,-1 0-1,2 0 1,0-4 183,-4 1 0,-1-6 150,-3 2 0,0-3 0,0-1 0,-1-4 0,-2 0 0,-4-4 0,-4 0 0,0-2 0,0-1 0,4 4 157,0-1 0,-1 7 75,-3 1 1,1 5 78,3 6 1,1 5 39,2 2 1,3 8 147,-3 3 1,3 5-32,1 7 1,4 0 59,0 11 0,4-1-277,-1 4 1,3 0-215,1 0 1,-1 4-343,-3 0 1,3-3-198,-2-1 0,1-7-545,2 3 0,-1-4 586,-2-3 1,3-5 460,0-2 0,19-32 0,11-9 0</inkml:trace>
  <inkml:trace contextRef="#ctx0" brushRef="#br0" timeOffset="3641">3550 264 7711,'0'-11'122,"4"3"87,0 1 0,5 4-245,2 0 0,5 1-413,6 2 0,-3 2 153,-1 1 0,0 0 296,5 4 0,18-9 0,6 1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8:02.7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99 342 7751,'7'-5'-1765,"2"4"1765,-7-9 0,4 9 0,-3-3 0,-1-2 0,4 5 0,-3-3 0,-1 2 0,1-2 0,0 3 0,0-3 0,-1 3 0,3-1 0,-5-1 0,4 2 0,-1-4 0,4 5-21,-4 0 0,3-4 157,-3 0 59,-1 1 47,8 3 1,-8-4-17,5 0 1,-3 1 540,3 3-412,-4 0 0,3-4 344,-2 0 108,-3 1-415,4 3-309,-5-5 20,0 4 1,-5-4-151,-3 5 1,-3 0 58,-3 0 1,0 0-176,-4 0 1,1 1 49,-2 3 1,0-3-19,4 2 0,-3 2-48,3-1 0,0 3-127,4-3 25,0 5 1,1-7-91,3 5 93,2 1 0,10-1 83,2 0 0,8 0-47,4 0 1,1 1 163,2-4 1,4 5-98,0-2 1,3 2 147,-3-2 1,0 3 66,-4-3 0,0 3 172,0 1 1,-5 0 115,-2 0-83,-8 0 0,-3 0-58,-8 0 1,-3-1 47,-8-3 1,-6 2-495,-5-6 1,-4 1 141,0-4 1,0 0-201,0 0 1,7 0 69,5 0 247,4 0 0,18-19 0,9-6 0</inkml:trace>
  <inkml:trace contextRef="#ctx0" brushRef="#br0" timeOffset="214">408 287 7751,'11'-11'471,"-4"5"766,1 2-747,-6 3 1,7 2 32,-5 3 0,3 3 150,-3 8 0,4 2-250,-1 5 1,0 1-176,0 3 1,0-2-232,4 6 1,-1-2-219,-3 1 1,3 2-110,-2-5 0,-3-1-427,-2-3 1,-2-4-678,-1-4-1224,0-2 1389,0-5 1249,0-2 0,-4-35 0,-3-7 0</inkml:trace>
  <inkml:trace contextRef="#ctx0" brushRef="#br0" timeOffset="422">430 287 7751,'4'-11'0,"-1"0"241,6 0 1,-3 1 390,5 2 0,5 4-160,3 4 1,1 0-111,2 0 0,4 4-119,0 4 0,0 5-135,-4 2 0,2 5-204,-2-2 1,-3 3 126,-12 1 0,-2-1-83,-5-3 1,-3 2-848,-4-6 1,-5 1 81,-10-4 1,-4-1-958,0-3 1774,-4-2 0,6-15 0,-3-2 0</inkml:trace>
  <inkml:trace contextRef="#ctx0" brushRef="#br0" timeOffset="833">904 364 7751,'-11'-11'140,"0"0"0,0 1 195,0 3 1,0 2 67,0 5 1,0 0-252,0 0 1,4 5-65,-1 2 0,1 3-6,-4 1 0,5 0-99,2 0 1,3 0 16,1 0 1,0 0-194,0 0 1,0 0-362,0 0 359,0 0 0,5-1 1,2-3 1,3-2 79,1-5 0,0 0-108,0 0 1,0-1 85,0-3 0,-4 2-102,1-6 1,-1 1 217,4-4 0,-1 4-91,-3-1 0,2 1 192,-5-4 1,3 4-49,-3-1 0,3 5 207,-3-5-225,-1 6 293,2-3-214,-4 5 1,8 1-70,-5 3 1,1 2-97,-2 5 1,2 0-69,2 0 0,4 0-223,1 0 1,0 3 135,6-3 0,-3 2 226,3-6 0,20-12 0,9-2 0</inkml:trace>
  <inkml:trace contextRef="#ctx0" brushRef="#br0" timeOffset="1056">1081 176 7751,'-7'-17'328,"1"3"644,3 6-541,1-2-248,-2 9 1,4-2 79,0 6 1,1 5 124,2 6 0,4 3-190,4 5 0,0 1-25,0-1 0,0 3-43,0 1 0,3 1-82,1-1 0,1-3-780,-1 3 0,-3-3 414,3-1 1,-3 0-738,-1 0 1,-1-5-224,-3-2 471,-2-3 807,-5-6 0,-5-1 0,-11-29 0,-7-7 0</inkml:trace>
  <inkml:trace contextRef="#ctx0" brushRef="#br0" timeOffset="1274">1114 375 7751,'-8'-11'0,"2"0"0,1 0 0,-2 3 305,3 1 611,1 0-560,3-4 1,4 3 84,4 1 0,2 5-210,1-2 0,5 3-47,2 1 1,-1 0 0,1 0 0,1 1-28,3 3 1,0-2 12,0 5 1,1 1 14,3 3 1,-3 3-13,3 1 0,-4 1-193,-4-1 1,2-2-217,-5 6 1,-1-6-716,-3 2 0,0 1 52,0-2 0,-3 1-320,-1-4 1,-4-3 1218,0-1 0,-1-14 0,-2-1 0</inkml:trace>
  <inkml:trace contextRef="#ctx0" brushRef="#br0" timeOffset="1406">1323 121 7751,'-16'-22'192,"4"1"49,-3 3 0,8 6-249,3 4-362,3 6 0,7 2-1060,5 7 1430,0 3 0,30 16 0,0 3 0</inkml:trace>
  <inkml:trace contextRef="#ctx0" brushRef="#br0" timeOffset="2285">1698 386 7751,'-5'-11'210,"3"0"0,-5 0 717,3 0 1,-5 1-279,2 3-457,-3 2 0,-1 5-147,0 0 0,1 1-289,3 3 0,-2 2 6,5 5 1,-3 4 77,3-1 1,-3 1 10,3-4 0,1 0 104,3 0 0,-4-4-144,0 1-12,1-1-5,3 4-46,5 0 149,1-5 0,5-1-67,0-5 1,0-1 70,0-3 0,3 2-21,1-6 1,1 1 51,-1-4 1,-3 0 0,3 0 1,-3 4 45,-1-1 0,0 2 117,0-1 0,-4-3 129,1 3 399,-6 2 71,3-5-477,-10 9 0,3-3-55,-6 8-111,6 2 0,-3 5-106,5 0 0,0 0 51,0 0 1,5 0-108,2 0 1,3-1-57,1-3 1,0 3 43,0-3 0,0-2 77,0-1 0,1-3 30,3-1 0,-3 0 2,3 0 0,-3-1 29,-1-3 1,0-2 105,0-5 0,-1 0-80,-2 0 1,1-4 112,-1 1 0,-3-6-79,-2 2 1,-1-3 118,-2-1 1,0-4 82,0 0 0,0-3 39,0 3 0,-4-3 63,0 3 0,-3 0-113,3 4 0,-3-2 22,3 2 0,0-2-26,4 10 1,-3 3 402,-1 3-921,0 6 292,4-3 0,0 14-60,0 2 1,0 7-51,0 0 1,0 4-32,0 4 1,2 2 59,1 5 1,0 1 3,4-1 0,2 0-82,5 0 0,-1-4-128,1 1 1,4-6-29,0 2 0,-2-4-223,-1-4 1,0-6-232,0-4 472,0-6 1,-5 2 121,-3-8 0,2-3-121,-6-8 0,1 2 26,-4-6 1,0 2 100,0-1 1,0-3 105,0 3 1,0-7 130,0-1 0,-1 1 194,-3 3 0,2 0 443,-6 0 0,5-4-126,-5 0 1,2 0 157,-1 4 1,1 1 366,2 3 69,3-3-925,-4 14 0,5-2-212,0 13 0,0 3 83,0 8 1,5 7-266,2 8 0,3 1-58,1 2 1,0 1-116,0-1 0,0-2-409,0-1 0,0 2-50,0-3 0,0-2-607,0-1 1,4-8 647,-1-3 0,2-3-693,-1-1 769,-3-5 624,4-1 0,5-39 0,2-9 0</inkml:trace>
  <inkml:trace contextRef="#ctx0" brushRef="#br0" timeOffset="2660">2381 265 7751,'-4'-11'0,"-3"0"269,-4 0 0,4 3 1087,0 1-561,4 4-458,-2-1 1,5 8-88,0 4 0,0-2-13,0 1 0,0 1-99,0 3 0,2 3-114,1 1 0,2 0-20,2-4 0,3 3-102,-2 1 1,0 0-318,0-4 1,1-4-161,-1 1 43,2-1 0,-1 0-1,-1 1-96,1-6 564,-2 3 0,2-6-78,-1-3 1,-3-2 216,-5-5 0,3 0-40,1 0 1,0 0 46,-4 0-80,5-5 1,-3 4 133,5-3 1,-3 3-47,3 1 1,-3 3 173,3 1 1,-3 5-118,3-2 1,1 3-30,3 1 1,0 1-98,0 3 1,0 3-82,0 8 0,4 2-7,-1 5 0,1 0 129,-4 0 0,-4 4 27,1-1 0,-6 6 21,2-2 0,-4-2 139,-4-1 0,-3-3-332,-8-1 0,-2-5-266,-5-2 0,0-4-211,0-3 0,-4-4 561,0-4 0,-19-19 0,-1-6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8:12.4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0 199 7001,'0'-6'565,"0"1"0,0 4-106,0-3 0,0 3-76,0-4 199,0 5 1,4 1-515,-1 3 0,1 2 7,-4 5 1,4 0-100,-1 0 1,2 0-132,-1 0 1,-2 0-347,6 0 1,-6 0 65,2 0 0,1 0-1213,-2 0 1074,6 0 574,-8-5 0,9-25 0,-4-12 0</inkml:trace>
  <inkml:trace contextRef="#ctx0" brushRef="#br0" timeOffset="156">77 66 7688,'-3'-11'267,"-1"0"151,0 0 1,4 0-149,0 0-453,0 5-290,0 1-986,0 5 1459,5 0 0,16 15 0,8 3 0</inkml:trace>
  <inkml:trace contextRef="#ctx0" brushRef="#br0" timeOffset="509">232 221 7688,'4'6'132,"1"0"1,4-3 176,-2 0 0,-3 5 55,3-5 0,-3 5-92,3-5 1,-4 6 80,0-2 1,2-1-163,-1 2 1,0-5-26,-4 5 0,3-5-252,1 5 0,0-5-76,-4 5-36,0-6 111,0 3-540,0-5 1,0-5 480,0-2 1,-4-3 121,0-1 0,1 0 16,3 0 1,0 0 86,0 0 1,3-4-74,1 0 0,3 1 12,-3 3 0,5 3 3,-2 1 0,3 1 51,1-1 1,-4 2 114,0 5 1,1 0-83,3 0 1,4 5-36,-1 2 1,2 6-163,-1 2 1,-2 3-199,6-3 0,-2 4-163,1-5 1,3 5-1062,-3-5 1514,-2 1 0,10-9 0,-3-1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8:16.0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188 133 7752,'-2'-11'0,"0"0"301,-2 0 0,-1 3-58,2 1 1,0 5-15,-4-2 0,3-1-89,-3 1 1,0 1 16,-4 3 1,0 0-38,0 0 1,-1 1-116,1 3 1,0 2 61,0 5 0,0 0-141,0 0 0,0 3-85,0 1 0,5 4 99,3-5 1,-2 5-34,1-5 1,0 2 7,4-1 0,5-3 23,3 3 1,1-4-163,2-4 1,0 2-347,0-5 0,4-1 215,0-3 0,-1 0-2,-2 0 0,-1-5 168,0-2 1,0-3 188,0-1 0,-4-1 0,0-3 0,-4-1 53,0-2 1,-1-3 46,-2 3 1,0 2-109,0 1 1,0 3 18,0 1 1,0 0 582,0 0 0,-2 5 135,-1 2-299,2 3-287,-4 1 0,5 5-131,0 2 1,1 4 14,3 4 1,2-2-68,5 6 1,-3-6-66,3 2 1,-2 1-215,6-2 0,-2 2-73,2-1 0,-3-4-599,3 0 991,-3 0 0,9-24 0,2-1 0</inkml:trace>
  <inkml:trace contextRef="#ctx0" brushRef="#br0" timeOffset="367">342 111 7717,'0'-11'36,"0"3"67,0 1 1,0 3 228,0-3-278,0 0 397,0 1-201,0 1 1,4 10-82,-1 2 1,6 3-6,-2 1 1,-1 3 24,2 1 0,-1 5-78,4-2 0,-4-1-139,1 2 1,-1-6-69,4 2 0,-3 1-191,-1-2 1,-5-3 4,2-3-62,2-1-51,-5-1 110,4-1 1,-5-6-91,0-3 1,0-6 203,0-4 0,0-2 210,0 1 0,0-1-50,0-2 0,0-3 238,0 3 0,0 0-118,0 0 0,0 5 6,0-2 0,5 3 7,3 1 1,-1 5 2,4 2 0,-5 3-37,9 1 1,-5 0-63,4 0 1,2 6-99,-1 5 1,3 1 1,-3 6 0,3-3-163,-3 3 0,1 0-41,-1 0 1,-3-1-250,3-2 0,-3-3 288,-1 3 0,-4-4 235,1-4 0,-6-12 0,3-7 0</inkml:trace>
  <inkml:trace contextRef="#ctx0" brushRef="#br0" timeOffset="783">761 56 7717,'0'-11'144,"0"0"279,0 0 0,0 3-101,0 1-226,0 4 158,5-1 1,-4 5 87,3 2 0,1 4-220,-2 4 0,6 1 88,-2 3 1,3-2 0,1 5 0,1-3-60,3 3 1,-3-4-102,3 1 0,-2-3-93,2-1 1,-3 0-304,3 0 1,-3-4 19,-1 1 1,0-6-243,0 2 0,0-3-15,0-1 0,-4-1 214,-4-3 0,-2-2 103,-1-5 1,0-1 182,0-3 1,0 3 214,0-3 0,-4-1 25,-4 1 1,3-3 295,2 3 1,-2 1-191,1 3 0,-3 0 158,3 0 1,0 3 53,4 1-335,0 4 0,2-1-12,1 4 0,0 1 33,4 2 1,4 4-2,4 4 0,1 5 8,-2 2 0,-1 4 122,1 4 0,-1-2-39,-2 6 1,0-2 161,0 1 1,-5 3-374,-3-3 0,2 0-226,-1 0 0,-1-5-406,-7 2 0,-4-4 294,-6-3 0,0-5-256,-4-6 1,1 0-196,-2-4 1,4 0 748,3-4 0,11-35 0,2-8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8:24.8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166 314 7682,'6'0'728,"-1"-1"-148,-5-3-72,5 3 168,-4-9-499,4 4 0,-5-2 12,0 1 1,-1 5-10,-3-2 1,-2-1-76,-5 1 1,0 1-47,0 3 1,-5 5-27,-2 2 0,1 3-124,-2 1 0,5 4 87,-5-1 1,6 5-67,-2-5 0,8 6-80,3-2 1,3 2-178,1-2 1,10 3-24,4-3 0,11-2-271,4-1 0,8-6-316,3-2 0,6-5 248,-2 2 689,2-8 0,18-46 0,11-16 0</inkml:trace>
  <inkml:trace contextRef="#ctx0" brushRef="#br0" timeOffset="343">442 137 7332,'-5'-11'223,"2"2"800,-4 1-801,5 3 1,-3 7-256,5 1 1,1 5 415,3 6 1,2 4-78,5 4 0,0 3-102,0 1 0,4 5-75,-1-2 0,6 2-175,-2-2 0,3 2 79,1-6 1,-3 1-110,-1-4 1,-1-1-175,1-3-577,-2-2 338,-5-10 1,-5-2 148,-2-8 1,-3-5 19,-1-6 0,0-5 187,0 2 1,0-3 267,0-1 1,0 1-123,0 3 1,0-3 106,0 3 0,0 2 52,0 1 0,2 3 172,1 1 1,2 3-100,3 1 1,5 5-192,-2-2 0,2 8-139,-1 3 1,0 6-40,2 2 0,2 5-237,3-2 0,-2 3-39,-2 1 0,-2-4-222,5 1 1,-3-2 621,4 1 0,-6-2 0,8-10 0,-4-1 0</inkml:trace>
  <inkml:trace contextRef="#ctx0" brushRef="#br0" timeOffset="726">1147 347 7727,'-5'-11'117,"3"0"0,-5 0 434,-2 0 1,-2 1-205,-4 3 0,3-2-25,-3 5 1,2 1-159,-2 3 0,3 0-1,-3 0 1,4 1-205,4 3 0,-2 3 99,6 8 1,-1-3-57,4 3 0,0 1-33,0-2 0,1 2-131,3-1 0,2-3-103,5 3 0,0-3-211,0-1 0,0-1 127,0-3 1,4 2-156,0-5 1,0-1 197,0-3 0,-3 0 86,3 0 1,-3-5 125,-1-2 1,0-4-79,0-4 0,-4 2 429,-4-6 1,-2 2 22,-1-1 0,0-2 222,0 6 0,0-5-7,0 4 101,0 1-245,0 3-322,0 5 0,2 2-92,1 8 1,0 5-35,4 6 0,1 4-68,3-5 0,3 6-50,1-2 1,0-1-276,-4 2 1,1-6 94,3 2 0,-3 0-325,3-4 720,-3 2 0,23-26 0,7-1 0</inkml:trace>
  <inkml:trace contextRef="#ctx0" brushRef="#br0" timeOffset="1085">1401 292 7727,'0'-6'103,"0"0"402,0 2-69,0 3-206,0-4 1,1 6-44,3 3 0,-2 3-13,6 8 0,-2-2 28,1 6 1,3-5 0,-3 5 0,3-2-141,1 1 1,-4-1-87,1-2 1,-2-3-251,1 3 0,2-3 66,-5-1 100,4-5 0,-5-1-199,4-5 31,-5 0 1,3-5 34,-5-2 1,0-6-115,0-2 1,0-4 310,0 5 1,-1-6 40,-3 2 1,3 1 221,-3-2 0,0 5-150,0-5 1,0 6 171,4-2-148,0 3 1,1 2-1,3 3 0,2 2 42,5 5 1,0 1-11,0 3 0,0 5-136,0 6 0,4 5 17,0-2 1,3-1-127,-3 2 0,3-1-53,-3 4 0,0-4-268,-4 1 0,0-6 76,0 2 1,-2-3-445,-1-1 809,2-5 0,-9-6 0,4-6 0</inkml:trace>
  <inkml:trace contextRef="#ctx0" brushRef="#br0" timeOffset="1502">1776 281 7840,'-6'-5'1211,"1"4"-986,5 1 0,1 9 0,3 6 1,-2 1 15,5-1 1,1-2-26,3 6 1,-3-6 113,3 2 1,-4 1-149,7-2 0,-4 5-198,5-4 0,-3-4-45,-1-4 1,-4-1-549,1 1 178,-1-2 121,4-5 0,-5-1 58,-2-3 0,-3-3-71,-1-8 1,0 2-188,0-6 0,-4 5 201,1-5 1,-5 5 154,5-5 0,-1 5 115,4-5 1,0 5 196,0-5 1,0 6-35,0-2 1,0 3 127,0 1 0,5 1 112,2 3-111,3 2 1,1 10-21,0 2 0,0 4-91,0 4 0,0 2-33,0 5 1,4 0-29,0 0 1,-1 0-11,-3 0 0,0-4-224,0 1 0,0-6-327,0 2 1,4-3-3,0-1 0,1-1-299,-1-3 1,-3-2 780,2-5 0,-1 0 0,3-39 0,1-10 0</inkml:trace>
  <inkml:trace contextRef="#ctx0" brushRef="#br0" timeOffset="2011">2228 358 7727,'11'0'363,"-4"0"-109,1 0 1,-5 0 84,5 0 0,-5 0 268,5 0-135,-1 0 1,4 4 139,0-1-287,0 1 0,0-4-414,0 0 1,-4 0-46,1 0 40,-1 0-103,4 0-273,0-5 0,-5-1 282,-2-5 0,-3 0-156,-1 0 1,-5 0 183,-2 0 1,-3 3 205,-1 1 0,0 3 63,0-3 0,0 5 90,0-2 1,0 3 78,0 1 0,0 1-117,0 3 1,1 2 53,3 5 0,-2 0-132,5 0 0,1 4-67,3-1 0,0 5-104,0-5 0,1 5 96,3-5 1,3 2-47,8-1 1,1-3 27,2 3 0,3-6-107,-3-2 0,7-5 74,0 2 0,5-4-10,-4-4 0,-1-2-170,-3-5 1,0 0 59,0 0 1,1-5-65,-1-2 0,-5-3-16,-3-1 0,-3 0-13,-3 0 1,-2-4 121,-2 0 1,-3-4 1,2 0 1,-6-1 49,-5-2 0,-3 1 172,-3 2 0,1 5 63,-1 6 0,2 3-43,1 5 188,-1 0 1,5 6-15,0 5-1,4 6 75,0 9 0,1 2-84,2 5 1,0 5-10,0 3 0,4 2-125,0 1 0,4-2-123,0-1 0,-2 2 70,1-3 1,-1-1-145,2 2 0,1-7-329,-1-1 0,0-1-586,0-7 1,3-2-866,0-5 1837,0-5 0,10-26 0,-4-13 0</inkml:trace>
  <inkml:trace contextRef="#ctx0" brushRef="#br0" timeOffset="2346">2944 204 7727,'-6'-11'0,"1"0"123,5 0 1,-3 3 272,-1 1 0,-5 3-194,2-3 0,-3 4 9,-1 0 1,0 1 107,0 2 1,0 0-176,0 0 0,0 2-162,0 1 0,4 2 3,-1 3 1,2 1-210,-1-1 1,2 5 101,5 2 1,0 0-132,0-4 0,0 3 103,0 1 1,1 1-13,3-1 1,2-3 90,5 3 1,0 1 74,0-2 1,4 1 145,0-4 0,0 4-5,0-1 1,-3 1 159,3-4 1,-4 0-136,-4 0 1,2 0-81,-5 0 1,-1-3-90,-3-1-134,0-5 0,-8 7-140,-3-5 1,-4-1-195,0-3 0,-1 0-319,-2 0 0,-3 0 786,3 0 0,-8-19 0,-2-6 0</inkml:trace>
  <inkml:trace contextRef="#ctx0" brushRef="#br0" timeOffset="2508">3110 523 7727,'11'0'1521,"0"0"0,-1-1-181,-3-3-1310,3 3 1,-8-4-949,6 5 330,-6 0 1,-51-14 0,-18-5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9:10.9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77 7769,'-4'-17'228,"0"3"1,2 1 0,1 2 1447,1 0-1186,0 5 58,0 1-208,0 5 0,1 6 132,2 5 1,0 5-82,4 6 0,-1 4-187,2 0 0,2 4-98,-3 0 1,-1 5-120,1 2 0,-1 0 98,2-4 0,0-4-57,-4 1 1,3-5-84,-3 5 0,3-7-365,-3-1 1,1-1-431,-1-6 0,2-5 22,5-7 0,4 2-217,-1-1 1,7-5 470,1-7 0,3-3 128,8-4 0,-6 2 446,6-5 0,37-25 0,12-10 0</inkml:trace>
  <inkml:trace contextRef="#ctx0" brushRef="#br0" timeOffset="368">684 254 7769,'0'-11'0,"-1"3"0,-3 1 0,2 1 248,-6-1 1,-3 1 454,-3 2 0,-2 3-227,1-3 0,-2 6-184,-5 2 1,0 8-66,0-1 1,1 3-65,2-3 1,4 4-107,4-1 0,1 5 42,2-5 0,0 5-136,4-5 1,0 2 1,4-1 0,2-3-99,1 3 1,4-3-451,4-1 0,0 0 102,0 0 0,1-5-103,3-2 0,-2-3 195,5-1 0,-3-1-61,3-3 0,-4-3 241,1-8 1,-3 2-8,-1-6 1,0 1 197,0-4 0,-1 0-102,-3 0 0,2 4 345,-6-1 1,2 2-18,-1-1 1,-3 2 238,3 5 1,-2 1-220,2 3 0,-2 2 73,6 5 1,-5 0-137,5 0 1,-1 6-172,4 5 1,-1 1-229,-3 6 0,3-3 96,-3 4 1,0-2-12,0 1 0,-1 2 49,1-6 0,0 2-119,-4-1 0,0-4-25,4 0 0,0-1-484,4-6 729,0-1 0,10-27 0,2-7 0</inkml:trace>
  <inkml:trace contextRef="#ctx0" brushRef="#br0" timeOffset="776">905 199 7769,'-4'-11'51,"0"0"120,0 0 318,4 5-87,-4 1 0,2 11-110,-1 5 0,1 1-121,2 6 1,2-3-76,1 3 1,-1 1-165,1 3 1,0-1 91,0-3 1,0 2-65,4-6 0,-3 5-22,3-5 1,1 1 124,3-4 1,0-3-281,0-1 0,1-5 39,3 2 0,-3-3-41,3-1 1,-2-5 43,2-2 0,-4-3-114,0-1 0,0-1 161,-4-3 1,-2 2 44,-1-6 1,1 5 192,-2-5 1,1 6 18,-4-2 0,0 2 57,0-2 0,-4 6-74,1-2 1,-1 3 45,4-3-124,0 5-23,0 1 1,0 6 14,0 3 1,5 2-102,2 5 0,-1 5 172,2 2 1,-2 3-93,1 1 0,3 5 534,-3 2 0,3-1-161,1 2 1,-4-4 17,1 3 0,-6-5-199,2 2 0,-3-3-33,-1 0 0,-5-6-202,-2-3 1,-4-5-484,-4-2 1,3-4-979,-3 0 0,3-3 1499,1-3 0,10-38 0,2-13 0</inkml:trace>
  <inkml:trace contextRef="#ctx0" brushRef="#br0" timeOffset="1391">1290 331 7769,'6'0'787,"-1"0"1,-5 1-305,0 3 0,2-3-166,1 3 1,0-3-19,4-1-250,0 0 1,4 4-168,0-1 1,1 1-71,-1-4 1,-4 0-263,0 0 0,-1-1 279,2-3 1,-2 2-223,-2-6 0,-3 1 129,2-4 0,-1 0 26,-2 0 1,-5 0 532,-3 0 0,-1 1-37,-2 3 0,0-2 89,0 5 1,-4 1-82,0 3 1,0 0 20,4 0 1,4 6-45,0 5 0,3 1-82,-3 7 0,4-1-59,0 4 1,6 0-99,5 0 1,5 3-472,2-3 0,4 2-34,0-5 0,0-4-259,0 0 0,4-6 265,-5-2 0,6-4-43,-6 0 0,2-3 538,-2-3 0,2-4 0,-6-4 0,1-3 0,-4-1 0,0-3 0,0 3 0,-4-3 0,1 3 0,-6-4-36,2 5 1,-3-5 80,-1 5 1,0-5 133,0 5 0,0-1 305,0 4 1,0 0-151,0 0 0,-4 3 512,1 1-659,-1 5-39,4-3 1,0 10-73,0 2 1,1 3 27,3 1 1,-2 1-182,6 3 0,-6-2 143,2 6 0,1-5 69,-2 5 1,2-2 55,-1 1 0,-2 2 270,6-5 1,-6 3-135,2-3 0,2-1-109,1-3 1,-2 0-117,-1 0 292,-3-4-146,4-3 1,-4-5-168,3-2 0,-3-4-152,-1-4 1,-3-1 5,-1-3 0,0-1 26,4-2 0,0-3-34,0 3 0,1-3-212,3-1 0,3 0-619,8 0 1,2 0 193,5 0 0,2 3-644,1 1 1354,-1 5 0,22 7 0,1 7 0</inkml:trace>
  <inkml:trace contextRef="#ctx0" brushRef="#br0" timeOffset="1949">2272 298 7465,'4'-11'1976,"-1"1"-1616,4 3 1,-3-2-85,3 6 0,-3-6 0,3 2 1,-3 0 6,3 0 1,-3 0-68,3-4 1,-3 0 106,3 0 0,-3 0-134,3 0 0,-3 3-23,3 1 0,-4 0 9,1-4 1,-2 3-14,2 1 1,-3 3 101,3-3-288,-3 4 162,-1-2-158,0 5 0,0 5 207,0 3 1,1 2-83,3 1 1,-3 4 8,3 4 0,2 2-62,1 1 1,-1 0-11,2 0 1,-2 0-51,1 0 1,2 0-178,-6 0 1,5-1 112,-5-3 1,1 2-99,-4-5 1,4-1-695,-1-3 346,1 0-920,-4 0 120,0-5-159,0-1 168,0-5-294,5 0 1603,-4-5 0,4 4 0,-15-9 0,-2 4 0</inkml:trace>
  <inkml:trace contextRef="#ctx0" brushRef="#br0" timeOffset="2208">2238 507 7769,'-11'0'0,"4"-1"291,0-3 1,3 3 1197,-3-2-949,4 1 1,0 2 41,6 0 0,5 0 2,6 0 0,5 0-213,6 0 0,1 0-111,7 0 0,-2 0-100,6 0 1,-2 0-87,2 0 0,-3 0 34,3 0 1,-4 0-206,-4 0 1,-3 0-126,-8 0 0,-2 0-1256,-5 0-1707,0 0 1023,-4 0 2162,-7 0 0,-26-5 0,-10-1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9:05.5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188 66 8284,'-4'-11'0,"0"1"0,-1 1 1710,0 2-1386,1 4-62,4-2 1,0 7 81,0 1 1,5 7-98,2 5 0,3 4 103,1 0 0,4 3-345,0 4 0,0-2 81,0 5 1,-3-4-562,3 1 1,-3 2 4,-1 1 0,-1-1-197,-3 2 1,-2-6 294,-5 2 0,0-4-134,0-4 1,-5-2-27,-2-5 1,1-4 531,-1-4 0,-1-31 0,-3-9 0</inkml:trace>
  <inkml:trace contextRef="#ctx0" brushRef="#br0" timeOffset="206">375 55 7816,'0'-12'917,"0"1"212,0 0-265,0 5-457,0 1 0,2 14-129,1 2 0,0 11-66,4 0 1,1 6-57,3-2 1,0 5-184,0-2 0,0 3-279,0 1 1,3 0-150,1 0 0,3-1-522,-3-3 0,0 2 434,-4-5 0,0-2 543,0-5 0,-15-28 0,-3-11 0</inkml:trace>
  <inkml:trace contextRef="#ctx0" brushRef="#br0" timeOffset="432">12 275 8189,'-6'-5'1102,"1"4"0,14-5-1136,6 2 0,11 3 341,7-3 0,6 3-36,9 1 0,8 0-129,10 0 1,1 0-188,2 0 1,-2 0-307,-5 0 1,-8 0-232,-10 0 0,-10 0-1642,-8 0 2224,-13 0 0,-13 0 0,-12 0 0</inkml:trace>
  <inkml:trace contextRef="#ctx0" brushRef="#br0" timeOffset="598">177 429 7816,'-17'0'1766,"1"0"-1446,5 0 0,7 0-118,8 0 0,8-1-61,14-3 1,7 3-101,7-2 0,8-2-176,4 1 0,5-3-934,2 3 1069,0 0 0,11-6 0,3-2 0</inkml:trace>
  <inkml:trace contextRef="#ctx0" brushRef="#br0" timeOffset="892">1191 176 7816,'-3'-11'267,"-2"0"767,-1 0-309,3 5-149,-2 1 0,6 6-126,3 3 0,2 5 40,5 6 0,0 6-218,0 1 1,5 1-52,3 7 0,-2-5-674,1 5 0,-3-5-158,3 5 1,-3-4-484,3 3 1,-8-1 524,1 2 1,-4-5-724,1-6 1292,-3-3 0,-25-25 0,-4-4 0</inkml:trace>
  <inkml:trace contextRef="#ctx0" brushRef="#br0" timeOffset="1116">1180 187 7816,'-7'-22'275,"0"0"0,4 3 326,-1 1-195,3 4 0,1 2-162,0 5 0,6 4-40,5 0 0,5 2-2,6 1 0,2 1 13,1 2 1,5 7-29,6 5 1,-1 5-14,2-2 0,-8 3-206,-3 1 0,-6 4-216,-5-1 1,-5 1-339,-10-4 0,-5 0 109,-2 0 0,-8-1-386,-3-3 1,-7-2 364,-1-5 1,2-5 497,6-2 0,16-17 0,10-6 0</inkml:trace>
  <inkml:trace contextRef="#ctx0" brushRef="#br0" timeOffset="1493">1842 341 7831,'-16'-11'197,"-3"0"0,0 0 364,0 0 1,-1 1-185,1 3 0,2 2-164,-1 5 1,4 0-19,0 0 1,3 1-108,3 3 0,0 3-195,4 8 0,0-3 93,4 3 1,0 1-194,0-1 0,0 0 65,0 0 1,5-3-120,3 3 1,0-3-94,-1-1 0,3-3 99,-2-1 1,1-4 31,2 0 133,0-2 0,0-2-3,0-2 1,1-4 44,-1-4 1,0 0 20,0 0 1,-4-3 30,0-1 0,-3 0 166,3 4 1,-3 1 36,3 3 0,-3-3-144,3 3 1,-3 1-48,3-2 0,-3 6 13,3-2 0,-3 3-9,3 1 1,1 1-66,3 3 0,0 2-152,0 5 0,0 4-63,0 0 1,4 3-643,-1-3 902,6 4 0,7 8 0,7 7 0</inkml:trace>
  <inkml:trace contextRef="#ctx0" brushRef="#br0" timeOffset="1810">2029 286 7831,'-5'-11'-10,"4"4"-1,-3-1 197,3 6 79,1-3 1,1 6-89,3 3 0,2 2-13,5 5 0,1 0-173,3 0 0,-3 4 14,3-1 1,-1 5 30,0-4 1,-2 3 26,3-3 1,-3 3-3,-1-3 0,0-1-3,1-3 0,-6-3 6,-3-1 0,2-3 398,-1 3 71,0-4 1,-9 0-58,-3-6 0,1-5-133,-4-6 0,2 1-271,-5-1 1,1-2 23,2 1 0,2-1-75,1 1 0,3 3-226,5-3 0,2 2-703,1-2 0,6 3 109,9-3 1,7 4 798,11 4 0,18 3 0,10 3 0,7 1 0,0 0 0</inkml:trace>
  <inkml:trace contextRef="#ctx0" brushRef="#br0" timeOffset="2176">2624 341 7831,'-15'-11'89,"2"0"0,-1 1 146,1 3 0,2-2 386,0 6 0,0-1-185,0 4 0,-1 0-24,-3 0 0,3 1-403,-3 3 0,3 2-63,1 5 1,0 0-73,0 0 1,5 4 68,2 0 0,-1 0-156,2 0 0,-1-3 52,4 3 0,0-3-170,0-1 0,5 0 96,2 0 1,3-4-72,1-4 0,1-2 158,3-1 1,-3-1 35,3-2 0,1-1 89,-1-7 0,-1 2-29,-3-5 1,0 0 130,0-1 1,-1 3 7,-3-3 0,2 0 169,-5 0 1,-1 0-10,-3 4 0,2 0 163,1 0-66,-1 0-287,2 5-150,1 1 1,1 6 42,5 3 0,1 3-203,-1 8 0,0 1-27,0 2 1,0 2-202,0-5 0,0 4-198,0 0 0,0-4 679,0 0 0,5-3 0,1-1 0</inkml:trace>
  <inkml:trace contextRef="#ctx0" brushRef="#br0" timeOffset="2791">2779 286 7831,'0'-11'1537,"0"5"-1238,5 1 0,1 5-38,5 0 0,0 5 0,0 2 0,0 3-37,0 1 1,0 4-27,0-1 1,0 5-57,0-4 1,0 3-76,0-3 1,-1 3-96,-3-3 0,2-1-252,-6-3 0,5 0 35,-4 0-179,-1-4-346,-3-3 150,0-4 249,0-4 0,0-3 66,0-4 0,0-3-48,0-1 0,-1 0 207,-3 4 1,3-3 193,-3-1 0,2 0 402,-2 4 0,3-4-267,-3 1 1,3-1 330,1 4 1,0 0-186,0 0 0,0 0-100,0 0 0,1 5 84,3 2-350,2 3 0,5 1 87,0 0 1,0 5-157,0 2 1,0 7 26,0 0 0,0 5 21,0-5 0,-1 5 230,-2-5 0,1 6-52,-1-2 1,-2-2 63,1-1 0,-3-1-109,3 0 0,-3-5 13,3 2 0,-4-6-64,0 2 0,0-4-149,0 0 1,0-3-22,4-3 0,-4-4-324,0-4 1,-1 0 116,-2 0 0,0 0 214,0 0 0,0-3 74,0-1 0,-2 0-43,-1 4 1,0-1 91,-4-3 1,4 3 61,0-3 1,2 3 245,1 1 0,0 0 207,0 0-78,0 0 0,4 5-255,4 2 1,-1 3-161,4 1 1,-2 5-217,5 2 0,0 4 75,1 4 1,-2 1-200,5 2 0,-4 2 99,1-6 1,-3 5-23,-1-4 0,4 0-239,-1 0 1,1-6-257,-4 2 0,0-6 752,0 2 0,10-24 0,2-3 0</inkml:trace>
  <inkml:trace contextRef="#ctx0" brushRef="#br0" timeOffset="3153">3418 341 7831,'5'-6'2570,"-4"1"-2082,9 0 0,-4 4-105,5-3 0,-3 3-133,-1 1 1,0 0-281,4 0 0,0 0-151,0 0 1,0 0-136,0 0 1,0 0-235,0 0-77,1 0 0,-3-5 288,-1-2 0,-3 1-124,-5-2 1,0 0 175,0-7 0,-5 3 121,-3-3 0,-3 3 382,-3 1 1,0 1 79,-4 3 1,4 1 236,0 2 1,1 3-192,2-3 0,-2 8 193,2 3 1,-1 4-201,8 4 1,0 2-65,4 5 0,0 0-184,0 0 1,4 0-205,0 0 0,8 0 34,-1 0 1,7-3-97,1-1 1,1-5-168,2 2 1,2-6-83,1-2 1,0-4-275,4 0 1,-4-3 188,1-3 0,-3-4-144,-1-4 0,-1 0 355,-3 0 0,-2-3 302,-5-1 0,-5-24 0,-1-3 0</inkml:trace>
  <inkml:trace contextRef="#ctx0" brushRef="#br0" timeOffset="3341">3672 21 7831,'-6'-7'426,"2"0"107,3 4 0,1 0-27,0 6 1,1 7 215,3 5 0,2 6-264,5 1 0,3 1-43,1 6 0,0 1-241,-4 3 1,4 0 12,-1 0 0,2 0-760,-1 0 0,-3-1 77,3-3 1,-2-2-231,2-5 1,-3-3-967,3-1 1692,-3-9 0,-1-14 0,0-14 0</inkml:trace>
  <inkml:trace contextRef="#ctx0" brushRef="#br0" timeOffset="4028">3705 275 8267,'1'-6'280,"3"2"1,6 3-110,4 1 0,6 1 80,-2 3 0,4 2-26,4 5 1,1-1 135,2-3 0,2 3-191,-5-3 1,3 2 27,-3-2 0,3 2-149,-3-6 1,-4 1-35,-4-4 1,-1 0-190,2 0 0,0 0 82,-4 0 0,0-5-80,-4-2 0,-1 1-43,-3-2 0,2 1-188,-6-4 1,0-1 128,-7-3 1,-2 3-96,-5-3 1,-5 4 323,-2 4 1,-3 1 104,-1 2 0,1 3 222,3-3 1,-2 8-122,5 3 1,1 3 9,3 1 0,3 1 59,1 3 1,4-2 129,0 6 0,1-5-293,2 5 0,4-1 65,0 4 0,6-5-172,1-2 1,1-1-62,6 0 0,1-5-165,3 2 0,0-4 42,0 1 0,0-4-111,0-4 0,0 0 171,0 0 0,-1-4 43,-3-4 1,-1-2 212,-2-1 0,-6 0-84,2 0 0,-4-3 174,0-1 1,-2 0 41,-5 4 0,4-1 30,0-3 1,-1 3-46,-3-3 1,0 3-68,0 1 1,0 0 83,0 0-120,0 0 0,-1 5-119,-3 2 68,3 3 0,-4 2-20,5 3 1,1 2 15,3 5 1,-3 0-7,3 0 1,-2 4 12,2-1 0,-1 6 3,4-2 1,-3 0 41,3 0 1,-3 0 89,3 4 1,-1-4-176,1-4 1,3 2-49,-2-1 0,-3 0-137,-2-4 535,3-5 12,-4-1 1,2-7-168,-4-1 0,-3-8 109,-1-8 0,-4 2-196,0-1 0,3-1 29,2-3 0,-2 4-38,1 0 0,0 3-506,4-3 0,2 3-289,1-4 1,5 6 10,6-2 1,3 3-635,5 1 0,5 5 495,3 2 0,3 3 806,4 1 0,10 14 0,9 6 0,5 2 0,1-1 0</inkml:trace>
  <inkml:trace contextRef="#ctx0" brushRef="#br0" timeOffset="4192">5006 507 7831,'0'-12'0,"3"5"0,2 1 159,1 1 0,-2 1 795,3 4-954,1 0 0,3-4 0,0-3 0</inkml:trace>
  <inkml:trace contextRef="#ctx0" brushRef="#br0" timeOffset="4317">4984 286 7831,'0'-11'0,"-4"0"-26,0 0-119,1 0 145,8 0 0,10 15 0,9 3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9:14.5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 34 7769,'0'-6'350,"0"-4"-350,0 9 0,9 1 0,4 6 0</inkml:trace>
  <inkml:trace contextRef="#ctx0" brushRef="#br0" timeOffset="1253">22 12 7733,'-1'-6'462,"-2"2"-42,1 3-111,-3 1-248,5 0-254,-4 0 99,2 0 104,-3 0 64,5 0-342,0 5 231,0-4 1,2 8-141,1-6 193,-1 1 1,6-3 3,-4 3 1,1-3 224,-2 3-114,-1-3 31,7-1 0,-6 0 40,4 0-82,-4 0 1,3 0 211,-3 0 203,-1 0-161,3 0-64,-5 0-258,0-5 72,0 4-13,0-4-8,0 5-142,-5 0-167,3 0 56,-2 0-138,4 5-568,0-4 362,0 4 5,0-5 1,4-10 0,3-2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9:14.1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22 9130,'0'-6'-3137,"0"1"3137,0 5 0,9-4 0,4-3 0</inkml:trace>
  <inkml:trace contextRef="#ctx0" brushRef="#br0" timeOffset="1009">34 44 7081,'0'-6'1089,"0"1"-574,5 5-289,-4 0 1,4-1 251,-5-2-160,0 1-172,0-3 0,-2 5 12,-1 0-84,2 0 0,-8 2-180,5 1 159,-4-1 0,6 4-107,-1-3 45,-3-1-185,4 7-79,-2-7 191,4 7 106,0-7 138,0 3 303,4-5-316,3 0 1,0 0 304,0 0-364,-4 0 1,3 0 64,-2 0-820,-3-5 1,4 2-911,-5-4-528,0 4 2103,0-6 0,-15-2 0,-3-7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9:27.8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89 100 7823,'-11'-5'116,"0"-1"0,1-2 1781,3 1-1346,2 4-301,5-1 1,5 4-108,2 0 0,4 0 0,4 0 0,3 0 0,4 0 0,4 0 202,3 0 0,3 0-223,1 0 0,-3 0-124,-1 0 0,0 0-18,4 0 1,-4 3-23,-4 1 1,-3 3-144,-3-3 0,0 5-7,-4-2 1,-5-1-125,-7 1 1,-1 1 115,-2 3 0,-6 0-24,-5 0 0,-5-1 182,-6-3 1,-4 3-3,0-3 0,-3 2 113,3-2 0,-3 2 50,3-6 0,-4 2 172,5-1 0,-1-3-94,4 3 0,4-2 40,-1 2 0,6-3-12,-2 3-55,8-3-127,2-1-178,5 0 0,5 0 119,2 0 1,4 0-79,4 0 1,2 0-203,5 0 0,0 0 3,0 0 0,0 0 16,0 0 0,1 0 67,3 0 1,-3 0 22,3 0 0,-4 0 233,-3 0 1,1 4-111,-1-1 1,-3 5 220,-2-5 0,-1 5-46,-2-5 1,-2 6-42,-1-2 0,-3 3 57,-5 1 0,-1 0 214,-3 0 0,-6 0-52,-5 0 1,-4 0 54,0 0 1,-3 0-156,-3 0 1,-5 0-154,-7 0 0,2-3-294,-5-1 1,3-4 58,-4 0 0,1-2-92,-4-1 0,8-1-253,3-2 1,14 0-1473,4-4 2016,8-1 0,36-12 0,8-4 0</inkml:trace>
  <inkml:trace contextRef="#ctx0" brushRef="#br0" timeOffset="345">1059 144 7823,'0'-6'1523,"5"-4"-335,-4 4-633,4 0 0,-6 6-186,-3 7 0,-2 3-141,-5 1 0,-1 3-138,-3 1 0,1 5-164,-4-2 0,3-1-141,-3 2 0,3-2 249,-3 1 1,3 3-1198,-3-3 1,6-2 183,1-1 0,1-3-1060,6-1 2039,-4-5 0,16-15 0,-1-10 0</inkml:trace>
  <inkml:trace contextRef="#ctx0" brushRef="#br0" timeOffset="537">772 166 7823,'-11'-11'0,"4"1"1396,0 3-411,4-3-694,-2 9 1,5-3 31,0 8 1,5-1 183,2 8 1,8-2-256,4 6 1,3 1-72,3-2 1,0 5-323,4-5 1,-3 6-455,3-2 1,-1-1-140,2 2 1,-3-6 733,-5 2 0,10-3 0,2-1 0</inkml:trace>
  <inkml:trace contextRef="#ctx0" brushRef="#br0" timeOffset="1249">1533 56 8201,'0'-11'0,"0"0"0,1 1 511,3 2 1,-2 3-288,6 5 1,0 0 12,7 0 0,-2 0 9,6 0 0,0 0-14,7 0 1,-1 2-67,4 1 0,-3 3-112,3 6 0,-4-3-3,0-1 0,-3 1-241,-3-1 1,-3 0-444,-5 0 239,-5 2 191,-1-4 0,-10 1 101,-3 0 1,-3-3 29,-3 3 0,-3-4 26,-5 1 1,-2-3 34,-1-1 1,5 3 161,-2 1 1,2 0 1,-2-4 1,1 0-102,3 0 1,-2 0-80,6 0 7,-1 0 1,4 0 15,0 0-13,5 0-87,1 0 1,17 0 166,3 0 1,3 3-75,-3 1 0,2 0 10,5-4 1,0 0-33,0 0 1,0 1-1,0 3 1,4-2 3,0 5 1,3-3-10,-3 4 0,1-1-1,-1 4 1,-3 1 28,3 3 1,-4-3 0,-4 3 0,-3 1 20,-8-2 0,2 1 91,-6-4 1,0 3-17,-7-3 0,-3 2 163,-8-6 0,-3 2-215,-8-2 1,-2 2-41,-5-5 0,-4-1 13,0-3 0,-3 0-152,3 0 1,2 0-93,5 0 1,4 0-1159,8 0 1395,-3-5 0,82-6 0,15-6 0</inkml:trace>
  <inkml:trace contextRef="#ctx0" brushRef="#br0" timeOffset="1513">2624 188 7823,'0'-6'307,"0"-4"422,0 3 984,0 2-688,0 0-480,-5 15 0,3 1-238,-5 7 0,-1 2-210,-3-6 0,-3 5-201,-1-5 1,-1 6-115,1-2 1,2-1-434,-6 2 1,6-4 67,-2 3 1,-1-5-658,2 2 0,-1-6 624,4-2 0,4-5 616,-1 2 0,16-17 0,-1-6 0</inkml:trace>
  <inkml:trace contextRef="#ctx0" brushRef="#br0" timeOffset="1721">2305 188 7823,'-5'-6'665,"4"-4"1042,-4 9-1151,5-4 1,5 5 89,2 0 0,8 5-125,3 2 1,9 7-150,6 0 1,1 6-732,7-2 0,-1 3-55,4 1 1,-5-4-303,-2 1 0,-5-7 560,-6-1 156,-1 0 0,-17-19 0,2 0 0</inkml:trace>
  <inkml:trace contextRef="#ctx0" brushRef="#br0" timeOffset="2390">3154 133 7823,'-8'-11'179,"2"0"1,0 0-1,1 0 1,0 0 687,3 0 1,-3 3-263,1 1-254,0 0 0,6-4-31,1-1-297,3 6 1,9-2 145,0 4 0,4 0-107,0 4 1,-2 0-147,1 0 1,2 0-31,6 0 1,-3 5-66,3 3 0,-3 0 47,-1 0 0,0 5 59,0-2 0,-4 3-26,1-3 1,-9 1-147,1 3 1,-8-3 132,1 3 1,-8 0-48,-3 0 1,-8 4 66,-3-5 0,-8 1 76,-3-4 0,-3 4-5,-1-1 0,1 1-4,3-4 1,2 0 127,5 0 0,1 4-186,2-1 0,5 2 22,6-1 1,5-3 3,6 3 1,8-1-84,8 0 1,3-3 29,4 0 1,-2-1-139,5-6 1,0 1 196,0-2 1,2-1 89,-6 1 1,0-6 181,-7-5 1,2-2 66,-5-1 0,-4 0 266,-4 0 1,-6-5-123,-1-2 1,-6-3 247,-9-1 1,-7 0-249,-7 0 0,-4 0 35,-4 0 0,-1-4-296,-2 1 0,2 2-253,5 5 1,4 5-755,4-2 113,1 3 0,13 6-2222,8 2 2945,11 8 0,68 16 0,20 10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9:34.07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56 121 7833,'-5'-11'-68,"-2"0"0,-2 0 1,0 2 746,2 1 1,3-2-161,-3 3-128,5 2 52,-3-5-204,5 4-265,0 0 0,1-2 80,3 4 0,2 0-166,5 4 1,3-3 42,1-1 0,5 0 119,-2 4 1,7 0-40,0 0 0,2 0 70,-1 0 0,-2 0 15,6 0 1,-1 4 5,4 0 1,-4 0 125,-4 0 0,-1 1-250,-2 2 1,-2 3 117,-1-2 1,-5 1-205,-6 2 0,-3-3 89,-5-1 1,-2 0 37,-1 4 1,-3 4-13,-5 0 0,-6 0-99,-6-4 1,0 3 46,-6 1 0,3 3 18,-3-3 0,-1 3 70,-3-3 0,0 3 24,0-3 0,1 4-85,3-5 1,3 5-25,8-5 0,3 1-125,8-4 0,2 0 58,5 0 1,6 0-182,5 0 0,9-4 103,5 1 1,7-6-66,1 2 0,0-3 149,4-1 1,-4-1-44,-4-3 0,-2 2 400,-5-6 0,-4 0 111,-4-7 1,-6 3 311,-5-3 0,-4-2-319,-6-1 0,-3-4 97,-12-4 0,-3 3-40,-8-3 1,-1 3 79,-3 1 1,2 0-342,-6 0 0,7 4-253,1 4 0,6 3-1625,9 3 700,7-1 0,8 7-1980,11-1 3004,9 6 0,79 13 0,-36-4 0,-1-1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9:32.89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56 188 7691,'-11'0'240,"0"0"236,5 0 26,-4 0-45,4 0-27,0 0 84,1 0-190,5 0 0,5 0-97,2 0 0,8 0 13,3 0 0,8 0-256,3 0 0,8 0-47,4 0 0,0 0-28,0 0 0,5 0-199,-2 0 0,-2 0-431,-5 0 0,-4 0 132,-4 0 0,-2 0-1085,-5 0 1674,-10-5 0,-17-1 0,-13-5 0</inkml:trace>
  <inkml:trace contextRef="#ctx0" brushRef="#br0" timeOffset="315">354 23 7833,'-6'-5'372,"-3"2"1,4-3 156,-1 1-354,4 2 0,-5 3 120,4 0 0,2 5 91,-3 2 1,3 3-109,1 1 1,0 1 128,0 3 1,0-2-330,0 6 1,3-1-98,1 4 0,0-4-136,-4 1 1,0-1 50,0 4 0,0-4-92,0 1 0,0-2-169,0 1 0,-4 2-1324,0-5 1689,1-1 0,32-32 0,8-8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9:36.51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113 0 7867,'11'0'-36,"0"0"1,0 0 0,1 0 0,4 0 0,6 0 68,7 0 1,7 0 105,5 0 0,2 0 148,1 0 1,3 0-259,1 0 0,-5 0-167,-6 0 1,-8 0-292,-3 0-665,-3 0 429,-6 0 665,-6 0 0,-25 0 0,-11 0 0</inkml:trace>
  <inkml:trace contextRef="#ctx0" brushRef="#br0" timeOffset="377">345 55 7867,'-8'1'-72,"1"3"1,3-3 182,-3 3 0,3-2 75,-3 2 1,3-1 1,-3 4 1,3-3-1,-3 3 0,3-3-2,-3 3 1,3-5-93,-3 2-155,4 2 1,-3-3-94,3 4-150,1-5-4,-3 3-209,5-5 353,0 0 0,2-3 64,1-1 0,0-5 43,4 2 0,-4-3 111,0-1 1,2 4 228,-1 0-16,4-1 53,-2-3-240,5 0 1,1 5 66,-1 2-100,0-2 0,0 5-15,0-3 0,3 8-181,1 3 0,0-1-514,-4 2 0,3 0-449,1 7 1112,0-3 0,6 29 0,2 0 0</inkml:trace>
  <inkml:trace contextRef="#ctx0" brushRef="#br0" timeOffset="674">334 132 7867,'-8'-1'977,"1"-3"-782,4 3 45,-1-4 0,5 9-51,2 0 0,2 8 24,3-1 1,1 4-94,-1-1 0,-2 3-96,1 6 1,-4-1-202,0 0 0,-1 3 154,-2 1 1,-6 3-157,-6-3 0,-3 4 18,-7-5 1,-7 0-52,-4-7 1,-1 2-104,-6-6 1,4-2-23,-1-5 0,8-3-37,3 3 1,0-5 373,4 2 0,22-17 0,14-6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9:38.75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3462 23 7846,'6'-1'0,"-2"-3"600,-3 3-116,-1-4-276,0 0 0,-5 4-48,-3-3 1,-1 3-14,-2 1 1,-6 0-66,-6 0 0,0 0-223,-6 0 1,-1 4-68,-3-1 0,0 1-406,0-4 1,4 1 42,-1 3 0,7-3 93,1 3 478,5-3 0,25-6 0,6-1 0</inkml:trace>
  <inkml:trace contextRef="#ctx0" brushRef="#br0" timeOffset="459">3296 45 7846,'-6'0'-750,"1"0"0,4 4 2248,-3-1-1139,3 1 1,-5-3-288,2 3-57,3-3 62,-9 9-218,4-4 199,-5 5-91,0 0 0,4-1-28,-1-3-170,6 3 0,-3-7-121,5 4 172,0-5 64,0 3 0,1-5 129,3 0 1,-2-3 135,6-1 1,-1-5-83,4 2 0,-3-2 96,-1 2 1,0-3-127,4 3 0,-1 1 15,-3-2 1,3 6-27,-2-2 1,1 3-8,2 1 0,-3 0-139,-1 0 1,0 0-73,4 0 1,1 1-186,-1 3 0,0 2 76,0 5 0,0 1-197,0 3 498,-5-3 0,13 29 0,0 0 0</inkml:trace>
  <inkml:trace contextRef="#ctx0" brushRef="#br0" timeOffset="803">3340 155 7846,'-7'0'376,"0"0"32,4 0-298,-2 0 0,5 5 43,0 2 1,0 3-96,0 1 0,0 4 16,0 0 1,0 4-199,0 0 0,-5 6 35,-2 5 1,-3 0 82,-1 0 0,-6 4-104,-5-4 0,-2 4 165,-9-5 0,1-2 175,-9-1 0,5-4-167,-5-4 0,1-2 132,-4-5 0,1-3-320,2-1 1,8-5-245,7 2 1,4-3-794,4-1 1162,2 0 0,25-9 0,4-4 0</inkml:trace>
  <inkml:trace contextRef="#ctx0" brushRef="#br0" timeOffset="1477">0 850 7822,'0'-6'935,"0"1"-869,0 5 1,0 5 113,0 2 1,4 3-157,-1 1 1,5 5-225,-5 2 1,2 3 63,-1 1 0,-3 1-114,3 3 0,1-3-466,-2 3 1,1-4 62,-4-4 653,0-2 0,-5-5 0,-1 0 0</inkml:trace>
  <inkml:trace contextRef="#ctx0" brushRef="#br0" timeOffset="1769">199 938 8691,'-12'5'116,"1"-3"19,0 6 0,0-5-142,0 5 1,0-5 67,0 5 0,4-5 124,0 5-221,4-1 1,-2 4-64,5 0 1,2 0-92,1 0 1,5 0 57,6 0 1,0 0-154,4 0 0,0-3-35,5-1 0,-1-1-176,0 1 0,0 2 23,0-5 473,-5-1 0,13-12 0,0-4 0</inkml:trace>
  <inkml:trace contextRef="#ctx0" brushRef="#br0" timeOffset="2112">419 1037 7822,'10'1'-14,"-3"3"0,-1-3 57,-2 3 0,-2-3 363,6-1 11,-1 0-250,4 0 1,0 0 46,0 0-216,0 0 1,0 0-72,0 0 0,0-1-187,0-3 1,0 3 31,0-3 1,-3-2-195,-1-1 0,-5 1-36,2-2 245,-3 1 0,-2-3 209,-3 3 0,-3-2 269,-8 6 0,3-5-2,-3 5 0,0-1-174,0 4 0,0 0 270,4 0-213,0 5 0,1 1 151,3 5 0,2 0-134,5 0 0,0 0-222,0 0 1,0 4 7,0 0 0,5-1-244,2-3 1,4 2-224,4 1 1,-1-5 150,4 2 0,0-6 38,4 2 0,0-4 329,0 0 0,25-26 0,6-8 0</inkml:trace>
  <inkml:trace contextRef="#ctx0" brushRef="#br0" timeOffset="2394">772 993 7822,'-1'-7'193,"-3"-1"173,3 6-275,-4-8 17,5 9 0,0-3-147,0 8 0,0-2 117,0 6 1,1-1-139,3 4 1,-3 0 95,3 0 0,0 0-51,0 0 0,3 0-150,-3 0 0,5 0 64,-2 0 0,-1 0 134,2 0 0,-5-3 114,5-1 1,-5-1 224,5 2 0,-6-2-47,2-3 1,-2-1 133,2 1 0,-3-3-201,3-3 0,-3 0-151,-1-4 1,0-2-55,0-6 1,0 3-199,0-2 1,0 0-427,0-1 0,0 3-54,0-3 0,1 7-1580,3 0 2205,2 1 0,49-4 0,11 0 0</inkml:trace>
  <inkml:trace contextRef="#ctx0" brushRef="#br0" timeOffset="2880">1136 1015 7822,'-7'-1'-135,"3"-2"0,0-1 323,0-3 824,1 5-817,3-3 1,0 6-196,0 3 0,1 2 69,2 5 1,2 0-125,3 0 1,0 0-54,-4 0 0,3 0 117,-3 0 1,3 0-268,-3 0 0,0 0 49,-4 0 1,0 0 34,0 0 1,0-3 150,0-1 1,0-3-49,0 3 54,0-4 36,0 2 6,0-5 0,-4-5 161,0-3 0,-1 2 0,2-1 1,1-2-17,-1-5 0,2 1 97,1-1 1,0 1-118,0 2 1,0 0-17,0 0 1,4 0-182,4 0 0,2 1 46,1 3 0,0-2-68,0 6 1,0-1 91,0 4 0,0 0-127,0 0 0,0 1-78,0 3 1,0 0-291,0 7 1,-4-3 10,1 7 1,-5-3-594,5-1 1054,-6 0 0,13 10 0,-3 2 0</inkml:trace>
  <inkml:trace contextRef="#ctx0" brushRef="#br0" timeOffset="3469">1455 1048 6923,'8'0'886,"-1"0"0,-3 0-544,3 0 1,-3 0-109,3 0 1,0 0-206,4 0 0,-3 0-58,-1 0 1,0 0-167,4 0 1,0 0-45,1 0 6,-1 0 1,0-3 117,0-1 0,-4-1-71,0 1 98,-4-2 0,2-5 60,-5 0 1,0 4 23,0-1 1,-5 5 13,-3-5 0,-1 2 148,-2-1 1,0 2-37,0 5 53,-1 0 1,1 0-85,0 0 0,4 1 111,0 3-14,4 2 0,-5 5-130,4 0 1,0 1-171,4 3 1,2-3 62,1 3 0,2-3-130,3-1 0,1 3 82,-1-3 0,5 2-90,2-5 0,4-2 105,0 1 0,-2-4-24,1 0 1,-3-2 241,3-1 1,-3-1-26,3-2 1,-4-4 47,1-4 0,-3 0-130,-1 0 0,0-1 4,0-3 0,-1 2-37,-3-5 0,-1 3-8,-2-4 0,-3 5 34,3-5 0,-3 2-19,-1-1 0,0-3 38,0 3 1,0-3 126,0-1 1,0 3 185,0 1 1,0 5 26,0-2 1,0 6 624,0 2-377,0 4-147,0-1-183,0 13 0,0 2-29,0 8 0,0 5-101,0-2 0,0 4-115,0 0 1,0-3-119,0 3 1,4-3-249,-1-1 0,2 0-469,-1 0 0,1 0-19,2 0 1,2-5-710,-6-2 0,6-3 1509,-2-1 0,28-24 0,6-7 0</inkml:trace>
  <inkml:trace contextRef="#ctx0" brushRef="#br0" timeOffset="3939">2348 960 7553,'0'-11'-1772,"0"0"1793,0 5 0,-5 1 28,-2 5 0,-3 0 30,-1 0 0,0 0 227,0 0 1,4 0-174,-1 0 0,1 0-34,-4 0 0,1 1-85,3 3 1,-2-2-15,6 6 0,-1-5-59,4 5 0,0-5-19,0 5 1,0-1-78,0 4 1,1-4 85,3 1 1,2-1-97,5 4 0,0-4 65,0 1 1,1-1 15,3 4 0,-2 0 95,6 0 1,-2-3-35,1-1 0,0 0 117,-4 4 0,-2-3-90,3-1 1,-6-1 232,-2 2-221,-4 1 0,-3-6 13,-8 4 1,-5-4-73,-2 0 1,-5-2-110,2-1 0,-3 0 152,-1 0 0,0 0 0,0 0 0,0-24 0,0-7 0</inkml:trace>
  <inkml:trace contextRef="#ctx0" brushRef="#br0" timeOffset="4136">2514 1015 7843,'11'5'0,"-4"-4"109,0 3 1,1 1 270,3-1 1,-4 4-44,0-1 0,1 7-346,3 1 1,-4-1-287,0-3 1,-4 4-99,1 0 1,1-1-1381,-2-3 1773,1 0 0,-4-14 0,0-5 0</inkml:trace>
  <inkml:trace contextRef="#ctx0" brushRef="#br0" timeOffset="4294">2492 817 7843,'-5'-11'-431,"-3"0"-554,3 0 636,1 0 349,4 4 0,1 4 0,2 6 0,28 33 0,11 12 0</inkml:trace>
  <inkml:trace contextRef="#ctx0" brushRef="#br0" timeOffset="4929">2657 982 7858,'0'-7'-1485,"0"-1"1785,5 6 1,1-3-20,5 5 0,0 0-28,0 0 0,0 0-300,0 0 1,4 0-18,-1 0 0,5 4 0,-4-1 1,-1 6-7,-3-2 1,-1 3-184,-3 1 0,-2-4 87,-5 1 1,0 0-91,0 7 0,0-6 103,0 2 1,-5-3 58,-2 3 207,-3 0 0,-1 0-74,0 0 1,5-3-24,2-1 0,3-3 73,1 3-50,0-4 1,5 3-53,2-3 1,4-1-157,4 1 1,-1-2 127,4-1 1,-3 0 40,3 0 0,-1 0 0,2 0 0,0-3 0,-4-1 0,3-1 0,-3 2 0,3-2 0,-3-3 0,0-2 0,-4 3 0,0 1 0,0-1 0,0-1 0,0-3 0,-5 0 0,3 0 0,-6 0 0,0 1 0,-7 3 0,-2 1 0,-5 2 0,-1 3 0,-3-3 0,-1 3 37,-2 1 0,0 0 115,4 0 1,2 5 69,-3 2 0,-1 0 197,1 0 0,4 0-40,4 4 1,1-3 92,-2-1 0,0 0-119,4 4 1,2 0-201,5 0 0,5 0-112,6 0 1,5 0 22,6 0 1,7 0-164,5 1 1,4-6-177,-5-3 0,5-1-457,-5-2 1,-4 0 219,-6 0 1,-3-4-585,-1 0 1096,-9-4 0,-9-18 0,-10-10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9:50.20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12 7798,'2'-6'-100,"1"2"1,3 3 24,5 1 1,2 0 103,1 0 1,7 0 3,5 0 1,4 0-6,0 0 1,2 3-141,1 1 0,-1 3-271,-3-3 0,-6 1 172,-4-1 0,-6-2 211,2 5 0,-32 1 0,-9 3 0</inkml:trace>
  <inkml:trace contextRef="#ctx0" brushRef="#br0" timeOffset="167">11 100 7820,'-6'0'306,"1"-1"-213,5-3-70,0 3 0,6-4 26,5 5 0,2 0-17,5 0 0,2 0-211,5 0 1,4 0-756,4 0 934,0 5 0,10 1 0,2 5 0</inkml:trace>
  <inkml:trace contextRef="#ctx0" brushRef="#br0" timeOffset="577">144 166 7820,'-6'0'-36,"-1"0"49,4 0 1,0 0 285,-4 0 52,4 5-337,-1 1 1,2 5-52,-1 0 1,1-4-222,-1 1 170,2-1-279,1 4 339,0 0 1,0-4-207,0 1 273,4-6 63,-2 3 1,4-8 164,-3-1-117,-1-5 0,6 3 132,-4-5 1,0 0-95,-4 0 1,3 4 53,1-1 1,1 5-162,-1-5 0,-2 5-77,5-5 0,-3 6 195,3-2-200,1 3 0,3 1-310,0 0 0,3 1-120,1 3 1,1 2-311,-1 5 1,-3 0 371,3 0 0,1 4 369,-2-1 0,16 21 0,-1 0 0</inkml:trace>
  <inkml:trace contextRef="#ctx0" brushRef="#br0" timeOffset="826">243 265 7820,'-5'-6'703,"4"1"-305,-9 0-225,9 4 0,-4 1-5,5 7 0,0 4 25,0 4 1,0 2-125,0 5 0,0 4-183,0 0 1,1 4-317,3 0 1,2 2 266,5 1 1,4 0 134,-1 0 1,10-5 123,-2-2 1,7-3 194,0-1 1,3-5-287,1-2 0,0-4-122,0-4 1,-1-2-251,-2-5 0,-7 0 367,-5 0 0,-4-19 0,2-6 0</inkml:trace>
  <inkml:trace contextRef="#ctx0" brushRef="#br0" timeOffset="1304">926 849 7820,'8'0'-372,"-1"0"0,2 0-131,0 0 0,2 0 503,0 0 0,-3 0 157,-1 0 1,1 0 620,3 0-1092,0 0 0,0-1 88,0-2 0,-4 0 226,0-4 0,-4 3-33,0-3 1,-1-1 71,-2-3 0,0 4-109,0 0 0,-5 1 180,-3-2 0,-1 2 194,-2 2 1,0 3-98,0-2 0,0 1 116,0 2 1,-1 4-77,1 0 0,2 4 6,1 0 1,0 1-122,4 2 1,0 4-135,4 0 0,0 1 50,0-2 0,2-1-129,1 1 1,5 2-185,6-1 1,5 1-386,6-1 0,4-7 650,4 3 0,39-7 0,10 1 0</inkml:trace>
  <inkml:trace contextRef="#ctx0" brushRef="#br0" timeOffset="1655">1433 805 7820,'-11'-5'-131,"0"4"1,0-2 318,0 1 1,-1 2 411,-3 0 1,3 0-284,-3 0 0,3 5-122,1 3 1,4 1-253,0 2 0,4 0-23,-1 0 1,3 4-4,1 0 1,0 0 15,0-4 0,1 0-191,3 0 0,2-2 66,5-1 1,0-2-125,0-2 1,0-3 97,0 3 1,0-3 59,0-1 1,-3-1-169,-1-3 212,0-2 1,3-5-66,-2 0 180,1 0 1,-7 0 394,1 0-202,3 0 88,-4 0-278,3 0 28,-1 4-16,-2 2-193,7 5-109,-2 5 0,4 2 97,0 4 0,-2 0-50,-1 0 0,2-4 239,-3 0 0,-2 1 0,34 17 0,4 5 0</inkml:trace>
  <inkml:trace contextRef="#ctx0" brushRef="#br0" timeOffset="1902">1764 838 7820,'-5'-7'0,"-2"0"0,-3 3 123,-1-3 0,0 4 262,0 0 0,0 3-102,0 3 1,0 0-63,0 4 1,4 0-186,-1 4 1,6 2 24,-2 1 0,3-1-153,1 1 0,1 2 218,3-1 0,2 0 77,5-4 0,4 0-463,-1 0 1,6-1-308,-2-3 0,4 1-326,4-4 0,-3 0 414,3-4 1,-3 0 478,-1 0 0,-3 0 0,-1 0 0,15-34 0,8-9 0</inkml:trace>
  <inkml:trace contextRef="#ctx0" brushRef="#br0" timeOffset="2252">1930 739 7820,'-11'0'173,"0"-1"502,0-3-168,4 3-254,2-4 1,5 10 47,0 2 1,0 3 73,0 1 0,5 2-121,3 1 0,2 0-8,1 4 1,0-1-155,0 2 0,0 0 0,0-4 0,0 3-97,0-3 1,-4 1 62,0-1 0,0-3-98,0 3 1,1-3-134,-4-1 1,1-4-602,-1 1 154,-3-6 142,4 3 1,-4-5-623,3 0 801,-3-5 1,4-1 135,-5-5 0,0 0 139,0 0 0,1-4 298,3 0 0,-3 1-153,3 3 1,1 0 68,-2 0 0,5 0 0,-5 0 1,6 3 90,-2 1 0,-1 4-9,2 0 0,-1 2-175,4 1 1,0 1-273,0 2 0,0 4-100,0 4 1,0 3-406,0 1 0,-2 0-669,2-4 1349,-3 5 0,33 15 0,0 10 0</inkml:trace>
  <inkml:trace contextRef="#ctx0" brushRef="#br0" timeOffset="2535">2591 662 7820,'-5'-6'1270,"-2"2"-908,2-2 0,0 6 121,5 0 1,0 6-129,0 9 0,5-2-17,2 6 0,7 0-296,0 7 0,6-1-14,-2 4 1,2-3-226,-2 3 1,2-4-181,-5 0 0,-1 2-594,-3-1 0,-3-5-393,-1-6-198,-4-3 1562,1-1 0,-18-20 0,-5-4 0</inkml:trace>
  <inkml:trace contextRef="#ctx0" brushRef="#br0" timeOffset="2786">2789 772 8585,'-7'0'716,"0"0"0,-1 0-465,-3 0 0,4 5-47,0 3 0,1 1-163,-2 2 0,2 0-60,2 0 1,3 4-295,-2 0 0,6 3 152,5-3 0,5 3-146,2-3 0,4 1-82,0-1 0,3-7-375,3 3 1,-1-3 230,1-1 0,-1-2 533,-2-5 0,0 0 0,19-20 0,6-4 0</inkml:trace>
  <inkml:trace contextRef="#ctx0" brushRef="#br0" timeOffset="3131">3032 861 7544,'0'6'172,"0"3"0,0-6 85,0 4 1,1-4-1,3 0 1,-2 2-35,6-1 1,-1 0 12,4-4 0,4 0-114,-1 0 0,2 0-117,-1 0 0,-3 0-170,3 0 0,1 0-201,-1 0 6,-1-5 0,-4-1 217,-2-5 1,-4 0-329,-4 0 290,0-1 1,-6 1 53,-5 0 0,-1 4 72,-6 0 0,1 4 333,-2 0 0,0 1-27,4 2 0,-4 0-45,5 0 0,0 5 26,7 3 1,1 1-39,2 2 1,3 4-36,-3 0 0,8 4-104,3 0 1,4-3-141,4-2 0,-2 2-213,6-1 0,-1 0 163,4-4 1,0-4-572,0 0 0,3-4 225,-3 1 1,2-3 158,-5-1 1,-3-4 321,-2 0 0,-1-4 0,-7-8 0,-1-7 0</inkml:trace>
  <inkml:trace contextRef="#ctx0" brushRef="#br0" timeOffset="3404">3330 861 7820,'-6'-12'23,"-1"5"155,4 0 1,0 4 392,-4 0-1,4-3-313,-1 4 0,4 2-35,0 8 0,0-2-94,0 1 1,1 2 35,2 5 1,0-1-76,4 1 1,1 0 91,3 1 0,0-3-39,0 2 1,-1-1-101,-3-2 0,3 0-183,-3 0 0,-1-4 101,1 0 0,-3 0 74,4 0 460,-6-2-462,3-5 1,-6-3-101,-3-4 0,2 0 95,-6-8 0,2 2-82,-1-2 0,1 3-109,2-3 1,3-1-296,-3 1 1,4 1-620,4 3 1,-2 0 344,5 0 0,4 1-238,4 2 971,0-1 0,20 7 0,7-3 0</inkml:trace>
  <inkml:trace contextRef="#ctx0" brushRef="#br0" timeOffset="3765">3561 949 7820,'0'11'-638,"0"0"0,0-4 861,0 0 1,0 1 701,0 3 0,4 0-187,0 0 0,4-4-274,-1 1 1,0-1-107,0 4 1,-3-5-214,3-2 0,-3 1 25,3-2 1,-3 1 81,3-4-249,-5 0-476,3 0 1,-3-1 131,1-3 1,-2-2-48,3-5 0,-3 2 189,-1-2 0,0 3-14,0-7 1,0 3 103,0 1 1,0 0 71,0 0 0,0 0 6,0 0 1,2 0 246,1 0 0,0 3-59,4 1 0,-3 3-108,3-3 0,-3 4-84,3 0 19,0 2 0,4 2-15,1 2 1,-1 4-29,0 4 1,-4 3-22,0 1 1,1 0-121,3-4 0,-4 3-202,0 1 1,-3-1-371,3-7 1,-4 3 309,0-3 0,2-1 462,-1 2 0,0-6 0,1-2 0,1-6 0</inkml:trace>
  <inkml:trace contextRef="#ctx0" brushRef="#br0" timeOffset="4329">3892 1015 7820,'11'-6'303,"-4"0"134,1 2 0,-5 3 141,5-3-243,-1 3 0,4 1-59,0 0 0,-4 0 250,1 0-501,-1 0 1,4 0-149,0 0-203,0-5 39,0 4-83,0-9 0,-5 4 202,-2-5 1,-3 3-94,-1 1 0,-1 1 38,-3-1 0,-1-3 81,-2 2 1,-4 4 185,0 0 0,2 3-2,-5 1 0,8 0 130,-5 0 1,3 1 35,1 3 6,-3 2 1,9 5-119,-3 0 1,3 3-19,1 1 1,0 0-3,0-4 0,4 3 2,-1 1 1,6 0 82,-2-4 0,7 0-123,0 0 1,2-1-91,-1-3 0,-1-1 78,4-2 0,-1-3-85,1 3 1,-2-4-51,-5-4 1,4 2-205,0-6 0,-1 0 101,-2-7 1,-1 3-33,0-3 0,-4-2-115,0-1 0,-4 0 37,0 0 1,-1 0 109,-2-4 0,0-4 97,0 0 1,-3-3 168,-4 3 0,-1-3 11,-6 3 0,2 0 217,0 4 0,1 1-17,0 3 0,4 6 136,0 4 0,3 6 307,-3-2-314,4 3 0,-2 2 34,5 3 1,0 2-14,0 5 0,0 1 12,0 3 0,0 1-115,0 2 0,5 7-18,3-3 0,-2 4-36,1-1 1,0 0-51,4 4 1,0-4-134,1 0 1,-1 2-266,0-1 0,-2 0-418,-1-4 0,2-1-72,-3-3 0,1-2-2213,0-5 2893,2 0 0,1-20 0,6-4 0</inkml:trace>
  <inkml:trace contextRef="#ctx0" brushRef="#br0" timeOffset="4887">4586 684 8402,'0'-6'2040,"0"1"-1682,5 15 1,0 2 34,3 10 1,5 1-128,-2 3 0,4 2-87,-1 5 0,0 1-135,4-1 1,-4 2-181,1-2 1,-4 1-39,-4-8 0,1-1-697,-4-7 176,0-2 228,-4-5 83,0-5 0,0-2 34,0-8 0,0-2 96,0-5 0,0 0 103,0 0 0,-4-4 148,0 1 1,1-6-16,3 2 0,-1 0 211,-3 0 1,3 1-139,-3-1 1,3-3 99,1 2 1,0 3 140,0 2 1,0 1 47,0 2-266,0 5 1,5 1 58,2 5 1,-1 3 74,1 4 0,1 5-241,3 11 1,0-1-220,0 0 0,0 3 106,0 1 1,0 3-156,0-3 1,0-1-179,0-7 1,1 2-1140,3-6 1614,-3 1 0,19-9 0,-2-1 0</inkml:trace>
  <inkml:trace contextRef="#ctx0" brushRef="#br0" timeOffset="5282">5138 971 7826,'-2'-19'148,"-1"1"1,0 5 313,-4-2 1,3 3-142,-3 1 1,0 1 39,-4 2 1,0 4-148,0 4 1,-1 4-1,1 4 1,0 2-80,0 1 0,2 5 24,1 2 1,0-1-127,4 1 0,0 1 75,4 3 0,0-4-149,0 1 1,0-2-129,0 1 0,4 2-243,0-6 1,4 0 59,0-7 0,3 3-149,3-3 1,-1-2 84,1-1 1,-1-3 15,-2-1 0,0-4-9,0 1 0,-2-6 235,-1 2 1,0-7 129,-4 0 0,0-6-23,-4 2 1,1 1 234,3-2 0,-3 1 8,2-4 1,-1 3 172,-2 1 1,0 1-19,0-1 1,0 2 268,0 5 185,0 0-529,0 4 1,0 4-92,0 6 1,3 7-82,1 5 1,0 5-172,-4-2 0,3 3-93,1 1 0,3 0-378,-3 0 0,3-4-446,-3 1 1,1-6 113,-1 2 890,-3-3 0,23-6 0,1-1 0</inkml:trace>
  <inkml:trace contextRef="#ctx0" brushRef="#br0" timeOffset="5598">5424 883 7826,'0'-11'206,"0"0"340,-5-1-224,-1 1 0,-5 4-70,0 0 1,0 4 304,0 0-292,0 1 0,1 4 265,3 1-441,-3 3 0,9 7-209,-3 1 0,4-1-345,4 1 1,2 2 73,5-1 1,0 3-121,0-3 0,0 1 260,0-1 0,0-2-41,0 5 0,-1-4 43,-3 1 0,2-3 241,-5-1 0,3 0-48,-3 0 1,-1 0 235,-3 0 1,-1-4-316,-3 1 0,-2-5-47,-5 5 0,0-6-444,0 2 626,0-3 0,-14-20 0,-5-6 0</inkml:trace>
  <inkml:trace contextRef="#ctx0" brushRef="#br0" timeOffset="6115">5909 971 7749,'-3'-11'-232,"-1"0"0,-1 5 456,1 2 1,2 3 105,-5 1-223,-1 0 0,-3 1-13,0 3 0,1 2-12,3 5 0,-3-4-59,3 0 1,2 4 2,1 4 0,-1 0-65,2-4 64,-1 0 1,4 0-91,0 0 1,0-4 34,0 1-105,5-6 1,1 7 82,5-6 0,0 1-139,0-4 0,0 0 193,0 0 0,0-1-10,0-3 1,0 2 98,0-6 0,-3 5 213,-1-5 1,-4 1 75,0-4 0,2 0 47,-1 0 0,-1 0 122,-3 0 1,0 0-153,0 0 1,0 3 199,0 1-478,0 5-265,0-3-377,5 5 1,1 5 341,5 2 1,1 8-331,-1 3 0,0-1-261,0 2 0,0-2 772,0 1 0,24 23 0,7 0 0</inkml:trace>
  <inkml:trace contextRef="#ctx0" brushRef="#br0" timeOffset="6624">6394 684 7851,'-6'-11'469,"3"0"1,1 0 0,2 0 0,-1 4 332,-2-1-312,1 6-232,-3-3 1,7 11 71,1 5 1,0 1 143,4 7 1,-1 0-210,2 7 0,1 0-53,-1 7 1,0-6-206,0 6 0,1-2-85,-1 2 0,0-2-174,0-1 1,0-3 49,-4-5 1,3 0-272,-3 0 1,3-5 13,-3-2-131,0-8 30,-4-2 375,0-5 1,3-5 4,1-2 1,0-3-15,-4-1 0,0 0 153,0 0 1,0 0 39,0 0 0,0 0 65,0 0 1,0 0-51,0 0 0,0 0 69,0 0 0,0 0 69,0 0 80,0 0 1,1 1-43,3 2 0,-2 4-3,5 4-147,1 0 0,3 4-14,0 4 0,0 3-99,0 4 1,-1-2 34,-3 5 1,2 0-126,-6 0 1,1 3 41,-4-3 0,0-1-81,0 2 1,-4-6-133,1 2 0,-7-4-292,-1-4 0,0 2-129,-4-6 1,-1 1 754,1-4 0,-9-24 0,1-7 0</inkml:trace>
  <inkml:trace contextRef="#ctx0" brushRef="#br0" timeOffset="6829">6703 872 7851,'11'0'245,"0"0"1,0 0 97,0 0 1,-3 4 164,-1 4 1,-3 2-137,3 1 0,-3 5 72,3 2 0,-5-1-232,2 1 0,1 1-118,-1 3 1,3 0-345,-3 0 0,-1-5-614,-3-2 0,4-3-671,0-1 1535,-1-5 0,-8-16 0,-1-8 0</inkml:trace>
  <inkml:trace contextRef="#ctx0" brushRef="#br0" timeOffset="6996">6758 750 7851,'-6'-22'69,"2"0"1,3 5 146,1 2 1,0 7 994,0 0-1142,0 6-1493,0-3 1,4 14 1063,0 2 0,0 2 360,0-2 0,-3 0 0,34 34 0,1 9 0</inkml:trace>
  <inkml:trace contextRef="#ctx0" brushRef="#br0" timeOffset="7399">7045 949 7851,'0'-11'-21,"5"0"1,0 0 20,2 0 0,-2 4 1271,-5 3 1,-1 0-769,-3 0 1,-2 1-621,-5 3 0,0 1 103,0 2 1,0 4-139,0 4 1,0 1 37,0 3 0,3-2-213,1 5 1,1-4 21,-1 1 1,2 0-106,5 0 0,0 1-308,0-1 278,0-3 335,0 4 0,1-6-63,3-3 1,-2-2-113,5-5 126,1 0 1,3-5-7,0-2 1,-4-2 270,0 2 0,-4-7-92,1 3 0,0-2 370,0 2 0,0 0 0,-4 0 0,0 0 158,0 0 0,3 0-230,1 0 0,0 0 487,-4 0-256,0 5-318,5 1 0,-3 5-64,6 0 0,-5 8-77,5 3 0,-6 4-514,2 0 0,1-2-120,-2 5 0,5-3-359,-5 4 0,5-6 393,-5 2 1,5-3-443,-5-1 953,6 0 0,26-15 0,13-3 0</inkml:trace>
  <inkml:trace contextRef="#ctx0" brushRef="#br0" timeOffset="7698">7398 861 7851,'0'-12'-5,"-4"1"51,0 0 1,-4 4 230,0 0 1,2 4-27,-1 0 0,0 1 44,-4 2 1,-1 0-58,1 0 0,0 2 161,0 1 0,0 0-48,0 4 0,4 0-86,0 4 1,3 2-142,-3 1 1,4-1-131,0 1 0,1 2-22,2-1 1,4 3-295,0-3 1,1 3 139,-2-3 0,-2 1-44,3-1 0,-3-3-804,-1 3 614,0-3 0,-1-1-54,-3 0 1,-2-5-41,-5-2 1,-3-3-474,-1-1 983,-5 0 0,-7-5 0,-7-1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9:46.18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188 7 8384,'0'-6'1033,"0"10"1,0 5-614,0 9 1,0 1-278,0 3 1,3 0-89,1 0 0,3 4-483,-3-1 1,3 1 23,-3-4 1,3 0-230,-3 0 0,3-1 276,-3-3 1,1-2-629,-1-5 568,-3 0 1,5-4 416,-2-4 0,2-26 0,5-8 0</inkml:trace>
  <inkml:trace contextRef="#ctx0" brushRef="#br0" timeOffset="224">331 29 7887,'0'-6'744,"0"1"1,0 6-380,0 3 1,0 5-134,0 6 1,4 5-209,-1-2 0,6 3 134,-2 1 1,-1 0-537,2 0 1,-1 0-84,4 0 0,-4-1-311,1-3 1,-5 2 373,5-5 0,-6-1-488,2-3 886,-3-5 0,-20-25 0,-6-12 0</inkml:trace>
  <inkml:trace contextRef="#ctx0" brushRef="#br0" timeOffset="441">11 161 7848,'-6'-7'1920,"2"-1"-1559,3 6 1,7-7-142,5 6 0,6-1 50,9 4 0,4 0 77,6 0 1,5 0-182,7 0 0,5 0 0,6 0 0,-1 0-553,-7 0 0,-7 0-323,-7 0 0,-9 0-2217,-6 0 2036,-5 0 891,-15 0 0,-53 5 0,-21 1 0</inkml:trace>
  <inkml:trace contextRef="#ctx0" brushRef="#br0" timeOffset="590">88 227 7848,'-7'0'616,"0"0"922,4 0-1135,-2 0 1,15 0-62,5 0 1,9 0 66,6 0 1,6 0-386,5 0 0,5 0-305,2 0 1,5 0 287,-2 0-7,-7-5 0,4-1 0,-9-5 0</inkml:trace>
  <inkml:trace contextRef="#ctx0" brushRef="#br0" timeOffset="883">750 73 8046,'-5'-6'1644,"4"-4"-1329,-4 9 0,5-3-47,0 8 0,1 2 139,3 5 0,-2 1-95,6 3 0,-1-2-323,4 6 0,0-1-253,0 4 1,0-1-120,0-3 1,-4 3-422,1-3 1,-5 0 237,5 0 1,-6-5-379,2 2 0,-3-3 944,-1-1 0,0-4 0,-10-17 0,-2-9 0</inkml:trace>
  <inkml:trace contextRef="#ctx0" brushRef="#br0" timeOffset="1158">948 117 7848,'8'-6'264,"-1"2"555,-5 3-497,3 1 1,-6 1-41,-3 3 1,2-2-174,-5 6 1,-4-1 29,-4 4 1,1 0-130,7 0 1,-1 0-1,4 0 0,-4-4-166,5 1 1,-1 0 9,4 7 1,1-6-210,3 2 1,3-3 0,8 3 0,-1 0-172,4 0 0,-3-1 43,3-3 0,-3 3 233,3-2 0,-4-4 250,0 0 0,-2-3 0,0-1 0,-1 0 0,0 0 0,0-24 0,0-7 0</inkml:trace>
  <inkml:trace contextRef="#ctx0" brushRef="#br0" timeOffset="1469">1114 249 7848,'0'6'1041,"0"-1"434,0-5-1105,5 0-158,1 5 0,5-4-168,0 3 0,0-3 267,0-1-638,0 0 1,0-3-113,0-1 1,0 0-407,0 4 1,-4-3 370,1-1 0,-6-5-120,2 2 1,-3 1 535,-1-2 1,-1 5 57,-3-5 0,-2 6 99,-5-2 1,-4-1 34,0 2 0,1-1-14,3 4 1,0 1 95,0 3 0,0-2 180,0 6 1,3-1-71,1 4 1,5-3-11,-2-1 1,3 0-195,1 4 1,1 0-149,3 0 1,2 0-459,5 0 0,1-1 144,3-3 0,3 0-86,8-4 1,-3-1 133,3 1 1,1-3 291,-2-3 0,21-18 0,0-9 0</inkml:trace>
  <inkml:trace contextRef="#ctx0" brushRef="#br0" timeOffset="1759">1389 194 7848,'0'6'-549,"0"4"534,0-9 170,5 9 0,-2-5 93,4 2-119,-5 3 1,7-4-17,-5 5 1,1-3-119,-2-1 1,0 0 125,4 4 0,-5-3 15,2-1 0,-1-1 120,0 1 1,-2 3 294,3-2 411,-3-3-307,-1 4-298,0-7 0,0 1-134,0-6 0,0-4-30,0-4 0,0 0-321,0 0 0,0 0-238,0 0 1,5-3-506,3-1 0,-2 0 130,1 4 0,4 0-487,4 0 0,0 4 1228,-4-1 0,24 1 0,7-4 0</inkml:trace>
  <inkml:trace contextRef="#ctx0" brushRef="#br0" timeOffset="2119">1654 260 7848,'0'11'1583,"4"-3"-758,-1-1-512,1 0 0,-3 3 318,3-3-373,-3 3-194,4-4-47,0 5 0,-4-3-282,3-1 120,-3-4-217,-1 1 4,0-4 0,0-4 275,0-4 0,0 2 71,0-1 0,0-1 11,0-3 1,4 0-84,-1 0 0,2 0-110,-1 0 0,-2 1-3,6 3 1,-5-1 88,5 4 1,-5-3-43,5 3 1,-5 0-12,5 4 84,-1 0 0,4 1 25,0 3 0,-4 1-1,1 2 0,-2 3-176,1-3 0,3 3-210,-3 1 0,0 0 167,0 0 1,-1-3 271,1-1 0,2-3 0,-5 3 0,4-4 0,3-3 0,6-7 0</inkml:trace>
  <inkml:trace contextRef="#ctx0" brushRef="#br0" timeOffset="2660">1951 304 7848,'8'0'-1159,"-1"0"2866,-4 0-859,6 0-441,-2 0 1,4 0 29,0 0-549,0 0 1,0 0-105,0 0 1,0-3 171,0-1 1,-4-3-55,0 3 1,0-5-80,0 2 0,1-3-217,-4-1 1,0 4 138,-4 0 0,0-1-210,0-3 343,0 0 218,-5 0 1,-5 5-16,-5 2 0,1 3-51,3 1 1,1 1-8,3 3 1,-3-2 85,2 6 0,2-1 111,-1 4 0,4 0-86,0 0 0,2 0 98,1 0 0,0 0-124,0 0 0,1 2-23,2 1 1,4-2-72,4 3 0,0-6 48,0-2 1,3-1-87,1 2 0,5-4-12,-2-4 1,2 0-169,-2 0 0,3-3 19,-3-1 0,-1-4-129,2 0 1,-6-5 17,2-2 1,-4-1-151,-4 1 0,2 2 116,-5-5 1,-1 0 329,-3 0 0,0-2 0,0 6 0,-1-6 0,-3 2 0,-2 1 0,-5-2 0,4 6 77,-1-2 0,2 3 424,-1 1 843,-3 5-538,4 1-165,0 5 0,1 8-255,5 3 1,0 4-181,0 0 1,4 1 18,-1 2 0,5 3-27,-5-3 1,5 2-65,-5-2 0,5 2-91,-5-5 1,5 4-325,-5 0 1,5-4-589,-4 0 1,0-3-1807,0-1 1425,2 0 1250,5-4 0,35-37 0,7-13 0</inkml:trace>
  <inkml:trace contextRef="#ctx0" brushRef="#br0" timeOffset="2942">2591 150 7845,'5'-6'463,"-4"-4"0,4 8 110,-5-6-666,0 6 1,-1-3 238,-3 5 1,-2 1 150,-5 3 1,0-2-184,0 6 0,0-1-144,0 4 1,1-4 33,3 1 1,-2-1-215,5 4 0,1 0 26,3 0 1,0 0-14,0 0 0,1 0-23,3 0 0,1 0 140,2 0 1,3 0 8,-3 0 0,3-3 73,1-1 0,-4 0 172,1 4 0,-6-3-113,2-1 0,-3-3-103,-1 3 1,-5-3-161,-2 3 1,-3-4-157,-1 0 1,-4-2 357,0-1 0,-9-4 0,1-3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39:45.19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 12 7609,'-6'-5'770,"6"4"-515,8-3 1,6 3 44,5 1 1,8 0-95,6 0 1,6 0-227,9 0 0,2 0-290,5 0 0,-1 0-128,-3 0 1,-4 0-470,-10 0 0,-5 0 406,-10 0 501,-10 0 0,-17 5 0,-13 1 0</inkml:trace>
  <inkml:trace contextRef="#ctx0" brushRef="#br0" timeOffset="392">216 89 7848,'-6'5'-114,"-4"-2"155,3 4 57,-3 0 0,0 4 351,3 0-398,-3-5 35,9 4-196,-4-4 139,5 0 0,1-1-161,3-5 38,-3 0-249,9 0 1,-8-1 127,5-3 1,-4-2-9,1-5 340,-3 0 1,3 0-72,-1 0 1,2 0 196,-1 0 1,-2 0-123,6 0 0,-5 4 103,5-1 0,-5 2 191,5-1-99,-1-3 1,4 9-253,0-3 1,0 3-168,0 1 1,0 0-264,0 0 1,0 5-36,0 2 1,1 3-270,3 1 0,-3 0 670,3 0 0,12 20 0,2 4 0</inkml:trace>
  <inkml:trace contextRef="#ctx0" brushRef="#br0" timeOffset="606">315 111 7848,'-6'-7'145,"2"0"1,2 4 740,-2-1-383,3-2-272,-4 5 1,5 1 21,0 7 0,0 3 0,0 1 0,0 4-38,0 0 1,0 4-198,0 0 0,0 0-258,0 0 1,4 1-177,-1-1 0,5 2-565,-5 1 1,2-4 980,-1 0 0,2 6 0,5 4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0:04.08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12 7234,'-7'-5'1409,"-2"4"-960,7-4 273,-3 5-38,5 0 0,5 0-475,3 0 1,5 0-35,2 0 0,5 0-149,-2 0 1,4 0 14,4 0 1,-2 0-258,6 0 0,-2 0-177,1 0 0,-1 0-77,-2 0 1,-3 0-353,3 0 1,-4 0-273,-4 0-52,-2 0 1146,-5 0 0,-34 5 0,-9 1 0</inkml:trace>
  <inkml:trace contextRef="#ctx0" brushRef="#br0" timeOffset="215">67 122 7986,'-11'0'54,"0"0"1,3 0 396,1 0 753,4 0-791,-1 0 0,6 4-70,5-1 0,2 1-254,9-4 0,4 0 15,4 0 0,5 0-153,-2 0 1,3 1-372,1 3 0,-4-3 420,1 3 0,9-13 0,6-3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0:10.5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88 111 7898,'-9'-12'182,"0"1"1,2 2 0,-1 0 0,1 3-1,0 0 577,-2 0 1,4 2-473,1-3 0,3 3 119,1-3 0,0 3-249,0-3 1,5 4-210,2 0 0,8 0 50,4-1 0,3 3-21,3-3 0,4 3-148,4 1 0,0 0-57,0 0 1,0 1-51,0 3 1,-5-1-126,-2 4 1,-4 0-242,-4 4 1,-7 0 374,-7 0 0,-5 0 134,-7 0 0,-4 2 251,-10 1 0,-5 0-25,-2 4 1,-3-4-6,-1 0 0,0 2 27,0-1 0,1 5 292,2-2 1,5 2-160,6-2 0,5 3-58,6-3 0,5-1-168,6 2 0,9-6-139,11 2 0,0-7 84,6 0 1,1-6 107,3 2 0,-5-3-25,-2-1 1,-8-6 109,-3-5 1,-4-1 309,-4-7 0,-8 0-133,-10-7 1,-6 2 44,-9-6 1,-2 2-185,-5-1 1,0 3-235,-1 7 0,1 0-565,0 4 0,6 0-878,5 4 234,5 5 1,17 3 626,8 6 0,7 3 620,11 5 0,18 6 0,9 2 0,6 2 0,1 0 0</inkml:trace>
  <inkml:trace contextRef="#ctx0" brushRef="#br0" timeOffset="342">849 144 7898,'5'-16'-536,"-3"3"-670,6-1 2620,-6 1 1,2 4-592,-8 1 1,-3 3-136,-8 5 0,-2 0-279,-5 0 1,-1 0-72,-3 0 1,1 2-171,-4 1 0,1 7-14,-1 5 0,2 4-88,5 0 0,3 3-206,1 4 0,9-2-315,2 5 0,6-3 102,4 4 0,13-6-116,10 2 0,9-4 172,6-4 1,5-7-80,2-7 0,4-4 341,-5-4 0,-1-3 415,-10-8 1,-6-7-51,-15-7 0,-2-4-194,-9-4 1,-7 4-348,-8 0 0,-8 1-568,-7 6 0,-3 0 779,3 4 0,0 10 0,4 2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0:17.2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51 8026,'0'-11'193,"0"0"0,0 0 1311,0 0-1213,0 5 0,-4 6-10,1 7 1,-1 8-70,4 3 1,-4 3-1,1 1 0,-1 4-49,4-1 1,-4 2-124,1-1 0,-1-1-12,4 4 0,0-4-48,0 0 0,0-3-31,0-3 1,4 2 101,-1-3 0,7-3-87,1-4 0,1-2-63,7-5 1,-5 1-245,5-1 0,-1-3-133,4 3 1,0-8-362,0-3 1,0 0-228,0 0 0,-5 0 1064,-2-4 0,12-30 0,3-7 0</inkml:trace>
  <inkml:trace contextRef="#ctx0" brushRef="#br0" timeOffset="429">563 194 8026,'4'-7'22,"-1"0"0,1-1 1389,-4-3-569,0 5-570,0-4 0,-5 9-67,-2-3 1,-3 3-29,-1 1 0,0 5-65,0 2 1,-4 4-162,1 4 1,-1-3-232,4 3 0,0 1 129,0-1 0,3 1-106,1-2 1,5-1 103,-2 1 0,3-1-78,1-2 1,0 0 74,0 0 1,1-4 40,3 0 0,-2-4-23,5 0 0,4-1-2,4-2 1,1-5-106,-1-3 1,-3-1 133,3-2 1,1-2 50,-2-1 0,1 1 79,-4-1 1,-4-2 233,1 1 1,-5-1-145,5 1 1,-6 3 122,2-3 0,-2 3-144,2 1 0,-3 4-10,3 0 1,-2 4-47,2-1 0,-1 4-194,4 4 0,-3 0-121,3 7 0,-3-3 36,3 7 1,-3 1-71,3-1 0,-3 1-10,3-2 1,-3-1 20,3 1 0,-3-2 306,3-1 0,-3-3 0,3-1 0,0-4 0,9-13 0,1-9 0</inkml:trace>
  <inkml:trace contextRef="#ctx0" brushRef="#br0" timeOffset="845">817 172 8026,'-5'-11'-56,"4"0"-83,-3 0 0,3 4 1427,1-1-554,0 6-583,0-3-11,0 5 0,0 5-67,0 2 0,0 3-134,0 1 1,1 0-7,3 0 1,-2 1 147,5 3 0,-3-3-198,3 3 1,-3-6-20,3-2 1,-1 0-155,2 4 1,2-1 94,-3-2 0,2-2-155,-2-3 0,3-1 235,-3 1 0,3-2 46,1-1 1,-4-3-53,1-1 1,-5-4-27,5 0 1,-5-2 233,5-1 0,-6 0 39,2 0 0,-2 0 50,2 0 0,-3 0-108,3 0 1,1 4 52,-2 0 0,2 0-87,-1 0 1,-2 1 1,6 2 0,-1 3 55,4-3 1,-4 4 24,1 4 1,3-1-62,4 4 0,-1 4 47,-3 4 1,1 4 144,3 0 0,-3 1-106,3 2 1,-4 4 170,-3 0 0,0 1-102,-4-1 0,-1-3 140,-3 3 1,-4-4-646,-4-4 0,-3-1-28,-4-2 1,-2-4-207,-5 0 0,0-1 329,0-7 200,5 1 0,-9-38 0,3-9 0</inkml:trace>
  <inkml:trace contextRef="#ctx0" brushRef="#br0" timeOffset="1510">1269 216 8637,'1'6'638,"3"-2"1,3-3-619,8-1 1,-2 0-126,5 0 1,-3 0-181,4 0 1,-5 0 155,5 0 0,-5 0-96,5 0 0,-7-1 72,-1-3 0,-1 2 57,-7-5 0,1-1-33,-4-3 1,-1 1 39,-3 3 1,-6-3 43,-4 3 0,-2 2 179,1 1 1,2 3-54,-6 1 0,6 0 33,-2 0 0,3 5-42,1 2 1,1 0-21,3 0 1,0 4 10,4 4 0,2 1-26,-3-2 0,3 0-6,1 4 0,5-3-28,2 3 0,3-4-92,1 0 0,1-1 5,3-2 0,-3-2 77,3-1 1,1-3-9,-2-5 0,5 0-46,-5 0 0,1-5 0,-4-3 0,4-1 6,-1-2 1,1-2-1,-4-1 0,0 0 85,0-4 0,-1 4 113,-3 0 0,3-2 103,-2 1 0,-2-1 18,1 1 1,-1 3 280,1-3-160,3 3-27,-4 1-161,5 0-98,0 5 0,-3 2 10,-1 8 1,-4-2-187,0 6 1,2-1-7,-1 4 1,0 4 18,-4 0 1,0 3-67,0-3 1,1 3 119,2-3 0,-1 3 36,1-3 0,-1 3 30,-2-3 0,0 0 270,0-4 131,0 0 1,0 0 97,0 0 1589,0-5-786,0-1-917,0-15 1,0-2-272,0-10 0,0 3-214,0 1 1,4-1-762,4-3 1,7 0 262,3 0 0,-1 0-171,1 0 0,1 1-221,3 3 0,0 2-816,0 5 0,4 4 1750,-1-1 0,21 21 0,0 0 0</inkml:trace>
  <inkml:trace contextRef="#ctx0" brushRef="#br0" timeOffset="1996">2305 117 7998,'0'-11'-408,"0"4"0,0-1 2261,0 0-1225,0-2 1,1 4-141,3 2 0,2-1-184,5 2 1,1-1-63,3 4 0,2 0-48,5 0 1,0 5-149,0 2 1,1-1-124,3 2 0,-6-2-42,2 1 0,-4 3-141,1-3 1,-5-1-31,-6 2-12,1-1 255,-7 4 1,3 0-6,-5 0 0,-5 0 30,-3 0 0,-1 0 207,-2 0 1,-5-3 20,-3-1 0,2 2-101,-1 5 1,-1-1 64,-3 1 0,0-2 49,0-1 0,4-1 110,-1-2 0,2 1-113,-1-1 1,2 0 64,5 0 1,4-2 201,-1-2 2,6-3-279,-3 4 0,10-2 27,2 1 0,7 0-332,0-4 1,10 0-320,-2 0 0,3-2-411,1-1 0,-1 2 297,4-3 0,-5 1-321,2 0 1,1 0-109,-1-4 0,3 3 961,-3-3 0,24-5 0,3-5 0</inkml:trace>
  <inkml:trace contextRef="#ctx0" brushRef="#br0" timeOffset="2218">3055 415 7979,'4'-11'1796,"-2"3"-1305,1 1-1233,4 5 701,-6-3 41,4 5 0,-5-20 0,0-4 0</inkml:trace>
  <inkml:trace contextRef="#ctx0" brushRef="#br0" timeOffset="2360">3033 161 7979,'0'-14'666,"0"-1"1,3 4-761,1 3 1,1 2-589,-2-1 0,0 2 682,4 5 0,1 10 0,3 2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0:21.11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48 45 7995,'-11'-6'153,"5"1"0,0 1 321,2 1-41,3-1 0,-4 4-236,10-5 1,2 4-29,8-3 1,-1 3-2,4 1 1,0 0-95,4 0 1,0 0-122,1 0 0,-1 0-29,0 0 0,-2 1 16,-1 3 0,0-2-75,-4 6-341,0-6 211,-4 8 105,-5-4 1,-2 4 123,-8-3 1,-3 2-12,-8-6 1,1 6 92,-4-2 1,1-1-29,-1 2 1,-3-6 31,2 2 0,0 1 6,0-2 0,2 2-10,3-1 0,1-3-36,-1 3 1,1 1-15,2-1-49,5-1-27,-4-3 65,9 0 6,-4 0 2,5 0 0,5 0-13,3 0 0,1 0 4,2 0 0,0 0 17,0 0 0,2 0 4,1 0 0,0 0 3,4 0 1,-3 0-55,3 0 0,1 0-89,3 0 1,0 0 44,0 0 1,0 0-13,0 0 0,-4 5 66,1 2 0,-6 0-9,2 0 0,-3 0 15,-1 4 1,-5 0 95,-2 0 0,-4 0 331,-4 0 0,-3 0-76,-8 0 0,-2 0 90,-5 0 0,-5-1-259,-2-2 1,-3 1-189,-1-1 0,3 0-74,1 0 1,1 0-397,-2-4 1,3 3 209,5-3 0,2 0-245,1-4 0,7 0 541,5 0 0,29-15 0,3-3 0</inkml:trace>
  <inkml:trace contextRef="#ctx0" brushRef="#br0" timeOffset="722">941 89 8001,'4'-7'104,"0"-1"1,1 2 630,-2-1-184,-2 2-290,4 5 0,-5 1-7,0 3 0,-5 2-82,-2 5 0,1 1-139,-1 3 0,-1-3 43,-3 3 1,0 1-210,0-1 0,0 3 44,0-3 0,0-1-257,0-3 0,0 4-362,0 0 1,0-1 130,0-3 1,1-3-699,3-1 1275,-3-4 0,4 2 0,10-30 0,3-6 0</inkml:trace>
  <inkml:trace contextRef="#ctx0" brushRef="#br0" timeOffset="904">765 111 8001,'-4'-11'-128,"-1"0"-143,-1 0 1,4 4 831,-2-1 1114,3 6-1150,1-3 0,1 5-264,3 0 0,2 1-67,5 3 0,1 2 20,3 5 0,-2 1-110,6 3 1,-1-3-602,4 3 0,-1 2 343,-3 1 0,7 0-2079,-3 0 2233,2-5 0,23 3 0,6-5 0</inkml:trace>
  <inkml:trace contextRef="#ctx0" brushRef="#br0" timeOffset="1496">1283 67 8008,'0'-11'718,"0"0"-209,0 0-254,5 0 0,2 1 60,8 3 0,-3 2-74,3 5 1,2 0-3,1 0 1,3 0-74,1 0 0,0 4-109,0-1 1,0 6 36,1-2 0,-6-1-232,-3 2 0,-1-2-47,-2 1 0,-5 3-537,-3-3 523,-1 3 0,-4 0-32,-1-3 1,-3 3 34,-5-3 1,0-1 154,0 2 0,-4-4 2,0 3 1,-1-3 2,2 3 1,1-5 31,-1 2 1,1-2-14,2 2 1,0-3 14,0 3 0,4-3 24,0-1-2,4 0 89,-7 0-75,9 0 13,-4 0-45,15 0 1,-6-1 9,7-3 0,-2 3-51,6-3 1,-3 3-7,3 1 0,-1 0 31,0 0 0,0 0-10,4 0 0,-3 0-20,3 0 0,1 0 11,3 0 1,-4 1-6,0 3 1,1 2 82,3 5 1,-1-3 8,-3-1 1,-2 0 20,-5 4 1,-1 0 386,-3 0-194,-2 5 1,-6-2-82,-3 4 1,-7-4-298,-7 0 1,-4-5 21,-4-2 1,-2-1-91,-5 2 1,0 0-107,0-4 0,-1 1-381,1-1 0,5-3 109,3 2 556,1-1 0,51-27 0,12-5 0</inkml:trace>
  <inkml:trace contextRef="#ctx0" brushRef="#br0" timeOffset="1948">2198 133 8037,'1'-10'308,"3"3"-64,-3-3 1,5 5 615,-2-2-487,-3 2 0,4 4 490,-5-3-607,0 3 0,0-3 14,0 8 0,0 2-14,0 5 1,-5 0-16,-2 0 1,-3 0-222,-1 0 0,-1 4-172,-3 0 0,3 3-203,-3-3 0,-1 3 14,1-3 0,-3 3-416,3-3 0,1 1 204,3-2 1,0-5-340,0 2 0,3-2 295,1 2 0,5-4 597,-2 0 0,3-4 0,15-23 0,5-10 0</inkml:trace>
  <inkml:trace contextRef="#ctx0" brushRef="#br0" timeOffset="2146">2022 144 8037,'-6'-6'105,"-4"-4"1,4 3 428,-1-3 1,1 3 244,3-1 283,1 6-241,-2-3-555,4 5 0,4 1 29,4 3 0,2 2-142,1 5 1,5 0-115,2 0 0,6 4-134,2 0 1,5 4-425,-2 0 0,-1-2 367,2 1 152,-6-4 0,37 11 0,4-1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0:29.2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83 56 7820,'0'-6'517,"0"0"-279,0 2 0,-1 3 237,-3-3-57,3 3-244,-4-4 142,5 4-237,0-4-194,0 0 1,2 4 19,1-3 0,3 3-50,5 1 1,5-1 59,3-3 1,1 3 39,3-3 0,3 3 23,4 1 1,5 0 5,2 0 1,-5 0-41,-6 0 1,-3 0-51,-1 0-91,-5 5 1,-6 1 164,-7 5 1,-8 0 58,-3 0 1,-9 0-26,-6 0 0,-1 1 100,-7 3 0,1-2-85,-4 6 0,1-4 106,2 3 0,4-3-87,3 3 1,3-1 20,1 1 0,7 0-203,5-4 1,5-1 43,2 1 1,5-5 36,6-2 0,5-4 89,3 0 1,5-1-7,2-2 1,3 0 24,-3 0 0,0-4 10,-4 0 1,-1-4 49,-3 0 0,-6-5 199,-4-2 0,-7-1-11,-1 1 0,-6 2-66,-9-5 0,-7-1 121,-7-3 0,-1 5-286,-3 2 1,2-1-112,-5 2 1,1-1-147,2 4 1,5 1-416,2 3 0,8 2-630,3 5 1242,8 0 0,51 10 0,17 2 0</inkml:trace>
  <inkml:trace contextRef="#ctx0" brushRef="#br0" timeOffset="548">1075 89 7459,'12'-4'657,"-1"1"1,-4-2 117,0 1-537,-4 3 1,2-3 0,-5 8 1,-2 1-78,-1 2 1,-3 4-133,-5 0 0,-2 0 17,-1 4 1,0-2-198,-4 2 0,1-1 125,-2 4 0,-2-5-185,3 2 1,-2 1-90,2-1 0,-2-1-292,6-3 1,-1 0 88,4 1 0,0-5-876,0 0 1378,5-4 0,16-23 0,8-11 0</inkml:trace>
  <inkml:trace contextRef="#ctx0" brushRef="#br0" timeOffset="739">844 122 7999,'-10'-5'-335,"3"-2"837,-3-3 826,9 4-576,-4 1-526,5 5 1,5 1 162,2 3 0,7-2-154,0 6 1,6 3-193,-2 3 1,3 1-307,1-4 0,1 4-563,3 0 0,-3 3 577,3-3 249,-3 4 0,14-2 0,4 5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0:31.54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89 8173,'-8'-10'0,"2"2"826,1 0-549,2 1 261,3 1 0,0 1-330,0 5 0,0 6 13,0 5 1,3 1-61,1 7 1,5-5-135,-2 5 1,-1-1-123,1 4 1,1 0-173,3 0 0,-4-1-456,1-3 0,-5 2 84,5-5 1,-5 3-185,5-3 1,-5 0 242,5-4 580,-6-5 0,8-21 0,-4-9 0</inkml:trace>
  <inkml:trace contextRef="#ctx0" brushRef="#br0" timeOffset="374">342 56 8012,'7'-11'83,"1"0"0,-3 1 921,1 3-700,-3-3 11,2 9-159,-5-4 1,-2 6-22,-1 3 1,-4 2-126,-4 5 1,0 4 87,0-1 1,0 6-172,0-2 1,0 3 77,0 1 0,2 0-110,1 0 1,3 0-10,5 0 0,0 0 112,0 0 0,9 0-115,2 1 0,12-3 19,3-1 0,4-5-152,4-6 1,0 0 90,3-4 0,-3-2-120,3-5 0,-4-3 242,-4-5 1,-3-4 80,-8 0 0,1-4 166,-8 0 0,-3 2-23,-8-1 0,-1 4 1,-3 0 1,-3 1-119,-8 2 1,-6 2 60,-4 1 1,-6 3-98,2 5 1,-3 0-116,-1 0 1,3 5-250,1 3 0,7 3-1235,-4 3 1565,10-2 0,15 24 0,15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0:33.2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261 66 7997,'11'4'-65,"0"0"1,0-2-1,0-1 1,0-1-40,0 0 1,0 0 405,0 0-82,0 0 1,0 0 16,0 0 1,-4 0 115,0 0-27,1 0-407,3 0 3,-5 0-42,-1 0 123,-15 0 1,-2 2-77,-10 1 1,-2-2-71,-1 3 0,0-1-164,-4 0 1,-1-2 98,-3 3 0,2-3 64,1-1 1,0 0-47,4 0 1,0 2-62,4 1 0,5-1-334,2 1 585,3-2 0,6-1 0,60-14 0,19-5 0</inkml:trace>
  <inkml:trace contextRef="#ctx0" brushRef="#br0" timeOffset="240">227 22 7997,'0'-6'1126,"0"-4"-646,0 9 56,0-4-3,0 5-186,0 5 0,0 1-140,0 5 0,0 4-101,0 0 0,2-1-187,1-3 0,-1 2-89,1 1 1,2-1-461,-1 1 0,1-2-671,-2 0 1301,-1-1 0,17-10 0,0-2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0:34.9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11 100 8041,'0'-11'130,"-3"-4"1,-1 0 0,2 2 0,0 1 1149,2 1-717,0 5 29,0 1-337,0 5-95,0 5 0,0 1 54,0 5 0,2 5-37,1 2 1,0 3-44,4 1 1,-1 0-129,2 0 0,1 0-259,-1 0 0,-2 0-106,1 0 1,-3 0-433,3 0 0,-3 0-344,3 0 0,-4-1 22,0-2 1113,4-4 0,4-28 0,6-7 0</inkml:trace>
  <inkml:trace contextRef="#ctx0" brushRef="#br0" timeOffset="351">309 56 8041,'4'-17'0,"-1"2"0,1 6 478,-4 2 646,0 5-895,0-3 0,-5 6-78,-2 3 1,-3 2-120,-1 5 0,0 1 120,0 3 0,4 2-132,-1 5 1,2 0-195,-1 0 1,2 1 136,5 3 1,0-2-248,0 6 0,6-6 34,5 2 0,3-3-65,8-1 1,-2-1 167,10-2 1,-4-5 64,3-6 0,-1-4 23,2-4 0,0-1 104,-4-2 1,0-7 24,-4-5 1,-5-5 245,-2 2 1,-8 1 263,-3-1 0,-4 3-244,-4-3 1,-11 4-118,-7-1 1,-7 4-114,-1 4 0,-2 2-135,-1 5 0,2 0-217,1 0 0,3 6-609,5 5 1,10 1 854,5 7 0,73 34 0,-23-21 0,-1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0:39.1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3109 111 7708,'11'0'-587,"-4"0"1409,1 0-632,-1 0 0,4 0-45,0 0 0,0 0-157,0 0 0,4 0 77,-1 0 0,1 0 54,-4 0 1,5 0-82,2 0 1,0 0-12,0 0 0,0 0-1,4 0 0,0 0 42,1 0 0,-1-4-138,0 1 0,0-1 14,0 4 1,3 0 32,1 0 0,0 0 22,-4 0 1,5 0-6,2 0 0,-1-1 88,2-3 0,-2 3 8,1-3 0,4 3-21,1 1 1,-1 0 15,3 0 1,-1-4-64,-2 1 0,1-1-28,3 4 0,-3 0-8,3 0 1,-3 0 8,-1 0 0,5 0-16,3 0 1,1 0 6,3 0 0,-5 0-14,0 0 1,1 0 22,3 0 0,-1 0-1,-3 0 1,2 0 7,-5 0 1,4 0-2,0 0 1,-2 0-1,1 0 1,-3 0-2,4 0 0,-4 0 0,8 0 0,-4-1-1,7-3 1,-1 3-1,0-3 0,1 3 49,7 1 0,-7 0 99,3 0 0,-4-4-41,-3 1 1,0-1-72,0 4 0,0 0-40,0 0 0,-3 0 9,-1 0 0,1 0-3,3 0 0,-5 1-6,-2 3 0,1-3-11,-2 3 0,6-3 88,-1-1 1,1-1-29,3-3 1,-1 2 1,0-6 0,0 5 36,0-5 0,-5 6 148,-2-2 1,-8-1-177,-3 2 0,-4-1 71,-4 4-252,-2-5 1,-11 4-274,-5-3 1,-8 3 399,-7 1 0,-54-5 0,-9-1 0</inkml:trace>
  <inkml:trace contextRef="#ctx0" brushRef="#br0" timeOffset="538">4718 199 8187,'-11'5'-410,"0"-2"-73,0 4 0,0-3 385,0 3 1,0-1 360,0 2 0,0 1-174,0-1 0,4-2 105,0 1 1,4-3 47,-1 3 238,-2-4-375,5 2 0,-3-5-52,8 0 0,-2 0 3,6 0 0,-1-5 30,4-3 0,0-2-30,0-1 0,0 2 65,0 1 0,2-2-3,1 3 0,-1-3 88,1-1 0,-2 2 226,-1 1 0,1-2 20,-1 3 0,0 1-86,0-1 0,0 4-89,0-1 1,0 0-192,0 0 0,0 0-247,0 4 1,0 4 82,0 0 0,0 5-137,0 2 0,0 2-314,0 5 0,-4-3-881,1 3 0,-6 0 1410,2 4 0,-18 15 0,-4 4 0</inkml:trace>
  <inkml:trace contextRef="#ctx0" brushRef="#br0" timeOffset="938">4752 276 8187,'-12'-3'72,"1"-1"1,4-3 440,0 3-734,4 0 280,-2 4 209,5 0 1,0 5 40,0 3 1,0 1-118,0 3 0,2 0 15,1 2 0,0 0-21,4 4 0,-4 1-2,0 3 0,2 0-8,-1 0 0,1 4 35,-2-1 1,-1 6-106,1-2 1,-3-1-14,-3 2 1,-8 0-165,-8 7 0,-3-2 63,-4 1 1,-7-3-123,-7-3 0,-9 0 224,-6-4 1,0-1 140,-4-7 0,-2-2 41,-2-5 0,-1 0 311,2 0 1,4-5-395,11-2 0,4 1-185,10-2 1,8 5-419,3-5-238,12 6 1,2-3 647,11 5 0,23 0 0,10 0 0</inkml:trace>
  <inkml:trace contextRef="#ctx0" brushRef="#br0" timeOffset="1715">44 993 8165,'-7'-4'0,"-1"-1"194,0-1 1,2 4 989,-2-2-621,6-2-363,-3 5 0,5 1 77,0 7 1,0 3-1,0 1 0,1 1 46,3 3 0,-3-2-150,3 6 1,1-4-127,-2 3 0,2 0 31,-1 4 0,-3-3-144,3-1 0,-3-3-125,-1 3 0,0-1-459,0 2 1,0-3-473,0-5-987,0 0 682,5 0 1427,-4-5 0,14-50 0,-3-18 0</inkml:trace>
  <inkml:trace contextRef="#ctx0" brushRef="#br0" timeOffset="1973">176 1070 8165,'8'0'-239,"-1"0"471,0-5 1,4 4 325,1-3 0,-6 4-297,-3 4 0,-1-1-224,-2 4 1,0 0 67,0 4 1,-5-3 132,-3-1 0,-2 0-27,-1 4 0,0-3-72,0-1 1,0-3 21,0 3 0,2-3 97,1 3-218,-2-4 120,4 6-307,0-3 0,1 2 22,5-1 0,0-3-164,0 3 1,5-3-145,3 3 1,1-3-262,2 3 0,2-4-199,1 0 1,0 2 892,4-1 0,25-25 0,10-9 0</inkml:trace>
  <inkml:trace contextRef="#ctx0" brushRef="#br0" timeOffset="2325">364 1169 8165,'11'0'-68,"0"0"0,0 0 508,0 0 1,0 0-239,0 0 0,0 0-35,0 0 0,0 0-36,0 0 0,1-3-19,3-1 1,-3 0-42,3 4 0,-3-3-166,-1-1 0,-3-3-314,-1 3 1,-3-3 92,3 3 0,-5-5-113,2 2 0,-4 1 216,-4-1 1,-5 1 32,-6-2 0,-5 2 84,2 2 1,1 3 118,-2-3 1,1 4-43,-4 4 1,4-1 268,-1 4 0,6 0-49,-2 4 0,3 0 128,1 0 0,1 0-7,3 0 0,2 4-130,5 0 0,1 1-147,3-2 0,5-1-83,6 1 1,6-1-262,1-2 0,1-4 128,7 0 0,-2-4-153,1 0 0,2-1 324,-5-2 0,24-39 0,3-10 0</inkml:trace>
  <inkml:trace contextRef="#ctx0" brushRef="#br0" timeOffset="2616">673 1125 8165,'-5'-11'0,"-2"0"1070,1 0-221,-3 0-750,7 0 159,-3 5-251,5 1 103,5 10 1,-2 1-96,4 5 0,-3 0 75,3 0 0,-3 0-145,3 0 1,-3 2 74,3 1 0,-3-1 24,3 1 1,-3 2-21,3-1 0,-4 0 20,0-4 1,2 0 2,-1 0 1,1 0 98,-1 0 0,-3-4 472,2 0-331,-1-4-52,-2 2-226,0-20 1,0 5-16,0-12 0,-2 6-213,-1-2 0,2 1-67,-3-2 0,3 0-379,1 4 1,0 0 72,0 4 1,3 0-448,1 0 1,6 0 195,1 0 843,-5 5 0,48 1 0,1 5 0</inkml:trace>
  <inkml:trace contextRef="#ctx0" brushRef="#br0" timeOffset="2951">871 1114 8155,'-6'0'340,"1"5"1,5-2 123,0 4-275,5 0 0,-3 4-141,6 0 0,-5 4 70,5 0 1,-6 0-134,2-4 0,1 0 101,-2 0 0,1 0-178,-4 0 263,0 0-110,0 0-319,0-5 254,0-1-13,0-15 0,0 3-11,0-8 0,0 1-16,0 0 1,0 1 90,0-1 0,0-2 4,0 1 1,0 0 30,0 4 1,1 0-70,3 0 0,-2 0 64,6 0 1,-2 4-26,1 0 1,3 4-1,-3-1 0,3 3-38,1 1 1,0 0-10,0 0 1,0 5-44,0 3 1,2 5-137,1 2 0,-5-1-70,2-3 1,-3 4-583,3 0 0,0 0 17,0-4 1,-3-2 808,-1-1 0,1-8 0,3-6 0</inkml:trace>
  <inkml:trace contextRef="#ctx0" brushRef="#br0" timeOffset="3523">1191 1180 8153,'11'0'-259,"-4"0"414,0 0 1,-3 0 229,3 0 0,-4 0-199,7 0 70,-4 0-293,5 0-19,0 0 82,0-4 0,0 1-140,0-4 151,-5-1 0,3-3-137,-6 0 1,1 4 57,-4 0-258,0-1 280,-5-3 0,-1 4 8,-5 0 1,-4 4-14,1-1 1,-1 3 64,4 1 1,0 1 14,0 3 0,3-1-11,1 4 0,3 0 116,-3 4 1,5-3-147,-2-1 1,3 2 23,1 5 0,0-4-38,0 5 1,5-9-5,2 5 0,3-2-7,1 2 0,3-4 26,1 0 1,4-4-6,-5 0 1,6-1-4,-2-2 1,3-2-8,1-1 0,-1-3-29,-3-5 0,3 0 52,-3 0 1,-2-4 0,-1 0 0,-3-1-17,-1 1 1,-5 2-1,-2-5 1,1 0 7,-1 0 1,-1-3 0,-3 3 1,-3-2 44,-1 2 1,-5-2 117,2 6 0,1-2 132,-1 1 0,3 3 145,-3-3-71,4 8-158,-2 2-107,5 5 0,0 5 120,0 2 0,0 4 183,0 4 1,5 2-157,3 5 1,1 0-39,2 0 0,0 0-478,0 0 0,4 4-234,0 0 1,1-1-457,-2-3 1,-1-1 202,1-2 0,4 0-1457,0-4 2193,-2 0 0,39-29 0,5-5 0</inkml:trace>
  <inkml:trace contextRef="#ctx0" brushRef="#br0" timeOffset="3993">2227 1092 8211,'-4'-7'96,"1"0"1,-2 4-129,1-1-60,-2-2 148,-5 5 1,0-4 6,0 5 1,0 1-6,0 3 1,3-1 9,1 4 1,0-3-24,-4 3 0,1-3-65,3 3 0,-2-3-3,5 3 1,-3-3-22,3 3 1,-3-3-134,3 3 0,1-3 52,3 3 0,0-3-114,0 3 1,0-3 105,0 3 1,1-3 18,2 3 1,4-3 68,4 3 0,0-3 189,0 3 1,3-4-85,1 0 1,3 2 243,-3-1 0,1 3-58,-1-3 0,-3 1-85,3-2 0,-2 2-214,2 3 0,-7 2 98,3-3 0,-3-1-9,-1 1 41,-2 1 1,-6 3-29,-3 0 0,-3-5 2,-8-2 0,-3 0 23,-8 0 1,2 0-116,-6-4 0,6 0-125,-2 0 0,0 0-314,4 0 1,-1 0 479,8 0 0,15-20 0,8-4 0</inkml:trace>
  <inkml:trace contextRef="#ctx0" brushRef="#br0" timeOffset="4182">2414 1169 8140,'6'-1'288,"-2"-2"0,-1 1-2,0-1 0,0 3 462,4 3 1,-1 0-434,2 4 0,1 0-301,-1 5 1,-2-1-162,1 0 1,-3 3-394,3 1 1,-4 0 539,0-4 0,-6 0 0,-3 0 0</inkml:trace>
  <inkml:trace contextRef="#ctx0" brushRef="#br0" timeOffset="4315">2359 1037 8140,'-3'-15'-95,"-1"1"1,0 3-395,4 3 198,0 6 1,5-3-618,2 5 908,3 0 0,11 20 0,2 4 0</inkml:trace>
  <inkml:trace contextRef="#ctx0" brushRef="#br0" timeOffset="5095">2613 1136 8109,'7'-6'-276,"0"3"1,1 1 453,3 2 0,0 0-45,0 0 1,0 0 6,0 0 0,0 0 44,0 0 0,0 4 185,0 0-187,0 4 1,-1-2 230,-3 5-213,3 0 1,-9 0-36,3 1 1,-3-1-266,-1 0-61,0 0 0,-4 0-123,1 0 0,-2-2 127,1-1 0,3 2-238,-3-3-16,3-2 108,1 0 0,5-2-502,2 1 482,3 0 1,1-5 45,0-3 0,0 3 277,0-3 0,0-2 0,0-2 0,0 2 0,0-1 0,0 1 0,0-1 0,0 0 0,0 4 0,-3 2 0,-1-3-120,-4-2 1,3 4 352,-3-1 412,-1 2-211,3 1 1086,-5 0-1279,4 0 1,-1 0-50,4 0 0,-3 0-70,3 0 0,-3 0 57,3 0 0,1 0-154,3 0 0,-4 0 16,0 0 1,2 0-92,6 0 1,-3 0 104,3 0 0,-3-4-162,-1 0 1,0-1 115,0 2 1,0 0-25,0-4 1,-1 3-110,-3-3 0,3 3 131,-3-3 1,-1 1-150,2-2 1,-6-1 68,2 1 1,-3 2-146,-1-1 0,-5 3 175,-2-3 0,-4 4-10,-4 0 0,2 1 51,-6 2 1,1 0-2,-4 0 1,1 5 420,3 3 0,0 1-40,4 2 1,3 0 106,0 0 1,1 2-63,6 1 1,2 0 104,5 4 1,8-3-112,8 3 1,8-3-135,6 3 1,10-4-279,8 1 1,4-3-321,4-1 1,1-5-840,3-2 1154,-8-3 0,-8-13 0,4-6 0,1 0 0,1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0:48.9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0 8064,'-11'0'1297,"5"0"-891,1 0 97,5 0-59,-5 0-201,4 0 0,-3 0 29,8 0 1,-2 0-180,6 0 0,-1 1 87,4 3 0,1-3-113,3 3 0,2-3-517,5-1 0,4 0-126,-1 0 1,1 1 289,-4 3 1,4-3-160,0 3 1,-4-3-616,-4-1-461,-4 0 1521,2 0 0,-35-5 0,-7-1 0</inkml:trace>
  <inkml:trace contextRef="#ctx0" brushRef="#br0" timeOffset="223">23 121 8071,'-8'0'-317,"1"0"1535,5 0-784,-3 0 1,6 0 13,3 0 1,7 0-205,7 0 1,5 0-143,7 0 1,0 0-364,11 0 1,-4 0-1443,3 0 1703,-5 0 0,33-4 0,2-3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1:07.1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34 143 7982,'-7'-11'0,"0"0"0,3 0 817,1 0 0,1 3-56,-2 1-138,3 5-236,-4-3 0,6 6-75,3 3 1,-2 2-47,6 5 1,-2 5-97,1 2 1,3 7-1,-3 0 0,2 6-190,-2-2 1,3-1-16,-3 2 1,3-4-38,1 3 1,-4-1-254,1 2 1,-6-2-433,2-3 0,1-1 47,-1 1 0,0-6-1410,0-4 2120,-3-3 0,9-26 0,-4-5 0</inkml:trace>
  <inkml:trace contextRef="#ctx0" brushRef="#br0" timeOffset="265">277 77 7819,'0'-11'1298,"-5"5"-778,3 1 1,-3 11 17,5 5 0,2 1-164,1 6 0,4 4 26,4 4 1,0 5-247,0-2 0,0 3-111,0 1 1,3-1-112,1-3 1,3 6-408,-3-6 1,0 0-872,-4-6 0,-1-3 144,-3-1 1202,3 2 0,-4-24 0,5 1 0</inkml:trace>
  <inkml:trace contextRef="#ctx0" brushRef="#br0" timeOffset="693">751 77 7819,'0'-16'207,"-5"4"1,-1-3 434,-1 3 91,-2 1 0,2 4-227,-4 4 0,0 3-161,0 3 0,0 5-25,0 6 0,4 4-135,0 4 1,1 5-87,-2 2 1,3 3 25,5 1 1,0 4-145,0-1 1,5 2-20,3-1 0,1-3-242,2 3 1,5-3-13,3 0 1,1-6-210,3-3 1,-1-2 57,0-5 1,3-3 128,1-8 0,1-3-52,-1-8 1,-3-3 222,3-8 0,-3-7 118,-1-8 0,-5 2 36,-2-1 1,-8 4 221,-3 0 0,-3 1-10,-1 2 1,-8 2 183,-3 1 1,-8 8-150,1 7 0,-7 0-79,0 0 0,-5 5-98,4 6 0,1 4-170,3 4 1,-3-1-321,3 4 0,3 0-91,8 4 1,4-3-422,4-1 1,1 1 920,2 3 0,79 14 0,-30-15 0,0-1 0</inkml:trace>
  <inkml:trace contextRef="#ctx0" brushRef="#br0" timeOffset="1143">1313 198 7819,'-6'-17'280,"-3"0"34,5 2 1,-4 3 626,0-3 1,4-1-311,0 1 1,1 4-124,0 4 1,2 0-233,-3-4 1,8 3-245,3 1 1,4 4 28,4 0 1,2 2-201,5 1 0,0 0 94,0 0 1,4 1-144,-1 2 1,1 0 7,-4 4 0,0-3-69,0 3 1,-5 1-107,-2 3 1,-3 1 99,-1 3 1,-5-3 4,-2 3 0,-3 1 10,-1-2 1,-6 6-180,-5-2 0,-5 3 292,-6 1 1,0 0-53,0 0 1,-4 1 125,1 3 1,-1-3-78,4 3 0,1 1 143,3-1 0,6 1-80,4-2 1,7-1 104,1 1 1,10-2 21,8-5 0,4-2 158,4-5 0,2-5 47,5-2 0,-3-4 185,-1-4 0,-6-7 252,-1-7 0,-5-7-193,-6-1 1,-4-4 202,-4 0 0,-10-2-283,-4-1 1,-12-1-180,-3-3 1,-8 7-118,-3-3 0,-5 2-133,2-2 1,3 6-467,4 5 1,6 6 465,9 9 0,41 21 0,15 11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1:16.42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243 1 11376,'-6'5'558,"-5"2"-469,0 8 1,-4 3-16,-3 8 1,-7 3-5,3 8 0,-4 2-23,1 5 1,5 0-154,-2 0 0,7-4 60,1-4 1,6-2-240,5-5 1,1-3 130,2-8 1,9-2-143,2-5 1,7-5 217,1-2 1,2-8 32,1-3 0,0-9 79,0-6 0,0-6 80,0-9 0,-1-1 198,-3-3 1,-6 0-126,-4 4 1,-6-3-61,2 3 0,-3 5-376,-1 6 1,-4 4-1144,1 4 1088,-6 2 304,3 10 0,5 30 0,2 13 0</inkml:trace>
  <inkml:trace contextRef="#ctx0" brushRef="#br0" timeOffset="810">463 254 8141,'-4'-6'-154,"2"1"219,-3 5 0,4 5 41,-2 3 0,1 1 10,-1 2 1,-2 2 24,1 1 1,-3-1 1,3 1 0,-3 2-40,3-1 1,-3 3-15,3-3 1,-3 0-22,3-4 0,-1 0-62,1 0 0,3 0-141,-2 0 201,1-5-42,2 4-14,0-9 0,0 3-11,0-8 0,2-2 14,1-5 0,2 0-5,2 0 0,2-4 3,-5 0 0,4-4 5,0 0 0,1 2-121,2-1 1,0 1 9,0-2 1,1 0 22,-1 4 0,3-3 7,1 3 0,3 0-103,-3 4 0,3 1 130,-3 3 1,0 2-49,-4 5 230,0 0 1,-1 9-65,-3 2 0,-2 4-42,-5-1 1,0 0-53,0 4 1,0-3 17,0 3 1,0-1-154,0 2 1,0-3-227,0-5 0,0 1-435,0 3 810,0-3 0,5-11 0,1-8 0</inkml:trace>
  <inkml:trace contextRef="#ctx0" brushRef="#br0" timeOffset="1398">949 188 8143,'0'-11'-880,"0"0"880,0 5 1047,0 1 0,-5 6-457,-3 3 0,-3 7-203,-3 7 1,0 0-187,-4 0 1,4 0-16,0 4 0,-2 0-1,1 0 0,0 1-9,4-1 0,4-2-101,0-1 0,4-2-213,-1-2 0,4-3-367,4 3 1,2-8 251,5-3 0,5-3-430,3-1 1,1 0 100,2 0 1,0-5-93,0-2 0,1-3 233,-1-1 0,0-1 190,0-3 0,-5 3 251,-2-3 0,-3 3 0,-1 1 0,0 0 0,0 0 0,-4 1 0,1 2 1,-6-1 252,8 2 358,-9 1-24,4 1 160,-5 5-231,0 0-279,0 5 1,0-2 152,0 4-213,0-4 0,1 5-196,3-4 0,-2 3 15,6-3 0,-5 0-90,5-4 1,-5 0 32,5 0-92,-1 0 1,4 0 65,0 0 1,0-2-75,0-1 1,0-3 95,0-6 0,0 1-11,0 0 0,0 0-50,0 0 1,-3-1-115,-1-3 1,-3 3-130,3-2 325,-5 1 0,3 2 143,-5 0 1,-5 5 15,-2 2 1,-4 3 278,-4 1 0,2 5-108,-5 2 0,3 3 77,-4 1 0,2 4 92,-1 0 1,-2 4 309,6 0 1,-1-2-137,4 1 0,1 1-226,3 3 1,-2 0-359,6 0 0,-1 0-66,4 0 1,5-1-346,2-3 1,4-2 82,4-5 0,2-5 283,5-2 0,34-32 0,9-9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1:19.9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210 342 7527,'0'-11'1462,"5"5"-617,-4-4-542,4 9 0,-4-8 416,3 6-495,-3-1-64,4 4 0,-6 0-121,-3 0 1,2 0 96,-6 0 0,-3 1-201,-4 3 1,0 3 115,0 8 1,-2-3-72,-5 3 1,3 1-19,1-1 0,4 3-105,0-3 0,-2 4-111,1 0 1,2-3 12,5-2 0,3-1-1,5-2 1,0 0 126,0 0 1,0-4 35,0 0 0,5-4 7,3 0 1,5-3 23,2-3 0,3 0-29,-3-4 1,4-2 2,0-5 0,-2 1-96,1-1 1,-1 0 143,2 0 1,0 0-13,-4-4 0,4 1 48,-5-2 0,1 0 115,-4 4 1,0-1-64,0 1 0,-1 3 334,-3-3-256,-2 8-88,-5-3 1,0 10-31,0 0 1,-5 5 37,-2 6 1,-3 0-15,-1 0 0,0 4 34,0 0 1,1 1-5,3-2 1,-3-2-66,3 3 1,1 1 3,-2-1 0,6-1-45,-2-3 5,3 1 4,1 3 1,1-4-14,3 0 0,2-4-55,5-7 1,4 0 42,-1 0 1,5-2-9,-5-1 0,6-7 19,-2-5 0,3-3 8,1 3 0,0-4 11,0 0 1,-2-5 3,2-2 1,-6-1 48,6 1 0,-3 2 126,4-6 0,-1 5 0,0-5 0,-2 2-89,-1-1 0,2-2 185,-3 5 1,-2 4 6,-1 4 0,-3 6 55,-1 1-221,-5 0-52,-1 9 0,-6-1-4,-3 6 0,-2 7-7,-5 5 1,-4 4-74,0 0 0,-3 2 88,3 1 1,-4 1 26,0 3 1,4-2 16,0 6 0,-1-5 10,1 5 0,2-5-92,5 5 0,0-4 9,4 3 1,-3-4-15,3 0 0,2-2-133,5 0 1,0-6 57,4-3 1,0-3 43,5-3 1,2-3-26,1-5 1,5-5-81,-2-3 1,-1-3-189,1-3 1,1-1 93,3-7 1,4 1-128,-1-8 0,1 1 137,-4-2 1,0-3-81,0 0 0,-2 0 165,2-4 1,-6 2 27,6-2 1,-6 6 109,2-2 1,-4 7-27,0 1 1,-5 8 306,-2 6-182,-4 4 79,2 7 1,-9 5-9,0 3 1,-4 3 171,0 3 0,-2 4 112,-1 4 1,0 0-134,0 0 1,0 5 43,0 2 0,-3 3-66,-1 1 1,1 0 135,7 0 0,-3-1-223,3-3 0,2 3-235,1-2 0,3-5-191,1-3 1,0-4-469,0-7 0,6-2-2454,5-1 3124,0-3 0,20-40 0,-2-8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1:25.6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374 398 11329,'-12'0'721,"-3"0"1,-2-5-610,-5-2 1,0-7 39,0-1 1,-5-4-139,-3 0 1,2-1 122,-1-2 1,4-4-72,-1 0 1,4-3-339,4 3 1,7-1-27,7 1 0,3 3-134,1-3 0,1 8 154,3 3 0,2 4-113,5 4 0,1 1 82,3 2 0,-3 3-22,3-3 0,-3 3 147,-1 1 0,0 0 198,0 0 1,-3 4-187,-1-1 55,-4 6 1,1-3 145,-4 5 0,-4 1 45,-4 3 1,-3-2 34,-4 6 0,2 0-101,-5 7 0,4-3 2,-1 3 0,0 1-57,0-1 1,0 4-12,4 0 0,1-3 31,3-2 1,1-1 109,2-2 1,3 0 161,-3 0 0,7-5-42,0-2 0,6-4 193,-2-4 1,4-2 15,4-5 0,-2-1 187,6-3 0,-1-3-320,4-8 0,-1-2-109,-3-5 0,2 0-73,-5 0 0,3-4-165,-3 0 1,0-3-1195,-4 3 1,0 0 1261,0 4 0,14-19 0,5-6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1:21.17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198 276 8004,'0'-6'303,"0"1"82,0 0 0,0 3 241,0-6-57,0 6-209,0-8 1,0 8 92,0-6-255,0 6 1,-1-7-61,-3 6 1,2-1-104,-6 4 0,1 0 15,-4 0 1,-4 0-190,1 0 1,-5 5 90,5 2 0,-5 7-152,4 0 0,-3 6-5,3-2 1,2 3 120,6 1 0,-2 0-277,5 0 1,2 0-27,6 1 0,2-5-137,5 0 0,5-4 93,2 0 0,3-1-65,1-2 1,0-5 204,0-2 0,0-3 291,0-1 0,0 0 0,25-35 0,5-7 0</inkml:trace>
  <inkml:trace contextRef="#ctx0" brushRef="#br0" timeOffset="257">529 298 8004,'0'-11'-2,"0"0"171,0 0 0,-1 4 54,-3-1 0,1 6 0,-4-2 1,0 3-68,-4 1 0,0 0-133,0 0 0,-2 1 85,-1 3 1,0 6-204,-4 5 0,3 0 44,-3 0 0,4-1 138,0 4 0,1-1-40,2 2 1,4 1-29,0-1 1,4-2-123,0 1 1,1-4 43,2 0 29,5 4 0,5-7 46,5 0 0,1-5-14,-2-6 1,2-1-296,3-3 0,1 0-16,-1-7 1,-3 3-34,-2-7 0,2-1-7,-1 1 1,0-4 348,-4 0 0,0-16 0,0-6 0</inkml:trace>
  <inkml:trace contextRef="#ctx0" brushRef="#br0" timeOffset="642">639 276 8004,'0'11'878,"0"0"-651,0 0 1,1 0-5,3 0 0,-3 4-205,3 0 0,1 3 35,-2-3 0,1 4-63,-4 0 0,1-2 96,3 1 0,-3-4-97,3 0 306,-3-1-59,-1-2-35,0-5 0,1-2-88,3-8 1,-3-2-43,3-5 0,-3 0 9,-1 0 0,4-5 11,0-3 1,3 0-20,-3 0 1,4-1-23,-1 1 1,3 2 24,1-1 1,0 4-21,0 0 0,0 1 33,0 2 0,0 5 92,0 2-214,0-2 0,0 6 70,0 0 1,-1 9-84,-2 6 1,1 3-53,-1-3 0,-2 4-225,1 0 0,-3 0-127,3 0 0,1 1-292,3-1 0,-4-2 76,0 1 0,1-4-940,3 0 1607,0-1 0,10-22 0,2-4 0</inkml:trace>
  <inkml:trace contextRef="#ctx0" brushRef="#br0" timeOffset="915">1069 320 8004,'-6'-7'583,"2"0"927,3 4-609,1-2-660,0 5 1,0 5-165,0 3 1,4 3 40,-1 3 0,5 0-196,-5 4 1,5 0 94,-5 4 0,5 1-127,-5-1 1,5-4 154,-5 0 1,6-1-102,-2 2 0,-1-3 247,2-5 0,-1-1-98,4-3 0,-3-2 419,-1-5 0,0-3-256,4-4 0,4-5-246,0-10 1,-1-2 51,-3-1 1,0 0-136,0-4 1,0 1-343,0-2 1,1 3-1609,-1 5 2023,-5 0 0,8-10 0,-1-2 0</inkml:trace>
  <inkml:trace contextRef="#ctx0" brushRef="#br0" timeOffset="1285">1587 342 7986,'0'-7'1717,"0"0"-1343,0-1 1,-1 2-127,-3 3 0,-2 1-42,-5 2 0,0 5-124,0 3 0,0 5 7,0 2 0,-1 4-177,-3 0 0,4 1 147,0 3 0,0-3-85,4-1 1,2 2-6,1-3 0,3 2 128,1-2 0,5-3 105,2-8 1,8-2-63,3-5 1,2-1 166,-2-3 0,3-3-313,-3-8 1,2-2-294,-2-5 0,-2 3-889,-5 1 0,-1 0 205,-3-4 983,-2 4 0,-15-7 0,-2 1 0</inkml:trace>
  <inkml:trace contextRef="#ctx0" brushRef="#br0" timeOffset="1659">1830 210 7982,'0'-11'865,"0"-4"693,0 1-403,0-1-716,0 9 1,0 6-9,0 7 1,1 8-213,3 3 1,-3 7 28,2 0 0,-1 6-335,-2-2 1,3 2-175,1-1 1,0 1-167,-4-1 0,3 0-68,1 0 0,0 0-504,-4-4 1,0 0 387,0-4 1,0-1-875,0-3 751,0-2 734,5-5 0,11-34 0,7-9 0</inkml:trace>
  <inkml:trace contextRef="#ctx0" brushRef="#br0" timeOffset="2436">2028 375 7982,'0'-7'-383,"0"0"819,0 4 798,0-2-702,0 5-508,0 5 1,0 3-18,0 6 1,0-1-247,0 1 1,1 2 64,3-1 1,-2 3 122,6-3 1,-5 0-80,5-4 0,-6 0 111,2 0 0,2 0-127,1 0 60,-2-5 1,5-1-68,-3-5 0,0 0 14,0 0 0,-1-1-159,1-3 1,3-3 93,-2-8 0,-2 3 161,1-3 1,0-1-15,4 1 1,-3-3 81,-1 3 0,0-3 210,5 3 1,-5-2-76,0 6 0,-4-2 357,0 5-122,3 3-144,-4 0 0,3 7-158,-5 1 1,0 5-39,0 6 1,0 0 14,0 4 0,0-1-17,0 2 1,1 0-122,2-4 1,0 3 48,4-3 0,-3 1-155,3-1 1,1-6 86,3 6 1,0-10-209,0 2 1,1-4-62,3-3 0,-3 0 65,3 0 0,-3-5-20,-1-2 0,1-4 206,3-4 0,-7-1 105,3-2 0,-2-3 0,2 2 0,-4-1 0,1-2 0,-6-2 28,2-1 0,1 1 58,-2-1 0,1-2 347,-4 1 0,1-4-83,3 5 0,-3 4 89,3 6 1,-3 3 156,-1 1-139,0 5-330,0 1 0,0 13-59,0 4 0,0 5 65,0-3 1,0 6-116,0-2 1,0 7-121,0 1 0,0 3 43,0-3 1,0-1-50,0-3 0,0 0 68,0 1 0,0 2 49,0 1 1,4-4 76,-1-4 0,1-3 152,-4 3 0,0-4-156,0 1 1,0-7 407,0 0-569,0-6 279,0 3-600,0-15 0,1 3 149,3-8 1,-1-1-19,4 1 0,-3-4 157,3 0 1,-1-1 15,1-2 0,3 0 126,-2 0 1,1 3 319,2 1 0,-1 1-98,-3-2 1,6 3 136,-6 5 0,5 2-140,-4 1 0,1 3-27,3 5 0,-1 1-276,0 3 0,-4 2 96,0 5 1,-3 5-57,3 3 0,-4 1-59,0 2 0,2 4-167,-1 0 1,0 0-230,-4-4 1,0 0 200,0 0 0,0 0-796,0 0 1,0-4 1063,0 1 0,5-45 0,1-7 0</inkml:trace>
  <inkml:trace contextRef="#ctx0" brushRef="#br0" timeOffset="2581">2778 34 7982,'-11'-11'290,"0"0"403,0 4-693,5 3 0,25 53 0,12 12 0</inkml:trace>
  <inkml:trace contextRef="#ctx0" brushRef="#br0" timeOffset="3208">2998 420 8113,'-11'-7'645,"0"2"1,0 5-284,0 0 0,4 5-230,-1 3 1,1 3-138,-4 3 1,4 0-12,-1 4 1,2-3-302,-1 3 1,-2 0-208,6 0 1,-1 2 246,4-6 1,-4 1-282,1-4 423,-1 0 1,5-5-14,3-2 0,-2-3 31,6-1 1,-5-6 104,5-5 0,-1 0-25,4-4 1,-4-2 193,1-1 0,-1 0-70,4 0 0,0 5 126,0-2 0,0-1 184,0 1 1,0 1-141,0 3 0,0 0 5,0-1 1,0 3 7,0 1 1,-3 0 142,-1 4-292,0 0 1,3 6-124,-2 1 1,-4 3 38,-4 5 0,4 4-3,0 0 1,0 1 20,-4-2 1,0 2-16,0 3 0,3 0-136,1-4 1,0 3 108,-4-3 1,0 0-73,0-4 0,0 0 61,0 0-243,0-5-46,0 4 131,0-9 13,0-6 0,0-2 148,0-8 0,0 2 10,0-2 0,0 3-19,0-3 1,0-1 92,0 1 1,4-3-33,4 3 1,-2-3 150,1 3 0,1 1-86,3 3 1,1 3-51,3 1 1,-3 4-153,3 0 0,-3 3 93,-1 3 1,-1 3-277,-3 6 1,2 3-105,-6 4 0,2 2-88,-1 1 0,-3-4 26,3 0 0,2 1-104,1 3 1,-1-5 532,2-2 0,9-8 0,6-2 0</inkml:trace>
  <inkml:trace contextRef="#ctx0" brushRef="#br0" timeOffset="3501">3572 375 7907,'-12'-6'-213,"1"0"492,0 3 0,0 1 447,0-1 1,0 1-248,0 2 0,0 2-78,0 1 1,4 0 70,0 4-254,-1 0 1,2 4-231,2 0 1,3 0-36,1 1 1,1 2-41,3 1 0,2 0 166,5-4 1,2 0-100,1 0 0,0 3 116,4 1 1,-4 0 31,0-4 1,-3 1 156,-3 3 1,0-3-25,-4 3 0,0-3-233,-4-1 1,-5-1-231,-3-3 0,-3 3-479,-3-3 0,-4-2-217,-4-1 1,-2 1 897,2-2 0,-12-14 0,4-7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1:27.1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67 337 7737,'-6'-4'-819,"1"1"1167,5-4 1166,0 4-1057,0-6 1,0 6 383,0-4-476,0 4-157,0-2 380,0 5-396,0 5 0,0 3 0,0 6 0,0 3 22,0 5 0,0 1-125,0-1 0,0 5-60,0 2 0,-4-1-159,1 2 0,-5-1-19,5 4 1,-2-5-276,1-2 0,2-4-256,-6-4 204,6 3 222,-3-14 71,0 3 1,4-18 0,-3-3 0,3-11 51,1 0 1,0-8 72,0 1 0,0 1 128,0-2 0,4 1-40,-1-4 0,5 0 204,-5 0 0,5 1-129,-5 2 1,6 0 76,-2 4 0,3-3-44,1 3 1,0 1-25,0 7 1,0 2-23,0 5 0,0 5 5,0 2 1,0 3-42,0 1 1,-1 5-25,-3 2 0,3 8 25,-2 3 0,-4 0-2,0 0 1,-3 0-105,-1 4 0,0 4 60,0 0 1,-5-1-89,-2-2 0,-3-1 21,-1 0 0,0-4-150,0 0 1,-3-3-582,-1 3 0,0-4 351,4 1 0,4-4-1509,-1-4 1945,1 3 0,16-33 0,4-3 0</inkml:trace>
  <inkml:trace contextRef="#ctx0" brushRef="#br0" timeOffset="273">398 359 7949,'5'-6'0,"-3"-2"258,6 4 554,-6-4-507,3 6 1,-5-1-57,0 6 1,-5 0 55,-2 4 0,-3 4-184,-1 4 1,0 3-122,0-3 0,0 5 54,0-2 0,1 1-137,3 0 0,-2 0 165,5-4 1,1 4-242,3-5 255,0 6 0,5-9-20,2 0 0,3-1 35,1-7 0,3-4-173,1-6 0,0-4-208,-4-4 0,0 2-20,0-6 0,-4 1-341,1-4 0,-6 0 58,2 0 0,-3 0 573,-1 0 0,0-10 0,0-3 0</inkml:trace>
  <inkml:trace contextRef="#ctx0" brushRef="#br0" timeOffset="539">651 326 7949,'7'0'84,"-3"0"135,-4 0 1,0 5 286,0 3 0,-4 1-354,-4 2 1,-2 1 17,-1-1 1,4 3-141,0 1 0,3 3 120,-3-3 0,4 5-3,-1-2 0,3-2 13,1-1 1,1-3 8,3-1 0,2-4 19,5 1 1,2-6 156,1 2 1,-1-8-296,1-3 1,-2-7-223,-1 0 1,-3-6-805,-1 2 1,-4 0 262,0 0 1,-1 1 712,-2-2 0,-15-21 0,-4-2 0</inkml:trace>
  <inkml:trace contextRef="#ctx0" brushRef="#br0" timeOffset="941">795 117 7949,'7'-5'0,"0"-2"0,-3 2 1122,3 1 1,-3 3-347,3 1 0,-4 1-230,1 3 0,0 3-254,0 8 0,0 2-157,-4 5 1,3 4-45,1 0 0,0 3-197,-4-3 1,4 4-262,-1 0 0,5 0 123,-5 0 0,5-1-188,-5-7 0,5 1 221,-5-8 1,2 2-10,-1-6 1,-2-2-5,6-9 0,-5 0 45,5 0 1,-1-5-13,4-2 1,0-4-123,0-4 0,0 1 51,0-4 1,0 1-121,0-2 1,0 0 402,0 4 1,-3-4 182,-1 0 1,-1 2 282,1-1 0,2 4-201,-5 0 1,-1 5 835,-3 2-539,0 4 189,0-2-612,0 15 0,0-1-40,0 9 1,0-3-196,0 3 1,2 0-31,1 4 0,0-3-325,4-1 0,-3-1-145,3 2 1,0-2-439,4-2 1,0-4 1012,0 0 0,15-25 0,4-10 0</inkml:trace>
  <inkml:trace contextRef="#ctx0" brushRef="#br0" timeOffset="1097">1136 62 7949,'0'-15'0,"0"0"-377,0 2-636,0 1 1013,0 6 0,20 25 0,5 12 0</inkml:trace>
  <inkml:trace contextRef="#ctx0" brushRef="#br0" timeOffset="1614">1302 304 8133,'1'8'472,"3"-1"1,-3-3-231,3 3 0,-3 0-102,-1 4 1,4-3-195,-1-1 1,1 1-4,-4 3 0,0 0 182,0 0 77,0 0-233,0 0-113,0 0 223,0-5 14,0-1-323,0-5 1,0-5 165,0-3 0,4-1 302,-1-2 0,6-4-36,-2 0 1,-1-3 178,2 3 1,-1-3-122,4 3 0,0-3-65,0 3 0,0 2-50,0 5 0,0-2-2,0 3 0,-4 2-244,1 1 0,-1 4-169,4 4 0,-3 2-247,-1 5 1,0 4 74,4 0 1,-3 4-338,-1 0 0,0-2 287,4 1 0,-3-4-665,-1 0 1157,0-1 0,19-7 0,4-1 0</inkml:trace>
  <inkml:trace contextRef="#ctx0" brushRef="#br0" timeOffset="2048">1809 326 7949,'5'-15'0,"-4"2"541,3-1 177,-3 1 1,-1 2-283,0 0 0,0 0 243,0 0-613,-5 5 1,-1 0-20,-5 2 0,0 3-163,0-3 0,0 4 131,0 4 1,-4-3-156,0 3 1,1 2 127,3 1 0,1 0-135,3 0 0,-3 0 56,2 4 1,2-3 34,-1-1 1,4 0-250,0 4 1,2 0 50,1 0 0,0 0 32,0 0 0,3-3 141,1-1 1,4-1-26,0 2 0,-2-2 103,1-3 1,1-1 161,3 1 0,0-1-101,0-2 1,0 0 136,0 0 0,0-2 103,0-1 0,0 1-59,0-1 0,0 0-8,0 0 1,4 1-71,-1-1 1,5 1-5,-5 2 0,2 0-66,-1 0 0,-1 0 9,4 0 1,-5 5-47,2 3 0,-3 2-140,-1 1 0,-5 3 125,-2 1 1,-3 3 110,-1-3 0,-1 3 117,-3-3 0,-7 3-137,-7-3 0,-4 2-36,-4-6 1,-1 2-220,-2-10 0,-3 5-281,3-5 0,2 1 182,1-4 224,3 0 0,15-25 0,5-5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1:39.4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23 265 7999,'-4'-11'2505,"0"0"-1608,1 0-356,3 0-246,-5 5 0,3 6 158,-1 7 0,1 8-177,2 4 0,0 1-96,0 2 0,2 5-121,1 3 0,-1 2-2,1 1 1,2-2-224,-1-1 1,1 1-40,-2-6 1,-1 1-208,1-4 0,-1-5-46,-2-2-84,0-8 269,0-2 0,-4-13-48,0-3 1,-3-8-52,3 1 0,1-7 211,3 0 0,0-1 146,0 4 1,0-4-60,0 0 1,0 1 153,0 3 0,0-1-119,0 1 0,0-3 83,0-1 0,0 0 308,0 4 0,0 0-11,0 0 0,1 5 550,2 2-510,-1 3-407,3 6 1,-2 2 101,1 8 1,1 7-130,-2 7 0,4 3 94,4 1 1,-3 5-162,3 3 0,-2-2 1,5 1 0,0-3-7,1 3 1,-3-4-181,3 0 1,-3-6 73,-1-4 0,0-3-38,0-1 1,-4-5 77,1-2 0,-2-4-110,1-4 1,-2-3 112,-5-8 0,4 1 52,-1-4 1,1 3 93,-4-3 1,0 0-6,0-4 1,4-1 215,-1 1 0,1 4 59,-4 0 1,0-1 216,0-3 0,0 0-73,0 0 0,0 5 613,0 2-592,0 3 0,1 6-124,3 2 0,-2 3-110,6 1 0,-1 10 80,4 5 1,0 4-196,0 3 1,5 5-25,2 3 0,0 1-271,0 2 0,0 1-136,4-1 0,0-4-881,1 0 1,-3-4-170,-1 1 1,0-3 526,-4-1 911,0-10 0,-19-7 0,-3-11 0</inkml:trace>
  <inkml:trace contextRef="#ctx0" brushRef="#br0" timeOffset="262">596 221 8015,'0'-22'192,"-4"5"0,0 2 1527,2 3-878,1 1-500,1 5 1,1 2 84,3 8 1,-2 6-186,5 4 1,1 10-52,3-2 1,-4 7-7,1 1 1,-2 1-117,1 2 1,2 1-63,-6-1 0,5 0-378,-5 0 1,5-4 80,-5 1 0,6-6-253,-2 2 1,3-4 473,1-4 1,0-6 47,0-4 1,4-6 265,0 2 1,4-4-276,-1-4 1,5-2-101,2-5 0,-5 1 295,2 3-164,-2-3 0,2-6 0,0-7 0</inkml:trace>
  <inkml:trace contextRef="#ctx0" brushRef="#br0" timeOffset="537">1059 199 8015,'-5'-11'1019,"4"0"-491,-4 5 0,5 6 282,0 7 0,1 8-328,3 3 1,2 7-223,5 1 1,0 4-303,0 0 0,1 1-333,3 3 1,-3-1-232,3 0 0,-7-4 157,0 1 1,-6-6-727,2 2 1,-3-4 254,-1-4 920,0-2 0,-10-24 0,-2-6 0</inkml:trace>
  <inkml:trace contextRef="#ctx0" brushRef="#br0" timeOffset="787">1070 144 8007,'0'-29'0,"0"0"1214,0 3 1,5 5-422,2 6 1,4 4-204,4 4 0,-2 2-209,6 5 0,3 6-98,3 5 1,6 6-18,-2 9 0,3-2-14,1 6 0,-1-1-130,-2 4 0,-3 4-181,-5 0 1,-10-4-532,-5-4 1,-7-4 216,-7 0 1,-7-5-55,-11-2 0,-5-5-124,-6-2 0,-2-4-474,-3-3 1,-2-3 229,3 2 795,2-1 0,15-12 0,8-2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1:37.5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177 248 7921,'0'-11'330,"0"-1"0,0 1 915,0 0-956,0 0 0,-1 5-27,-3 3 0,2 1-225,-6 2 1,-3 7-29,-3 4 0,-5 1-129,5 6 1,-5 1 113,4 3 1,1-3-127,3 3 0,-3-2-11,3 6 1,-1-7-143,8 0 0,1-2 136,3 1 1,0-2-25,0-5 0,8-5 34,3-2 1,4-3 57,0-1 0,-2-5 14,5-2 1,-3-4-10,4-4 0,-6 2 0,2-6 1,-3 1 51,-1-4 0,-1 3 9,-3 1 0,2 1 8,-6-1 0,2-3 14,-1 2 1,-3 3 117,3 2 0,-3 1 23,-1 2-27,0 0 1,-1 5-50,-3 3 1,3 3 103,-3 3 1,3 0-70,1 4 0,0 4 104,0 4 0,0 1-157,0-2 0,0 2-6,0 3 1,5 2-108,2-3 1,-1-1 4,2 1 1,-1-4-100,4 1 0,0-3 54,0-1 0,0-4-123,0 1 0,0-6 75,0 2 1,0-4-113,0-4 1,0-2 134,0-5 0,0-1-8,0-3 0,-3 1 68,-1-4 1,-4 3 3,0-3 0,-1 5 266,-2-2 0,0-1 70,0 1 1,0-3 58,0 3 0,0 0-71,0 4 0,0 0 74,0 0 1,-2 5 20,-1 3-358,1 1 1,-2 4 175,4 1 0,1 5-4,2 6 1,-1 3-84,1 5 1,3 4 2,2 0 1,2 5-16,1-2 0,0 3-100,0 1 1,0-1-182,0-3 0,0 3-85,0-3 1,0-3-380,0-4 0,-4-5 114,0-6 0,-3-1-1000,4-3 1553,-6-2 0,3-29 0,-5-7 0</inkml:trace>
  <inkml:trace contextRef="#ctx0" brushRef="#br0" timeOffset="224">431 225 7921,'0'-20'-504,"0"1"1,0 0 725,0 4 0,0 4 1546,0 4-1383,4 4 0,4-2-142,7 5 1,-2 2 6,5 1 1,0 3-28,0 5 0,3 0-5,-3 0 1,3 0 117,1 0 1,-5 4 107,-2 0 0,-4 1-380,-4-2 0,-2 0-267,-5 4 0,-2-1-186,-6 2 1,0 0-515,-11-4 0,2 3 172,-1-3 0,-3 0 731,3-4 0,-8-15 0,-2-3 0</inkml:trace>
  <inkml:trace contextRef="#ctx0" brushRef="#br0" timeOffset="440">662 203 7930,'11'0'614,"-4"0"184,1 0 0,-1 2-240,4 1 0,0 5-28,0 6 1,4 4-292,0 4 1,1 5-251,-2 2 0,-1 3-330,1 1 0,-2-4 96,-1 1 1,-1-2-196,-2 1 0,-3-3-64,-5-8 0,0-2-537,0-5 1,0-3 1040,0-1 0,-15-29 0,-4-4 0</inkml:trace>
  <inkml:trace contextRef="#ctx0" brushRef="#br0" timeOffset="632">772 270 7930,'0'-16'186,"2"2"121,1-4 0,0 8 479,4-1 1,0 7-299,4 1 0,0 1-57,0 2 0,4 2-168,0 1 0,3 3 100,-3 5 1,3 2-172,-3 1 1,-2 0-95,-5 4 1,-3-1-547,-5 2 0,-1 2-90,-3-3 0,-2 3-490,-5 1 0,-4-5 276,0-2 1,-3-3-1158,3-1 1909,-4 0 0,-8-20 0,-8-4 0</inkml:trace>
  <inkml:trace contextRef="#ctx0" brushRef="#br0" timeOffset="857">1015 38 7930,'0'-11'1181,"0"0"-560,0 5-118,5-4 1,1 15-1,5 2 0,0 8-119,0 7 1,0 4-734,0 0 0,0 3 245,0-3 0,0 3-390,0-3 0,-1 4-162,-3 0 0,2-3-495,-5-2 0,0-6 1151,0-4 0,7-8 0,6-2 0</inkml:trace>
  <inkml:trace contextRef="#ctx0" brushRef="#br0" timeOffset="1236">1268 225 7930,'0'-11'45,"0"0"1,4 0 407,0 0 786,-1 5-783,-3 1 0,4 7-177,0 1 0,1 1-47,-2 7 1,-1-2-137,1 5 0,2 2-233,-1-1 0,3 3 137,-3-3 1,4 1-152,0-1 1,-2-3 10,1 3 1,-1-3-261,2-1 0,0 0 14,-4 0 0,3-4-64,-3 1 171,5-6 82,-8 3 158,9-10 0,-9-1-39,3-5 0,-3 0 96,-1 0 1,3 3-43,1 1 0,1 0-19,-1-4 1,2 1 139,5 3 1,0-3-100,0 2 1,0 2 75,0-1 0,1 3-2,3-3 0,-3 4 178,3 0 1,-2 2-11,2 1 0,-3 4 156,3 4 0,-4 5 130,-4 2 1,2 5-149,-5-2 1,-1 4-329,-3 4 1,-1-2-167,-3 6 0,-2-5-201,-5 5 1,-5-6 55,-2 2 1,-7-6-523,0-2 783,-6-5 0,-12-6 0,-8-9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1:33.08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1 386 7925,'0'-7'1235,"0"0"-915,0-1 118,0 2 111,0 1-364,0 15 0,0-1-109,0 9 0,0-1 46,0 2 1,0 1-177,0-1 1,0 2 74,0 1 1,0-5-114,0-3 1,0 2-69,0-1 0,4 0-99,-1-4 1,2-1 88,-1-3 1,-2 2-94,6-6 1,-5 0-109,5-7 0,-1 0 56,4-7 0,-1 1-61,-3-8 1,3 1 147,-3-1 0,2-3 9,-2 2 0,2-1 226,-6-2 0,1 3-67,-4 1 1,0 4 55,0 0 227,0-4 237,0 6-129,0 1 130,0 6-345,0 15 0,0-3 62,0 8 0,0-3-75,0-1 0,5 0-5,2 0 0,4 0-156,4 0 1,-3 4 57,3 0 0,-1-2-13,0-5 0,-2 2-50,3-3 0,1-1-169,-1 1 1,0-4 89,-4 0 1,0-1-133,0-2 1,0 0 106,0 0 1,-2-2 143,-1-1 1,0-3-11,-4-5 1,3-2-10,-3-1 1,0 1 14,-4-1 1,0-3 51,0-2 1,0 3 134,0 2 0,0 1-34,0 2 0,0 0 76,0 0 0,0 4 87,0 0-76,0 4-38,0-2-50,0 5 0,0 5 6,0 2 0,0 0-35,0 0 1,1-3-6,3 3 0,1 0 30,2 4 1,3-3 10,-3-1 1,-1-3 19,2 3 0,-1-1-25,4 2 1,0-2-130,0-3 0,-4-1 65,1 1 0,-1-2-77,4-1 0,0 0 48,0 0 0,0 0-21,0 0 0,-4 0-14,1 0-202,-1 0 162,4-4 1,-1-3-79,-3-4 1,3 4 238,-3 0 1,-2-1-7,-1-3 1,1 0 102,-1 0 0,-1 0-76,-3 0 0,0 0-16,0 0 0,0 0 19,0 0 0,-5 4 15,-2-1 0,-4 6-50,-4-2 0,2 3-17,-6 1 0,2 5 258,-1 2 0,1 4-121,2 4 0,7 1 127,-3 2 0,3 4-94,1 0 1,2 1 175,5 2 1,8-1-165,4-2 0,11 3-81,2 1 0,6-4-404,2-4 0,1-8-594,3 1 1,-4-7-2634,0 0 3438,0-3 0,-4-35 0,4-9 0</inkml:trace>
  <inkml:trace contextRef="#ctx0" brushRef="#br0" timeOffset="639">1533 199 7901,'11'-5'101,"3"3"1,-2-5 0,-2 1-1,0 1 1,-2-1 0,1 0 659,-2-2 1,-4-2-493,0-1 0,-6 0 14,-5 0 0,-6-4-12,-5 0 0,-3 1-14,-4 3 1,-2 0-95,-5 0 0,0 1 54,0 2 0,4 0-134,-1 4 0,6 1 54,-2 3 0,8 4-26,3 4 0,8 3-7,3 3 1,4 9-67,4 6 0,7 8 12,7 3 1,4 3-104,4 1 0,1 4-281,2 0 0,3 3 166,-3-3 0,-2-5-585,-1-7 1,-4-2 137,-4-5 1,-5-3-776,-6-8 422,-5-7 106,-2-6 862,-6-10 0,-29-40 0,-7-15 0</inkml:trace>
  <inkml:trace contextRef="#ctx0" brushRef="#br0" timeOffset="788">1335 386 7901,'5'-11'1242,"-4"4"-767,3 0 0,2 4-43,1 0 1,4 1-226,4 2 1,3 0-190,8 0 0,2 0-25,5 0 0,4 4-173,0 0 1,2 3-436,-6-3 0,0-1 615,-11-3 0,3 0 0,-8 0 0</inkml:trace>
  <inkml:trace contextRef="#ctx0" brushRef="#br0" timeOffset="964">1699 265 7901,'0'-11'0,"-4"-4"294,0 1 1,1 3 475,3 3 0,0 5 914,0-5-1140,0 6 1,0-2-47,0 8 0,8 2-239,3 5 1,3 5-68,-3 2 1,5 4-152,2 4 1,-1-1-237,2 4 0,-1-1 24,4 2 0,-4 0-227,1-4 1,-2 3-1550,1-3 0,2 0 126,-5-4 1821,-1 0 0,-13-5 0,-2-1 0</inkml:trace>
  <inkml:trace contextRef="#ctx0" brushRef="#br0" timeOffset="1433">2195 408 7901,'0'-7'147,"0"0"163,0-2 0,1 3 62,3-1 0,-3 3 222,3-3 0,-3 3-129,-1-3 0,-1 4 104,-3-1-384,-2 3 1,-9 2-60,0 3 1,1 1-136,3 2 1,0 7 105,0-3 1,0 4-155,0-1 1,1 0-34,2 4 1,0-1-330,4 2 1,0 0-257,4-4 1,2 3 345,1-3 0,2 0-53,3-4 1,5-1-30,-2-3 0,3-2-116,-3-5 0,0 0 114,0 0 1,0-5 187,0-2 0,-2-7 432,-1-1 1,-3-3-260,-5 3 1,3-4 499,1 0 0,0 2-107,-4-1 1,0 4 437,0 0-370,0 1 1,0 2-175,0 5 0,5 3-122,2 6 0,-1 3-3,1 5 1,2 2-132,6 1 1,-3-1-280,3 1 1,-3 3-111,-1 2 1,0-2-275,0 1 1,1-4 303,3 1 1,-3-4 379,3-4 0,7-7 0,1-6 0</inkml:trace>
  <inkml:trace contextRef="#ctx0" brushRef="#br0" timeOffset="1672">2415 210 7901,'-11'-21'517,"0"3"0,4-2-58,-1 5 0,6 4 436,-2 4-578,3 5 0,1 2 83,0 7 0,1 4-129,3 4 0,6 6 67,5 4 1,4 10-119,-1-2 0,3 3-1,1 1 1,4 1-313,0 3 1,0-2-469,-4-3 0,1 0-624,3 4 1,-4-8 378,0 1 1,-4-8-482,-3-3 0,-7-5 1287,3-6 0,-7-5 0,1-30 0,-5-13 0</inkml:trace>
  <inkml:trace contextRef="#ctx0" brushRef="#br0" timeOffset="1889">2614 177 7901,'-11'-22'0,"1"1"640,2 3 175,-1 7 0,9 6-284,0 5 0,5 10 0,6 4 1,1 7-191,3 5 1,3 3-59,8 8 1,-2-2-86,6 6 1,-5-1-118,5 4 0,-6-1-558,2-2 1,-7-3 375,0-5 1,-7-1-1323,-1-3 0,-1-6 378,-6-4 0,-1-10-648,-3 2 1693,0-7 0,-5-19 0,-1-9 0</inkml:trace>
  <inkml:trace contextRef="#ctx0" brushRef="#br0" timeOffset="2064">2911 464 7901,'-18'-5'342,"0"-3"0,-2 2 746,-6-1 0,-8 3-217,-10-3 0,-5 3 10,-6-3 1,0 3-619,-1-3 1,10 4-320,2 0 1,13 1-396,5 2 0,8 5-743,7 3 0,5 1 798,2 2 396,3 0 0,26 5 0,5 2 0</inkml:trace>
  <inkml:trace contextRef="#ctx0" brushRef="#br0" timeOffset="2791">2966 508 8014,'0'-7'1627,"0"-2"-1264,5 7 0,1-2-93,5 4 1,0 0-30,1 0 1,3 3-53,4 1 0,-2 1-50,1-2 1,1-1-71,3 1 1,-5-1-210,-2-2 0,-3 0-117,-1 0 0,-5-5 69,-2-3 0,-3-1-55,-1-2 0,-6 0 103,-5-1 0,-5 3-29,-6 1 0,1 3 74,3 5 0,-2 0 14,5 0 1,-3 2 72,3 1 0,2 3 127,5 5 0,0 2-6,4 1 1,0 4-132,4 4 0,0-4-42,0 0 1,5 1-44,3 3 0,3 0-197,3 0 1,4-5 128,4-2 0,-4-4-106,0-4 1,1-2 44,3-5 0,-4-1-90,1-3 1,-2-2 54,1-5 1,2 0 59,-6 0 1,1-4 229,-4 1 0,0-5 0,0 4 0,-1 0 169,-3 0 0,2 3-39,-5-3 0,0 3 53,0 1 1,-3 0 64,3 0 0,-3 3 761,-1 1-91,0 4-231,0-1-501,-5 4 1,4 4-54,-3 4 1,3 2-30,1 1 0,0 1 23,0 3 0,0-2-112,0 5 0,0-4 119,0 1 1,4 0 1,0 0 1,4 1-227,-1-1 0,0-4 2,0 0 0,-3 0-116,3-4 252,0-2-52,4 0 1,-3-5-50,-1 0 0,-4-1-146,0-3 1,2-2 78,-1-5 0,-1 0 75,-3 0 0,4 0 53,0 0 1,1-4 148,-2 0 0,0-3 260,4 3 0,-3-1-47,3 2 1,1 0 191,3-4 1,0 4-173,0 0 0,0 5-111,0 2 1,0 4-112,0 0 0,0 1-8,0 2 1,3 5-313,1 3 0,1 6-297,-1 5 1,-3-2-560,3 1 1,-3 4-16,-1 4 1,-1 0-2118,-3-4 3117,3-5 0,-4 19 0,5-1 0</inkml:trace>
  <inkml:trace contextRef="#ctx0" brushRef="#br0" timeOffset="3325">4322 574 7952,'11'0'0,"0"0"1127,0 0 0,-3 0 346,-1 0-319,1 0-348,-2 0-295,-1 0 1,-10-4-275,-3 0 1,-6-4-191,-5 0 1,-2-1-18,-1-2 1,-3-4-324,-1 0 0,-3-3-23,3 3 0,-4-3 157,5 3 0,0-3-115,7 3 0,-2-3-64,6 3 1,4-1-176,6 1 1,3 3 42,1-3 1,2 2 230,6-2 0,4 3 92,10-3 0,1 3 17,3 1 1,-2 4 167,6-1 1,-6 6 49,2-2 0,-3 3 275,-1 1 1,-5 1-263,-2 3 0,-7 0 22,-5 7 0,-2-3-158,-1 7 0,-8 1-7,-3-2 1,-8 6-194,1-2 0,-4 4 89,-4 4 1,3-3-150,-3 3 0,3-3 40,1 0 1,-1-1-119,-3 0 1,4 0 166,0 0 0,5 0 131,6 0 1,1-4 725,3 1-521,2-6 0,6 2 666,3-8 1,2-2-394,5-5 1,5 0 302,2 0 0,3-5-290,1-2 1,4-3-305,-1-1 0,5-4-17,-5 1 1,2-6-178,-1 2 1,-3 0-280,3 0 1,-3 1 360,-1-2 0,-4-11 0,-2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1:30.2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187 210 7925,'0'-7'665,"0"0"-392,0-1 0,0 1-55,0 0 1,-1 4-15,-3 0 1,1 1-20,-4 2 1,0 0-1,-4 0 1,0 0-16,0 0 1,-4 5 13,0 3 1,-1 5-32,2 2 0,1 3-146,-1-3 0,1 4-178,2 0 1,4 0 51,0 0 0,4 0-67,0-4 1,6 3 73,5-3 1,6-1-103,5-7 0,5 2 120,2-6 1,1 1-15,-1-4 1,-4-5-16,0-2 0,-5-4-74,-6-4 0,-5-2-244,-2-5 1,-3 0 24,-1 0 0,-5 1-96,-2 2 0,-3 0 200,-1 4 0,0 0 312,0 4 0,-10 10 0,-2 2 0</inkml:trace>
  <inkml:trace contextRef="#ctx0" brushRef="#br0" timeOffset="327">606 221 7430,'0'-11'338,"0"4"337,0 0 1,-1 4-255,-3 0 1,-2 1-162,-5 2 1,-2 0-12,-1 0 0,-2 5-17,-3 3 1,0 1 10,4 2 1,-1 4-56,2 0 1,1 1-88,-1-2 0,6 2-12,5 3 0,1 0-215,2-4 1,2 3 106,1-3 0,5 4-161,6-5 1,0 0-577,4-7 1,1 2 88,3-6 0,3 1-199,1-4 1,0-1 350,-4-3 1,1-3 514,3-8 0,26-41 0,12-15 0</inkml:trace>
  <inkml:trace contextRef="#ctx0" brushRef="#br0" timeOffset="893">881 177 7925,'-6'0'-156,"0"-1"822,2-3 179,-2 3 0,-3-2-304,1 6 0,-2 0-165,3 4 0,2 0-60,1 4 1,3 4-151,1 0 0,0 3-134,0-3 0,0 3-4,0-3 1,1 5-214,3-2 1,2-1-140,5 1 1,0-5-611,0-2 1,0-1 274,0-7 1,4 5 304,0-5 1,3 0-505,-3-7 1,4-2 857,0-5 0,-2-1 0,1-3 0,-3-1 0,3-2 0,-4-3 0,1 2 0,-4-1-111,-4-2 1,2 3-115,-6 1 0,5 1 687,-5-2 0,5 3 155,-5 5 62,1 0-3,-4 5-329,0 1 0,0 7-79,0 1 0,0 3 152,0 5 1,0 0-186,0 0 1,0 4-49,0 0 0,0 1-168,0-2 1,0 0 52,0 4 0,1-4-49,3 0 1,-2-1-159,6-2 1,-5 0-253,5 0 1,-2-4 17,1 0 1,3-4-213,-3 1 0,3-3 148,1-1 1,1-4-188,3 0 0,-3-4 365,3 1 0,-3-7 83,-1-1 0,-3-3 325,-1 3 1,-1-1-31,1 2 1,2-2 76,-5-3 1,1 2 89,-2 3 1,-2 1 403,3-1 0,-3 1-227,-1 2 1,0 4 681,0 0-729,0 4 18,0-2-346,0 15 0,4-3 19,0 8 1,-1-3-122,-3-1 0,2 2-169,1 1 0,0 0-300,4 4 0,-3-4-70,3 0 0,-1-1-494,2-2 1,1 0 1042,-1 0 0,21-10 0,7-2 0</inkml:trace>
  <inkml:trace contextRef="#ctx0" brushRef="#br0" timeOffset="1229">1521 100 7925,'0'-6'1089,"0"1"-693,0 5-234,5 0 1,-3 5 56,5 2 0,-3 7-90,3 1 1,-3 3 23,4-3 1,-5 3 32,5-3 0,-5 3-2,5-3 1,-6 3-185,2-3 1,-3 0 172,-1-4 0,0-4 441,0 0 346,0-4-267,0 2-435,0-15 0,0 3-93,0-8 0,0-1-108,0 1 0,0-3-39,0 3 1,5-3-330,2 3 0,3-3 113,1 3 0,1-3-303,3 3 0,1 0-728,2 4 0,3 0 261,-3 0 0,4 1-13,4 3 0,-3-2 653,3 6 1,-4-5 327,-3 5 0,16 4 0,1 5 0</inkml:trace>
  <inkml:trace contextRef="#ctx0" brushRef="#br0" timeOffset="1468">2017 23 7925,'0'-6'120,"0"0"584,0 2-175,-5 3-253,-1-4 1,-5 5-68,0 0 0,3 1 23,1 3 1,0-2-230,-4 6 0,1-1-56,3 4 1,-2 0-60,5 0 0,-3 1 154,3 3 1,1-3 8,3 3 0,0-3 101,0-1 1,3 4 113,1 0 1,5-1-115,-2-3 0,3 0-67,1 0 1,0 0 23,0 0 0,-5 1-18,-2-1 1,-3-4-64,-1 0-115,0 1 1,-5 1-330,-2-1 1,-4-3-2432,-4-5 2847,3 0 0,-24-10 0,1-2 0</inkml:trace>
  <inkml:trace contextRef="#ctx0" brushRef="#br0" timeOffset="1860">2370 288 12452,'0'11'895,"0"0"1,0 1-1805,0 3 0,0-2-217,0 5 0,-4 1 1126,0 3 0,-9 24 0,1 7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2:06.56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38 89 7529,'-7'-8'-166,"0"1"0,3 3 1046,-3-3-695,4 5 0,-2-4-124,5 2 113,0 3-243,0-4 0,2 5 132,1 0 0,3 0-99,5 0 0,0 0-33,0 0 1,2 0 92,1 0 0,-1 0-80,1 0 1,-1 0 15,-2 0 1,0 3-178,0 1 154,0 5 0,-4-3-8,0 5 0,-4 0 59,1 0 0,-8 1 9,-4 3 1,-1 2-47,-2 5 1,-2 0-1,-1 0 1,-2 4 70,-3 0 1,4 3-30,3-3 1,1-1 8,0-3 0,4-1-48,0-2 1,4 0-13,0-4 1,6-4 36,5-4 0,3-4 7,3 0 0,0-1 31,4-2 0,-1-2 72,2-1 1,0-7 89,-4-5 0,0-1 40,-4 2 0,-1-2 53,-3-3 1,-3-1-78,-8 1 0,-2-2 78,-5-1 0,-4 4-57,0 0 1,-4 4-55,0-1 1,-1 3-590,-2 1 1,4 4-82,4-1 1,-1 5-1255,4-5 1762,-3 6 0,48 12 0,4 8 0</inkml:trace>
  <inkml:trace contextRef="#ctx0" brushRef="#br0" timeOffset="1">546 144 7743,'0'-11'1199,"1"1"-430,2 3-276,-1 2-275,3 5 0,-5 5-52,0 2 0,0 3-107,0 1 0,-4 1-36,0 3 1,-3-2-238,3 6 1,-4-2-71,0 1 0,2 2-389,-1-5 1,1 3-214,-2-3 0,-1 3 406,1-3 1,2-1 479,-1-3 0,-1 0 0,-3 0 0,5-4 0,-8-12 0,1-8 0</inkml:trace>
  <inkml:trace contextRef="#ctx0" brushRef="#br0" timeOffset="2">391 188 7743,'-11'-11'181,"4"0"741,-1 0-341,6 5 152,-3-4-532,5 9 0,1 0 101,3 4 0,2 6 176,5-2 1,5 4-319,2 4 1,3-3-188,1 3 1,0 1-304,0-2 1,0 5-692,1-4 0,-5-1 501,0-3 520,-4 5 0,7-4 0,-4 4 0</inkml:trace>
  <inkml:trace contextRef="#ctx0" brushRef="#br0" timeOffset="3">843 155 7743,'-6'-16'77,"-2"4"1,3-3 336,-2 3 1,5 5 37,-2-1 26,3 6-287,1-8 0,5 9-13,2-3 1,7-1-33,1 1 1,4 1-101,0 3 1,-2 0-140,1 0 0,0 0-30,4 0 1,1 0-137,-1 0 0,-5 0 83,-3 0 0,-1 3-179,-2 1 268,0 5 0,-5-3 29,-2 5 1,-3-4 16,-1 1 1,-5-1 116,-3 4 1,-5 0 56,-2 0 0,-3 0-81,3 0 0,-4 1-40,0 3 1,2-2-36,-1 6 1,3-2-126,-3 1 0,3 3 93,-3-2 1,4 1-135,-1 2 1,8-3 81,3-1 0,3-1-26,1 2 1,5-1 87,2-7 0,8 1-8,3-8 0,3 0 92,1-4 1,-1 0-1,-2 0 1,1-5 179,-1-3 0,-3-3-57,-2-3 0,-1 0 155,-2-4 0,-5-1-78,-3-3 1,-3-1 107,-3-3 0,-3 3-44,-5-3 1,-4 3 104,0 1 1,-8 0-397,1 0 0,-3 5-263,3 2 1,0 3-342,0 1 0,1 1-576,3 3-1147,2 2 2315,10 5 0,40 19 0,15 6 0</inkml:trace>
  <inkml:trace contextRef="#ctx0" brushRef="#br0" timeOffset="4">1472 89 7743,'-4'-11'0,"0"0"264,1 0 1,1 5 1125,-1 2-921,1 3 0,-6 6-32,4 2 0,-3 3-278,3 1 0,-1 5-33,2 2 1,-2-1-85,-3 2 0,2-1-38,3 4 0,0 0-287,-4 0 0,3-3-111,-3-1 0,4-1-498,0 1 0,-2 0 272,1-4 1,-1-1-1035,1 1 1654,3-6 0,-4-23 0,5-10 0</inkml:trace>
  <inkml:trace contextRef="#ctx0" brushRef="#br0" timeOffset="5">1295 122 7670,'-11'-11'426,"0"0"841,0 0-496,5 5-513,1 1 0,9 6 55,-1 3 1,6 2 137,-2 5 1,8 0-298,3 0 0,0 4-264,0-1 1,0 5-421,4-5 0,0 6 235,0-2 1,1-1-422,-1 2 0,0-6 716,0 2 0,29 2 0,8 0 0</inkml:trace>
  <inkml:trace contextRef="#ctx0" brushRef="#br0" timeOffset="6">1758 89 7743,'-11'-11'0,"0"0"0,1 0 0,3 0 0,-2 0 680,6 0 173,-1 5 0,4-1-423,0 4 1,5 2-264,2-3 1,3 3-160,1 1 0,1 0 79,3 0 1,-1 0-137,4 0 0,-1 3 59,1 1 1,3 1-207,-2-1 1,-2-2 111,1 5 1,-4-4-47,0 0 1,-5 2-225,-2-1 301,1 5 1,-2-3 59,-3 5 1,-3 0-78,-3 0 0,-3 0-61,-5 0 1,-5 5 94,-3 2 0,2 3-62,-1 1 1,1 0-99,-2 0 1,3 0 126,5 0 1,2-3-94,1-1 0,3 0 109,5 4 1,0-4 88,0-4 0,6-3-62,5-3 1,2 0 137,5-4 1,-1 0-75,2-4 0,0-5 119,-4-3 0,3-1-4,-3-3 1,-4-3 220,-4-4 0,-4 2-42,0-1 1,-1-1 73,-2-3 1,-6 0 68,-5 0 0,-2 4-264,-5-1 0,-2 2-421,-5-1 1,1 2-251,-1 5 1,1 0-639,2 0 1,5 5 581,2 2 516,3 3 0,6 11 0,1 2 0</inkml:trace>
  <inkml:trace contextRef="#ctx0" brushRef="#br0" timeOffset="7">27 67 7716,'7'-1'-1246,"-4"-3"2137,-2 3-200,-1-4 571,0 5-865,0 5-460,-4 1 0,1 4-731,-4-3 406,4 3 1,-2-8 387,5 6 0,5 9 0,1 6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2:06.5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12 133 7825,'-5'-6'689,"4"2"-544,-3 8 0,3 2 36,1 5 1,0 3 111,0 1 0,1 8-117,3-1 0,-2 8-20,6-1 1,-6 3-1,2 1 0,1-1-273,-2-3 0,5 2-459,-5-5 0,1-1 121,-4-2 1,1-6-361,3-3 0,-3-1 52,3-2 763,-3-5 0,-1-6 0,-20-65 0,-4-20 0</inkml:trace>
  <inkml:trace contextRef="#ctx0" brushRef="#br0" timeOffset="1">1 276 7825,'0'-18'-341,"0"0"-321,0 3 1,0 0 1156,0 4 1,0 0-158,0 0 0,1 1-162,3 3 1,2-2 1,5 5 0,0 1-20,0 3 1,4 0-30,-1 0 0,6 1-127,-2 3 0,3 3 107,1 8 1,-5-3-94,-2 3 1,-3 2-168,-1 1 1,-5-1 67,-2 2 0,-8-5-147,-3 5 0,-3-5-49,-1 5 1,-3-6-139,-1 2 0,-3-3 73,3-1 1,-1-1 343,1-3 0,-2-16 0,-5-10 0</inkml:trace>
  <inkml:trace contextRef="#ctx0" brushRef="#br0" timeOffset="2">310 78 9275,'0'16'362,"0"-3"-198,0 5 0,3 4-179,1 4 0,3 5-233,-3-2 1,5 3-137,-2 1 0,-1 3-87,1-3 1,-4-3-315,0-8 0,0-1 785,1-2 0,2-18 0,5-9 0</inkml:trace>
  <inkml:trace contextRef="#ctx0" brushRef="#br0" timeOffset="3">519 243 8708,'1'11'77,"3"0"0,-3 1-36,3 3 1,1-3-86,-2 3 0,5 1-124,-5-1 0,5-1 7,-5-3 1,6 3-33,-2-3 1,-1 2-71,2-5 136,-1-4 1,4 1 12,0-5 1,0-1-145,0-3 1,-3-3 128,-1-8 0,0 2 24,4-5 1,-5 3 214,-2-4 1,1 5-72,-1-5 0,3 2 227,-3-1 0,1 1 171,-2 2-282,-1 3 0,6-4 72,-4 5 70,-1 5-214,2 1 0,-2 6-3,4 3 1,-4 2-166,0 5 0,-1 4-68,-2-1 1,1 2-123,2-1 0,-1-2-9,1 6 0,0-6-555,0 2 839,-1-3 0,22 4 0,1 1 0</inkml:trace>
  <inkml:trace contextRef="#ctx0" brushRef="#br0" timeOffset="4">1004 122 7843,'-11'-6'224,"0"1"331,0 5 0,0 0-34,0 0-345,0 0 1,0 5 33,0 2 1,1-1-68,3 1 0,-2 1-168,5 3 1,1 0-47,3 0 0,0 0-255,0 0 0,5-1 164,2-3 1,3 3-129,1-3 0,4 2 111,-1-2 1,6 2 7,-2-6 1,-1 5 30,2-5 1,-6 5 177,2-5 0,-3 6 202,-1-2 0,-3-1 262,-1 2-145,-5-1 1,2 4-267,-8 0 1,-2-3-298,-5-1 0,-5 0 9,-2 4 0,-3-3 197,-1-1 0,-29-5 0,-8 3 0</inkml:trace>
  <inkml:trace contextRef="#ctx0" brushRef="#br0" timeOffset="5">1522 122 7788,'0'-11'573,"0"0"0,0 3 191,0 1 259,0 4-700,0-1 0,4 5 72,0 2 0,3 4-271,-3 4 1,3 5-154,-3 2 0,3 3-294,-3 1 0,3 4-22,-3-1 1,-1 5-310,-3-5 0,0 6 272,0-2 0,0 2-173,0-2 0,0-3-374,0-7 458,-5 1 0,3-9 471,-5 0 0,-10-49 0,-7-17 0</inkml:trace>
  <inkml:trace contextRef="#ctx0" brushRef="#br0" timeOffset="6">1500 166 7794,'0'-17'46,"0"1"0,0 5 383,0 0-238,0 0 0,5 1 57,2 2 0,4 4-26,4 4 1,-1 0-65,4 0 1,0 1 25,4 2 1,-1 4-90,-2 4 0,0 0-172,-4 0 0,0 1-397,-4 3 0,-5-3 122,-3 3 0,-1 0-5,-2 0 1,-2 0 158,-1-4 1,-3 0 110,-5 0 1,-4 0-29,0 0 0,1 0 73,2 0 1,3-4 172,1 1 1,0-5-58,4 5 1,0-5-141,4 5 6,0-1 0,2 4-136,1 0 1,3 0 7,5 0 0,0-3-102,1-1 1,-1-1 289,0 1 0,3 2 0,1-5 0,0-1 0,10-12 0,5-4 0</inkml:trace>
  <inkml:trace contextRef="#ctx0" brushRef="#br0" timeOffset="7">1875 364 7794,'7'0'225,"1"0"1,-5-1 213,5-3-233,-1 3 0,4-4-3,0 5 0,0 0 0,0 0 0,0 0-99,0 0 1,0 0-141,0 0 1,0 0 203,0 0 1,-1-1-258,-3-3 1,3 3-441,-2-3 0,-2-2 7,1-1 186,-4-3 1,1-1 168,-4 0 0,0 0 87,0 0 1,0 0 65,0 0 0,-4 1 145,-4 3 1,-2-2-28,-1 6 0,0-1 24,0 4 0,0 0 152,0 0 0,0 1-18,0 3 1,4 2 81,0 5 1,3 0-83,-3 0 0,3 1-12,-4 3 0,6-3-350,-2 3 1,4 1 111,4-1 1,2 3-256,5-3 1,1-1-332,3-3 1,2-1-1478,5-3 2051,0 3 0,35-18 0,8 0 0</inkml:trace>
  <inkml:trace contextRef="#ctx0" brushRef="#br0" timeOffset="8">2294 67 7684,'0'-11'-110,"0"0"954,0-1 0,1 5 729,3 0-596,-3 4-123,9-2-578,-4 10 0,1 5-55,1 5 1,-6 1-138,2-2 1,-3 4-335,-1 4 0,0 0 5,0 0 1,0 0 82,0 0 1,-1 0-234,-3 0 1,3 0 195,-3 0 0,3-1-42,1-3 0,0-1-29,0-2 150,0-3 1,0 4-46,0-5 0,1-5-53,3-2 1,3-3 66,8-1 0,-3 0-109,3 0 1,2-1-7,1-3 1,0-2 8,0-5 0,-3 0 8,3 0 0,-5 0 4,2 0 0,-3 4-97,-1-1 0,-3 1 342,-1-4 0,1 0 0,-2-10 0,-1-2 0</inkml:trace>
  <inkml:trace contextRef="#ctx0" brushRef="#br0" timeOffset="9">2603 67 7794,'0'-7'-218,"-2"-1"145,-1 4 1416,1 1-290,-2 3-538,4 0 0,0 4-212,0 4 1,0 2-58,0 1 1,1 3-68,2 1 1,0 5-131,4-2 0,-3 3-285,3 1 0,-3 0 4,3 0 1,-3-4-232,3 1 1,-3-2 198,3 1 1,1 2-134,3-6 0,-4 1 104,0-4 1,1-5 13,3-2 0,-4-3 75,1-1 1,-1 0 20,4 0 1,0-5-62,0-2 0,0-4 120,0-4 0,0 2 11,0-6 1,0 1 56,0-4 0,0 4 178,0-1 1,-4 1-23,1-4 1,-4 0 193,3 0 1,-5 3-45,2 1 1,-3 1 133,-1-2 1,0 4-121,0 4 0,-1-1 219,-3 1 310,3 0-299,-4 5-90,5 1-178,0 5 0,-3 5 5,-1 3 0,0 1-41,4 2 0,0 4-9,0 0 1,0 3-73,0-3 0,4 5 83,0-2 0,0 3-118,0 1 1,2 0-65,5 0 1,0-4-160,0 1 0,0-5-316,0 5 1,0-7-581,0-1 1,4-1 1044,0-7 0,9-23 0,0-11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2:06.6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177 56 7884,'0'-11'270,"0"3"0,0 1 296,0-2-346,0 0 66,0 3-218,0 1-6,0 14 1,0-1-121,0 6 1,-4-1 17,1-2 0,-5 3-135,5 1 0,-6 1-27,2-1 0,1 1-229,-2 2 0,2-2 106,-1-5 1,-3 4-4,3-1 0,1 1 10,-2-4 0,5-4 318,-5 1 0,5-6 0,-5 2 0,6-3 0,2-35 0,6-9 0</inkml:trace>
  <inkml:trace contextRef="#ctx0" brushRef="#br0" timeOffset="1">67 78 7884,'-6'-5'-64,"2"-2"1,-1 0 56,1 0 175,1 5 146,3-8 20,0 9-181,0-4 0,5 5-8,2 0 1,3 1-63,1 3 1,5 2-135,2 5 0,3-4-365,1 0 0,0 1 222,0 3 1,1 1-478,3 3 0,-3-7 671,3 3 0,-3 8 0,-1 4 0</inkml:trace>
  <inkml:trace contextRef="#ctx0" brushRef="#br0" timeOffset="2">243 111 7884,'0'-7'-795,"0"-1"1942,0 1-181,0 1-697,-5-4 0,-1 9-165,-5-3 1,-1 4-158,-3 4 1,-2-2-74,-5 5 0,0 1-310,0 3 0,-4 0 49,0 0 0,2 0-773,6 0 1160,2 0 0,19-5 0,5-1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2:06.50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1080 330 7638,'-6'-6'1082,"-4"1"-879,9 5 0,-4 5-41,5 2 0,0 3-94,0 1 1,4 5-34,-1 2 1,2 4 32,-1 4 0,-2 2-71,6 5 0,-5 5-8,5 3 0,-5 3-85,5 3 0,-5 0 52,5 4 0,-6-4-97,2 1 1,-3-3 78,-1-1 0,4-1 22,-1-3 0,1-2-1,-4-4 1,0-1-27,0 0 1,0 0 12,0 0 0,0-4 54,0 1 0,0-1 6,0 4 1,0 0 22,0 0 1,0-3 93,0-1 1,4 0-94,-1 4 0,1-1 7,-4-2 0,0-2 14,0-2 0,1-2-21,3 6 0,-3-6-42,3 2 1,-2-2 15,2 2 0,-3-3-12,3 3 1,-2 1 21,2-1 0,-3-1-4,3-3 0,-3 0 23,-1 1 0,4-3 4,0-1 0,-1 0 103,-3-4 1,0 3-94,0-3 1,0 3 8,0-3 0,0 0-60,0-4-244,0 0-199,0 0-158,0-5 1,0-6 604,0-7 0,5-67 0,1-16 0</inkml:trace>
  <inkml:trace contextRef="#ctx0" brushRef="#br0" timeOffset="1">1190 297 7293,'0'-11'-1172,"0"5"1207,0 1 0,-1 5-61,-3 0-18,3 0 59,-4-5-10,5 4 0,-1-4 59,-3 5-12,3 0-16,-4 0 1,4 0 62,-3 0-30,3 5 0,-5-4 84,2 2-60,3-1 0,-4-1 22,5 3 1,-1-3 343,-3 3 58,3-3-208,-4-1-80,0 0-70,4 0-50,-4 0 191,5 0 1,5 0-291,2 0 0,3 0-15,1 0 0,4 0-40,0 0 1,4 0 58,0 0 1,3 0 17,3 0 0,3-1-5,6-3 0,-1 3 11,0-3 0,5 1 4,2 0 0,4 2 35,4-3 1,-2 1-17,6 0 0,-4 2 3,3-3 0,1 3-15,3 1 1,0 0-41,0 0 1,-4 0 69,1 0 0,-1 0 0,4 0 0,-3 1-11,-1 3 0,-3-2 4,4 5 1,-6-4 10,2 0 0,-4 2 8,-4-1 1,-2 0-184,-5-4 1,1 0-1,-1 0 0,-5 0-112,-3 0 0,-5 0-93,-2 0 0,-3 0-313,4 0 0,-6 0 203,2 0 407,-3 0 0,9-10 0,2-2 0</inkml:trace>
  <inkml:trace contextRef="#ctx0" brushRef="#br0" timeOffset="2">2922 341 9261,'0'11'352,"0"0"-337,0 0 1,0 1 38,0 3 0,1 2-50,3 5 0,-2 4 20,6 0 0,-2 4-82,1 0 0,2 3 96,-6 3 1,6-1-29,-2 1 1,-2 2-78,-1-1 0,1 0 10,-1-4 1,3-1 22,-3-3 0,-1-1-18,-3-2 1,4-3-3,0 3 1,-1-3 38,-3-1 1,1 0-5,3 1 1,-3-4 6,3 3 1,-3-6 1,-1 6 0,2-4-11,1 1 1,-2 2 3,3-3 1,-3 3 36,-1 1 0,0-4 5,0 1 0,4-1 3,0 4 1,-1-4-4,-3 1 0,0-4 7,0 3 0,0-3-25,0 3 1,0-5 2,0 2 1,0-3 19,0-1 1,0 2 2,0 1 0,2-5-9,1 2 1,-2-2-26,3 2 1,-3 1-5,-1 3 0,0-3 18,0 2 0,4 2 1,0-1 0,-1 0 22,-3-4 1,0 1 0,0 3 1,0-3-26,0 3 1,0-3 1,0-1 0,0 0 24,0 0 0,0 0 7,0 0 1,0 0 3,0 0 1,0-3-29,0-1 0,0 0 1,0 4 0,0 0 6,0 0 1,0 0-1,0 0 0,0 0 19,0 0-28,0 0 1,0 0-8,0 0 0,0 0 62,0 0-40,0 1 0,0-1-10,0 0 0,0-4 6,0 0 1,4-3 58,0 3 0,-1-3 130,-3 3 0,0-3-79,0 3 1,0-3-120,0 3 1,0-3 2,0 3 0,0-3 15,0 3 1,0-3-14,0 3 0,0-3-4,0 3-217,0 1 114,0 3 0,0-4-387,0 1-870,0-6-65,0 8-571,0-9 1974,0 4 0,0-5 0,5-20 0,1-4 0</inkml:trace>
  <inkml:trace contextRef="#ctx0" brushRef="#br0" timeOffset="3">1312 2237 6390,'0'-6'829,"0"1"1002,0 5-1658,0-5-11,0 4-25,0-4 163,0 5-301,5 0 0,-2 0 0,4 0 0,-3 0-10,3 0 1,2 0 22,5 0 1,0 0-3,4 0 0,1-1 35,3-3 0,0 3-1,0-3 0,5 3-12,2 1 0,3 0 11,1 0 0,-3-1 19,-1-3 1,0 3-10,4-3 1,4 3-36,0 1 1,0 0-19,-4 0 0,-1-4-92,-3 1 1,5-1 70,-4 4 0,0 0-12,-4 0 1,-3 0-2,3 0 1,1 0 17,-1 0 1,-1 0 28,-3 0 0,2-4 2,1 1 0,2-2 82,3 1 1,-2 3-72,-2-3 0,-2 3 10,6 1 0,-2-4-17,1 1 0,-2-1 1,-5 4 0,-3 0-35,-1 0 0,-1 0-111,1 0 0,2 0 73,-5 0 0,-1 0-25,-3 0 1,0 0 50,0 0 0,2 0 30,1 0 1,-1 0 6,1 0 1,0 0 16,1 0 0,-3 0 115,2 0 0,2 0-91,-1 0 0,3 0 98,-3 0 0,4 0-40,-5 0 0,5-4 120,-5 0 0,1 1-181,-4 3 0,0 0 36,0 0 1,-4 0 64,1 0-105,-6 0-269,8 0 100,-9 0-386,4 0-167,-5 0 1,15 0 0,3 0 0</inkml:trace>
  <inkml:trace contextRef="#ctx0" brushRef="#br0" timeOffset="4">1279 2237 7746,'-9'-1'150,"1"-3"0,2 3-354,2-3 450,3 3-91,-4 1 24,0 0 28,4 0-6,-4 0 117,5 0-87,0-5 1,2 4-151,1-3 1,3 3 58,5 1 0,0 0-94,0 0 1,5 0 5,3 0 0,-2 0-119,1 0 0,4 0 107,4 0 1,0-4-142,-4 1 0,1-1 172,3 4 1,1 0-22,2 0 1,-2 0 14,-5 0 1,4-4 91,0 1 0,3-1-59,-3 4 0,1-1 23,-2-3 1,-1 3-1,1-3 0,-1 3-62,-2 1 1,0 0 0,0 0 1,0-1 26,0-3 1,-4 3-16,1-3 1,-5 3-41,5 1 0,-2 0 38,1 0 0,2 0-42,-5 0 0,4-4-29,-1 1 1,0-1-5,0 4 1,0 0 23,4 0 0,-3 0-78,-1 0 0,1 0 48,3 0 1,-4 0-15,0 0 1,-3 0 47,3 0 1,-3 0-27,3 0 1,0 0-3,0 0 0,2 0 9,-6 0 0,6 0 3,-2 0 0,-2 0 13,-1 0 1,1 0 1,-1 0 1,0 0-21,0 0 0,-3 0-3,3 0 0,-3 0 2,-1 0 0,-3 0 0,-1 0 1,0 0 102,4 0 1,0 0-59,1 0 0,-1 0 5,0 0 1,0 0-1,0 0 1,0 0 11,0 0 0,3 0-38,1 0 1,1 0-14,-1 0 0,-3 0-54,3 0 0,-2 0 39,2 0 1,-3 0-11,3 0 1,-3 0 43,-1 0-16,0 0 0,-1 1 62,-3 3 18,3-3-5,-4 4-33,0-5 0,0 1-36,-2 3-17,-3-3 0,5 4-327,-2-5-33,-3 0-58,9 0 168,-4 0 130,5 0 0,-3 0 23,-1 0 36,-5 0-35,3 0 276,-5 5 13,0-4-186,-5 4 1,-1-5 7,-5 0 0,0 0-39,0 0 1,0 0-12,0 0 1,-4 0 20,1 0 0,-2 4-7,1-1 1,2 1 7,-6-4 1,1 0 2,-4 0 1,3 0-54,1 0 0,0 0 10,-4 0 1,-4 0-6,0 0 0,1 0-20,2 0 1,-2 0-106,-1 0 1,-5 0 71,2 0 1,-3 0-20,-1 0 1,0 0 262,0 0 0,-4 0-80,0 0 0,2 0-16,6 0 0,-5 0-30,1 0 1,4 1 10,-4 3 1,7-3 20,0 3 0,-2-3 94,-1-1 1,2 0-100,1 0 1,3 0 1,1 0 1,0 0-123,0 0 0,3 0 97,1 0 1,1 0 7,-1 0 1,-2 0 20,5 0 0,-3 1-1,3 3 0,-3-3-7,3 3 1,-5-3 5,2-1 0,1 0-46,-1 0 0,3 0 6,-4 0 1,5 4-23,-5-1 0,5 1 43,-5-4 0,2 0-80,-1 0 1,-2 4 41,6-1 1,-5 1-9,4-4 0,0 0 2,0 0 1,3 0-2,-3 0 1,3 0-39,1 0 1,0 0-108,0 0 1,0 0-153,0 0-172,4 0-396,-2 0 84,7 0 286,-3 5 0,5-3-359,0 6 210,-4-6 666,2 8 0,-12 1 0,1 6 0</inkml:trace>
  <inkml:trace contextRef="#ctx0" brushRef="#br0" timeOffset="5">1091 2579 6889,'-11'0'342,"5"-1"774,2-3-164,3 3-445,1-4-80,-5 5 153,4 0-188,-4 0 1,6 3-79,3 1 1,-2 6-39,6 1 0,-5 1-155,5 7 0,-5-5-276,5 5 0,-5-1-127,5 4 1,-6 0-30,2 0 0,1 0-382,-2 0 0,1-1 283,-4-3 1,0 2-184,0-5 0,0-1-260,0-3 0,0-3 853,0-1 0,0-4 0,-5-23 0,-1-11 0</inkml:trace>
  <inkml:trace contextRef="#ctx0" brushRef="#br0" timeOffset="6">1290 2667 7742,'0'-6'169,"5"-3"492,3 6-398,-3-6 0,-2 8-73,-6-3 1,0 3-26,-4 1 1,-1 4 84,-3-1 1,0 6 124,0-2 1,2-1-298,1 2 0,0-1 22,4 4 0,-3 0-54,3 0 1,0 4-26,4-1 1,0 1-178,0-4 1,1 4 136,3 0 1,2 3-384,5-3 1,0 1-248,0-2 0,4-3 55,0 0 0,1 0-295,-2-3 0,-1-3 889,1-2 0,18-31 0,4-9 0</inkml:trace>
  <inkml:trace contextRef="#ctx0" brushRef="#br0" timeOffset="7">1246 2800 7742,'-11'0'258,"0"-3"330,0-1 0,5-1-73,2 1-511,3 3 0,7-4 173,5 5 0,3-1 36,8-3 0,-2 3-234,5-3 1,2 2-277,-1-2 0,3 3-665,-3-3 1,3 2 383,-3-2 1,0 3-182,-4-3 759,0 3 0,0-4 0,0-1 0</inkml:trace>
  <inkml:trace contextRef="#ctx0" brushRef="#br0" timeOffset="8">2018 2645 7742,'-4'-7'-326,"-1"-1"430,-1 0 0,3-1 303,-5 2 0,5-2-89,-5 5 1,6 0 501,-2 0-228,-2 3-211,5-9 0,-3 9-428,8-3 1,-1 3 3,9 1 0,-4 0 25,7 0 1,2 1 68,1 3 0,3-3-148,1 3 0,0-2 79,0 2 1,0-2-34,0 5 0,0-4-76,0 1 0,-4-2-92,-4 2 0,1-2 15,-4 6 0,1-5 112,-8 5 0,0-5 16,-4 5 1,-5-1-45,-3 4 1,-6 1 2,-5 3 0,-3-2 53,-3 6 0,1-1 86,-1 4 0,1-3-116,2-1 0,1-1 2,3 1 1,2 3-23,5-2 0,5-2-139,2 1 0,3-4 188,1 0 1,3-3 21,4-3 1,0-3 155,8-5 0,-2 0 120,2 0 1,-3 0 182,3 0 0,-3-5-178,-1-3 0,-1-1 4,-3-2 0,2-4 178,-5 0 1,-2-4-103,-6 0 1,-2 0-231,-5 0 0,-1-4-258,-3 5 0,3-6-450,-3 6 1,3 2-483,1 1-1105,0-2 2207,5 5 0,35 16 0,14 9 0</inkml:trace>
  <inkml:trace contextRef="#ctx0" brushRef="#br0" timeOffset="9">2546 2756 7751,'-11'0'10,"0"0"78,0 0 1,0 0 181,0 0 1,1-1 245,3-3-149,-3 3-183,9-4 0,1 5-57,7 0 0,4 0-100,4 0 0,6 0 7,5 0 0,4 0 57,0 0 1,5 0-101,2 0 0,1-1 54,-1-3 0,-7 3-104,3-3 1,-2-1-24,2 2 0,-1-1-212,-3 4 0,1-4-399,-8 1 1,1-1 231,-8 4 0,-1-1-395,-3-3 364,-5 3 492,-1-4 0,-5 5 0,-14-5 0,-5-1 0</inkml:trace>
  <inkml:trace contextRef="#ctx0" brushRef="#br0" timeOffset="10">2954 2645 7751,'-7'-7'162,"-1"-1"228,1 6-176,1-3 189,-4 5-32,9 0 1,5 4-205,7-1 0,2 6-45,-2-2 1,4 3 129,0 1 1,-1-4-34,-3 1 1,0-1-97,0 4 0,-1 0-92,-3 0 1,-2-4-156,-5 1 0,0-1-183,0 4 1,-1 0-216,-3 0 0,-3 0 86,-8 0 0,2 0-366,-5 0 0,4-3 208,-1-1 594,3-5 0,1-6 0,0-9 0</inkml:trace>
  <inkml:trace contextRef="#ctx0" brushRef="#br0" timeOffset="11">3076 2524 7751,'0'-6'2974,"0"-4"-2168,0 9-526,0-4 1,5 6 130,3 3 1,1 5-206,2 6 0,0 5-148,0-2 0,-1 3-850,-2 1 1,1 4-167,-1-1 0,-2 5 958,1-5 0,-9 16 0,1-1 0</inkml:trace>
  <inkml:trace contextRef="#ctx0" brushRef="#br0" timeOffset="12">562 396 9013,'-1'-6'218,"-3"2"1,-3 3 16,-8 1 0,-7 1-97,-8 3 1,-6-2-140,-5 6 1,-3-6 89,-4 2 1,3 1-153,-3-2 0,4 1-757,4-4 0,3 4 427,8-1 0,2 1 24,5-4 35,9 0 334,4 0 0,33-5 0,7-1 0</inkml:trace>
  <inkml:trace contextRef="#ctx0" brushRef="#br0" timeOffset="13">232 463 6922,'0'6'1803,"0"4"-1584,0-4 0,-1 5-94,-3 0 1,3-3 82,-3-1-223,-2 0 1,4 4 25,-6 0 1,6-3-134,-2-1 0,2-5 39,-2 2-387,3 2 78,-4-5-74,5 4 181,0-5 1,0-5 197,0-2 1,0-3 160,0-1 1,0 0-21,0 0 1,1 0 169,3 0 0,-3-3-68,3-1 0,-2 4 304,2 3-139,-3 1-74,9-4-233,-4 5 0,5 1-53,0 5 0,0 1-211,0 3 1,0 3-86,0 8 0,0-2-274,0 6 0,4-4 305,0 3 0,-1-5 304,-3 2 0,0 12 0,0 2 0</inkml:trace>
  <inkml:trace contextRef="#ctx0" brushRef="#br0" timeOffset="14">309 518 7700,'-6'-5'1512,"1"4"-841,5-4-198,0 5-230,0 5 0,0 1-13,0 5 1,5 5-233,2 3 1,3 1 84,1 2 0,0 0-937,0 1 0,-1 2 238,-2 1 1,1 3-706,-1-3 1321,-3 0 0,-5 40 0,-7 11 0</inkml:trace>
  <inkml:trace contextRef="#ctx0" brushRef="#br0" timeOffset="15">243 1212 7700,'-1'-11'276,"-2"0"344,0 0 1,-2 0-340,1 0 0,3 0-5,-3 0-109,3 0 0,1 3 24,0 1 0,1 4-104,3 0 1,2 2-181,5 1 1,1 0-84,3 0 0,1 0 5,2 0 1,3 1-44,-2 2 0,1 0 102,2 4 0,-3-1 70,-1 2 0,-3 1-48,3-1 0,-4 0-71,0 0 0,-3 2 66,-3-3 1,-3-1-84,-5 1 0,0 1 127,0 3 0,-2 0-29,-1 0 1,-3 0-109,-5 0 0,-2 4 108,-1-1 1,0 5 4,-4-5 0,4 2-10,0-1 1,-2-2 13,1 6 0,4-4-61,4 3 1,4-5-16,0 2 1,1 1 170,2-1 1,2-2-73,1-6 0,3 2 93,5-5 0,4 3 48,0-3 0,-1-1 219,-2-3 0,-1 0-57,0 0 1,-4-4 95,0-4 0,-3-2-54,3-1 1,-4-1 49,0-3 0,-3-2-71,-3-5 1,-3 1 1,-5 3 0,0-3 35,0 3 1,-4 1-191,0-2 0,-1 6-142,2-2 1,1 3 227,-1 1-209,1 0 0,7 10 0,1 2 0</inkml:trace>
  <inkml:trace contextRef="#ctx0" brushRef="#br0" timeOffset="16">353 1818 7687,'-6'-6'-30,"0"-4"1365,2 3-1049,3 2 1,-4-1 4,5 2 323,0 3-157,0 6 0,2 3-141,1 11 0,0-1 68,4 4 1,-1 1-148,1 3 1,3 1-92,-2 3 0,-2 1-87,1-1 1,-3 2-76,3 1 0,-3 0-305,3 0 1,-3-5-31,3-2 1,-4-3-528,0-1 0,-1-5-401,-2-2-995,4-8 1787,-2-2 0,4-11 487,-3-5 0,4-29 0,4-13 0</inkml:trace>
  <inkml:trace contextRef="#ctx0" brushRef="#br0" timeOffset="17">519 2083 7865,'-8'3'553,"1"1"0,3 3-383,-3-3 0,3 3-123,-3-3 0,3 3-156,-3-3 0,1 5-447,-2-2 1,-1 3 0,4 1 256,-3 0 0,-1-4-166,1 1 1,2-5 464,-1 5 0,4-6 0,-16-7 0,0-7 0</inkml:trace>
  <inkml:trace contextRef="#ctx0" brushRef="#br0" timeOffset="18">298 2127 7687,'-6'-5'-892,"2"-2"1733,-2 2 1,4-1 20,-5 2-142,4 3-101,-2-4-254,5 5 1,1 1-171,3 3 0,2 1-173,5 2 0,0 3-272,0-3 1,4 3-234,0 1 0,4 0-633,0 0 0,-2 0 501,1 0 615,-4 0 0,16 10 0,0 2 0</inkml:trace>
  <inkml:trace contextRef="#ctx0" brushRef="#br0" timeOffset="19">187 2326 7687,'-17'0'332,"1"0"350,5 0 845,0 0-1173,5 0 1,7 0-41,10 0 1,6-3-149,9-1 1,6 0-95,4 4 0,6 0-225,-1 0 0,5 0 168,2 0 0,0-3-15,-4-1 0,19-10 0,6 2 0</inkml:trace>
  <inkml:trace contextRef="#ctx0" brushRef="#br0" timeOffset="34">3451 1311 7810,'-11'0'-490,"5"0"591,-4 0 0,8 0 235,-6 0 52,6 0 285,-3 0-405,5 0 9,-5 0-92,4 0-319,-4 0 0,5 0 200,5 0 1,-3 0-155,6 0 1,-1 0 45,4 0 1,5 0 16,2 0 0,3-1-8,1-3 0,5 3 15,3-3 0,3 3 6,3 1 0,9-4-6,6 1 0,4-2-41,4 1 1,1 3 47,2-3 1,3 2-139,-2-2 0,-4 3 46,-4-3 1,-1 3 30,-7 1 1,4 0-42,-7 0 1,-4 0-140,-10 0 1,0 1 43,-4 3 0,-2-3-170,-5 3 1,-3-3 193,-5-1 1,-4 0 183,0 0 0,-9-5 0,1-1 0</inkml:trace>
  <inkml:trace contextRef="#ctx0" brushRef="#br0" timeOffset="35">4454 1157 7846,'-11'-6'39,"4"-1"247,0 4 76,4 1-43,-7-2-192,9 4 168,-9 0 96,9 0-397,1 4 0,8-1 120,6 4 0,0-1-239,4 2 1,0 2-9,5-3 1,-1 3-53,0 1 1,0-1 55,0-3 0,-4 3-136,0-3 1,-4 4 150,1 4 1,-4-3 45,-4 3 1,-2-3 4,-5-1 1,-6 0 127,-5 0 0,-5 0 46,-6 0 0,0-1-194,0-3 0,-3 2-212,3-6 0,-2 5 148,5-4 147,3-1 0,10-8 0,7-1 0</inkml:trace>
  <inkml:trace contextRef="#ctx0" brushRef="#br0" timeOffset="36">3473 66 7723,'0'-6'17,"5"1"25,1 5 1,5 0-97,0 0 1,0 0 105,0 0 0,0 0-61,0 0 0,0 0-33,0 0 1,-3 4-149,-1 0 1,-3 0 122,3 0 1,-4-1 15,0 4 1,-1-3 20,-2 3 1,0-3-9,0 3 0,-2-1 35,-1 1 1,-3 2 7,-6-5 1,5 3 6,0-3 1,-1 3 106,-3-3 0,2 1-75,1-2-38,-2-1 0,6 4-1,-4-3 0,2-1-48,2 1 19,3-2 1,-4 1-3,5 1 24,0-1-10,0 3 3,5-5 4,1 0 1,5 0-15,0 0 1,0 3 1,0 1 1,0 0 5,0-4 0,0 0-3,1 0 0,-1 3 9,0 1 1,-2 1-2,-1-2 0,0 0 137,-4 4 66,5 1 0,-8 3-46,2 0 1,-6-2-125,-5-1 0,-1 2 14,-2-3 0,0 2-124,0-2 0,0 1-196,-1-4 0,-2 1-246,-1-1 525,0-3 0,4-11 0,0-8 0</inkml:trace>
  <inkml:trace contextRef="#ctx0" brushRef="#br0" timeOffset="37">3848 77 7277,'-5'6'755,"4"4"1,-5-5-679,2 2 1,2 3-4,-6-2 1,5 1-191,-5 2 0,2 2 91,-1 1 1,-3-1-117,3 1 1,1 2 174,-2-1 0,2 0-226,-1-4 1,1-2-1138,2-1 809,3 2 520,-4-9 0,5-6 0,0-7 0</inkml:trace>
  <inkml:trace contextRef="#ctx0" brushRef="#br0" timeOffset="38">3738 121 7772,'-6'0'0,"0"0"525,2 0 78,3 0-123,-4 0-97,5 0-166,0 5 0,5-2-159,2 4 0,3-3-183,1 3 1,0 0-47,0 4 0,0 0-320,0 1 1,0-1-41,0 0 1,0 0 86,0 0 0,4-2 444,-1-1 0,16-3 0,-1-5 0</inkml:trace>
  <inkml:trace contextRef="#ctx0" brushRef="#br0" timeOffset="39">3991 22 8289,'11'-6'513,"0"0"-376,0 2 1,-3 3-133,-1-3 0,1 3 16,3 1 0,0 1-175,0 3 0,-4-3-136,0 3 33,1 2-89,3 0 195,-5 5 0,2-3 95,-4-1 1,0-3 52,-4 3 107,-5-5 0,0 4 65,-2-2-165,-3-3 1,5 5 32,-2-2-7,-3-3-12,4 4 1,-2-5 38,1 0-33,4 0 0,-3 0-64,3 0-166,1 0 88,-2 0-402,4 0 369,4 0 0,-1 4-68,4 0 135,1-1 0,3-3-7,0 0 0,0 0 46,0 0 0,0 4 114,0 0 1,0 1 336,0-2-137,0 3 675,0 5-635,-5 0 0,-2 0-64,-8 0 1,-6-1-133,-5-2 0,-4 1-74,0-1 1,2-2-214,-1 1 1,0-1 173,-4 2 0,4-18 0,2-8 0</inkml:trace>
  <inkml:trace contextRef="#ctx0" brushRef="#br0" timeOffset="40">3561 452 7586,'-7'7'-295,"0"1"1,4-5 756,0 5 1,1-1-233,2 4 1,0 0-133,0 0 0,0 1-122,0 3 1,0-3 25,0 3 1,2 1-187,1-1 0,-1 4 50,1 0 1,-2-3-167,-1-2 0,4-1-90,0-2-22,-1 5-53,-3-4 465,0-1 0,-4-6 0,2-25 0,-3-4 0</inkml:trace>
  <inkml:trace contextRef="#ctx0" brushRef="#br0" timeOffset="41">3661 529 7772,'-5'6'-549,"-1"4"206,-5-2 0,0 0 772,0-1 1,3 2 208,1-5-246,0 4-163,-5-2-211,6 5 0,1 0 82,5 0 0,0-3-131,0-1 0,9-3 28,2 3 1,3-3 54,-3 3 0,4-3-511,4 3 1,-2-4 40,1 0 0,-3-1-122,3-2 0,-3 0 540,4 0 0,-6-4 0,2 0 0,-8-4 0,-2-18 0,-5-10 0</inkml:trace>
  <inkml:trace contextRef="#ctx0" brushRef="#br0" timeOffset="42">3793 573 7772,'0'6'173,"0"4"181,0-8-177,0 2 1,1-4-31,3 0 1,-2 0-106,6 0 1,-5 0-86,5 0 0,-5 0 64,5 0 1,-1-3-212,4-1 0,-4-1 24,1 1 0,-2 2 2,1-5 0,3 1-53,-3-2 0,0-2-260,0 3 0,-5 1 214,2-1 1,-2-1 262,2-3 0,-3 4 0,3 0 0,-4 4 0,-4-1 0,-2-1-8,-5 2 1,0-1 57,0 4 0,4 1 226,-1 3 1,1-2-97,-4 6 0,1-1 27,3 4 0,-2 0-98,6 0 1,-1 4-31,4 0 0,0 1-30,0-2 1,0-1-134,0 1 1,4-2 23,-1 0 1,10-1-172,-2 0 1,2-5-203,-2-3 0,1-1 238,3-2 0,-3 0 195,3 0 0,17-45 0,3-10 0</inkml:trace>
  <inkml:trace contextRef="#ctx0" brushRef="#br0" timeOffset="43">4013 463 8886,'5'6'-492,"-3"4"441,1-3 1,2 3 53,-1 1 1,1 0 28,-2 0 0,-1 0-138,1 0 0,0 2 128,0 1 0,-1-5 277,1 2 47,-1-3 0,1 0 81,1-1-282,0-4 1,-4 0-52,0-6 0,0-4-3,0-4 0,0-1 14,0-3 1,3 3-100,1-2 0,0-2-653,-4 1 0,3 0 327,1 4 1,3-1-1192,-3-3 1511,0 8 0,15-18 0,6 7 0</inkml:trace>
  <inkml:trace contextRef="#ctx0" brushRef="#br0" timeOffset="44">4201 485 7772,'0'11'-12,"0"0"55,0 0 1,0 0 373,0 0-81,0 0 0,0 0 119,0 0-26,0 0-345,0 0 0,0-3 50,0-1-262,0-4 103,0 1-398,0-4 52,5-4 1,-4 1 176,3-4 0,-3-1-9,-1-3 0,0 0 102,0 0 1,0 0-98,0 0 1,1 0 138,3 0 1,-3 0 86,3 0 1,-2 0-64,2 0 1,-2 0 167,6 0 1,-5 4-42,5-1 0,-5 2-48,5-1 0,-5 1-19,5 2 1,-5 3 18,5-3 0,-5 4 11,5 4 1,-5-2-31,5 6 1,-6-1-3,2 4 1,-3 4-55,-1-1 1,4 2-124,-1-1 1,1-3-376,-4 3 1,0-3 205,0-1 0,4-3 323,-1-1 0,6-9 0,-3 0 0</inkml:trace>
  <inkml:trace contextRef="#ctx0" brushRef="#br0" timeOffset="45">4399 485 7169,'6'0'1978,"1"0"-1831,-4 0 1,-2-1-498,3-3 228,2 3 1,-3-5 12,4 2 1,-3 2-5,3-6 0,-3 5-203,3-5 1,-4 5 40,0-5 1,0 1 123,0-4 0,-1 4 102,1-1 0,-2 1 33,-1-4 1,-1 4 128,-2-1 0,0 5-58,-4-5 0,3 6 38,-3-2 30,-1 3 5,-3 1-88,0 5 1,2 1-25,1 5 1,2 0 75,2 0 0,3 0 185,-3 0 0,3 4-176,1-1 0,0 1-85,0-4 1,4 0 5,0 0 0,4 0 20,0 0 0,1-3-8,2-1 1,2-5-36,1 2 0,0-3-143,4-1 0,-3-5-128,3-2 1,-4-3 84,0-1 1,2-5-53,-1-2 1,0 1-15,-4-2 0,-4 5 6,0-5 0,-4 1 171,1-4 1,-3 4 26,-1-1 1,0 4 102,0-3 1,-1 1 54,-3-1 0,-2 0 24,-5 4 0,3 1 322,1-1 1,1 2 432,-1 0-394,-3 6 135,4 1-458,0 5 1,1 2-5,5 1 0,0 3 72,0 6 0,0-1-42,0 0 1,3 1-211,1 3 0,5-2 116,-2 5 1,-1 0-78,1 0 1,0 1-21,0-4 0,3 4-151,-3-5 0,2 5-89,-2-5 1,3 5-323,-3-5 1,-1 5 189,2-5 1,-2 1-1094,1-4 1459,3-5 0,-4-15 0,5-10 0</inkml:trace>
  <inkml:trace contextRef="#ctx0" brushRef="#br0" timeOffset="46">3759 1598 6883,'-10'-2'733,"3"-1"-289,-3 1-586,9-2 134,-4 4 0,5-2 192,0-1-223,0 1 179,0-2-161,0 4 1,5 0 67,2 0 0,3 0-80,1 0 1,4 0 15,-1 0 0,1 0-96,-4 0 1,4 0 85,-1 0 0,1 3-130,-4 1 0,-1 1 116,-3-2 0,2 0 24,-5 4 0,3 1 1,-3 3 1,-1-4 35,-3 0 1,-5 1 4,-2 3 1,-3 3-9,-1 1 1,0 0 82,0-4 1,-4 4-90,1-1 1,-1 5 9,4-5 1,4 1-18,-1-4 1,2 4-27,-1-1 1,2 1-11,5-4 0,0 0-3,0 0 1,1-3-97,3-1 0,2-1 100,5 1 1,0-2-13,0-5 0,0 0 38,0 0 0,0 0 4,0 0 0,0-1 15,0-3 0,-4 2 99,1-5 0,-4 0 1,3 0 1,-5-3 21,2 3 0,-4-4 179,-4-4 1,-2 3-50,-5-3 1,0 3 102,0 1 1,0-4-222,0 1 1,0-1-36,0 4 1,-4 1-216,1 3 0,-1-3-882,4 3 417,0 2 0,1-1 567,3 2 0,17 12 0,8 0 0</inkml:trace>
  <inkml:trace contextRef="#ctx0" brushRef="#br0" timeOffset="47">3781 1565 6997,'6'-2'-600,"-2"-1"985,-3 1-281,-1-2 1,1 4 133,3 0-56,-3 0 11,4 0 9,-5 0-134,-5 0 1,4 1 15,-3 2-111,-2-1 1,4 6 57,-6-4 0,6 1-123,-2-2 0,-1 0 34,2 4 0,-2-4-149,1 0-101,3 4-66,-4-1 0,5 1 374,0 0 0,19-9 0,6 1 0</inkml:trace>
  <inkml:trace contextRef="#ctx0" brushRef="#br0" timeOffset="89">3639 1675 7866,'0'-8'307,"0"1"1,1 5 51,3-2-83,-3 3-240,4 1 0,-7 0 50,-1 0 1,0 5-17,-4 2 1,3 3-4,-3 1 1,1 1-146,-2 3 0,-1-3-7,1 3 0,0-2-239,0 2 0,-1-3-67,1 3 0,2-3-250,-1-1 0,-1 0 47,-3 0 594,5 0 0,6-19 0,6-6 0</inkml:trace>
  <inkml:trace contextRef="#ctx0" brushRef="#br0" timeOffset="90">3517 1730 7866,'-5'-6'347,"3"0"678,-5 2-375,4 3 139,-2-4-481,5 5 1,5 1 143,3 3 0,1-2-316,2 6 0,2 0-264,1 7 1,-1-3-249,1 3 0,-1-2 376,-2 2 0,19 12 0,6 7 0</inkml:trace>
  <inkml:trace contextRef="#ctx0" brushRef="#br0" timeOffset="190">4421 1146 7682,'2'-7'748,"1"4"-308,3 2 0,0 1-234,-1 0 1,-5 1-25,0 2 1,0 0-95,0 4 1,0-3 130,0 3 0,0 2-252,0 6 1,0-3-47,0 3 1,0-2-42,0 2 0,0-2 102,0 6 1,0-6-69,0 2 1,0-2-3,0 2-43,0-3 1,0 4 48,0-5 1,-1-4 49,-3 1 25,3-6-23,-4 3 21,5-5 0,0-5-11,0-2 1,0-3-7,0-1 1,0-1 21,0-3 1,0 2-4,0-6 0,0 6 3,0-2 1,0-1 2,0 1 0,0 1 13,0 3 1,0 0 16,0 0 0,0 0 82,0 0 0,0 3-19,0 1 17,0 5-72,0-3 5,0 5 1,0 5 1,0 1-3,0 5 0,0 0-106,0 0 1,2 3 20,1 1 1,2 0-116,3-4 0,1 0 54,-1 0 0,1-4 22,2 1 1,1-1 51,-1 4 1,0-5-10,0-2 1,-4 1-1,0-2 0,-3 1 186,3-4 86,-4 0-141,2 0 1,-7 0-32,-1 0 1,-3 0 7,-5 0 1,0 1 115,0 3 0,0-3-89,0 3 0,-1-3 321,1-1-359,0 5 1,0-4-36,0 3 0,5-2-205,3 2 162,1-3-150,2 4 0,5-5 64,3 0 1,1 0-133,2 0 1,2 0 154,1 0 0,-1 0 26,1 0 0,-5 0 196,-2 0 0,1 0 122,3 0 12,-5 0-35,4 0 77,-9 0 0,2 0-105,-6 0 1,0 1-53,-4 3 1,0-3-290,-4 3 1,-2 1-363,-1-2 0,1 5-1839,-1-5 2333,1 6 0,22-13 0,5 3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2:06.5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219 298 7710,'1'-10'405,"3"3"148,-3-3 1,4 4 317,-5-5-347,0 5-460,0-4 0,-1 9 22,-3-3 1,-2 3-168,-5 1 0,-1 1 13,-3 3 1,2 2-160,-6 5 1,2 4 86,-1 0 1,-2 4-35,6 0 1,-2-2-113,1 1 0,3 0 21,-3 5 1,6-5-77,2 0 0,5-4 181,-2 0 0,8-3 85,3-3 0,6-3-12,2-5 0,5-9 111,-2-2 1,3-7-111,1-1 1,-1 2 4,-3-1 1,-1-1-226,-2-3 1,-4 5-87,0 3 392,0-4 0,-10 6 0,4-4 0</inkml:trace>
  <inkml:trace contextRef="#ctx0" brushRef="#br0" timeOffset="1">297 287 7710,'5'6'121,"-2"3"229,4-5 0,-3 3 49,3-3 1,-3 3-57,3-3 1,-3 4-33,3 0 0,-1-2-178,2 1 1,0-3-73,-4 3 1,3-3 7,-3 3 1,1-3-153,-1 3 78,-3-4-496,4 2 31,-5-5-1530,0 0 1739,5-5 0,-3-2 179,5-4 0,-3 0 112,3 0 0,-3 4-64,3 0 1,-3 1 360,3-2-143,1-2 1,3 8 163,0-5 0,0 4-150,0 0 0,0 1-59,0 2 1,-4 2 17,1 1 1,-1 3 119,4 5 0,0-2 85,0 2 0,-4-2-616,1 5 1,-2-2-1696,1-1 1949,-2 1 0,-5 3 0,0 3 0</inkml:trace>
  <inkml:trace contextRef="#ctx0" brushRef="#br0" timeOffset="2">528 77 7875,'-11'-16'422,"0"5"-402,0 0 1,4 1-97,-1 6 53,6 1 23,2 8 0,45 40 0,15 15 0</inkml:trace>
  <inkml:trace contextRef="#ctx0" brushRef="#br0" timeOffset="3">893 364 7744,'0'-11'187,"0"0"1,0 0 1492,0 0-1531,-5 0 0,0 0 91,-2 0 1,-3 5 105,2 2 0,-1 0-205,-2 0 1,0 0-121,0 4 1,0 0 28,0 0 0,-1 4-248,1 0 0,0 3 39,0-3 0,0 4-346,0 0 1,0 0 134,0-1 0,0 3 116,0-2 1,4 0 70,0 0 1,-1 1 78,-3-1 0,5-2 33,2 1 0,3-3-107,1 3 134,0-4 1,1 3-7,3-3 0,2-1-76,5 1 0,5-1-94,3-2 0,1 0 71,2 0 0,4 0-14,0 0 0,3 0 125,-3 0 1,0 0 105,-4 0 1,1 0 24,3 0 1,-7 0 108,3 0 0,-6 1 181,3 2 0,-6 2-127,2 3 1,-8 1 29,-3-1 1,-4 5-28,-4 2 1,-3 0-57,-8-4 0,-3 0-102,-8 0 0,2 0-136,-6 0 1,2-4-492,-1 1 1,2-6 94,5 2 1,0-3-105,-1-1 0,5-5 535,0-2 0,34-37 0,4-10 0</inkml:trace>
  <inkml:trace contextRef="#ctx0" brushRef="#br0" timeOffset="4">1025 232 10306,'6'11'951,"3"-2"-938,-6 2 1,6-1-359,-2 8 0,-1 0 96,2 4 1,-5 0-206,5 0 0,-5-1 413,5-2 41,-6 1 0,13-17 0,-3 1 0</inkml:trace>
  <inkml:trace contextRef="#ctx0" brushRef="#br0" timeOffset="5">1046 176 7744,'-11'-11'0,"1"0"128,3 0 1,-2 4 441,6-1-2240,-1 6 1670,4-3 0,24 29 0,7 7 0</inkml:trace>
  <inkml:trace contextRef="#ctx0" brushRef="#br0" timeOffset="6">1146 331 7755,'-5'-6'1158,"4"-4"-147,-4 9-486,5-4 1,0 7-277,0 1 1,1 0-51,3 4 1,-1 0-22,4 4 0,-5 0-83,2 0 1,1 0 64,-1 0 1,-1 1-107,-3-1 1,4 0-58,0 0 0,-1-4-300,-3 0 0,0-3-131,0 3 0,4-3-82,0 3-363,-1-4 574,-3 2 1,0-7-263,0-1 384,0-3 1,2-7 123,1-1 0,-1 1-3,1-1 1,0 0 179,0 0 1,0 1 77,4-1 0,-3 1-119,3 2 0,-3 2 63,3 1 0,-3 0-94,3 4-91,1-5 0,3 8-10,0-3 1,-4 8-128,0 4 1,1-1-435,3 4 1,0-3 238,0 7 1,0-3-299,0-1 675,0 0 0,15 15 0,3 4 0</inkml:trace>
  <inkml:trace contextRef="#ctx0" brushRef="#br0" timeOffset="7">1542 330 7744,'0'-11'0,"0"0"450,0 0 145,0 0 0,0 0-173,0 0 1,0 4-60,0 0 0,-5 4-201,-2-1 0,1 3-151,-2 1 0,1 1 12,-4 3 1,0 2-2,0 5 1,4 0-136,-1 0 1,5 0 127,-5 0 0,6 4-89,-2 0 1,3-1-285,1-3 0,0 0-1,0 0 1,0-3-353,0-1 471,5 1 0,1-1 143,5 0 0,-4-4-54,1 0 1,-2-3-100,1-3 1,3 0 112,-3-4 0,-1 0-148,2-4 154,-1-1 0,3 1 27,-3 0 1,-2 4 88,-5 0 1,1 3-2,3-3 194,-3 4-156,4-2 81,-5 5 1,0 2-20,0 1 1,0 0 126,0 4 1,1-1-118,3 2 1,-3 1-18,3-1 1,1-2 51,-1 1 0,4-3-95,0 3 1,-2-4-107,1 0 0,0-1 76,4-2 0,-3 0-124,-1 0 1,0-2 28,4-1 0,0 0-176,0-4 1,1-1 91,-1-3 0,-4 0 81,0 0 0,-3-3 102,3-1 1,-4-3-52,0 3 0,0-5 150,1 2 0,-3-3-63,2-1 1,-3 0 158,-3 0 0,2 0-77,-3 0 1,-1 4 54,1-1 0,-3 2 67,3-1 1,-3 2 156,3 5 1,-1 1 525,2 3-156,1 2-392,-2 5 1,4 5-98,0 2 0,0 4 34,0 4 1,4 2-171,4 5 1,-2 0 12,1 0 0,1 4-134,3-1 0,0 2-259,0-1 0,0-3-2606,0 3 2836,0-3 0,14 14 0,5 3 0</inkml:trace>
  <inkml:trace contextRef="#ctx0" brushRef="#br0" timeOffset="8">2138 221 8022,'-6'-5'1674,"1"3"-836,5-6-72,0 6-196,0-3-192,5 15 1,-2-2-546,4 11 0,-4-6-247,0 2 0,2 1-471,-1-1 0,3 1 262,-3-2 0,0-2 623,-4 3 0,0-3 0,0-1 0</inkml:trace>
  <inkml:trace contextRef="#ctx0" brushRef="#br0" timeOffset="9">2127 110 7744,'-6'-17'165,"0"1"1,4 5 466,-2 0-1129,0 0 1,3 5-387,-2 2 18,1 3 865,-3 1 0,30 34 0,6 9 0</inkml:trace>
  <inkml:trace contextRef="#ctx0" brushRef="#br0" timeOffset="10">2259 364 7744,'6'7'467,"-1"-1"197,-5-3 1,1-1 268,3 1-537,-3-2-348,4-1 0,-4 0-37,3 0 0,-3-4-308,3-4 1,-3-2 117,-1-1 1,3-1-118,1-3 1,0 3 14,-4-2 0,0-2 58,0 1 0,0 0 72,0 4 1,1 0 54,3 0 0,-3 4-39,3-1 136,2 6 0,-4-3 94,6 5 1,-2 1-28,1 3 0,3 2-35,-3 5 1,-1 1 114,2 3 0,-2-3-32,1 3 1,3-3 64,-3-1 0,-1 0-66,2 0 0,-6 0 370,2 0-348,2-4-2,-5 2-166,9-7-204,-9 2 0,5-5-110,-2-2 0,-3 0-1,3-4 190,-3-1 1,3-3 68,0 0 0,-1 0 140,-3 0 1,4 0-186,0 0 181,4 0 1,-3 0 24,2 0 0,3 4 176,-2-1 1,-2 6 255,1-2-464,0-2 0,4 5-216,0-3 0,0 7-99,0 0 0,-1 6-366,-2-2 0,5 4 266,-2 4 373,3-8 0,11 23 0,5-6 0</inkml:trace>
  <inkml:trace contextRef="#ctx0" brushRef="#br0" timeOffset="11">2865 253 7744,'-6'-11'764,"1"0"-494,5 0 1,0 4 103,0-1 1,0 5 43,0-5 0,-4 5-211,1-5 0,-1 5-84,4-5 103,-5 6 1,-1-3-347,-5 5 0,4 0-8,-1 0 1,1 0-155,-4 0 1,0 5 70,0 2 0,4 2-175,-1-2 0,2 3 77,-1-3 0,-2 3-15,5 1 0,1 0 72,3 0 1,0-3 78,0-1 1,0-3-167,0 3 98,0-5-8,5 3 299,1-5 0,5 0 278,0 0 0,-4-1-77,1-3 1,-2 2-102,1-5 0,2 3 22,-6-3 0,2 4-29,-1-1 1,-2 0 3,6 0-90,-6 0 10,8-1-3,-4 4-110,5-4 0,-1 6-110,-3 3 1,3-2-298,-3 6 1,-1-2 59,2 1 0,-1 3-436,4-3 829,-5-2 0,38 15 0,5-2 0</inkml:trace>
  <inkml:trace contextRef="#ctx0" brushRef="#br0" timeOffset="12">3142 220 7744,'0'-17'74,"0"5"1,0 4 361,0 0 1,-2-1-253,-1 2 1,0-2-13,-4 6 1,3-1-91,-3 4 1,0 0 87,-4 0 0,3 0-274,1 0 0,0 4 57,-4-1 0,3 6 38,1-2 1,1-1 87,-2 2-288,-1-1 0,6 4-61,-4 0 0,4-4 58,0 1 1,1-5-318,2 5 183,0-6 74,0 8 205,5-9 1,1 4 80,5-5 1,-3 0-110,-1 0 52,1 0 0,3 0 182,0 0 0,-4 0 230,0 0-164,1 0 1,1-1-51,-1-3 0,2 3 70,-3-3 1,-1 3 2,1 1 1,1 0 107,3 0 1,-4 0-109,0 0 1,1 1-9,3 3 1,-1-1-86,-3 4 0,2 0-105,-6 4 0,5 4-88,-5 0 1,1 3-19,-4-3 0,-5 1-203,-2-2 0,-4-1-76,-4 1 1,-2-1-278,-5-2 1,0-5 255,0-3 0,0-1-122,0-2 0,3-2 498,1-1 0,24-28 0,3-11 0</inkml:trace>
  <inkml:trace contextRef="#ctx0" brushRef="#br0" timeOffset="13">3318 253 7744,'7'0'-230,"1"0"1,-5 0 365,5 0 0,-1-3 334,4-1 1,-3 0-321,-1 4 1,0 0-193,4 0 0,0-4-7,0 1 0,0-1-23,0 4-57,0-5 1,0 0 83,0-2 1,-3-2-91,-1 6 0,-4-6 115,0 2 1,-2 1-27,-1-2 0,0 1 31,0-4 0,-3 4-9,-1-1 0,-4 5 24,0-5 1,-5 6-17,-2-2 0,0 3 213,4 1 0,0 1 164,0 3 0,0 2 199,0 5 1,4 0-72,0 0 0,4 0 142,-1 0 0,3 1-311,1 3 1,1-3-165,3 3 0,6 1-126,5-1 0,4-1 109,0-3 1,5 0 73,2 0 1,3-5-1002,-3-2 1,0-3-3048,-4-1 3835,-5 0 0,-1-19 0,-5-6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2:06.6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55 849 7678,'5'-11'-552,"-4"4"407,4-2 252,-5 7 243,0-2 326,0 4-331,0-5-206,0 3 1,1-3 231,3 5-202,-3 0 1,4 2 6,-5 1 0,0 0-12,0 4 0,0 1-17,0 3 0,0 1-63,0 3 0,0 2 17,0 5 1,1 1-89,3 3 1,-3 2-3,3 5 1,1 1-72,-2 3 0,6 2 45,-2 5 1,-1-3-80,2-1 1,-2-4 65,1 0 1,3 2-14,-3-1 1,-2 0 26,-1-4 0,1-1-5,-1-3 0,-1 3-16,-3-3 0,4-2 2,0-1 0,-1-3 1,-3-1 0,0 3 18,0-3 1,0 2-1,0-5 0,0-2 37,0 1 1,0 0 5,0 0 1,0 3-31,0-3 1,1-1 3,3 2 1,-3-5 17,3 5 0,-3-5-26,-1 5 1,0-5-3,0 5 1,0-4 8,0 3 1,0-1-6,0 1 1,0 0 21,0-4 1,0 2-3,0 3 1,0-4 16,0-3 0,-3-1 54,-1 0 26,0 0 51,4 0-307,0 0 0,0-4-170,0 0-56,0-4 129,0 7 11,0-4 0,-1 5 40,-3 0 0,3-4-489,-3 0-1,3-4 678,1 7 0,-5-29 0,-1 0 0</inkml:trace>
  <inkml:trace contextRef="#ctx0" brushRef="#br0" timeOffset="1">198 749 7500,'-6'5'-1405,"0"-4"1405,2 3 0,3-3-98,-4-1 174,0 0 47,4 5-55,-9-3 0,8 2 100,-5-4 270,4 0-230,-7 0 204,9 0-160,-9 0 2,9 0-110,-4 0 50,5 0-134,5 0 1,-1 0-96,7 0 1,-1 0 80,8 0 0,0 0-6,4 0 0,2 0 38,1 0 1,5 0 14,6 0 0,4 0-19,4 0 0,1-3-64,3-1 0,1 0-2,2 4 0,2 0 19,-5 0 0,3 0-74,-3 0 1,0 0 100,-4 0 0,0 0-7,0 0 1,1 0-11,3 0 1,-3 0-5,3 0 0,-6 0 43,-2 0 0,1 2-64,3 1 0,-6-1 5,-5 1 1,-6 2-93,-9-1 0,2-1-169,-6-3 1,0 2-279,-7 1-344,-2-1 46,-5 2-8,0-4 828,0 5 0,-15-3 0,-3 2 0</inkml:trace>
  <inkml:trace contextRef="#ctx0" brushRef="#br0" timeOffset="2">1488 838 6499,'-6'0'992,"1"0"0,5 1-719,0 2 0,0 0-38,0 4 1,0 1-62,0 3 0,4 5-75,-1 2 1,6 8-121,-2 3 0,3 4 90,1 4 0,0-2-99,0 6 1,-3-1 111,-1 4 1,-1 3-15,1-3 0,-2 3 14,-5-7 1,0 3 24,0 1 1,0 0 344,0 0 1,0 0-141,0 0 0,0 0 7,0 1 0,0-3-210,0-1 1,0-3-174,0-5 1,0 0 150,0 0 1,0-1-123,0-3 0,0 2 1,0-5 0,0-1-175,0-3 0,0-3 29,0-1 0,0-8-426,0 1-272,0-3-181,0 4 235,0-6 1,0-3 267,0-6 1,0 0 555,0-4 0,-19-5 0,-6-6 0</inkml:trace>
  <inkml:trace contextRef="#ctx0" brushRef="#br0" timeOffset="3">419 2348 7316,'-4'-7'942,"0"-1"-815,1 6 36,-2-3 1,2 5 149,-4 0-172,5 0 1,-5 0-172,4 0-129,2 0 126,-4 0 1,3 0 121,-1 0 95,2 0 14,-4 0-16,5 0-90,5 0 0,-3 0 16,5 0 1,1-4 12,3 0 0,5 1-72,2 3 1,4-4 9,4 0 0,2 0-3,5 0 1,1 3-23,3-3 0,-1 2-16,4-2 0,-1 3 6,2-3 1,0 2-97,-4-2 1,5 3 32,-2-3 1,-2 1 4,-1 0 0,-3 2-114,-1-3 1,0 3 5,0 1 0,-4-4 19,-4 0 1,-1 1 98,-2 3 1,0-4-23,0 0 0,-5 1 11,-2 3 1,-3 0 76,-1 0 1,0 0 82,0 0 0,0 0-41,0 0 0,-4 0-40,1 0 1,-1 0-65,4 0 1,-4 0-41,1 0-22,-1 0-21,4-5-16,0 4-44,-5-4-213,-1 5 67,-5-5 144,0 3 9,0-2 156,-5 4 0,-25-15 0,-12-3 0</inkml:trace>
  <inkml:trace contextRef="#ctx0" brushRef="#br0" timeOffset="4">441 562 6295,'0'-11'556,"0"5"1,-1-3-228,-3 6 1,3-2 35,-3 1 145,3 3 0,1-4-63,0 0-223,0 4 0,0 4 63,0 8-246,0 3 1,0-3-58,0 0 1,1 0-251,3 0 0,-3 0-38,3 0 1,-3-4-315,-1 1 1,1-1-1031,3 4 1279,-3 0 1,4 0 368,-5 0 0,0-5 0,10 4 0,2-4 0</inkml:trace>
  <inkml:trace contextRef="#ctx0" brushRef="#br0" timeOffset="5">474 540 7666,'0'-6'-104,"-5"0"-171,-2 2 236,2 3-37,-5-9 0,8 9 267,-6-3 61,6-2 274,-3 5-163,5-9-233,0 9 1,1-4-44,3 5 1,2 0 2,5 0 1,0 0-36,0 0 0,1 0-102,3 0 1,2 0 126,5 0 0,0-4-111,0 0 0,0 1-34,0 3 0,2 0 57,1 0 0,-1 0 28,1 0 1,-1-4 33,-2 0 1,1 1 12,3 3 1,-3-1-70,3-3 1,-3 3 9,-1-3 1,1-1-8,3 1 0,-3-1-27,3 2 0,-3 2 34,-1-3 0,0 1 69,0 0 0,0 2-5,0-3 0,0 3 0,0 1 0,1-4 12,-1 0 1,-4 1-56,0 3 1,1-4 11,3 0 1,0 1-138,0 3 0,4-4 88,-1 0 0,1 1-60,-4 3 0,4-4 11,0 0 0,3 1-71,-3 3 0,1-4 90,-2 0 0,-1 1-9,1 3 1,-1 0 10,-2 0 1,-2-2-3,-1-1 1,-3 1-42,-5-1 1,0 1 15,0 2-580,-5 0 56,4 0 61,-9 0 21,4 0 215,0 0 0,-3 0 290,6 0 0,-6 0 0,3 0 0,-5 0 0,0 5 24,0-3 211,0 3 479,0-5-158,-5 4-154,4-2 181,-4 3-169,5-1-242,0 3 1,0 4-36,0 0 0,0 1-19,0 3 0,0-2-17,0 5 0,0 1-117,0 3 1,4 4-76,-1-1 1,5 2 75,-5-1 0,2 2-31,-1 5 1,-3 0 24,3 0 1,-3-3 17,-1-1 0,0 2 18,0 6 1,0-3-2,0 3 1,0-7 10,0 0 1,0-5 0,0 5 0,0-6 105,0 2 0,0-3-59,0-1 1,0 0-48,0 0 1,0 0-1,0 0 1,0 0-1,0 1 1,-1 0-1,-3 3 1,3-3-8,-3 3 0,3-3 21,1-1 0,0 0-17,0 0 1,0 0 2,0 0 1,0-1 17,0-3 0,0 3 22,0-3 1,0 0-34,0 0 0,0-1 1,0 1 0,0 3-1,0-2 0,0 2-4,0 1 0,0 0-7,0 0 0,0 0-6,0 0 1,0-4-64,0 0 1,0 0 67,0 0 1,0-1-98,0-2-18,0-3-278,0 4-82,0-5-77,0-5 139,0-1-124,0 0-102,0-4-296,0 4 77,0-5 675,0-5 63,0 4 1,1-4 214,3 5 347,-3 0 781,4 0-311,-5 0 0,-4 1-544,1 3 0,-6-3-90,2 3 1,-3-2-161,-1 2 0,-4-3-142,0 3 0,-4-2 73,0 2 1,2-3-74,-1 3 1,1-3-324,-2-1 1,4 0-857,4 0 1,3 0 1182,1 0 0,19-10 0,2-2 0</inkml:trace>
  <inkml:trace contextRef="#ctx0" brushRef="#br0" timeOffset="6">1962 1102 9386,'-6'0'-508,"1"0"-21,5 0 0,15-10 0,3-2 1</inkml:trace>
  <inkml:trace contextRef="#ctx0" brushRef="#br0" timeOffset="7">2094 1047 7666,'2'-10'-612,"1"3"0,-1 1 1614,1 2-1121,-2 3-983,-1-9 1102,5 9 0,2-4 0,4 5 0</inkml:trace>
  <inkml:trace contextRef="#ctx0" brushRef="#br0" timeOffset="8">2282 937 7666,'4'-8'593,"-1"1"-428,1 5 0,-4-4-351,0 2-347,0 3-922,0-4 1455,0 5 0,0 10 0,0 2 0</inkml:trace>
  <inkml:trace contextRef="#ctx0" brushRef="#br0" timeOffset="9">1157 99 7666,'-7'0'-35,"0"0"0,-2 0-13,-1 0 222,4 0 32,1 0 160,5 0-187,5 0 0,-1 0-74,7 0 1,-1 0-3,8 0 1,-3 0-46,3 0 0,2-1 7,5-3 1,0 3-55,4-3 1,-3-1 69,3 2 0,2-2-87,6 1 0,2 2 37,5-6 0,4 5-7,0-5 1,3 4 1,-3-3 1,7 3-16,-4-3 1,2 5-54,-5-2 1,-6-1 29,2 1 1,-4 1-7,1 3 0,-4-4-4,-3 0 0,-6 1-87,-3 3 1,-2 0-3,-5 0 0,-2 0-455,-5 0 249,-5 0-146,4 0-255,-9 0 33,4 0 685,0 0 0,-4 0 0,4 0 0,-5 0 0,4 1 0,-1 3 0,1-3 0,-4 4-34,5-5 370,-4 0 130,9 0-178,-9 0 0,8-1 230,-6-3-183,1 3 0,-3-4 276,3 5 34,-3 0-405,4 0 0,-4 1-37,3 3 0,-3 2-1,3 5 1,-3 0-10,-1 0 0,4 5 12,-1 2 1,1 4-67,-4 4 1,4-2-132,-1 6 0,5-1-240,-5 4 0,2 2 91,-1 1 0,-2-1-23,6 1 1,-6 2 46,2-1 0,-3 1 104,-1-1 0,0-3 51,0 3 1,0-3 76,0-1 0,0 0-101,0 0 1,0-4 8,0-4 0,4-1 5,0-2 0,-1 3 1,-3 1 1,4 0-21,0-4 0,0 1 27,0 3 0,-3-3-9,3 3 1,-3-2 24,-1 2 1,4-3 5,0 3 0,-1-2 14,-3 2 0,0-3 96,0 3 0,0-3-85,0 0 1,0-4 11,0 3 1,0-6 21,0 6 1,0-3 8,0-1 1,0 3 6,0-3 0,0 2-84,0-2 1,0 2 2,0-6 1,0 5-25,0-5 1,0 5 0,0-4-40,0-1 1,0-3-148,0 0 0,0-3-406,0-1 47,0-5 7,0 3-3095,0-5 2103,0-5 712,0 4 790,0-9 0,0 8 0,0-5 0,-5-1 0,-1-3 0</inkml:trace>
  <inkml:trace contextRef="#ctx0" brushRef="#br0" timeOffset="10">2469 1620 7666,'-11'0'856,"5"5"1,-4-4-468,3 3 0,1-1-16,-1 0 0,-1-2 6,-3 3 0,-1-3-183,-3-1 1,-2 0-157,-5 0 1,-5 4-74,-2 0 0,-3-1-337,-1-3 0,-2 0 171,-1 0 0,5 0-218,-2 0 1,7 0-1005,1 0 1,6 0 1420,4 0 0,8-9 0,2-4 0</inkml:trace>
  <inkml:trace contextRef="#ctx0" brushRef="#br0" timeOffset="11">1069 198 7662,'-11'-5'98,"4"4"0,1-4 1,0 1 427,-1 1-143,5-1 0,-3 4-115,5 0 0,1 5-25,3 2 1,-2 3-184,6 1 0,-2 0 52,1 0 0,2 0-54,-5 0 0,3 0 101,-3 0 1,3 0-96,-3 0 0,3-3 17,-3-1 0,-1-3-134,-3 3 0,4-3 122,0 3 35,-1-4-183,-3 1 164,0-4 0,-1-4-10,-3-4 0,3 2 52,-2-1 0,-2-1 6,1-3 1,-1 0-62,1 0 0,3 0 13,-3 0 0,0 4 23,0 0-64,0-1 1,4 1-93,0 0-434,0 4-336,0-2 1,4 17-478,0 3 1,4 3 133,-1-3 1161,-2 2 0,5 45 0,-4 9 0</inkml:trace>
  <inkml:trace contextRef="#ctx0" brushRef="#br0" timeOffset="12">0 2590 8121,'5'-6'1260,"-4"1"-899,4 5-154,0 0 1,-4 2-23,3 1 1,-3 0-1,-1 4 1,0 0-118,0 4 1,0 4-68,0 0 0,0 0-112,0-4 0,-4 1 120,1 3 1,-2-3-184,1 2 104,3-1 0,-4-2-210,5 0 136,0 0 19,0 0 1,5-5-19,2-2 1,4-3-160,4-1 0,-2 0-196,6 0 0,-1 0 1,4 0 1,3-1-462,-3-3 958,2 3 0,8-34 0,8-1 0</inkml:trace>
  <inkml:trace contextRef="#ctx0" brushRef="#br0" timeOffset="13">209 2635 7934,'-7'-2'718,"0"-1"-448,-1 1 0,1-3-103,0 5 0,4 2 132,-1 1 1,3 0 118,1 4 0,0 4-198,0 4 1,0 3 0,0-3 0,1 5-614,3-2 0,-1-1 302,4 1 1,-3 1-1069,3 3 0,-1-1 211,1-3 948,3-2 0,1 0 0,6 1 0</inkml:trace>
  <inkml:trace contextRef="#ctx0" brushRef="#br0" timeOffset="14">716 2690 8240,'-4'-6'2262,"1"1"-1980,-4 5 1,3 1 38,-3 3 0,-1 3-74,-3 8 1,0-2-513,0 5 0,-1 0-150,-3 0 1,3 3-394,-3-3 0,-1 2 454,2-2 0,-1 2-232,4-6 1,4 1 585,-1-4 0,6-19 0,-3-6 0</inkml:trace>
  <inkml:trace contextRef="#ctx0" brushRef="#br0" timeOffset="15">507 2723 7934,'0'-11'-133,"0"0"66,0 0 0,0 3 667,0 1 969,0 4-1085,0-1 0,1 5-207,3 2 0,2 4-212,5 4 1,4 0 26,-1 0 0,6 1-237,-2 3 0,0-2-1063,0 5 1,0-3 280,4 4 927,-5-6 0,4 13 0,-4-3 0</inkml:trace>
  <inkml:trace contextRef="#ctx0" brushRef="#br0" timeOffset="16">882 2623 7931,'5'-6'-76,"-4"-3"1,4 2 256,0 1 1,-3 0 407,6 3 1,-5 1 215,5-1-434,-1 1 1,3 4-213,-3 1 1,-1 3-108,-2 5 1,-3 0 47,3 0 1,-3 4-229,-1 0 1,0 3 192,0-3 1,-4 1-68,1-1 0,-1-3-128,4 3 1,-4 0 47,1 0 0,-1 0-77,4-4 1,0-4 49,0 1 0,0-5-92,0 5 0,5-6 36,2 2 1,3-3-230,1-1 0,1 0 87,3 0 1,-2 0-134,6 0 0,-5-5-177,5-2 1,-4 1 616,3-2 0,5-9 0,5-6 0</inkml:trace>
  <inkml:trace contextRef="#ctx0" brushRef="#br0" timeOffset="17">1102 2646 7929,'-11'-5'1468,"0"3"-580,5-2-557,1 4 1,5 1-113,0 2 1,0 4 27,0 4 0,1 1-28,3 3 1,-1-2 13,4 5 0,-1-3 130,1 3 0,2 1-999,-5 3 0,3-4-1177,-3 1 1,3-5 1812,-3 5 0,-1-1 0,-3 4 0</inkml:trace>
  <inkml:trace contextRef="#ctx0" brushRef="#br0" timeOffset="18">1554 2657 10811,'0'11'442,"0"0"0,0 0-391,0 0 1,-5 5-190,-2 2 0,0-1-226,-4 1 0,2 1-504,-6 3 0,3-4-241,1 1 0,0-6 1109,0 2 0,-5-13 0,-1-3 0</inkml:trace>
  <inkml:trace contextRef="#ctx0" brushRef="#br0" timeOffset="19">1378 2690 7922,'0'-11'1687,"-5"0"-805,4 0-519,-4 4 0,10 3 92,2 4 1,3 4-273,1 4 0,4 2-158,-1 1 0,6 1-209,-2 3 0,3 0-499,1 4 1,0 2 339,0-3 0,2 2 343,1-2 0,23 13 0,10-2 0</inkml:trace>
  <inkml:trace contextRef="#ctx0" brushRef="#br0" timeOffset="20">1808 2657 7922,'-8'-11'770,"1"0"1156,5-1-949,-8 6-518,9 1 0,-3 5-65,8 0 1,2 4-269,5 0 0,-3 6-161,3 1 1,-2 0-249,6 3 0,-6 0-553,3 1 0,-8-2 180,7 5 1,-2-4-621,2 1 0,0 0 1276,0 0 0,15 10 0,3-2 0</inkml:trace>
  <inkml:trace contextRef="#ctx0" brushRef="#br0" timeOffset="21">2161 2568 7913,'-2'-9'1957,"-1"1"-1034,1-2-382,-7 9-316,3-4 0,-5 10 27,0 3 0,3 3-272,1 3 1,3 0-5,-3 4 1,3 0 4,-3 5 1,4-1-38,0 0 1,1 0-259,2 0 0,0 0-16,0 0 1,2 0-185,1 0 0,3-5 169,5-2 0,0-4-115,1-4 1,2 2 352,1-6 0,3 1-27,-3-4 0,1-6 92,-1-5 0,-3-1-135,3-7 0,-3 5 21,-1-5 1,-5 2 418,-2-1 1,-3-2 361,-1 5 0,-5 1-541,-2 3 0,-8 1-272,-3 3 0,-3 2-394,-1 5 1,-4 1 170,0 3 411,-4 2 0,-28 44 0,-12 10 0</inkml:trace>
  <inkml:trace contextRef="#ctx0" brushRef="#br0" timeOffset="22">408 2337 7844,'-6'-6'82,"-4"1"0,2 4 728,-1-3-599,-2 3 0,0-4 34,0 5 0,3 0 110,1 0-293,0 0 149,-4 0 0,3 1 264,1 3-159,4-3-316,-2 4 0,25 5 0,5 2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2:06.5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-1104 1046 7904,'-1'-6'-51,"-3"2"-81,3 3 1,-5 1 32,2 0 292,3 0-57,-4 0-20,5 0-75,5 0 1,-2 0-103,4 0 0,0 0 77,4 0 0,4 0-13,0 0 0,4 0-1,0 0 0,6 0 48,5 0 1,8 0 3,6 0 1,6 0-75,9 0 1,2 0-95,5 0 0,4 0 163,0 0 0,6 0-4,1 0 0,-3 0-146,3 0 1,-4 0 92,1 0 0,3 4 3,0-1 0,-3 2-46,3-1 1,-4-3-9,1 3 0,-3-2-19,-5 2 1,-1-3-175,-3 3 1,-5-3 89,-6-1 1,-4-1-62,0-3 1,-11 3 38,-7-3 1,-4-1 91,-3 2 1,-5-2 91,-2 1 0,-8 3 0,3-4 0,-4 5 0</inkml:trace>
  <inkml:trace contextRef="#ctx0" brushRef="#br0" timeOffset="1">682 925 7444,'-7'-4'0,"1"-1"1037,1-1-1281,1 3 233,4-1 1,5 7 159,2 1 0,4 1-70,4-1 0,2 0 1,5 4 1,4 2-65,0-3 0,0 3-119,-4 1 1,-2-4 63,-1 0 0,-3 1-107,-5 3 0,-1 0 108,-3 0 1,-2 0 90,-5 0 0,-3 4-9,-4-1 0,-5 1-24,-10-4 0,0 0 15,0 0 1,0 0-34,-1 0 1,3-4-238,1 1 1,0-2-315,4 1 0,0 2 153,4-5 396,5-1 0,36-8 0,12-1 0</inkml:trace>
  <inkml:trace contextRef="#ctx0" brushRef="#br0" timeOffset="2">-1126 142 7871,'-11'-5'304,"5"4"-533,1-4 417,5 5 66,0 0-129,5 0 0,1-4-66,5 1 1,2-1-4,1 4 1,-2 0-29,3 0 1,-3 0-118,-1 0 1,0 0-424,0 0 364,1 5 0,-3-3 53,-1 6 1,0-5 45,-4 5 0,1-5 4,-2 5 0,-1-5-6,1 5 0,-1-1 6,-2 4 1,-4-4 52,0 1 0,-4-2 16,0 1 0,-1 2 3,-2-6 0,-1 5 11,1-5-3,0 6 1,0-8-34,0 3 1,4 1 4,0-2 0,3 1 0,-3-4 4,4 0-32,-2 0-201,5 0 0,4-1 144,0-3 1,4 3 23,0-3 30,1 3 0,2 1-18,0 0 27,0 0 1,0 0-39,1 0 32,-1 5 0,0 0-22,0 2 0,-2 3-68,-1-3 72,2 3 1,-6 1 58,4 0 1,-3 0 110,-5 0 1,0 0-104,0 0 1,-2-1 117,-1-2 0,-3 1-139,-5-1 1,-2 1 13,-1 3 1,-2-5-74,-3 0 1,2-3-191,3 3 1,1-4-58,-1 0 1,1-1 298,2-2 0,15-30 0,3-7 0</inkml:trace>
  <inkml:trace contextRef="#ctx0" brushRef="#br0" timeOffset="3">-641 186 7868,'-5'7'-459,"-2"1"1,1-5 889,-1 5 1,-1-5-99,-3 5 1,1-1-366,3 4 1,-3 0-21,3 0 0,-3 0-210,-1 0 0,4 0-3,-1 0 0,5 0-199,-5 0 0,5-3 110,-5-1 354,6 0 0,2-5 0,6-4 0</inkml:trace>
  <inkml:trace contextRef="#ctx0" brushRef="#br0" timeOffset="4">-817 241 7868,'-1'-6'191,"-3"2"1,3 2 858,-3-2-138,3 3-626,1-4 1,5 6-244,2 3 0,3-2-149,1 6 0,1-1-452,3 4 1,-2 0 299,6 0 1,-6 0-153,2 0 0,1 0 410,-1 0 0,14 15 0,0 3 0</inkml:trace>
  <inkml:trace contextRef="#ctx0" brushRef="#br0" timeOffset="5">-486 153 7868,'7'-7'-45,"0"-1"0,-3 6 862,3-2-598,1-2 0,3 5-69,0-3 0,-4 3-74,0 1 0,0 1-132,0 3 0,3-2 95,-3 6 0,-1-5-51,2 5 1,-6-5-398,2 5-70,-3-1 170,-1 4 1,-1 0 137,-3 0 1,2-4-24,-6 1 1,1-5 120,-4 5 1,1-5 10,3 5 0,-3-6-11,3 2 0,0 1 7,0-2 0,3 1 51,-3-4 1,3 0 271,-3 0-14,5 0 361,-3 0 765,5 0-1296,5 0 1,-3 0-92,5 0 1,1-1 66,3-3 0,0 3-19,0-3 0,1 3-237,3 1 1,-3 0 50,3 0 0,-3 0-89,-1 0 0,0 1 80,0 3 1,-1-2 118,-3 6 110,3-1 0,-9 4 219,3 0 1,-3 0-179,-1 0 0,-1 0 119,-3 0 0,-3-1-173,-8-3 1,2 3-205,-6-2 1,1 0-276,-4 0 1,4 0 25,-1-4 0,2-1 402,-1-3 0,2-14 0,5-5 0</inkml:trace>
  <inkml:trace contextRef="#ctx0" brushRef="#br0" timeOffset="6">32 175 7868,'3'-7'1020,"1"-1"0,1 2-465,-1-1-267,-3 2 1,4 6-27,-5 3 0,-1-2-86,-3 6 1,2 0-49,-6 7 1,2-3-126,-1 3 1,-3 1-269,3-2 1,-3 5-600,-1-4 0,3 0 130,1 0 0,0-3-160,-4 3 1,3-3 544,1-1 0,4-3 349,0-1 0,2-24 0,1-3 0</inkml:trace>
  <inkml:trace contextRef="#ctx0" brushRef="#br0" timeOffset="7">-134 208 7868,'-1'-6'672,"-2"2"-128,1-2 163,-3 5-444,5-4 1,5 6 60,3 3 1,1 2-144,2 5 0,5 0 0,3 0 1,-2 1-192,1 3 0,-1-3-278,2 3 0,2 1-885,-3-1 0,2-1 147,-2-3 1026,-2 0 0,10-9 0,3-4 0</inkml:trace>
  <inkml:trace contextRef="#ctx0" brushRef="#br0" timeOffset="8">208 175 7868,'0'-11'288,"0"0"-87,0-5 1,0 4 890,0-3-782,0 8 1,5-2-151,2 5 1,4 1-62,4 3 0,-1 0-18,4 0 0,0 0-227,4 0 0,0 0 42,1 0 0,-3 3-188,-1 1 0,0 3 83,-4-3 0,-1 5-123,-7-2 1,-2-1 162,-5 2 1,0-1 84,0 4 1,-6 0 30,-5 0 1,-5 4-85,-6-1 1,0 2 168,0-1 0,3-2-10,1 6 0,1-6 84,-2 2 0,3 1-219,5-1 0,5 1-152,3-2 0,1-1 130,2 1 0,2-3-50,1-3 1,5 0 129,6-4 1,2 0 78,3-4 1,1 0-41,-1 0 0,-3-2 53,-2-1 1,0-4 192,1-4 1,-7 0 84,3 0 0,-7-3 267,-1-1 0,-1-1-79,-2 1 1,-3-1 288,-4-2 1,-2 1-432,-9 2 1,0 3-162,-4-3 0,-1 3-279,1 1 1,0 0-473,0 0 0,2 0-1549,1 0 2100,-2 5 0,19 1 0,-2 5 0</inkml:trace>
  <inkml:trace contextRef="#ctx0" brushRef="#br0" timeOffset="9">-895 561 7781,'-6'-5'1280,"1"4"-739,5-9-60,0 9 78,0-4-381,0 15 0,0-3 0,0 8 0,0-2-70,0 2 0,3-2-222,1 6 1,0-2-22,-4 1 1,3 3-285,1-3 1,0 2 29,-4-2 0,1-1-483,3-2 0,-3-3-372,3 3 699,-3-8 545,-1-2 0,5-44 0,1-10 0</inkml:trace>
  <inkml:trace contextRef="#ctx0" brushRef="#br0" timeOffset="10">-796 605 7994,'6'0'1670,"-1"0"-1459,-5 0 0,-4 1 13,1 3 0,-5-2-80,5 6 1,-5-5-123,5 5 1,-2-2-287,1 1 156,3 3 0,-4-4-61,5 5 1,1-4-8,3 1 1,2-1-186,5 4 1,0 0 117,0 0 0,0-1-118,0-3 0,4 3-40,-1-3 1,1-2-70,-4-1 0,0-3 470,0-1 0,0 0 0,0-19 0,0-6 0</inkml:trace>
  <inkml:trace contextRef="#ctx0" brushRef="#br0" timeOffset="11">-620 704 6899,'7'0'1421,"-1"0"-1040,-3 0 1,0 0 105,4 0-430,0 0 0,4-1-94,1-3 0,-1 3-146,0-3 1,-4-1 5,0 2 0,1-2-224,3 1 1,-4 3-97,0-3-232,-4-2 440,2 0 190,-5-5 1,-5 1 136,-3 3 1,-1 2 38,-2 5 1,0 0 100,0 0 1,0 0-75,0 0 1,1 1 120,2 3 0,2 1-45,3 2 0,1 3 74,-1-3 1,1 3-207,2 1 1,0 4-99,0-1 1,2 1-53,1-4 0,3 0 100,5 0 0,2 0 49,1 0 1,-1-5-186,1-2 0,2 1-283,-1-1 1,1-2 100,-1-6 320,-3 3 0,18-43 0,0-5 0</inkml:trace>
  <inkml:trace contextRef="#ctx0" brushRef="#br0" timeOffset="12">-377 627 7781,'-6'0'446,"1"0"272,5 0-494,0 5 0,0-3 1,0 6 1,1-1-110,3 4 1,-2 0-123,6 0 1,-5 0 10,5 0 1,-6 0-134,2 0 0,1 0 83,-2 0 0,2 0 165,-1 0 0,-3-3 419,3-1-425,-3-5 0,0 3 43,3-5-64,-3 0-95,4 0 1,-5-5-18,0-2 0,1-4-200,3-4 0,-2 3-536,6-3 1,-5-1 94,5 2 0,-5-2-139,5 1 0,-1 3 799,4-3 0,-5 3 0,19-4 0,-1-1 0</inkml:trace>
  <inkml:trace contextRef="#ctx0" brushRef="#br0" timeOffset="13">-157 693 7781,'0'7'-6,"0"1"1,2-2 352,1 1-41,-1 3 1,2-7-38,-4 4 0,0-3 252,0 3-178,0-5-135,0 8 165,0-9-227,0 4-341,0-5 151,0-5 1,0 3 92,0-5 1,0-1-10,0-3 1,4 4-88,0 0 1,1-1 35,-2-3 1,0 0 28,4 0 1,-1 4-8,2-1 0,1 2-88,-1-1 0,2-3-15,1 3 1,0 2 69,0 1-5,0 3 0,0 1 4,0 0-95,0 0 0,-1 5-53,-3 2 0,-1 3-459,-2 1 168,-3 0 81,4 5 1,-4-4-443,3 3-147,-3-3 970,4-1 0,14-10 0,6-2 0</inkml:trace>
  <inkml:trace contextRef="#ctx0" brushRef="#br0" timeOffset="14">119 693 7033,'6'-1'669,"-2"-3"0,-2 3 96,2-3-248,-3 3-229,9 1 24,-4 0-64,5 0-518,0 0 94,0 0 1,0 0 111,0 0 0,-3 0-175,-1 0 0,-3 0-149,3 0 177,-5-5 0,7 3 154,-5-6 0,-1 5 28,-3-5 1,4 5 2,0-5 22,-1 1 0,-3 0 18,0-1 0,-1 5 8,-3-5 1,2 6 131,-5-2 0,3 3-77,-3 1 0,-1 0 124,-3 0 0,4 1 255,0 3-329,-1 2 1,-2 5-28,3 0 1,-2 0-64,6 0 0,-1 0-97,4 0 1,0 0 47,0 0 1,1-1-179,3-3 1,2 3 63,5-3 1,4 0-129,0 0 0,3-5-73,-3 2 1,4-3 64,0-1 0,0 0 126,0 0 1,0-5-19,-4-2 1,3-2-21,-3 2 1,0-6 81,-4 2 1,0-3 103,0 3 0,-4 0-41,0 0 1,-4-4 212,1 1 1,-3-2 82,-1 1 0,0 3-5,0-3 0,-1 3 46,-3 1 1,1 0 136,-4 0 137,5 0-347,-8 0 1,7 5 486,-4 2-459,5 3 0,-5 2 93,4 3 0,2 2-121,-3 5 1,3 0-69,1 0 0,0 0-26,0 0 0,1 1 39,3 3 1,-2-3 21,5 3 1,-3 1-107,3-2 0,1 1-171,3-4 0,-1 4-165,-3-1 1,3 1-502,-3-4 1,3-1-783,1-3 1,-4 3 1522,1-3 0,4-7 0,5-1 0</inkml:trace>
  <inkml:trace contextRef="#ctx0" brushRef="#br0" timeOffset="15">-453 1586 8345,'-6'11'1305,"-1"-4"-1057,4 1 0,0-2-57,-4 1 0,3 4-69,-3 0 0,1 0-222,-1 4 1,-3-3-57,2-1 0,2 2-62,-1 1 1,0-1-11,-4 1 0,3-2-217,1-1 1,3 1-393,-3-1-268,4-5 541,-2 3 564,5-7 0,0-27 0,0-12 0</inkml:trace>
  <inkml:trace contextRef="#ctx0" brushRef="#br0" timeOffset="16">-608 1630 7231,'-6'-5'1231,"1"4"-514,5-9 45,0 9-530,0-4 1,4 10-1,0 2 1,6 0-338,1 0 0,0 1-98,3 7 0,0-3-78,0 3 0,0-1-147,4 0 1,-4-1 427,0 1 0,23 8 0,5 2 0</inkml:trace>
  <inkml:trace contextRef="#ctx0" brushRef="#br0" timeOffset="17">-222 1608 7856,'-6'-7'493,"2"-1"876,3 6-899,1-3 1,0 6-87,0 3-422,0 2 0,5 5 98,2 0 1,0 4-126,0 0 1,0-1-231,4-3 0,-3 4-515,-1 0 0,2-1 810,5-3 0,13 0 0,8 0 0</inkml:trace>
  <inkml:trace contextRef="#ctx0" brushRef="#br0" timeOffset="18">32 1520 7874,'-4'-7'1036,"0"-1"-199,1 6-569,-2-3 1,2 6-89,-4 3 0,5 2-42,-2 5 1,2 4-79,-2-1 1,3 6-221,-3-2 1,3 3-4,1 1 1,1 0-238,3 0 0,-2-3 63,5-1 0,2-4 122,6 0 1,-2-2-206,6-1 0,-5-4 177,5-4 0,-5-2 50,5-1 1,-5-4 90,5-4 1,-6-2 161,2-1 0,-6-1-44,-2-3 0,-3 3 371,3-2-164,-5 1 0,-2 3 145,-7 3 0,-3-1 9,-1 4 1,-4 0-40,1 4 0,-5 0-116,5 0 0,-1 5-476,4 2 0,0 3-1218,0 1 1472,0-5 0,19 34 0,6 2 0</inkml:trace>
  <inkml:trace contextRef="#ctx0" brushRef="#br0" timeOffset="34">1619 385 7683,'5'-6'561,"-4"1"-133,4 5 1,-5 0-60,5 0-172,-4 0 0,4 2-10,-5 1 1,0 5-13,0 6 1,4 4-60,0 4 1,-1 2 75,-3 5 1,2 2-184,1 9 0,-1 2 7,1 6 1,2 3-15,-1 8 0,-1-2-13,-3 1 0,2-1-193,1-2 0,-1-4 112,1 1 0,-2-6-39,-1 2 1,0-4 35,0-3 1,-1 1 57,-2-1 1,1-3 113,-1-1 0,1-2-1,2 2 1,-3-3 160,-1 3 0,0-3-77,4-1 0,0 0 98,0 0 1,4 4-30,0 0 1,-1-4 100,-3-4 0,4 1-265,0 3 1,3 0 60,-3 0 1,-1 0-201,-3 0 0,4-4-24,0 1 1,0-6-85,-4 2 1,3-4 65,1-3 1,0-4-314,-4-4-21,0-4 0,0-4-760,0-6 1,0-6 1209,0-9 0,-10-74 0,4 32 0,-1 1 0</inkml:trace>
  <inkml:trace contextRef="#ctx0" brushRef="#br0" timeOffset="35">1708 374 6743,'-7'0'1503,"1"0"-1180,3 0-220,1 0-110,-3 0 1,5-1 88,0-2-115,0 1 111,5-3 0,1 5-126,6 0 0,3 0 99,4 0 0,2 0 4,1 0 0,6 0 34,5 0 1,9-3 74,5-1 0,10-3-162,-2 3 0,7-1 31,1 1 1,0 3-84,0-2 1,-3-2 72,-5 1 0,1 0-88,3 4 1,-6 0 45,2 0 1,-4-3-123,1-1 0,1 0 77,-6 4 0,-1 0-128,-10 0 0,0 0 42,-10 0 0,-2 0-31,-5 0 0,-4 4-136,-4 0 1,0-1 141,1-3 1,-1 4 27,0 0 1,0-1-284,0-3 430,0 0 0,-4 0 0,0 0 0,-9 0 0,1 0 0</inkml:trace>
  <inkml:trace contextRef="#ctx0" brushRef="#br0" timeOffset="36">3152 352 9775,'0'8'323,"0"-1"0,0-3-334,0 3 1,0 0 42,0 4 0,1 5-108,3 3 1,-3 3 104,2 4 1,2-2-71,-1 5 0,1 4 28,-1 4 1,-3 5-232,3-2 0,-3 0 74,-1 0 0,0-5 134,0 2 1,0-1 62,0 0 1,0-1 147,0 2 1,0-7-64,0 0 0,0 0 153,0 7 1,0-6 6,0 2 0,0 1-72,0 3 1,0 1 71,0-2 0,1-1-162,3 1 0,-3-1-6,3-2 1,-3 4-39,-1-1 1,3-3-216,1-3 1,3-6 19,-3 2 1,1-2 111,-1 2 1,-3-6 23,3 2 1,-3-4 24,-1 1 0,4 0-13,-1-4 0,1 3 41,-4-3 0,0 1 38,0-1 1,0-2-122,0 5 1,0-4 14,0 1 0,0-3-8,0-1 1,0 4-34,0-1 10,0 1 0,0-4 26,0 0 1,0 0-7,0 0 1,0 0-1,0 0 5,0 0 1,0 0 36,0 0-57,0 0 1,0 0-2,0 0 0,0-3-40,0-1 0,0-3-116,0 3 0,0-3-282,0 3-393,0-5-267,0 3 933,0-5 1,-10-19-1,-2-6 1</inkml:trace>
  <inkml:trace contextRef="#ctx0" brushRef="#br0" timeOffset="37">1652 2271 7143,'7'-5'-187,"-3"3"421,1-2-85,-3 4-58,7 0 0,-3 0 134,5 0 0,1-4-63,-1 0 1,4 1-84,4 3 0,3-2 26,4-1 1,2 1-17,5-1 0,0-2-36,0 1 0,4 0-10,-1 4 0,5 0-29,-4 0 1,-1-3-4,-3-1 0,1 0-32,-1 4 0,0 0-40,0 0 0,0 0 36,0 0 1,0 0-3,0 0 1,3 0-15,-3 0 0,1 0-12,-8 0 1,3 0-24,-3 0 0,0 0-102,-4 0 0,0 0 84,0 0 1,0 0 26,0 0 0,0 0 9,0 0 0,0 0 8,0 0 0,0 0 4,0 0 1,4 0-7,0 0 1,-1 0 5,-3 0 1,0 0 52,0 0 0,-1 0 0,-2 0 0,0 0-23,-4 0 1,3 0 47,-3 0 0,0 0 58,-4 0 0,0 0-39,0 0 0,-4 0 10,0 0 0,0-1-56,0-2 0,3 1 9,-3-1-129,-2 1 149,5 2-104,-9-4 17,4 2-23,-5-3 17,0 5-10,5 0 35,1 0 1,5 0-47,0 0 1,-4 0 39,1 0 36,-1 0 1,4 0-80,0 0 0,-4 0-309,1 0 197,-6 0-214,3 0 382,-5 0 0,-29 0 0,-8 0 1</inkml:trace>
  <inkml:trace contextRef="#ctx0" brushRef="#br0" timeOffset="38">1486 2712 7546,'-11'-7'-558,"4"-1"1166,-1 4 0,5-1-196,-5 2 1,6 0-45,-2-4-56,3 4-112,1-6-142,0 2 0,1 1-217,3 3 1,2 1-12,5 2 1,4 0 124,-1 0 0,6 0-70,-2 0 0,-1 0-25,2 0 0,-1 0 95,4 0 1,0 4-37,0 0 1,-4 3-116,-4-3 0,1 4 134,-4 0 1,1-2-12,-8 1 0,0 1 76,-4 3 1,-5 0 139,-3 0 0,-6 3 49,-5 1 0,-3 5-18,-4-2 1,0-1 13,-4 2 1,3-5-83,5 5 0,0-1 26,0 4 1,6-4-63,5 1 1,5-6-158,6 2 0,1-3-128,3-1 1,3-1 50,8-3 1,2-2 47,5-5 1,-4 0 113,1 0 1,-2-5 75,1-2 1,-2-4-16,-5-4 0,-5 2 200,-2-6 1,-3 2-139,-1-1 1,-5-2 50,-2 6 0,-8-2-303,-3 1 1,1 3-261,-2-3 0,5 6-374,-5 2 0,6 1 349,-2-1 416,8-3 0,31 14 0,13-3 0</inkml:trace>
  <inkml:trace contextRef="#ctx0" brushRef="#br0" timeOffset="39">2114 2712 7768,'0'-7'787,"0"1"998,0 3-1471,0 1 1,0-1-121,0 6 1,-4 4-148,-4 4 0,-2 3-140,-1 1 0,0 1-160,0-1 0,0-2-13,0 5 0,0-3-277,0 4 1,0-6 82,0 2 0,1-3-433,3-1 1,-2 0 892,6 0 0,-6-5 0,13-6 0,-3-6 0</inkml:trace>
  <inkml:trace contextRef="#ctx0" brushRef="#br0" timeOffset="40">1916 2767 7678,'0'-11'-800,"0"0"793,0 0 2144,0 4-1615,0 3 0,1 4-55,3 0 0,2 4-262,5 4 1,1 3-321,3 4 1,-2-2-290,6 5 1,-2 0-71,1 0 0,3 3-609,-2-3 1,0 3 1082,0 1 0,21 5 0,2 1 0</inkml:trace>
  <inkml:trace contextRef="#ctx0" brushRef="#br0" timeOffset="41">2445 2690 7678,'-5'-7'0,"3"-2"0,-4 1 231,1-2 0,-3 3 358,5 0 1,-2-1-50,1-3-386,3 0 1,-3 2-61,8 1 1,0 0-31,7 4 1,-2 0-89,10 4 1,-1 0 116,4 0 0,0 0-75,0 0 0,4 5-191,0 3 1,-2-2-251,-5 1 1,-3 0 176,-5 4 0,-4 0-102,0 0 0,-4 0 160,0 0 1,-10 0 129,-4 1 0,-7-1 142,-1 0 0,-5 3-130,-2 1 1,-3 0 127,3-4 1,-3 0 39,3 0 1,1 3 210,7 1 1,2 0-170,5-4 1,5 0-48,2 0 0,3 0-221,1 0 0,6-1 74,5-3 0,5 2-41,6-6 0,0 1 126,0-4 0,-3 0 73,-1 0 0,-3-1-103,3-3 1,-6-3 77,-1-8 0,-5 2 136,-6-6 0,0 1-58,0-4 1,-9 0-185,-6 0 1,-1 3 109,-2 1 1,-1 1 45,-3-2 0,5 0-765,2 4 0,3 0 612,1 4 0,20 5 0,4 1 0</inkml:trace>
  <inkml:trace contextRef="#ctx0" brushRef="#br0" timeOffset="42">2963 2634 7678,'11'0'323,"-3"-3"655,-1-1-124,-5 0-292,8 4 1,-9 2-190,3 1 0,-6 3-35,-2 5 0,-5 4-208,2 0 1,-3 4-85,-1 0 1,-3-1-117,-1 4 1,0-3-694,4 3 1,-4 0-184,1-4 1,-1 3 452,4 1 1,4-5-144,-1-2 0,5-4-164,-5-4 800,6-2 0,2-25 0,6-4 0</inkml:trace>
  <inkml:trace contextRef="#ctx0" brushRef="#br0" timeOffset="43">2842 2645 7678,'-11'0'1888,"5"-4"-1445,1 2 1,5-1-148,0 6 1,1 3-5,3 5 1,3 0-75,8 0 1,-2 4-123,6 0 0,-5 3-256,5-3 1,-2 5-449,1-2 0,3 2-976,-2-2 1,1 2 1583,2-6 0,20 6 0,5-3 0</inkml:trace>
  <inkml:trace contextRef="#ctx0" brushRef="#br0" timeOffset="44">3206 2690 7678,'0'-7'2363,"0"-2"-2109,0 7 0,1-3 92,3 5 1,2 5-88,5 3 1,-3 3-169,3 3 0,-2 0-161,6 4 1,-3-1-319,-1 2 0,1 2-66,3-3 1,-3 2-609,3-2 1,-3 2 477,-1-6 0,0 1 584,0-4 0,5-5 0,1-1 0</inkml:trace>
  <inkml:trace contextRef="#ctx0" brushRef="#br0" timeOffset="45">3503 2590 7678,'0'-11'248,"-3"4"0,-2 1 1845,-1 1-1269,3 1-487,-6 4 1,6 1-87,-4 3 0,4 6 125,0 5 1,1 4-335,2 0 0,0-2-110,0 1 1,2 0-100,1 5 0,3 0-114,5 3 0,0-3-383,0 3 0,4-7 186,0 0 1,4-5-231,0 5 1,2-10 317,1 2 0,-4-7 123,0 0 1,0-4 311,0-4 1,-2-7 0,-5-7 0,0 1-13,0-2 1,-1-3 43,-3-4 1,-2 4 268,-5 4 0,-5 3-75,-2-3 0,-4 6 197,-4 1 0,2 1-5,-6 6 0,1 0-278,-4 4 1,0 5-249,0 3 0,5 2-329,2 1 1,3 1-674,1 2 0,4 2 1065,4 3 0,31 11 0,9 0 0</inkml:trace>
  <inkml:trace contextRef="#ctx0" brushRef="#br0" timeOffset="46">1861 197 7631,'-11'0'359,"0"0"-11,5 0 0,1 0 130,5 0-263,0 5 0,0-3-26,0 6 1,0-5 25,0 5 1,1-5-175,3 5-143,-3-1 0,7 4-73,-4 0 1,0-3 175,-4-1 69,5 0 1,-4 1-454,3-1 0,1-3-1507,-2 3 933,1-5 957,-4 8 0,5-23 0,1-1 0</inkml:trace>
  <inkml:trace contextRef="#ctx0" brushRef="#br0" timeOffset="47">1916 164 7550,'0'-6'-1007,"0"1"1351,0 0-209,0 4 0,1-5-45,3 2 0,-2 3 31,6-3 1,-1 3 4,4 1 0,0 0-100,0 0 0,0 0 13,0 0 1,0-1 10,0-3 0,1 3-73,3-3 1,-3 3 45,3 1 0,1 0 21,-1 0 0,3 0 32,-3 0 1,1 0-55,-2 0 0,2 0-8,3 0 1,0 0-11,-4 0 1,3 0-66,-3 0 1,3 0 51,-3 0 1,4 0-12,-5 0 0,2 0 51,-1 0 0,-2 0-12,6 0 1,-6 0-2,2 0 0,1 0 7,-2 0 1,5 0-20,-4 0 1,0 0-4,0 0 1,-1 0 2,4 0 0,-3 0 22,3 0 0,-3 0-4,3 0 1,-4 0-10,0 0 1,2 0-5,-1 0 0,1 0-17,-1 0 1,-3 0 19,3 0 1,-2 0 6,2 0 1,-3 0 3,3 0 0,2 0 0,1 0 0,-2 0-24,-1 0 0,2 0-1,1 0 0,-1 0-22,2 0 1,-1 0-72,4 0 1,0-4-19,0 1 0,-3-1-2,-1 4 0,0-1 25,5-3 1,-6 3-1,-3-3 1,2 3-111,-1 1 9,0 0 1,-4 0-196,0 0 1,-4 0 220,0 0 1,-3 0 162,3 0 0,-4 0 0,7 0 0,-8 0 0,6 0 0,-6 5 0,3-4 0,-5 4 0,0-5 0,0 5 0,0-4 0,0 4-281,0-5 290,0 5 194,0-4-120,0 4-367,0-5 265,-5 0 92,4 0 44,-9 0 1,8 0-65,-6 0 1,4 0 316,-3 0-244,5 0 6,-8 0 8,9 0 21,-4 0-146,5 0-19,5 0 1,1 0 63,5 0 1,0 0 1,0 0 1,0 0 73,0 0 1,0 0 0,0-4-42,0 1 1,0-1 101,0 4 1,-4 0-82,1 0 1,-5 0-8,5 0 1,-5 0 11,5 0 0,-5 1 123,5 3-127,-6-3 0,4 8 115,-2-6-131,-3 6 0,4-3-51,-5 5 0,4-4-7,0 1 0,-1-1-104,-3 4 1,0 0 62,0 0 0,0 4 34,0-1 0,0 1-26,0-4 1,0 4-14,0 0 0,0 3 14,0-3 1,0 3-8,0-3 1,-1 3 22,-3-3 1,3 3 2,-3-3 0,3 3-21,1-3 0,0 3 3,0-3 0,0 1-2,0-1 1,0-3-16,0 3 0,0-2-4,0 2 1,0-3 4,0 3 0,0-3-7,0-1 1,0 0-8,0 0 0,0 0-7,0 0 1,0 0-47,0 0 1,0 0 54,0 0 1,0 0-21,0 0 28,0 0 1,0 0-4,0 0 0,4 0 10,0 0 0,-1 0 3,-3 0 0,0 0 0,0 0 1,0-2 5,0 2 1,0-6-1,0 6 0,4-2 2,0 2 1,-1 0 22,-3 0 1,0 0-26,0 0 0,0 0 2,0 0 0,0 0 9,0 0 1,0 0 2,0 0 1,0 0-44,0 0 1,0 0-155,0 0 82,0 0 1,0 0 85,0 0 1,0 0-6,0 0 1,0 0-11,0 0 4,0 0 0,0 0 41,0 0 1,0 0 10,0 0 0,0-3-1,0-1 0,0 0-2,0 4 0,1-3-13,3-1 11,-3 0-36,4 4 0,-5 0 20,0 0 0,0-3-1,0-1 0,0-3 1,0 3-6,0 0 1,0 5-5,0-1 1,0-4 10,0 0 25,0 1 1,0 3 30,0 0 1,0-4-27,0 0 0,1-1 11,3 2 0,-3 2 8,3-3 0,-3-1 47,-1 1-48,0 1 0,0 3 67,0 0-68,0 0 1,0 0-22,0 0 0,0 0 36,0 0-37,0 0 1,0 0-2,0 0 1,0 0-3,0 0 0,0-4 11,0 1-22,0-1 1,0 4 12,0 0 0,4 0 0,0 0 1,-1-3 9,-3-1 1,0 0 22,0 4-48,0 0 1,0 0 0,0 0 1,2 0 0,1 0 1,-2 0 41,3 0-32,-3 0 0,-1 0-2,0 1 1,0-1-7,0 0 0,0 0-95,0 0 0,0 0 88,0 0 0,0 0-2,0 0 0,0-4 1,0 0 0,0 1 1,0 3 0,0 0-4,0 0 1,0 0 0,0 0 1,0 0 13,0 0 1,0 0 5,0 0 0,0-4 32,0 1 0,0-1 79,0 4-68,0 0-92,0 0-189,0 0 66,0 0-335,0-5 2,0-1-5117,0-5 5585,-5 0 0,4-5 0,-4-1 0</inkml:trace>
  <inkml:trace contextRef="#ctx0" brushRef="#br0" timeOffset="48">3426 2093 9260,'-11'0'728,"-1"0"-526,-3 0 1,2 0-11,-6 0 1,2 0-163,-1 0 0,-3 0-203,3 0 1,2-3-226,1-1 1,3-1-1346,1 1 1743,5 3 0,35-33 0,14-3 0</inkml:trace>
  <inkml:trace contextRef="#ctx0" brushRef="#br0" timeOffset="49">3537 992 8101,'0'-11'976,"0"0"-830,0 5-127,4 1-364,-2 0-466,3 4 105,-5-4-403,4 5 682,-2 0 427,3 0 0,14 0 0,6 0 0</inkml:trace>
  <inkml:trace contextRef="#ctx0" brushRef="#br0" timeOffset="50">3680 915 7666,'6'-7'-1100,"-1"-2"2295,-5 1-648,0 3-812,0-4 170,0 7 1,1-4-619,3 3 442,-3 1 0,5-3-368,-2 5 639,-3 0 0,19 0 0,-2 0 0</inkml:trace>
  <inkml:trace contextRef="#ctx0" brushRef="#br0" timeOffset="51">3911 771 7666,'11'0'-34,"0"-1"95,0-3-163,-4 3 0,-1-4-822,-3 5 494,-1-5 430,2 4 0,11-14 0,4 3 0</inkml:trace>
  <inkml:trace contextRef="#ctx0" brushRef="#br0" timeOffset="52">4099 672 7530,'-1'-6'96,"-3"2"1,8 3 0,-3 1 0</inkml:trace>
  <inkml:trace contextRef="#ctx0" brushRef="#br0" timeOffset="53">2688-133 7701,'0'6'-1829,"-2"-1"1707,-1-5 291,2 0 323,-4 5-257,0-4-65,4 4 109,-9-5 226,8 0-93,-7 0-156,7 0-54,-2 0 8,4 0-147,4 0 1,3 0-140,4 0 0,5-1 140,2-3 0,4 2-86,4-5 0,2 3 4,5-3 0,6 3 101,5-3 0,4 0 154,3 0 1,3-3-185,-2 3 1,2 1 11,1-2 1,-1 5-26,-3-5 0,-2 5-110,-5-5 1,-5 6 67,-2-2 0,-3 3-116,0 1 0,-10 0-131,-2 0 0,-2 0-13,2 0 0,-1 0-25,-3 0 0,-2 0 106,-5 0 1,4 0-66,-1 0 1,1 0 28,-4 0 0,0 0-14,0 0 0,0 0 231,0 0 0,-4 0 0,1 0 0,-5 0 0,5 0 0,-6 0 0,3 0 0,-5 0 0</inkml:trace>
  <inkml:trace contextRef="#ctx0" brushRef="#br0" timeOffset="54">3867-210 7701,'6'0'-162,"4"0"1,-7 0-557,4 0 489,-5 0 271,3 0 61,0 0-72,-4 0-20,4 0 1,-6 0 43,-3 0-34,3 5 0,-5-4 66,2 3 74,3-3-89,-9-1 1,8 0 39,-5 0 7,4 0-52,-7 0 3,9 0-114,-9 0-100,9 0 1,-7 1-2,4 3 17,0-3-72,4 4-139,0-5 228,5 0 1,-2 0 1,4 0 0,0 0 65,4 0 0,4-4 44,0 1 0,-1-1 0,-3 4 0,2-1 0,1-3 0,18-2 0,9-5 0</inkml:trace>
  <inkml:trace contextRef="#ctx0" brushRef="#br0" timeOffset="55">3900-221 7701,'16'0'0,"3"0"-128,1 0 0,-1 0-97,-1 0 0,-4 0 41,0 0 0,-5 0 43,-2 0 51,1 0 205,-2 0-57,-6 0 0,-8 0-12,-6 0 0,0 0 3,-4 0 0,3 0 25,-3 0 0,1 0-8,-2 0 0,-2 0-12,3 0 0,-3 0 3,-1 0 0,1 0-66,3 0 0,-3 0 62,3 0 0,1 0 60,-2 0 0,6 0-76,-2 0 6,3 0-25,6 0 0,2 0-7,8 0 0,7 0-18,7 0 0,4 0-11,4 0 0,2-1 17,5-3 0,1 3-6,3-3 1,-2 3-90,1 1 1,-1 0-96,-2 0 0,-2 0-153,-1 0 1,1 0 133,-6 0 1,-4 0 209,-6 0 0,-3 0 0,-1 0 0</inkml:trace>
  <inkml:trace contextRef="#ctx0" brushRef="#br0" timeOffset="56">4198-199 7526,'0'6'-2,"0"-1"435,0-5-224,0 5-22,0-4 1,0 5 53,0-2 1,1-1-88,3 4 0,-2-3 16,6 3 0,-5 1-78,5 7 0,-5-1 6,5 4 1,-2 0 29,1 4 1,3 4-40,-3 0 1,-1 5-143,2-2 1,-4 3-38,3 1 1,-5 4-58,2-1 1,-2 0 85,2-7 0,-3 3-105,3-2 0,-3-2 158,-1 1 1,0-4-13,0 0 1,0 0 32,0 1 1,0-3 7,0 3 1,0-3-25,0-1 0,0 1 12,0 3 1,0-4-29,0 0 0,0 0 31,0-4 0,0 4-4,0 4 0,0-6-3,0 2 1,0-3-5,0 3 1,0 0 3,0 1 1,0-1 2,0 0 1,0 0 6,0 0 1,0 0 23,0 0 1,0 0-9,0 0 1,0 0-14,0 0 0,0 0 0,0 0 1,-1-4 20,-3 1 0,3-2 6,-3 1 0,3 2-36,1-5 0,0 3-2,0-3 1,0 3-38,0-3 0,0 4 27,0 0 0,0-2-5,0 1 0,0-3 4,0 3 0,0-3-6,0 3 0,0-3 50,0 4 1,0-6 85,0 2 0,0-3-5,0-1 1,0 0-57,0 0 1,0 0-2,0 0-21,0 0 0,0 0 5,0 0 0,0-3-15,0-1 1,0-3 18,0 3-51,0 0-98,-5 4 0,4 0-219,-3 0 20,3-5-208,1 4-14,0-9-334,0 4 318,0-5 1,-5-5 0,-1-1 0</inkml:trace>
  <inkml:trace contextRef="#ctx0" brushRef="#br0" timeOffset="57">3426 1819 6709,'-11'0'847,"0"0"-429,5 0-276,-4 0-410,9 0 374,-4 0 0,6 0 45,3 0 1,2 0-52,5 0 0,5 0-3,3 0 0,-2-4-20,1 0 1,2-1-36,5 2 0,0 1 38,4-1 0,-3-2 29,3 1 1,-3-3-33,4 3 1,-1-1 15,4 2 0,-1 1-1,-3-1 0,2-2-14,-5 1 1,-1-1-6,-3 2 0,-1 1-99,-2-1 1,0 1 71,-4 2 0,3 0-21,-3 0 0,-4-3-2,-4-1 0,1 0-95,3 4 1,0 0 73,0 0 1,-4 0-13,0 0 1,1 0 7,3 0-7,0 0 1,0 0-61,0 0 1,-4 0 73,1 0 1,-5 0-172,5 0 1,-6 2-252,2 1-325,2-1 370,0 2 0,1-4-169,1 0 0,-5 0-56,5 0 597,-6 0 0,3-9 0,-5-4 0</inkml:trace>
  <inkml:trace contextRef="#ctx0" brushRef="#br0" timeOffset="58">2655-78 7696,'-7'0'-1138,"-2"-4"1363,7 2-95,-2-3 0,0 4 137,0-3 179,1 3-313,3-4 1,0 4 126,0-3-231,0 3 299,0-4-173,0 5 0,0 5-53,0 3 0,0 1-6,0 2 0,0 0-21,0 0 0,1 4-74,2 0 1,-1 1 102,1-2 1,-1-1-1,-2 1 1,0-1-82,0-2 1,1 0-326,2 0 6,-1 0 429,3 0-9,-5-5 2,0-1 1,0-6-55,0-3 0,0-2 114,0-5 0,0 0-40,0 0 1,0-4-20,0 0 1,-2 1-112,-1 3 0,1 0-236,-1 0-458,2 0-1006,1 0 1227,0 4 457,0 2 0,29 35 0,8 7 0</inkml:trace>
  <inkml:trace contextRef="#ctx0" brushRef="#br0" timeOffset="72">4652 1410 7995,'-6'-1'-485,"1"-2"0,2-2 1295,-1-1-829,0 4 165,4-3 407,0 5-410,5 0-7,1 0-69,5 0 1,0 0-112,0 0 0,0 1 117,0 3 1,-3-3-108,-1 3 1,0-3 88,4-1 1,0 0-14,0 0 0,2 0-3,1 0 1,-1 0-12,1 0 0,2 0-11,-1 0 0,3 0 10,-3 0 0,5 0-10,-2 0 0,-1 0-9,2 0 1,-1-1-3,4-3 1,0 3 4,0-3 0,0 2-6,0-2 0,0 3 15,0-3 0,5 3-4,3 1 1,-3-1-39,-2-3 1,3 3-1,2-3 0,-1 3 39,4 1 0,-2 0-45,6 0 1,1-4-17,-2 1 1,2-1 3,-1 4 0,-3 0-94,3 0 1,-3 0 102,0 0 1,-1 0-10,0 0 1,0 0 5,0 0 1,0 0-5,0 0 0,0-1 136,0-3 0,0 2-84,0-6 1,0 6 103,0-2 0,0-1-146,1 1 1,-5 1 0,0 3 0,-4-1-19,1-3 0,-1 3-11,-3-3 1,2 3-71,-10 1 0,1 0-606,-4 0 38,0 0-409,-5 0 1104,-1 0 0,-15 5 0,-2 1 0</inkml:trace>
  <inkml:trace contextRef="#ctx0" brushRef="#br0" timeOffset="73">6218 1223 7995,'-6'-5'41,"-3"2"91,5-4 0,-1 3 485,2-3-29,2 4-330,-4-1 222,5 4-148,0 0-171,5 0 1,2 3-120,8 1 0,2 4-28,5 0 1,0 2-205,0 1 1,0 0 16,0 0 1,-1 0-149,-3 0 1,2 0 153,-6 0 0,1 0 17,-4 0 0,-5 0 121,-2 0 0,-4 0-10,-4 0 1,-7 4 36,-7-1 1,-4 1-17,-4-4 0,2 0 22,-6 0 1,6 0-193,-2 0 0,4-4-222,4 1 1,2-5 409,5 5 0,29-20 0,8-2 0</inkml:trace>
  <inkml:trace contextRef="#ctx0" brushRef="#br0" timeOffset="74">5037 187 7863,'-7'4'0,"-1"0"-212,0-2 0,2-1 284,-2-1 198,6 0-45,-3 0-36,5 0-142,0-5 10,0 4 1,1-4-191,3 5 59,2 0 0,5-3 16,0-1 0,0 0-55,0 4 1,1 0 59,3 0 0,-3 0-4,3 0 1,-3 0 21,-1 0 0,0 1-10,0 3 1,0-3-32,0 3 0,0 1-239,0-1 224,-4 4 0,1-2-6,-4 5 1,-2-3 75,-5-1 1,-4 0 52,-4 4 0,0 0 52,0 0 0,-3-1-82,-1-2 1,-3 1 106,3-1 1,-3 2-24,3 1 1,0-4 134,4 0 0,0-3 170,0 3-245,0 1 5,5-2-113,1 4 0,6-9-119,3 3 1,2-3-12,5-1 0,5 0-214,2 0 1,2 0 76,-2 0 1,3 0-70,-2 0 0,0 0 298,0 0 0,26-10 0,3-2 0</inkml:trace>
  <inkml:trace contextRef="#ctx0" brushRef="#br0" timeOffset="75">5434 231 7925,'0'-6'258,"0"0"-16,0 2-232,0 3 129,0-4-81,-5 15 1,3-3-172,-6 8 1,2-3-21,-1-1 0,-3 2-159,3 1 0,-2-1 101,2 1 1,-3-1-172,3-2 0,2 0 136,1 0 0,-1-4 31,1 0 195,1-4 0,13-13 0,2-8 0</inkml:trace>
  <inkml:trace contextRef="#ctx0" brushRef="#br0" timeOffset="76">5346 231 7882,'-8'-6'179,"1"3"1,5 0-84,-2-1 282,3 3-234,1-4 0,0 7 15,0 1 1,1 0-100,3 4 0,2 0-241,5 4 1,0 0-11,0 0 1,4 2-14,-1 1 1,5-1-191,-5 1 1,5 2 393,-5-1 0,21 5 0,0-3 0</inkml:trace>
  <inkml:trace contextRef="#ctx0" brushRef="#br0" timeOffset="77">5621 231 7771,'0'-7'-239,"0"0"0,2 4 650,1 0 0,0 1-112,4 2 1,0-3-140,4-1 1,0 0-139,1 4 0,-1 0 23,0 0 0,3 2-162,1 1 0,0-2-31,-4 3-330,0 2 400,0 0 0,-4 4-20,0-2 25,-4 1 1,-3-3 15,-7 5 1,-3-3 136,-1-1 0,0-1-131,0 2 1,-4 1 309,0-1 1,1 0-11,3 0 0,0 0-35,-1-4 0,3 5-145,1-2 0,0-1 5,4 1 0,0-3 71,4 3-212,0 1 1,5 2-296,3-3 0,5-2-72,2-5 0,8 0-260,-1 0 0,4 0 694,0 0 0,26-5 0,12-1 0</inkml:trace>
  <inkml:trace contextRef="#ctx0" brushRef="#br0" timeOffset="78">4795 716 6646,'0'-6'2410,"0"1"-2075,0 5-192,0 5 1,0 1-62,0 5 1,0 1-298,0-1 1,0 3 2,0 1 0,0 3 37,0-3 1,0 3-316,0-3 0,0 3 149,0-3 0,0 0-505,0-4 846,0 0 0,-2-4 0,-1 1 0,1-6 0,-2 3 0,4-44 0,0-10 0</inkml:trace>
  <inkml:trace contextRef="#ctx0" brushRef="#br0" timeOffset="79">4795 739 7797,'0'-12'0,"1"3"-292,2 1 108,-1 3 389,3 5 222,-5 0-418,0 5 0,3 1-31,1 5 0,5 1 79,-2-1 0,3-2-207,1-1 1,0 1-65,0-1 1,0 0 0,0 0 0,0 0 100,0-4 0,0 0 13,0-4 0,0 0-43,0 0 0,0 0-11,0 0 0,-4-2 154,1-1 0,-5-3 0,5-5 0,-6 0 0,2 0 0,1 0 24,-2 0 0,1 0 88,-4-1 1,0 1-68,0 0 0,0 0 24,0 0 0,1 4 122,3 0 251,-3 4-369,4-2 1,-4 5-18,3 0 1,-2 2-15,6 1 0,-5 3-107,5 5 0,-1 0-173,4 0 1,0 4-17,0 0 1,-1 1 75,-3-2 1,3-1 177,-2 1 0,1-1 0,17 12 0,3 5 0</inkml:trace>
  <inkml:trace contextRef="#ctx0" brushRef="#br0" timeOffset="80">5346 761 7894,'0'-11'-34,"0"0"0,-4-1 148,0 1 1,0 2 6,0 1 1,1 2 36,-4 3 1,3 1-162,-3-1 0,3 1 88,-3 2 0,0 4-195,-4 0 0,3 4 58,1 0 0,3 3 40,-3 3 0,4-1-109,0 1 1,2-1-22,1-2 0,0 0-75,0 0 1,0 0 104,0 0 1,4-4-69,4 0 0,-2-4 7,1 1 94,1-3 1,3-1 17,0 0 1,-4 0-20,0 0 0,-1-1-2,2-3 133,2-2 1,-5-5 32,2 0 1,-1 1 12,-2 3 1,-3-3 304,3 2-283,-3-1 0,-1-2-17,0 0 0,1 4-152,3 4 97,-3-3-8,9 4-68,-9-3 0,8 7-136,-6 1 1,5 0 23,-5 4 0,2 1-163,-1 3 1,-2 0 201,6 0 0,-2 0 102,1 0 0,3 0 0,16 5 0,9 1 0</inkml:trace>
  <inkml:trace contextRef="#ctx0" brushRef="#br0" timeOffset="81">5632 683 7892,'-6'0'343,"-4"0"0,8 0-148,-5 0 1,3 2-210,-3 1 1,4 3 77,0 5 1,-4 2-78,0 1 0,2-1-110,1 1 1,0 2-228,0-1 0,-3 0 11,3-4 1,0 0-887,4 0 1225,0 0 0,0-15 0,0-3 0</inkml:trace>
  <inkml:trace contextRef="#ctx0" brushRef="#br0" timeOffset="82">5500 705 7888,'-4'-7'139,"1"0"12,-1 4-224,4-2 1,1 5 349,3 0-30,2 0 1,5 5-216,0 3 1,1 1-169,3 2 1,-3 0-554,3 1 1,-3-1 688,-1 0 0,35 24 0,8 7 0</inkml:trace>
  <inkml:trace contextRef="#ctx0" brushRef="#br0" timeOffset="83">5908 694 7888,'-5'-6'176,"4"-4"235,-4 4-233,5 0 1,0 6-15,0 8 1,1 1-132,3 2 0,2 0-36,5 0 0,-4 4-275,1 0 1,-1 4 124,4 0 1,0-2-79,0 1 1,-3-4-475,-1 1 1,-3 0 143,3 0 561,-5 0 0,-7-14 0,-7-2 0</inkml:trace>
  <inkml:trace contextRef="#ctx0" brushRef="#br0" timeOffset="84">5908 716 7888,'0'-11'-36,"-1"0"50,-3 0 1,3 0 240,-3 0-72,3 0 1,1 0 37,0 0 1,5 5-44,2 2 1,4 3-61,4 1 1,-3 0 21,3 0 1,1 1-158,-1 3 0,3 2 11,-3 5 1,-1 0-196,-3 0 0,-1 0-12,-3 0 0,-2 4-113,-5 0 1,0 1-41,0-2 1,-5-1-217,-2 1 0,-3-1 89,-1-2 493,0 0 0,-19 0 0,-6 0 0</inkml:trace>
  <inkml:trace contextRef="#ctx0" brushRef="#br0" timeOffset="85">6195 772 7888,'0'-7'-177,"0"3"177,0 4 0,-4 1 60,0 2 0,-3 0 9,3 4 0,-1-3-267,2 3 1,1 1 160,-1 3 1,2 3-66,1 1 0,0 0 72,0-4 0,3 0-86,1 0 1,4-1 53,0-3 0,2-2 151,1-5 0,-4 0 126,0 0 1,-4-1-221,0-3 0,2-2-151,-1-5 0,0 0-41,-4 0 0,-4 0-523,0 0 720,-4-5 0,2-6 0,-5-6 0</inkml:trace>
  <inkml:trace contextRef="#ctx0" brushRef="#br0" timeOffset="86">6382 727 7888,'-7'0'-23,"-1"0"0,5 0 25,-5 0 0,5 0 168,-5 0 0,5 2-13,-5 1 1,5 0-146,-5 4 1,6 1-14,-2 3 0,3 0-292,1 0 0,0 1 203,0 3 0,5-3-5,2 3 1,3-4 139,1-4 1,1 1-70,3-4 0,-3 0 66,3-4 0,-3 0 100,-1 0 0,0-1-84,0-3 1,-5-2-149,-2-5 0,-3-1-210,-1-3 0,0 3 58,0-3 1,-3 3-526,-1 1 767,-5 0 0,-26-5 0,-13-2 0</inkml:trace>
  <inkml:trace contextRef="#ctx0" brushRef="#br0" timeOffset="87">6470 573 8027,'0'-6'1499,"0"1"1,1 6-1083,3 3 1,2 3-126,5 8 0,-3-1-14,-1 4 1,0 4-219,4 4 1,0-1-273,0-3 1,-1 2-422,-2 1 1,1-1-61,-1 1 1,-3-1-1877,-2-2 2569,-1-5 0,-2-11 0,0-7 0</inkml:trace>
  <inkml:trace contextRef="#ctx0" brushRef="#br0" timeOffset="111">4684 1929 7800,'8'0'-224,"-2"-1"0,0-2 505,0 0 0,-2-1 159,3 4 1,-4-1 60,0-3 30,3 3 183,0-4-410,1 5-195,2 0 330,-7 0-232,2 0-415,-4 0 0,-4 0 20,-4 0 1,-3 1-69,-3 3 0,-2-2 73,-3 6 1,-2-5-62,3 5 1,2-2 89,1 1 1,-1 3-110,2-3 0,-1 0 143,4 0 0,4-3-126,-1 3 66,6 0 116,-3 4 0,6 0-15,3 0 1,3-5-39,8-2 1,2 2 4,5 2 0,-3-2 46,-1 1 1,0-3-11,4 3 0,0-3 64,0 3 1,-1-1 119,-2 2 0,0 0 90,-4-4 0,0 4 74,-4 0-204,0 2 16,-5 1 1,-6-2 131,-8-1 1,-6 0-175,-5-4 1,-1 0-29,-3-4 0,1 0-20,0 0 1,2 0-130,1 0 0,0 0-355,4 0 1,0 0-224,4 0 713,0 0 0,49-10 0,12-2 0</inkml:trace>
  <inkml:trace contextRef="#ctx0" brushRef="#br0" timeOffset="112">5169 1984 8748,'11'0'426,"0"0"1,0-1-681,0-3 1,2 3-475,1-3 1,0 3 319,4 1 0,-3 0 408,3 0 0,15-5 0,8-1 0</inkml:trace>
  <inkml:trace contextRef="#ctx0" brushRef="#br0" timeOffset="113">5136 2106 7916,'-6'0'1754,"1"0"-1827,5 0 1,5 0-417,3 0 1,6-2-520,5-1 1,1 0 1007,2-4 0,45-5 0,10-6 0</inkml:trace>
  <inkml:trace contextRef="#ctx0" brushRef="#br0" timeOffset="114">5599 1929 7810,'0'-7'176,"0"-1"1,0 5 914,0-5-871,5 6 0,1-4-63,5 2 1,2 3-9,1-3 0,0 3-165,4 1 1,-4 1-202,0 3 1,2 1 164,-1 2 0,-2 3 37,-5-3 1,0 3 13,-4 1 0,0 0-132,-4 0 1,0 0 148,0 0 0,-5 0 27,-3 0 1,-5 0 58,-2 0 1,-4 0 195,0 0 1,2 0-175,-1 0 1,3-1 177,-3-2 0,4 1 928,0-1-603,6 2-444,3 1 1,7-2-134,1-1 1,8 0-236,8-4 1,3 0-194,3-4 0,4 0-504,4 0 0,-2-2 581,-1-1 0,-2-2 301,-2-3 0,-8-11 0,3 1 0</inkml:trace>
  <inkml:trace contextRef="#ctx0" brushRef="#br0" timeOffset="115">6206 1178 7705,'0'-6'316,"0"1"1,3 4 98,1-2-207,0 1 0,-4-1 9,0 6 1,0 0-25,0 4 0,0 2-142,0 5 1,0 0 10,0 4 0,0-3-155,0 3 0,0 1 47,0 3 1,0-4-30,0 0 1,0 0 62,0 0 0,-2 2-157,-1-6 63,2 1 1,-4-4 77,5 0 115,0-5-121,0-1 0,0-6 10,0-3 1,0-2-23,0-5 0,0 0-108,0 0 0,3-4 100,1 1 0,1-1-102,-1 4 0,-3-4 114,2 0 1,-1 1-31,-2 3 182,0 0 1,0 0-58,0 0 0,0 3 208,0 1-272,0 5 34,5-3-46,-4 5 1,7 1-8,-4 3 0,5-2-12,-2 5 1,3 1-25,1 3 1,0 0 21,0 0 1,-1-4 24,-3 0 0,3 1 2,-3 3 0,-2-4 28,-1 1 1,-3-5 7,-1 5 1,0-5-1,0 5 0,-5-6 85,-2 2 0,-3 1 115,-1-2 1,0 5-63,0-5 0,0 1-103,0-4 0,0 4 135,0-1 175,0 1-372,5 1-336,1-4 258,5 4 1,6-5-139,5 0 1,0 0 47,4 0 0,1 0 83,-2 0 0,1 0 55,-4 0 0,0 0 64,0 0 0,-4-1 404,1-3-141,-6 3-4,3-4 1,-6 1-21,-3 1 1,-2-1 170,-5 4-542,0 0-328,-5 0 0,4 1-498,-3 3 1,3-2 493,1 6 438,5-6 0,11 13 0,7-3 0</inkml:trace>
  <inkml:trace contextRef="#ctx0" brushRef="#br0" timeOffset="116">726 1002 7687,'4'-11'-252,"0"0"678,-1 0-185,-3 0 0,0 3 327,0 1-129,0 5 140,0-8-214,0 9-13,0-4-189,5 5 0,-4 5-65,3 2 0,-1 4 6,0 4 1,-1-2-191,1 5 1,0 0 22,0 0 1,-1 2-76,1-6 0,-2 5 24,-1-5 1,0 1 66,0-4 0,0 0-48,0 0 1,0-4 12,0 1-139,0-6 147,-4 3 1,1-6-109,-4-3 0,4-2 138,0-5 1,-2 0-33,1 0 1,0-4-10,4 1 1,-1-1 67,-3 4 0,3-4 94,-2 1 0,1-1-36,2 4 0,0 0 167,0 0 1,0 0 17,0 0 1,0 3-28,0 1-209,0 5 10,0-3-223,0 5 148,0 5 1,0-3 21,0 5 1,2 1-22,1 3 0,3 0-170,5 0 0,-3 0 18,-1 0 0,0-1 137,4-3 0,-3 3 46,-1-3 0,-1-1-7,2 2 0,-2-6 152,-3 2-123,-1 2 0,3-4 129,-5 6 0,-5-6-19,-3 2 1,-1-3 172,-3-1 0,5 0-82,0 0 0,-1 4 35,-3-1 0,4 1-103,0-4 1,3 1-224,-3 3-21,4-3 133,-2 4 0,7-5-117,1 0 0,3 0-8,5 0 0,-3 0-417,-1 0 114,0 0 1,0 1 426,-4 3 0,-11 2 0,-5 5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2:06.55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0 662 6977,'0'-6'1099,"0"1"487,0 5-1404,0 5 0,0 1-60,0 5 1,0 2 118,0 1 0,0 5-44,0 7 1,0 3-49,0 8 0,0 3-255,0 8 0,3 3-29,1 8 1,3-1-32,-3 4 0,3-4 89,-3 0 1,1-1-92,-1-2 1,-3-5 77,2-2 1,2-8 18,-1-3 0,0-1-28,-4 0 1,0-1 12,0 1 0,0-1 35,0-2 1,0 1 64,0 3 0,0-3-6,0 3 0,-1-3-11,-3-1 0,3-3 72,-3-1 0,3-1-40,1 2 1,0-3 91,0-5 0,0 3-44,0 1 1,0 0-52,0-4 1,0-4 122,0 1 1,0 3-59,0 3 0,1 0-113,3-7 0,-3 3 58,3-3 0,-3 6-17,-1-2 1,0 2 10,0-5 1,0-3-1,0-2 1,0 2 2,0-1 0,0 0-4,0-4 1,0-4-48,0 0 1,0 1 1,0 3 0,0 0-138,0 0 0,0-4-309,0 0-400,0 1-289,0 3-460,0-5 1612,0-6 0,5-50 0,1-16 0</inkml:trace>
  <inkml:trace contextRef="#ctx0" brushRef="#br0" timeOffset="1">231 662 7649,'0'-6'-1556,"0"1"1556,0 5 0,-5 0 0,4 0 0,-4 0 0,5 0 0,-1-3 0,-3-1 0,3 0 0,-4 4 0,5 0 0,-5 0 0,4 0 0,-4 0 0,5 0 0,-5 0 0,4 0 0,-4 0 0,4 0 0,-3 0 0,3 0-64,-4 0 13,5 0 86,-5 0 0,4 2 54,-3 1-117,3-1 33,1 2-10,-5-4 0,4 0-7,-4 0 0,4 0 20,-3 0-17,3 0 3,-4 0 9,0 0-4,4 0 1,-4 2 6,5 1 221,-5-1-134,4 2 26,-4-4-60,0 0 6,4 0 49,-4 0 9,0 0 60,4 0-90,-9 0 21,9 0 0,-5 0 11,2 0 31,3 0-70,-4 0 1,4 0 95,-3 0-177,3 0 85,-4 0 119,5 0-116,0-4-45,5 2 1,1-3-10,5 5 1,1 0-1,3 0 0,-2 0 83,6 0 0,0-3-74,7-1 1,-2 0 4,6 4 0,0-3-11,7-1 1,1 0-6,3 4 0,1-1 4,-1-3 0,-2 3 1,2-2 0,3 1 3,3 2 1,1 0-2,-4 0 0,0 0-51,0 0 1,4 0-5,0 0 0,3 0-105,-3 0 0,5-3 108,-2-1 0,2-1-85,-2 1 0,-5 3 20,-6-2 0,-6 1-145,0 2 0,-3-3 85,-5-1 1,-1 0-81,-7 4 0,-2 0-73,-5 0 1,0 0-12,0 0 0,-4 0-383,1 0 680,-6 5 0,3-4 0,-5 4 0,0-5 0,-5 0 0,-1 0 0</inkml:trace>
  <inkml:trace contextRef="#ctx0" brushRef="#br0" timeOffset="2">1587 618 7601,'-1'6'259,"-3"-2"89,3-3-202,-4 4 1,5-2 3,0 4 0,0 0 17,0 4 0,0 0-67,0 0 0,0 2-159,0 1 1,0 4-14,0 4 0,1 3 63,3 1 1,-3 3-74,3-3 1,1 5 95,-2-2 1,5 7-95,-5 0 1,1-2 73,-4-5 1,4 0-8,0 4 0,-1 1-19,-3-1 1,0-4 2,0 0 0,0-3 11,0 3 0,-1 0 13,-3 0 0,3-1-2,-3-2 1,3-3-3,1 3 1,-1 1 4,-3-1 0,3-1-1,-3-3 0,3 0 1,1 1 1,-1 2 116,-3 1 1,3 0-52,-3-4 1,3 0 13,1 0 1,0 4-62,0-1 1,0 1 1,0-4 0,0 0 21,0 0 1,1 4-5,3 0 1,-3-1-2,3-3 0,-3 4-4,-1 0 0,0 0-28,0-4 1,0 0 20,0 0 1,0 1 1,0 3 0,0-4 1,0 0 0,0 0 0,0-4 0,0 3 8,0 1 0,0-1-2,0-3 0,0 3-18,0-3 1,0 0-1,0 0 0,0-3-4,0 3 0,1-4 24,3 0 1,-3-2-1,3-1 1,-3 1-29,-1-1 1,0 0-1,0 0 1,0-4-11,0 0-11,0 1 9,0 3-5,0 0-50,-5 0 13,4 0 0,-4 0-7,5 0 0,0-4-81,0 0-20,0-4 60,0 7 0,0-8-352,0 6-57,0-6-370,0 3 645,0-5 0,-5-20 0,-1-4 0</inkml:trace>
  <inkml:trace contextRef="#ctx0" brushRef="#br0" timeOffset="3">187 2702 7621,'-7'0'-154,"-1"0"22,6 0 1,-7-1 180,6-3-162,-1 3 1,3-4 261,-3 5-22,3 0 0,-5 0 92,2 0-27,3 0-66,-4 0 24,0 0-9,4 0-10,-4 0 174,5 0-207,5 0 1,-3 0 165,6 0 0,-5 0-205,5 0 0,-5 0-155,5 0 1,-5 0 94,5 0-84,-1 0 1,4 0 76,0 0-94,0 0 1,0 0 88,0 0 1,4 0-1,0 0 1,0 0 75,0 0 1,-1 0-64,4 0 1,-1 0 3,2 0 1,1-4 0,-1 1 0,2-1 3,1 4 0,0-1-4,0-3 0,-4 3 0,0-3 0,1 3-7,3 1 1,0 0-5,0 0 0,-4-1-4,1-3 0,3 3-30,3-3 1,1 2-2,-4-2 0,0 3 33,0-3 1,0 3-3,0 1 0,0 0 41,1 0 1,-1 0-1,0 0 0,0 0-45,0 0 0,-4 0 4,0 0 0,-3 0-36,4 0 0,-5 3-6,5 1 0,-5 0 43,5-4 1,-5 0-24,5 0 0,-2 0-5,1 0 1,2 0 20,-5 0 0,4 0-2,0 0 0,-4-1 20,0-3 0,-1 3 9,0-3 0,-1 3 64,1 1 1,-1 0-42,-2 0-12,0 0 0,0 3-9,0 1 0,0 0 3,0-4 0,-4 0-1,0 0 0,1 1-1,3 3 1,0-3-13,0 3 0,0-3-4,0-1 1,-4 0-31,1 0 1,-1 0-11,4 0 1,-4 4 5,1-1 0,-5 1 38,5-4 0,-5 0 3,5 0-19,-6 5 9,3-4 0,-4 4-252,3-5-394,-3 0 140,4 0-296,0 0 338,-4 0 470,9 0 0,-9 0 0,-1-5 0,-6-1 0</inkml:trace>
  <inkml:trace contextRef="#ctx0" brushRef="#br0" timeOffset="4">1521 2702 7621,'-11'0'-1325,"0"-4"1353,0 1 0,0-1 82,0 4 0,0 0-63,0 0 0,-1 0 22,-3 0 0,3 0 1,-3 0 1,-2 0 65,-2 0 1,2 0 7,-1 0 0,-1 0-7,-3 0 0,-3 4-6,-1-1 1,-3 1-30,3-4 1,-5 0-6,2 0 0,-3 0-7,-1 0 1,-1 0 12,-3 0 1,3 0 6,-3 0 1,-1 0-9,1 0 0,-3 1-5,3 3 0,-3-3-2,3 3 1,-4 1-13,5-2 1,-1 2-124,4-1 1,3-3 53,1 3 0,4-3 30,0-1 0,5 0 21,2 0 0,4 0 38,0 0 45,1 0 4,7 0-153,1-5 1,7 4 0,1-3 1,3 3 88,5 1 0,5 0-42,3 0 1,2-4-4,1 1 0,1-1 42,3 4 1,3 0-2,8 0 0,-2 0 2,6 0-1,-5 0 95,5 0 0,0 0-140,7 0 1,-2 0-56,1 0 1,-1 0-112,-2 0 0,0 1-50,0 3 0,-6-3-77,-5 3 0,-1 1 159,-6-2 1,-1 1-53,-3-4 0,-1 0 35,-2 0 1,0 0-26,-4 0 0,0 0-137,-4 0 13,0 0-35,0 0 0,-4 0-518,0 0-246,-4 0 553,2 0 505,-5 0 0,-15 0 0,-3 0 0</inkml:trace>
  <inkml:trace contextRef="#ctx0" brushRef="#br0" timeOffset="5">298 408 7590,'-6'-11'-118,"0"5"250,2 2 0,3 2 32,-3-2 283,3 3 175,1-4 235,0 5-729,0 5 1,0 1 25,0 5 1,0 4-1,0-1 0,0 5-44,0-5 1,0 5-198,0-5 1,1 1 23,3-4 1,-3 0-202,3 0 0,-3 0-439,-1 0 1,0-3-484,0-1-274,5-5 1460,-4 3 0,4-39 0,-5-9 0</inkml:trace>
  <inkml:trace contextRef="#ctx0" brushRef="#br0" timeOffset="6">309 408 7667,'-11'0'90,"5"0"-202,-4 0 262,9 0-22,-4 0 0,14 0-58,2 0 1,2 0-19,-2 0 1,0 0-52,0 0 0,0-1 49,0-3 1,4 3-7,0-3 0,0 3 1,-4 1 1,3-1-1,1-3 0,1 3-21,-1-3 0,-3 3-3,3 1 0,0-4 41,0 0 1,4 1-11,-5 3 0,5-4 6,-5 0 1,2 1-11,-1 3 1,-3 0-71,3 0 0,1 0 32,-2 0 1,5 0-66,-4 0 1,4 0 26,0 0 0,-2 0-13,1 0 1,-1 0 27,2 0 0,1 0-14,-1 0 0,-2 0 16,1 0 0,-4 0-4,0 0 0,2 0 26,-1 0 1,0-4-3,-4 0 1,0 1 3,0 3 1,0 0-11,0 0 1,0 0 1,0 0 0,4 0 7,-1 0 1,2 0 0,-1 0 0,-3-1-3,3-3 0,-2 3 2,2-3 0,-1 3-10,4 1 1,-5 0 17,2 0 1,1 0 2,-1 0 0,1 0-22,-2 0 0,-1 0 0,1 0 0,0 0-2,0 0 1,-1 0-5,1 0 1,0 0-6,1 0 1,-3 0 9,3 0 0,-3 0-2,-1 0 1,4 0-18,-1 0 1,1 0-5,-4 0 1,1 0-20,3 0 1,-3 0-5,3 0 0,-3 0 5,-1 0 1,1 0-7,3 0 0,-3 0 46,3 0 0,-3 0-25,-1 0 0,-3 0-27,-1 0-69,0 5 59,4-4 1,-3 4-10,-1-5 0,-3 0-93,3 0 0,-4 1-6,0 3-7,3-3 1,-3 4 52,4-5 0,-3 0-365,3 0 300,-4 0 104,6 0 1,-6 0-91,4 0 56,-4 0 155,2 0 0,-4 0-92,2 0 228,-1 0-1,3 0 911,-5 0-575,0 5-93,0-4 131,0 4-308,0 0 0,0-3 13,0 6 1,0-5-162,0 5 1,0-1 29,0 4 1,0 0-131,0 0 1,0 4 72,0-1 0,1 5-48,2-5 1,-1 6-5,1-2 0,-1 3-110,-2 1 0,1 0 54,3 0 1,-3 4-50,2 0 1,-1 0 38,-2-4 0,0 0 46,0 0 1,0 0 2,0 0 0,0-1 5,0-3 0,-4 2 2,0-6 0,1 5-23,3-5 0,0 2-3,0-1 1,0-3-27,0 3 0,0-2-9,0 2 1,0-3 44,0 3 1,3-3-1,1-1 1,0 4 4,-4 0 0,0-1 3,0-3 0,0 2 4,0 1 1,0-1 5,0 1 1,0 0 5,0 1 0,0-3 39,0 2 1,0 2 5,0-1 0,0 1-42,0-1 1,-4-2-57,0 6 1,1-6-4,3 2 1,0-2 13,0 2 1,0-3-10,0 3 1,0 1 28,0-2 1,0 1-29,0-4 0,0 1 43,0 3 0,0-3 23,0 3 1,0-3 7,0-1 0,0 4-44,0 0 0,0-1 10,0-3 1,0 1-17,0-1 1,0 1-3,0 2 0,0-1 9,0 1 1,0-1 3,0-2 0,0 0 8,0 0 0,0 0 20,0 0 1,0 3 2,0 1 0,0 1 1,0-1 1,0-3 76,0 3 1,0-3-56,0-1 0,0 0 9,0 0 1,0 0-38,0 0 1,0 0 2,0 0 1,0 0-13,0 0 0,0 0-13,0 0 0,0 0-8,0 0 0,0 0 4,0 0 0,0 0-7,0 0 0,0 0 26,0 0 1,0 0-3,0 1 0,0-1-4,0 0 1,-4 0 5,0 0 14,1 0 1,3 0-22,0 0 1,0 0 2,0 0 0,0 0 17,0 0 0,0 0 1,0 0 0,0 0 9,0 0 0,0 0 2,0 0 0,0 0 24,0 0 1,0 0-35,0 0 0,0 0 73,0 0-81,0 0 0,0 0 6,0 0 0,0 0-12,0 0-13,0 0 1,0 0 24,0 0-19,-5 0 0,3 0 15,-1 0 0,2-3 0,1-1 0,0-3-17,0 3 1,0-3 3,0 3-25,0-4-60,0 6-70,0-7 1,0 4-40,0-3-243,0-1-32,0 2-2395,0-4 2857,0-4 0,0 2 0,0-4 0,0 3 0,4-8 0,3-7 0</inkml:trace>
  <inkml:trace contextRef="#ctx0" brushRef="#br0" timeOffset="7">1798 2469 7745,'-8'0'986,"1"0"-544,4 0 1,-6 0-14,1 0 0,2 0-236,-1 0 1,-1 0-122,-3 0 0,0 0 19,0 0 1,4 0-181,0 0 0,-1 0-2092,-3 0 1238,0 0 943,0 0 0,5-14 0,1-5 0</inkml:trace>
  <inkml:trace contextRef="#ctx0" brushRef="#br0" timeOffset="8">1995 1169 6545,'6'0'2244,"-1"0"-4809,-5 0 2211,0-5 354,0 3 0,5-12 0,1 1 0</inkml:trace>
  <inkml:trace contextRef="#ctx0" brushRef="#br0" timeOffset="9">2072 1113 7993,'0'-6'-834,"0"1"-137,0 5 971,0-4 0,15-8 0,3-5 0</inkml:trace>
  <inkml:trace contextRef="#ctx0" brushRef="#br0" timeOffset="10">893 88 6321,'0'-6'951,"0"1"-360,0 5-210,0-5-144,0 4 0,-2-4 136,-1 5 230,1 0 11,-2 0 264,4 0-750,0 5 0,0 1-114,0 5 1,0 4-90,0 0 1,0 0-254,0 0 0,0 1 202,0 2 0,0 2-113,0-5 1,0 1-148,0-2 1,0-1-380,0 1 0,3-5-386,1-2 1151,0 1 0,-4-27 0,0-6 0</inkml:trace>
  <inkml:trace contextRef="#ctx0" brushRef="#br0" timeOffset="11">937 44 6695,'-5'6'844,"2"-1"-772,-4-5 68,5 0 29,-3 0 245,5 0 0,5 0-415,2 0 99,3 0 1,4 0-68,1 0 0,0 0 11,-4 0 1,4 0-140,-1 0 0,5-1 113,-5-3 0,6 3-97,-2-3 0,-1 3 62,2 1 0,-1 0-9,4 0 0,0 0 39,0 0 0,0 0-5,0 0 1,0-4-17,0 1 0,1-1 8,-1 4 0,0 0 1,0 0 0,-4 0-2,0 0 1,0 0-3,0 0 1,3 1 30,-3 3 1,-1-3-1,2 3 1,-1-3 35,4-1 0,-4 0 7,1 0 0,-1 0-73,4 0 1,0-4-16,0 1 1,0-1-3,0 4 0,1-4 8,-1 1 1,0-1-96,0 4 1,-4-4 89,0 1 0,1-1-9,3 4 1,0 0-12,0 0 0,-4-1 33,1-3 1,-2 3 24,1-3 0,3 3 17,-3 1 0,0 0 20,0 0 0,-5 0-134,2 0 1,1 0-191,-1 0 1,-4 0 64,-4 0 0,-3 0 61,3 0-116,-4 0 81,1 0-82,-4 0 1,5 0 0,1 0-1</inkml:trace>
  <inkml:trace contextRef="#ctx0" brushRef="#br0" timeOffset="12">2227 22 6704,'-7'0'1929,"3"0"-1192,4 0-658,0 5 0,0-3 8,0 6 1,0-1-158,0 4 0,3 0 85,1 0 1,3 4-124,-3 0 0,3 4 109,-3 0 0,3 1 10,-3 2 0,3 0-8,-3 0 1,1 1 13,-1-1 0,-3 3-45,2 1 0,-1 0 44,-2-4 1,0 1 9,0 3 1,3-7-15,1 3 0,0-2-3,-4 2 1,0 0-38,0 0 0,0-1-11,0-3 0,3 2-3,1-5 0,0 4-9,-4 0 1,1-2 33,3 1 1,-3-1-12,3 2 0,-3 2-17,-1-3 0,0 2 42,0-2 0,0 3 1,0-3 0,0-1 20,0 2 0,3-1 10,1 4 0,0-4-5,-4 1 0,0-2 9,0 1 1,0 2-26,0-5 1,0 3-29,0-3 0,0 3-3,0-3 1,0 3 16,0-3 1,0 1-6,0-2 0,0 0-12,0 4 0,0-3-6,0 3 0,0-3 20,0 3 0,0-3-4,0 3 1,0-3 27,0 4 1,1-5-26,3 5 1,-3-2 44,3 1 1,-3-2 2,-1-5 0,0 4 91,0 0 0,0-1-79,0-3 1,0 1 85,0 3 0,0-3-100,0 3 1,3-3-40,1-1 1,0 0-3,-4 0 1,0 0 18,0 1 0,0 2-14,0 1 1,0 0-21,0-4 0,0 0-14,0 0 0,0 0 30,0 0 1,0 0-7,0 0 0,0 0 38,0 0 1,0 0 179,0 0-161,0 0 1,0 0 88,0 0 0,0-4-84,0 1 1,0-5-26,0 5 1,0-5 7,0 5 1,0-5-37,0 5 0,0-5-29,0 5 22,0-1-5,0 4 1,0 0 5,0 0 0,0-3 2,0-1 8,0 0 0,0 1 1,0-1 0,0-3 7,0 3-6,0-5-5,0 8-59,0-9-15,0 9-11,0-9 1,0 6-26,0-4-14,0-2 12,0 4-5,0 0-54,0-4 76,0 4 1,0-3-90,0 1-143,0-2-140,0 4 168,0-5-665,0 5 183,0-3 782,0 2 0,0 1 0,-10-3 0,-2 2 0</inkml:trace>
  <inkml:trace contextRef="#ctx0" brushRef="#br0" timeOffset="13">1852 2139 7599,'-6'-6'-292,"-1"-3"199,4 5 484,2 1-69,-4 3 503,5 0-546,5 0-89,1 0 0,6 0 15,3 0 0,-2-2-83,5-1 1,-3 2 2,4-3 0,0 3-164,7 1 0,-3-4-1,3 0 1,-3 1 101,-1 3 0,0 0-16,0 0 1,-1-4-141,-3 0 1,2 1 107,-5 3 0,-1 0-112,-2 0 0,-5 0 74,0 0 1,-3-4 4,3 0 0,-3 1 50,3 3 23,-4 0-28,7 0 0,-8 0-12,5 0 1,-1-2 26,2-1-40,2 1 0,-4-2 1,1 4-5,0 0-2,-4 0 0,3 0-37,-2 0-8,-3 0-147,4 0-6,-5 0 16,5 0-221,-4 0 61,9 0 1,-8 0-525,6 0-160,-6 0 468,3 0 563,-5 0 0,-15-10 0,-3-3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2:06.6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22 618 8008,'-3'-11'745,"-1"0"-348,0 4-56,0-2-179,2 7 1,-3-1-99,5 6 0,4 0 54,0 4 1,1 4-46,-2 4 1,0 3-142,4-3 1,-3 5-48,3-2 0,-4 3-242,0 1 1,2 0 47,-1 0 0,0-4-285,-4 1 0,3-6 240,1 2 0,0-3-20,-4-1 0,1-1 374,2-3 0,-11-31 0,1-13 0</inkml:trace>
  <inkml:trace contextRef="#ctx0" brushRef="#br0" timeOffset="1">56 640 7917,'0'-11'0,"0"0"-6,0 0 0,0 3 145,0 1 0,1 1-16,2-2 0,4 3 66,4 5 0,0-3 12,0-1 0,3 0 20,1 4 1,3 4-19,-3 0 0,0 4-150,-4 0 0,0 2 100,0 1 1,-5 0-138,-2 0 1,-3 0 88,-1 0 0,-5 1 60,-2 3 1,-4-3-595,-4 3 1,1-3-831,-4-1 0,5 0 573,-2 0 686,3 0 0,-9-10 0,-2-2 0</inkml:trace>
  <inkml:trace contextRef="#ctx0" brushRef="#br0" timeOffset="2">287 573 7917,'6'0'1044,"-1"0"1,-4 5-819,3 3 0,-2 2-391,6 1 1,-2 1-138,1 2 1,2 4-304,-6 4 1,6 0 297,-2 0 0,2 0-122,-2 0 0,3-4 99,-3 1 330,-2-6 0,10-2 0,-3-6 0</inkml:trace>
  <inkml:trace contextRef="#ctx0" brushRef="#br0" timeOffset="3">485 673 7917,'0'-8'267,"0"1"563,0 5-556,0-8 168,0 9-54,0-4-225,5 10 1,0 1-84,3 5 0,0 0-8,-4 0 0,4 1-230,0 3 1,-2-3 67,1 3 0,-3-4-301,3-4 1,-1 3-18,2-3 1,2-1 76,-3 2 0,-1-6-78,1 2 1,-3-3 158,3-1 0,-3-1 63,3-3 0,-3-2 50,3-5 0,-4 0 79,1 0 0,-3 0 212,-1 0 1,0 0 37,0 0 1,0 3 44,0 1 1,0 3 41,0-3 177,0 5-275,5-3 1,-3 5 48,5 0 0,-3 0-163,4 0 0,-5 3 3,5 1 0,-5 5-169,5-2 1,-1 3 52,4 1 1,-4 0-520,1 0 1,-2 0 49,1 0 515,3-5 0,1 9 0,6-3 0</inkml:trace>
  <inkml:trace contextRef="#ctx0" brushRef="#br0" timeOffset="4">904 629 7905,'-6'-7'704,"-4"-2"0,8 4 261,-5-3-174,4 4-633,-7 4 0,8 0-153,-5 0-67,4 0 0,-2 1-261,5 2 1,0 0 56,0 4-28,0 1 0,1 3-80,3 0 0,-1-4 146,4 0 1,-3 1 105,3 3 0,0-4 81,4 0 0,-3 1 200,-1 3 0,-1-4 44,2 0 48,1 1 0,-4 3-71,3 0 1,-4-4 44,-4 1 1,-1-2-307,-2 1 0,-7 3 117,-5-3 1,-3-1-1567,3 2 1530,-5-6 0,18-2 0,-2-6 0</inkml:trace>
  <inkml:trace contextRef="#ctx0" brushRef="#br0" timeOffset="5">1290 518 7548,'0'-6'-996,"1"1"1304,3 5 1,-1 2 142,4 1 0,0 5-350,4 6 1,-3 3-260,-1 5 0,0 2 58,4 1 1,-5-1-128,-2 1 1,1 2-264,-1-1 0,-1 4 253,-3-5 1,0 1 236,0-4 0,-4-5 0,-12-6 0,-8-6 0</inkml:trace>
  <inkml:trace contextRef="#ctx0" brushRef="#br0" timeOffset="6">1312 596 7894,'-6'-18'-132,"2"4"0,3 1-319,1 2 464,0 0 1,5 2 102,2 1 0,3 3-99,1 5 1,2 2 88,1 1 0,0 3 22,4 5 1,-3 0-248,3 0 0,-4 2 1,0 1 1,2 0-8,-1 4 0,-5-4-194,-7 0 0,-1 4 82,-2 0 1,-2-1 62,-1 1 0,-3-4 174,-5 1 0,-4-3 0,0-1 0,-3 0 0,3 0 0,0-4 0,4 1 0,0-6 0,0 8 0,5-8 0,3 6 0,6-6 0,5 2 0,5 1 0,2-2 0,4 1 0,0-4 0,2 0 0,30-5 0,8-1 0</inkml:trace>
  <inkml:trace contextRef="#ctx0" brushRef="#br0" timeOffset="7">1610 805 6363,'5'-6'0,"-4"1"0,9 5 0,-8 0 0,6 0-103,-1 0 0,4 0 116,0 0 0,0-4 26,0 1 1,0-1-63,0 4 1,0-1-30,0-3 18,0 3 0,0-5-127,0 2 1,-5 2 165,-2-6 1,1 5-6,-1-5 0,-2 4 0,-6-3 0,2 5 0,-5-2 0,-2-1 44,-6 1 0,3 1-7,-3 3 0,3 0 112,1 0 0,0 3-10,0 1 0,4 5 112,-1-2 1,5-1-176,-5 2 1,6-1 19,-2 4 1,3 0-60,1 0 1,5 0-135,2 0 0,3 0-250,1 0 1,4-1 135,-1-3 1,6 2 210,-2-6 0,0 5 0,0-5 0,0 1 0,4-4 0,-4 0 0,17-15 0,1-3 0</inkml:trace>
  <inkml:trace contextRef="#ctx0" brushRef="#br0" timeOffset="8">1941 651 7893,'-5'-11'-1754,"4"3"2042,-3 1 857,3 4-748,1-1 1,1 5-144,3 2 0,-3 4-70,2 4 0,2 0-131,-1 0 0,1 0-112,-1 0 1,-2 1 211,5 3 1,-3-3 24,3 3 1,-3-3-190,3-1 0,-4 0-134,1 0 1,2 0 214,1 0 0,-1-1-80,2-3 0,-5 3-99,5-3 1,-1-2-88,4-1 1,-4-3-261,1-1 0,-1 1 10,4 3 0,4-3-181,-1 3 0,1-3 627,-4-1 0,0-4 0,0 1 0,0-1 0,10-11 0,2-3 0</inkml:trace>
  <inkml:trace contextRef="#ctx0" brushRef="#br0" timeOffset="9">2282 651 7882,'-3'-8'-47,"-1"1"0,-1 3-26,1-3 479,3 4 101,-4-1 184,5 4-400,0 0 1,0 4-1,0 4 1,4 2-163,0 1 1,1 1-116,-2 3 1,0-3 5,4 3 0,-1 0-188,2 0 1,0 0 6,-4-4 1,4 1-244,0 3 1,-2-4 141,1 0 0,-1 0-20,2-4 0,1 2-126,-1-2 0,2-2 59,1-5 1,0 0 17,0 0 1,3-1 196,1-3 0,0-2 134,-4-5 0,0-4 0,0 1 0,-1-2 0,-3 1 0,3 2 51,-3-6 0,-1 6 32,2-2 1,-6-1 183,2 1 0,-3-1 117,-1 2 193,0 1 1,0-2-118,0 4 0,-1 4 521,-3 4-643,3-3 1,-5 4-235,2-1 1,3 3 97,-3 3 1,3 4 26,1 4 1,-4 0-67,1 0 0,-1 3-227,4 1 0,1 3-17,3-3 1,-2 3-198,6-3 0,-1 0-340,4-4 0,-4 1-47,1 3 1,-1-4 664,4 0 0,10-5 0,2-6 0</inkml:trace>
  <inkml:trace contextRef="#ctx0" brushRef="#br0" timeOffset="10">374 22 8216,'0'-6'671,"0"1"0,0 6-678,0 3 0,-1 2-15,-3 5 1,2 0-252,-5 0 0,-1 5 30,-3 3 1,4-2-27,-1 1 1,1-3-92,-4 3 1,4-4-325,-1 0 393,1 4 1,0-7 290,-1 0 0,6-5 0,2-31 0,6-5 0</inkml:trace>
  <inkml:trace contextRef="#ctx0" brushRef="#br0" timeOffset="11">264 55 7920,'-6'-11'48,"1"0"0,4 1 526,-3 3-327,3-3-327,-4 9 184,5-4 0,1 5 38,3 0 0,2 5 45,5 2 0,0 4-99,0 4 1,4-3-145,-1 3 0,5 1-9,-5-1 0,6 3-282,-2-3 0,-2 1-57,-1-2 1,-3-1-272,-1 1 1,0-1 11,0-2 663,-4 0 0,-27-10 0,-11-2 0</inkml:trace>
  <inkml:trace contextRef="#ctx0" brushRef="#br0" timeOffset="12">275 155 7920,'-11'-7'895,"0"-2"-664,0 2 1,5 0 204,2 0-135,3 4-279,1-2 0,8 5-82,3 0 1,8 0-278,-1 0 0,3 0-569,1 0 1,5 2 905,2 1 0,62 3 0,-38 0 0,1-1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37.3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34 177 8131,'-7'-1'94,"-1"-2"712,0 0 73,3-1-384,0 4-66,5 0 0,5 0-209,2 0 0,4 0-4,4 0 0,6 0-70,5 0 1,4 0-138,0 0 1,6 0 20,5 0 0,6-1-136,5-3 0,3 3 29,4-3 0,-3 3-353,3 1 1,-9-4-174,-6 1 0,-7-1 139,-11 4 0,-2 0-989,-9 0 980,-5-5 1,-7 4-341,-6-3 813,-3 3 0,-20-14 0,-3-3 0</inkml:trace>
  <inkml:trace contextRef="#ctx0" brushRef="#br0" timeOffset="308">574 23 8131,'-6'0'75,"-4"-4"195,3 0 0,2-1 154,1 2-204,3 1 7,1-2 1,1 4-118,3 0 1,6 3 41,5 1 1,4 4-139,0 0 0,0 0 122,0 0 0,1 2 46,-1-3 1,-3 3-294,-2 1 1,-3 1-12,-3 3 1,0-3 9,-4 3 1,-5 1 79,-7-2 0,-3 5-133,-3-5 0,-5 5 2,-6-5 1,3 5-262,-1-5 0,1 1 56,4-4 368,7 0 0,11-10 0,12-2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38.6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22 452 7679,'0'-6'809,"0"1"0,0 6-364,0 3 0,1 3-403,3 8 0,2-1-37,5 4 1,0 0-15,0 4 1,4-3-91,0-1 0,1 1-347,-2 3 1,-2-2 67,3-1 1,1 0-244,-1-4 0,-2 1 205,-5-1 416,1-8 0,-12-12 0,2-13 0</inkml:trace>
  <inkml:trace contextRef="#ctx0" brushRef="#br0" timeOffset="209">22 452 7817,'-7'-6'235,"-1"2"1,6 2 51,-2-2 339,3 3-332,1-4 0,5 4 186,2-3 1,7 3-781,0-3 1,5-1-142,-4 2 1,4-1-342,0 4 1,-4-4 406,0 1 1,-3-1 374,-1 4 0,0 5 0,0 1 0</inkml:trace>
  <inkml:trace contextRef="#ctx0" brushRef="#br0" timeOffset="350">44 585 7665,'11'-7'-213,"-2"-1"-71,2 4 0,-1-4 91,8 0 193,0 3 0,34-14 0,7 0 0</inkml:trace>
  <inkml:trace contextRef="#ctx0" brushRef="#br0" timeOffset="542">331 353 7817,'-5'-6'1683,"4"-4"-1305,-4 9 1,6 0 2,3 4 1,2 7-297,5 1 1,0 0-270,0 4 0,1 2-114,3 1 1,-3 0-345,3 0 1,1 0 287,-2 4 1,5-3 353,-5-1 0,16-4 0,-1 1 0</inkml:trace>
  <inkml:trace contextRef="#ctx0" brushRef="#br0" timeOffset="946">662 342 7817,'-8'-6'247,"1"2"350,-2 3 1,3 1-93,-1 0-465,-1 0 1,1 1 172,0 3 1,3 3-115,-3 8 1,4-3-163,0 3 0,1 1 50,2-2 0,0 6-245,0-2 1,0-2 98,0-1 0,4 1-145,0-1 0,4-2 3,0-5 0,1 0-491,2-4 485,0-1 1,1-3 26,-1 0 1,0-4 82,0-4 0,-4-2 197,0-1 0,-3 0 0,3 0 0,-4-1 0,0-3 0,2 3 0,-1-3 0,0 3 175,-4 1 1,0 0-50,0 0 1,0 0 414,0 0 1,0 0-192,0 0 1,0 4-9,0-1 0,0 5 217,0-5-217,0 6-69,0-3-296,0 5 1,0 5-86,0 2 0,1-1-245,3 2 1,0-1-339,4 4 1,2 0 185,-3 0 1,3 0 504,1 0 0,10 5 0,2 1 0</inkml:trace>
  <inkml:trace contextRef="#ctx0" brushRef="#br0" timeOffset="1201">805 166 7817,'-6'0'1870,"-4"-5"-1029,4 3-332,0-2-240,1 4 1,8 4 96,1 4 0,8 3-282,-1 4 0,3-3-175,-3 2 1,4 2-464,-1-1 1,2 3 51,-1-3 0,-2 1-379,6-1 0,-5-2 318,5 6 0,-6-6-17,2 2 0,-3-3 580,-1-1 0,0-19 0,0-6 0</inkml:trace>
  <inkml:trace contextRef="#ctx0" brushRef="#br0" timeOffset="1409">915 99 7817,'-11'-3'576,"0"-1"954,5-4-666,-4 6-515,9-3 0,-3 5-80,8 0 1,2 5-26,5 3 0,1 5-144,3 2 1,-2 3-136,6-3 0,-2 4-638,1 0 0,2 0 94,-5 0 1,1 2-261,-2-3 1,-1 2 273,1-2 1,-2 2-642,-1-6 1206,-4 1 0,-2-9 0,-5-1 0</inkml:trace>
  <inkml:trace contextRef="#ctx0" brushRef="#br0" timeOffset="1609">1102 155 7817,'-11'0'761,"-1"0"170,-2 0 0,0 0-401,-4 0 0,-1 1 60,-3 2 0,-5 0-212,-2 4 1,1 2-68,-2 6 0,6-3-511,-2 2 0,3-1-528,1-2 1,6 0-1070,5 0 1226,5 0 571,6 0 0,24-10 0,7-2 0</inkml:trace>
  <inkml:trace contextRef="#ctx0" brushRef="#br0" timeOffset="2012">1169 221 7672,'0'6'325,"0"-1"185,0-5-303,5 0 1,-3 0-714,5 0 334,1 0 0,3 0-72,0 0 0,-4-4 215,0 0 0,-3-3 48,3 3 1,-4-4-23,1 0 264,-3-1-133,-1-2 1,-4 0-68,0 0 0,-4 4 139,1 4 1,-3 2-28,-1 1 0,0 1-65,0 2 1,3 4-35,1 4 1,3 0-2,-3 0 0,4 1-38,0 3 1,3-2-96,3 5 0,4-4-91,4 1 1,1 1 50,3-2 0,2-3-386,5-3 0,0-6 16,0 2 0,-1-3 6,-3-1 0,2-1 464,-6-3 0,6-2 0,-8-39 0,4-9 0</inkml:trace>
  <inkml:trace contextRef="#ctx0" brushRef="#br0" timeOffset="2396">1378 121 7817,'-6'-6'2237,"1"1"-1704,5 5-35,0 0-364,0 5 0,1 0-144,3 3 1,-2 1 62,6-1 0,-2 2-155,1 1 1,2 0 23,-5 0-159,4 0 0,-3 0 54,2 0 1,-1-1-152,-2-3 21,-3 3 1,5-5-128,-2 2 277,-3 3-29,4-9 0,-5 4 161,0-10 1,0-1 119,0-5 0,0-1-73,0-3 0,0 1 105,0-4 0,0 3 131,0-3 1,0 1 8,0-2 0,2 0 4,1 4 0,-2-3-78,3 3 1,2 0 109,2 4 1,-2 0-122,1 0 0,0 5 101,4 2 0,-3 3-211,-1 1 1,0 1 55,4 3 0,0 2-138,1 5 1,-3 4-158,-1 0 0,1 4-319,-1 0 1,-3-2-178,-2 1 1,2-4 668,-1 0 0,9 8 0,0 2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48.4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221 45 6763,'5'-6'-640,"-4"1"621,4 5 0,-5-1 284,0-3-95,0 3 24,0-4 19,0 5 10,5-5-3,-4 4-92,4-4 0,-5 4 172,0-3 18,0 3-58,0-4 1438,0 5-1569,0 5 0,-1 0 15,-3 2 0,3 3-111,-3-3 0,2 6 54,-2 2 0,3 5-92,-3-2 1,2 3 62,-2 1 0,3 1-134,-3 3 0,0-1 79,0 4 0,0 0-103,4 4 1,-3 0 39,-1 1 1,0-3 19,4-1 1,0 2-63,0-3 0,-1-2 11,-3-1 0,3-3 31,-3-1 1,3 0 43,1 0 1,0 0 8,0 0 0,0-3-41,0-1 1,0-3 3,0 3 0,0-1-9,0 2 1,0-2-8,0-3 1,0 2-79,0 3 1,0-2 84,0-2 1,-4 0-15,1 4 0,-1 0 33,4-4 0,-1 4 1,-3-5 1,3 5-19,-3-5 0,3 5 16,1-5 1,-4 2 12,1-1 0,-1-3 6,4 3 0,0 1 6,0-1 0,-4 3 3,1-3 1,-1 3 53,4-3 0,-1 3-57,-3-3 1,3 3 6,-3-3 0,3 1-64,1-2 1,0 0-2,0 4 0,0-4 27,0 1 0,0 0-14,0 0 1,0 5 46,0-2 0,0-2-4,0-1 1,-1 2 10,-3 1 1,3-1 11,-3 2 1,3-6 100,1 2 1,-1 1-80,-3-1 0,3 3 19,-3-3 0,3 1-38,1-2 1,0 0 4,0 4 0,-4-3-15,1 3 0,-1-4-4,4 0 0,0 2-5,0-1 1,0 3 2,0-3 0,0 3-7,0-3 0,-4 1 15,1-1 1,-1-2 1,4 6 0,0-6 15,0 2 1,0-2 2,0 2 0,-4-3 7,1 3 0,-1 1 6,4-1 1,0 0 25,0 0 1,0-3-51,0 3 1,0-1 5,0 0 0,-1 0-20,-3 4 0,3-4-5,-3 0 0,3 2-7,1-1 0,0 1-9,0-1 1,0-2-2,0 5 0,0-4 23,0 1 1,-1 2 72,-3 1 0,3-1-39,-3 2 1,3-5 6,1 5 0,0-5 36,0 5 0,0-6 10,0 2 0,-4 1-32,0-1 0,1 0 21,3 0 1,0 1-33,0 2 1,-1 2-5,-3-5 0,3 4 35,-3 0 1,3-2 19,1 1 0,0-3 8,0 3 1,-1-1-37,-3 2 1,3 0 1,-3-4 1,3 0-36,1-4 0,0 0-121,0 0-116,-5-5-1147,4 4-411,-4-9 792,5 4 967,0-5 0,0-25 0,0-5 0</inkml:trace>
  <inkml:trace contextRef="#ctx0" brushRef="#br0" timeOffset="1040">254 1 7497,'-6'0'-163,"1"0"1,4 0 646,-3 0-158,3 0 13,-4 0 1841,5 0-2025,5 0 0,5 0-102,5 0 1,4 3 18,0 1 0,1 0-178,2-4 0,5 0-92,3 0 1,2 0-142,1 0 0,0 0-352,0 0 1,-1-4 213,-3 0 1,-2 1-210,-5 3 0,-1 0 686,-3 0 0,-2 0 0,-5 0 0</inkml:trace>
  <inkml:trace contextRef="#ctx0" brushRef="#br0" timeOffset="2309">662 1 7658,'-6'0'-48,"0"0"18,2 0 0,2 0 51,-6 0 251,6 0 8,-3 0 694,5 0-719,0 5-169,0 1 1,4 5-14,-1 0 1,1 0-53,-4 0 0,1 0-80,3 0 1,-3 5 36,3 2 1,-3-1 44,-1 2 0,0-1-8,0 4 1,0 0-108,0 0 1,0-1 85,0-3 1,0 6-94,0-6 0,0 5 42,0-4 0,0-2-7,0 1 0,0 1 24,0 3 0,0-4 25,0 0 0,-1-4-6,-3 1 1,3 2 8,-3 1 1,3-2 1,1-1 0,-4 1 14,1-2 0,-1 1 9,4-4 0,-4 1 6,1 3 1,-1-3-30,4 3 1,-4-3-4,1-1 0,-1 4-8,4 0 1,0-1-2,0-3 0,-4 4 16,1 0 1,-1-1-3,4-3 1,0 2 2,0 1 1,-4-1 2,1 1 1,-1 0 9,4 1 0,0-3-18,0 3 1,-1-2 1,-3 2 1,3-3 4,-3 3 0,3-3 0,1-1 1,-1 0-4,-3 0 0,3 4-4,-3-1 1,3 1 2,1-4 1,0 0-1,0 0 1,0 4 13,0 0 1,-1-1-8,-3-3 1,3 0 1,-3 0 1,3 2-2,1 1 0,-1-2 0,-3 3 1,3-1-1,-3 0 1,3-1-1,1 1 1,-1 0 0,-3 0 0,3-1 0,-3 1 1,3 2 4,1-1 0,0 1 21,0-1 0,-4-3 2,1 3 1,-1-3 19,4-1 1,0 4 6,0-1 0,0 1-32,0-4 0,0 0 5,0 0 1,0 4-14,0-1 0,0 1-1,0-4 0,0 0-14,0 0 1,0 4 10,0 0 0,0-1-6,0-3 1,0 0 27,0 0 1,0 4-2,0 0 1,0 0-10,0-4 0,0 0 7,0 0 1,-1 0-16,-3 0 0,3 0 3,-3 0 0,3 0-17,1 0 1,0 3-7,0 1 1,0 0-6,0-4 1,0 0 2,0 0 1,0 4-8,0-1 0,0 1 29,0-4 0,0 0-2,0 0 1,0 0 21,0 0 0,0 0 5,0 0 1,-1-1 0,-3-3 0,3 7 7,-3-3 0,3 0 2,1 0 0,0-5-23,0 9 1,0-6-2,0 6 0,0-3-30,0-1 0,0 0-3,0 1 0,0 2 16,0 1 0,0 0-8,0-4 0,0 0 42,0 0 0,0 0 16,0 0-29,0 5 1,-1 0-15,-3 2 0,3-2 2,-3-5 0,3 0-40,1 0 1,0 0-3,0 0 0,0 0-8,0 0 0,0 0-12,0 0 1,0-4 8,0 1 0,0-1 43,0 4 0,0 0-7,0 0 1,0 0 43,0 0 62,0 0 1,0 0-79,0 0 0,0 0 13,0 0 1,0 0-33,0 0 0,0 0 3,0 0 1,0 1-44,0-1 0,-4 0 16,0 0 1,1-4-8,3 0 0,0 1 18,0 3 1,0-4-9,0 0 0,0-3 40,0 3 1,0-3 3,0 3 1,0-3-13,0 3 1,0-3 40,0 3-58,0-4 1,0 3-48,0-2 1,-1-3-43,-3 3-1,3-3-238,-4-1-3481,5 0 3420,0 5 94,0-4 289,0 4 0,0-5 0,-10 0 0,-2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54.9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11 7205,'-6'0'4,"1"0"1,4 0 234,-3 0-25,3 0-66,-4 0 961,5 0-1067,5 0 1,-2 0-131,4 0 0,0 0 115,4 0 1,4 0 0,0 0 1,4 0 20,0 0 1,1 0 5,3 0 1,-1 0-86,0 0 0,-2 0-5,-1 0 0,-2 0 21,-2 0 1,-3-1-171,3-2-205,-3 1 246,-1-3 1,-4 5-242,1 0 1,-5 0 64,5 0 1,-5 0-394,5 0 712,-6 0 0,8 0 0,-4 0 0,-10 10 0,-3 3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55.37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 1 7973,'-11'0'275,"5"0"121,1 0 143,5 0 0,5 0-489,2 0 1,4 0 96,4 0 0,2 0-6,5 0 1,0 0-19,0 0 1,4 0-17,0 0 0,5 0-105,-2 0 0,-1 0-192,2 0 0,-10 0-461,2 0 1,-7 0 43,0 0-1268,2 0 1875,-10 0 0,3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55.86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1 7984,'-6'0'-383,"0"0"555,2 0 49,3 0-119,-9 0 217,9 0 77,-4 0 22,5 0 0,1 3-216,3 1 0,2 0 15,5-4 0,0 0-30,0 0 0,4 3 23,0 1 0,4 0-160,0-4 0,3 0-73,3 0 1,-1 0-197,1 0 1,-1 0-74,-2 0 1,0 0-274,0 0 0,-1 0 110,-3 0 0,2 0-315,-6 0 1,1 0 130,-4 0 639,0-5 0,-15 3 0,-3-2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56.27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 11 7956,'-6'0'1050,"1"0"-803,5 0 1,5 0-29,2 0 1,3 0-98,1 0 0,0 0 75,0 0 1,1 0-96,3 0 0,-1 0-32,4 0 1,-3 0-228,3 0 0,-1 0-117,2 0 0,1 0-325,-1 0 0,2 0 102,1 0 1,-2 0-330,-1 0 0,0 0 826,-4 0 0,10-5 0,-2-1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56.67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12 9475,'11'0'472,"4"0"-380,-1 0 0,2 0-153,-1 0 1,-1 0 87,4 0 0,0 0-110,4 0 1,-1 0-495,-2 0 0,1 0 284,-1 0 1,2 0-511,1 0 0,-5 0 152,-3 0 651,4 0 0,-1-5 0,5-1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57.07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0 7959,'-6'0'150,"-4"0"1,3 0 453,-3 0-129,4 0-251,1 0 0,6 0-6,3 0 0,3 0 0,8 0 0,2 0-79,5 0 1,0 0-112,0 0 1,0 0-217,0 0 0,0 0 26,0 0 0,0 0-17,0 0 1,-3 0-61,-1 0 0,-4 0-349,0 0 0,-1 0-380,-2 0-194,-5 0 1162,4 0 0,-24 5 0,1 1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57.5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22 7959,'-7'0'-553,"-1"0"1676,1 0-357,1 0-226,-4 0-113,9 0-195,-4 0 1,6 0-1,3 0 0,-2 0-69,6 0 1,3 0-107,3 0 1,6 0 54,-2 0 0,4 0-215,4 0 1,-3 0 90,3 0 0,-1 0-92,0 0 1,-1 0-577,1 0 0,-5 0 24,-2 0 0,-1 0-1112,2 0 915,2 0 853,-9-5 0,-11-1 0,-8-5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58.03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12 9299,'11'0'593,"0"0"-297,0 0 1,5 0-110,2 0 0,8 0-57,3 0 0,0 0-37,0 0 1,-1 0-238,2 0 0,0 0-293,-4 0 0,0 0 7,-4 0 1,-2 0-231,-1 0 1,-3 0 257,-5 0 0,-4 0-651,0 0 1053,-4 0 0,-13-5 0,-8-1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58.51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1 7605,'-6'0'681,"-4"0"-413,9 0 0,-5 0 262,2 0 0,3 0-108,-4 0 376,5 0-316,5 0-331,1 0 1,6 0-24,3 0 1,-2 0-120,6 0 1,-1 0-74,4 0 0,1 0-235,3 0 1,-1 0-60,4 0 1,-5 0-335,2 0 0,-3 0-109,-1 0 1,-1 0 230,-2 0 1,-3 0-148,-5 0 717,-5 0 0,-21 0 0,-9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3:59.14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34 155 7283,'-10'1'-210,"3"3"587,2-3 12,5 4 83,-5-5 254,4 0-448,-4 0 649,5 0-765,5 0 1,1 0-57,5 0 1,5 0-20,2 0 0,-1 0-190,2 0 1,3-1 106,3-3 0,5 3-111,-5-3 1,5 2-165,-4-2 1,3 3 133,-3-3 0,-1 3-142,-3 1 0,-1-4 61,-2 1 0,-2-1-325,-2 4 267,-3 0 63,4 0-77,-5 0 10,0 0-265,-5 0 69,4 0 476,-9 0 0,4 0 0,0 0 0,-4 0 0,4-5 0,-5-1 0</inkml:trace>
  <inkml:trace contextRef="#ctx0" brushRef="#br0" timeOffset="369">420 1 7864,'0'6'-219,"0"4"-207,0-9-691,0 9 1117,0-9 0,0 9 0,14-9 0,5 4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01.79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78 33 7776,'-6'0'-1809,"-4"0"1860,9 0 4,-9 0 143,9 0 21,-9 0 0,7 0 166,-4 0-218,5 0 0,-5 0 397,4 0-210,2 0 322,-9 0-420,9 0 11,-4 0 5,5 0-169,5 0 1,2 0 2,8 0 0,7 0-94,7 0 0,8-1 199,3-2 1,3 1-149,1-1 0,0 1-160,0 2 0,-1 0-36,-2 0 0,-8 0-222,-8 0 1,-2 0-370,-5 0-459,-2 0 473,-10 0 0,-4 0 710,-9 0 0,0 0 0,-39-9 0,-1-4 0</inkml:trace>
  <inkml:trace contextRef="#ctx0" brushRef="#br0" timeOffset="682">67 122 7776,'0'-7'-510,"0"1"-767,0 3 1247,-5 1 142,4-2 19,-4-1-56,5 3 1,-1-2 8,-3 4 1,3-2 71,-3-1 151,3 1 25,1-2 574,0 4-706,-5 0 35,4 0-4,-4 0-36,5 4 1,0 3-90,0 4 1,0 0 7,0 0 1,0 0-42,0 0 1,1 0-16,3 0 1,-3 3 13,3 1 0,0 5-84,0-2 1,0 3 40,-4 1 0,3 0 30,1 0 1,0 1-20,-4 3 0,3-1-15,1 4 0,0-3-31,-4 3 1,0-3 93,0 3 0,0-1-2,0 2 1,0-2-38,0-2 1,0-3 8,0 3 0,0 1-7,0-2 0,0 0-1,0-7 1,0 3 25,0-3 0,0 3-36,0 1 1,0-5 0,0-2 1,0 1-35,0-1 0,-4-1-125,0-3 0,1 0 55,3 1 1,0-5-167,0 0 1,-1-1-14,-3 2 0,3-2-694,-3-3-56,3-1-63,1 8-66,0-9 1121,0 4 0,0-25 0,0-4 0</inkml:trace>
  <inkml:trace contextRef="#ctx0" brushRef="#br0" timeOffset="1332">420 111 8426,'6'0'1110,"-1"1"-898,-5 2 1,0 0-44,0 4 0,0 2-44,0 6 0,0-2-54,0 5 0,3 4 51,1 4 1,0 5-44,-4-2 1,1 3 36,3 1 1,-3 0-82,2 0 0,-1 4 101,-2 0 1,0 0-11,0-4 0,0-2 19,0-1 1,0 0 26,0-4 0,0 0 74,0-4 0,0 0-161,0 0 0,0-4 17,0 1 1,0-2-35,0 1 1,0-2-133,0-5 0,0 0 17,0 0 0,0 0-397,0 0 153,0 0-76,-5 0-535,4 0 23,-4-4-359,5 2 268,0-7-64,0 2-312,0-4 1346,-5 5 0,4-3 0,-9 3 0,8-5 0,-2 0 0</inkml:trace>
  <inkml:trace contextRef="#ctx0" brushRef="#br0" timeOffset="1692">188 1059 7768,'-11'0'-721,"-1"-2"1,-2 0 1198,0-2 1,-1 1-28,4 3 1,4 0 326,-1 0-451,1 0-238,1 0 260,1 0-111,5 0 0,5 0-190,2 0 1,4 0-55,4 0 0,2 0 83,5 0 0,0 0 101,0 0 1,4 0-164,0 0 0,-1-4-143,-3 0 1,0 1 74,0 3 0,-1-4-172,-2 0 0,0 1-348,-4 3-107,0 0 0,-4 0-966,0 0 1646,-5 0 0,-1 0 0,-15-5 0,-2-1 0</inkml:trace>
  <inkml:trace contextRef="#ctx0" brushRef="#br0" timeOffset="2332">89 342 7449,'-6'0'-111,"1"0"2204,5 0-1782,5 0 0,-3 0-19,6 0 0,0 0-27,7 0 0,-2-1-75,6-3 0,-1 3-113,4-3 1,0 3-48,0 1 1,1-4-221,3 1 1,-3-1-93,3 4 0,-6 0-307,-2 0 0,-4 0 18,0 0 1,-1 0-565,-2 0-83,-5 0 1218,-1 0 0,-25 5 0,-4 1 0</inkml:trace>
  <inkml:trace contextRef="#ctx0" brushRef="#br0" timeOffset="2726">122 596 7775,'0'-6'785,"5"1"0,1 3-526,5-1 1,4 2-26,-1-3 1,6 3-1,-2 1 1,3 0-243,1 0 0,4 0 97,0 0 0,-1 0-628,-3 0 0,-3 0 320,-1 0 0,-4 0-708,0 0 1,0 0 336,1 0 1,-7 0 589,3 0 0,-7 0 0,1 5 0,-5 1 0</inkml:trace>
  <inkml:trace contextRef="#ctx0" brushRef="#br0" timeOffset="3033">144 827 7768,'-7'0'238,"-1"0"511,6 0-173,-8 0-28,9 0-49,-4 0-322,15 0 0,-2 0-129,11 0 1,-1 0-63,4 0 0,1-3-275,3-1 1,-3 0-215,3 4 1,-3 0-576,-1 0 1,0-4 1077,0 1 0,15-16 0,4 1 0</inkml:trace>
  <inkml:trace contextRef="#ctx0" brushRef="#br0" timeOffset="4400">442 122 7768,'0'-7'-142,"-2"-1"-61,-1 4 366,2 1-200,-4-2 169,5 3 1,0-4 80,0 3-13,0 1 73,0-2 678,0 4-829,0 4 1,0-1-5,0 4 1,0 1-21,0 3 1,0 3-55,0 1 1,0 5-94,0-2 0,0 3 148,0 1 0,-4 0-175,0 0 0,1 0-2,3 0 0,0 0-18,0 0 0,0 0 76,0 0 1,0 0-11,0 0 0,0 0 1,0 0 1,0-3-5,0-1 0,0-3 15,0 3 1,-2-4-36,-1 0 0,1-1-101,-1-2 1,2 0 1,1 0 62,0 0 0,-2-4 63,-1 0 0,1-3-33,-1 3-18,2-4 1,1 2 16,0-5 28,0 5 203,0-4-191,0 4 157,0-5-184,0-5 0,0-1 44,0-5 1,0 0-10,0 0 0,0-1 115,0-3 0,3 1-90,1-4 1,0 0-2,-4-4 0,0-4-30,0 0 0,1-5 7,2 2 1,-1-3 7,1-1 1,0 0-92,0 0 1,-1 1 118,1 3 0,-1-2-16,-2 5 0,0 2 193,0 6 0,0 2-32,0 5 0,0 0 147,0 0-75,0 0 241,0 4-257,0-2-50,0 7-11,0-3-271,0 5 8,0 5 1,0 2 110,0 4 1,0 0 2,0 0 0,0 1 0,0 3 1,0 2 22,0 5 0,0 0 8,0 0 1,1 4-38,3-1 0,-2 2 3,5-1 1,-4-3 45,0 3 0,2 1-4,-1-1 0,3 3-1,-3-3 1,0 3-18,-4-3 0,0 0 7,0-4 0,0-4 36,0 0 1,0 0 5,0 0 1,0-2 17,0-5 1,0 1 3,0 3 1,0-7 2,0 3 0,0-6 52,0 3 8,0-6-115,0 8-220,0-9 215,0 4-1186,0-5 50,0-5 112,0 4 0,0-5 287,0 2 687,5 3 0,1-24 0,5 1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00.7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1 8190,'-6'0'-1162,"1"0"937,5 0 0,10 9 0,2 4 0</inkml:trace>
  <inkml:trace contextRef="#ctx0" brushRef="#br0" timeOffset="175">34 122 7776,'-1'6'11,"-3"-2"0,2 1-13,-6-2 0,6 2-627,-2-1 496,3-3 133,1 4 0,15-10 0,3-1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23.62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12 100 7560,'-5'-11'2092,"3"0"-1877,-2 5 0,4 0 240,0 2-228,4 3 1,3-4-194,4 5 1,0 0 33,0 0 0,3 0-89,1 0 0,3 4 53,-3-1 0,1 5-142,-1-5 1,-3 2 48,3-1 1,-3-2-344,-1 6 270,0-1 1,-1 4 81,-3 0 0,-2 0-22,-5 0 1,-5 0 27,-2 0 1,-3 4 118,-1 0 1,-4-1-28,1-3 1,-5 2 136,4 1 0,1-1-70,3 1 1,0-1 304,0-2-289,0 0 1,1 0-158,3 0-128,2 0 1,6-2-58,3-1 1,2-3-310,5-5 1,5 0-28,2 0 1,6 0-1195,2 0 1743,5 0 0,13-14 0,9-7 0,6 0 0,0 0 0</inkml:trace>
  <inkml:trace contextRef="#ctx0" brushRef="#br0" timeOffset="434">519 100 7742,'-11'0'0,"0"0"0,0 0 438,0 0 780,0 0-436,0 0-583,0 0 0,4 1-49,4 3 1,-2-2-62,1 6 1,0-4-199,4 3 1,0-3 100,0 3 0,0-3-248,0 3 149,5 0 1,-2 1-63,4-1 0,-3-3-146,3 3 1,-3-3-130,3 3 230,1-5 1,3 5 127,0-4 1,0-2-37,0 3 1,0-3 59,0-1 1,0 4 131,0 0 1,0-1-69,0-3 0,0 0 177,0 0 0,0 2-33,0 1 1,0-1 80,0 1-51,-5 3 1,0-1-91,-2 3 0,-3 1 9,3-1 1,-4-2 23,-4 1 1,-2 1 9,-5 3 0,-4-4-169,1 0 0,-2-1-135,1 2 0,1 0-254,-4-4 1,3 3-94,-3-3 1,5 0-978,-2-4 1499,3 0 0,10-30 0,4-6 0</inkml:trace>
  <inkml:trace contextRef="#ctx0" brushRef="#br0" timeOffset="623">464 144 7742,'-7'-5'2836,"4"-2"-2370,2 2 0,1-1-41,0 2 0,4 3-234,4-3 1,5 3-189,2 1 0,5-4-497,-2 1 0,8-1 354,3 4 1,-1 0 241,2 0-102,-1 0 0,53 0 0,12 0 0</inkml:trace>
  <inkml:trace contextRef="#ctx0" brushRef="#br0" timeOffset="1018">1081 34 7742,'-1'-10'183,"-3"3"0,2 1 499,-6 2 0,1 3-142,-4-3 1,2 3-43,-2 1 1,3 1-134,-7 3 0,1 2-108,0 5 0,2 0-83,-3 0 0,3 5 0,1 2 0,1-1-47,2 2 1,2-4-98,3 3 0,1-1-10,-1 1 0,6 2-226,5-5 0,3 1-305,3-2 0,4-5 86,4 2 1,1-7-344,3-1 0,1-1 385,2-2 0,-1-5 9,-2-3 1,-3-2 285,3-1 0,-6 0 239,-2 0 0,-6-3 98,-1-1 1,-1 0 117,-6 4 1,-1 0 391,-3 0 0,-5 4-318,-2 0 1,-4 3 125,-4-3 0,-2 4-296,-5-1 0,-5 4-248,-2 4-1,1 2-286,-2 5 1,6 4-532,-2 0 0,8 3-985,3-3 1780,3 4 0,55 23 0,13 11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25.85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67 133 7865,'5'-7'384,"-3"1"-172,6 3 0,-5 1-6,5-1 1,-1 0-32,4 0 0,0 1 17,0-1 0,4-2-275,0 1 1,-1-1-99,-3 2 1,0 0-386,0-4 429,-5-1 1,-1-3 9,-5 0 1,-5 4 148,-2 0 0,-4 1-28,-4-2 1,-2 0 24,-5 4 1,4 0 248,-1 4 0,2 0 41,-1 0 0,-2 0-52,6 0 1,3 5 92,3 3 0,2 5-96,-1 2 0,2 8-54,5-1 1,5 7-36,2 1 1,0 2-30,4 1 1,-2 0-101,6 0 1,-3 0-168,-1 0 0,0-4-279,0 1 0,-4-7-27,1-1 0,-6-5-242,2-6 1,-2-1-509,2-3-273,-3-2 1460,4-5 0,-10-39 0,-1-10 0</inkml:trace>
  <inkml:trace contextRef="#ctx0" brushRef="#br0" timeOffset="359">1 320 7734,'0'-11'1288,"1"5"-1052,3 2 1,2-1-104,5 2 1,1-1-141,3 4 0,2 0-203,5 0 1,1 4-124,3-1 1,1 5-376,2-5 1,2 2 267,-5-1 1,3-3 151,-3 3 1,0-3 287,-4-1 0,-2 0 39,-1 0 0,-3 0-42,-5 0 1,-4-1 299,0-3 24,-4-2 1,2-5-22,-5 0 0,0 4 133,0-1 1,-5 5-95,-2-5 0,0 6-16,0-2 1,3 3-78,-3 1 59,0 0-264,-4 0 1,1 5 59,3 2 0,-2 3-106,5 1 1,-1 0 20,2 0 1,2 0-164,-3 0 1,3 0-107,1 0 1,0 0-247,0 0 1,1 0 6,3 0 1,2 0 190,5 0 0,1-5 301,3-2 0,56-17 0,18-6 0</inkml:trace>
  <inkml:trace contextRef="#ctx0" brushRef="#br0" timeOffset="727">762 331 7734,'0'-11'95,"0"4"0,0-1 383,0 0 1,-4 2-154,0-2 0,-3 5 36,3-5 1,-4 6-54,0-2 0,2 3-146,-1 1 1,-1 0-26,-3 0 1,0 4-19,0-1 1,2 6-97,1-2 1,-2 3 35,3 1 0,2 0-156,1 0 0,0 0-41,0 0 0,0 0-103,4 0 1,0 0-197,0 0 0,0-4 69,0 1 1,1-2-67,3 1 1,-1-1 132,4-2 1,0-3-12,4 3 0,0-3 40,0-1 0,0-3 30,0-1 1,0-5 109,0 2 0,0-3 130,1-1 1,-5 0 278,0 0 0,-1 4-129,2-1 586,1 1-514,-2-4 1,0 1 220,0 3-258,-4 2 1,3 5 58,-2 0-368,-3 0 159,4 0 1,-2 5-447,1 2 1,0-1-435,-4 2-131,5-1 978,-4 4 0,14-5 0,-3-1 0</inkml:trace>
  <inkml:trace contextRef="#ctx0" brushRef="#br0" timeOffset="974">927 88 7734,'-7'0'847,"-1"0"250,6 0-721,-3 0 0,5 5-23,0 3 1,1 6-243,3 5 0,-2-2-121,6 1 0,-2 1-151,1 3 1,2 0-217,-6 0 1,5 0-321,-5 0 1,5-1 246,-5-3 0,2 2-1141,-1-6 1591,-3 1 0,4-8 0,-5 1 0,-5-35 0,-1-5 0</inkml:trace>
  <inkml:trace contextRef="#ctx0" brushRef="#br0" timeOffset="1418">883 232 7734,'0'-8'225,"0"1"1,0 3-81,0-3 27,5 5 0,1-5-1,5 4 1,0 2 4,0-3 0,1 3-124,3 1 0,-2 0-166,6 0 0,-6 0 114,2 0 0,1 3 77,-1 1-218,-1 5 0,-3-3 16,0 5 0,-3 0 72,-1 0 1,-5 0-68,2 0 0,-3 0 85,-1 0 1,4 0-3,0 0 1,-1 0 42,-3 0 1,0 0 9,0 0 0,4-4 83,0 1 15,-1-6-90,2 8-65,1-9 1,5 3-2,0-8 1,-3 2-16,-1-6 0,-1 1-116,2-4 1,-2 0 108,-3 0 1,0 0 9,4 0 0,-4 0 112,0 0 0,2 0 167,-1 0 1,0 0 580,-4 0-312,4 0 41,-2 0-134,3 5-66,-1 1-263,-2 5 0,3 5-221,-5 2 0,0 3-94,0 1 1,3 0-268,1 0 1,0 0-392,-4 0 1,3 0-220,1 0 1120,0 0 0,1 0 0,10-15 0,9-3 0</inkml:trace>
  <inkml:trace contextRef="#ctx0" brushRef="#br0" timeOffset="1999">1346 221 7727,'6'0'573,"0"0"-335,-2 0 1,-3 1 12,3 3 0,-3-2-35,-1 5 0,0 1-12,0 3 0,0 0-3,0 0 0,1 1-1,3 3 1,-3-3-7,3 3 1,-3-3 12,-1-1 0,0-4 100,0 1-69,0-1-216,0-1-60,0-1 0,0-6-183,0-3 0,0-2 80,0-5 0,4 0-84,-1 0 1,5-4-84,-5 1 0,6-1-312,-2 4 0,3 0 103,1 0 0,-4 0 167,1 0 1,-1 1 112,4 3 0,0-2 153,0 5 0,-3 0 266,-1 0-211,0 3 154,4-4 0,-3 8 94,-1 1 1,-5 5 227,2-2 1,-1-1 457,0 1-648,-2 1 1,8 3-95,-5 0 0,3-4-88,-3 1 1,3-5-129,-3 5 0,4-6 49,0 2 1,-2-3-318,1-1 197,0 0-43,4 0 1,0-1-44,1-3 0,-6-2 13,-3-5 1,2 0-3,-1 0 0,0 0 156,-4 0 1,0 0 108,0 0-57,0 0 0,-2 1 184,-1 3 1,0 2-117,-4 5 1,0 0 230,-5 0 1,5 5 46,0 2 1,1-1-91,-2 1 0,-1 4 38,1 4 0,0 3-205,0-3 1,0 1-100,4-1 0,-3-2-19,3 6 1,0-5-260,4 5 0,0-6-82,0 2 1,5-3-321,3-1 0,3-5-100,3-2 1,2-3 21,3-1 759,1 0 0,42-34 0,15-9 0</inkml:trace>
  <inkml:trace contextRef="#ctx0" brushRef="#br0" timeOffset="2377">1930 133 7905,'-11'-7'663,"4"3"-259,-1 4 0,1 0 374,-4 0 1,0 0-235,0 0 0,4 0 202,-1 0-992,1 4 1,-3 3 117,3 4 1,2-4-304,5 0 207,0 1 0,0 3-693,0 0 568,0 0 0,1-1-143,3-3 0,-2 1 70,6-4 0,-1 5 135,4-2 0,0-1 320,0 2 0,0-5 137,0 5 1,0-5 196,0 5 0,-1-5-189,-3 5 0,3-5 121,-3 5 1,-2-5 84,-1 5 1,-3-5 318,-1 5 1,0-5-154,0 5 0,-5-5-185,-2 5 0,-4-5-815,-4 5 0,3-5-327,-3 5 0,-1-6-2051,2 2 2828,-1-3 0,-1-11 0,-1-2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30.12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177 33 7790,'0'-11'1461,"0"5"-915,0 1-113,0 0 1,0 4-36,0-4-51,0 5-198,-5 0 1,-1 0 25,-5 0 1,3 0-38,1 0 0,-2 5-134,-5 2 0,1 3-126,-1 1 0,1 2-70,2 1 0,-1 0-50,-2 4 1,5 0-6,-2 4 0,4 1-136,-1-1 0,3 0 153,5 0 1,5 0-107,3 0 0,5-1 44,2-3 1,4-2-20,0-5 0,3-4 103,3 1 0,-1-6 101,1 2 0,-1-4 197,-2-4 1,-1-3-33,-3-8 1,2 2 234,-6-6 1,1 2-156,-4-1 1,-4-3 117,1 2 1,-6-1 9,2-2 0,-3 3 146,-1 1 0,-1 3-125,-3-3 1,-2 4-223,-5 0 1,0 1-267,0 2 1,-1 2-157,-3 1 1,3 0-440,-3 4 1,3-3 795,1 3 0,0 15 0,0 7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30.86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166 44 7685,'0'-11'621,"0"0"-371,0 5 0,-1-2 573,-3 4-509,3 0-155,-9 4 0,4 0-77,-5 0 1,0 0 50,0 0 1,0 5-129,0 2 0,0 3 31,0 1 1,-1 1-131,1 3 1,0-1 42,0 4 1,2 0-79,1 4 1,3 1-306,5-1 0,0 0 77,0 0 1,2-2-78,1-1 0,5 0 153,6-4 0,3 0-33,6-4 0,-1-5 122,0-2 0,1-3 191,3-1 1,-4-5-111,0-2 0,-1-4 161,-7-4 1,1-2 101,-4-5 0,-1 1 299,-3 3 1,-2-3-97,-5 2 0,0-1 221,0-3 1,-5 5-243,-2 0 1,-3 4-288,-1 0 1,0 1-394,0 2 1,0 4 101,0 0 1,0 4-503,0-1 746,0 3 0,5 16 0,1 3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31.79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221 11 6468,'6'0'2033,"-1"0"-582,-5 0-1256,0-5 1,-5 4-1,-2-3 0,1 3 13,-2 1 1,0 0-25,-7 0 0,3 0-58,-3 0 0,-1 4-102,1 0 1,-4 4-208,1-1 0,2 7-10,1 1 0,3 4-156,1 0 1,-3 3 99,3 3 1,3-1-168,8 1 1,0-3 157,0-3 1,4 0-40,4-4 0,5 0 132,2-4 1,5-5 15,-2-2 1,6-3 249,2-1 0,0-6 56,-4-5 1,-4-2 59,1-5 1,-6 0 10,2-4 1,-4 0 87,-4 0 1,-1 0-134,-2-1 0,-3 3 20,3 1 0,-7 2-165,0 2 1,-6 7-149,2-3 0,-3 3-692,-1 1 1,-4 2 120,1 5 681,-1 0 0,-6 25 0,-2 5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32.3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265 44 7680,'0'-7'33,"0"0"1,-1-1 0,-2 1 1122,0 0-931,-6 4 1,3-2-52,-5 5 0,-1 2-8,-3 1 1,2 0-129,-6 4 0,2 4-17,-1 4 0,-3 3 6,2-3 0,0 4-51,0 0 0,4 2-39,3 1 1,3 0 108,1 0 1,0-1-110,4-3 0,0 3-171,4-3 1,9-2 47,2-1 1,4-4-55,-1-4 0,7-2 132,5-5 0,1 0 110,-1 0 0,-3-5 169,3-2 1,-3-4-134,-1-4 1,-5-2 71,-2-5 1,-4 0-16,-4 0 0,-2 3 17,-5 1 1,-1 0-212,-3-4 0,-2 4-295,-5 4 0,-5 1-1118,-2 2 1512,2 5 0,-25 16 0,0 9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33.05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188 66 7668,'0'-11'-219,"0"0"0,0 0 1,-1 0 1059,-3 0 0,1 5-660,-4 3 1,3 1 73,-3 2 0,0 0-24,-4 0 0,-2 0-105,-1 0 1,1 5-77,-1 3 1,2 1 66,1 2 0,-1 0-56,1 0 1,0 4-12,0 0 1,2 4-71,1 0 0,3-2-6,5 1 0,0-3-8,0 3 1,0 0-201,0 0 1,2-1 57,1-2 1,5-3-61,6 3 0,0-7 90,4 0 0,-3-6 44,3 2 1,-3-3 313,3-1 1,-1-1-56,2-3 0,-3-3-70,-5-8 1,-1 2 39,-3-6 1,-2 1 112,-5-4 0,0 1-176,0 3 1,-1-3-65,-3 2 1,-1 0-268,-2 0 0,-3 5-534,3 6 1,-3-1 800,-1 1 0,0 13 0,0 2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37.7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197 1 7839,'-7'0'-227,"0"0"1,-2 0 607,-1 0 1,-1 0-395,0 0 1,4 0 92,0 0 0,-1 0-5,-3 0 0,1 5-71,3 2 0,-3-1 19,3 1 1,-3 2-8,-1 6 0,0-3-31,0 3 0,1 2-149,3 1 1,1 3 68,2 1 1,3 0-105,-3 0 0,8-1 41,3-3 0,3 2 132,1-5 0,5-1-10,2-3 1,0-5 28,0-2 1,0-3 12,4-1 0,-3 0-5,-1 0 0,-3-5 121,3-2 0,-4-4-30,0-4 1,-3 2 183,-3-5 0,0 3-26,-4-3 0,0-1-14,-4-3 1,-2 1 47,-1 3 0,-3-2-210,-5 6 0,-4-2-171,0 1 0,-3 6-90,3-2 0,-3 6-872,3-2 840,0 5 219,4-3 0,5 19 0,1 5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38.4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265 88 7816,'0'-11'0,"0"0"260,0 0 0,0 4-38,0-1 0,0 5-13,0-5 1,0 5 100,0-5-126,-5 6 1,-1-7-80,-5 6 1,-2-1 39,-1 4 1,0 0-115,-4 0 0,4 1 19,0 3 0,-2 2-23,1 5 0,-5 0 15,2 0 0,2 5-151,1 2 0,3 4-89,1 4 1,0-3-20,0 3 1,5 1-47,2-1 1,3 0 107,1-4 1,6-2-64,5-1 1,2-3 98,5-5 1,4-1-19,4-3 0,3-3 26,-3-8 0,0-2 90,-4-5 0,0-4 97,0 0 0,-4-8 71,0 1 1,-9-2 89,-2 2 0,-1-4-263,-2 0 1,-1 2-200,-7 5 0,-6 0-13,-5 4 0,-1 1-274,2 7 0,2-1 512,-3 4 0,-12 15 0,-2 7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39.08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166 67 7453,'7'-5'1189,"0"-2"-442,-4 2-371,2-5 0,-5 8-28,0-6-174,0 6 0,-5-3 12,-3 5 1,-1 0-12,-2 0 0,0 0-12,0 0 0,-4 0-17,0 0 0,-1 5-9,2 2 1,1 3-96,-1 1 1,1 0-271,2 0 1,2 4-77,1-1 0,3 2 105,5-1 1,0-3-61,0 3 0,2 1 100,1-1 0,5-1-50,6-3 0,3-4 6,5-4 0,-1-2 62,-2-1 1,1 0 124,-1 0 1,-3-4 216,-2-4 1,-1-2 145,-2-1 0,-1-3-164,-3-1 0,-2-5-111,-5 2 0,0-2-101,0 2 0,-5-2-169,-2 6 0,-3-1-227,-1 4 1,0 0 424,0 0 0,0 5 0,0 1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44.03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 34 7902,'0'-8'1307,"0"1"-885,0 4-221,0-1-289,0-1-194,0 3-792,0-3 651,0 5 1,4 25 0,3 6-1</inkml:trace>
  <inkml:trace contextRef="#ctx0" brushRef="#br0" timeOffset="158">6 177 7791,'0'6'56,"0"-1"-354,0-5 1,0 10 0,0 2 0</inkml:trace>
  <inkml:trace contextRef="#ctx0" brushRef="#br0" timeOffset="292">17 298 7753,'-7'0'-1246,"3"0"1246,-1 0 0,8 10 0,-1 2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43.16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44 66 7825,'-11'0'698,"0"0"1,4 0-287,0 0 51,4 0-137,-2 0-163,5 0 0,5 0-21,2 0 1,9 0-161,6 0 1,5 0 75,6 0 0,2 0-111,1 0 0,4 4-257,4 0 0,-4-1-80,1-3 1,-6 0-278,2 0 0,-8 0 215,-3 0 0,-8 0-189,-3 0 0,-8-1 641,-3-3 0,-3-2 0,-25-10 0,-7-1 0</inkml:trace>
  <inkml:trace contextRef="#ctx0" brushRef="#br0" timeOffset="240">364 0 6508,'0'7'1368,"0"1"-986,5-6 0,1 3-167,5-5 1,-2 4 51,2-1 1,-3 2 107,7-1 0,-3-2-328,-1 6 0,-3-5-9,-1 5 0,-3-1-137,3 4 0,-5-3-37,2-1 0,-8 0-366,-3 4 1,-8 0 226,-3 0 0,-3-3-551,-1-1 826,0 0 0,-20-10 0,-4-5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41.98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 99 7844,'-6'-6'85,"0"1"312,2 5 127,3 0 257,-4 0-338,0 0-1,4 0-50,-4 0 1,17 0-350,3 0 1,7 0 91,-3 0 1,5 0-99,2 0 1,4 0-165,0 0 0,2 0-180,1 0 1,0 0-121,0 0 1,-5 0-339,-2 0 1,-3 0 212,-1 0 1,-1 0-680,-3 0 1231,-2 0 0,-19-9 0,-5-4 0</inkml:trace>
  <inkml:trace contextRef="#ctx0" brushRef="#br0" timeOffset="232">342 0 7844,'-11'5'184,"5"-4"500,-4 4-236,9-5-238,-4 5 1,9-3-30,-1 6 0,9-2-88,0 1 1,1 3-13,-2-3 1,4 2 92,-1-2 0,1 3-85,-4-2 1,-4 1-103,1 2 1,-6 0-36,2 0 1,-3 0-82,-1 0 1,-6 0-350,-5 1 1,-1-1 234,-7 0 243,1 0 0,-24 0 0,-4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41.0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56 122 7627,'-11'0'-77,"5"0"1,0-4 462,2 1-187,3-1 0,-5 4 247,2 0 131,3 0-297,-4 0-60,0 0 35,4 0-126,-4 0 1,6 0 26,3 0 1,2 0-70,5 0 1,5 0-123,2 0 1,8 0 87,3 0 0,7 0 16,1 0 1,4 0-106,0 0 1,-1 0-50,4 0 0,-7 0-152,3 0 0,-8 0-54,-2 0 0,-6 0-694,2 0 146,-8 0-268,-2 0 805,-10-5 1,-1 3 301,-5-6 0,0 1 0,-5-4 0,-1 0 0,-15-5 0,-2-1 0</inkml:trace>
  <inkml:trace contextRef="#ctx0" brushRef="#br0" timeOffset="223">464 12 7907,'-7'-1'-488,"-1"-3"0,5 3 495,-5-3 1,5 3 658,-5 1-323,6 0-67,-8 0 44,9 0-160,1 5 1,6-3-101,5 6 1,4-1 29,-1 4 0,5-4-15,-5 1 0,2-1 0,-1 4 0,-3 0-96,3 0 0,-3 0 72,-1 0 1,-5 0-102,-2 0 1,-3 1 74,-1 3 0,-6-3-92,-5 3 1,-1-3-305,-7-1 0,1-1 39,-4-3 0,4 3-398,-1-2 730,6-3 0,12-5 0,8-7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45.57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33 7783,'0'-6'575,"0"0"-89,0 2 151,0 3-497,0-4 1,0 4 269,0-3-649,0 3 0,1-4 1,3 5-126,-3 0-334,4 0-775,-5 0 1473,0 5 0,-5 21 0,-1 9 0</inkml:trace>
  <inkml:trace contextRef="#ctx0" brushRef="#br0" timeOffset="150">12 166 6295,'5'6'795,"-4"-1"-1105,4-5 27,-5 0 283,0 5 0,-10 6 0,-2 6 0</inkml:trace>
  <inkml:trace contextRef="#ctx0" brushRef="#br0" timeOffset="284">23 276 7644,'5'6'-348,"-4"-1"0,19-5 1,-2 0-1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4:48.00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111 374 7946,'0'-11'1229,"-2"1"-910,-1 2-162,1 4-271,-7 4 0,2 1-95,-4 2 0,0 4 39,0 4 0,4 0 1,0 0 0,-1 0 128,-3 0 1,4 3-70,0 1 0,4 0-1,0-4 0,1 0-135,2 0 1,0 0 71,0 0 0,5-4 23,3 1 1,1-6 179,2 2 1,4-3-74,0-1 0,-1-1 95,-3-3 0,1-1-148,-1-2 1,-2-3-162,-1 3 0,-3-7 170,-5-1 1,0 1 87,0 3 0,-35-10 0,-8-2 0</inkml:trace>
  <inkml:trace contextRef="#ctx0" brushRef="#br0" timeOffset="717">276 396 7797,'0'-6'78,"0"-1"73,0 4-33,0 2-64,0-4 0,0 6 0,0 3-66,0 2 1,0 5-9,0 0 0,1 0 15,3 0 0,-3 0-2,3 0 1,1 0-64,-2 0 1,5-4-39,-5 1 22,6-1 0,-7 3 55,6-3 0,-5-2-10,5-5 1,-5 0 30,5 0 0,-5 0 9,5 0 0,-5 0-8,5 0 1,-5-5 1,5-2 1,-5-3 51,5-1 0,-4 0 71,3 0-39,-5 0-67,8-5 0,-7 4 221,4-3-61,-5 3-66,3 1-153,0 0-11,-4 4 84,4 3-6,-5 4-30,0 4 1,0 3-10,0 4 1,4-4-16,0 0 1,1 1 5,-2 3 0,0 0 2,4 0 0,-3-4-72,3 0-16,0 1 94,4 3 1,0-4-9,0 1 0,-3-6-82,-1 2 1,0-3 72,5-1 0,-5-5-123,0-2 0,-1-3 3,2-1 0,0 0-109,-4 0 1,3-4 134,-3 0 0,1-4 133,-1 0 0,-3 2-46,2-1 1,-1 1-55,-2-2 1,0-1 224,0 1 1,-4 3 16,0 2 0,-3-2 213,3 1 0,-1 0-81,2 4 0,1 4 397,-1-1-300,2 6-264,1-3 0,0 6 105,0 3 1,0 2-98,0 5 1,1 5-96,2 2 0,0 3 20,4 1 1,-3 2-138,3 1 1,-3-1 70,3 1 0,-3-1-113,3-2 1,-3-4 32,3 0 1,-3-3-207,3 3 0,-3-5-344,3-2 1,-3-1 274,3-7 0,-3 1 381,3-4 0,6-44 0,4-11 0</inkml:trace>
  <inkml:trace contextRef="#ctx0" brushRef="#br0" timeOffset="985">607 330 7828,'-6'-2'232,"1"0"910,0-2-855,3 1 0,-2 1 113,4-1-298,0 1 0,4-3 36,4 5 0,5 0-182,2 0 1,3 0 121,-3 0 0,5 2-36,-2 1 1,3 0 55,1 4 0,-4 1-118,1 3 0,-5 0 39,5 0 0,-6 3-141,2 1 1,-3 1 33,-1-1 1,-1 1-55,-3 2 1,-1 3-114,-2-3 0,-3-2-36,3-1 1,-3-3-439,-1-1 450,0 0 0,0-4-517,0 1 37,0-6 759,0 3 0,-10-25 0,-2-4 0</inkml:trace>
  <inkml:trace contextRef="#ctx0" brushRef="#br0" timeOffset="1218">805 330 7828,'-6'-11'824,"2"-1"1,3 1-580,1 0 1,0 4-4,0 0 0,0 3 12,0-3 1,5 4-65,2 0 0,7 1-79,0 2 0,5 0-104,-4 0 1,4 0-24,0 0 0,-4 5-57,0 3 1,-3 1-134,-1 2 0,-1 0-126,-2 0 0,-4 1 13,-4-1 0,-1 0-262,-2 0 1,-4 0 212,-4 0 1,0 0-114,0 0 0,-3-2 481,-1-1 0,-10-8 0,2-6 0</inkml:trace>
  <inkml:trace contextRef="#ctx0" brushRef="#br0" timeOffset="1861">1037 285 7699,'11'0'180,"0"0"1,-4 2-129,0 1 1,-3 3-53,3 5 0,-4-3-13,0-1 0,0 1 8,1 3 1,-3 3-33,3 1 7,-3 0 0,2-4-6,1 0 0,0-4-46,-4 0-30,5-4-259,-4 2 236,9-5 0,-5-5 39,2-3 1,3 0-10,-3 1 1,-1-7-103,2 3 0,-6-2 183,2 2 1,1-2 120,-2-1 1,5 1-51,-5-1 1,2 1 425,-1 2-342,-3 0 1,4 0 50,-5 0 0,1 5-69,3 3-61,-3 1-40,4 2 1,-5 5 14,0 3 1,0 1-102,0 2 1,0 4 33,0 0 0,0-1-135,0-2 0,4 0 85,-1 2 0,5-1 140,-5 1 0,5-5 278,-5-2-266,6 1 0,-3-2 163,5-3-215,0-1 1,0-2 71,0 0-98,0-5 0,-1-3-163,-3-6 1,2 1 9,-5-1 1,3-2 148,-3 1 1,-1-3 155,-3 3 1,0-4-133,0 0 1,0-2 149,0-1 0,0 0 8,0 0 1,0 0 257,0 0 0,-1 1-86,-3 3 1,3-2 135,-2 6 0,1-1-75,2 4 0,0 3-49,0 1-392,0 5 0,0-2 131,0 8 1,2 3-96,1 8 1,0-1 37,4 8 0,-5-2-95,2 6 0,1 1-107,-1-2 1,1 2-175,-2-1 0,-2-1-165,3 4 0,-3-4 55,-1 0 0,4-3-113,0-3 1,-1 0-336,-3-4 511,5 0 1,-2-9 394,4-3 0,0-31 0,4-8 0</inkml:trace>
  <inkml:trace contextRef="#ctx0" brushRef="#br0" timeOffset="2010">1345 197 7828,'0'-11'222,"0"0"0,1 4-776,3-1 1,2 6 198,5-2 0,0 3-166,0 1 521,5 0 0,31 5 0,12 1 0</inkml:trace>
  <inkml:trace contextRef="#ctx0" brushRef="#br0" timeOffset="2312">1643 153 7828,'-7'0'-245,"-1"0"1,5 4 283,-5-1 1,5 1 221,-5-4 133,6 5-199,-8 1 1,5 5-57,-2 0 1,2-3 3,5-1 1,0 0 21,0 4 0,0-3-31,0-1 0,5 0 1,2 4 1,3 0 75,1 0-241,0 0 0,0 0 58,0 1 0,-4-3-194,1-1 0,-6 1-26,2-1-40,-3 2 0,-6 1-60,-2 0 1,-4-4-167,-4 0 0,2-3-650,-6 3 1108,1-4 0,-24 2 0,-4-5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5:02.9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12 7539,'-6'0'58,"1"-5"57,5 4-288,-5-4 176,4 5 58,-4 0 43,5 0-64,5 0 0,1 4 8,5-1 0,-2 6 26,2-2 1,-1-1-48,8 2 0,-2 0 28,6 7 0,-1-2 1,8 6 1,2-5-43,6 5 0,-2-1-8,6 4 1,-1 0 24,4 0 0,-6-1-9,-5-2 0,-1-4 44,-6-4 0,-4 2 2,-4 1 1,-4-5 11,0 2-32,-6-7 0,-3 2 26,-5-3 6,0-1-354,0 3-1014,0-5 1288,-5 0 0,8-5 0,-1-1 0</inkml:trace>
  <inkml:trace contextRef="#ctx0" brushRef="#br0" timeOffset="2377">33 45 7529,'-11'0'-1025,"5"0"1104,-4 0 87,9 0-107,-4 0 69,5 0-120,0 5 31,0-4 8,0 9-5,0-4 1,1 5-4,3 0 1,-3 0-13,3 0 1,-2 0-1,2 0 1,-1 0-20,4 0 0,-1 4 3,1 0 0,3 3-20,-2-3 0,-2 4 32,1 0 1,0-2-68,4 1 1,-1 1 34,-2 3 1,1 0-7,-1 0 0,2-4 8,1 0 0,0 0 5,0 0 0,-4 3 21,0-3 0,1-2 5,3-1 0,-2 1-26,-1-2 0,0 5 4,-4-5 1,5 5 1,-2-4 1,-1 3-5,1-3 0,-3 1-2,3-2 1,-3-2 13,3 3 1,1 1-2,3-1 0,-4 0-13,1-4 1,-1 0-1,4 0 1,-1 3-3,-3 1 1,3 0 9,-3-4 1,-1 0 0,2 0 0,-5 3 31,5 1 0,-6 0 3,2-4 1,1 0-4,-2 0 0,5 4 6,-5-1 0,2 1-37,-1-4 1,-2 0-13,6 0 0,-4 0 2,3 0 0,-3 0 18,3 0 1,-3 0-6,3 0 1,-3 0 15,3 0 1,-1 0-2,1 0 1,0 0 25,-4 0 1,2 0 12,2 0 0,2 0-26,-5 0 1,3 1 6,-3-1 0,3 0-28,-3 0 1,1 0 68,-2 0 0,0 0 2,4 0 1,-1 0-33,2 0 0,0 0 5,-4 0 1,3 1 90,-3 3-70,4-3 0,-3 4-10,3-5 0,0 0 2,-4 0 1,3 0-56,-3 0 1,1-1 29,-1-3 0,-3 3 36,2-3-49,4 3 1,-6 1-1,2 0 1,0-1-68,1-3-21,-3 3-100,4-4-96,-5 5 1,0-3-1123,0-1 748,0-5 622,0 3 0,0-29 0,0-7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5:07.97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55 0 6641,'-6'1'929,"2"3"-1177,3-3 207,1 4 84,-5 0 0,4-2 21,-3 4-5,3-5 1,1 8-19,0-3 0,0 0-2,0 0 1,4 4-6,-1 4 0,5 1 0,-5-2 0,6 3-8,-2 5 0,0 1-84,0-1 1,0 3 68,4 1 1,-1 1-7,-3-1 0,3-2-6,-2 6 1,1-2-12,2 1 0,0 3 1,0-3 0,-1 0-4,-2 0 1,1-1-59,-1 2 1,-2 0 61,1-4 0,-3 0-7,3-4 1,-3 2-12,3-2 1,-4 3-7,0-7 1,2 2 5,-1-2 1,3 5-2,-3-4 1,1 4 22,-1-5 0,-2 2-1,5-2 1,-3 3-1,3-2 0,-4 1 3,1 2 1,2-3-17,1-1 1,-1 1 13,1 3 1,-3-4-1,3 0 0,-3 1 4,3 3 1,-3 0 1,4 0 1,-5-1-7,5-3 1,-5 3-1,5-3 1,-5 3 16,5 1 0,-6-4 31,2 1 0,1-1-14,-2 4 0,5-1-5,-5-3 1,2 3 4,-1-2 1,-2-2 11,6 1 0,-6-1 7,2 2 0,-2-2 1,2-2 1,-2-2 6,6 5 0,-6-4-52,2 1 0,1-2-35,-2 2 0,5-3 24,-5 3 0,2-3-1,-1-1 1,-3 4-8,3-1 1,1 1 8,-1-4 0,0 4-10,0-1 1,-3 1 17,3-4 0,-2 1-2,2 3 1,-3-1 41,3 4 0,1-5 7,-1 2 1,0-1 4,0 0 0,-3-1-41,3 1 0,1-1-1,-1-2 1,1 3 2,-2 1 0,-2 0-4,3-4 1,1 0-13,-1 0 0,1 3-8,-2 1 1,-2 0 29,3-4 0,1 0-13,-1 0 1,-1 0 1,-3 0 0,4 0-21,0 0 1,-1 0 0,-3 0 1,4 0 8,0 0 0,1-4-2,-2 1 0,-1-1 2,1 4 0,0-3-13,0-1 11,-1 0 1,4 3 1,-3-3 0,-1 3 3,1-2 0,0 1 1,0 2 0,-1-3 1,1-1 0,2 0 2,-1 4-3,0 0 0,-3 0 31,2 1-14,-1-1 0,6 0 38,-4 0 0,0-4-27,-4 0 0,3 1 36,1 3-42,0 0 1,-3 0 3,3 0 1,-3 0 38,2 0 0,-1-4 72,-2 0-56,5 1-44,-4 3 0,5-1 4,-2-3 17,-3 3-36,4-4 0,-4 4-9,3-3 1,-3-1 12,3-2-37,-3 2 0,-1 1-9,0 1 0,0-5-31,0 5-189,0-6-770,5 8 530,-4-9 479,4 4 0,-10-34 0,-1-8 0</inkml:trace>
  <inkml:trace contextRef="#ctx0" brushRef="#br0" timeOffset="1117">88 717 7356,'-5'6'-576,"-2"-2"726,2-3 11,0-1 57,5 0-92,5 0 18,-4 0-1,9 0-86,-4 0 1,5 0-53,0 0 0,0 0-3,0 0 1,2-4 6,1 0 0,0-4-17,4 0 1,-3 2 16,3-1 0,4 0-7,4-4 0,3 0-2,-3 0 0,1 3-7,-1 1 1,-3 0 118,3-5 1,1 3-6,-2 1 0,1-1-18,-4 1 1,0 0-45,0 0 0,0-2 1,0 3 0,-1 1-46,-2-1 0,0 1 2,-4-2 0,3 0 80,-3 4-25,0 0-88,-4 4-30,0 0-218,-5 0 143,-1 0-352,-5 0 1,-5 5-1,-1 1 1</inkml:trace>
  <inkml:trace contextRef="#ctx0" brushRef="#br0" timeOffset="1942">88 761 7131,'-5'6'176,"4"-1"0,-5-5 28,2 0 34,3 0-32,-4 0 10,5 0-19,0 5-113,0-4 0,4 5 33,0-2 1,4-2 15,-1 6 0,3-2-38,1 1 0,0 3-11,0-3 1,4 3 5,0 1 1,4 4-30,0-1 0,2 2-98,1-1 0,0-2 89,0 6 1,0-2-26,0 1 1,0 2-51,0-5 1,1 4 19,3 0 1,-4-3-16,0-2 1,0-1 5,-4-2 1,0 0-6,0 0 0,-5 0 10,2 0 0,-3 0-6,-1 0 1,0 0 19,0 0 0,-3 0-7,-1 0 0,-3 0-5,3 0 0,-3-4 6,3 1 0,-3-2-4,3 1 1,-4-1-51,0-2 0,2-2-6,-1 6 1,0-5-131,-4 5-310,4-6 250,-2 8 0,3-8-629,-5 6-151,0-6 1029,0 3 0,0-15 0,0-2 0</inkml:trace>
  <inkml:trace contextRef="#ctx0" brushRef="#br0" timeOffset="3102">33 849 7471,'-11'0'-469,"4"0"590,-1 0 100,6 0-36,-3 0-38,5 0 1,4 1-105,-1 3 1,2-2-15,-1 6 0,-2-1 18,6 4 0,-5-4-10,5 1 1,-2-1 15,1 4 1,3 4-17,-3 0 0,0 0-56,0 0 0,0-1 61,4 4 0,-3-3-47,-1 3 0,0-1 45,4 2 1,0 1 4,0-1 1,0 2 17,0 1 0,0-4 5,0 0 1,1 1 31,-1 3 0,0-4 4,0 1 1,0-2-57,0 1 1,-4 2 21,0-6 1,1 6-137,3-2 1,0 0 34,0 0 1,-4-3-52,0 3 1,1-3 107,3 3 1,0-4-25,0 0 1,0 2-74,0-1 1,-1 0 21,-3-4 0,3 0 65,-3 0 1,-1 0 8,2 0 1,-2 3 77,1 1 0,3 0-31,-3-4 0,-1 0-17,2 0 1,-1 1-28,4 3 0,-3-3 2,-1 3 0,-1-2-28,1 2 1,3-3-11,-3 3 0,3 1-10,1-2 0,-1 2-10,-3-1 0,6-3 19,-6 3 0,5 1 68,-4-1 1,0-1 4,0-3 1,1 4-31,-1 0 0,-3 1 9,-2-2 1,2-1-38,-1 1 1,3-1 0,-3-2 1,3 0-12,-3 0 0,3 1-6,-3 3 1,3-3-4,-3 3 1,5-3-3,-2-1 0,-1 0-11,1 0 1,-3 0 27,3 0 0,1 0 0,2 4 13,-3-1 1,1 1 2,-4-4 1,3 0 9,-3 0 1,1 0 5,-1 0 1,-2 0-6,6 0 1,-6 0 26,2 0 1,1-2 6,-2 2 0,5-6-44,-5 6 0,5-3 5,-5 3 0,5 0 10,-5 0 0,5 1-2,-5-1 0,2-2 1,-1-1 1,-2 1-1,6-1 1,-6 2 14,2 1 0,1 0-4,-2 0 0,2-4 0,-1 0 1,-3 1 6,3 3 0,-3-4 10,-1 0 1,4-3-61,-1 3 1,1-3-9,-4 4 1,1-5-92,3 5-284,-3-6 67,4 3 0,-4-5-276,3 0-75,-3 0-265,4 0-299,-5 0 1230,0-5 0,-15-31 0,-3-11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5:12.12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110 982 7699,'0'-11'-941,"4"3"806,0 1 1,-1 3 173,-3-3 0,5 3 1,3-3 0,-2 0 6,1-4 1,2 0 8,5 0 0,-1-4 3,1 0 0,3-3 86,2 3 0,2-5 11,1 2 1,0-3-54,0-1 1,0 4-27,0-1 0,0 1-25,0-4 1,0 1-85,0 3 0,-4-3 64,1 3 1,-2-3-98,1-1 0,2 0 73,-5 0 0,4-2-3,0-1 1,-1 0 59,4-4 0,-6 1-38,6-2 1,-2-2 9,2 3 1,1-3-7,3-1 0,-4 4 2,0-1 0,0 5 1,-4-5 1,3 6-8,1-2 1,-5 8-53,-2 3 0,-7 4-45,0 3-333,-6 4-108,3 4-128,-5 0 430,-5 4 1,3 3-4,-6 4 1,5-4 212,-5 0 0,-9 10 0,-6 7 0</inkml:trace>
  <inkml:trace contextRef="#ctx0" brushRef="#br0" timeOffset="727">210 927 6800,'-12'0'-162,"6"0"324,-3 0 186,7 0-160,-3 0 239,5 0-317,5 0 1,1 0-28,5 0 1,5 0 11,3 0 1,2-2-10,1-1 0,1 1 47,3-1 1,-2 0 1,6 0 1,3 1-78,3-1 1,1 2 3,-4 1 0,4-4-23,0 0 0,-2 1-124,-5 3 0,0 0-5,-4 0 0,1 0 26,-1 0 1,-7 0 40,3 0 0,-7 0-9,0 0 1,-3 0-94,-1 0-57,0 0-191,-5 0 93,-1 0-174,-5 0-55,5 0 209,-4 0 1,5 0 299,-2 0 0,-3 0 0,-11-5 0,-8-2 0</inkml:trace>
  <inkml:trace contextRef="#ctx0" brushRef="#br0" timeOffset="1392">88 1037 7047,'-6'0'871,"1"0"-320,5 0-385,5 5 1,1 1-35,5 5 0,4 4 50,0-1 1,3 6 6,-3-2 0,4 3-50,0 1 0,2 5 25,1 2 1,1 3-7,3 1 0,1 0-59,2 1 1,2-1-3,-6 0 1,6 0 7,-2 0 1,-2-1-94,-1-3 0,-3-2 58,-1-5 0,-1 4-165,-3 0 0,0-4 117,-4-4 1,-1-3-117,1 3 1,-1-5 57,-2 2 0,0-1 19,0 0 1,0-1-96,0 1 1,-2-1 77,-1-2 0,2 0-79,-3 0 0,-1-4 59,1 0 0,0 1-74,0 3 1,1-4 44,-4 0 1,3-3-291,-3 3-91,5 1 1,-4-1-291,2 0-96,3-4 399,-9 2 451,4-5 0,-5-5 0,0-1 0</inkml:trace>
  <inkml:trace contextRef="#ctx0" brushRef="#br0" timeOffset="2234">143 1786 7695,'0'-11'-1128,"0"0"1197,0 0 1,0 0-77,0 0 0,4 0-92,0 0 1,3 0 206,-3 0 0,4-1-38,0-3 1,1 2 4,2-6 1,1 1 10,-1-4 0,0 0 15,0 0 0,0-4-32,0 0 1,3 1 7,1 3 1,0 0-2,-4 0 1,3 0-8,1 0 1,4-1-58,-5 1 0,2 0 42,-1 0 0,-2 2-21,6 1 1,-6-2 0,2 3 0,1-3 3,-2-1 1,1 0-97,-4 0 1,0 0 93,0 0 0,0 0-43,0 0 0,4-5 24,0-3 0,-1 2-5,-3-1 0,0-1-15,0-3 0,4-1-9,0-3 1,0 3-6,-4-3 0,1 3-4,3 1 1,-2-4 12,5 0 0,-3 1 11,3 3 0,-3 1 41,4 2 0,-6 0-42,2 4 0,-3 0-1,-1 4 1,0 4 18,0-1 1,-4 6 5,1-2 0,-5 3-22,5 1 1,-5 1 5,5 3-259,-6-3 162,3 9-266,-5-4-192,0 5 326,0 5 0,-1 0-129,-3 2 0,2 3 349,-6-3 0,6 3 0,-27 40 0,-2 10 0</inkml:trace>
  <inkml:trace contextRef="#ctx0" brushRef="#br0" timeOffset="2842">187 1919 7695,'-4'-6'-713,"2"1"712,-3 0 1,5 2 139,0-4 1,0 3-21,0-3 0,5 0 78,3-4 0,5-2-44,2-1 1,6-3 84,1-5 0,1-1-22,6 1 0,2-5-55,6-2 1,1-3-4,2-1 0,3 0-48,-3 0 0,0-1-108,0-3 1,-4 6 25,0-2 0,-3 3-131,-3-3 0,2-1 77,-3 1 0,-2 4-109,-1 0 1,-3 4 8,-1-1 0,0 4 82,0 4 0,-5 2-74,-2 5-42,-3 0-45,-1 0 0,-1 4-103,-3-1-42,-2 6 1,-3-3-245,1 5 217,-2 0 0,3 4 377,-8-1 0,3 6 0,-43 26 0,-5 13 0</inkml:trace>
  <inkml:trace contextRef="#ctx0" brushRef="#br0" timeOffset="3312">154 1952 7695,'8'0'52,"-1"0"0,-3 0 252,3 0 1,0 0 6,4 0 0,4 0 183,0 0 0,9 4-125,2-1 0,6 2-124,5-1 1,-2-2-221,6 6 0,-1-6 138,4 2 1,3 1-344,-3-2 1,1 2 67,-8-1 1,0-3-77,-4 3 1,-1-3-114,-3-1 0,-7 4-315,-7-1 1,-3 1-350,-1-4 291,-5 0 1,-1-1 116,-5-3 557,0 3 0,-10-14 0,-2 3 0</inkml:trace>
  <inkml:trace contextRef="#ctx0" brushRef="#br0" timeOffset="4204">0 2668 7532,'4'-7'0,"-1"0"0,1-2-710,1-1 1,-3-1 614,6 0 1,-6 0 337,2 0 1,1 0-134,-2 0 1,5-1-30,-5-3 0,6 2 8,-2-6 0,3 1-36,1-4 0,0 0-7,0 0 1,2-4 7,1 0 1,0-3-3,4 3 0,-4-3-18,0 3 0,-1 4-3,-2 4 0,0-2-18,0-6 1,-2 7 45,-1-3 1,2 1 1,-3-5 0,3 2-42,1-6 1,0 6-7,0-2 0,0-1 35,0 1 1,-3-4-1,3 0 0,-2-1-3,6-2 0,-3-2 5,-1-2 0,1 2-96,3-5 1,-3 3 29,3-4 1,-2 5-7,2-5 1,-3 1-12,3-4 1,1 0-16,-1-1 1,-1 0 34,-3-3 1,0 2-12,0-6 0,-1 6 47,-2-2 1,1 2 3,-1-2 0,1 1-13,2-4 1,1 8 11,-1-1 0,0 6 18,0-3 0,0 6-17,0-2 1,0 8-1,0 3 0,0-1-53,0 1 0,3 1-6,1 3 1,-4 0 106,-4-1 1,0 6-67,0 3 1,2-2 139,-6 1-131,1 0 9,-4 4-91,0 5-9,0 1-430,0 5 1,-1 5 156,-3 2 0,2 3 346,-6 1 0,1 25 0,-4 5 0</inkml:trace>
  <inkml:trace contextRef="#ctx0" brushRef="#br0" timeOffset="5010">55 2713 7695,'0'-7'-380,"0"1"378,0 3 248,0-4-297,0-4 1,0 4 113,0 0 0,1 1 43,3-2 1,-1-2-48,4 3 0,0-3-9,4-1 1,0 0 77,0 0 1,2-3-25,1-1 0,2-5 24,3 2 0,1-7-56,-1 0 1,5-6-87,2 2 0,1-3 46,-1-1 1,-3-4-106,3 0 1,1-8-18,-2 1 1,5-3 79,-5 3 1,1 0-26,-4 0 0,0-3 38,0 3 0,-1-1-20,-3 8 0,3 1 55,-2 2 1,0-2 20,0-1 1,1 0-57,-1 4 1,-2-4 6,1 1 0,1-5-121,3 4 0,-4-3 121,1 3 0,-2-1-164,1 2 0,2 2 42,-6 1 1,1 10 46,-4 8 0,-4 4-109,1 4-2,-6 2 67,3 5 1,-5 5-145,0 2 0,0 3 161,0 1 0,-1 0-86,-3 0 1,2 2 177,-6 1 0,-9 13 0,-6 7 0</inkml:trace>
  <inkml:trace contextRef="#ctx0" brushRef="#br0" timeOffset="5536">99 2668 7695,'8'-1'-76,"-1"-2"0,2-5 0,0-2 324,2-1 0,5 0 41,3 0 1,6-5 165,5-2 1,3-3-278,4-1 0,3-1-137,8-3 1,1 3 58,2-3 1,-2 4-61,-5 4 0,-4 1-63,-4 2 1,1 3-110,-4-3 0,-2 6-121,-9 2 0,0 1 3,0-1 0,0-3-186,0 2 1,-4 2 19,1-1 0,-1 3-135,4-3 1,-1 1 550,-3-2 0,3-6 0,-4 1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5:19.1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0 7793,'11'6'-92,"1"-2"0,1-3 0,3-1 0,1 0 0,3 0 546,1 0 0,1 4-270,0 0 1,5-1-83,2-3 0,2 0-123,-2 0 1,2 0 97,-5 0 1,3 0-111,-3 0 1,0 4-38,-4 0 0,-5-1-238,-3-3 0,2 0-808,-1 0 588,0 0 528,-9 0 0,-6 5 0,-6 1 0</inkml:trace>
  <inkml:trace contextRef="#ctx0" brushRef="#br0" timeOffset="1351">78 88 7672,'0'-11'-593,"0"0"548,0 5 322,0 1-41,0 0 6,0 4-65,0-4 224,0 5-296,0 5 1,1-4 19,3 3 1,-2 2 13,5 2 1,-3 1-4,3 2 0,1 4-60,3 0 1,4 4-73,-1 0 1,6 2 31,-2 1 0,-1 3-6,2 1 0,0 5 31,7-2 1,-3-1-19,3 2 1,-3-5-13,-1 5 1,-1-6 11,-2 2 1,0-4-1,-4-4 1,0 2-23,-4-5 0,2 3-7,-2-3 0,3-1-10,-7-3 1,1-3-4,0-1 0,0 1-5,-4 3-8,5 0 1,-7 0 9,5 0 1,-3 0 3,3 0 0,-4-4-3,1 0 0,1 1 19,-2 3 1,5-4-1,-5 0 1,5-3-40,-5 3 1,5-3-284,-5 3-29,6-4 1,-4 3 142,2-2-423,-2-3 613,-5 4 0,-15-5 0,-3 0 0</inkml:trace>
  <inkml:trace contextRef="#ctx0" brushRef="#br0" timeOffset="2041">1 177 7046,'0'7'210,"0"0"0,0-3-96,0 3 1,4 2-19,4 6 1,-2-2-17,1 5 1,2 1-27,6 3 0,-2 1-105,5 3 1,-3 1 102,3 2 0,-3 3 3,4-3 0,-5 4 1,5 4 0,-2-2-1,1 1 0,-2 2-95,-5-1 1,4 0 34,-1-4 0,2 4-11,-1-1 1,-3 1 37,3-4 1,-3 1-3,-1 3 0,0 1 27,0 3 0,2 0-1,1-4 1,0 3 11,4-3 1,-1 4 90,2-5 0,0 5-15,-4-5 1,3 1-52,-3-4 0,3 4-3,-3 0 0,1 0 16,-1-4 0,-2-4 10,6 0 1,-6 0-37,2 0 1,1 2-4,-2-6 1,1 1-45,-4-4 0,0 0-132,0 0 0,-1-5-10,-3-2 0,2-3 99,-5-1 0,0-1-858,0-3-149,-3-2-253,4-5 1280,-5 0 0,-5-34 0,-1-9 0</inkml:trace>
  <inkml:trace contextRef="#ctx0" brushRef="#br0" timeOffset="2803">122 364 7798,'0'-11'144,"0"0"-137,0 0 1,0 6 455,0 5-216,0 10 0,0 3-41,0 6 0,1 0 6,3 7 1,-2 2-146,6 5 1,3 4 63,3 0 0,2 6-147,-1 1 1,2 5 33,5 6 0,0 5-65,0 2 1,0 2 90,0-2 0,-3 2-12,-1-5 1,-1 3-41,2-3 0,-4-5 7,-4-6 1,1-3 81,-1-1 0,0 3-39,0-3 1,0 2 73,0-5 1,-4-2-12,0 2 1,1-2 1,3 1 1,-4 2-59,0-5 0,1-1 12,3-3 1,0 4-39,0 0 0,-1-4-12,-3-4 1,3 1-6,-3 3 0,3 0 19,1 0 0,0-4-2,0 1 0,0-5 30,0 5 1,-1-6-6,-3 2 0,3 1-13,-3-1 0,3 1 10,1-2 1,-3-1 102,-1 1 1,-3 0-61,3 1 0,-3-3-34,3 3 1,-3-7 19,3 0 0,-3-2 1,3 1 0,-5 2-47,2-6 0,-1 5-84,0-5 1,-2 1 39,3-4 1,-3 0-121,-1 0 0,0-3-143,0-1 186,5-5 0,-4 5-355,3-4-1,-3-2-372,-1 4-246,5-5-564,-4 0 1631,4 0 0,-10-24 0,-1-7 0</inkml:trace>
  <inkml:trace contextRef="#ctx0" brushRef="#br0" timeOffset="4012">45 265 7506,'-6'5'0,"2"2"0,3 3 0,1 1-162,0 0 1,0 1 413,0 3 0,0 2 0,0 5 1,0 1-107,0 3 1,3 2 37,1 5 1,5 0-120,-2 0 1,-1 0 3,1 0 1,1 2 32,3 2 0,-4-3 6,0 3 1,1 2-123,3 1 0,-4 1 13,1 3 1,-1-6-61,4 6 1,0-6 78,0 2 1,-4-3-81,1 3 0,-1-4 94,4 1 0,0-3 2,0-1 0,-4 1-2,1 3 1,-2-6-3,1 2 1,-2-6 41,-5 2 1,4-1 12,0 2 1,0 0 73,0-4 0,-1 1-81,4-1 1,-3 1-4,3 2 1,-3 3-29,3-3 0,-3-1 1,3 2 0,-1-1 13,1 4 0,3-3-2,-2-1 0,0-3-56,-1 3 1,3-1-13,-2 2 0,-3-2-61,-2-2 1,2-3 115,-1 3 1,1 1-1,-2-2 1,-1 1 23,1-4 1,2 0 9,-1 0 1,1 4-85,-2 0 0,-1-1 1,1-3 0,2 1 5,-1-1 1,3 0-11,-3 0 0,0 0-9,-4 0 1,3 0 5,1 0 1,1-1-19,-1-3 0,-2 3 80,5-3 0,-4 3 6,0 1 0,2 0-1,-1 0 1,0-3 115,-4-1 0,3 0-105,1 4 0,0 4-52,-4 0 0,3-4 5,1-4 0,1-1-22,-1 2 0,-2 2-141,5-3 0,0-1 126,0 1 1,1 1-26,-4 3 0,5-1 60,-2-3 1,-2 3-4,-1-3 0,1 3 90,-2 1 0,1-1-103,-4-3 1,4 3 67,-1-2 0,1-2-60,-4 1 0,4-3 6,-1 3 1,5-4-29,-5 0 1,5-1-10,-5-2 1,5 0-16,-5 0 1,5 0-15,-5 0 1,1 0 35,-4 0 1,0 0-9,0 0 0,4 0 11,-1 0 1,1 4 6,-4-1 0,0 1 4,0-4 1,0 0-13,0 0 1,1 0 2,3 0 0,-3-4 32,3 1 5,-3-1 36,4 4-74,-4 0 0,8-3 1,-6-1 0,1-3-48,-4 3 0,1-5-300,3 2-197,-3 2-759,4-5 923,-5 4 390,0-5 0,-24-24 0,-7-7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5:26.6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 2723 6604,'0'11'-727,"0"-4"725,0-2 1,0-4-9,0 2 8,0-1-4,0 3 57,0-5-4,-5 0 215,4 0-122,-4 0 117,5 0 1,4-2-206,-1-1-27,1 1 0,-4-4 13,0 3 1,1 1 42,3-1-43,-3-3 0,4 3 6,-5-4 1,4 3 14,-1-3 1,2 3 6,-1-3 0,-3-1 18,3-3 1,1 0-29,-2 0 1,5 0-1,-4 0 1,3 0-36,-3 0 1,4-1-11,-1-3 1,0 3 12,0-3 1,-1-1-3,1 2 1,3-6 8,-2 2 0,0 1-6,-1-2 1,3 1-25,-2-4 1,-2-4 23,1 0 0,0 1-1,4 3 1,-3-4-15,-1 0 1,1-5-4,3 2 0,-2 1 20,-1-1 1,1-1-4,-1-3 1,2 0 2,1 0 1,-4 0 1,0 0 1,1 0-5,3 0 0,-4 0-3,0-1 1,1 1-1,3 0 1,0-1 40,0-3 1,0 3 3,0-3 1,1 3 2,3 1 1,-2-1 5,6-3 1,-6 6-29,2-2 0,1 1 9,-2-4 1,2 0-46,-1-4 1,-3 4 32,3-1 1,1 3-2,-1 1 1,-1 4-49,-3-1 0,0 2-12,0-1 1,-1 2 39,-2 5 0,1-5-5,-1-3 0,0 2 6,0-1 1,1 3-1,-1-3 0,2 3 32,1-4 0,-4 1-55,0-4 0,1 4 0,3-1 0,3 1 9,1-4 0,1 0-3,-1 0 1,-2-1 12,6 1 0,-5 0-4,5 0 0,-6 1-11,2 3 0,-4-2-2,-4 6 1,3-1 78,-3 4 1,-2 1-50,-1 3 1,-2 2 7,2 5 0,-3 0-28,3 0 1,-3 0-1,-1 0 1,1 3-46,3 1-212,-3 0 85,4-4-345,0 0-801,-4-1 743,9 1 561,-4 5 0,0 1 0,-1 5 0</inkml:trace>
  <inkml:trace contextRef="#ctx0" brushRef="#br0" timeOffset="1050">12 2801 6581,'-6'0'420,"1"0"-342,5 0 0,4-5-27,-1-3 0,2 2-27,-1-1 1,-2 0 5,6-4 1,-1-4 7,4 0 0,0-3-9,0 3 1,0-5 26,0 2 0,0-3-11,0-1 0,1-1-3,3-3 1,-3 3 4,3-3 0,1-1-21,-1 2 1,-1-5-4,-3 4 0,0 1 5,0 3 1,0 0 2,0 0 1,0 0-3,1-1 0,-1 0-10,0-3 1,0 3-14,0-3 1,0 2 36,0-2 0,0 3 2,0-3 1,0 3-56,0 1 1,0 0 7,0 0 0,0 0 0,0 0 1,0 0-10,0 0 0,0-2-5,0-1 0,0 0 18,0-4 1,0 1-5,0-2 1,1-2-8,3 3 1,-3 0-10,3-5 1,1 7 18,-1-6 0,0 3 15,0-3 1,-1 2 1,4-2 1,-4 6 38,0-6 1,0 4 6,0-1 0,-1 2-19,1 2 1,0 3 6,1-3 0,-3 7 5,2 0 0,2 2 7,-1-1 0,1-2-47,-1 6 0,-2-6 13,6 2 1,-5 0 29,5 0 1,-6 0-30,2-4 0,1 0 1,-2 0 0,2 3 4,-1 1 0,-6 4-2,2 0 1,-4 1 49,0 2 4,3 0-72,-4 0 0,0 4 4,-2 0-180,-3 4 0,1-5-418,1 4 138,-2-5 0,6 7-3,-4-6 0,-2 5 443,3-5 0,-3 6 0,-1-3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5:28.70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1236 7598,'6'-11'-562,"4"5"1,-8-3 528,6 5 0,-5-3 77,5 3 0,-5-4 93,5 0 1,-1 2-125,4-1 1,0 0-3,0-4 0,0 0 57,0-1 0,0 1-20,0 0 0,0 0 3,0 0 1,4 0 8,0 0 0,-1 0 14,-3 0 0,0-3-39,0-1 1,0-1 7,0 1 1,0 3 12,0-3 0,0-1-12,1 2 0,-1-1-37,0 4 0,0-4 41,0 1 0,0-2-6,0 1 0,3 3 5,1-3 1,1-1 10,-1 1 1,-2-3 26,6 3 0,-5-1 5,5 2 0,-5 0-42,5-4 1,-5 3-5,5-3 1,-6 3-57,2-3 1,-2 3 16,2-3 1,-3 3-17,3-3 1,-1-1 44,0-3 0,-2 4-6,3-1 1,1 1 2,-1-4 1,1 4 8,-2-1 1,-1 4 28,1-3 1,2 3 8,-1-3 1,3 5 44,-3-2 0,3 3-35,-3 1 0,4-4-1,-5 0 1,5 1-79,-5 2 1,2 1-9,-1 0 0,-3 0 21,3 0 0,-3-3-6,-1-1 0,0 0-129,0 4 1,0-1 77,0-3 1,-3 3-106,-1-3 1,0 3-29,4 1 1,-3 4-102,-1-1 0,-3 5-13,3-5 0,-5 5-621,2-5 432,2 6 471,-5-3 0,-15 15 0,-11 2 0</inkml:trace>
  <inkml:trace contextRef="#ctx0" brushRef="#br0" timeOffset="891">34 1291 7176,'5'-6'-1047,"-4"1"1050,4 5-2,-5-5 85,0 4 8,0-4 56,0 5 1,1-4-12,3 0 201,-3 1-252,9 3 1,-4-4-85,5 0 1,0 0-6,0 0 0,0 1 27,0-4 0,4 3-17,-1-3 1,6 1-34,-2-1 1,0-3-17,0 2 0,0 2 32,4-1 0,-1 3 3,-2-3 1,1 3 116,-1-3 1,2 3-11,1-3 1,0 1-19,0-2 1,1-1-58,3 1 1,-2 0 4,6 0 1,-5-1-15,5 1 1,-4 0-105,3 0 1,-5-2 60,2 3 1,-3 1-146,-1-1 0,4 0 152,0 0 1,-4-1 30,-4 4 1,1-1 101,3 1 0,-1 3-65,-3-3 0,-1 2 143,-2-2 1,-3 3-105,3-3 1,1-1 25,-2 2 0,1-2-46,-4 1 1,0 2-5,0-6 1,4 5-179,0-5 0,-1 6 32,-3-2 0,0-1-78,0 2 1,0-5 2,0 5 0,-3-1-151,-1 4 1,0-4 77,4 1 1,-1-2 228,-2 1 0,-8 3 0,-7-4 0</inkml:trace>
  <inkml:trace contextRef="#ctx0" brushRef="#br0" timeOffset="1589">23 1258 7769,'11'0'218,"0"0"1,0 1-59,0 3 0,0-2 196,0 5 0,6 1-15,5 3 0,5 1-123,6 3 1,5-2-42,3 6 1,3-1 25,3 4 1,4 0-87,4 0 0,-4 0-133,1 0 1,-6 0-118,2 0 1,-4 0 75,-3 0 0,-7-3-138,-5-1 0,-4-3 1,0 3 1,1-4-38,-4 0 0,3-3 101,-7-3 0,-2 0-44,-1-4 0,-3 3 13,-1-3 1,-5 1-366,-2-1-522,-3-3 521,-1 4 527,-5-5 0,-25 0 0,-12 0 0</inkml:trace>
  <inkml:trace contextRef="#ctx0" brushRef="#br0" timeOffset="2375">23 2052 6905,'5'-7'218,"2"4"0,0-2-67,4 1 1,1-4 9,10 0 0,-2-2-22,10-1 0,0 4-67,7 0 1,-1-1 88,4-3 0,2 5 159,6 3 1,-3-2-148,3 1 0,-2-3-288,2 3 1,-3-3 81,3 3 1,-3-3-273,-1 3 1,-3-5 9,-1 2 1,-3 1-113,3-2 0,-5 5 162,-2-5 1,-5 6-86,-6-2 0,-4 3-144,1 1 474,-11 0 0,-17 0 0,-16 0 0</inkml:trace>
  <inkml:trace contextRef="#ctx0" brushRef="#br0" timeOffset="3023">1 1963 7871,'7'-3'-35,"1"-1"0,-5-5-37,5 2 0,0-3 93,7-1 1,-2-3-87,6-1 1,3-5 62,3 2 0,2-3-7,-1-1 1,2-5 102,5-2 0,-3 0-8,-1 0 1,1 0 1,3-4 1,0-2-52,0-1 1,0-4 2,0-4 1,0-1-58,0-3 1,4-3-2,0-8 1,-1 6 73,-3-2 1,-1 9-10,-2 1 1,-3 10 110,-5 6 0,-2 13-82,-1 1 0,-3 10-97,-5 1 0,1 3-139,3 1 0,-7 4-610,3-1 770,-2 6 0,-13 2 0,-3 6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5:33.6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2822 6799,'0'7'-74,"0"-3"252,0-4-159,0-4 0,4-3-16,-1-4 0,5 4 46,-5 0 0,6-4-3,-2-4 0,3 0 11,1 4 1,0-3 10,0-1 1,0-5-25,0 2 1,4 1 1,0-2 1,-1 2-56,-3-1 1,2-3 10,1 3 0,-2-3-12,3-1 0,-3 0 2,-1 0 0,2 0-12,1 0 0,-1-2 4,1-1 0,0 1-5,1-1 0,-2-4 10,5 0 1,-4 2 6,1 1 1,0 3-2,0 1 1,0 0 33,-4 0 0,1 0 4,3 0 0,-5 0 14,4 0 1,-6 0 7,6 0 1,-4-2 20,5-1 1,-3 0 13,-1-4 1,1 3-83,3-3 1,-3 0 10,3 0 1,1-2 3,-1 6 0,3-1-23,-3 4 0,-1 0-12,-3 0 1,2 3 6,1 1 0,-1 3-11,1-3 0,-1 1 32,-2-2 1,-2-1-1,-1 1 0,4-2 8,-5-1 1,6 0 6,-6 0 1,6 0 7,2 0 1,1-4-7,-1 1 0,-3-1 4,3 4 1,-2 0-29,2 0 0,-3 1-4,3 3 0,-3 2 15,-1 5 0,0 0 15,0 0-149,0 0 0,-3 3 42,-1 1-457,-5 5 14,3-8 243,-5 9 1,0-6 271,0 4 0,-24 6 0,-7-1 0</inkml:trace>
  <inkml:trace contextRef="#ctx0" brushRef="#br0" timeOffset="1309">12 2878 7762,'-6'-5'-1511,"1"3"1516,5-7 0,0 6 94,0-4 0,0 3 26,0-3-67,0-1 1,1-3-29,3 0 0,-2 4-1,6 0 1,-5-1-16,5-3 0,-5 0-4,5 0 0,-2 0-8,1 0 0,2 0-9,-6 0 0,6-4-16,-2 1 0,-1-2 33,2 1 1,-2 3 3,1-3 1,3-1-8,-3 2 0,3-6-3,1 2 1,-3-2 14,-1 2 0,0-3 3,4 2 0,-1-1 7,-3-2 1,3 0-1,-2-1 1,1 1-32,2 0 1,0 3 9,1-3 1,-5 2-3,0-6 0,1 3 11,3 1 0,-4 0-41,0 0 0,-1 0 42,2 0 1,2-4 0,-3 0 0,-1-4 43,1 0 1,1 2 10,3-1 0,-4 1-31,0-2 0,1-2-29,3 3 1,0 1-4,0-2 0,0 6 20,0-2 0,0 3-2,0 1 0,0 0-35,0 0 0,-1 1-10,-3 3 1,3-3 15,-3 2 0,3-1 1,1-2 1,-1 0-6,-3-1 0,3 0 34,-3-3 0,3 7 1,1-3 1,-1 2-19,-3-2 0,3-2 1,-2 2 0,0-3-11,-1 7 1,2 1-1,-5-2 0,4 2-19,0-1 0,-2 2 27,1 5 1,-3-4-13,3 0 0,1-3-7,3 3 0,-4-4-41,0 0 1,-1-2 13,2-1 0,2-3-2,-3-1 0,3-1 16,1 1 1,-4 2-7,0-6 1,1 2 17,3-1 0,0 2 21,0 5 0,0-1-10,0-3 1,-4 3 10,1-3 1,-2 3 6,1 1 0,3-1-1,-3 1 0,-1 0 4,2 0 1,-5 0-15,5 0 1,-2-1 2,1-3 1,3 3-13,-3-3 1,2-1-4,-2 2 1,3-2-119,-3 1 1,3-1 95,1-2 0,0-2-5,0 5 1,-3 0 15,-1 4 0,-1 0 4,1 0 1,0 5-85,-4 2-13,-2 3-20,4 1-6,-5 5-339,0 1 473,0 5 0,-5 5 0,-1 1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5:36.22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3693 6449,'0'11'-247,"0"-4"1,0-1 461,0-3-102,-5-1-15,4 2-75,-4 1-4,0-3 37,4 3 12,-4-5-9,5-5 0,0 2-6,0-4 0,0 3-11,0-3 0,1-1 8,3-3 0,-2 0 2,6 0 0,-5 0-14,5 0 0,-5-3 0,5-1 1,-5-3-29,5 3 1,-2-5-4,1 2 0,3-7 12,-3 0 0,3-5-6,1 5 1,0-5-22,0 4 1,-1-4-6,-3 0 0,3 0 63,-2 0 1,-2-1-3,1 1 1,-3-2 5,3-1 1,-3 0 13,3 0 1,-3-1 14,3-3 0,-3 1-30,3-4 0,-3 3 0,3-3 1,1 1-34,3-2 0,-4-2-14,0 3 1,1-2 36,3 2 1,0-2 2,0 6 0,0-1-2,0 4 1,-4 1-51,0 2 0,1 0 1,3 4 0,0-3 21,0 3 0,-1-1 0,-3 1 1,3 2-45,-3-6 0,3 1 42,1-4 1,-1 0-13,-3 0 0,3 0 40,-3 0 1,3-4 2,1 0 1,0 0-32,0 4 0,0 4 8,0 0 0,0 0-22,0 0 0,-1 2-2,-3 5 0,3 0-2,-2 0 0,0-4-29,-1 0 1,3 1 16,-2 3 1,-3-2 12,-2-1 0,3 0-4,2-4 0,-3 3 26,-2-3 0,3 3 5,2-3 1,-2-1-4,1-3 1,-3 5 5,3 2 1,-1-1-29,2 1 1,0-3 0,-4 3 0,3 1-89,-3 3 0,3-4 91,-3 0 0,3 0-7,-3 4 1,0 0 47,-4 0 0,3 4 3,1 0 1,3-1 17,-3-3 1,3 1 14,-3 3 0,5-3-38,-2 3 1,-1-2-6,2 2 1,-1-2-29,4 5 1,-4-4-5,1 0 1,-2 2-14,1-1 1,2 3 2,-6-3 0,5 3-11,-5-3 0,2 4 42,-1 0 0,-3-2-2,3 1 1,-3-5-25,-1 2 0,4 1 2,-1-1 1,2-1 9,-1-3 1,-2 0-10,6 0 0,-5-1-2,5-3 1,-2 3 34,1-3 0,3 3-1,-3 1 0,2 1-6,-2 2 0,2 0 6,-5 4 0,-1 0-32,-3 4 0,1 2-12,3 1-414,-3-2-77,4 4-100,-5-5 601,0 0 0,5 0 0,1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5:44.45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133 33 7752,'0'-11'634,"0"0"1,-2 5 93,-1 2-419,2 3 0,-4 6-57,5 2 1,0 3-77,0 1 0,3 5 12,1 3 0,5 1-3,-2 2 1,-1 0-12,1 1 0,1-1-60,3 0 1,0 0-144,0 0 1,-4-4-237,1 0 0,-6-4 25,2 1 1,-3-3-493,-1-1 359,0-5 101,0-1 1,-4-6-58,1-3 0,-6-2-91,2-5 1,-3-4 193,-1 0 0,0-4 129,0 1 1,0 0 293,0 0 1,0 5-4,0-2 0,0 3 496,0 1-489,-5 4 0,3 3 98,-1 4 1,1 0-70,2 0 1,2 8 94,1 3 1,3 4-34,5 0 1,0-2-40,0 5 0,2-4-279,1 1 0,5-3-225,6-1 0,0 0-333,4 0 0,1-5 48,3-2 1,0-3-528,0-1 1,0 0 554,0 0 1,-1-4 507,-3 1 0,2-6 0,-6 2 0,6-13 0,-3-3 0</inkml:trace>
  <inkml:trace contextRef="#ctx0" brushRef="#br0" timeOffset="723">342 232 7625,'6'-5'418,"-1"4"-123,-5-4 1,1 5 286,3 0-311,2 0 1,5 0 88,0 0 0,4 0-245,0 0 0,1 0-91,-2 0 1,-1 0-64,1 0 1,2 0-227,-1 0 1,0 0-25,-4 0 0,0 0 36,0 0-898,-5 0 719,4-5 1,-9-1-339,2-5 583,-1 0 1,-7 0 248,-3 0 0,-1 1 10,-2 2 0,0 0 233,0 4 1,0 0 207,-1 4-80,1 0 1,0 0-160,0 0 1,5 5-36,3 3 0,1 2 7,2 1 1,0 0-143,0 0 1,2 0-116,1 0 1,3 0-7,5 0 1,2 0-145,1 0 0,4 0-403,4 0 1,0-1 285,0-3 0,0-2-240,0-5 0,0 0 134,0 0 1,-4 0 383,1 0 0,-6-5 0,2-2 0,-3-3 0,-1-1 0,-1 0 0,-3 0 0,-1-2 0,-2-1 0,-3 2 0,3-3 0,-3-1 0,-1 1 0,-4 0 0,1 4 0,-2 2-28,1 1 369,3-1 92,-9 7 129,9-3-190,-4 5 1,5 5-87,0 3 0,0-2-10,0 1 1,4 0-71,-1 4 1,5 1-115,-5-1 1,5 1 64,-5 2 1,2-1-79,-1 1 1,-2-1 15,6-2 1,-6 0-164,2 0 0,-2 0 25,2 0 1,-3-4-182,3 1 16,-3-1-191,-1-1 214,0-1 0,-1-5 75,-3 0 0,2-5 38,-5-2 0,3-3 47,-4-1 1,6 0 17,-2 0 0,-1 0 3,2 0 0,-1 0 15,4 0 0,0-4 50,0 0 0,1 1-73,3 3 1,-2 1 49,6 2 0,-1-1 1,4 1 0,4 2-1,0-1 0,4 4-34,0 0 1,1 1 2,2 2 1,0 5 98,1 3 0,-5 1-51,0 2 0,-3 4-72,3 0 1,-8 3-90,1-3 0,-3 3-411,-1-3 1,1 3 215,-4-3 0,0 0 151,-4-4 0,0-4 150,0 1 0,14-16 0,5 1 0</inkml:trace>
  <inkml:trace contextRef="#ctx0" brushRef="#br0" timeOffset="1058">1400 99 7650,'-11'-3'-270,"0"-1"1,0 0 456,0 4 0,4-1 965,0-3-816,-1 3 0,-3-4-61,0 5 1,4 4 358,0 0-400,4 4-217,-7-2 0,9 5 37,-3 0 0,3 0-154,1 0 0,1 1 60,3-1 1,1 3 85,2 1 1,3 1-77,-2-1 0,-2-3-163,1 3 1,-1-3 81,1-1 0,2 0 166,-5 0 1,-1 0 86,-3 0-170,0 0 0,-5-1-78,-2-3 0,-3-2-135,-1-5 1,0 0-349,0 0 0,-1-1-115,-3-3 1,7 2 51,-3-6 652,2 1 0,3-14 0,1-2 0</inkml:trace>
  <inkml:trace contextRef="#ctx0" brushRef="#br0" timeOffset="1434">1489 221 7650,'11'0'12,"0"-4"-6,0 0 0,-4 1 386,0 3 1,1 0-114,3 0 1,4 0-211,-1 0 0,-3 0-24,-3 0 0,-1 0-130,4 0 1,0 0-31,0 0 1,0 0-197,0 0 0,-1-2 146,-3-1 0,3 0-13,-3-4 1,2 3-47,-2-3 0,2 3 56,-5-3 0,-1 0 121,-3-4-1,0-1 0,-1 3 146,-3 1 0,-2 0 17,-5 4 0,-4 0 135,1 4 0,-5 0 20,5 0 0,-6 0 214,2 0 1,1 5 118,-2 3 0,6 5-151,-2 2 0,3 1-52,1-2 1,1 0-200,3 4 1,2-3-42,5 3 0,0 0-100,0 0 1,6 3-153,5-3 0,5-1-294,6 2 1,0-7-653,0-1 0,4-1-331,-1-7 1,2 1 1368,-1-4 0,2-20 0,5-4 0</inkml:trace>
  <inkml:trace contextRef="#ctx0" brushRef="#br0" timeOffset="1958">441 750 7630,'0'-8'-280,"0"1"1869,0-1-751,0 3-459,-5-5 1,-1 9-105,-5-3 1,0 3 80,0 1 0,-1 5-149,-3 2 0,2 0-1,-6 4 1,5-2 3,-5 6 1,6-2-108,-2 2 0,4-3-130,4 3 1,-2-2-55,6 2 0,-1-3-344,4 3 0,8-3-41,4-1 1,11 0-476,3 0 0,5 0 241,6 0 0,-1-5-218,4-2 1,-4-3 917,0-1 0,-1 0 0,22-19 0,7-6 0</inkml:trace>
  <inkml:trace contextRef="#ctx0" brushRef="#br0" timeOffset="2173">838 838 7630,'0'-6'-790,"0"-4"690,0 3 1060,0-3 0,-1 3-527,-3-1 0,2 6-87,-5-2 1,-1 3-123,-3 1 0,-1 0-31,-3 0 0,3 4-188,-3-1 0,3 6 85,1-2 1,0 3-39,0 1 0,4 0 44,-1 0 1,6 0-62,-2 0 0,3 0-27,1 0 1,0-4-82,0 1 0,5-4-40,2 3 0,3-5-241,1 2 0,4-3-190,-1-1 0,2 0-445,-1 0 1,-2-3 988,6-1 0,9-34 0,6-5 0</inkml:trace>
  <inkml:trace contextRef="#ctx0" brushRef="#br0" timeOffset="2651">937 750 7758,'8'3'626,"-1"1"1,-3 4-300,3-5 0,-3 6-54,3-2 1,-3 3 149,3 1 1,1 0-360,3 0 0,-4 0-94,0 0 0,-3 0-80,3 0 141,-4 0 1,3-1-197,-2-3-17,-3-2-241,4 0 188,-10-4 0,2 1 67,-4-6 0,3-5-231,-3 2 263,5-3 1,-3-1 41,5 0 0,-4 0 50,0 0 1,1 0 73,3 0-70,0 0 1,1 0 13,3 0 0,-2 1 25,5 3 1,-3-2 19,3 5 1,1-3 39,3 3 0,3 1-27,1 3 1,3 0 73,-3 0 1,4 1-41,-5 3 0,5 2 106,-5 5 0,2 0-164,-1 0 1,-3 0-26,3 0 1,-7 0-105,0 0 0,-2 1-264,1 3 1,2-6-412,-5 2 1,0-4 433,0 0 0,-1-1 362,4-2 0,0-17 0,4-1 0</inkml:trace>
  <inkml:trace contextRef="#ctx0" brushRef="#br0" timeOffset="3060">1323 761 7680,'0'-6'1119,"0"1"-824,5 5 1,-2 1-59,4 3 1,-3 2-36,3 5 1,-3 0-54,3 0 0,0 0 24,4 0 0,-3 0-80,-1 0 0,-1 0-136,2 0 0,0-4-392,-4 1 338,4-1 0,-6 0-135,1 1 83,-1-6-33,-2 3 0,0-6 68,0-3 1,0-2 13,0-5 1,0 4 74,0-1 0,-4 0 8,0-7 1,1 3 6,3-3 0,0 3 98,0 1 0,0 0 58,0 0 1,0 0-2,0 0 1,0 0 395,0 0-249,4 0-73,3 0 0,4 5-165,0 2 1,0 3-85,0 1 1,3 1 76,1 3 1,1 2-140,-1 5 0,-3 0 1,3 0 0,-3 0-67,-1 0 1,0 4-277,0-1 1,-1 1-530,-3-4 212,3 0 0,-5 0 331,2 0 0,-1-5 420,-2-2 0,-3-3 0,9-11 0,-4-2 0</inkml:trace>
  <inkml:trace contextRef="#ctx0" brushRef="#br0" timeOffset="3427">1709 761 7679,'8'0'728,"-1"0"-381,-5 0 94,8 0 147,-4 0-644,5 0 0,0 4 127,0-1-259,0 1 1,0-4 29,0 0 0,0 0-141,0 0 0,-3 0 145,-1 0 1,0 0-93,4 0 1,-3-5 6,-1-2 0,-4 0-4,0 0 1,-1 0 278,-2-4 1,0 3-43,0 1 0,-5 1 299,-3-1 0,-5-2 24,-2 5 1,-1 1 178,1 3 0,3 0-209,-2 0 1,-2 3 70,1 1 0,0 5 184,4-2 0,1 6-232,3 2 1,-2 5-136,6-2 0,-1-1-193,4 2 0,1-1-235,3 4 0,2 0-190,5 0 0,0-3-538,0-1 0,4-6 437,0-1 1,4-1-213,0-6 1,0-1 755,0-3 0,41-29 0,6-8 0</inkml:trace>
  <inkml:trace contextRef="#ctx0" brushRef="#br0" timeOffset="3657">2150 761 7630,'-11'-6'109,"0"1"1,0 5 960,0 0-717,0 0-42,0 5 0,1 1 121,3 5 1,2 1-249,5 3 0,0-2-134,0 6 1,5-5-6,2 5 1,4-6-187,4 2 1,-3-3-124,3-1 0,2 0-431,1 0 1,0-1 127,0-3 0,-3-2-342,3-5 0,-1 0 909,1 0 0,3-5 0,-4-25 0,6-12 0</inkml:trace>
  <inkml:trace contextRef="#ctx0" brushRef="#br0" timeOffset="3883">2404 562 7630,'-6'0'1044,"1"0"1,5 5-754,0 3 1,0 6 31,0 5 0,3 2-64,1 1 0,5 1-44,-2 3 0,2-2-143,-2 5 1,1-4-164,-4 1 0,5-3-178,-2-1 0,-2-4-1332,-1 1 954,2-6 1,-4 0 646,6-6 0,-6-29 0,3-4 0</inkml:trace>
  <inkml:trace contextRef="#ctx0" brushRef="#br0" timeOffset="4141">2338 761 7630,'0'-11'228,"-4"3"9,0 1 1,1 3 1045,3-3-1038,0 5 1,4-3-279,4 5 1,3 0 27,3 0 1,0 0-224,4 0 0,-1 0-97,2 0 0,2 0 235,-3 0 0,3 3 119,1 1 0,-1 5 23,-3-2 0,2 3 32,-6 1 0,5 0 12,-5 0 0,-2 1 202,-5 3 1,0-3-165,4 3 1,-3 1-40,-1-2 1,-5 1-1056,2-4-101,2 0 209,0 0 0,2-1 278,-1-3 574,0-2 0,4-29 0,0-7 0</inkml:trace>
  <inkml:trace contextRef="#ctx0" brushRef="#br0" timeOffset="4274">2657 562 7630,'0'-7'205,"0"0"1,0 3 197,0-3-1806,0 4 1403,0-2 0,10 20 0,2 3 0</inkml:trace>
  <inkml:trace contextRef="#ctx0" brushRef="#br0" timeOffset="4618">2944 827 7630,'0'-7'348,"0"-1"138,0 6 1,0-4-238,0 2 1,-1 3-202,-3-3 0,-2 3 101,-5 1 0,-1 1-104,-3 3 0,3 1-194,-3 2 1,3 4 154,1 0 1,0 0-249,0 4 1,4-3 114,4-1 1,2 0-42,1 0 1,0 0 22,0 0 1,4-3-134,4-1 1,2-5-76,1 2 0,3-3-145,1-1 0,3-1 498,-3-3 0,0-2 0,-4-5 0,0 0 0,0 0 0,15-19 0,3-6 0</inkml:trace>
  <inkml:trace contextRef="#ctx0" brushRef="#br0" timeOffset="4961">3054 783 6287,'11'0'1718,"-5"0"-998,4 0-501,-9 5 1,5 1 58,-2 5 1,-3 0-9,3 0 1,-3 0 90,-1 0 1,0 0-198,0 0 1,0 0 211,0 0-335,0 0 0,0-3-108,0-1-154,-5-5 192,4 3 0,-4-6-50,5-3 0,-3-2-71,-1-5 1,0 0-119,4 0 0,0 0 96,0 0 1,0 0-61,0 0 1,0 0 242,0 0 0,1 0-31,3 0 0,-1 4 119,4-1 0,-3 1-78,3-4 0,0 5 15,4 2 0,0 2-47,0-2 1,0 3 1,0-3 1,2 8-73,1 3 0,0 3-197,4 1 1,-4 4-2,0-1 0,2 5-228,-1-5 1,0 2-161,-4-1 0,-2-3 667,-1 3 0,2-3 0,-4-6 0,0-6 0,-1-6 0</inkml:trace>
  <inkml:trace contextRef="#ctx0" brushRef="#br0" timeOffset="5361">3583 695 7156,'0'-11'591,"0"0"1,-5 5-267,-2 2 1,0 3-142,-4 1 1,2 0 160,-6 0 0,-1 0-104,2 0 1,-5 0-207,5 0 0,-1 5-134,4 2 0,1-1-132,3 1 1,-2-3 170,6 3 1,-1 1-153,4 3 0,1-4-79,3 0 1,2 1-339,5 3 0,4 0-34,-1 0 1,5 0 662,-5 0 0,6 1 0,-2 3 0,2-3 0,-2 3 0,2 1 0,-5-2 0,-1 1-22,-3-4 1,-1 0 58,-2 0 0,0 0 347,-4 0 59,-1 0 1,-7-1 400,-4-3 1,-2-2-377,-1-5 0,-5 4-262,-2 0 0,-2-1-288,2-3 0,-3-1-339,3-3 0,-3 2 481,-1-5-60,0 4 0,15-11 0,3 1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5:39.96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121 177 7576,'-5'-6'1119,"-2"2"-970,-3 3 0,0 2 88,3 3 1,1 2 135,2 5 0,2 3-225,-5 1 1,3 3-126,-3-3 1,4 5 8,-1-2 1,-1 2-230,2-2 0,-5 3-326,5-3 0,-2-2 207,1-1 0,3-3-268,-3-1-28,-2 0-226,5-5 573,-4-1 0,5-6 265,0-3 0,0-2 0,0-5 0,5-3 0,2-1 0,-1-4 0,2 5 0,-5-5 0,5 5 0,-5-6 0,5 2 0,-2 2-14,1 1 0,2 2 80,-5-2 0,0 3 204,0-3-37,-3 3 1,5 2 321,-2 3-212,-3-3-154,4 9-70,-5-4 0,4 10 25,0 2 0,1 1-49,-2 0 0,0 2 2,4-3 0,-1 3-59,1 1 1,3 0-122,-2 0 1,-2-1-4,1-3 1,0 2-159,4-6 0,1 5-347,-1-5 375,0 1 0,0-4-53,0 0 0,0 0-51,0 0 176,0 0 1,0-5 142,0-2 1,-4 1-62,0-2 1,-3 1 177,3-4 1,-3 1-131,3 3 0,-4-3 237,1 3 1,0 0-30,0 0 0,1 1 331,-1-1-176,-3 2-106,9 5 1,-8 0 75,6 0-151,-6 0 1,4 1 47,-2 3 0,-2 2-183,6 5 1,-5 0-181,5 0 1,-5 0-33,5 0 0,-2 0-311,1 0 1,2 0 146,-6 0 1,6-1-585,-2-3 927,-2 3 0,20-14 0,-1 3 0</inkml:trace>
  <inkml:trace contextRef="#ctx0" brushRef="#br0" timeOffset="300">595 122 7663,'0'-7'1445,"0"3"-931,0 4 119,5 0-486,-3 0 1,2 4 11,-4 4 1,0 2 45,0 1 0,0 3-13,0 1 1,0 1-210,0-1 1,0-3-308,0 3 0,0 1 208,0-2 0,0 1 4,0-4 1,4-4 60,0 1 1,4-2-27,0 1 1,1-1-137,3-2 1,-1-3-5,0 3 0,1-3-186,3-1 1,-3 0-42,2 0 1,-1 0-908,-2 0 1351,5 0 0,-4 0 0,3 0 0,2-5 0,0-1 0</inkml:trace>
  <inkml:trace contextRef="#ctx0" brushRef="#br0" timeOffset="567">882 177 7663,'0'-11'868,"0"0"-623,0 0 258,0 4 48,0 3-398,0 4 1,1 4-1,3 4 1,-2 2-21,6 1 0,-6 0-151,2 0 1,1 3 8,-2 1 0,2 1-180,-1-1 0,-3-3-314,3 3 1,-3 1 275,-1-2 1,1 1-649,3-4 1,-3 0-66,3 0 940,-3-5 0,-6-11 0,-1-7 0</inkml:trace>
  <inkml:trace contextRef="#ctx0" brushRef="#br0" timeOffset="1061">904 144 7663,'-1'-11'-272,"-2"0"0,0 0 1,0 0 843,2-1 0,1 5-270,0 0 1,0-1-120,0-3 0,1 2-10,3 1 0,-2 0 10,6 4 0,-1-3-298,4 3 1,1-3-32,3 3 1,-1 0-21,4 4 1,0 0 104,4 0 0,-1 2-168,-2 1 1,0 0 127,-4 4 0,3 0-55,-3 4 1,-4 0 8,-4 0 1,-4 2 1,0 1 1,-1-1 319,-2 1 0,-2-5-8,-1-2 1,-5-1 0,-6 2 0,0 0-157,-4-4 1,1 3-31,-2-3 0,-2 0-107,3-4 0,-3 0-273,-1 0 0,1 0 121,3 0 278,-3 0 0,9-10 0,-4-2 0</inkml:trace>
  <inkml:trace contextRef="#ctx0" brushRef="#br0" timeOffset="1987">1532 276 7663,'0'-6'16,"0"0"1,0 2 450,0-3-275,0 2 1,0-1-14,0 2 120,-4 3-288,2-4 257,-3 5 27,1 0-239,2 5 0,-3 1 32,5 5 1,-1-4-102,-2 1 0,1-1 89,-1 4-184,1 0 0,4 0-200,1 0 74,-1 0 0,6 0 135,-4 0 0,4-4-52,0 1 1,-2-5-3,1 5 82,0-6 0,5 3-2,-1-5 0,0 0 149,0 0-115,0 0 1,0-1-58,0-3 1,2 2 1,-2-6 1,3 2 3,-7-1 1,3-3-28,1 3 0,-1 1 18,-3-2 42,3 1 0,-9 0 13,3-1 0,-3 5 257,-1-5 48,0 6-12,0-3-187,0 5 53,-5 0-12,4 0-64,-4 5-1,5 1 2,0 5 1,5-1-7,2-3 0,3-1 171,1-2 1,1-3 25,3 3 1,-2-3 38,6-1 1,-5 0-97,5 0 0,-6 0 52,2 0 0,-3-1-225,-1-3 0,-3-1-172,-1-2 1,-5-3-97,2 3-371,-3-3 0,-4-1-305,-1 0 0,-5 1 943,2 3 0,-17-3 0,-6 4 0</inkml:trace>
  <inkml:trace contextRef="#ctx0" brushRef="#br0" timeOffset="2184">2040 265 7663,'7'1'876,"0"3"336,-4-3-851,7 9 0,-6-4-53,4 5 1,0-4-501,-4 1-363,5-1 0,-7 3-21,5-3 0,-3 2 576,3-6 0,6-14 0,4-7 0</inkml:trace>
  <inkml:trace contextRef="#ctx0" brushRef="#br0" timeOffset="2318">2040 77 7663,'0'-6'0,"9"16"0,4 9 0</inkml:trace>
  <inkml:trace contextRef="#ctx0" brushRef="#br0" timeOffset="2985">2260 55 7663,'0'-11'127,"0"0"1,0 0 1253,0 0-798,0 5-344,0 1 1,4 8 117,-1 4 0,6 0-190,-2 8 1,3 2-1,1 2 1,0 5-46,0 2 0,4 3-167,0-3 0,1 3-166,-2-3 1,-3 4-177,0-5 0,0 1-476,-3-4 1,-3-5 292,-2-2 1,-2-3-1073,-1-1 1642,0-5 0,-19-35 0,-6-14 0</inkml:trace>
  <inkml:trace contextRef="#ctx0" brushRef="#br0" timeOffset="3703">2227 188 7663,'0'-8'46,"0"1"1,-1 5 421,-3-2 724,3-2-831,-4 0 1,9-2-41,-1 1 0,7 4-210,1 0 0,0 0-157,4 0 0,2 1-104,1-1 0,3 2 78,1 1 0,2 0 28,1 0 0,-1 0 68,1 0 0,-1 0-182,-2 0 0,-4 4 41,0 4 1,-5-2 69,-2 1 1,0 1 39,-4 3 0,-2 0 10,-1 0 0,-2 3 17,2 1 1,-3 1 14,3-1 0,-3-3 6,-1 3 1,1-3-8,3-1 1,-3 0 4,3 0 1,-3 0-4,-1 0 0,1-4 50,3 1-191,-3-6-287,9 3-505,-4-5 560,5 0 1,-1-1-43,-3-3 0,3 2-169,-3-6 349,3 1 0,1-4 13,0 0 0,-4 4 163,1-1 1,-1 2-45,4-1 1,-4-2 309,1 6 0,-5-2-16,5 1 0,-5 3-37,5-3 1,-4 3 288,3 1-211,-5 0-98,8 0 1,-7 4 88,4-1 16,-5 6-151,8-3 0,-4 4-12,5-3 1,-3 2-120,-1-6 1,-1 2-33,1-1 1,3-3-106,-2 3 1,1-3 23,2-1 0,0 0-137,1 0 1,-1 0 101,0 0 1,0-1-7,0-3 1,-2 2 64,-1-6 1,2 5 4,-3-5 1,-1 2 269,1-1 0,-4-3 56,1 3 0,0 1 386,0-2-383,0 1 1,-8-4 76,0 0 0,-4 5-59,0 2 1,-1 3-46,-2 1 1,0 0 21,0 0 0,0 0 9,0 0 1,0 5-49,0 2 1,1 4-33,2 4 1,3-3 6,5 3 1,0 1-69,0-2 0,0 2-140,0-1 0,5-3-113,3 3 0,6 1-338,5-1 0,3-2 129,4-6 0,-2 2-294,5-5 0,1-1-638,3-3 1,-1 0 1292,-3 0 0,3-19 0,-4-6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5:57.0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1 111 7678,'0'-6'1743,"0"1"-1576,0 15 0,0 1-69,0 7 1,0 3-17,0-2 0,0 1-33,0 2 0,0 0-163,0 1 1,0-1 69,0 0 1,0 0-140,0 0 1,0-5 122,0-2 0,0-3-296,0-1 51,0-5 163,0-1 0,0-8-79,0-4 1,0-2 49,0-9 1,3 0 12,1-4 1,0 0 76,-4 0 1,1 1-18,3 2 0,-3-1 15,3 1 0,0 0 88,0 0 1,4 0 131,-5 4 1,6-3 18,-2 3-38,3 0 0,1 8-12,0-1 0,0 6 150,0-2 1,0 8 1,0 3 0,1 3 10,3 1 1,-2 5-158,6 2 1,-4 0-98,3 0 1,-3 0-31,3 4 1,-5-3-230,2-1 1,-3-3-423,-1 3 0,-1-4 198,-2 0 0,0 2 469,-4-1 0,-10-15 0,-7-7 0</inkml:trace>
  <inkml:trace contextRef="#ctx0" brushRef="#br0" timeOffset="164">89 288 7743,'-5'-11'1586,"4"0"-1239,-4-1 0,6 6-453,3 3 0,3 1-24,8 2 0,-2 0-206,6 0 0,0 0 336,7 0 0,41-4 0,15-3 0</inkml:trace>
  <inkml:trace contextRef="#ctx0" brushRef="#br0" timeOffset="465">673 56 7747,'-11'-11'-4,"0"4"2,0-1 0,-4 2 251,1-1 1,-6-2 399,2 6 0,-3-1-251,-1 4 1,0 0-114,0 0 1,1 0-187,3 0 0,2 5-12,5 2 1,5 3-200,2 1 0,3 1 164,1 3 0,6 2-53,5 5 0,5 0 74,6 0 1,0 4-45,0 0 0,4-1-368,-1-3 0,5 2-641,-5 1 1,1-5 216,-4 2 1,-5-4 335,-2 1 0,-3-3 427,-1-5 0,-24-20 0,-7-4 0</inkml:trace>
  <inkml:trace contextRef="#ctx0" brushRef="#br0" timeOffset="622">464 277 7955,'5'-7'267,"2"4"1,9 2-479,6 1 1,1 0-239,7 0 0,0 0 190,7 0 259,-3 0 0,34-5 0,2-2 0</inkml:trace>
  <inkml:trace contextRef="#ctx0" brushRef="#br0" timeOffset="840">828 111 7747,'-2'-7'0,"-1"-1"0,1 5 1695,-1-5-677,2 6-813,1-3 0,4 10 42,4 2 0,5 4 65,2 4 0,1-1-175,-1 4 1,-3-1-84,3 1 0,0 3-141,0-2 1,0 3 112,-4 3 0,4-1-776,-1 1 0,-3-5 32,-3-2 1,-1-4-239,4 1 0,-4-4 956,1-4 0,-1-27 0,4-10 0</inkml:trace>
  <inkml:trace contextRef="#ctx0" brushRef="#br0" timeOffset="1541">883 210 7747,'7'2'-303,"0"1"1,1-1 376,3 1 0,1-2 249,3-1 1,-2 4-168,6 0 1,0 1-32,7-2 0,-2-1-215,6 1 1,-2 2-19,1-1 0,2-1-13,-5-3 0,-1 0 49,-3 0 0,-1 0-99,-2 0 0,-3 0-109,-5 0 86,0-4 0,-5 1-43,-3-4 250,-1-1 0,-4-3 44,-1 0 1,-5 4 16,-6 0 0,0 4 111,-4 0 0,4 1-23,0 2-93,-3 0 0,4 2-13,-1 1 0,3 0-19,3 4 1,3 0 15,5 4 0,0 0 1,0 0 1,0 4-43,0 0 0,5 0-151,3-4 1,3 0-18,3 0 0,3-2 131,6-1 0,-1 0-5,0-4 1,0 0 44,0-4 1,0 0 1,0 0 0,-4-4-20,1 0 0,-6-4 23,2 0 0,-3-1-171,-1-2 1,-4 0 149,1 0 0,-6 0 40,2 0 0,1-1 34,-2 1 0,1 0 138,-4 0 1,0 0 2,0 0 189,0 0-97,0 0 328,0 0-586,5 5 1,-3 1 250,6 5-348,-6 0 1,7 5-125,-6 3 43,6 1 0,-4 6 80,2 0 1,3-1-11,-3-3 0,0 0 26,0 0 0,-3 1 37,3-1 0,-1 0 137,1 0 0,0-4 27,-4 0-118,-2 1 0,4-1 30,-5 0 32,0-4 243,0 2-6,-5-10 0,1-1-50,-4-5 1,-2 0 77,3 0 0,1 0 406,-1 0 1,4-4-263,-1 0 1,3 0-119,1 4 1,0 0-403,0 0 1,5 0-324,2 0 1,4 0-123,4 0 0,6 1-513,5 3 0,-1-1 299,-2 4 0,0 0 659,3 4 0,-3 10 0,4 2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6:10.6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33 34 7723,'0'-11'497,"0"5"1,1-3 1881,3 5-1833,-3 1 1,4 8-43,-5 2 1,0 6-235,0 2 1,0 3-187,0-3 0,-4 5-927,1-2 0,-5-1-210,5 2 1,-1-6 1052,4 2 0,-10 2 0,-2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6:06.8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199 78 7280,'11'-4'382,"0"1"1,0-1-33,0 4 0,0-4 90,0 0 0,0 1-23,0 3 1,0-1 121,0-3-375,0 3 0,-1-5-319,-2 2 63,-4 3 0,-8-8 5,-4 5 1,-4-3-206,-6 3 0,-1-3 131,-7 3 0,-2 1-18,-1 3 1,-2 0 35,2 0 1,2 0 139,5 0 0,-3 1 15,3 3 1,3 2-16,8 5 0,5 1 86,2 3 0,3 6-45,1 4 1,9 2 90,6-1 1,5 2-145,2 5 1,4 4-96,-1 0 0,1-1-61,-4-3 1,-1-1-7,-3-2 1,-2 0-110,-5-4 0,-1 0 103,-3-4 0,-2-5-132,-5-2 1,-1-7-384,-3 0 698,-2-6 0,-20-22 0,-3-10 0</inkml:trace>
  <inkml:trace contextRef="#ctx0" brushRef="#br0" timeOffset="164">45 398 7723,'0'-8'269,"0"1"1,0 3 107,0-3-285,0 4 1,5-1 40,2 4 1,4 0-112,4 0 0,2 0 84,5 0 1,1 0-128,3 0 0,-3 3-274,3 1 1,1 0-1262,-1-4 1556,-1 4 0,-3-2 0,0 3 0</inkml:trace>
  <inkml:trace contextRef="#ctx0" brushRef="#br0" timeOffset="364">364 287 7723,'-6'-6'1494,"1"-4"-1366,5 9 206,0-4-156,5 15 0,1 1-28,5 7 0,2 3-94,1-2 0,-1 0-66,1 0 0,2 1-615,-1-1 0,3 2-230,-3 1 1,5-1 373,-2-3 481,-2 3 0,34-19 0,4 2 0</inkml:trace>
  <inkml:trace contextRef="#ctx0" brushRef="#br0" timeOffset="742">761 376 7723,'-6'-11'0,"-4"1"486,3 2 148,-3-1 0,-1 7-473,0-1 0,0 3-3,0 3 1,0 3-128,0 5 1,4 1 22,-1-1 1,2 1-130,-1 2 1,-2 0 51,6 4 1,-1-3-139,4 3 0,0-4 107,0 1 0,1 0-134,3 0 0,2-4-223,5-3 1,0-6 126,0 2 1,0-3 8,0-1 0,0 0 105,0 0 0,0-5 1,0-2 0,-1-7 112,-3-1 0,2 1 163,-5 3 1,3-1-104,-3-3 1,-1 3 133,-3-3 0,0 3-103,0 1 1,0 0 458,0 0 119,0 0 1,0 3-135,0 1-179,0 4-222,0-2 1,0 7-134,0 1 0,0 4 26,0 4 0,4 0-233,0 0 1,3 0-43,-3 0 0,4 0-100,0 0 0,-2 2-276,1-2 0,0 3 681,5-7 0,18 3 0,6 1 0</inkml:trace>
  <inkml:trace contextRef="#ctx0" brushRef="#br0" timeOffset="1031">1015 177 7723,'-11'-11'0,"5"0"255,2 0 1,-1 4 1093,2-1-615,-1 6-499,4-3 0,0 6 85,0 3 1,4 2-125,-1 5 0,6 5-13,-2 2 1,3 4-51,1 4 0,1-1-118,3 4 1,-3-5-538,3 2 0,-3 1 333,-1-1 0,0 1-645,0-1 0,-4-3 137,1 3 0,-4-8-114,3-3 1,-5-3 810,2-1 0,-3-5 0,9-35 0,2-14 0</inkml:trace>
  <inkml:trace contextRef="#ctx0" brushRef="#br0" timeOffset="1256">1147 122 7723,'-6'-11'0,"0"4"1172,2-1-332,3 6-476,-4-3 1,5 11-130,0 5 0,4 5 72,-1 6 1,10 1-82,-2 3 1,2 1-26,-2 2 1,4 3-110,0-2 1,1 1-134,-2 3 0,0-1-777,4 0 1,-4-5 465,0-2 1,-1-3-631,-2-1 0,0-6-11,0-5 993,-5-5 0,-6-31 0,-6-5 0</inkml:trace>
  <inkml:trace contextRef="#ctx0" brushRef="#br0" timeOffset="1473">1379 298 7723,'-17'0'123,"-3"0"0,4-1 391,-1-3 1,-1 3 355,-5-2 0,-3 1-410,-4 2 1,-5 0-5,-2 0 0,0 0-358,4 0 0,4 0-257,-1 0 0,11 0-969,0 0 341,6 0 0,7 2-1741,2 1 2528,8-2 0,46 14 0,16-3 0</inkml:trace>
  <inkml:trace contextRef="#ctx0" brushRef="#br0" timeOffset="1868">1456 409 7723,'-11'-5'199,"4"0"348,-1-3-398,6 4 0,-3 2-100,5-1 1,1 1 109,3-1 1,-2 2-123,6 1 0,0 0-146,7 0 0,-3 0 49,3 0 1,-3 0-8,-1 0 1,0-4 29,0 0 1,-1-1-153,-3 2 0,2 0 21,-6-4 0,1 3 116,-4-3 1,-1 3 87,-3-3 0,-2 4 136,-5 0 0,-4 0 53,1 0 0,-5 1-23,5-1 0,-2 3-20,1 3 1,6 0-59,-2 4 0,4 0 117,0 4 1,-2 2-149,5 1 0,1-1-137,3 1 0,3-1 64,1-2 0,8 3-204,-1 1 0,7 0-82,-4-4 0,6-4-295,-2 0 1,3-4-324,1 1 1,0-3 533,0-1 1,-5-1 349,-2-3 0,12-37 0,2-12 0</inkml:trace>
  <inkml:trace contextRef="#ctx0" brushRef="#br0" timeOffset="2252">1665 309 7723,'0'-7'208,"0"0"397,0-2-459,0 4 0,2 0 30,1 5 0,-2 5 7,3 3 0,1 1-3,-1 2 1,3 2-19,-3 1 0,3 0-15,-3 4 0,3-3-127,-3 3 0,3-4 100,-3 0 0,3 0-64,-3 1 1,3-3-222,-3 3 0,0-7-84,-4-1-106,0-4-73,4 2 25,-2-5 0,3-5 118,-5-2 0,0-3-103,0-1 0,0-2 128,0-1 1,0 2 62,0-3 0,0-1 269,0 1 1,0-1-99,0 2 0,1 1 338,2-1 1,-1 1-182,1 2 1,0 2 220,0 1 0,0 0-116,4 4 1,-3 0-33,3 4 1,1 0-94,3 0 1,0 5-31,0 3 1,0 1-22,0 2 1,3 4-146,1 0 1,0 1-10,-4-2 1,0 0 24,0 4 0,0-4-442,0 0 0,-1-1 21,-3-2 1,3-2 1,-3-1 0,-1-3 488,2-5 0,4-20 0,5-4 0</inkml:trace>
  <inkml:trace contextRef="#ctx0" brushRef="#br0" timeOffset="2415">2062 309 7723,'0'-6'1150,"0"1"-1066,0 5 48,5 5 1,0 1-32,2 5 1,2 0-91,-5 0 1,4 2-200,0 1 1,1-1-209,2 1 1,-1-1-1259,-2-2 1654,1-5 0,7 4 0,8-4 0</inkml:trace>
  <inkml:trace contextRef="#ctx0" brushRef="#br0" timeOffset="2549">2040 155 7723,'-7'-18'33,"-1"-1"1,6 6 147,-2-2-717,3 8-739,1 2 1275,5 5 0,11 19 0,7 6 0</inkml:trace>
  <inkml:trace contextRef="#ctx0" brushRef="#br0" timeOffset="2993">2261 331 7723,'-8'-6'0,"2"1"0,1 1 245,2 2 433,3-3-490,0 10 0,3 1 16,1 5 0,5 0-142,-2 0 0,-1 1 13,1-1 1,-1 0-305,2 0 1,-2 0 18,-2 0 0,-3-4 30,3 0 1,-2-1 36,2 2 65,-3 2-189,4-9 13,-5 4 310,0-5 1,0-5-83,0-3 1,0-1 204,0-2 0,0-4 41,0 0 1,0 1 4,0 3 1,3 0-96,1-1 0,3 1 61,-3 0 0,5 2-95,-2 1 0,3 0-12,1 4 1,-1-1-122,-3 1 1,3 3-249,-3-2 0,5 6-231,-1 5 0,3 1 101,-7 2 0,2 0-93,-2 0 0,2 4 285,-6 0 1,5 0 222,-5-4 0,31 9 0,2 4 0</inkml:trace>
  <inkml:trace contextRef="#ctx0" brushRef="#br0" timeOffset="3452">2834 276 7723,'0'-11'246,"0"0"1,0-3 378,0-1 1,0 0-281,0 4 0,-4 4-126,1-1 1,-6 5-165,2-5 1,-3 6 79,-1-2 0,-4 3-133,0 1 0,-1 1-57,2 3 1,2 2-183,-3 5 0,3 0 15,1 0 1,1 0-200,2 0 1,0 0-248,4 0 274,1 0 0,3 0 72,0 0 1,4-1-32,4-3 1,-2 0 149,1-4 1,1-1 202,3 1 0,0-2-59,0-1 0,0 0 165,0 0 0,0 0 66,0 0 0,-4 0 50,0 0 1,-3 0 216,3 0 1,-3-3-141,3-1 0,-3 0 14,4 4 0,-5-1-93,5-3 0,-5 3-71,5-2 0,-5 1 74,5 2-97,-1 0 0,4 0-202,0 0 122,0 0 1,0 4-11,0 0 1,-4 4-66,1 0 0,-6 5-162,2 2 1,1 1 159,-2-2 0,0 2-51,-7 3 0,-2 0 18,-5-4 1,-1 0-90,-3-4 1,2 0-204,-6 0 1,1-5-79,-4-2 1,3 0-752,1 0 1185,5 0 0,16-24 0,11-4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6:12.0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166 33 7666,'9'-1'0,"0"-1"0,-2-2 140,2 1 295,-4-3-4,0 5-204,-5-4 1,0 4-77,0-3 0,-2 3-13,-1-3 1,-3 3-124,-5 1 0,0 1 119,0 3 1,-4-2-228,0 6 0,-1-1 10,1 4 1,2 0-57,-5 0 1,4 0 91,-1 0 1,3 4-92,1 0 0,4 1 24,0-2 1,4-1 98,-1 1 1,3-1-165,1-2 1,1 0 41,3 0 0,2-5-83,5-3 1,4-1-36,0-2 0,3 0-46,-3 0 0,3-2 95,-3-1 0,1 0 63,-2-4 0,0 0 143,4-4 0,-4-4 0,0 0 0,-1 0 0,-2 4 0,-4-1 75,0-3 0,-3 3 90,3-2 0,-4 5 272,1 2 382,-3-1-243,-1-3 44,0 5-372,0 1 0,0 6 449,0 3-450,0 2 1,0 5-26,0 0 1,1 0-239,3 0 1,1 0 79,2 0 0,3 0 84,-3 0 1,3-3-149,1-1 0,15-9 0,3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6:13.0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143 210 7697,'7'0'-256,"-1"0"584,-3 0 139,-1-5 5,3 4-249,-5-4 1,0 4-72,0-3 0,-2 3 0,-1-3 0,0 3-40,-4 1 0,-1 0 96,-3 0 1,0 1-202,0 3 1,0-2-36,0 6 0,-1-1-16,-3 4 1,3 0 76,-3 0 0,4 1-144,4 3 1,-1-3-231,4 3 1,0 1 177,4-1 1,1 1-146,3-2 1,7-1-154,7 1 1,5-5-210,2-2 0,0-1 670,4 2 0,-3-3 0,3-5 0,25-10 0,10-2 0</inkml:trace>
  <inkml:trace contextRef="#ctx0" brushRef="#br0" timeOffset="267">529 265 7697,'0'-11'0,"-3"4"326,-1-1-139,-5 6 1,3-3-93,-5 5 0,0 0 57,0 0 1,-1 1-67,-3 3 0,3-2 36,-3 6 1,-1-1-137,2 4 1,3 1 111,3 3 0,2-3-140,-1 3 1,2-3-89,5-1 0,5-3 96,2-1 0,4-1-24,4 2 1,-2-4 7,6-4 0,-1 0-47,4 0 1,-5 0-81,-2 0-26,2-4 1,-6-3-433,0-4 0,-1-3 260,-6-1 0,-2 0 375,-6 4 0,-26-24 0,-12-7 0</inkml:trace>
  <inkml:trace contextRef="#ctx0" brushRef="#br0" timeOffset="559">640 78 7697,'0'-17'-164,"-4"1"703,0 5 845,1 0-509,3 0-139,0 5-182,0 1-200,0 14 1,3 0-87,1 9 1,4-3 108,0 3 0,2 4-406,1 4 0,0 1-186,0-1 0,-4-3-261,0 3 1,1-3-12,3-1 0,1 0-484,3 0 1,-5-3 417,4-1 0,-8-6-158,5-1 0,-2-5 711,2-6 0,10-39 0,2-10 0</inkml:trace>
  <inkml:trace contextRef="#ctx0" brushRef="#br0" timeOffset="934">871 188 7863,'-6'0'1895,"1"0"-1710,5 0 0,1 5 24,3 2 1,1 3-37,2 1 1,3 1-1,-3 3 0,3-3-310,1 3 0,-3 1-34,-1-1 1,0-1-173,4-3 0,0-3 43,0-1 1,4-1-579,0 2 266,-1-4 0,-3-4 222,0 0 1,0-4 84,1-4 1,-5-3 304,0-4 0,-4 2 0,0-5 0,-1 4 22,-2-1 1,0 0-16,0 0 0,0-1 132,0 1 0,0 3 198,0-3 0,-4 7 655,0 0-288,1 6 38,3-3-524,0 5 1,0 5-3,0 2 1,3 3-97,1 1 0,4 1-133,0 3 1,2-2 33,1 6 1,0-6-177,0 2 1,-4-2-571,0 2 1,1-3 127,3 3 1,0-6-100,0-2 0,0-4 696,0 0 0,10-16 0,2-6 0</inkml:trace>
  <inkml:trace contextRef="#ctx0" brushRef="#br0" timeOffset="1568">1268 188 7697,'-6'0'792,"1"0"72,5 0-607,0 5 0,0 1-76,0 5 1,5 0-1,2 0 1,3 1-39,1 3 0,-4-3-97,1 3 0,-1 1-29,4-1 1,-4-1-261,1-3 1,-5-1-334,5-2 327,-6 1 0,4-7-439,-2 1 60,-3-2 250,4-1 0,-5-4 217,0-4 1,0-2 58,0-1 0,0 0-30,0 0 0,0 0 116,0 0 1,0 0 152,0 0 0,0-1 235,0-3-133,0 3 0,0-4 152,0 5-180,5 0 0,0 4-88,2-1 0,-1 6-40,-2-2 1,1 4-33,2 4 0,2 2-9,-5 5 1,4 0-105,0 0 1,-2 4 28,1 0 1,-3 0-35,3 0 1,-3-3 117,3 3 0,-3 1 84,3-1 1,-3-1-46,3-3 0,-4-3 353,0-1-264,3 0-113,-4 0 0,4-2-30,-3-5-6,-1 0 1,4-4-145,-3 0 0,-1-4 109,1 0 1,-1-2-123,-2-1 1,3 0 48,1 0 1,0 0 12,-4 0 0,0 0 71,0 0 1,3 0 73,1 0 1,0 0 601,-4 0-437,0-5 0,1 5 255,2 0-232,-1 0-228,8 10 8,-4-4 1,5 6-120,0 3 1,-4 3 0,0 8 1,1-3-153,3 3 0,-4 1 18,0-1 1,0 0-117,0 0 0,2-3-144,-6 3 1,5-3-34,-5-1 0,2 0-210,-1 0 1,-2-4 162,6-4 544,-6-2 0,18-20 0,-2-6 0</inkml:trace>
  <inkml:trace contextRef="#ctx0" brushRef="#br0" timeOffset="1963">1720 199 8894,'7'1'363,"1"3"0,-2-2-94,1 6 1,3 0 129,-3 7 1,3-3-169,1 3 1,-4 1-27,1-1 0,-1-1-315,4-3 0,-3 0 51,-1 0 1,-3-1-204,3-2 279,-5 1 0,4-4-194,-2 3-61,-3-4-57,4-4 1,-5-1-230,0-2 171,0-4 0,0-4 215,0 0 0,0 0 32,0 0 0,0 0 201,0 0 0,0 0 184,0 0-87,0 0 1,4 0 63,0 0 0,-1 0 270,-3 0 0,4 4-184,0-1 1,4 6 92,0-2 1,1-1-168,2 2 1,0-1-88,0 4 0,2 5-228,1 2 1,-1 4 60,1 4 1,-1-3-374,-2 3 1,0 2 3,0 2 0,-2-4-181,-1 0 1,-3 1-264,-5-1 1,0-1 798,0-3 0,0-4 0,0-2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6:20.3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32 320 7666,'-7'0'730,"-1"0"316,0 0 1,3 5-749,1 2 1,8 3-168,3 1 1,3 0 73,1 0 0,0 0-636,0 0 0,0 4 117,0 0 0,0 1-89,0-2 0,-4-5-181,1 2 1,-5-2 583,5 2 0,-1 0 0</inkml:trace>
  <inkml:trace contextRef="#ctx0" brushRef="#br0" timeOffset="157">54 232 7600,'0'-11'-197,"-1"0"309,-3 0 256,3 0-744,-4 0-204,5 5 0,1 1 95,3 5 485,-3 0 0,14 19 0,-3 6 0</inkml:trace>
  <inkml:trace contextRef="#ctx0" brushRef="#br0" timeOffset="466">396 265 7666,'6'-5'511,"-1"-1"809,-5-5-1092,5 5 0,-4 0-313,2 2 1,-6 3 168,-5-3 0,-1 3-38,-2 1 0,0 4-133,0-1 0,-4 2 80,0-1 1,0-2-155,4 6 1,-3-5-145,-1 5 145,0-1 0,6 4-205,1 0 273,3 0 1,10 4 76,3 0 0,6-1-11,5-3 1,3 4-104,3 0 1,0 3 91,4-3 0,-4-1 0,1-3 0,-4 4-52,-4 0 0,-2 0 1,-5-4 1,-6-4-57,-5 0 1,-6-4-178,-9 0 0,-6-1 95,-5-2 226,1 0 0,-7-25 0,-2-6 0</inkml:trace>
  <inkml:trace contextRef="#ctx0" brushRef="#br0" timeOffset="851">1245 188 7667,'17'-11'0,"1"3"196,-7 1 1,3 1 315,-7-1 0,-2-3-447,-2 3 1,-4 0-20,-6 0 0,-3-4-108,-12-4 0,1 1 160,-8 3 1,-2 0 42,-6 0 1,3 0-22,-3 0 1,4 1-113,4 2 1,3 3 28,8 5 1,2 2-193,5 1 1,5 3 215,2 6 1,4 5 51,4 5 0,3 1 7,8 6 1,2 4-92,5 4 1,4 4-83,-1-5 1,5 6-87,-4-2 0,3-2-256,-3-1 1,-1-4 57,-3-3 0,-2-3-132,-5-5 1,-5-9-791,-10-2 1259,0-7 0,-2-1 0,-1-6 0,-33-38 0,-12-13 0</inkml:trace>
  <inkml:trace contextRef="#ctx0" brushRef="#br0" timeOffset="1192">1002 331 8533,'7'0'477,"1"0"0,4 4-164,6 0 1,4 4-90,4-1 0,3 3-65,8 1 0,1 0-143,3 0 1,0 0-13,-4 0 0,0-4-234,-4-4 0,-1 2 105,-3-1 0,-3-1-150,-8-3 1,-2-3 151,-5-1 0,-4-4-59,1 0 1,-6-2-28,2-1 0,-8 0 47,-3 0 1,-4 1 255,-4 3 1,-1-1 47,-2 4 1,-3 0 95,3 4 1,1 0-67,-2 0 1,6 0 119,-2 0 1,6 5-96,2 2 0,5 7-23,-2 1 0,8 3-61,3-3 1,8 4-142,3 0 1,4 0-436,4 0 1,2 0-36,5-4 0,1 3-256,3-3 0,-1-2 293,4-5 1,-6-3 56,-1-5 0,1 0 404,-5 0 0,3-25 0,1-5 0</inkml:trace>
  <inkml:trace contextRef="#ctx0" brushRef="#br0" timeOffset="1543">1840 177 7667,'-11'-11'0,"0"3"169,0 1 1,3 5 307,1-2 1,5 5-174,-2 7 0,4 0 69,4 11 0,-2-4-119,5 7 0,4-2 86,4 6 1,1 2-126,-1 1 0,-2 2-24,6-2 0,-2 2-209,1-5 0,-2-1-164,-5-2 1,3-3-727,-3-1 334,2-3-543,-12-10 722,4-1 0,-6-7-156,-3-1 1,-2-7 52,-5-5 1,0-1 218,0 2 1,-1 0 278,-3-4 0,-2 4-19,-5 0 1,0 1 18,0 2 0,0 2 193,0 1 1,3 3 185,1 5 1,1 0-106,-2 0 1,7 5 248,5 3 1,4 3-165,0 3 0,2 0 65,1 4 0,6-1-277,5 2 1,5 0-323,6-4 1,5 2-494,2-6 1,-1 3 667,2-7 0,14-12 0,7-2 0</inkml:trace>
  <inkml:trace contextRef="#ctx0" brushRef="#br0" timeOffset="1850">2413 144 7937,'-7'-4'1046,"-1"0"-600,6 1 0,-3 8-82,5 2 0,5 4 122,2 4 1,4 2-142,4 5 0,2 5-238,5 2 0,5 8-196,3 3 0,-3-2-263,-2-1 1,2 0-512,-1-4 1,-5 1 353,-7-8 0,-3-5-1291,-3-6 1331,-3-3 0,-8-6 469,-4-2 0,0-8 0,-19-12 0,3-7 0</inkml:trace>
  <inkml:trace contextRef="#ctx0" brushRef="#br0" timeOffset="2227">2358 320 7688,'0'-11'819,"1"5"-689,3 2 1,2 3-99,5 1 1,4 0 96,-1 0 0,6 4 1,-2-1 1,3 6 20,1-2 0,0 3-55,0 1 0,-1 0-39,-2 0 0,0 0-257,-4 0 0,1 4 5,-2 0 0,-1-1 49,1-3 1,-1 2-47,-2 1 0,0-1 77,0 1 0,0-1-84,0-2 1,4 0 94,-1 0 0,2-2-12,-1-1 1,1 0 29,2-4 0,3 0 6,-3-4 1,-1 0 247,2 0 1,-6 0 48,2 0 1,0-5 60,-4-3 0,2 2 20,-5-1 1,-4 0 238,0-4 0,-3-4-266,-1 0 0,-5 1 120,-2 3 1,-8-2 54,-3-1 1,-4 3-202,-4 0 1,3-1 134,-3 5 0,1 2-187,3 2 1,-2 1-231,10 2 1,-5 0-370,4 0 0,2 2 406,6 1 0,26 33 0,12 12 0</inkml:trace>
  <inkml:trace contextRef="#ctx0" brushRef="#br0" timeOffset="2857">2678 342 6650,'-8'4'1291,"1"0"0,0-1-825,-4-3 1,-4 0-129,0 0 1,-4 0-320,0 0 0,2 0-249,-1 0 0,1 4 230,-2 0 0,3 4 0,5-2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6:17.0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132 155 7682,'11'-8'24,"2"2"1,0 0 0,3 1-1,1 0 514,3 3 0,1-1 32,1 0 1,2 2-199,-2-3 1,3-1-169,-7 1 0,2-1 111,-2 2-269,-2 1 1,-6-7-37,-3 1 0,-3 2-246,-8-1 0,-7-1-22,-7-3 1,-8 4-350,-3 0 1,-4 1 172,-4-2 1,3 3 222,-3 5 0,6-3 116,2-1 1,3 0-1,-3 4 0,5 2 164,2 1 0,5 3 33,6 5 0,5 2 144,2 1 1,3 4-105,1 4 1,9 5 33,2 2 0,7 4-258,0 4 0,7 1-119,1 2 0,1-1-233,-2-2 0,0-3 218,4 3 0,-1-7-79,2-5 1,-4-5 71,-8-2 1,2-8-128,-6 1 350,1-7 0,-9-1 0,-2-6 0,-3-7 0,-1-5 0,-20-34 0,-4-5 0</inkml:trace>
  <inkml:trace contextRef="#ctx0" brushRef="#br0" timeOffset="362">121 353 7682,'0'-6'945,"0"-4"-691,0 9 1,5-4 57,3 5 1,6 0 47,5 0 0,4 4-163,6-1 0,2 6-71,9-2 0,1-1-87,3 2 0,-1-4-196,-3 3 1,2-5 34,-5 2 0,2-3-245,-6-1 0,-4 0 107,-10 0 1,-1-1 91,-7-3 0,3-1-50,-7-2 0,-2-3-91,-2 3 307,-1-3 1,-4-1-24,-1 0 0,-3 1 138,-5 3 1,0 1-56,0 2 1,-2 3 105,-1-3 0,1 3-5,-1 1 1,1 5-72,2 2 1,0 3 132,0 1 0,0 0-186,0 0 0,2 4 13,1 0 1,3 0-127,5 0 1,0-1-209,0 4 1,5-3-59,3 3 1,10-4-280,4 0 0,7-3 243,1-3 1,2-3 379,1-5 0,39-10 0,10-3 0</inkml:trace>
  <inkml:trace contextRef="#ctx0" brushRef="#br0" timeOffset="745">1025 375 7682,'-6'-5'-609,"3"-2"0,-4-3 700,0-1 0,1 4 730,-1-1 1,-1 6-423,-3-2 0,0 3-25,0 1 1,-1 0-185,-3 0 1,3 1-147,-3 3 1,3 2-9,1 5 1,4 0 10,-1 0 0,5 0-27,-5 0 0,6 1-22,-2 3 1,3-3-316,1 3 0,1-6 119,3-2 1,2-1-82,5 2 0,-2-2 45,2-3 1,-3-1 6,7 1 0,-3-2-62,-1-1 0,0-4 147,0-4 0,0 2 164,0-1 1,0-1-67,0-3 1,-3 0 132,-1 0 0,-1 0 56,2 0 1,0 0 615,-4 0-236,4 0-126,-2 0 1,2 1 159,-1 3-437,-4 2 1,5 6-216,-4 3 0,3 2 112,-3 5 0,3 0-140,-3 0 0,3 1-67,-3 3 0,4-3-191,0 3 0,0 1-58,0-1 0,2-2-325,-3-5 0,3 0 132,1-4 630,0 4 0,14-36 0,5-4 0</inkml:trace>
  <inkml:trace contextRef="#ctx0" brushRef="#br0" timeOffset="967">1158 133 7682,'-5'-11'660,"4"5"0,-3 1-174,8 5 0,-2 9-53,5 6 1,4 5-152,4 2 0,0 1-43,-4 3 0,4 1-147,-1 2 0,2 3-183,-1-3 0,-7-2-241,3-1 1,-3-3-505,-1-1 0,2-1-462,-6-2 172,1-4 593,-4-4 0,-1-4 533,-3-4 0,3-1 0,-14-27 0,3-6 0</inkml:trace>
  <inkml:trace contextRef="#ctx0" brushRef="#br0" timeOffset="1396">1158 342 7682,'11'-11'466,"0"0"1,0 5-292,0 2 1,0-1-64,0 2 0,1-1 112,3 4 0,-2 1 12,6 3 1,-5 1-97,5 2 0,-1 3-113,4-3 0,-5 7-34,-2 0 0,1 1-241,-1-4 0,-1 0 39,-3 0 0,-3 0 84,-1 0 0,-3 0 99,3 0 0,-5-3 18,2-1-39,-3-4-23,4 1 59,1-4 1,2 0-74,-1 0 1,-3-1-118,3-2 0,-3 0 63,3-4 0,-3-1 105,3-3 0,-4 0-8,0 0 0,2 0 33,-1 0 1,0 0 0,-4 0 9,0 0 0,1 4 312,2-1-242,-1 6 1,4-7 407,-3 6-68,-1-1-344,8 9 1,-6 1 1,4 5 0,0 0-32,-4 0 0,3 0 12,-3 0 0,5 4-162,-2 0 1,-1-1-641,1-3 374,1 0 1,3 0-277,0 0 1,-4-4 321,1-4 0,-5-2 332,5-1 0,-1-14 0,4-5 0</inkml:trace>
  <inkml:trace contextRef="#ctx0" brushRef="#br0" timeOffset="1951">1720 364 7682,'1'-6'404,"3"2"-49,-3-2-183,9 5 0,-8-4 12,6 5 0,-5 4 46,5-1 0,-6 6-12,2-2 0,1 4 9,-2 4 0,6-3 0,-2 3 1,-1-3-36,2-1 1,-5 0-101,5 0 0,-5 0-171,5 0 0,-6-3 135,2-1 1,-2-4-56,2 0 0,-3 0-291,3 0-565,-3-1 456,4-2 0,-4-7-305,3-4 1,-3 0 173,-1 0 0,0-1 243,0-3 1,0 3 239,0-2 0,0 1-218,0 2 214,0 0 0,4 0 74,0 0 1,0 4 281,0-1 0,-1 6-98,4-2 0,0 3 124,4 1 0,-3 0-50,-1 0 0,0 1-28,4 3 1,0 2-128,0 5 1,0 0 10,0 0 1,1-3 68,-1-1 0,1 0-98,2 4 1,-1-3-4,1-1 1,2-5 1,-1 2 0,1-3-2,-1-1 1,-2 0-217,6 0 1,-6-5-101,2-2 1,-3-3-115,-1-1 1,-1 0 79,-3 0 0,-1 0-65,-2 0 0,-3 0 85,3 0 1,-8 1 38,-3 3 1,-3 2 44,-1 5 0,-1 0 330,-3 0 0,3 0 73,-3 0 1,3 5 29,1 2 1,0 7 211,0 0 1,3 1-276,1-4 0,3 4 46,-3 0 1,5 3-213,-2-3 1,3 1-153,1-2 0,1-1-85,3 1 0,2-1-236,5-2 1,3-4-351,1 0 0,5-4 288,-2 0 1,2-1-473,-2-2 944,3-5 0,21-21 0,10-10 0</inkml:trace>
  <inkml:trace contextRef="#ctx0" brushRef="#br0" timeOffset="2261">2492 331 7682,'-2'-7'60,"-1"-1"0,0 6 122,-4-2 1,3 3 11,-3 1 0,0 0 70,-4 0 1,0 0 101,-1 0 1,1 1-188,0 3 1,4-2-1,0 6 1,1-1-366,-2 4 1,2-4 201,2 1 1,3-1-338,-2 4 0,1 0 146,2 0 1,4-3 36,0-1 1,4 0-20,0 4 0,1 0-72,2 0 1,4-3 77,0-1 1,0 0 83,-4 4 0,0 0 72,0 0 1,0-1 174,0-2 1,-4 1 15,0-1 33,-4 2 1,2 1-138,-5 0 1,-2-5-222,-1-3 1,-5 2-230,-6-1 0,-3 0 139,-5-4 219,0 0 0,-40-10 0,-9-2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6:15.96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187 320 7680,'6'-5'-341,"3"3"-425,-6-6 1007,6 1 1,-7-4 660,6 0 0,-6 4-52,2-1-320,-3 6-317,-1-8 1,-5 9-101,-2-3 0,-7 4-111,0 4 1,-6 2 74,2 5 1,-3 1-111,-1 3 0,3-3-31,1 3 0,3 1 84,-3-2 0,6 5-117,1-4 1,1-1 84,6-3 1,2 0 26,6 0 0,3-5 8,8-2 1,3-3 4,8-1 0,-2-1-178,6-3 0,-6-5-274,2-6 1,-3-1-465,-1 1 0,-4 2 274,1-6 1,-9 6 613,1-2 0,-13-12 0,1-2 0</inkml:trace>
  <inkml:trace contextRef="#ctx0" brushRef="#br0" timeOffset="309">540 144 7680,'16'-11'0,"-3"-4"0,4 0 782,-1 2 1,-5 4-119,-3 2-773,-6-1 0,2-3 131,-8 0 0,-6 2 11,-4 1 0,-10 0 9,2 4 0,-6-1-70,2 1 0,-3 3 116,3-2 1,-3 1-33,3 2 1,2 2 86,5 1 0,0 3-76,4 5 0,5 5 117,6 3 0,4 3-76,4 3 0,4 4-2,6 4 0,5 0-124,6 0 0,0 0-172,4 0 1,1 0 105,3 0 1,-4-5-94,0-2 1,-5-3-508,-2-1 0,-5-4-670,-6-4 546,-5-6 0,-2-4 808,-8-4 0,-31-29 0,-13-8 0</inkml:trace>
  <inkml:trace contextRef="#ctx0" brushRef="#br0" timeOffset="443">363 353 7680,'-7'-10'1306,"0"3"-1219,4-3 0,0 5 65,6-2 0,5 2 20,6 5 1,3 0-82,6 0 1,3 0-1330,4 0 1238,-3 0 0,39 10 0,5 2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6:29.7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265 77 8134,'7'-11'0,"-1"0"346,-1 0 1,2 4 228,-3 0 130,0 4 231,1-7-234,-4 4-96,4 0-414,-5 1 0,-5 5-59,-2 0 1,-3 1-172,-1 3 1,-5 0 97,-3 7 0,-1-3-244,-2 7 1,0 2-20,-1 2 0,1-2-141,0 1 1,0 0 140,0 4 1,4 0-122,0 1 0,8-5-28,-1 0 1,7-3-124,0 3 1,3-4 146,1 1 1,3-8 66,4-3 0,2-3 225,9-1 1,0-9-76,4-2 0,-3-4 220,-1 1 0,0-2-93,4-3 1,-3-1 122,-1 1 1,-4 0-53,0 0 1,1 0 56,-4 4 1,3-1 513,-7 1-458,-2 3 0,3 0 876,-4 5-730,0 4 1,-5-2-45,-3 5 1,1 1-99,-4 3 1,1 2-15,-1 5 0,-2 0-49,5 0 1,-3 4-5,3 0 0,1-1-360,3-3 0,0 0-216,0 0 0,0 4-424,0 0 0,1 0 112,3-4 1,2-4 750,5 0 0,54-19 0,13-1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6:32.5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209 67 8592,'-11'-2'0,"0"0"0,0-2 679,0 2 0,-1 2-483,-3 3 0,-1 5 87,-2 6 0,-2 4 14,5 4 0,-3 5-186,3 2 0,2 4-143,5 4 0,0 2-239,4 5 1,2 1-7,5 3 1,3-6-320,5 2 1,4-7 68,0-1 0,6-6-382,1-4 1,1-9 292,6-6 616,-4-5 0,46-55 0,6-12 0</inkml:trace>
  <inkml:trace contextRef="#ctx0" brushRef="#br0" timeOffset="412">485 298 7990,'0'-7'196,"0"-1"338,0 6-251,0-3-368,0 5 0,0 5 224,0 2 1,0 4 76,0 4 1,0 2-204,0 5 0,0 0 40,0 0 0,-4 4-33,0 0 1,0-1-39,4-3 1,0 1-211,0-1 0,-1-5-9,-2-3-138,1-1 289,-3-2 24,5-5 1,0-3-405,0-6 0,0-3 157,0-5 0,4-2 15,0-1 1,3 1 174,-3-1 0,3 0 119,-3 0 0,3 1 0,-3-1 0,4 0 0,0-1 0,2 3-21,1-2 1,0 1 33,0 2 0,3 0 178,1 0 0,5 0-43,-2 0 1,3 1 162,1 3 0,-1 1-25,-3 2 1,-2 3-45,-5-3 0,0 8-129,0 3 0,-5 3-23,-2 1 0,-3 5-14,-1 2 0,-1 2-138,-3-2 0,2 3-243,-6-2 1,5-2-49,-5 1 0,6-3-211,-2 3 0,3-4 185,1 0 379,0-6 0,15-18 0,3-8 0</inkml:trace>
  <inkml:trace contextRef="#ctx0" brushRef="#br0" timeOffset="796">881 452 7900,'8'0'390,"-1"0"1,-3 0-212,3 0 1,0 0-79,4 0 1,1-3 81,-1-1 1,0-3-129,0 3 1,0-3 45,0 3 0,0-3-207,0 3 0,-2-5-186,-1 2 187,2-3 0,-9-1-50,3 0 0,-3 4-47,-1-1 23,0 1 1,-5 1 112,-2 2 1,-3 3-9,-1 1 0,-4 1 39,0 3 1,1-2 0,3 6 1,1-1 190,2 4 0,-1 1-2,1 3 1,0-1 50,0 4 0,0-3-204,4 3 1,-3-3-62,3 3 0,0 0 52,4 5 1,2-6-124,1-3 1,3 1 94,5-4 1,5 1-152,3-8 1,-2 0-364,1-4 0,4-2 147,4-1 1,0-3 401,-4-5 0,0-5 0,0-3 0,0 3 0,10-44 0,2-6 0</inkml:trace>
  <inkml:trace contextRef="#ctx0" brushRef="#br0" timeOffset="1171">1212 375 7990,'-4'-7'71,"1"0"642,0-2-453,2 4 1,0 0 0,-3 5 0,3 1-70,-3 3 0,2 2-154,-2 5 0,3 1-3,-3 3 1,3-1 18,1 4 0,0-3-160,0 3 0,0-1-73,0 2 0,0-2-153,0-3 1,0-1-89,0 1 151,0-1 1,5-4 61,2-1 0,3 0-112,1-4 1,0-2-71,0-5 0,1 0 137,3-4 1,-3-2 252,3-5 0,1 0 0,-1-4 0,-1 3 0,-3-3 0,0 1 0,0-2 0,-3 0 0,-1 4 0,-3-3 194,3 3 1,-4 0 305,0 4 1,-1 0 797,-2 0-481,0 5-432,0-4 1,0 10 248,0 0-475,0 5 0,0 6-293,0 0 1,0 4 42,0 0 0,0 0-145,0 0 0,-4 1-108,0 2 0,1 0-283,3-4 1,0 0 269,0 4 1,0-4-649,0 0 515,4-1 490,3-2 0,23-20 0,6-4 0</inkml:trace>
  <inkml:trace contextRef="#ctx0" brushRef="#br0" timeOffset="1460">1543 364 7990,'0'-11'87,"0"0"744,5 5-106,-4 1-461,4 5 1,-1 5-26,-1 2 1,1 3-55,-4 1 0,0 1-57,0 3 0,0-1-33,0 4 0,0-3 109,0 3 1,0-1-380,0 2 1,-1 1 88,-3-1 0,3-3-37,-3-2 0,3-1 349,1-2 380,-5 0-65,4-5 5,-4-1 1,5-10-342,0-3 0,1-3-266,3-3 0,2-3-606,5-5 0,0 1-64,0 2 0,0-1-483,0 1 1,5-2 508,2-1 1,2 0 704,-2 0 0,28 0 0,1 0 0</inkml:trace>
  <inkml:trace contextRef="#ctx0" brushRef="#br0" timeOffset="2272">2039 430 7990,'0'-7'-1833,"0"0"2765,0 4 1,-1-5 533,-3 4-835,3-5 1,-5 7-302,2-5 1,2 4-117,-6-1-116,1 3 1,-4 1-177,0 0 0,0 1 24,0 3 1,0 2 97,0 5 0,0 0-374,0 0 0,3 4-19,1 0 0,1 1-130,-1-2 0,-2-1 84,5 1 0,1-1-434,3-2 345,0 0 210,0 0 150,4-5 0,4-1 101,7-5 1,-3-2-4,2-1 0,0-3 40,1-5 0,-3 0 121,3 0 1,1-1-10,-2 1 1,1 0 79,-4 0 1,0 0-19,0 0 1,-4 0 503,1 0-430,-6 0 0,4 2 404,-2 1-510,-3-2-94,4 9-209,-10-4 1,3 9 200,-6 0 1,6 4-163,-2 0 0,-1 1 4,2 2 0,-1 0-123,4 0 180,0 0 1,1 0-72,3 0 156,2 0 0,5-3 5,0-1 1,0-4 87,0 0 1,1-1-101,3-2 0,-3-2 8,3-1 1,-2-4-64,2-4 1,-3 0-17,3 0 1,1-3 60,-1-1 1,-1-3-8,-3 3 1,-1-5 197,-2 2 0,1 1-56,-1-2 0,-2 0 83,1-7 1,-4 3-59,0-3 1,0 3 206,1 1 1,-3 3-86,2 1 0,-1 1 376,-2-1-89,0 2 153,0 5-922,0 4 1,0 4 174,0 6 1,0 5 122,0 7 0,0 2 32,0 5 1,-4 1 1,0 3 0,1 1-86,3 2 0,0 3 2,0-3 1,0-2-307,0-1 0,3-2-985,1 2 1,5-4-255,-2 0 0,1-1 559,0-6 917,2-5 0,15-25 0,11-10 0</inkml:trace>
  <inkml:trace contextRef="#ctx0" brushRef="#br0" timeOffset="3486">2789 331 7882,'0'-7'351,"1"1"162,2 1-332,-1 1 182,3-1-211,-5 4 11,0 6 0,0 2-132,0 8 0,0 1 87,0-1 0,-4 0-132,0 0 1,-3-3-42,3 3 0,-1 1 31,2-1 1,1-1-41,-1-3 0,-2 0 61,1 0 0,1-3-162,3-1 1,-2-4 23,-1 0 25,1 3 34,-2-4 0,4 1-158,0-6 1,3-3 24,1-6 0,4 1 170,0 0 0,-2-3-18,1-1 0,1-3 13,3 3 1,0-5 19,0 2 0,0 2 1,0 1 0,3-1 166,1 2 0,0 3 54,-4 3 1,0 2-36,0-1 1,0 2-69,0 5 1,-4 0 83,1 0 0,-2 5-185,1 2 1,2 7 17,-6 0 1,5 1-10,-5-4 1,2 4-22,-1 0 1,1-1-168,2-3 0,2 0-42,-6 0 0,5-3 116,-5-1 0,6-1 53,-2 1 0,2 0 34,-2-4 1,3-1 5,-3 1 0,3-2-20,1-1 1,2-4 11,1-4 1,-1 2-16,1-1 0,-2-2 3,-1-6 1,0 3 74,1-3 1,-3 3 121,-1 1 0,0-3 72,-4-1 1,0 0 240,-4 4-233,0 0 0,-5 0-103,-3 0 1,2 5-31,-1 2 0,0 3 67,-5 1-103,1 0 1,0 5 16,0 2 1,4 3-27,0 1 1,3 1-1,-3 3 1,4-3-27,0 3 0,1-3 9,2-1 1,0 4-39,0 0 1,2-1 0,1-3 1,5 0-2,6 0 0,0 0-146,4 0 0,4-4-132,4-4 0,5-2 94,-2-1 0,-1-4-163,2-4 1,-6-6 72,2-5 0,-3 2 270,-1-1 0,-5-1 14,-2-3 0,-4 0 184,-4 0 1,2 3-90,-5-4 0,-1 8 162,-3-8 1,0 8-59,0-4 0,0 6 52,0-2 0,0 3 271,0 1-335,0 0 0,-1 5 35,-3 2-206,3 3 0,-5 1-195,2 0 0,3 6 203,-3 5 0,-1 1 28,2 6 1,-2 1-61,1 3 1,3 1-25,-3 3 1,3-3-139,1 3 1,0-3-120,0-1 0,0 4-136,0 0 1,4-1-82,-1-3 1,6-3-354,-2-1 1,0-4 203,0 0 646,0-6 0,9-28 0,1-11 0</inkml:trace>
  <inkml:trace contextRef="#ctx0" brushRef="#br0" timeOffset="4028">3417 309 7882,'0'-11'0,"0"0"500,0 0 0,0 4-284,0-1 0,5 6-356,2-2 0,7 3 165,0 1 0,7 0 37,1 0 1,2 0-120,5 0 1,0 4 32,4-1 1,-3 6 40,-1-2 0,-6 3-65,0 1 1,-3-4-188,-5 1 1,-4-1 64,-4 4 0,-4 4-51,1 0 1,-3-1 115,-1-3 0,-1 0-128,-3 0 0,1 4 224,-4 0 1,3-1-37,-3-3 1,5-3 104,-2-1 0,3-3-131,1 3 67,0-4 1,1 1-103,3-4 1,2 0-3,5 0 1,0 0 112,0 0 0,0-4-4,0-4 0,-1-2 267,-3-1 0,3 0-15,-3 0 0,-1 0-11,2 0 1,-5 3-136,5-3 1,-6 6 67,2-6-93,2 2-46,-5-2-148,4 0-531,-5 5 416,0 1 0,0 6 140,0 3 1,0-2 147,0 6 0,0-4-79,0 3 1,0 0 28,0 4 1,0 0-32,0 0 1,0 0 21,0 0 0,0 0 76,0 0-46,0 0 1,1 0 628,3 0-311,2-4 0,5-3 39,0-4 0,4-1-98,-1-2 1,2-7 111,-1-5 1,-3-5-156,3 2 0,-3-3-24,-1-1 1,0 0-739,0 0 0,-3 1 377,-1 3 1,-4-3-1267,0 3 1,-2 2 1402,-1 1 0,0 8 0,0 2 0</inkml:trace>
  <inkml:trace contextRef="#ctx0" brushRef="#br0" timeOffset="4645">4255 320 7893,'0'-7'0,"0"-1"404,0 0 1,0 2 209,0-2-535,0 6 0,-1-3 26,-3 5 0,-2 4-166,-5-1 0,0 10 97,0-2 1,0 3-231,0 1 0,0-2-113,0 6 0,1-4 188,2 3 1,0-5 3,4 2 1,-3-3-241,3-1 300,1 0 0,4-1 54,2-2 0,4-4 9,4-4 0,0-1-116,0-2 0,0-4-95,0-4 1,3 0 235,1 0 0,0 0-80,-4 0 0,-1 0 51,-3 0 0,3 0 25,-3 0 1,-1 0 118,2 0 0,-5 4-17,5-1 1,-6 1 159,2-4 0,-2 4 124,2-1-268,-3 6 0,8-4-83,-6 2 1,2 3-90,-1-3 0,-3 4 21,3 4 0,-2-2 58,2 6 1,-3-1-23,3 4 0,1 0-12,-2 0 0,2 4-6,-1 0 0,-3-1 5,3-3 0,-2 0 2,2 0 0,-3 0 189,3 0 0,-3-3 90,-1-1 0,4-3 1583,-1 3-1341,1-4 1,-4 0-250,0-6 0,0-4-116,0-4 1,0 0-84,0 0 1,1 0-43,3 0 1,-2-1-235,6-3 0,-1 3-134,4-3 1,1 3-472,3 1 0,1 0 66,2 0 0,3 1-523,-2 3 1,1-2 359,3 6 1,-6-1 883,-3 4 0,4 15 0,-1 3 0</inkml:trace>
  <inkml:trace contextRef="#ctx0" brushRef="#br0" timeOffset="4946">4685 155 7893,'0'-11'152,"0"0"1,0 0 826,0 0-607,0 0 1,0 3 594,0 1-470,-5 4-329,4-1 0,-4 8 150,5 4 0,0 5 180,0 2 0,3 5-343,1-2 1,0 3-193,-4 1 0,3 1-205,1 3 0,0 1 83,-4 2 0,0-1-260,0-2 0,0-3-109,0 3 1,-4 0-594,0-4 0,-3 1 89,3-8 1,0-2 1031,0-5 0,3 1 0,15-51 0,11-9 0</inkml:trace>
  <inkml:trace contextRef="#ctx0" brushRef="#br0" timeOffset="5212">4883 210 10103,'-11'1'607,"0"3"1,0-2-381,0 6 0,-4-2 13,1 1 0,-2 3-50,1-3 0,3 3-93,-3 1 1,7 1-237,0 3 0,5-2 125,-5 6 0,6-6-415,-2 2 0,8 1-59,3-1 0,4-1-279,4-3 0,-2 0 129,6 0 0,-1-3-252,4-1 1,0-5 889,0 2 0,20-22 0,4-7 0</inkml:trace>
  <inkml:trace contextRef="#ctx0" brushRef="#br0" timeOffset="5546">5038 22 8180,'-7'-4'2027,"-2"-3"-1811,7 1 0,-1 1 161,6 5 0,4 2-16,4 1 1,6 7 181,5 5 1,0 6-227,4 1 1,2 1-206,1 6 0,-2 1-60,-1 3 0,-3 0-178,-1 0 1,-6 4-719,-5-1 0,-5 1 36,-6-4 1,-5-5-360,-2-2 0,-7 0 545,0-4 1,-6-2 621,2-9 0,-8-10 0,-2-2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6:31.2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221 122 8059,'6'-11'648,"-3"0"-227,4 5-217,-6 1 1,4 6-14,-5 3 0,-1 2-63,-3 5 1,0 5 71,-7 2 0,3 3-349,-7 1 1,-1 4-64,1 0 0,-3 0-88,3 0 1,-4 1 53,0 3 0,2-4-109,-1-3 0,4-1 65,-1 0 1,4-5-59,4-3 0,-1-5-365,4-2 580,0-4 0,8 1 133,0-8 0,4-3 0,-1-8 0,3 1 0,1-4 0,0 1 0,0-2 0,0-1 0,0 1 0,0-2 0,0-1 0,-3 4 54,-1 0 0,0-1 90,5-3 1,-1 0-42,0 0 1,-2 4-6,-1-1 1,2 6 17,-3-2 1,3 0 142,1 4 1,-4-1 20,0 9 88,1-1-376,3 4 1,-5 1 24,-2 3 1,-3 2-70,-1 5 1,0 0 79,0 0 0,0 1-20,0 3 0,-1-2-27,-3 6 1,3-6-105,-3 2 1,3 1-16,1-1 0,0-1 64,0-3 1,0 0-39,0 0 0,1-1 72,3-3 0,2 2-7,5-5 1,4-1-8,-1-3 1,5 0-2,-5 0 1,6-5-35,-2-2 0,3-3 8,1-1 1,-4-3 77,1-1 1,-6 0 82,2 4 1,0-3 202,-4-1 1,2 0-96,-5 4 1,-4 0 639,0 0-552,2 0 0,-4 4 56,1-1-57,-2 6-257,-1-3 1,0 6 65,0 3 1,0-2-209,0 6 1,0-1 34,0 4 0,0 0-116,0 0 0,0 4-158,0-1 1,0 5 21,0-4 1,2 0-113,1 0 1,0 2 220,4 5 1,-3-4 231,3-4 0,15 3 0,8 1 0</inkml:trace>
  <inkml:trace contextRef="#ctx0" brushRef="#br0" timeOffset="279">893 133 7950,'8'-10'-189,"-1"3"0,-3-2 711,3 6 391,-5-1-689,3 4 0,-5 1-47,0 3 0,-1 2-29,-3 5 0,-2 4 87,-5-1 1,0 6-240,0-2 1,0 3-53,0 1 1,0 0-64,0 0 1,0 0 54,0 0 0,4-1-64,-1-2 0,6 1 66,-2-1 1,3-3 9,1-2-57,0-1 0,5-4-107,2-1 1,7-3-344,0-5 1,6-2 81,-2-1 0,4-3 477,4-5 0,27-30 0,10-7 0</inkml:trace>
  <inkml:trace contextRef="#ctx0" brushRef="#br0" timeOffset="529">1268 122 7950,'-6'-7'0,"2"-1"1354,-2 6-487,5-3-611,-9 5 0,8 6-121,-6 5 0,6 1-130,-2 7 0,-1-1-42,2 4 1,-5 0-317,5 0 1,-5 0-191,4 0 1,-4 0 8,1 0 1,0 3-68,0-3 0,5 1-150,-2-8 751,3-5 0,1-1 0,0-12 0,24-47 0,7-23 0</inkml:trace>
  <inkml:trace contextRef="#ctx0" brushRef="#br0" timeOffset="729">1290 111 7950,'11'-22'0,"-1"3"173,-3 1 0,3 6 342,-3 1 1,3 1-220,1 6 1,0-3-59,0 3 0,4 1-125,0 3 0,-1 0 74,-3 0 0,2 3-97,1 1 0,-5 6-12,2 1 0,-4 0-227,1 4 1,-3 2 169,-5 1 1,-2-1-93,-1 2 1,-5-5-119,-6 5 0,-4-5 52,-4 5 0,-1-6-430,-3 2 1,-1-6 25,-2-2 1,-3-1 540,3 1 0,-8-21 0,-2-11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6:41.0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45 486 9660,'-44'55'0</inkml:trace>
  <inkml:trace contextRef="#ctx0" brushRef="#br0" timeOffset="707">640 177 7950,'0'-11'223,"0"0"0,0 0 0,0 0 251,0 0 0,-1 5-424,-3 2 0,-1 4 31,-2 4 1,-4 5-197,0 6 1,0 6 110,-4 1 1,-1 5-122,2 6 0,-1 0 72,4 0 0,-4 0-125,0 0 0,4-1-56,4-2 1,5 0 46,-2-4 0,3 0 103,1-4 1,6-6 31,5-5 0,5-5-8,6-6 1,1-1 56,3-3 0,-2-4 147,6-6 0,-6-3-98,2-5 0,-4-5 163,-4-3 0,-3 2 133,-8-1 0,-2 0-134,-5 0 0,-1-3-113,-3 3 0,-2 2-183,-5 1 0,-1 4-221,-3 4 0,3 3-132,-3 8 1,3 2-1070,1 5 1510,0 0 0,10 34 0,2 9 0</inkml:trace>
  <inkml:trace contextRef="#ctx0" brushRef="#br0" timeOffset="1168">861 287 7950,'7'-6'611,"0"2"-555,-4 3 1,3 2 86,-3 3 0,-1 2-27,1 5 0,-1 4 0,-2 0 0,0 3-69,0-3 1,0 4 53,0 0 0,0 0-79,0 0 1,-2 0 46,-1-4 1,1 3-156,-1-3 1,0 0-151,0-4 87,1 0 84,-2 0 115,4-5-18,0-1 1,0-7-48,0-1 1,0 0 2,0-4 1,0 0-4,0-4 1,0-2-10,0-1 0,0 1 8,0-1 0,1-2 63,2 1 0,0-3 97,4 3 0,-1-1-77,2 1 1,2 2 11,-3-5 0,4 4-44,4-1 1,-3 3 12,3 1 1,0 1-33,0 3 0,4 1-18,-5 2 0,1 3 184,-4-3 0,0 8-113,0 3 0,0 3-47,0 1 0,-1 5-84,-3 2 1,2 3-174,-6 1 1,2-3-2,-1-1 0,-3-1-254,3 2 0,-3 0 100,-1-4 1,1 3-105,3-3 1,-3-4-275,3-4 768,2-4 0,-5-13 0,4-8 0</inkml:trace>
  <inkml:trace contextRef="#ctx0" brushRef="#br0" timeOffset="1652">1412 265 7950,'0'-11'202,"0"0"1,-1 1 377,-3 3 0,1 2-189,-4 5 0,-4 1-126,-4 3 1,-3 3-30,3 8 0,-3-2-109,3 6 0,-3-1-142,3 4 0,4 0 62,4 0 1,4 0-184,0 0 0,1-1-15,2-2 0,5 0-253,3-4 1,3-2 140,3-5 0,0-2-8,4-3 0,1-1-5,3 1 0,0-3 210,0-3 1,0 0 97,0-4 1,-4 0-98,1-4 1,-1 0 122,4-1 1,-4-2-153,1-1 1,-5 0 7,5 4 1,-4-3 76,3-1 1,-5 0-4,2 4 1,-3-3 113,-1-1 0,-3 0-33,-1 4 0,-5 0 72,2 0 0,-3 0-62,-1 0 1,-1 1 188,-3 3 0,-2 1-144,-5 2 1,-1 3-12,-3-3 1,-1 8 36,-2 3 1,-3 1 110,3 3 1,2-3 45,1 7 0,-1 1-89,2-2 1,3 2-51,3-1 1,5-1 72,-5 4 1,6-3 104,-2 3 0,8-3-66,3 3 0,8-4 107,3 0 1,4-1-615,4-2 0,-2-5 209,6-3 1,-1-1-1013,4-2 1,-4 0 296,-4 0 0,-3-5-62,-3-3 1,-2-3 794,-2-3 0,-13-33 0,2-12 0</inkml:trace>
  <inkml:trace contextRef="#ctx0" brushRef="#br0" timeOffset="2585">2514 111 7915,'-10'-11'70,"3"0"0,-3 3 197,3 1 1,2 3 385,1-3-117,3 4 145,1-1-290,0 4 1,0 4-148,0 4 1,0 7-88,0 3 1,0 4-108,0 4 1,0 2 44,0 5 0,0 4-214,0-1 1,0 1-13,0-4 1,0 0-155,0 0 0,0-4 13,0-4 0,0-3-46,0-3 1,0-3-435,0-5 483,0-5 1,0-3 12,0-6 0,0-5 71,0-6 0,-1 0 3,-3-4 1,2 0 108,-6-5 1,5 5 192,-5 0 0,1 1 58,-4-2 0,0 3-45,0 5 0,0-2-17,0 2 0,0-1-19,0 8 1,-4 0 213,0 4 1,1 0-95,3 0 0,0 6 14,0 5 0,3 2-83,1 5 0,5 0-7,-2 4 1,3 0-127,1 0 1,0-3 74,0-1 0,5-1-133,2 2 0,3 0-76,1-4 0,1-2-278,3-5 0,-2 0-34,6-4 0,-5 0-374,5-4 0,-5 0-283,5 0 1088,-6 0 0,23-35 0,-1-7 0</inkml:trace>
  <inkml:trace contextRef="#ctx0" brushRef="#br0" timeOffset="2824">2746 331 7915,'0'-7'1100,"0"0"-933,0-1 0,-2 2-177,-1 2 1,-3 3 152,-5 1 0,0 6 45,0 5 1,0 2-164,0 5 0,1-1 71,2 1 1,0 3-153,4-2 0,0 0-11,4 0 1,0 0-56,0-4 0,5 0 122,3-4 0,5 0-3,2 0 1,3-5-41,-3-3 0,3-3 10,-3-3 1,-1-3-373,-7-5 1,1-4 163,-4 0 1,0-4-537,-4 0 1,0 2 776,0-1 0,-10-20 0,-2-9 0</inkml:trace>
  <inkml:trace contextRef="#ctx0" brushRef="#br0" timeOffset="3220">2878 276 7915,'6'1'409,"-2"3"161,-3-3 0,3 9-173,-1-3 0,5 3-189,-5 1 0,5 1-160,-5 3 1,6 2 46,-2 5 0,-2-3-239,-1-1 1,1-1 114,-2 2 1,2 0-165,-1-4 0,-3 0 167,3-4 1,-3-4-264,-1 0 576,0-4-291,0 2 1,-1-7-142,-3-1 1,3-3 114,-3-5 1,-1 0-5,2 0 1,-5-4 49,5 0 1,-5-1-5,5 2 0,-1 1 31,4-1 1,0 0 85,0-1 0,0 2-145,0-5 1,5 4 30,2-1 0,4 3-73,4 1 1,2 1 120,5 3 1,2 2 67,1 5 0,-1 1-109,1 3 1,-1 2-4,-2 5 0,-5 5-51,-3 2 0,-3 0-110,-3 0 0,0 0-368,-4 4 1,0-3 215,-4-1 1,3-4-686,1 0 113,0 3 68,-4-4 798,0 3 0,14-25 0,5-4 0</inkml:trace>
  <inkml:trace contextRef="#ctx0" brushRef="#br0" timeOffset="3602">3385 375 7915,'-6'0'515,"1"0"-317,15 0 0,-3 2-269,8 1 0,-3-2-31,-1 3 0,1-3-55,3-1 0,-3-1 123,3-3 1,1 3-86,-1-2 0,1-4 69,-2 0 1,-1-2-228,1 2 0,-5-3 168,-2 3 1,-3-4 108,3-4 1,-4 5 73,0-4 0,-4 8-53,-6-5 0,-1 3 20,-6 1 0,-3 2-13,-2 5 1,-2 0 17,-1 0 0,0 1 100,0 3 0,5 2 157,2 5 0,3 0 94,1 0 1,1 1-156,3 3 0,2-1-225,5 4 1,0 0 18,0 4 1,5-3-211,2-1 0,4-1-74,4 2 0,2-3-374,5-5 0,2-2 278,1-1 344,3-3 0,40-20 0,8-3 0</inkml:trace>
  <inkml:trace contextRef="#ctx0" brushRef="#br0" timeOffset="3783">3925 541 8935,'0'7'1766,"0"0"1,0 1-1499,0 3 0,0 0-138,0 0 0,0 1-683,0 3 0,0-2-540,0 6 1,0-6 611,0 2 481,0-3 0,-9 4 0,-4 1 0</inkml:trace>
  <inkml:trace contextRef="#ctx0" brushRef="#br0" timeOffset="4475">4543 100 7904,'0'-15'0,"0"0"601,0 2 940,0 1-1329,0 5 1,-2 3 3,-1 4 0,2 6-3,-3 5 1,3 6-24,1 9 0,0 3-134,0 8 1,0 2-64,0 5 1,0 0-263,0 0 0,3 0-32,1 0 0,3-3-343,-3-1 1,3-4-311,-3 1 1,0-8-228,-4-3 1181,0-8 0,-15-41 0,-3-15 0</inkml:trace>
  <inkml:trace contextRef="#ctx0" brushRef="#br0" timeOffset="5185">4377 375 8958,'0'-6'1700,"2"1"-1522,1 5 0,0-3-184,4-1 1,0-3 125,4 3 0,2-1-90,1 1 0,0-1-388,4-2 0,-3-3 75,3 3 0,1-2-126,3 2 1,0-3 176,0 3 0,-1 1-7,-3-2 0,3 6 65,-3-2 0,-6 3 10,-1 1 1,-3 1 75,-1 3 0,-2 3 140,-5 8 1,0-2-110,0 6 1,-5-1 93,-2 4 1,-2 4 83,2 0 1,-3-1-37,3-3 1,2-3-39,1-1 1,3 1-9,1 3 0,0-5 105,0-3 0,1-2-114,3-5 0,-2 1-2,6-4 1,0 0-43,7-4 1,-3-5 0,3-2 1,1-3-286,-2-1 0,5 0 49,-4 0 1,0-4 48,0 0 0,-3 1 172,3 3 1,-3 0-14,-1-1 0,-3 1 72,-1 0 1,-3 4 454,3 0-233,-4 4 171,1-2-152,-4 5 1,2 4-28,1 0 1,-1 4-89,1 0 0,0 1-51,0 2 0,2 1-8,3-1 1,1 0-8,-1 0 1,5-2-110,2-1 0,1 0 68,-1-4 0,-2 0 1,5-4 1,1 0-128,3 0 1,-4 0 11,1 0 1,-1-5-198,4-3 0,-1-1 109,-3-2 1,2 0-131,-6 0 0,2 0 127,-1-1 0,-4-2-57,0-1 1,-1 0 73,-6 4 69,-1 0 1,-4 2 86,-3 1 0,-2 3 71,-5 5 1,-1 2 169,-3 1 1,-1 0 55,-2 4 1,-2 4 223,6 4 1,-2-1-132,1-3 0,7 4 66,-3 0 1,6 0-51,-3-4 0,6 3 3,-2 1 1,8 0-341,3-4-1,9 1-123,6 3 1,5-7-107,6 3 0,1-3-495,3-1 0,-3-2-938,3-5 0,-2 0 451,-2 0 1125,-5-5 0,9-26 0,-3-10 0</inkml:trace>
  <inkml:trace contextRef="#ctx0" brushRef="#br0" timeOffset="5859">6163 408 7862,'0'-11'165,"0"0"0,0 4 341,0 0 0,-1 3-150,-3-3 1,-2 4-144,-5-1 0,0 3 14,0 1 0,-1 0-79,-3 0 0,-1 5-132,-2 3 1,-2 1 63,6 2 1,-6 5-124,2 3 0,2-3 50,1-2 1,6 2-177,2-1 0,5 3 13,-2-3 1,3 0-6,1-4 0,5-4-26,2 0 0,8-4 111,3 0 0,3-3-116,1-3 0,-1-3-34,-3-5 1,3 0-249,-3 0 0,-2 0 33,-1 0 1,-3-4-44,-1 0 0,0 0 484,0 4 0,-5 0 0,4-9 0,-4-4 0</inkml:trace>
  <inkml:trace contextRef="#ctx0" brushRef="#br0" timeOffset="6443">6307 342 11340,'3'12'286,"1"3"1,0-3-420,-4 3 1,3-3 93,1-1 0,3 4-12,-3 0 0,3-1-124,-3-2 1,3-5-320,-3 0 276,5 1 0,-3-2-358,5-3 329,0-1 0,0-4-350,0-1 413,0-3 0,0-5 122,0 0 0,-5-1-11,-2 1 1,1 0-68,-2 0 81,1 0 0,-3 2-2,3 1 0,-3 2 258,3 2-96,-3 3 58,4-4 1,-3 7 120,6 1 0,-5 2-57,5 2 0,-5 3-132,5-2 1,-1 1 2,4 2 1,-4 0 14,1 0 0,0 1-37,7-1 0,-3-2-104,3-1 1,-2-3 69,2-5 0,-3 0-110,3 0 1,-1 0-125,0 0 0,-1-5-62,1-3 1,-2-5-59,0-2 0,-3-3 140,-1 3 1,0-3-55,-4 3 1,1-5 134,-2 2 1,-1-3-6,1-1 1,-1 4 227,-2-1 0,-4 1-100,0-4 1,-1 1 295,2 3 0,1-2 11,-1 6 1,-2 2 585,1 5-385,1 5-322,3-3 0,0 10 33,0 2 0,3 4 1,1 4 0,3 6-95,-3 4 0,4 5-173,0-5 1,0 5-60,0-4 0,2 3-265,-3-3 1,3 3-316,1-3 0,0 0 132,0-4 1,3-2-373,1-1 0,0-3 193,-4-5 706,0-5 0,5-36 0,1-12 0</inkml:trace>
  <inkml:trace contextRef="#ctx0" brushRef="#br0" timeOffset="6727">6792 342 7862,'0'-11'454,"0"5"0,1-2-301,3 4 1,2 0-93,5 4 1,3 0 108,1 0 0,5 0-89,-2 0 1,3 0 25,1 0 1,4 5 20,-1 2 1,2 3-14,-1 1 0,-1 1-9,4 3 1,-5 2-160,2 5 1,-4 2 77,-3 1-1,-4-1-85,-3 1 0,-3 4 89,-1 0 0,0-2-148,-4-1 0,0-4-30,-4-4 0,1 2 6,2-6 0,-1-3-167,1-3-335,-1-6-797,-2 3 650,0-5 793,5-5 0,-9-25 0,3-12 0</inkml:trace>
  <inkml:trace contextRef="#ctx0" brushRef="#br0" timeOffset="6943">7100 364 7862,'-1'-11'-854,"-3"0"0,3 0 1937,-2 0 1,1 0-427,2 0 0,2 5-286,1 2 0,7 3-142,5 1 0,5 1-14,3 3 1,3 2-13,8 5 0,-1 5-1,0 2 1,-1 3-43,-3 1 0,-7-3-94,-7-1 1,-4 0-249,-4 4 1,-2-1-89,-5-2 0,-10-2-159,-5-2 0,-5-7 115,-6 3 1,3-4-183,-3 1 0,3-3-94,1-5 1,3 0 589,1 0 0,19-15 0,2-3 0</inkml:trace>
  <inkml:trace contextRef="#ctx0" brushRef="#br0" timeOffset="7560">7475 386 9455,'6'5'773,"3"1"-592,-5 5 1,3 0-27,-3 0 1,4 4-42,-1 0 1,0 3-121,0-3 0,-1 3-451,1-3 1,2 0 252,-5-4 1,4 0 45,0 0 0,-2-5-77,1-2 1,-3-3-97,3-1 0,0 0 121,4 0 1,-3-4 49,-1 0 0,0-8 89,5 1 0,-5-2 128,0 2 0,-1-4 55,2 0 0,0 1-67,-4 3 1,1-1 25,-1 1 0,-3 0-139,2 0 1,0 2-43,1 1 228,-3 3 20,4 5 0,-5 2-103,0 1 0,0 0 94,0 4 0,3 0-43,1 4 0,0 0 145,-4 0 0,1 1 15,3-1 1,-2 0-152,5 0 1,1-2-170,3-1 0,0 0 60,0-4 0,0 0-232,0-4 1,4 0 68,-1 0 1,2 0-21,-1 0 1,-3-2-48,3-1 1,-3-3-149,-1-5 0,0-2 179,0-1 1,-3 1 136,-1-1 0,-1-3 132,1-2 1,-1-2-23,-2-1 0,-3 0 160,3 0 0,-3 0-17,-1 0 0,1-4 103,3 1 0,-3-5-74,3 5 0,-3 0 175,-1 7 1,0 2 55,0 5 1,-1 1 10,-3 3-301,3 2 1,-4 11 129,5 5 1,0 2 111,0 9 0,0-1-188,0 9 1,0-5-169,0 5 0,0-2 120,0 1 1,0 3-110,0-2 1,0-2-391,0 1 0,5-4-165,2 0 0,1-5-406,3-2 1,-3-4 273,7 0 1,1-3-303,-1-3 0,-1-3 945,-3-5 0,5 0 0,6-25 0,7-5 0</inkml:trace>
  <inkml:trace contextRef="#ctx0" brushRef="#br0" timeOffset="7702">7861 342 7862,'0'-11'233,"0"0"0,5 1 411,2 3 1,9 2-545,6 5 1,1 0-458,7 0 1,-4 0 356,3 0 0,15 0 0,8 0 0</inkml:trace>
  <inkml:trace contextRef="#ctx0" brushRef="#br0" timeOffset="8036">8864 375 7903,'-11'-11'0,"-1"0"0,-2 1 353,0 3 1,-6 1 550,2 2 0,-3 3-517,-1-3 0,0 8-170,0 3 0,5 4-303,2 4 1,6-1-21,2 4 0,5-3-54,-2 3 1,6-4 153,2 0 1,5-2-105,-2 0 0,6-3 70,2-1 0,0 0 0,-4-4 0,0 0-386,0-4 0,0-4 167,0 0 0,0-4-886,0 0 0,-1-1 1145,-3-3 0,18-18 0,-1-6 0</inkml:trace>
  <inkml:trace contextRef="#ctx0" brushRef="#br0" timeOffset="8328">9195 232 7903,'17'-17'180,"-2"2"1,-3 3 366,-1 1 0,-4-1-196,1-3 0,-6 1 37,2-4 1,-8 3-89,-3-3 0,-7 3-27,0-3 1,-6 4-136,2 0 0,-2 3-92,2 3 1,-2 3 47,5 5 1,-3 0-85,3 0 1,2 5 60,6 3 1,-2 8-234,5 6 0,1 5 90,3 6 0,1 5 6,3 2 1,2 7-21,5 0 1,3 0-169,1-7 0,1 3-353,-1-2 0,1 0 109,2 0 0,-2-8-202,-5-7 0,0-4 88,0-4 612,-5-2 0,-6-34 0,-6-8 0</inkml:trace>
  <inkml:trace contextRef="#ctx0" brushRef="#br0" timeOffset="8484">9085 419 7903,'-6'-11'0,"1"0"948,5 0 213,0 0 1,1 4-700,3 0 1,3 4-113,8-1 0,5 4-1038,6 4 1,5-1 42,-2 4 1,-1 0 644,2 4 0,4 10 0,5 2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6:52.85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243 144 7901,'0'-11'0,"0"0"0,-1 1 202,-3 3 0,2-3 374,-5 3 0,2 1-117,-6-2 0,1 6-119,-8-2 0,2 4 26,-6 4 0,2 2-154,-6 5 0,3 5-131,1 2 1,5 4 105,2 4 0,4-1-142,4 4 0,2-3-4,5 3 1,1-3-272,3 3 0,3-4-369,8 0 1,3-1-16,8-2 0,-2-5-272,6-2 1,-5-4 301,5-4 1,-4-2 56,3-5 0,-5-5 527,2-2 0,7-33 0,2-7 0</inkml:trace>
  <inkml:trace contextRef="#ctx0" brushRef="#br0" timeOffset="461">464 133 7901,'0'-7'585,"0"-1"16,0 6-141,0-8 178,0 9-185,0 6 0,0 6-228,0 7 0,-4 3-104,0-3 0,0 7-75,0 1 1,3-1-244,-3-3 1,3 4-558,1 0 0,0 0 282,0-4 0,0-2 31,0-1 0,0-3-342,0-5-96,0 0 576,0-5 1,0-2 302,0-8 0,0-3 0,0-8 0,0-1 0,0-2 0,0-3 0,0 2 0,0-1 0,0-2 0,0-1 0,0 1 0,0 4 97,0 0 0,3-1 155,1-3 1,1 4 114,-1 0 0,-2 4 241,6-1 0,-5 7-211,5 0 1,-5 6-139,5-2 0,-5 3-54,5 1 1,-1 9-17,4 2 0,0 7-14,0 0 0,1 3-164,3 1 1,-3 0-27,3 0 0,1 0-20,-1 0 0,3-1-33,-3-2 0,4 0 62,0-4 1,1-2-110,2-5 1,-3-3 520,-1-5 0,-4 0-126,0 0 0,-3-5-200,-3-3 0,0-6-57,-4-5 1,3-1-161,-3-3 0,0 1-201,-4 0 0,0 0-507,0 0 0,0 0 434,0 0 411,0 0 0,14-5 0,5-1 0</inkml:trace>
  <inkml:trace contextRef="#ctx0" brushRef="#br0" timeOffset="920">993 89 9281,'0'7'932,"0"1"0,0-1-742,0 4 0,0 4 26,0-1 1,4 10-111,-1-2 0,1 6-167,-4-2 0,4 3-5,-1-3 0,1 2-331,-4-6 0,0 3 230,0-7 1,0-2-369,0-1-303,-5-3 184,4-6 257,-4-1 0,5-6-25,0-3 1,0-6-91,0-5 0,4-1 512,-1 2 0,2-3 0,-1-5 0,-2 0 0,6-1 0,-6 1-72,2 0 0,1 0 72,-2 0 0,1 0 129,-4 0 0,0 1 219,0 3 1,0-2 169,0 6 249,0-1-209,0 4-265,0 5 0,0 3-46,0 11 1,0 0-111,0 11 0,1-5-188,3 5 0,-2-1 98,6 4 1,-5 1 22,5 3 1,-1-6-1,4 2 1,0-4-1,0 1 1,4-2 174,0-3 0,4-5-25,0 2 0,1-7 186,3-1 1,-1-3-64,0-3 1,-2-5 175,-1-6 0,0-1-398,-4-7 0,-4 1-354,-4-8 0,-4 3 88,1-3 1,-3-1-177,-1-3 0,-6 0 292,-5 0 29,0 5 0,-20 6 0,2 6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6:51.82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89 89 7934,'0'-16'107,"0"4"1,0-3 0,0 3 0,1 2 0,1 1 713,2 2 0,1 5-277,-1-2-292,-3 3 0,7 2-11,-4 3 0,1 7 0,-1 7 1,-3 8-57,3 3 0,-3 4-153,-1 4 0,0-2 9,0 6 1,0-4-261,0 3 1,0-1-558,0 2 0,-4-2 94,0-2 1,-3-7-213,3 3 0,0-8-103,0-3 997,3-5 0,-4-11 0,0-55 0,-1-18 0</inkml:trace>
  <inkml:trace contextRef="#ctx0" brushRef="#br0" timeOffset="657">12 342 8052,'0'-11'964,"-2"4"-432,-1 0-280,1 4 0,-2-3 188,4 2 1,0 3-349,4-9 0,3 8-186,4-5 0,0 3-5,0-3 1,0 3 128,0-3 0,5 3-237,2-3 1,-1-1 53,1-3 0,1 4-6,3 0 0,-4 3 21,1-3 1,-6 3-12,2-4 0,-3 6 47,-1-2 1,-4 3-7,1 1 1,-5 5 102,5 2 1,-6 3-45,2 1 0,-3 5-32,-1 3 1,0 1 25,0 2 0,0 0 1,0 0 1,0 1 25,0-1 0,4 1 11,0 3 0,4-7 29,-1 3 1,0-7 1,0 0 1,0-7 34,4 0 1,-3-6-71,-1 2 0,0-4-72,4-4 0,0 2-43,0-6 1,0 1-202,0-4 1,-1 0 148,-2 0 1,1-4-99,-1 0 0,-2 1 214,1 3 1,-3 1 65,3 2 1,-3-1 381,3 1-286,-4 3 0,3 1 152,-2 4 20,-3 0 1,5 1 139,-2 2 1,-2 0-114,5 4 1,-3 1-6,3 3 1,1 0-179,3 0 1,-4 0-86,0 0 0,1-1 65,3-3 0,0 1-158,0-4 1,1 0 101,3-4 1,-3 0-177,3 0 1,1 0-24,-2 0 1,5-5-19,-5-2 1,5-3-79,-4-1 1,-1-4 122,-3 0 1,0 1-79,0 3 1,-1-2 184,-3-1 0,0 1 113,-4-1 0,-2 5-107,3 2 0,-4 3 184,-4-3 1,-2 4-82,-5 0 0,0 3 122,0 3 1,0 3 294,0 5 1,0 2-106,0 1 1,0 0 59,0 4 0,4-1-114,-1 2 0,6 0 14,-2-4 0,3 3-141,1-3 1,1 4-170,3-5 0,3 1-837,8-4 0,-1-1 161,4-3 0,0 2-118,4-6 0,0 1 758,0-4 0,30-34 0,7-9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6:55.17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1 209 9801,'6'7'969,"-1"-1"-339,-5-3-491,5 4 0,0 4-178,2 0 1,-1 0-477,-2 0 0,-3 0 133,3 0 1,1 3-107,-2 1 1,2 0-39,-1-4 0,-3 0 526,3 0 0,-3-5 0,-1-1 0</inkml:trace>
  <inkml:trace contextRef="#ctx0" brushRef="#br0" timeOffset="179">67 66 7864,'0'-12'0,"0"-3"37,0 8 0,0-3-407,0-1-1039,0 5 1409,5 1 0,11 34 0,7 8 0</inkml:trace>
  <inkml:trace contextRef="#ctx0" brushRef="#br0" timeOffset="490">365 187 7864,'0'-11'-1149,"1"4"1337,3 0 1,-3 3 1879,3-3-1717,-3 4 0,-5-3-183,0 2 1,-4 3-29,0-2 0,-1 1-97,-2 2 0,3 0-556,1 0 457,0 0 0,-4 4-765,0 0 346,4 4 155,-2-2 1,7 5 159,-1 0 1,1-3 191,2-1-40,0 0 1,2 4-95,1 0 0,4 1 86,4-1 1,3 0 80,1 0 0,1 0 31,-1 0 0,-3 0-18,3 0 0,-3 0 369,-1 0-282,0 0 1,-1 0 114,-3 0 1,-3-1-166,-8-3 1,-3-1 23,-8-2 1,-1-3-205,-2 3 0,-3-3-649,2-1 1,0 0-972,0 0 1685,-1 0 0,7-15 0,-3-3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6:57.1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155 363 6775,'0'-6'-764,"0"1"626,0 5 58,0-5 73,0 4-6,0-4 243,0 5-92,0-5 47,0 4-31,0-4 243,0 5 231,0-5-247,0 4 1,0-6 108,0 4 0,0 0 204,0-4-1,0 4-429,0-6 0,0 6-141,0-4-10,-5 4 1,-1-1-141,-5 4 1,4 0-170,-1 0 1,0 1 71,-7 2 1,3 0-97,-3 4 0,3 2 111,1 6 0,0-3-40,0 2 1,4 0 52,-1 1 0,6-3 9,-2 3 0,3-7 49,1 0 1,1-2 4,3 1 0,2 2-268,5-6 0,0 1-112,0-4-1,0 0-137,0 0 0,1-5 192,3-2 1,-3 1 358,3-2 0,-3 6 0,14-33 0,3-1 0</inkml:trace>
  <inkml:trace contextRef="#ctx0" brushRef="#br0" timeOffset="459">276 219 9287,'7'5'200,"-2"1"0,-5 5-155,0 0 1,0 2-271,0 1 0,3-1-17,1 1 1,0-1 188,-4-2 1,1 3-107,2 1 1,-1 0 124,1-4 1,2-4-8,-1 0 1,3-3-22,-3 4 41,5-6 0,-3 3 61,5-5 0,-4 0-57,0 0 0,-3-5 81,3-2 0,-3-3-21,3-1 1,-3 0 83,3 0 0,-3 0-46,3 0 0,-4 0 9,1 0 1,-3 0 47,-1 0 12,5 0-93,-4 0 1,4 3 65,-5 1-259,0 4 138,0-2 1,0 7 60,0 1-64,0 4 1,0 4-6,0 0 0,0 0-62,0 0 0,1 0-132,3 0 1,-2 2-65,6-2 0,-1 3 142,4-7 1,-3 3-404,4 1 1,-4-5 131,7-2 0,-3-3 393,-1-1 0,4 0 0,-1 0 0,1 0 0,-4 0 0,5-34 0,1-9 0</inkml:trace>
  <inkml:trace contextRef="#ctx0" brushRef="#br0" timeOffset="664">596 175 7955,'-3'-16'0,"-1"-2"110,0 2 1,0-5 0,1 4 0,0-1 0,1 1 530,-2 1 1,3 5-358,-3 3 0,3 5 478,1-5-695,0 6 1,0-2 56,0 8 1,1 2-68,3 5 0,-2 1 109,6 3 1,-2 3-140,1 8 0,3-1-77,-3 4 0,3-1-302,1 1 0,0 2-130,0-5 1,-3 4-508,-1 0 1,0-3 338,4-1 0,-3-3 271,-1-1 0,-1-4 379,2 1 0,-4-26 0,-4-1 0</inkml:trace>
  <inkml:trace contextRef="#ctx0" brushRef="#br0" timeOffset="973">530 197 7899,'0'-11'219,"0"0"1,5 2 60,2 1 0,3 3-184,1 5 0,4 0-45,0 0 1,4 0-148,-1 0 0,3 5 105,1 3 1,4-2-158,0 1 1,0 0 135,-4 4 1,0-1-22,0-2 1,-4 5 23,0-2 1,-4 4 10,1-1 0,-3 2-3,-1 3 1,-5 3-37,-2 0 0,1 0 0,-2 4 0,1 1-43,-4-2 0,0 1-148,0-4 0,0 0 4,0 0 1,0-1-158,0-3 1,0-5-199,0-6 579,0-5 0,0 8 0,0-9 0,10-25 0,2-13 0</inkml:trace>
  <inkml:trace contextRef="#ctx0" brushRef="#br0" timeOffset="1206">883 264 7955,'1'-12'86,"3"1"0,1 4 167,2 0 0,2 3-39,-6-3 1,6 4 29,-2 0 0,3 1-14,1 2 0,4 0-60,-1 0 1,1 5-132,-4 3 0,0 1 134,0 2 1,0 2-87,0 1 1,-3 0-24,-1 4 0,-5-3-325,2 3 1,-4-3-395,-4 3 1,-2-4 89,-5 1 1,-5-3-157,-2-1 1,1-1 447,-2-3 0,2-2 273,-1-5 0,12-15 0,7-3 0</inkml:trace>
  <inkml:trace contextRef="#ctx0" brushRef="#br0" timeOffset="1632">1125 275 7955,'5'11'135,"-4"0"114,3 0 0,-1-4 27,0 0 1,0 2-91,4 6 0,-4-3-73,0 3 1,2-2-247,-1 2 1,4-3-31,0 3 1,-2-3-156,1-1 0,-3-4 55,3 1-116,1-1-67,3-1 177,0-1 1,-2-6 1,-1-3 0,0-2 154,-4-5 1,0 0 92,-4 0 1,3 0-16,1 0 1,0-4 9,-4 0 1,0 1-10,0 3 1,0 0 159,0 0 1,1 0-93,3 0 0,-3 3 359,3 1-14,-3 4-301,-1-6 0,1 7 119,3-1 0,-3 3-84,3 3 0,-3 0 128,-1 4 0,1 2-178,3 6 1,-2-3-102,5 2 0,-3 2-37,3-1 1,-3 1-228,4-1 0,-5-3-163,5 3 0,-2-3 188,1-1 1,3-4 276,-3 1 0,-1-2 0,2 1 0,-1-2 0,14-20 0,2-3 0</inkml:trace>
  <inkml:trace contextRef="#ctx0" brushRef="#br0" timeOffset="1890">1412 98 7955,'-4'-11'0,"1"0"323,0 0 178,2 0 1,1 4-336,0-1 1,0 7 103,0 1 1,1 5 108,3 6 1,1 5-105,2 2 1,3 4 64,-3 4 0,2 2-171,-2 5 1,3-2-407,-3 2 0,2-2-174,-2 5 1,2-5 58,-5-2 1,-1 0-405,-3 0 0,1-2 282,3-5 1,-3-4-209,3 1 0,-3-9 25,-1 1 657,0-8 0,5 2 0,16-39 0,8-9 0</inkml:trace>
  <inkml:trace contextRef="#ctx0" brushRef="#br0" timeOffset="2115">1577 87 7955,'0'-7'114,"0"-1"0,2 6 737,1-2-587,3 3 0,5 4 0,0 4 0,0 6 300,0 13 0,1 2-192,-1 5 1,0 0-189,0 0 1,-5 2-242,-3 2 1,-1-3-418,-2 3 0,0-3 69,0-1 1,-2-5-485,-1-2 1,0-4-54,-4-4-173,4-2 1115,-1-5 0,8-24 0,3-7 0</inkml:trace>
  <inkml:trace contextRef="#ctx0" brushRef="#br0" timeOffset="2299">1710 363 7955,'-22'-11'220,"0"0"1,-5 3 355,-3 1 1,-3 3-280,-4-3 0,2 5-177,-6-2 1,6 3-720,-2 1 0,9 0 133,6 0 0,2 1-42,9 3 1,-1-2-216,8 5 723,1 1 0,47 12 0,11 4 0</inkml:trace>
  <inkml:trace contextRef="#ctx0" brushRef="#br0" timeOffset="2635">1787 440 7955,'11'0'-42,"1"0"86,3 0 1,-3 0 81,3 0 1,-3 0-134,-1 0 0,0 0 144,0 0 1,0 0-13,0 0 1,-4 0-58,1 0 1,-5 0-208,5 0 30,-6-5 0,7-1-2,-5-5 1,-2 4-27,-6-1 0,-2 1 139,-5-4 1,0 0-33,0 0 1,-4 0-9,1 0 1,-1 5 30,4 2 1,0 3 27,0 1 72,0 0 1,1 1 171,3 3 1,1-2-50,2 5 1,3 2-106,-3 6 0,3-2-58,1 5 0,0-4-75,0 1 0,0 2-42,0 1 0,1 2-283,3-2 1,3 2-110,8-6 0,-2 1-294,6-4 0,-1 3 750,4-3 0,0 2 0,20-21 0,4 0 0</inkml:trace>
  <inkml:trace contextRef="#ctx0" brushRef="#br0" timeOffset="3119">1996 131 7955,'0'-11'729,"0"5"1,0 2-242,0 8 0,0 3-133,0 8 1,5 2 78,3 5 0,1 5-170,2 3 1,0 2-398,0 1 1,-3 1-131,-1 3 0,-1-7 46,2 3 1,-2-3-264,-3-1 0,-1-3 219,1-8 1,-1-2-609,-2-5 297,0 0-73,0-5 612,0-1 0,0-6-39,0-3 0,0 2-73,0-5 1,3 3 105,1-4 0,1 2 3,-2-1 1,-1-3-35,1 3 154,-1-3 1,-2-1-51,0 0 0,-2 4 105,-1-1 1,-3 2 94,-5-1 1,-1 2 83,1 5 1,0 0 373,0 0-454,-5 0 1,2 1 38,-1 3 0,0 2-197,8 5 0,2 1-123,1 3 0,3-2 21,1 6 0,1-2-189,3 1 1,2 2 21,5-5 0,4-1-139,0-3 1,3-1-700,-3-3 0,3 0 1027,-3-4 0,0-21 0,-4-2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20:47:06.8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358 33 8138,'0'-11'1139,"0"4"-607,0-1-5,0 6-26,0-3-391,0 5 0,-4 1 23,1 3 0,-5-2-77,5 6 1,-6 3-39,2 3 0,-4 2-284,-4-1 0,3 2-9,-3 5 1,-1-1-196,1-3 0,1 3 97,3-2 0,-4 0-229,0 0 0,1 1-42,2-1 0,1-2 644,0 1 0,4-8 0,0 1 0,9-27 0,-1-3 0</inkml:trace>
  <inkml:trace contextRef="#ctx0" brushRef="#br0" timeOffset="223">171 77 7792,'0'-7'1039,"0"0"-977,0 4 442,0-2-25,0 5-290,4 0 0,1 5-26,3 2 0,1 7-192,-1 1 1,2 4-122,1 0 1,-2 1-203,-1 2 1,2-1 4,-3-2 1,-1 1-288,1-1 0,-3 0 242,3 0 1,-4-3-407,1-5 798,-3 0 0,-6-20 0,-1-4 0</inkml:trace>
  <inkml:trace contextRef="#ctx0" brushRef="#br0" timeOffset="432">60 210 7792,'-11'0'79,"0"-4"0,0 0 284,0 2 1,5-1 1096,2 0-993,-2 1 0,6-3-201,0 5 1,6-1-30,9-2 0,3 1 26,8-1 1,4-2-129,6 1 0,0-1-106,4 2 0,-1 1-833,2-1 1,4 1 248,-4 2 555,-1 0 0,-12 5 0,-1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2400" y="0"/>
            <a:ext cx="4002088" cy="350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FB6A-490F-4111-A206-DEEE4C4B3FDD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925" y="3373438"/>
            <a:ext cx="7388225" cy="2760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2400" y="6659563"/>
            <a:ext cx="4002088" cy="3508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8B74E-131A-480B-93D4-B718A5EEA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and Introductions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58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04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68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next layer is as big as input: you have N^2 parameters: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614,656 from one layer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67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Parameters:</a:t>
            </a:r>
          </a:p>
          <a:p>
            <a:pPr marL="171450" indent="-171450">
              <a:buFontTx/>
              <a:buChar char="-"/>
            </a:pPr>
            <a:r>
              <a:rPr lang="en-US" dirty="0"/>
              <a:t>All kernel cell values.</a:t>
            </a:r>
          </a:p>
          <a:p>
            <a:pPr marL="171450" indent="-171450">
              <a:buFontTx/>
              <a:buChar char="-"/>
            </a:pPr>
            <a:r>
              <a:rPr lang="en-US" dirty="0"/>
              <a:t>Weights and biases for the fully connected neural network in the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8B74E-131A-480B-93D4-B718A5EEA7A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05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green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06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197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P logo (white 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68388"/>
            <a:ext cx="5797550" cy="257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854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100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49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stang Way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260600" y="4719638"/>
            <a:ext cx="4622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www.calpoly.edu</a:t>
            </a:r>
          </a:p>
        </p:txBody>
      </p:sp>
      <p:pic>
        <p:nvPicPr>
          <p:cNvPr id="4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92163"/>
            <a:ext cx="7315200" cy="321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38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4D28C2B7-260A-4959-9A53-DAB58A9ED79E}" type="datetime1">
              <a:rPr lang="en-US" smtClean="0"/>
              <a:t>10/22/26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D92EBE0-0249-4044-84F4-57F8D69799D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83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mall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97175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9176" y="2796888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29176" y="1586575"/>
            <a:ext cx="7792510" cy="112514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rgbClr val="FFFFFF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044B52-DC41-452D-81DE-C4050E96D070}" type="datetime1">
              <a:rPr lang="en-US" smtClean="0"/>
              <a:t>10/22/26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7EB4627-764E-4956-AAA8-9BF00A666F4A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9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chemeClr val="tx1">
                    <a:tint val="75000"/>
                  </a:schemeClr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2D73FC4-C9B9-4C51-AA51-ADA91826A3DD}" type="datetime1">
              <a:rPr lang="en-US" smtClean="0"/>
              <a:t>10/22/26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674670A-36EC-42D0-9FB9-ADC0562D6DC7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4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large first (on g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51438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2313" y="2789238"/>
            <a:ext cx="7699375" cy="0"/>
          </a:xfrm>
          <a:prstGeom prst="line">
            <a:avLst/>
          </a:prstGeom>
          <a:ln w="2857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/>
          <p:cNvSpPr>
            <a:spLocks noGrp="1"/>
          </p:cNvSpPr>
          <p:nvPr>
            <p:ph type="body" idx="13"/>
          </p:nvPr>
        </p:nvSpPr>
        <p:spPr>
          <a:xfrm>
            <a:off x="722316" y="2848823"/>
            <a:ext cx="7792510" cy="954209"/>
          </a:xfrm>
        </p:spPr>
        <p:txBody>
          <a:bodyPr>
            <a:normAutofit/>
          </a:bodyPr>
          <a:lstStyle>
            <a:lvl1pPr marL="0" indent="0" algn="r">
              <a:buNone/>
              <a:defRPr sz="2400" b="0" i="1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629176" y="1989546"/>
            <a:ext cx="7792510" cy="1277277"/>
          </a:xfrm>
        </p:spPr>
        <p:txBody>
          <a:bodyPr anchor="t">
            <a:normAutofit/>
          </a:bodyPr>
          <a:lstStyle>
            <a:lvl1pPr algn="l">
              <a:defRPr sz="40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0BD1211A-9CE7-4E8F-9AB3-FC229049A63C}" type="datetime1">
              <a:rPr lang="en-US" smtClean="0"/>
              <a:t>10/22/26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ECA8F18-7321-4B36-A83D-9376A560E5C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028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4014441" y="4788791"/>
            <a:ext cx="4181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ME 4452 Machine Learning in Mechanical Engineering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75545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, one colum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8318119" cy="365017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578"/>
          <a:stretch/>
        </p:blipFill>
        <p:spPr>
          <a:xfrm>
            <a:off x="8291512" y="4771619"/>
            <a:ext cx="852488" cy="34212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261032" y="4794992"/>
            <a:ext cx="0" cy="295169"/>
          </a:xfrm>
          <a:prstGeom prst="line">
            <a:avLst/>
          </a:prstGeom>
          <a:ln w="9525">
            <a:solidFill>
              <a:schemeClr val="bg1">
                <a:lumMod val="9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5000131" y="4788791"/>
            <a:ext cx="3195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>
                <a:solidFill>
                  <a:schemeClr val="bg1">
                    <a:lumMod val="95000"/>
                  </a:schemeClr>
                </a:solidFill>
              </a:rPr>
              <a:t>Department Name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7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27"/>
          </p:nvPr>
        </p:nvSpPr>
        <p:spPr>
          <a:xfrm>
            <a:off x="4783707" y="1372973"/>
            <a:ext cx="3944283" cy="3182602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/>
          </p:nvPr>
        </p:nvSpPr>
        <p:spPr>
          <a:xfrm>
            <a:off x="4783970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0"/>
          </p:nvPr>
        </p:nvSpPr>
        <p:spPr>
          <a:xfrm>
            <a:off x="423863" y="850858"/>
            <a:ext cx="3944020" cy="384603"/>
          </a:xfrm>
        </p:spPr>
        <p:txBody>
          <a:bodyPr anchor="b">
            <a:normAutofit/>
          </a:bodyPr>
          <a:lstStyle>
            <a:lvl1pPr marL="0" indent="0">
              <a:buNone/>
              <a:defRPr sz="2100" b="1" i="1" baseline="0">
                <a:solidFill>
                  <a:srgbClr val="29551A"/>
                </a:solidFill>
                <a:latin typeface="Palatino Linotype"/>
                <a:cs typeface="Palatino Linotype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3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771C787-8B4C-4AFC-AB2B-E8B32E4F9E13}" type="datetime1">
              <a:rPr lang="en-US" smtClean="0"/>
              <a:t>10/22/26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3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F65B8BC-C975-44DF-9EAB-CC5566988564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774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591285"/>
            <a:ext cx="9144000" cy="4108974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7C35B14C-DC21-45FD-96B5-A57C3FAFCC49}" type="datetime1">
              <a:rPr lang="en-US" smtClean="0"/>
              <a:t>10/22/26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30BC5C7-E9D8-4217-A430-5196F1B45A1B}" type="slidenum">
              <a:rPr lang="en-US"/>
              <a:pPr/>
              <a:t>‹#›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512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3F47F-18AB-43F9-8F50-A370BCA2D027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ABDAD4C-F747-4892-9E02-B351A9363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5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F6F468F2-F510-45C5-B43F-D0119B9D67AB}" type="datetime1">
              <a:rPr lang="en-US" smtClean="0"/>
              <a:t>10/22/26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2DF5F8B-1960-4890-8C1E-FCDF926B5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39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0"/>
          </p:nvPr>
        </p:nvSpPr>
        <p:spPr>
          <a:xfrm>
            <a:off x="4590289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4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F2B1312-F3D9-46A4-A38C-8A8E391D2291}" type="datetime1">
              <a:rPr lang="en-US" smtClean="0"/>
              <a:t>10/22/26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03CD76E-11F5-4F71-855B-93A5E04DA0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1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4108975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704BD63-F5AC-48AD-8254-910A4091EB66}" type="datetime1">
              <a:rPr lang="en-US" smtClean="0"/>
              <a:t>10/22/26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12C530F-F3F6-443B-A1B9-1325A18A85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4700259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59122519-350A-4416-BA27-CADC4D4FF918}" type="datetime1">
              <a:rPr lang="en-US" smtClean="0"/>
              <a:t>10/22/26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F2F584E-2F61-4D96-A427-222AAD1B53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591284"/>
            <a:ext cx="4553712" cy="203911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2"/>
          </p:nvPr>
        </p:nvSpPr>
        <p:spPr>
          <a:xfrm>
            <a:off x="4590289" y="2661147"/>
            <a:ext cx="4553712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4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31BB4D-A3FD-4DC6-A152-9228FEFA00F4}" type="datetime1">
              <a:rPr lang="en-US" smtClean="0"/>
              <a:t>10/22/26</a:t>
            </a:fld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A9B3B996-7AF6-4BC9-9324-7E488133B3A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78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40"/>
          </p:nvPr>
        </p:nvSpPr>
        <p:spPr>
          <a:xfrm>
            <a:off x="1" y="0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3"/>
          </p:nvPr>
        </p:nvSpPr>
        <p:spPr>
          <a:xfrm>
            <a:off x="6885433" y="0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46"/>
          </p:nvPr>
        </p:nvSpPr>
        <p:spPr>
          <a:xfrm>
            <a:off x="4590289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7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49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3E351CA-C82C-4663-93DF-2CA6F191E599}" type="datetime1">
              <a:rPr lang="en-US" smtClean="0"/>
              <a:t>10/22/26</a:t>
            </a:fld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50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3968613-2F53-4FB9-9064-B0746BA197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02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0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46"/>
          </p:nvPr>
        </p:nvSpPr>
        <p:spPr>
          <a:xfrm>
            <a:off x="2295144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591283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idx="49"/>
          </p:nvPr>
        </p:nvSpPr>
        <p:spPr>
          <a:xfrm>
            <a:off x="4590288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50"/>
          </p:nvPr>
        </p:nvSpPr>
        <p:spPr>
          <a:xfrm>
            <a:off x="6885432" y="2662052"/>
            <a:ext cx="2258568" cy="20391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5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9B5916C-A037-4F53-A414-564B4EEC9E1B}" type="datetime1">
              <a:rPr lang="en-US" smtClean="0"/>
              <a:t>10/22/26</a:t>
            </a:fld>
            <a:endParaRPr lang="en-US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5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995253CE-9904-4998-823A-D3AFE445E1E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8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s 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41"/>
          </p:nvPr>
        </p:nvSpPr>
        <p:spPr>
          <a:xfrm>
            <a:off x="4590289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4"/>
          </p:nvPr>
        </p:nvSpPr>
        <p:spPr>
          <a:xfrm>
            <a:off x="6885433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7"/>
          </p:nvPr>
        </p:nvSpPr>
        <p:spPr>
          <a:xfrm>
            <a:off x="0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8"/>
          </p:nvPr>
        </p:nvSpPr>
        <p:spPr>
          <a:xfrm>
            <a:off x="2295144" y="2369444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idx="49"/>
          </p:nvPr>
        </p:nvSpPr>
        <p:spPr>
          <a:xfrm>
            <a:off x="4590289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50"/>
          </p:nvPr>
        </p:nvSpPr>
        <p:spPr>
          <a:xfrm>
            <a:off x="6885433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51"/>
          </p:nvPr>
        </p:nvSpPr>
        <p:spPr>
          <a:xfrm>
            <a:off x="0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idx="52"/>
          </p:nvPr>
        </p:nvSpPr>
        <p:spPr>
          <a:xfrm>
            <a:off x="2295144" y="1066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53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E7C0071-1FD0-47FF-A4AA-2148D9E25892}" type="datetime1">
              <a:rPr lang="en-US" smtClean="0"/>
              <a:t>10/22/26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54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07A2222B-2BEB-48DC-B544-2F3217AEB91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 righ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0C53833-DFE9-45F3-9A06-63816F630DBF}" type="datetime1">
              <a:rPr lang="en-US" smtClean="0"/>
              <a:t>10/22/26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0547C88-426F-4B95-8EF2-ABB470937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 lef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0" y="1749"/>
            <a:ext cx="4553712" cy="469851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44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C0F3201-D3AC-4B80-BAA2-70789CD27765}" type="datetime1">
              <a:rPr lang="en-US" smtClean="0"/>
              <a:t>10/22/26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5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38063367-8FD0-4EFA-9B8F-D392316BCEF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Picture Placeholder 2"/>
          <p:cNvSpPr>
            <a:spLocks noGrp="1"/>
          </p:cNvSpPr>
          <p:nvPr>
            <p:ph type="pic" idx="43"/>
          </p:nvPr>
        </p:nvSpPr>
        <p:spPr>
          <a:xfrm>
            <a:off x="4590288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5BD1A5F-979B-4B06-9411-BCF73A709CFC}" type="datetime1">
              <a:rPr lang="en-US" smtClean="0"/>
              <a:t>10/22/26</a:t>
            </a:fld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1F8ED6C-9AC5-4882-95C1-FC3FECECD54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43"/>
          </p:nvPr>
        </p:nvSpPr>
        <p:spPr>
          <a:xfrm>
            <a:off x="0" y="2368539"/>
            <a:ext cx="4553712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46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311C50E9-50BF-46F6-B8B5-6B981E2391CC}" type="datetime1">
              <a:rPr lang="en-US" smtClean="0"/>
              <a:t>10/22/26</a:t>
            </a:fld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7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469214E2-411F-4CCB-9AB1-176E7EF56A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5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left, photos righ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Picture Placeholder 2"/>
          <p:cNvSpPr>
            <a:spLocks noGrp="1"/>
          </p:cNvSpPr>
          <p:nvPr>
            <p:ph type="pic" idx="44"/>
          </p:nvPr>
        </p:nvSpPr>
        <p:spPr>
          <a:xfrm>
            <a:off x="4590288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45"/>
          </p:nvPr>
        </p:nvSpPr>
        <p:spPr>
          <a:xfrm>
            <a:off x="688608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46"/>
          </p:nvPr>
        </p:nvSpPr>
        <p:spPr>
          <a:xfrm>
            <a:off x="4590288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47"/>
          </p:nvPr>
        </p:nvSpPr>
        <p:spPr>
          <a:xfrm>
            <a:off x="688608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423599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AF0F807-10E6-412A-9E8A-7578CC54180E}" type="datetime1">
              <a:rPr lang="en-US" smtClean="0"/>
              <a:t>10/22/26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5B71A1D6-CBC1-4D43-99C1-B8E922BEC27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697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right, photos left 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26"/>
          </p:nvPr>
        </p:nvSpPr>
        <p:spPr>
          <a:xfrm>
            <a:off x="4777566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44"/>
          </p:nvPr>
        </p:nvSpPr>
        <p:spPr>
          <a:xfrm>
            <a:off x="0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idx="45"/>
          </p:nvPr>
        </p:nvSpPr>
        <p:spPr>
          <a:xfrm>
            <a:off x="2295792" y="-3317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6" name="Picture Placeholder 2"/>
          <p:cNvSpPr>
            <a:spLocks noGrp="1"/>
          </p:cNvSpPr>
          <p:nvPr>
            <p:ph type="pic" idx="46"/>
          </p:nvPr>
        </p:nvSpPr>
        <p:spPr>
          <a:xfrm>
            <a:off x="0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47"/>
          </p:nvPr>
        </p:nvSpPr>
        <p:spPr>
          <a:xfrm>
            <a:off x="2295792" y="2368539"/>
            <a:ext cx="2258568" cy="2331720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4777565" y="1"/>
            <a:ext cx="3944284" cy="748269"/>
          </a:xfrm>
        </p:spPr>
        <p:txBody>
          <a:bodyPr anchor="t">
            <a:normAutofit/>
          </a:bodyPr>
          <a:lstStyle>
            <a:lvl1pPr algn="l">
              <a:defRPr sz="24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48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9159CAF-A62E-4CC4-B611-E3F701ED0C7E}" type="datetime1">
              <a:rPr lang="en-US" smtClean="0"/>
              <a:t>10/22/26</a:t>
            </a:fld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9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9A1D63-2D20-4501-9B59-5B207FF26C7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bar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2" name="Chart 4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0407DD2-95E4-42A3-B6BB-CD714D017AD7}" type="datetime1">
              <a:rPr lang="en-US" smtClean="0"/>
              <a:t>10/22/26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CD770F84-B03B-4446-8121-43BDF06604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4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bar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872F6A1-975A-49A4-9945-50AF390241BA}" type="datetime1">
              <a:rPr lang="en-US" smtClean="0"/>
              <a:t>10/22/26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35E862A-697B-4840-A5B5-5FEEF4E48E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9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6EAE188A-4D63-400D-ABBD-D2D012BDCD15}" type="datetime1">
              <a:rPr lang="en-US" smtClean="0"/>
              <a:t>10/22/26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2A97726B-1234-427D-89E0-501CF7381A9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3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, line graph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5"/>
          <p:cNvGraphicFramePr>
            <a:graphicFrameLocks/>
          </p:cNvGraphicFramePr>
          <p:nvPr/>
        </p:nvGraphicFramePr>
        <p:xfrm>
          <a:off x="4797425" y="904875"/>
          <a:ext cx="3944938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23600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4405EEA-9A0A-4B19-94E3-702F602CEF4E}" type="datetime1">
              <a:rPr lang="en-US" smtClean="0"/>
              <a:t>10/22/26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FE1BC488-4F9B-486E-BEAF-B2B891EC7A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, line graph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3943350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26"/>
          </p:nvPr>
        </p:nvSpPr>
        <p:spPr>
          <a:xfrm>
            <a:off x="4783707" y="905398"/>
            <a:ext cx="3944283" cy="3650177"/>
          </a:xfrm>
        </p:spPr>
        <p:txBody>
          <a:bodyPr/>
          <a:lstStyle>
            <a:lvl1pPr>
              <a:defRPr sz="2000">
                <a:solidFill>
                  <a:srgbClr val="595959"/>
                </a:solidFill>
              </a:defRPr>
            </a:lvl1pPr>
            <a:lvl2pPr>
              <a:defRPr sz="2000">
                <a:solidFill>
                  <a:srgbClr val="595959"/>
                </a:solidFill>
              </a:defRPr>
            </a:lvl2pPr>
            <a:lvl3pPr>
              <a:defRPr sz="2000">
                <a:solidFill>
                  <a:srgbClr val="595959"/>
                </a:solidFill>
              </a:defRPr>
            </a:lvl3pPr>
            <a:lvl4pPr>
              <a:defRPr sz="2000">
                <a:solidFill>
                  <a:srgbClr val="595959"/>
                </a:solidFill>
              </a:defRPr>
            </a:lvl4pPr>
            <a:lvl5pPr>
              <a:defRPr sz="2000">
                <a:solidFill>
                  <a:srgbClr val="59595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7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AF6D083A-4B13-46FE-893B-68D7CDF39AD3}" type="datetime1">
              <a:rPr lang="en-US" smtClean="0"/>
              <a:t>10/22/26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8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8B0A966F-C68B-4C02-98F2-62145451C28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ine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3"/>
          <p:cNvGraphicFramePr>
            <a:graphicFrameLocks/>
          </p:cNvGraphicFramePr>
          <p:nvPr/>
        </p:nvGraphicFramePr>
        <p:xfrm>
          <a:off x="423863" y="904875"/>
          <a:ext cx="8304212" cy="365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7200" y="590550"/>
            <a:ext cx="8229600" cy="0"/>
          </a:xfrm>
          <a:prstGeom prst="line">
            <a:avLst/>
          </a:prstGeom>
          <a:ln w="28575" cmpd="sng">
            <a:solidFill>
              <a:srgbClr val="235A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03189" y="-1265"/>
            <a:ext cx="7792510" cy="592549"/>
          </a:xfrm>
        </p:spPr>
        <p:txBody>
          <a:bodyPr anchor="t">
            <a:normAutofit/>
          </a:bodyPr>
          <a:lstStyle>
            <a:lvl1pPr algn="l">
              <a:defRPr sz="2800" b="1" i="0" cap="none">
                <a:solidFill>
                  <a:srgbClr val="29551A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11C89CDC-80D8-4542-9161-88E0E6FE50AF}" type="datetime1">
              <a:rPr lang="en-US" smtClean="0"/>
              <a:t>10/22/26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5CA62FE-4E2D-42B2-9D14-7EC3774719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7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98325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9350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849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3" y="1728664"/>
            <a:ext cx="4507991" cy="3414836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idx="24"/>
          </p:nvPr>
        </p:nvSpPr>
        <p:spPr>
          <a:xfrm>
            <a:off x="4626129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595959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478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 righ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56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 left (1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3" y="0"/>
            <a:ext cx="4507991" cy="514350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idx="10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863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left, photos righ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98988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636012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4636012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idx="10"/>
          </p:nvPr>
        </p:nvSpPr>
        <p:spPr>
          <a:xfrm>
            <a:off x="457203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813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right, photos left (2) (on 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5013" y="0"/>
            <a:ext cx="4598987" cy="5143500"/>
          </a:xfrm>
          <a:prstGeom prst="rect">
            <a:avLst/>
          </a:prstGeom>
          <a:solidFill>
            <a:srgbClr val="1919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-3180" y="0"/>
            <a:ext cx="4507991" cy="1691640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4" name="Picture Placeholder 20"/>
          <p:cNvSpPr>
            <a:spLocks noGrp="1"/>
          </p:cNvSpPr>
          <p:nvPr>
            <p:ph type="pic" sz="quarter" idx="23"/>
          </p:nvPr>
        </p:nvSpPr>
        <p:spPr>
          <a:xfrm>
            <a:off x="-3180" y="1732788"/>
            <a:ext cx="4507991" cy="3410712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idx="24"/>
          </p:nvPr>
        </p:nvSpPr>
        <p:spPr>
          <a:xfrm>
            <a:off x="4642565" y="671342"/>
            <a:ext cx="4050793" cy="3808756"/>
          </a:xfrm>
        </p:spPr>
        <p:txBody>
          <a:bodyPr anchor="ctr">
            <a:normAutofit/>
          </a:bodyPr>
          <a:lstStyle>
            <a:lvl1pPr marL="0" indent="0">
              <a:buNone/>
              <a:defRPr sz="25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81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black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733925"/>
            <a:ext cx="9144000" cy="417513"/>
          </a:xfrm>
          <a:prstGeom prst="rect">
            <a:avLst/>
          </a:prstGeom>
          <a:solidFill>
            <a:srgbClr val="14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8CF076B5-DE80-4212-89E0-8468B8E49686}" type="datetime1">
              <a:rPr lang="en-US" smtClean="0"/>
              <a:t>10/22/26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EDF768FB-1179-4F15-B986-28BC8D5DD8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3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green)">
    <p:bg>
      <p:bgPr>
        <a:solidFill>
          <a:srgbClr val="143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D924E081-C21B-4512-A36B-8A680E10DB92}" type="datetime1">
              <a:rPr lang="en-US" smtClean="0"/>
              <a:t>10/22/26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DA88F2E9-B851-4DFA-93C4-86BB45129E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text (white on blac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0"/>
          </p:nvPr>
        </p:nvSpPr>
        <p:spPr>
          <a:xfrm>
            <a:off x="1858646" y="1016001"/>
            <a:ext cx="5440681" cy="29162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1"/>
          </p:nvPr>
        </p:nvSpPr>
        <p:spPr>
          <a:xfrm>
            <a:off x="457200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fld id="{BD7CA327-0034-42B2-B548-D933C5E8C997}" type="datetime1">
              <a:rPr lang="en-US" smtClean="0"/>
              <a:t>10/22/26</a:t>
            </a:fld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35675" y="4760913"/>
            <a:ext cx="2651125" cy="4095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600">
                <a:solidFill>
                  <a:srgbClr val="FFFFFF"/>
                </a:solidFill>
              </a:defRPr>
            </a:lvl1pPr>
          </a:lstStyle>
          <a:p>
            <a:fld id="{147D816C-1382-4552-849F-5EAB9818A0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1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46188"/>
            <a:ext cx="82296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4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4745" r:id="rId1"/>
    <p:sldLayoutId id="2147484746" r:id="rId2"/>
    <p:sldLayoutId id="2147484747" r:id="rId3"/>
    <p:sldLayoutId id="2147484748" r:id="rId4"/>
    <p:sldLayoutId id="2147484749" r:id="rId5"/>
    <p:sldLayoutId id="2147484750" r:id="rId6"/>
    <p:sldLayoutId id="2147484751" r:id="rId7"/>
    <p:sldLayoutId id="2147484752" r:id="rId8"/>
    <p:sldLayoutId id="2147484753" r:id="rId9"/>
    <p:sldLayoutId id="2147484754" r:id="rId10"/>
    <p:sldLayoutId id="2147484755" r:id="rId11"/>
    <p:sldLayoutId id="2147484786" r:id="rId12"/>
    <p:sldLayoutId id="2147484756" r:id="rId13"/>
    <p:sldLayoutId id="2147484757" r:id="rId14"/>
    <p:sldLayoutId id="2147484758" r:id="rId15"/>
    <p:sldLayoutId id="2147484759" r:id="rId16"/>
    <p:sldLayoutId id="2147484760" r:id="rId17"/>
    <p:sldLayoutId id="2147484761" r:id="rId18"/>
    <p:sldLayoutId id="2147484762" r:id="rId19"/>
    <p:sldLayoutId id="2147484763" r:id="rId20"/>
    <p:sldLayoutId id="2147484764" r:id="rId21"/>
    <p:sldLayoutId id="2147484765" r:id="rId22"/>
    <p:sldLayoutId id="2147484766" r:id="rId23"/>
    <p:sldLayoutId id="2147484767" r:id="rId24"/>
    <p:sldLayoutId id="2147484768" r:id="rId25"/>
    <p:sldLayoutId id="2147484769" r:id="rId26"/>
    <p:sldLayoutId id="2147484770" r:id="rId27"/>
    <p:sldLayoutId id="2147484771" r:id="rId28"/>
    <p:sldLayoutId id="2147484772" r:id="rId29"/>
    <p:sldLayoutId id="2147484773" r:id="rId30"/>
    <p:sldLayoutId id="2147484774" r:id="rId31"/>
    <p:sldLayoutId id="2147484775" r:id="rId32"/>
    <p:sldLayoutId id="2147484776" r:id="rId33"/>
    <p:sldLayoutId id="2147484777" r:id="rId34"/>
    <p:sldLayoutId id="2147484778" r:id="rId35"/>
    <p:sldLayoutId id="2147484741" r:id="rId36"/>
    <p:sldLayoutId id="2147484742" r:id="rId37"/>
    <p:sldLayoutId id="2147484743" r:id="rId38"/>
    <p:sldLayoutId id="2147484744" r:id="rId39"/>
    <p:sldLayoutId id="2147484779" r:id="rId40"/>
    <p:sldLayoutId id="2147484780" r:id="rId41"/>
    <p:sldLayoutId id="2147484781" r:id="rId42"/>
    <p:sldLayoutId id="2147484782" r:id="rId43"/>
    <p:sldLayoutId id="2147484783" r:id="rId44"/>
    <p:sldLayoutId id="2147484784" r:id="rId45"/>
    <p:sldLayoutId id="2147484785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rgbClr val="29551A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9551A"/>
          </a:solidFill>
          <a:latin typeface="Palatino Linotype" charset="0"/>
          <a:ea typeface="MS PGothic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595959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hyperlink" Target="https://medium.com/@Suraj_Yadav/in-depth-knowledge-of-convolutional-neural-networks-b4bfff8145ab" TargetMode="Externa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30.png"/><Relationship Id="rId63" Type="http://schemas.openxmlformats.org/officeDocument/2006/relationships/customXml" Target="../ink/ink31.xml"/><Relationship Id="rId84" Type="http://schemas.openxmlformats.org/officeDocument/2006/relationships/image" Target="../media/image51.png"/><Relationship Id="rId138" Type="http://schemas.openxmlformats.org/officeDocument/2006/relationships/image" Target="../media/image78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25.png"/><Relationship Id="rId53" Type="http://schemas.openxmlformats.org/officeDocument/2006/relationships/customXml" Target="../ink/ink26.xml"/><Relationship Id="rId74" Type="http://schemas.openxmlformats.org/officeDocument/2006/relationships/image" Target="../media/image46.png"/><Relationship Id="rId128" Type="http://schemas.openxmlformats.org/officeDocument/2006/relationships/image" Target="../media/image73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22" Type="http://schemas.openxmlformats.org/officeDocument/2006/relationships/image" Target="../media/image20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33.png"/><Relationship Id="rId64" Type="http://schemas.openxmlformats.org/officeDocument/2006/relationships/image" Target="../media/image41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18" Type="http://schemas.openxmlformats.org/officeDocument/2006/relationships/image" Target="../media/image68.png"/><Relationship Id="rId134" Type="http://schemas.openxmlformats.org/officeDocument/2006/relationships/image" Target="../media/image76.png"/><Relationship Id="rId139" Type="http://schemas.openxmlformats.org/officeDocument/2006/relationships/customXml" Target="../ink/ink69.xml"/><Relationship Id="rId80" Type="http://schemas.openxmlformats.org/officeDocument/2006/relationships/image" Target="../media/image49.png"/><Relationship Id="rId85" Type="http://schemas.openxmlformats.org/officeDocument/2006/relationships/customXml" Target="../ink/ink42.xml"/><Relationship Id="rId150" Type="http://schemas.openxmlformats.org/officeDocument/2006/relationships/image" Target="../media/image84.png"/><Relationship Id="rId12" Type="http://schemas.openxmlformats.org/officeDocument/2006/relationships/image" Target="../media/image15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28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63.png"/><Relationship Id="rId124" Type="http://schemas.openxmlformats.org/officeDocument/2006/relationships/image" Target="../media/image71.png"/><Relationship Id="rId129" Type="http://schemas.openxmlformats.org/officeDocument/2006/relationships/customXml" Target="../ink/ink64.xml"/><Relationship Id="rId54" Type="http://schemas.openxmlformats.org/officeDocument/2006/relationships/image" Target="../media/image36.png"/><Relationship Id="rId70" Type="http://schemas.openxmlformats.org/officeDocument/2006/relationships/image" Target="../media/image44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57.png"/><Relationship Id="rId140" Type="http://schemas.openxmlformats.org/officeDocument/2006/relationships/image" Target="../media/image79.png"/><Relationship Id="rId145" Type="http://schemas.openxmlformats.org/officeDocument/2006/relationships/customXml" Target="../ink/ink7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23" Type="http://schemas.openxmlformats.org/officeDocument/2006/relationships/customXml" Target="../ink/ink11.xml"/><Relationship Id="rId28" Type="http://schemas.openxmlformats.org/officeDocument/2006/relationships/image" Target="../media/image23.png"/><Relationship Id="rId49" Type="http://schemas.openxmlformats.org/officeDocument/2006/relationships/customXml" Target="../ink/ink24.xml"/><Relationship Id="rId114" Type="http://schemas.openxmlformats.org/officeDocument/2006/relationships/image" Target="../media/image66.png"/><Relationship Id="rId119" Type="http://schemas.openxmlformats.org/officeDocument/2006/relationships/customXml" Target="../ink/ink59.xml"/><Relationship Id="rId44" Type="http://schemas.openxmlformats.org/officeDocument/2006/relationships/image" Target="../media/image31.png"/><Relationship Id="rId60" Type="http://schemas.openxmlformats.org/officeDocument/2006/relationships/image" Target="../media/image39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52.png"/><Relationship Id="rId130" Type="http://schemas.openxmlformats.org/officeDocument/2006/relationships/image" Target="../media/image74.png"/><Relationship Id="rId135" Type="http://schemas.openxmlformats.org/officeDocument/2006/relationships/customXml" Target="../ink/ink67.xml"/><Relationship Id="rId151" Type="http://schemas.openxmlformats.org/officeDocument/2006/relationships/customXml" Target="../ink/ink75.xml"/><Relationship Id="rId13" Type="http://schemas.openxmlformats.org/officeDocument/2006/relationships/customXml" Target="../ink/ink6.xml"/><Relationship Id="rId18" Type="http://schemas.openxmlformats.org/officeDocument/2006/relationships/image" Target="../media/image18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26.png"/><Relationship Id="rId50" Type="http://schemas.openxmlformats.org/officeDocument/2006/relationships/image" Target="../media/image34.png"/><Relationship Id="rId55" Type="http://schemas.openxmlformats.org/officeDocument/2006/relationships/customXml" Target="../ink/ink27.xml"/><Relationship Id="rId76" Type="http://schemas.openxmlformats.org/officeDocument/2006/relationships/image" Target="../media/image47.png"/><Relationship Id="rId97" Type="http://schemas.openxmlformats.org/officeDocument/2006/relationships/customXml" Target="../ink/ink48.xml"/><Relationship Id="rId104" Type="http://schemas.openxmlformats.org/officeDocument/2006/relationships/image" Target="../media/image61.png"/><Relationship Id="rId120" Type="http://schemas.openxmlformats.org/officeDocument/2006/relationships/image" Target="../media/image69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82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55.png"/><Relationship Id="rId2" Type="http://schemas.openxmlformats.org/officeDocument/2006/relationships/image" Target="../media/image10.png"/><Relationship Id="rId29" Type="http://schemas.openxmlformats.org/officeDocument/2006/relationships/customXml" Target="../ink/ink14.xml"/><Relationship Id="rId24" Type="http://schemas.openxmlformats.org/officeDocument/2006/relationships/image" Target="../media/image21.png"/><Relationship Id="rId40" Type="http://schemas.openxmlformats.org/officeDocument/2006/relationships/image" Target="../media/image29.png"/><Relationship Id="rId45" Type="http://schemas.openxmlformats.org/officeDocument/2006/relationships/customXml" Target="../ink/ink22.xml"/><Relationship Id="rId66" Type="http://schemas.openxmlformats.org/officeDocument/2006/relationships/image" Target="../media/image42.png"/><Relationship Id="rId87" Type="http://schemas.openxmlformats.org/officeDocument/2006/relationships/customXml" Target="../ink/ink43.xml"/><Relationship Id="rId110" Type="http://schemas.openxmlformats.org/officeDocument/2006/relationships/image" Target="../media/image64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77.png"/><Relationship Id="rId61" Type="http://schemas.openxmlformats.org/officeDocument/2006/relationships/customXml" Target="../ink/ink30.xml"/><Relationship Id="rId82" Type="http://schemas.openxmlformats.org/officeDocument/2006/relationships/image" Target="../media/image50.png"/><Relationship Id="rId152" Type="http://schemas.openxmlformats.org/officeDocument/2006/relationships/image" Target="../media/image85.png"/><Relationship Id="rId19" Type="http://schemas.openxmlformats.org/officeDocument/2006/relationships/customXml" Target="../ink/ink9.xml"/><Relationship Id="rId14" Type="http://schemas.openxmlformats.org/officeDocument/2006/relationships/image" Target="../media/image16.png"/><Relationship Id="rId30" Type="http://schemas.openxmlformats.org/officeDocument/2006/relationships/image" Target="../media/image24.png"/><Relationship Id="rId35" Type="http://schemas.openxmlformats.org/officeDocument/2006/relationships/customXml" Target="../ink/ink17.xml"/><Relationship Id="rId56" Type="http://schemas.openxmlformats.org/officeDocument/2006/relationships/image" Target="../media/image37.png"/><Relationship Id="rId77" Type="http://schemas.openxmlformats.org/officeDocument/2006/relationships/customXml" Target="../ink/ink38.xml"/><Relationship Id="rId100" Type="http://schemas.openxmlformats.org/officeDocument/2006/relationships/image" Target="../media/image59.png"/><Relationship Id="rId105" Type="http://schemas.openxmlformats.org/officeDocument/2006/relationships/customXml" Target="../ink/ink52.xml"/><Relationship Id="rId126" Type="http://schemas.openxmlformats.org/officeDocument/2006/relationships/image" Target="../media/image72.png"/><Relationship Id="rId147" Type="http://schemas.openxmlformats.org/officeDocument/2006/relationships/customXml" Target="../ink/ink73.xml"/><Relationship Id="rId8" Type="http://schemas.openxmlformats.org/officeDocument/2006/relationships/image" Target="../media/image13.png"/><Relationship Id="rId51" Type="http://schemas.openxmlformats.org/officeDocument/2006/relationships/customXml" Target="../ink/ink25.xml"/><Relationship Id="rId72" Type="http://schemas.openxmlformats.org/officeDocument/2006/relationships/image" Target="../media/image45.png"/><Relationship Id="rId93" Type="http://schemas.openxmlformats.org/officeDocument/2006/relationships/customXml" Target="../ink/ink46.xml"/><Relationship Id="rId98" Type="http://schemas.openxmlformats.org/officeDocument/2006/relationships/image" Target="../media/image58.png"/><Relationship Id="rId121" Type="http://schemas.openxmlformats.org/officeDocument/2006/relationships/customXml" Target="../ink/ink60.xml"/><Relationship Id="rId142" Type="http://schemas.openxmlformats.org/officeDocument/2006/relationships/image" Target="../media/image80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32.png"/><Relationship Id="rId67" Type="http://schemas.openxmlformats.org/officeDocument/2006/relationships/customXml" Target="../ink/ink33.xml"/><Relationship Id="rId116" Type="http://schemas.openxmlformats.org/officeDocument/2006/relationships/image" Target="../media/image67.png"/><Relationship Id="rId137" Type="http://schemas.openxmlformats.org/officeDocument/2006/relationships/customXml" Target="../ink/ink68.xml"/><Relationship Id="rId20" Type="http://schemas.openxmlformats.org/officeDocument/2006/relationships/image" Target="../media/image19.png"/><Relationship Id="rId41" Type="http://schemas.openxmlformats.org/officeDocument/2006/relationships/customXml" Target="../ink/ink20.xml"/><Relationship Id="rId62" Type="http://schemas.openxmlformats.org/officeDocument/2006/relationships/image" Target="../media/image40.png"/><Relationship Id="rId83" Type="http://schemas.openxmlformats.org/officeDocument/2006/relationships/customXml" Target="../ink/ink41.xml"/><Relationship Id="rId88" Type="http://schemas.openxmlformats.org/officeDocument/2006/relationships/image" Target="../media/image53.png"/><Relationship Id="rId111" Type="http://schemas.openxmlformats.org/officeDocument/2006/relationships/customXml" Target="../ink/ink55.xml"/><Relationship Id="rId132" Type="http://schemas.openxmlformats.org/officeDocument/2006/relationships/image" Target="../media/image75.png"/><Relationship Id="rId15" Type="http://schemas.openxmlformats.org/officeDocument/2006/relationships/customXml" Target="../ink/ink7.xml"/><Relationship Id="rId36" Type="http://schemas.openxmlformats.org/officeDocument/2006/relationships/image" Target="../media/image27.png"/><Relationship Id="rId57" Type="http://schemas.openxmlformats.org/officeDocument/2006/relationships/customXml" Target="../ink/ink28.xml"/><Relationship Id="rId106" Type="http://schemas.openxmlformats.org/officeDocument/2006/relationships/image" Target="../media/image62.png"/><Relationship Id="rId127" Type="http://schemas.openxmlformats.org/officeDocument/2006/relationships/customXml" Target="../ink/ink63.xml"/><Relationship Id="rId10" Type="http://schemas.openxmlformats.org/officeDocument/2006/relationships/image" Target="../media/image14.png"/><Relationship Id="rId31" Type="http://schemas.openxmlformats.org/officeDocument/2006/relationships/customXml" Target="../ink/ink15.xml"/><Relationship Id="rId52" Type="http://schemas.openxmlformats.org/officeDocument/2006/relationships/image" Target="../media/image35.png"/><Relationship Id="rId73" Type="http://schemas.openxmlformats.org/officeDocument/2006/relationships/customXml" Target="../ink/ink36.xml"/><Relationship Id="rId78" Type="http://schemas.openxmlformats.org/officeDocument/2006/relationships/image" Target="../media/image48.png"/><Relationship Id="rId94" Type="http://schemas.openxmlformats.org/officeDocument/2006/relationships/image" Target="../media/image56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70.png"/><Relationship Id="rId143" Type="http://schemas.openxmlformats.org/officeDocument/2006/relationships/customXml" Target="../ink/ink71.xml"/><Relationship Id="rId148" Type="http://schemas.openxmlformats.org/officeDocument/2006/relationships/image" Target="../media/image83.png"/><Relationship Id="rId4" Type="http://schemas.openxmlformats.org/officeDocument/2006/relationships/image" Target="../media/image11.png"/><Relationship Id="rId9" Type="http://schemas.openxmlformats.org/officeDocument/2006/relationships/customXml" Target="../ink/ink4.xml"/><Relationship Id="rId26" Type="http://schemas.openxmlformats.org/officeDocument/2006/relationships/image" Target="../media/image22.png"/><Relationship Id="rId47" Type="http://schemas.openxmlformats.org/officeDocument/2006/relationships/customXml" Target="../ink/ink23.xml"/><Relationship Id="rId68" Type="http://schemas.openxmlformats.org/officeDocument/2006/relationships/image" Target="../media/image43.png"/><Relationship Id="rId89" Type="http://schemas.openxmlformats.org/officeDocument/2006/relationships/customXml" Target="../ink/ink44.xml"/><Relationship Id="rId112" Type="http://schemas.openxmlformats.org/officeDocument/2006/relationships/image" Target="../media/image65.png"/><Relationship Id="rId133" Type="http://schemas.openxmlformats.org/officeDocument/2006/relationships/customXml" Target="../ink/ink66.xml"/><Relationship Id="rId16" Type="http://schemas.openxmlformats.org/officeDocument/2006/relationships/image" Target="../media/image17.png"/><Relationship Id="rId37" Type="http://schemas.openxmlformats.org/officeDocument/2006/relationships/customXml" Target="../ink/ink18.xml"/><Relationship Id="rId58" Type="http://schemas.openxmlformats.org/officeDocument/2006/relationships/image" Target="../media/image38.png"/><Relationship Id="rId79" Type="http://schemas.openxmlformats.org/officeDocument/2006/relationships/customXml" Target="../ink/ink39.xml"/><Relationship Id="rId102" Type="http://schemas.openxmlformats.org/officeDocument/2006/relationships/image" Target="../media/image60.png"/><Relationship Id="rId123" Type="http://schemas.openxmlformats.org/officeDocument/2006/relationships/customXml" Target="../ink/ink61.xml"/><Relationship Id="rId144" Type="http://schemas.openxmlformats.org/officeDocument/2006/relationships/image" Target="../media/image81.png"/><Relationship Id="rId90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8.xml"/><Relationship Id="rId21" Type="http://schemas.openxmlformats.org/officeDocument/2006/relationships/image" Target="../media/image97.png"/><Relationship Id="rId42" Type="http://schemas.openxmlformats.org/officeDocument/2006/relationships/customXml" Target="../ink/ink96.xml"/><Relationship Id="rId47" Type="http://schemas.openxmlformats.org/officeDocument/2006/relationships/image" Target="../media/image110.png"/><Relationship Id="rId63" Type="http://schemas.openxmlformats.org/officeDocument/2006/relationships/image" Target="../media/image118.png"/><Relationship Id="rId68" Type="http://schemas.openxmlformats.org/officeDocument/2006/relationships/customXml" Target="../ink/ink109.xml"/><Relationship Id="rId84" Type="http://schemas.openxmlformats.org/officeDocument/2006/relationships/customXml" Target="../ink/ink117.xml"/><Relationship Id="rId89" Type="http://schemas.openxmlformats.org/officeDocument/2006/relationships/image" Target="../media/image131.png"/><Relationship Id="rId16" Type="http://schemas.openxmlformats.org/officeDocument/2006/relationships/customXml" Target="../ink/ink83.xml"/><Relationship Id="rId11" Type="http://schemas.openxmlformats.org/officeDocument/2006/relationships/image" Target="../media/image92.png"/><Relationship Id="rId32" Type="http://schemas.openxmlformats.org/officeDocument/2006/relationships/customXml" Target="../ink/ink91.xml"/><Relationship Id="rId37" Type="http://schemas.openxmlformats.org/officeDocument/2006/relationships/image" Target="../media/image105.png"/><Relationship Id="rId53" Type="http://schemas.openxmlformats.org/officeDocument/2006/relationships/image" Target="../media/image113.png"/><Relationship Id="rId58" Type="http://schemas.openxmlformats.org/officeDocument/2006/relationships/customXml" Target="../ink/ink104.xml"/><Relationship Id="rId74" Type="http://schemas.openxmlformats.org/officeDocument/2006/relationships/customXml" Target="../ink/ink112.xml"/><Relationship Id="rId79" Type="http://schemas.openxmlformats.org/officeDocument/2006/relationships/image" Target="../media/image126.png"/><Relationship Id="rId5" Type="http://schemas.openxmlformats.org/officeDocument/2006/relationships/image" Target="../media/image89.png"/><Relationship Id="rId90" Type="http://schemas.openxmlformats.org/officeDocument/2006/relationships/customXml" Target="../ink/ink120.xml"/><Relationship Id="rId14" Type="http://schemas.openxmlformats.org/officeDocument/2006/relationships/customXml" Target="../ink/ink82.xml"/><Relationship Id="rId22" Type="http://schemas.openxmlformats.org/officeDocument/2006/relationships/customXml" Target="../ink/ink86.xml"/><Relationship Id="rId27" Type="http://schemas.openxmlformats.org/officeDocument/2006/relationships/image" Target="../media/image100.png"/><Relationship Id="rId30" Type="http://schemas.openxmlformats.org/officeDocument/2006/relationships/customXml" Target="../ink/ink90.xml"/><Relationship Id="rId35" Type="http://schemas.openxmlformats.org/officeDocument/2006/relationships/image" Target="../media/image104.png"/><Relationship Id="rId43" Type="http://schemas.openxmlformats.org/officeDocument/2006/relationships/image" Target="../media/image108.png"/><Relationship Id="rId48" Type="http://schemas.openxmlformats.org/officeDocument/2006/relationships/customXml" Target="../ink/ink99.xml"/><Relationship Id="rId56" Type="http://schemas.openxmlformats.org/officeDocument/2006/relationships/customXml" Target="../ink/ink103.xml"/><Relationship Id="rId64" Type="http://schemas.openxmlformats.org/officeDocument/2006/relationships/customXml" Target="../ink/ink107.xml"/><Relationship Id="rId69" Type="http://schemas.openxmlformats.org/officeDocument/2006/relationships/image" Target="../media/image121.png"/><Relationship Id="rId77" Type="http://schemas.openxmlformats.org/officeDocument/2006/relationships/image" Target="../media/image125.png"/><Relationship Id="rId8" Type="http://schemas.openxmlformats.org/officeDocument/2006/relationships/customXml" Target="../ink/ink79.xml"/><Relationship Id="rId51" Type="http://schemas.openxmlformats.org/officeDocument/2006/relationships/image" Target="../media/image112.png"/><Relationship Id="rId72" Type="http://schemas.openxmlformats.org/officeDocument/2006/relationships/customXml" Target="../ink/ink111.xml"/><Relationship Id="rId80" Type="http://schemas.openxmlformats.org/officeDocument/2006/relationships/customXml" Target="../ink/ink115.xml"/><Relationship Id="rId85" Type="http://schemas.openxmlformats.org/officeDocument/2006/relationships/image" Target="../media/image129.png"/><Relationship Id="rId3" Type="http://schemas.openxmlformats.org/officeDocument/2006/relationships/image" Target="../media/image88.png"/><Relationship Id="rId12" Type="http://schemas.openxmlformats.org/officeDocument/2006/relationships/customXml" Target="../ink/ink81.xml"/><Relationship Id="rId17" Type="http://schemas.openxmlformats.org/officeDocument/2006/relationships/image" Target="../media/image95.png"/><Relationship Id="rId25" Type="http://schemas.openxmlformats.org/officeDocument/2006/relationships/image" Target="../media/image99.png"/><Relationship Id="rId33" Type="http://schemas.openxmlformats.org/officeDocument/2006/relationships/image" Target="../media/image103.png"/><Relationship Id="rId38" Type="http://schemas.openxmlformats.org/officeDocument/2006/relationships/customXml" Target="../ink/ink94.xml"/><Relationship Id="rId46" Type="http://schemas.openxmlformats.org/officeDocument/2006/relationships/customXml" Target="../ink/ink98.xml"/><Relationship Id="rId59" Type="http://schemas.openxmlformats.org/officeDocument/2006/relationships/image" Target="../media/image116.png"/><Relationship Id="rId67" Type="http://schemas.openxmlformats.org/officeDocument/2006/relationships/image" Target="../media/image120.png"/><Relationship Id="rId20" Type="http://schemas.openxmlformats.org/officeDocument/2006/relationships/customXml" Target="../ink/ink85.xml"/><Relationship Id="rId41" Type="http://schemas.openxmlformats.org/officeDocument/2006/relationships/image" Target="../media/image107.png"/><Relationship Id="rId54" Type="http://schemas.openxmlformats.org/officeDocument/2006/relationships/customXml" Target="../ink/ink102.xml"/><Relationship Id="rId62" Type="http://schemas.openxmlformats.org/officeDocument/2006/relationships/customXml" Target="../ink/ink106.xml"/><Relationship Id="rId70" Type="http://schemas.openxmlformats.org/officeDocument/2006/relationships/customXml" Target="../ink/ink110.xml"/><Relationship Id="rId75" Type="http://schemas.openxmlformats.org/officeDocument/2006/relationships/image" Target="../media/image124.png"/><Relationship Id="rId83" Type="http://schemas.openxmlformats.org/officeDocument/2006/relationships/image" Target="../media/image128.png"/><Relationship Id="rId88" Type="http://schemas.openxmlformats.org/officeDocument/2006/relationships/customXml" Target="../ink/ink119.xml"/><Relationship Id="rId91" Type="http://schemas.openxmlformats.org/officeDocument/2006/relationships/image" Target="../media/image132.png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78.xml"/><Relationship Id="rId15" Type="http://schemas.openxmlformats.org/officeDocument/2006/relationships/image" Target="../media/image94.png"/><Relationship Id="rId23" Type="http://schemas.openxmlformats.org/officeDocument/2006/relationships/image" Target="../media/image98.png"/><Relationship Id="rId28" Type="http://schemas.openxmlformats.org/officeDocument/2006/relationships/customXml" Target="../ink/ink89.xml"/><Relationship Id="rId36" Type="http://schemas.openxmlformats.org/officeDocument/2006/relationships/customXml" Target="../ink/ink93.xml"/><Relationship Id="rId49" Type="http://schemas.openxmlformats.org/officeDocument/2006/relationships/image" Target="../media/image111.png"/><Relationship Id="rId57" Type="http://schemas.openxmlformats.org/officeDocument/2006/relationships/image" Target="../media/image115.png"/><Relationship Id="rId10" Type="http://schemas.openxmlformats.org/officeDocument/2006/relationships/customXml" Target="../ink/ink80.xml"/><Relationship Id="rId31" Type="http://schemas.openxmlformats.org/officeDocument/2006/relationships/image" Target="../media/image102.png"/><Relationship Id="rId44" Type="http://schemas.openxmlformats.org/officeDocument/2006/relationships/customXml" Target="../ink/ink97.xml"/><Relationship Id="rId52" Type="http://schemas.openxmlformats.org/officeDocument/2006/relationships/customXml" Target="../ink/ink101.xml"/><Relationship Id="rId60" Type="http://schemas.openxmlformats.org/officeDocument/2006/relationships/customXml" Target="../ink/ink105.xml"/><Relationship Id="rId65" Type="http://schemas.openxmlformats.org/officeDocument/2006/relationships/image" Target="../media/image119.png"/><Relationship Id="rId73" Type="http://schemas.openxmlformats.org/officeDocument/2006/relationships/image" Target="../media/image123.png"/><Relationship Id="rId78" Type="http://schemas.openxmlformats.org/officeDocument/2006/relationships/customXml" Target="../ink/ink114.xml"/><Relationship Id="rId81" Type="http://schemas.openxmlformats.org/officeDocument/2006/relationships/image" Target="../media/image127.png"/><Relationship Id="rId86" Type="http://schemas.openxmlformats.org/officeDocument/2006/relationships/customXml" Target="../ink/ink118.xml"/><Relationship Id="rId4" Type="http://schemas.openxmlformats.org/officeDocument/2006/relationships/customXml" Target="../ink/ink77.xml"/><Relationship Id="rId9" Type="http://schemas.openxmlformats.org/officeDocument/2006/relationships/image" Target="../media/image91.png"/><Relationship Id="rId13" Type="http://schemas.openxmlformats.org/officeDocument/2006/relationships/image" Target="../media/image93.png"/><Relationship Id="rId18" Type="http://schemas.openxmlformats.org/officeDocument/2006/relationships/customXml" Target="../ink/ink84.xml"/><Relationship Id="rId39" Type="http://schemas.openxmlformats.org/officeDocument/2006/relationships/image" Target="../media/image106.png"/><Relationship Id="rId34" Type="http://schemas.openxmlformats.org/officeDocument/2006/relationships/customXml" Target="../ink/ink92.xml"/><Relationship Id="rId50" Type="http://schemas.openxmlformats.org/officeDocument/2006/relationships/customXml" Target="../ink/ink100.xml"/><Relationship Id="rId55" Type="http://schemas.openxmlformats.org/officeDocument/2006/relationships/image" Target="../media/image114.png"/><Relationship Id="rId76" Type="http://schemas.openxmlformats.org/officeDocument/2006/relationships/customXml" Target="../ink/ink113.xml"/><Relationship Id="rId7" Type="http://schemas.openxmlformats.org/officeDocument/2006/relationships/image" Target="../media/image90.png"/><Relationship Id="rId71" Type="http://schemas.openxmlformats.org/officeDocument/2006/relationships/image" Target="../media/image122.png"/><Relationship Id="rId2" Type="http://schemas.openxmlformats.org/officeDocument/2006/relationships/customXml" Target="../ink/ink76.xml"/><Relationship Id="rId29" Type="http://schemas.openxmlformats.org/officeDocument/2006/relationships/image" Target="../media/image101.png"/><Relationship Id="rId24" Type="http://schemas.openxmlformats.org/officeDocument/2006/relationships/customXml" Target="../ink/ink87.xml"/><Relationship Id="rId40" Type="http://schemas.openxmlformats.org/officeDocument/2006/relationships/customXml" Target="../ink/ink95.xml"/><Relationship Id="rId45" Type="http://schemas.openxmlformats.org/officeDocument/2006/relationships/image" Target="../media/image109.png"/><Relationship Id="rId66" Type="http://schemas.openxmlformats.org/officeDocument/2006/relationships/customXml" Target="../ink/ink108.xml"/><Relationship Id="rId87" Type="http://schemas.openxmlformats.org/officeDocument/2006/relationships/image" Target="../media/image130.png"/><Relationship Id="rId61" Type="http://schemas.openxmlformats.org/officeDocument/2006/relationships/image" Target="../media/image117.png"/><Relationship Id="rId82" Type="http://schemas.openxmlformats.org/officeDocument/2006/relationships/customXml" Target="../ink/ink116.xml"/><Relationship Id="rId19" Type="http://schemas.openxmlformats.org/officeDocument/2006/relationships/image" Target="../media/image9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org&amp;utm_campaign=index&amp;utm_content=origina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1.png"/><Relationship Id="rId21" Type="http://schemas.openxmlformats.org/officeDocument/2006/relationships/image" Target="../media/image143.png"/><Relationship Id="rId42" Type="http://schemas.openxmlformats.org/officeDocument/2006/relationships/customXml" Target="../ink/ink141.xml"/><Relationship Id="rId63" Type="http://schemas.openxmlformats.org/officeDocument/2006/relationships/image" Target="../media/image164.png"/><Relationship Id="rId84" Type="http://schemas.openxmlformats.org/officeDocument/2006/relationships/customXml" Target="../ink/ink162.xml"/><Relationship Id="rId138" Type="http://schemas.openxmlformats.org/officeDocument/2006/relationships/customXml" Target="../ink/ink189.xml"/><Relationship Id="rId159" Type="http://schemas.openxmlformats.org/officeDocument/2006/relationships/image" Target="../media/image212.png"/><Relationship Id="rId107" Type="http://schemas.openxmlformats.org/officeDocument/2006/relationships/image" Target="../media/image186.png"/><Relationship Id="rId11" Type="http://schemas.openxmlformats.org/officeDocument/2006/relationships/image" Target="../media/image138.png"/><Relationship Id="rId32" Type="http://schemas.openxmlformats.org/officeDocument/2006/relationships/customXml" Target="../ink/ink136.xml"/><Relationship Id="rId53" Type="http://schemas.openxmlformats.org/officeDocument/2006/relationships/image" Target="../media/image159.png"/><Relationship Id="rId74" Type="http://schemas.openxmlformats.org/officeDocument/2006/relationships/customXml" Target="../ink/ink157.xml"/><Relationship Id="rId128" Type="http://schemas.openxmlformats.org/officeDocument/2006/relationships/customXml" Target="../ink/ink184.xml"/><Relationship Id="rId149" Type="http://schemas.openxmlformats.org/officeDocument/2006/relationships/image" Target="../media/image207.png"/><Relationship Id="rId5" Type="http://schemas.openxmlformats.org/officeDocument/2006/relationships/image" Target="../media/image135.png"/><Relationship Id="rId95" Type="http://schemas.openxmlformats.org/officeDocument/2006/relationships/image" Target="../media/image180.png"/><Relationship Id="rId160" Type="http://schemas.openxmlformats.org/officeDocument/2006/relationships/customXml" Target="../ink/ink200.xml"/><Relationship Id="rId22" Type="http://schemas.openxmlformats.org/officeDocument/2006/relationships/customXml" Target="../ink/ink131.xml"/><Relationship Id="rId43" Type="http://schemas.openxmlformats.org/officeDocument/2006/relationships/image" Target="../media/image154.png"/><Relationship Id="rId64" Type="http://schemas.openxmlformats.org/officeDocument/2006/relationships/customXml" Target="../ink/ink152.xml"/><Relationship Id="rId118" Type="http://schemas.openxmlformats.org/officeDocument/2006/relationships/customXml" Target="../ink/ink179.xml"/><Relationship Id="rId139" Type="http://schemas.openxmlformats.org/officeDocument/2006/relationships/image" Target="../media/image202.png"/><Relationship Id="rId85" Type="http://schemas.openxmlformats.org/officeDocument/2006/relationships/image" Target="../media/image175.png"/><Relationship Id="rId150" Type="http://schemas.openxmlformats.org/officeDocument/2006/relationships/customXml" Target="../ink/ink195.xml"/><Relationship Id="rId12" Type="http://schemas.openxmlformats.org/officeDocument/2006/relationships/customXml" Target="../ink/ink126.xml"/><Relationship Id="rId17" Type="http://schemas.openxmlformats.org/officeDocument/2006/relationships/image" Target="../media/image141.png"/><Relationship Id="rId33" Type="http://schemas.openxmlformats.org/officeDocument/2006/relationships/image" Target="../media/image149.png"/><Relationship Id="rId38" Type="http://schemas.openxmlformats.org/officeDocument/2006/relationships/customXml" Target="../ink/ink139.xml"/><Relationship Id="rId59" Type="http://schemas.openxmlformats.org/officeDocument/2006/relationships/image" Target="../media/image162.png"/><Relationship Id="rId103" Type="http://schemas.openxmlformats.org/officeDocument/2006/relationships/image" Target="../media/image184.png"/><Relationship Id="rId108" Type="http://schemas.openxmlformats.org/officeDocument/2006/relationships/customXml" Target="../ink/ink174.xml"/><Relationship Id="rId124" Type="http://schemas.openxmlformats.org/officeDocument/2006/relationships/customXml" Target="../ink/ink182.xml"/><Relationship Id="rId129" Type="http://schemas.openxmlformats.org/officeDocument/2006/relationships/image" Target="../media/image197.png"/><Relationship Id="rId54" Type="http://schemas.openxmlformats.org/officeDocument/2006/relationships/customXml" Target="../ink/ink147.xml"/><Relationship Id="rId70" Type="http://schemas.openxmlformats.org/officeDocument/2006/relationships/customXml" Target="../ink/ink155.xml"/><Relationship Id="rId75" Type="http://schemas.openxmlformats.org/officeDocument/2006/relationships/image" Target="../media/image170.png"/><Relationship Id="rId91" Type="http://schemas.openxmlformats.org/officeDocument/2006/relationships/image" Target="../media/image178.png"/><Relationship Id="rId96" Type="http://schemas.openxmlformats.org/officeDocument/2006/relationships/customXml" Target="../ink/ink168.xml"/><Relationship Id="rId140" Type="http://schemas.openxmlformats.org/officeDocument/2006/relationships/customXml" Target="../ink/ink190.xml"/><Relationship Id="rId145" Type="http://schemas.openxmlformats.org/officeDocument/2006/relationships/image" Target="../media/image205.png"/><Relationship Id="rId161" Type="http://schemas.openxmlformats.org/officeDocument/2006/relationships/image" Target="../media/image213.png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123.xml"/><Relationship Id="rId23" Type="http://schemas.openxmlformats.org/officeDocument/2006/relationships/image" Target="../media/image144.png"/><Relationship Id="rId28" Type="http://schemas.openxmlformats.org/officeDocument/2006/relationships/customXml" Target="../ink/ink134.xml"/><Relationship Id="rId49" Type="http://schemas.openxmlformats.org/officeDocument/2006/relationships/image" Target="../media/image157.png"/><Relationship Id="rId114" Type="http://schemas.openxmlformats.org/officeDocument/2006/relationships/customXml" Target="../ink/ink177.xml"/><Relationship Id="rId119" Type="http://schemas.openxmlformats.org/officeDocument/2006/relationships/image" Target="../media/image192.png"/><Relationship Id="rId44" Type="http://schemas.openxmlformats.org/officeDocument/2006/relationships/customXml" Target="../ink/ink142.xml"/><Relationship Id="rId60" Type="http://schemas.openxmlformats.org/officeDocument/2006/relationships/customXml" Target="../ink/ink150.xml"/><Relationship Id="rId65" Type="http://schemas.openxmlformats.org/officeDocument/2006/relationships/image" Target="../media/image165.png"/><Relationship Id="rId81" Type="http://schemas.openxmlformats.org/officeDocument/2006/relationships/image" Target="../media/image173.png"/><Relationship Id="rId86" Type="http://schemas.openxmlformats.org/officeDocument/2006/relationships/customXml" Target="../ink/ink163.xml"/><Relationship Id="rId130" Type="http://schemas.openxmlformats.org/officeDocument/2006/relationships/customXml" Target="../ink/ink185.xml"/><Relationship Id="rId135" Type="http://schemas.openxmlformats.org/officeDocument/2006/relationships/image" Target="../media/image200.png"/><Relationship Id="rId151" Type="http://schemas.openxmlformats.org/officeDocument/2006/relationships/image" Target="../media/image208.png"/><Relationship Id="rId156" Type="http://schemas.openxmlformats.org/officeDocument/2006/relationships/customXml" Target="../ink/ink198.xml"/><Relationship Id="rId13" Type="http://schemas.openxmlformats.org/officeDocument/2006/relationships/image" Target="../media/image139.png"/><Relationship Id="rId18" Type="http://schemas.openxmlformats.org/officeDocument/2006/relationships/customXml" Target="../ink/ink129.xml"/><Relationship Id="rId39" Type="http://schemas.openxmlformats.org/officeDocument/2006/relationships/image" Target="../media/image152.png"/><Relationship Id="rId109" Type="http://schemas.openxmlformats.org/officeDocument/2006/relationships/image" Target="../media/image187.png"/><Relationship Id="rId34" Type="http://schemas.openxmlformats.org/officeDocument/2006/relationships/customXml" Target="../ink/ink137.xml"/><Relationship Id="rId50" Type="http://schemas.openxmlformats.org/officeDocument/2006/relationships/customXml" Target="../ink/ink145.xml"/><Relationship Id="rId55" Type="http://schemas.openxmlformats.org/officeDocument/2006/relationships/image" Target="../media/image160.png"/><Relationship Id="rId76" Type="http://schemas.openxmlformats.org/officeDocument/2006/relationships/customXml" Target="../ink/ink158.xml"/><Relationship Id="rId97" Type="http://schemas.openxmlformats.org/officeDocument/2006/relationships/image" Target="../media/image181.png"/><Relationship Id="rId104" Type="http://schemas.openxmlformats.org/officeDocument/2006/relationships/customXml" Target="../ink/ink172.xml"/><Relationship Id="rId120" Type="http://schemas.openxmlformats.org/officeDocument/2006/relationships/customXml" Target="../ink/ink180.xml"/><Relationship Id="rId125" Type="http://schemas.openxmlformats.org/officeDocument/2006/relationships/image" Target="../media/image195.png"/><Relationship Id="rId141" Type="http://schemas.openxmlformats.org/officeDocument/2006/relationships/image" Target="../media/image203.png"/><Relationship Id="rId146" Type="http://schemas.openxmlformats.org/officeDocument/2006/relationships/customXml" Target="../ink/ink193.xml"/><Relationship Id="rId7" Type="http://schemas.openxmlformats.org/officeDocument/2006/relationships/image" Target="../media/image136.png"/><Relationship Id="rId71" Type="http://schemas.openxmlformats.org/officeDocument/2006/relationships/image" Target="../media/image168.png"/><Relationship Id="rId92" Type="http://schemas.openxmlformats.org/officeDocument/2006/relationships/customXml" Target="../ink/ink166.xml"/><Relationship Id="rId162" Type="http://schemas.openxmlformats.org/officeDocument/2006/relationships/customXml" Target="../ink/ink201.xml"/><Relationship Id="rId2" Type="http://schemas.openxmlformats.org/officeDocument/2006/relationships/customXml" Target="../ink/ink121.xml"/><Relationship Id="rId29" Type="http://schemas.openxmlformats.org/officeDocument/2006/relationships/image" Target="../media/image147.png"/><Relationship Id="rId24" Type="http://schemas.openxmlformats.org/officeDocument/2006/relationships/customXml" Target="../ink/ink132.xml"/><Relationship Id="rId40" Type="http://schemas.openxmlformats.org/officeDocument/2006/relationships/customXml" Target="../ink/ink140.xml"/><Relationship Id="rId45" Type="http://schemas.openxmlformats.org/officeDocument/2006/relationships/image" Target="../media/image155.png"/><Relationship Id="rId66" Type="http://schemas.openxmlformats.org/officeDocument/2006/relationships/customXml" Target="../ink/ink153.xml"/><Relationship Id="rId87" Type="http://schemas.openxmlformats.org/officeDocument/2006/relationships/image" Target="../media/image176.png"/><Relationship Id="rId110" Type="http://schemas.openxmlformats.org/officeDocument/2006/relationships/customXml" Target="../ink/ink175.xml"/><Relationship Id="rId115" Type="http://schemas.openxmlformats.org/officeDocument/2006/relationships/image" Target="../media/image190.png"/><Relationship Id="rId131" Type="http://schemas.openxmlformats.org/officeDocument/2006/relationships/image" Target="../media/image198.png"/><Relationship Id="rId136" Type="http://schemas.openxmlformats.org/officeDocument/2006/relationships/customXml" Target="../ink/ink188.xml"/><Relationship Id="rId157" Type="http://schemas.openxmlformats.org/officeDocument/2006/relationships/image" Target="../media/image211.png"/><Relationship Id="rId61" Type="http://schemas.openxmlformats.org/officeDocument/2006/relationships/image" Target="../media/image163.png"/><Relationship Id="rId82" Type="http://schemas.openxmlformats.org/officeDocument/2006/relationships/customXml" Target="../ink/ink161.xml"/><Relationship Id="rId152" Type="http://schemas.openxmlformats.org/officeDocument/2006/relationships/customXml" Target="../ink/ink196.xml"/><Relationship Id="rId19" Type="http://schemas.openxmlformats.org/officeDocument/2006/relationships/image" Target="../media/image142.png"/><Relationship Id="rId14" Type="http://schemas.openxmlformats.org/officeDocument/2006/relationships/customXml" Target="../ink/ink127.xml"/><Relationship Id="rId30" Type="http://schemas.openxmlformats.org/officeDocument/2006/relationships/customXml" Target="../ink/ink135.xml"/><Relationship Id="rId35" Type="http://schemas.openxmlformats.org/officeDocument/2006/relationships/image" Target="../media/image150.png"/><Relationship Id="rId56" Type="http://schemas.openxmlformats.org/officeDocument/2006/relationships/customXml" Target="../ink/ink148.xml"/><Relationship Id="rId77" Type="http://schemas.openxmlformats.org/officeDocument/2006/relationships/image" Target="../media/image171.png"/><Relationship Id="rId100" Type="http://schemas.openxmlformats.org/officeDocument/2006/relationships/customXml" Target="../ink/ink170.xml"/><Relationship Id="rId105" Type="http://schemas.openxmlformats.org/officeDocument/2006/relationships/image" Target="../media/image185.png"/><Relationship Id="rId126" Type="http://schemas.openxmlformats.org/officeDocument/2006/relationships/customXml" Target="../ink/ink183.xml"/><Relationship Id="rId147" Type="http://schemas.openxmlformats.org/officeDocument/2006/relationships/image" Target="../media/image206.png"/><Relationship Id="rId8" Type="http://schemas.openxmlformats.org/officeDocument/2006/relationships/customXml" Target="../ink/ink124.xml"/><Relationship Id="rId51" Type="http://schemas.openxmlformats.org/officeDocument/2006/relationships/image" Target="../media/image158.png"/><Relationship Id="rId72" Type="http://schemas.openxmlformats.org/officeDocument/2006/relationships/customXml" Target="../ink/ink156.xml"/><Relationship Id="rId93" Type="http://schemas.openxmlformats.org/officeDocument/2006/relationships/image" Target="../media/image179.png"/><Relationship Id="rId98" Type="http://schemas.openxmlformats.org/officeDocument/2006/relationships/customXml" Target="../ink/ink169.xml"/><Relationship Id="rId121" Type="http://schemas.openxmlformats.org/officeDocument/2006/relationships/image" Target="../media/image193.png"/><Relationship Id="rId142" Type="http://schemas.openxmlformats.org/officeDocument/2006/relationships/customXml" Target="../ink/ink191.xml"/><Relationship Id="rId163" Type="http://schemas.openxmlformats.org/officeDocument/2006/relationships/image" Target="../media/image214.png"/><Relationship Id="rId3" Type="http://schemas.openxmlformats.org/officeDocument/2006/relationships/image" Target="../media/image134.png"/><Relationship Id="rId25" Type="http://schemas.openxmlformats.org/officeDocument/2006/relationships/image" Target="../media/image145.png"/><Relationship Id="rId46" Type="http://schemas.openxmlformats.org/officeDocument/2006/relationships/customXml" Target="../ink/ink143.xml"/><Relationship Id="rId67" Type="http://schemas.openxmlformats.org/officeDocument/2006/relationships/image" Target="../media/image166.png"/><Relationship Id="rId116" Type="http://schemas.openxmlformats.org/officeDocument/2006/relationships/customXml" Target="../ink/ink178.xml"/><Relationship Id="rId137" Type="http://schemas.openxmlformats.org/officeDocument/2006/relationships/image" Target="../media/image201.png"/><Relationship Id="rId158" Type="http://schemas.openxmlformats.org/officeDocument/2006/relationships/customXml" Target="../ink/ink199.xml"/><Relationship Id="rId20" Type="http://schemas.openxmlformats.org/officeDocument/2006/relationships/customXml" Target="../ink/ink130.xml"/><Relationship Id="rId41" Type="http://schemas.openxmlformats.org/officeDocument/2006/relationships/image" Target="../media/image153.png"/><Relationship Id="rId62" Type="http://schemas.openxmlformats.org/officeDocument/2006/relationships/customXml" Target="../ink/ink151.xml"/><Relationship Id="rId83" Type="http://schemas.openxmlformats.org/officeDocument/2006/relationships/image" Target="../media/image174.png"/><Relationship Id="rId88" Type="http://schemas.openxmlformats.org/officeDocument/2006/relationships/customXml" Target="../ink/ink164.xml"/><Relationship Id="rId111" Type="http://schemas.openxmlformats.org/officeDocument/2006/relationships/image" Target="../media/image188.png"/><Relationship Id="rId132" Type="http://schemas.openxmlformats.org/officeDocument/2006/relationships/customXml" Target="../ink/ink186.xml"/><Relationship Id="rId153" Type="http://schemas.openxmlformats.org/officeDocument/2006/relationships/image" Target="../media/image209.png"/><Relationship Id="rId15" Type="http://schemas.openxmlformats.org/officeDocument/2006/relationships/image" Target="../media/image140.png"/><Relationship Id="rId36" Type="http://schemas.openxmlformats.org/officeDocument/2006/relationships/customXml" Target="../ink/ink138.xml"/><Relationship Id="rId57" Type="http://schemas.openxmlformats.org/officeDocument/2006/relationships/image" Target="../media/image161.png"/><Relationship Id="rId106" Type="http://schemas.openxmlformats.org/officeDocument/2006/relationships/customXml" Target="../ink/ink173.xml"/><Relationship Id="rId127" Type="http://schemas.openxmlformats.org/officeDocument/2006/relationships/image" Target="../media/image196.png"/><Relationship Id="rId10" Type="http://schemas.openxmlformats.org/officeDocument/2006/relationships/customXml" Target="../ink/ink125.xml"/><Relationship Id="rId31" Type="http://schemas.openxmlformats.org/officeDocument/2006/relationships/image" Target="../media/image148.png"/><Relationship Id="rId52" Type="http://schemas.openxmlformats.org/officeDocument/2006/relationships/customXml" Target="../ink/ink146.xml"/><Relationship Id="rId73" Type="http://schemas.openxmlformats.org/officeDocument/2006/relationships/image" Target="../media/image169.png"/><Relationship Id="rId78" Type="http://schemas.openxmlformats.org/officeDocument/2006/relationships/customXml" Target="../ink/ink159.xml"/><Relationship Id="rId94" Type="http://schemas.openxmlformats.org/officeDocument/2006/relationships/customXml" Target="../ink/ink167.xml"/><Relationship Id="rId99" Type="http://schemas.openxmlformats.org/officeDocument/2006/relationships/image" Target="../media/image182.png"/><Relationship Id="rId101" Type="http://schemas.openxmlformats.org/officeDocument/2006/relationships/image" Target="../media/image183.png"/><Relationship Id="rId122" Type="http://schemas.openxmlformats.org/officeDocument/2006/relationships/customXml" Target="../ink/ink181.xml"/><Relationship Id="rId143" Type="http://schemas.openxmlformats.org/officeDocument/2006/relationships/image" Target="../media/image204.png"/><Relationship Id="rId148" Type="http://schemas.openxmlformats.org/officeDocument/2006/relationships/customXml" Target="../ink/ink194.xml"/><Relationship Id="rId164" Type="http://schemas.openxmlformats.org/officeDocument/2006/relationships/customXml" Target="../ink/ink202.xml"/><Relationship Id="rId4" Type="http://schemas.openxmlformats.org/officeDocument/2006/relationships/customXml" Target="../ink/ink122.xml"/><Relationship Id="rId9" Type="http://schemas.openxmlformats.org/officeDocument/2006/relationships/image" Target="../media/image137.png"/><Relationship Id="rId26" Type="http://schemas.openxmlformats.org/officeDocument/2006/relationships/customXml" Target="../ink/ink133.xml"/><Relationship Id="rId47" Type="http://schemas.openxmlformats.org/officeDocument/2006/relationships/image" Target="../media/image156.png"/><Relationship Id="rId68" Type="http://schemas.openxmlformats.org/officeDocument/2006/relationships/customXml" Target="../ink/ink154.xml"/><Relationship Id="rId89" Type="http://schemas.openxmlformats.org/officeDocument/2006/relationships/image" Target="../media/image177.png"/><Relationship Id="rId112" Type="http://schemas.openxmlformats.org/officeDocument/2006/relationships/customXml" Target="../ink/ink176.xml"/><Relationship Id="rId133" Type="http://schemas.openxmlformats.org/officeDocument/2006/relationships/image" Target="../media/image199.png"/><Relationship Id="rId154" Type="http://schemas.openxmlformats.org/officeDocument/2006/relationships/customXml" Target="../ink/ink197.xml"/><Relationship Id="rId16" Type="http://schemas.openxmlformats.org/officeDocument/2006/relationships/customXml" Target="../ink/ink128.xml"/><Relationship Id="rId37" Type="http://schemas.openxmlformats.org/officeDocument/2006/relationships/image" Target="../media/image151.png"/><Relationship Id="rId58" Type="http://schemas.openxmlformats.org/officeDocument/2006/relationships/customXml" Target="../ink/ink149.xml"/><Relationship Id="rId79" Type="http://schemas.openxmlformats.org/officeDocument/2006/relationships/image" Target="../media/image172.png"/><Relationship Id="rId102" Type="http://schemas.openxmlformats.org/officeDocument/2006/relationships/customXml" Target="../ink/ink171.xml"/><Relationship Id="rId123" Type="http://schemas.openxmlformats.org/officeDocument/2006/relationships/image" Target="../media/image194.png"/><Relationship Id="rId144" Type="http://schemas.openxmlformats.org/officeDocument/2006/relationships/customXml" Target="../ink/ink192.xml"/><Relationship Id="rId90" Type="http://schemas.openxmlformats.org/officeDocument/2006/relationships/customXml" Target="../ink/ink165.xml"/><Relationship Id="rId165" Type="http://schemas.openxmlformats.org/officeDocument/2006/relationships/image" Target="../media/image215.png"/><Relationship Id="rId27" Type="http://schemas.openxmlformats.org/officeDocument/2006/relationships/image" Target="../media/image146.png"/><Relationship Id="rId48" Type="http://schemas.openxmlformats.org/officeDocument/2006/relationships/customXml" Target="../ink/ink144.xml"/><Relationship Id="rId69" Type="http://schemas.openxmlformats.org/officeDocument/2006/relationships/image" Target="../media/image167.png"/><Relationship Id="rId113" Type="http://schemas.openxmlformats.org/officeDocument/2006/relationships/image" Target="../media/image189.png"/><Relationship Id="rId134" Type="http://schemas.openxmlformats.org/officeDocument/2006/relationships/customXml" Target="../ink/ink187.xml"/><Relationship Id="rId80" Type="http://schemas.openxmlformats.org/officeDocument/2006/relationships/customXml" Target="../ink/ink160.xml"/><Relationship Id="rId155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5.xml"/><Relationship Id="rId21" Type="http://schemas.openxmlformats.org/officeDocument/2006/relationships/image" Target="../media/image225.png"/><Relationship Id="rId42" Type="http://schemas.openxmlformats.org/officeDocument/2006/relationships/customXml" Target="../ink/ink223.xml"/><Relationship Id="rId47" Type="http://schemas.openxmlformats.org/officeDocument/2006/relationships/image" Target="../media/image238.png"/><Relationship Id="rId63" Type="http://schemas.openxmlformats.org/officeDocument/2006/relationships/image" Target="../media/image246.png"/><Relationship Id="rId68" Type="http://schemas.openxmlformats.org/officeDocument/2006/relationships/customXml" Target="../ink/ink236.xml"/><Relationship Id="rId84" Type="http://schemas.openxmlformats.org/officeDocument/2006/relationships/customXml" Target="../ink/ink244.xml"/><Relationship Id="rId89" Type="http://schemas.openxmlformats.org/officeDocument/2006/relationships/image" Target="../media/image259.png"/><Relationship Id="rId16" Type="http://schemas.openxmlformats.org/officeDocument/2006/relationships/customXml" Target="../ink/ink210.xml"/><Relationship Id="rId107" Type="http://schemas.openxmlformats.org/officeDocument/2006/relationships/image" Target="../media/image268.png"/><Relationship Id="rId11" Type="http://schemas.openxmlformats.org/officeDocument/2006/relationships/image" Target="../media/image220.png"/><Relationship Id="rId32" Type="http://schemas.openxmlformats.org/officeDocument/2006/relationships/customXml" Target="../ink/ink218.xml"/><Relationship Id="rId37" Type="http://schemas.openxmlformats.org/officeDocument/2006/relationships/image" Target="../media/image233.png"/><Relationship Id="rId53" Type="http://schemas.openxmlformats.org/officeDocument/2006/relationships/image" Target="../media/image241.png"/><Relationship Id="rId58" Type="http://schemas.openxmlformats.org/officeDocument/2006/relationships/customXml" Target="../ink/ink231.xml"/><Relationship Id="rId74" Type="http://schemas.openxmlformats.org/officeDocument/2006/relationships/customXml" Target="../ink/ink239.xml"/><Relationship Id="rId79" Type="http://schemas.openxmlformats.org/officeDocument/2006/relationships/image" Target="../media/image254.png"/><Relationship Id="rId102" Type="http://schemas.openxmlformats.org/officeDocument/2006/relationships/customXml" Target="../ink/ink253.xml"/><Relationship Id="rId5" Type="http://schemas.openxmlformats.org/officeDocument/2006/relationships/image" Target="../media/image217.png"/><Relationship Id="rId90" Type="http://schemas.openxmlformats.org/officeDocument/2006/relationships/customXml" Target="../ink/ink247.xml"/><Relationship Id="rId95" Type="http://schemas.openxmlformats.org/officeDocument/2006/relationships/image" Target="../media/image262.png"/><Relationship Id="rId22" Type="http://schemas.openxmlformats.org/officeDocument/2006/relationships/customXml" Target="../ink/ink213.xml"/><Relationship Id="rId27" Type="http://schemas.openxmlformats.org/officeDocument/2006/relationships/image" Target="../media/image228.png"/><Relationship Id="rId43" Type="http://schemas.openxmlformats.org/officeDocument/2006/relationships/image" Target="../media/image236.png"/><Relationship Id="rId48" Type="http://schemas.openxmlformats.org/officeDocument/2006/relationships/customXml" Target="../ink/ink226.xml"/><Relationship Id="rId64" Type="http://schemas.openxmlformats.org/officeDocument/2006/relationships/customXml" Target="../ink/ink234.xml"/><Relationship Id="rId69" Type="http://schemas.openxmlformats.org/officeDocument/2006/relationships/image" Target="../media/image249.png"/><Relationship Id="rId80" Type="http://schemas.openxmlformats.org/officeDocument/2006/relationships/customXml" Target="../ink/ink242.xml"/><Relationship Id="rId85" Type="http://schemas.openxmlformats.org/officeDocument/2006/relationships/image" Target="../media/image257.png"/><Relationship Id="rId12" Type="http://schemas.openxmlformats.org/officeDocument/2006/relationships/customXml" Target="../ink/ink208.xml"/><Relationship Id="rId17" Type="http://schemas.openxmlformats.org/officeDocument/2006/relationships/image" Target="../media/image223.png"/><Relationship Id="rId33" Type="http://schemas.openxmlformats.org/officeDocument/2006/relationships/image" Target="../media/image231.png"/><Relationship Id="rId38" Type="http://schemas.openxmlformats.org/officeDocument/2006/relationships/customXml" Target="../ink/ink221.xml"/><Relationship Id="rId59" Type="http://schemas.openxmlformats.org/officeDocument/2006/relationships/image" Target="../media/image244.png"/><Relationship Id="rId103" Type="http://schemas.openxmlformats.org/officeDocument/2006/relationships/image" Target="../media/image266.png"/><Relationship Id="rId20" Type="http://schemas.openxmlformats.org/officeDocument/2006/relationships/customXml" Target="../ink/ink212.xml"/><Relationship Id="rId41" Type="http://schemas.openxmlformats.org/officeDocument/2006/relationships/image" Target="../media/image235.png"/><Relationship Id="rId54" Type="http://schemas.openxmlformats.org/officeDocument/2006/relationships/customXml" Target="../ink/ink229.xml"/><Relationship Id="rId62" Type="http://schemas.openxmlformats.org/officeDocument/2006/relationships/customXml" Target="../ink/ink233.xml"/><Relationship Id="rId70" Type="http://schemas.openxmlformats.org/officeDocument/2006/relationships/customXml" Target="../ink/ink237.xml"/><Relationship Id="rId75" Type="http://schemas.openxmlformats.org/officeDocument/2006/relationships/image" Target="../media/image252.png"/><Relationship Id="rId83" Type="http://schemas.openxmlformats.org/officeDocument/2006/relationships/image" Target="../media/image256.png"/><Relationship Id="rId88" Type="http://schemas.openxmlformats.org/officeDocument/2006/relationships/customXml" Target="../ink/ink246.xml"/><Relationship Id="rId91" Type="http://schemas.openxmlformats.org/officeDocument/2006/relationships/image" Target="../media/image260.png"/><Relationship Id="rId96" Type="http://schemas.openxmlformats.org/officeDocument/2006/relationships/customXml" Target="../ink/ink250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205.xml"/><Relationship Id="rId15" Type="http://schemas.openxmlformats.org/officeDocument/2006/relationships/image" Target="../media/image222.png"/><Relationship Id="rId23" Type="http://schemas.openxmlformats.org/officeDocument/2006/relationships/image" Target="../media/image226.png"/><Relationship Id="rId28" Type="http://schemas.openxmlformats.org/officeDocument/2006/relationships/customXml" Target="../ink/ink216.xml"/><Relationship Id="rId36" Type="http://schemas.openxmlformats.org/officeDocument/2006/relationships/customXml" Target="../ink/ink220.xml"/><Relationship Id="rId49" Type="http://schemas.openxmlformats.org/officeDocument/2006/relationships/image" Target="../media/image239.png"/><Relationship Id="rId57" Type="http://schemas.openxmlformats.org/officeDocument/2006/relationships/image" Target="../media/image243.png"/><Relationship Id="rId106" Type="http://schemas.openxmlformats.org/officeDocument/2006/relationships/customXml" Target="../ink/ink255.xml"/><Relationship Id="rId10" Type="http://schemas.openxmlformats.org/officeDocument/2006/relationships/customXml" Target="../ink/ink207.xml"/><Relationship Id="rId31" Type="http://schemas.openxmlformats.org/officeDocument/2006/relationships/image" Target="../media/image230.png"/><Relationship Id="rId44" Type="http://schemas.openxmlformats.org/officeDocument/2006/relationships/customXml" Target="../ink/ink224.xml"/><Relationship Id="rId52" Type="http://schemas.openxmlformats.org/officeDocument/2006/relationships/customXml" Target="../ink/ink228.xml"/><Relationship Id="rId60" Type="http://schemas.openxmlformats.org/officeDocument/2006/relationships/customXml" Target="../ink/ink232.xml"/><Relationship Id="rId65" Type="http://schemas.openxmlformats.org/officeDocument/2006/relationships/image" Target="../media/image247.png"/><Relationship Id="rId73" Type="http://schemas.openxmlformats.org/officeDocument/2006/relationships/image" Target="../media/image251.png"/><Relationship Id="rId78" Type="http://schemas.openxmlformats.org/officeDocument/2006/relationships/customXml" Target="../ink/ink241.xml"/><Relationship Id="rId81" Type="http://schemas.openxmlformats.org/officeDocument/2006/relationships/image" Target="../media/image255.png"/><Relationship Id="rId86" Type="http://schemas.openxmlformats.org/officeDocument/2006/relationships/customXml" Target="../ink/ink245.xml"/><Relationship Id="rId94" Type="http://schemas.openxmlformats.org/officeDocument/2006/relationships/customXml" Target="../ink/ink249.xml"/><Relationship Id="rId99" Type="http://schemas.openxmlformats.org/officeDocument/2006/relationships/image" Target="../media/image264.png"/><Relationship Id="rId101" Type="http://schemas.openxmlformats.org/officeDocument/2006/relationships/image" Target="../media/image265.png"/><Relationship Id="rId4" Type="http://schemas.openxmlformats.org/officeDocument/2006/relationships/customXml" Target="../ink/ink204.xml"/><Relationship Id="rId9" Type="http://schemas.openxmlformats.org/officeDocument/2006/relationships/image" Target="../media/image219.png"/><Relationship Id="rId13" Type="http://schemas.openxmlformats.org/officeDocument/2006/relationships/image" Target="../media/image221.png"/><Relationship Id="rId18" Type="http://schemas.openxmlformats.org/officeDocument/2006/relationships/customXml" Target="../ink/ink211.xml"/><Relationship Id="rId39" Type="http://schemas.openxmlformats.org/officeDocument/2006/relationships/image" Target="../media/image234.png"/><Relationship Id="rId34" Type="http://schemas.openxmlformats.org/officeDocument/2006/relationships/customXml" Target="../ink/ink219.xml"/><Relationship Id="rId50" Type="http://schemas.openxmlformats.org/officeDocument/2006/relationships/customXml" Target="../ink/ink227.xml"/><Relationship Id="rId55" Type="http://schemas.openxmlformats.org/officeDocument/2006/relationships/image" Target="../media/image242.png"/><Relationship Id="rId76" Type="http://schemas.openxmlformats.org/officeDocument/2006/relationships/customXml" Target="../ink/ink240.xml"/><Relationship Id="rId97" Type="http://schemas.openxmlformats.org/officeDocument/2006/relationships/image" Target="../media/image263.png"/><Relationship Id="rId104" Type="http://schemas.openxmlformats.org/officeDocument/2006/relationships/customXml" Target="../ink/ink254.xml"/><Relationship Id="rId7" Type="http://schemas.openxmlformats.org/officeDocument/2006/relationships/image" Target="../media/image218.png"/><Relationship Id="rId71" Type="http://schemas.openxmlformats.org/officeDocument/2006/relationships/image" Target="../media/image250.png"/><Relationship Id="rId92" Type="http://schemas.openxmlformats.org/officeDocument/2006/relationships/customXml" Target="../ink/ink248.xml"/><Relationship Id="rId2" Type="http://schemas.openxmlformats.org/officeDocument/2006/relationships/customXml" Target="../ink/ink203.xml"/><Relationship Id="rId29" Type="http://schemas.openxmlformats.org/officeDocument/2006/relationships/image" Target="../media/image229.png"/><Relationship Id="rId24" Type="http://schemas.openxmlformats.org/officeDocument/2006/relationships/customXml" Target="../ink/ink214.xml"/><Relationship Id="rId40" Type="http://schemas.openxmlformats.org/officeDocument/2006/relationships/customXml" Target="../ink/ink222.xml"/><Relationship Id="rId45" Type="http://schemas.openxmlformats.org/officeDocument/2006/relationships/image" Target="../media/image237.png"/><Relationship Id="rId66" Type="http://schemas.openxmlformats.org/officeDocument/2006/relationships/customXml" Target="../ink/ink235.xml"/><Relationship Id="rId87" Type="http://schemas.openxmlformats.org/officeDocument/2006/relationships/image" Target="../media/image258.png"/><Relationship Id="rId61" Type="http://schemas.openxmlformats.org/officeDocument/2006/relationships/image" Target="../media/image245.png"/><Relationship Id="rId82" Type="http://schemas.openxmlformats.org/officeDocument/2006/relationships/customXml" Target="../ink/ink243.xml"/><Relationship Id="rId19" Type="http://schemas.openxmlformats.org/officeDocument/2006/relationships/image" Target="../media/image224.png"/><Relationship Id="rId14" Type="http://schemas.openxmlformats.org/officeDocument/2006/relationships/customXml" Target="../ink/ink209.xml"/><Relationship Id="rId30" Type="http://schemas.openxmlformats.org/officeDocument/2006/relationships/customXml" Target="../ink/ink217.xml"/><Relationship Id="rId35" Type="http://schemas.openxmlformats.org/officeDocument/2006/relationships/image" Target="../media/image232.png"/><Relationship Id="rId56" Type="http://schemas.openxmlformats.org/officeDocument/2006/relationships/customXml" Target="../ink/ink230.xml"/><Relationship Id="rId77" Type="http://schemas.openxmlformats.org/officeDocument/2006/relationships/image" Target="../media/image253.png"/><Relationship Id="rId100" Type="http://schemas.openxmlformats.org/officeDocument/2006/relationships/customXml" Target="../ink/ink252.xml"/><Relationship Id="rId105" Type="http://schemas.openxmlformats.org/officeDocument/2006/relationships/image" Target="../media/image267.png"/><Relationship Id="rId8" Type="http://schemas.openxmlformats.org/officeDocument/2006/relationships/customXml" Target="../ink/ink206.xml"/><Relationship Id="rId51" Type="http://schemas.openxmlformats.org/officeDocument/2006/relationships/image" Target="../media/image240.png"/><Relationship Id="rId72" Type="http://schemas.openxmlformats.org/officeDocument/2006/relationships/customXml" Target="../ink/ink238.xml"/><Relationship Id="rId93" Type="http://schemas.openxmlformats.org/officeDocument/2006/relationships/image" Target="../media/image261.png"/><Relationship Id="rId98" Type="http://schemas.openxmlformats.org/officeDocument/2006/relationships/customXml" Target="../ink/ink251.xml"/><Relationship Id="rId3" Type="http://schemas.openxmlformats.org/officeDocument/2006/relationships/image" Target="../media/image216.png"/><Relationship Id="rId25" Type="http://schemas.openxmlformats.org/officeDocument/2006/relationships/image" Target="../media/image227.png"/><Relationship Id="rId46" Type="http://schemas.openxmlformats.org/officeDocument/2006/relationships/customXml" Target="../ink/ink225.xml"/><Relationship Id="rId67" Type="http://schemas.openxmlformats.org/officeDocument/2006/relationships/image" Target="../media/image248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4.png"/><Relationship Id="rId18" Type="http://schemas.openxmlformats.org/officeDocument/2006/relationships/customXml" Target="../ink/ink264.xml"/><Relationship Id="rId26" Type="http://schemas.openxmlformats.org/officeDocument/2006/relationships/customXml" Target="../ink/ink268.xml"/><Relationship Id="rId39" Type="http://schemas.openxmlformats.org/officeDocument/2006/relationships/image" Target="../media/image287.png"/><Relationship Id="rId21" Type="http://schemas.openxmlformats.org/officeDocument/2006/relationships/image" Target="../media/image278.png"/><Relationship Id="rId34" Type="http://schemas.openxmlformats.org/officeDocument/2006/relationships/customXml" Target="../ink/ink272.xml"/><Relationship Id="rId7" Type="http://schemas.openxmlformats.org/officeDocument/2006/relationships/image" Target="../media/image271.png"/><Relationship Id="rId2" Type="http://schemas.openxmlformats.org/officeDocument/2006/relationships/customXml" Target="../ink/ink256.xml"/><Relationship Id="rId16" Type="http://schemas.openxmlformats.org/officeDocument/2006/relationships/customXml" Target="../ink/ink263.xml"/><Relationship Id="rId20" Type="http://schemas.openxmlformats.org/officeDocument/2006/relationships/customXml" Target="../ink/ink265.xml"/><Relationship Id="rId29" Type="http://schemas.openxmlformats.org/officeDocument/2006/relationships/image" Target="../media/image282.png"/><Relationship Id="rId41" Type="http://schemas.openxmlformats.org/officeDocument/2006/relationships/image" Target="../media/image288.png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258.xml"/><Relationship Id="rId11" Type="http://schemas.openxmlformats.org/officeDocument/2006/relationships/image" Target="../media/image273.png"/><Relationship Id="rId24" Type="http://schemas.openxmlformats.org/officeDocument/2006/relationships/customXml" Target="../ink/ink267.xml"/><Relationship Id="rId32" Type="http://schemas.openxmlformats.org/officeDocument/2006/relationships/customXml" Target="../ink/ink271.xml"/><Relationship Id="rId37" Type="http://schemas.openxmlformats.org/officeDocument/2006/relationships/image" Target="../media/image286.png"/><Relationship Id="rId40" Type="http://schemas.openxmlformats.org/officeDocument/2006/relationships/customXml" Target="../ink/ink275.xml"/><Relationship Id="rId5" Type="http://schemas.openxmlformats.org/officeDocument/2006/relationships/image" Target="../media/image270.png"/><Relationship Id="rId15" Type="http://schemas.openxmlformats.org/officeDocument/2006/relationships/image" Target="../media/image275.png"/><Relationship Id="rId23" Type="http://schemas.openxmlformats.org/officeDocument/2006/relationships/image" Target="../media/image279.png"/><Relationship Id="rId28" Type="http://schemas.openxmlformats.org/officeDocument/2006/relationships/customXml" Target="../ink/ink269.xml"/><Relationship Id="rId36" Type="http://schemas.openxmlformats.org/officeDocument/2006/relationships/customXml" Target="../ink/ink273.xml"/><Relationship Id="rId10" Type="http://schemas.openxmlformats.org/officeDocument/2006/relationships/customXml" Target="../ink/ink260.xml"/><Relationship Id="rId19" Type="http://schemas.openxmlformats.org/officeDocument/2006/relationships/image" Target="../media/image277.png"/><Relationship Id="rId31" Type="http://schemas.openxmlformats.org/officeDocument/2006/relationships/image" Target="../media/image283.png"/><Relationship Id="rId4" Type="http://schemas.openxmlformats.org/officeDocument/2006/relationships/customXml" Target="../ink/ink257.xml"/><Relationship Id="rId9" Type="http://schemas.openxmlformats.org/officeDocument/2006/relationships/image" Target="../media/image272.png"/><Relationship Id="rId14" Type="http://schemas.openxmlformats.org/officeDocument/2006/relationships/customXml" Target="../ink/ink262.xml"/><Relationship Id="rId22" Type="http://schemas.openxmlformats.org/officeDocument/2006/relationships/customXml" Target="../ink/ink266.xml"/><Relationship Id="rId27" Type="http://schemas.openxmlformats.org/officeDocument/2006/relationships/image" Target="../media/image281.png"/><Relationship Id="rId30" Type="http://schemas.openxmlformats.org/officeDocument/2006/relationships/customXml" Target="../ink/ink270.xml"/><Relationship Id="rId35" Type="http://schemas.openxmlformats.org/officeDocument/2006/relationships/image" Target="../media/image285.png"/><Relationship Id="rId8" Type="http://schemas.openxmlformats.org/officeDocument/2006/relationships/customXml" Target="../ink/ink259.xml"/><Relationship Id="rId3" Type="http://schemas.openxmlformats.org/officeDocument/2006/relationships/image" Target="../media/image269.png"/><Relationship Id="rId12" Type="http://schemas.openxmlformats.org/officeDocument/2006/relationships/customXml" Target="../ink/ink261.xml"/><Relationship Id="rId17" Type="http://schemas.openxmlformats.org/officeDocument/2006/relationships/image" Target="../media/image276.png"/><Relationship Id="rId25" Type="http://schemas.openxmlformats.org/officeDocument/2006/relationships/image" Target="../media/image280.png"/><Relationship Id="rId33" Type="http://schemas.openxmlformats.org/officeDocument/2006/relationships/image" Target="../media/image284.png"/><Relationship Id="rId38" Type="http://schemas.openxmlformats.org/officeDocument/2006/relationships/customXml" Target="../ink/ink27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88.xml"/><Relationship Id="rId21" Type="http://schemas.openxmlformats.org/officeDocument/2006/relationships/image" Target="../media/image296.png"/><Relationship Id="rId42" Type="http://schemas.openxmlformats.org/officeDocument/2006/relationships/customXml" Target="../ink/ink296.xml"/><Relationship Id="rId47" Type="http://schemas.openxmlformats.org/officeDocument/2006/relationships/image" Target="../media/image309.png"/><Relationship Id="rId63" Type="http://schemas.openxmlformats.org/officeDocument/2006/relationships/image" Target="../media/image317.png"/><Relationship Id="rId68" Type="http://schemas.openxmlformats.org/officeDocument/2006/relationships/customXml" Target="../ink/ink309.xml"/><Relationship Id="rId84" Type="http://schemas.openxmlformats.org/officeDocument/2006/relationships/customXml" Target="../ink/ink317.xml"/><Relationship Id="rId89" Type="http://schemas.openxmlformats.org/officeDocument/2006/relationships/image" Target="../media/image330.png"/><Relationship Id="rId16" Type="http://schemas.openxmlformats.org/officeDocument/2006/relationships/customXml" Target="../ink/ink283.xml"/><Relationship Id="rId107" Type="http://schemas.openxmlformats.org/officeDocument/2006/relationships/image" Target="../media/image339.png"/><Relationship Id="rId11" Type="http://schemas.openxmlformats.org/officeDocument/2006/relationships/image" Target="../media/image291.png"/><Relationship Id="rId32" Type="http://schemas.openxmlformats.org/officeDocument/2006/relationships/customXml" Target="../ink/ink291.xml"/><Relationship Id="rId37" Type="http://schemas.openxmlformats.org/officeDocument/2006/relationships/image" Target="../media/image304.png"/><Relationship Id="rId53" Type="http://schemas.openxmlformats.org/officeDocument/2006/relationships/image" Target="../media/image312.png"/><Relationship Id="rId58" Type="http://schemas.openxmlformats.org/officeDocument/2006/relationships/customXml" Target="../ink/ink304.xml"/><Relationship Id="rId74" Type="http://schemas.openxmlformats.org/officeDocument/2006/relationships/customXml" Target="../ink/ink312.xml"/><Relationship Id="rId79" Type="http://schemas.openxmlformats.org/officeDocument/2006/relationships/image" Target="../media/image325.png"/><Relationship Id="rId102" Type="http://schemas.openxmlformats.org/officeDocument/2006/relationships/customXml" Target="../ink/ink326.xml"/><Relationship Id="rId5" Type="http://schemas.openxmlformats.org/officeDocument/2006/relationships/image" Target="../media/image133.png"/><Relationship Id="rId90" Type="http://schemas.openxmlformats.org/officeDocument/2006/relationships/customXml" Target="../ink/ink320.xml"/><Relationship Id="rId95" Type="http://schemas.openxmlformats.org/officeDocument/2006/relationships/image" Target="../media/image333.png"/><Relationship Id="rId22" Type="http://schemas.openxmlformats.org/officeDocument/2006/relationships/customXml" Target="../ink/ink286.xml"/><Relationship Id="rId27" Type="http://schemas.openxmlformats.org/officeDocument/2006/relationships/image" Target="../media/image299.png"/><Relationship Id="rId43" Type="http://schemas.openxmlformats.org/officeDocument/2006/relationships/image" Target="../media/image307.png"/><Relationship Id="rId48" Type="http://schemas.openxmlformats.org/officeDocument/2006/relationships/customXml" Target="../ink/ink299.xml"/><Relationship Id="rId64" Type="http://schemas.openxmlformats.org/officeDocument/2006/relationships/customXml" Target="../ink/ink307.xml"/><Relationship Id="rId69" Type="http://schemas.openxmlformats.org/officeDocument/2006/relationships/image" Target="../media/image320.png"/><Relationship Id="rId80" Type="http://schemas.openxmlformats.org/officeDocument/2006/relationships/customXml" Target="../ink/ink315.xml"/><Relationship Id="rId85" Type="http://schemas.openxmlformats.org/officeDocument/2006/relationships/image" Target="../media/image328.png"/><Relationship Id="rId12" Type="http://schemas.openxmlformats.org/officeDocument/2006/relationships/customXml" Target="../ink/ink281.xml"/><Relationship Id="rId17" Type="http://schemas.openxmlformats.org/officeDocument/2006/relationships/image" Target="../media/image294.png"/><Relationship Id="rId33" Type="http://schemas.openxmlformats.org/officeDocument/2006/relationships/image" Target="../media/image302.png"/><Relationship Id="rId38" Type="http://schemas.openxmlformats.org/officeDocument/2006/relationships/customXml" Target="../ink/ink294.xml"/><Relationship Id="rId59" Type="http://schemas.openxmlformats.org/officeDocument/2006/relationships/image" Target="../media/image315.png"/><Relationship Id="rId103" Type="http://schemas.openxmlformats.org/officeDocument/2006/relationships/image" Target="../media/image337.png"/><Relationship Id="rId20" Type="http://schemas.openxmlformats.org/officeDocument/2006/relationships/customXml" Target="../ink/ink285.xml"/><Relationship Id="rId41" Type="http://schemas.openxmlformats.org/officeDocument/2006/relationships/image" Target="../media/image306.png"/><Relationship Id="rId54" Type="http://schemas.openxmlformats.org/officeDocument/2006/relationships/customXml" Target="../ink/ink302.xml"/><Relationship Id="rId62" Type="http://schemas.openxmlformats.org/officeDocument/2006/relationships/customXml" Target="../ink/ink306.xml"/><Relationship Id="rId70" Type="http://schemas.openxmlformats.org/officeDocument/2006/relationships/customXml" Target="../ink/ink310.xml"/><Relationship Id="rId75" Type="http://schemas.openxmlformats.org/officeDocument/2006/relationships/image" Target="../media/image323.png"/><Relationship Id="rId83" Type="http://schemas.openxmlformats.org/officeDocument/2006/relationships/image" Target="../media/image327.png"/><Relationship Id="rId88" Type="http://schemas.openxmlformats.org/officeDocument/2006/relationships/customXml" Target="../ink/ink319.xml"/><Relationship Id="rId91" Type="http://schemas.openxmlformats.org/officeDocument/2006/relationships/image" Target="../media/image331.png"/><Relationship Id="rId96" Type="http://schemas.openxmlformats.org/officeDocument/2006/relationships/customXml" Target="../ink/ink323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278.xml"/><Relationship Id="rId15" Type="http://schemas.openxmlformats.org/officeDocument/2006/relationships/image" Target="../media/image293.png"/><Relationship Id="rId23" Type="http://schemas.openxmlformats.org/officeDocument/2006/relationships/image" Target="../media/image297.png"/><Relationship Id="rId28" Type="http://schemas.openxmlformats.org/officeDocument/2006/relationships/customXml" Target="../ink/ink289.xml"/><Relationship Id="rId36" Type="http://schemas.openxmlformats.org/officeDocument/2006/relationships/customXml" Target="../ink/ink293.xml"/><Relationship Id="rId49" Type="http://schemas.openxmlformats.org/officeDocument/2006/relationships/image" Target="../media/image310.png"/><Relationship Id="rId57" Type="http://schemas.openxmlformats.org/officeDocument/2006/relationships/image" Target="../media/image314.png"/><Relationship Id="rId106" Type="http://schemas.openxmlformats.org/officeDocument/2006/relationships/customXml" Target="../ink/ink328.xml"/><Relationship Id="rId10" Type="http://schemas.openxmlformats.org/officeDocument/2006/relationships/customXml" Target="../ink/ink280.xml"/><Relationship Id="rId31" Type="http://schemas.openxmlformats.org/officeDocument/2006/relationships/image" Target="../media/image301.png"/><Relationship Id="rId44" Type="http://schemas.openxmlformats.org/officeDocument/2006/relationships/customXml" Target="../ink/ink297.xml"/><Relationship Id="rId52" Type="http://schemas.openxmlformats.org/officeDocument/2006/relationships/customXml" Target="../ink/ink301.xml"/><Relationship Id="rId60" Type="http://schemas.openxmlformats.org/officeDocument/2006/relationships/customXml" Target="../ink/ink305.xml"/><Relationship Id="rId65" Type="http://schemas.openxmlformats.org/officeDocument/2006/relationships/image" Target="../media/image318.png"/><Relationship Id="rId73" Type="http://schemas.openxmlformats.org/officeDocument/2006/relationships/image" Target="../media/image322.png"/><Relationship Id="rId78" Type="http://schemas.openxmlformats.org/officeDocument/2006/relationships/customXml" Target="../ink/ink314.xml"/><Relationship Id="rId81" Type="http://schemas.openxmlformats.org/officeDocument/2006/relationships/image" Target="../media/image326.png"/><Relationship Id="rId86" Type="http://schemas.openxmlformats.org/officeDocument/2006/relationships/customXml" Target="../ink/ink318.xml"/><Relationship Id="rId94" Type="http://schemas.openxmlformats.org/officeDocument/2006/relationships/customXml" Target="../ink/ink322.xml"/><Relationship Id="rId99" Type="http://schemas.openxmlformats.org/officeDocument/2006/relationships/image" Target="../media/image335.png"/><Relationship Id="rId101" Type="http://schemas.openxmlformats.org/officeDocument/2006/relationships/image" Target="../media/image336.png"/><Relationship Id="rId4" Type="http://schemas.openxmlformats.org/officeDocument/2006/relationships/customXml" Target="../ink/ink277.xml"/><Relationship Id="rId9" Type="http://schemas.openxmlformats.org/officeDocument/2006/relationships/image" Target="../media/image290.png"/><Relationship Id="rId13" Type="http://schemas.openxmlformats.org/officeDocument/2006/relationships/image" Target="../media/image292.png"/><Relationship Id="rId18" Type="http://schemas.openxmlformats.org/officeDocument/2006/relationships/customXml" Target="../ink/ink284.xml"/><Relationship Id="rId39" Type="http://schemas.openxmlformats.org/officeDocument/2006/relationships/image" Target="../media/image305.png"/><Relationship Id="rId34" Type="http://schemas.openxmlformats.org/officeDocument/2006/relationships/customXml" Target="../ink/ink292.xml"/><Relationship Id="rId50" Type="http://schemas.openxmlformats.org/officeDocument/2006/relationships/customXml" Target="../ink/ink300.xml"/><Relationship Id="rId55" Type="http://schemas.openxmlformats.org/officeDocument/2006/relationships/image" Target="../media/image313.png"/><Relationship Id="rId76" Type="http://schemas.openxmlformats.org/officeDocument/2006/relationships/customXml" Target="../ink/ink313.xml"/><Relationship Id="rId97" Type="http://schemas.openxmlformats.org/officeDocument/2006/relationships/image" Target="../media/image334.png"/><Relationship Id="rId104" Type="http://schemas.openxmlformats.org/officeDocument/2006/relationships/customXml" Target="../ink/ink327.xml"/><Relationship Id="rId7" Type="http://schemas.openxmlformats.org/officeDocument/2006/relationships/image" Target="../media/image289.png"/><Relationship Id="rId71" Type="http://schemas.openxmlformats.org/officeDocument/2006/relationships/image" Target="../media/image321.png"/><Relationship Id="rId92" Type="http://schemas.openxmlformats.org/officeDocument/2006/relationships/customXml" Target="../ink/ink321.xml"/><Relationship Id="rId2" Type="http://schemas.openxmlformats.org/officeDocument/2006/relationships/customXml" Target="../ink/ink276.xml"/><Relationship Id="rId29" Type="http://schemas.openxmlformats.org/officeDocument/2006/relationships/image" Target="../media/image300.png"/><Relationship Id="rId24" Type="http://schemas.openxmlformats.org/officeDocument/2006/relationships/customXml" Target="../ink/ink287.xml"/><Relationship Id="rId40" Type="http://schemas.openxmlformats.org/officeDocument/2006/relationships/customXml" Target="../ink/ink295.xml"/><Relationship Id="rId45" Type="http://schemas.openxmlformats.org/officeDocument/2006/relationships/image" Target="../media/image308.png"/><Relationship Id="rId66" Type="http://schemas.openxmlformats.org/officeDocument/2006/relationships/customXml" Target="../ink/ink308.xml"/><Relationship Id="rId87" Type="http://schemas.openxmlformats.org/officeDocument/2006/relationships/image" Target="../media/image329.png"/><Relationship Id="rId61" Type="http://schemas.openxmlformats.org/officeDocument/2006/relationships/image" Target="../media/image316.png"/><Relationship Id="rId82" Type="http://schemas.openxmlformats.org/officeDocument/2006/relationships/customXml" Target="../ink/ink316.xml"/><Relationship Id="rId19" Type="http://schemas.openxmlformats.org/officeDocument/2006/relationships/image" Target="../media/image295.png"/><Relationship Id="rId14" Type="http://schemas.openxmlformats.org/officeDocument/2006/relationships/customXml" Target="../ink/ink282.xml"/><Relationship Id="rId30" Type="http://schemas.openxmlformats.org/officeDocument/2006/relationships/customXml" Target="../ink/ink290.xml"/><Relationship Id="rId35" Type="http://schemas.openxmlformats.org/officeDocument/2006/relationships/image" Target="../media/image303.png"/><Relationship Id="rId56" Type="http://schemas.openxmlformats.org/officeDocument/2006/relationships/customXml" Target="../ink/ink303.xml"/><Relationship Id="rId77" Type="http://schemas.openxmlformats.org/officeDocument/2006/relationships/image" Target="../media/image324.png"/><Relationship Id="rId100" Type="http://schemas.openxmlformats.org/officeDocument/2006/relationships/customXml" Target="../ink/ink325.xml"/><Relationship Id="rId105" Type="http://schemas.openxmlformats.org/officeDocument/2006/relationships/image" Target="../media/image338.png"/><Relationship Id="rId8" Type="http://schemas.openxmlformats.org/officeDocument/2006/relationships/customXml" Target="../ink/ink279.xml"/><Relationship Id="rId51" Type="http://schemas.openxmlformats.org/officeDocument/2006/relationships/image" Target="../media/image311.png"/><Relationship Id="rId72" Type="http://schemas.openxmlformats.org/officeDocument/2006/relationships/customXml" Target="../ink/ink311.xml"/><Relationship Id="rId93" Type="http://schemas.openxmlformats.org/officeDocument/2006/relationships/image" Target="../media/image332.png"/><Relationship Id="rId98" Type="http://schemas.openxmlformats.org/officeDocument/2006/relationships/customXml" Target="../ink/ink324.xml"/><Relationship Id="rId3" Type="http://schemas.openxmlformats.org/officeDocument/2006/relationships/image" Target="../media/image87.png"/><Relationship Id="rId25" Type="http://schemas.openxmlformats.org/officeDocument/2006/relationships/image" Target="../media/image298.png"/><Relationship Id="rId46" Type="http://schemas.openxmlformats.org/officeDocument/2006/relationships/customXml" Target="../ink/ink298.xml"/><Relationship Id="rId67" Type="http://schemas.openxmlformats.org/officeDocument/2006/relationships/image" Target="../media/image319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97.png"/><Relationship Id="rId21" Type="http://schemas.openxmlformats.org/officeDocument/2006/relationships/image" Target="../media/image349.png"/><Relationship Id="rId42" Type="http://schemas.openxmlformats.org/officeDocument/2006/relationships/customXml" Target="../ink/ink349.xml"/><Relationship Id="rId63" Type="http://schemas.openxmlformats.org/officeDocument/2006/relationships/image" Target="../media/image370.png"/><Relationship Id="rId84" Type="http://schemas.openxmlformats.org/officeDocument/2006/relationships/customXml" Target="../ink/ink370.xml"/><Relationship Id="rId138" Type="http://schemas.openxmlformats.org/officeDocument/2006/relationships/customXml" Target="../ink/ink397.xml"/><Relationship Id="rId159" Type="http://schemas.openxmlformats.org/officeDocument/2006/relationships/image" Target="../media/image418.png"/><Relationship Id="rId170" Type="http://schemas.openxmlformats.org/officeDocument/2006/relationships/customXml" Target="../ink/ink413.xml"/><Relationship Id="rId191" Type="http://schemas.openxmlformats.org/officeDocument/2006/relationships/image" Target="../media/image434.png"/><Relationship Id="rId107" Type="http://schemas.openxmlformats.org/officeDocument/2006/relationships/image" Target="../media/image392.png"/><Relationship Id="rId11" Type="http://schemas.openxmlformats.org/officeDocument/2006/relationships/image" Target="../media/image344.png"/><Relationship Id="rId32" Type="http://schemas.openxmlformats.org/officeDocument/2006/relationships/customXml" Target="../ink/ink344.xml"/><Relationship Id="rId53" Type="http://schemas.openxmlformats.org/officeDocument/2006/relationships/image" Target="../media/image365.png"/><Relationship Id="rId74" Type="http://schemas.openxmlformats.org/officeDocument/2006/relationships/customXml" Target="../ink/ink365.xml"/><Relationship Id="rId128" Type="http://schemas.openxmlformats.org/officeDocument/2006/relationships/customXml" Target="../ink/ink392.xml"/><Relationship Id="rId149" Type="http://schemas.openxmlformats.org/officeDocument/2006/relationships/image" Target="../media/image413.png"/><Relationship Id="rId5" Type="http://schemas.openxmlformats.org/officeDocument/2006/relationships/image" Target="../media/image341.png"/><Relationship Id="rId95" Type="http://schemas.openxmlformats.org/officeDocument/2006/relationships/image" Target="../media/image386.png"/><Relationship Id="rId160" Type="http://schemas.openxmlformats.org/officeDocument/2006/relationships/customXml" Target="../ink/ink408.xml"/><Relationship Id="rId181" Type="http://schemas.openxmlformats.org/officeDocument/2006/relationships/image" Target="../media/image429.png"/><Relationship Id="rId22" Type="http://schemas.openxmlformats.org/officeDocument/2006/relationships/customXml" Target="../ink/ink339.xml"/><Relationship Id="rId43" Type="http://schemas.openxmlformats.org/officeDocument/2006/relationships/image" Target="../media/image360.png"/><Relationship Id="rId64" Type="http://schemas.openxmlformats.org/officeDocument/2006/relationships/customXml" Target="../ink/ink360.xml"/><Relationship Id="rId118" Type="http://schemas.openxmlformats.org/officeDocument/2006/relationships/customXml" Target="../ink/ink387.xml"/><Relationship Id="rId139" Type="http://schemas.openxmlformats.org/officeDocument/2006/relationships/image" Target="../media/image408.png"/><Relationship Id="rId85" Type="http://schemas.openxmlformats.org/officeDocument/2006/relationships/image" Target="../media/image381.png"/><Relationship Id="rId150" Type="http://schemas.openxmlformats.org/officeDocument/2006/relationships/customXml" Target="../ink/ink403.xml"/><Relationship Id="rId171" Type="http://schemas.openxmlformats.org/officeDocument/2006/relationships/image" Target="../media/image424.png"/><Relationship Id="rId12" Type="http://schemas.openxmlformats.org/officeDocument/2006/relationships/customXml" Target="../ink/ink334.xml"/><Relationship Id="rId33" Type="http://schemas.openxmlformats.org/officeDocument/2006/relationships/image" Target="../media/image355.png"/><Relationship Id="rId108" Type="http://schemas.openxmlformats.org/officeDocument/2006/relationships/customXml" Target="../ink/ink382.xml"/><Relationship Id="rId129" Type="http://schemas.openxmlformats.org/officeDocument/2006/relationships/image" Target="../media/image403.png"/><Relationship Id="rId54" Type="http://schemas.openxmlformats.org/officeDocument/2006/relationships/customXml" Target="../ink/ink355.xml"/><Relationship Id="rId75" Type="http://schemas.openxmlformats.org/officeDocument/2006/relationships/image" Target="../media/image376.png"/><Relationship Id="rId96" Type="http://schemas.openxmlformats.org/officeDocument/2006/relationships/customXml" Target="../ink/ink376.xml"/><Relationship Id="rId140" Type="http://schemas.openxmlformats.org/officeDocument/2006/relationships/customXml" Target="../ink/ink398.xml"/><Relationship Id="rId161" Type="http://schemas.openxmlformats.org/officeDocument/2006/relationships/image" Target="../media/image419.png"/><Relationship Id="rId182" Type="http://schemas.openxmlformats.org/officeDocument/2006/relationships/customXml" Target="../ink/ink419.xml"/><Relationship Id="rId6" Type="http://schemas.openxmlformats.org/officeDocument/2006/relationships/customXml" Target="../ink/ink331.xml"/><Relationship Id="rId23" Type="http://schemas.openxmlformats.org/officeDocument/2006/relationships/image" Target="../media/image350.png"/><Relationship Id="rId119" Type="http://schemas.openxmlformats.org/officeDocument/2006/relationships/image" Target="../media/image398.png"/><Relationship Id="rId44" Type="http://schemas.openxmlformats.org/officeDocument/2006/relationships/customXml" Target="../ink/ink350.xml"/><Relationship Id="rId65" Type="http://schemas.openxmlformats.org/officeDocument/2006/relationships/image" Target="../media/image371.png"/><Relationship Id="rId86" Type="http://schemas.openxmlformats.org/officeDocument/2006/relationships/customXml" Target="../ink/ink371.xml"/><Relationship Id="rId130" Type="http://schemas.openxmlformats.org/officeDocument/2006/relationships/customXml" Target="../ink/ink393.xml"/><Relationship Id="rId151" Type="http://schemas.openxmlformats.org/officeDocument/2006/relationships/image" Target="../media/image414.png"/><Relationship Id="rId172" Type="http://schemas.openxmlformats.org/officeDocument/2006/relationships/customXml" Target="../ink/ink414.xml"/><Relationship Id="rId13" Type="http://schemas.openxmlformats.org/officeDocument/2006/relationships/image" Target="../media/image345.png"/><Relationship Id="rId18" Type="http://schemas.openxmlformats.org/officeDocument/2006/relationships/customXml" Target="../ink/ink337.xml"/><Relationship Id="rId39" Type="http://schemas.openxmlformats.org/officeDocument/2006/relationships/image" Target="../media/image358.png"/><Relationship Id="rId109" Type="http://schemas.openxmlformats.org/officeDocument/2006/relationships/image" Target="../media/image393.png"/><Relationship Id="rId34" Type="http://schemas.openxmlformats.org/officeDocument/2006/relationships/customXml" Target="../ink/ink345.xml"/><Relationship Id="rId50" Type="http://schemas.openxmlformats.org/officeDocument/2006/relationships/customXml" Target="../ink/ink353.xml"/><Relationship Id="rId55" Type="http://schemas.openxmlformats.org/officeDocument/2006/relationships/image" Target="../media/image366.png"/><Relationship Id="rId76" Type="http://schemas.openxmlformats.org/officeDocument/2006/relationships/customXml" Target="../ink/ink366.xml"/><Relationship Id="rId97" Type="http://schemas.openxmlformats.org/officeDocument/2006/relationships/image" Target="../media/image387.png"/><Relationship Id="rId104" Type="http://schemas.openxmlformats.org/officeDocument/2006/relationships/customXml" Target="../ink/ink380.xml"/><Relationship Id="rId120" Type="http://schemas.openxmlformats.org/officeDocument/2006/relationships/customXml" Target="../ink/ink388.xml"/><Relationship Id="rId125" Type="http://schemas.openxmlformats.org/officeDocument/2006/relationships/image" Target="../media/image401.png"/><Relationship Id="rId141" Type="http://schemas.openxmlformats.org/officeDocument/2006/relationships/image" Target="../media/image409.png"/><Relationship Id="rId146" Type="http://schemas.openxmlformats.org/officeDocument/2006/relationships/customXml" Target="../ink/ink401.xml"/><Relationship Id="rId167" Type="http://schemas.openxmlformats.org/officeDocument/2006/relationships/image" Target="../media/image422.png"/><Relationship Id="rId188" Type="http://schemas.openxmlformats.org/officeDocument/2006/relationships/customXml" Target="../ink/ink422.xml"/><Relationship Id="rId7" Type="http://schemas.openxmlformats.org/officeDocument/2006/relationships/image" Target="../media/image342.png"/><Relationship Id="rId71" Type="http://schemas.openxmlformats.org/officeDocument/2006/relationships/image" Target="../media/image374.png"/><Relationship Id="rId92" Type="http://schemas.openxmlformats.org/officeDocument/2006/relationships/customXml" Target="../ink/ink374.xml"/><Relationship Id="rId162" Type="http://schemas.openxmlformats.org/officeDocument/2006/relationships/customXml" Target="../ink/ink409.xml"/><Relationship Id="rId183" Type="http://schemas.openxmlformats.org/officeDocument/2006/relationships/image" Target="../media/image430.png"/><Relationship Id="rId2" Type="http://schemas.openxmlformats.org/officeDocument/2006/relationships/customXml" Target="../ink/ink329.xml"/><Relationship Id="rId29" Type="http://schemas.openxmlformats.org/officeDocument/2006/relationships/image" Target="../media/image353.png"/><Relationship Id="rId24" Type="http://schemas.openxmlformats.org/officeDocument/2006/relationships/customXml" Target="../ink/ink340.xml"/><Relationship Id="rId40" Type="http://schemas.openxmlformats.org/officeDocument/2006/relationships/customXml" Target="../ink/ink348.xml"/><Relationship Id="rId45" Type="http://schemas.openxmlformats.org/officeDocument/2006/relationships/image" Target="../media/image361.png"/><Relationship Id="rId66" Type="http://schemas.openxmlformats.org/officeDocument/2006/relationships/customXml" Target="../ink/ink361.xml"/><Relationship Id="rId87" Type="http://schemas.openxmlformats.org/officeDocument/2006/relationships/image" Target="../media/image382.png"/><Relationship Id="rId110" Type="http://schemas.openxmlformats.org/officeDocument/2006/relationships/customXml" Target="../ink/ink383.xml"/><Relationship Id="rId115" Type="http://schemas.openxmlformats.org/officeDocument/2006/relationships/image" Target="../media/image396.png"/><Relationship Id="rId131" Type="http://schemas.openxmlformats.org/officeDocument/2006/relationships/image" Target="../media/image404.png"/><Relationship Id="rId136" Type="http://schemas.openxmlformats.org/officeDocument/2006/relationships/customXml" Target="../ink/ink396.xml"/><Relationship Id="rId157" Type="http://schemas.openxmlformats.org/officeDocument/2006/relationships/image" Target="../media/image417.png"/><Relationship Id="rId178" Type="http://schemas.openxmlformats.org/officeDocument/2006/relationships/customXml" Target="../ink/ink417.xml"/><Relationship Id="rId61" Type="http://schemas.openxmlformats.org/officeDocument/2006/relationships/image" Target="../media/image369.png"/><Relationship Id="rId82" Type="http://schemas.openxmlformats.org/officeDocument/2006/relationships/customXml" Target="../ink/ink369.xml"/><Relationship Id="rId152" Type="http://schemas.openxmlformats.org/officeDocument/2006/relationships/customXml" Target="../ink/ink404.xml"/><Relationship Id="rId173" Type="http://schemas.openxmlformats.org/officeDocument/2006/relationships/image" Target="../media/image425.png"/><Relationship Id="rId19" Type="http://schemas.openxmlformats.org/officeDocument/2006/relationships/image" Target="../media/image348.png"/><Relationship Id="rId14" Type="http://schemas.openxmlformats.org/officeDocument/2006/relationships/customXml" Target="../ink/ink335.xml"/><Relationship Id="rId30" Type="http://schemas.openxmlformats.org/officeDocument/2006/relationships/customXml" Target="../ink/ink343.xml"/><Relationship Id="rId35" Type="http://schemas.openxmlformats.org/officeDocument/2006/relationships/image" Target="../media/image356.png"/><Relationship Id="rId56" Type="http://schemas.openxmlformats.org/officeDocument/2006/relationships/customXml" Target="../ink/ink356.xml"/><Relationship Id="rId77" Type="http://schemas.openxmlformats.org/officeDocument/2006/relationships/image" Target="../media/image377.png"/><Relationship Id="rId100" Type="http://schemas.openxmlformats.org/officeDocument/2006/relationships/customXml" Target="../ink/ink378.xml"/><Relationship Id="rId105" Type="http://schemas.openxmlformats.org/officeDocument/2006/relationships/image" Target="../media/image391.png"/><Relationship Id="rId126" Type="http://schemas.openxmlformats.org/officeDocument/2006/relationships/customXml" Target="../ink/ink391.xml"/><Relationship Id="rId147" Type="http://schemas.openxmlformats.org/officeDocument/2006/relationships/image" Target="../media/image412.png"/><Relationship Id="rId168" Type="http://schemas.openxmlformats.org/officeDocument/2006/relationships/customXml" Target="../ink/ink412.xml"/><Relationship Id="rId8" Type="http://schemas.openxmlformats.org/officeDocument/2006/relationships/customXml" Target="../ink/ink332.xml"/><Relationship Id="rId51" Type="http://schemas.openxmlformats.org/officeDocument/2006/relationships/image" Target="../media/image364.png"/><Relationship Id="rId72" Type="http://schemas.openxmlformats.org/officeDocument/2006/relationships/customXml" Target="../ink/ink364.xml"/><Relationship Id="rId93" Type="http://schemas.openxmlformats.org/officeDocument/2006/relationships/image" Target="../media/image385.png"/><Relationship Id="rId98" Type="http://schemas.openxmlformats.org/officeDocument/2006/relationships/customXml" Target="../ink/ink377.xml"/><Relationship Id="rId121" Type="http://schemas.openxmlformats.org/officeDocument/2006/relationships/image" Target="../media/image399.png"/><Relationship Id="rId142" Type="http://schemas.openxmlformats.org/officeDocument/2006/relationships/customXml" Target="../ink/ink399.xml"/><Relationship Id="rId163" Type="http://schemas.openxmlformats.org/officeDocument/2006/relationships/image" Target="../media/image420.png"/><Relationship Id="rId184" Type="http://schemas.openxmlformats.org/officeDocument/2006/relationships/customXml" Target="../ink/ink420.xml"/><Relationship Id="rId189" Type="http://schemas.openxmlformats.org/officeDocument/2006/relationships/image" Target="../media/image433.png"/><Relationship Id="rId3" Type="http://schemas.openxmlformats.org/officeDocument/2006/relationships/image" Target="../media/image340.png"/><Relationship Id="rId25" Type="http://schemas.openxmlformats.org/officeDocument/2006/relationships/image" Target="../media/image351.png"/><Relationship Id="rId46" Type="http://schemas.openxmlformats.org/officeDocument/2006/relationships/customXml" Target="../ink/ink351.xml"/><Relationship Id="rId67" Type="http://schemas.openxmlformats.org/officeDocument/2006/relationships/image" Target="../media/image372.png"/><Relationship Id="rId116" Type="http://schemas.openxmlformats.org/officeDocument/2006/relationships/customXml" Target="../ink/ink386.xml"/><Relationship Id="rId137" Type="http://schemas.openxmlformats.org/officeDocument/2006/relationships/image" Target="../media/image407.png"/><Relationship Id="rId158" Type="http://schemas.openxmlformats.org/officeDocument/2006/relationships/customXml" Target="../ink/ink407.xml"/><Relationship Id="rId20" Type="http://schemas.openxmlformats.org/officeDocument/2006/relationships/customXml" Target="../ink/ink338.xml"/><Relationship Id="rId41" Type="http://schemas.openxmlformats.org/officeDocument/2006/relationships/image" Target="../media/image359.png"/><Relationship Id="rId62" Type="http://schemas.openxmlformats.org/officeDocument/2006/relationships/customXml" Target="../ink/ink359.xml"/><Relationship Id="rId83" Type="http://schemas.openxmlformats.org/officeDocument/2006/relationships/image" Target="../media/image380.png"/><Relationship Id="rId88" Type="http://schemas.openxmlformats.org/officeDocument/2006/relationships/customXml" Target="../ink/ink372.xml"/><Relationship Id="rId111" Type="http://schemas.openxmlformats.org/officeDocument/2006/relationships/image" Target="../media/image394.png"/><Relationship Id="rId132" Type="http://schemas.openxmlformats.org/officeDocument/2006/relationships/customXml" Target="../ink/ink394.xml"/><Relationship Id="rId153" Type="http://schemas.openxmlformats.org/officeDocument/2006/relationships/image" Target="../media/image415.png"/><Relationship Id="rId174" Type="http://schemas.openxmlformats.org/officeDocument/2006/relationships/customXml" Target="../ink/ink415.xml"/><Relationship Id="rId179" Type="http://schemas.openxmlformats.org/officeDocument/2006/relationships/image" Target="../media/image428.png"/><Relationship Id="rId190" Type="http://schemas.openxmlformats.org/officeDocument/2006/relationships/customXml" Target="../ink/ink423.xml"/><Relationship Id="rId15" Type="http://schemas.openxmlformats.org/officeDocument/2006/relationships/image" Target="../media/image346.png"/><Relationship Id="rId36" Type="http://schemas.openxmlformats.org/officeDocument/2006/relationships/customXml" Target="../ink/ink346.xml"/><Relationship Id="rId57" Type="http://schemas.openxmlformats.org/officeDocument/2006/relationships/image" Target="../media/image367.png"/><Relationship Id="rId106" Type="http://schemas.openxmlformats.org/officeDocument/2006/relationships/customXml" Target="../ink/ink381.xml"/><Relationship Id="rId127" Type="http://schemas.openxmlformats.org/officeDocument/2006/relationships/image" Target="../media/image402.png"/><Relationship Id="rId10" Type="http://schemas.openxmlformats.org/officeDocument/2006/relationships/customXml" Target="../ink/ink333.xml"/><Relationship Id="rId31" Type="http://schemas.openxmlformats.org/officeDocument/2006/relationships/image" Target="../media/image354.png"/><Relationship Id="rId52" Type="http://schemas.openxmlformats.org/officeDocument/2006/relationships/customXml" Target="../ink/ink354.xml"/><Relationship Id="rId73" Type="http://schemas.openxmlformats.org/officeDocument/2006/relationships/image" Target="../media/image375.png"/><Relationship Id="rId78" Type="http://schemas.openxmlformats.org/officeDocument/2006/relationships/customXml" Target="../ink/ink367.xml"/><Relationship Id="rId94" Type="http://schemas.openxmlformats.org/officeDocument/2006/relationships/customXml" Target="../ink/ink375.xml"/><Relationship Id="rId99" Type="http://schemas.openxmlformats.org/officeDocument/2006/relationships/image" Target="../media/image388.png"/><Relationship Id="rId101" Type="http://schemas.openxmlformats.org/officeDocument/2006/relationships/image" Target="../media/image389.png"/><Relationship Id="rId122" Type="http://schemas.openxmlformats.org/officeDocument/2006/relationships/customXml" Target="../ink/ink389.xml"/><Relationship Id="rId143" Type="http://schemas.openxmlformats.org/officeDocument/2006/relationships/image" Target="../media/image410.png"/><Relationship Id="rId148" Type="http://schemas.openxmlformats.org/officeDocument/2006/relationships/customXml" Target="../ink/ink402.xml"/><Relationship Id="rId164" Type="http://schemas.openxmlformats.org/officeDocument/2006/relationships/customXml" Target="../ink/ink410.xml"/><Relationship Id="rId169" Type="http://schemas.openxmlformats.org/officeDocument/2006/relationships/image" Target="../media/image423.png"/><Relationship Id="rId185" Type="http://schemas.openxmlformats.org/officeDocument/2006/relationships/image" Target="../media/image431.png"/><Relationship Id="rId4" Type="http://schemas.openxmlformats.org/officeDocument/2006/relationships/customXml" Target="../ink/ink330.xml"/><Relationship Id="rId9" Type="http://schemas.openxmlformats.org/officeDocument/2006/relationships/image" Target="../media/image343.png"/><Relationship Id="rId180" Type="http://schemas.openxmlformats.org/officeDocument/2006/relationships/customXml" Target="../ink/ink418.xml"/><Relationship Id="rId26" Type="http://schemas.openxmlformats.org/officeDocument/2006/relationships/customXml" Target="../ink/ink341.xml"/><Relationship Id="rId47" Type="http://schemas.openxmlformats.org/officeDocument/2006/relationships/image" Target="../media/image362.png"/><Relationship Id="rId68" Type="http://schemas.openxmlformats.org/officeDocument/2006/relationships/customXml" Target="../ink/ink362.xml"/><Relationship Id="rId89" Type="http://schemas.openxmlformats.org/officeDocument/2006/relationships/image" Target="../media/image383.png"/><Relationship Id="rId112" Type="http://schemas.openxmlformats.org/officeDocument/2006/relationships/customXml" Target="../ink/ink384.xml"/><Relationship Id="rId133" Type="http://schemas.openxmlformats.org/officeDocument/2006/relationships/image" Target="../media/image405.png"/><Relationship Id="rId154" Type="http://schemas.openxmlformats.org/officeDocument/2006/relationships/customXml" Target="../ink/ink405.xml"/><Relationship Id="rId175" Type="http://schemas.openxmlformats.org/officeDocument/2006/relationships/image" Target="../media/image426.png"/><Relationship Id="rId16" Type="http://schemas.openxmlformats.org/officeDocument/2006/relationships/customXml" Target="../ink/ink336.xml"/><Relationship Id="rId37" Type="http://schemas.openxmlformats.org/officeDocument/2006/relationships/image" Target="../media/image357.png"/><Relationship Id="rId58" Type="http://schemas.openxmlformats.org/officeDocument/2006/relationships/customXml" Target="../ink/ink357.xml"/><Relationship Id="rId79" Type="http://schemas.openxmlformats.org/officeDocument/2006/relationships/image" Target="../media/image378.png"/><Relationship Id="rId102" Type="http://schemas.openxmlformats.org/officeDocument/2006/relationships/customXml" Target="../ink/ink379.xml"/><Relationship Id="rId123" Type="http://schemas.openxmlformats.org/officeDocument/2006/relationships/image" Target="../media/image400.png"/><Relationship Id="rId144" Type="http://schemas.openxmlformats.org/officeDocument/2006/relationships/customXml" Target="../ink/ink400.xml"/><Relationship Id="rId90" Type="http://schemas.openxmlformats.org/officeDocument/2006/relationships/customXml" Target="../ink/ink373.xml"/><Relationship Id="rId165" Type="http://schemas.openxmlformats.org/officeDocument/2006/relationships/image" Target="../media/image421.png"/><Relationship Id="rId186" Type="http://schemas.openxmlformats.org/officeDocument/2006/relationships/customXml" Target="../ink/ink421.xml"/><Relationship Id="rId27" Type="http://schemas.openxmlformats.org/officeDocument/2006/relationships/image" Target="../media/image352.png"/><Relationship Id="rId48" Type="http://schemas.openxmlformats.org/officeDocument/2006/relationships/customXml" Target="../ink/ink352.xml"/><Relationship Id="rId69" Type="http://schemas.openxmlformats.org/officeDocument/2006/relationships/image" Target="../media/image373.png"/><Relationship Id="rId113" Type="http://schemas.openxmlformats.org/officeDocument/2006/relationships/image" Target="../media/image395.png"/><Relationship Id="rId134" Type="http://schemas.openxmlformats.org/officeDocument/2006/relationships/customXml" Target="../ink/ink395.xml"/><Relationship Id="rId80" Type="http://schemas.openxmlformats.org/officeDocument/2006/relationships/customXml" Target="../ink/ink368.xml"/><Relationship Id="rId155" Type="http://schemas.openxmlformats.org/officeDocument/2006/relationships/image" Target="../media/image416.png"/><Relationship Id="rId176" Type="http://schemas.openxmlformats.org/officeDocument/2006/relationships/customXml" Target="../ink/ink416.xml"/><Relationship Id="rId17" Type="http://schemas.openxmlformats.org/officeDocument/2006/relationships/image" Target="../media/image347.png"/><Relationship Id="rId38" Type="http://schemas.openxmlformats.org/officeDocument/2006/relationships/customXml" Target="../ink/ink347.xml"/><Relationship Id="rId59" Type="http://schemas.openxmlformats.org/officeDocument/2006/relationships/image" Target="../media/image368.png"/><Relationship Id="rId103" Type="http://schemas.openxmlformats.org/officeDocument/2006/relationships/image" Target="../media/image390.png"/><Relationship Id="rId124" Type="http://schemas.openxmlformats.org/officeDocument/2006/relationships/customXml" Target="../ink/ink390.xml"/><Relationship Id="rId70" Type="http://schemas.openxmlformats.org/officeDocument/2006/relationships/customXml" Target="../ink/ink363.xml"/><Relationship Id="rId91" Type="http://schemas.openxmlformats.org/officeDocument/2006/relationships/image" Target="../media/image384.png"/><Relationship Id="rId145" Type="http://schemas.openxmlformats.org/officeDocument/2006/relationships/image" Target="../media/image411.png"/><Relationship Id="rId166" Type="http://schemas.openxmlformats.org/officeDocument/2006/relationships/customXml" Target="../ink/ink411.xml"/><Relationship Id="rId187" Type="http://schemas.openxmlformats.org/officeDocument/2006/relationships/image" Target="../media/image432.png"/><Relationship Id="rId1" Type="http://schemas.openxmlformats.org/officeDocument/2006/relationships/slideLayout" Target="../slideLayouts/slideLayout11.xml"/><Relationship Id="rId28" Type="http://schemas.openxmlformats.org/officeDocument/2006/relationships/customXml" Target="../ink/ink342.xml"/><Relationship Id="rId49" Type="http://schemas.openxmlformats.org/officeDocument/2006/relationships/image" Target="../media/image363.png"/><Relationship Id="rId114" Type="http://schemas.openxmlformats.org/officeDocument/2006/relationships/customXml" Target="../ink/ink385.xml"/><Relationship Id="rId60" Type="http://schemas.openxmlformats.org/officeDocument/2006/relationships/customXml" Target="../ink/ink358.xml"/><Relationship Id="rId81" Type="http://schemas.openxmlformats.org/officeDocument/2006/relationships/image" Target="../media/image379.png"/><Relationship Id="rId135" Type="http://schemas.openxmlformats.org/officeDocument/2006/relationships/image" Target="../media/image406.png"/><Relationship Id="rId156" Type="http://schemas.openxmlformats.org/officeDocument/2006/relationships/customXml" Target="../ink/ink406.xml"/><Relationship Id="rId177" Type="http://schemas.openxmlformats.org/officeDocument/2006/relationships/image" Target="../media/image427.png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92.png"/><Relationship Id="rId21" Type="http://schemas.openxmlformats.org/officeDocument/2006/relationships/image" Target="../media/image444.png"/><Relationship Id="rId42" Type="http://schemas.openxmlformats.org/officeDocument/2006/relationships/customXml" Target="../ink/ink444.xml"/><Relationship Id="rId63" Type="http://schemas.openxmlformats.org/officeDocument/2006/relationships/image" Target="../media/image465.png"/><Relationship Id="rId84" Type="http://schemas.openxmlformats.org/officeDocument/2006/relationships/customXml" Target="../ink/ink465.xml"/><Relationship Id="rId138" Type="http://schemas.openxmlformats.org/officeDocument/2006/relationships/customXml" Target="../ink/ink492.xml"/><Relationship Id="rId159" Type="http://schemas.openxmlformats.org/officeDocument/2006/relationships/image" Target="../media/image513.png"/><Relationship Id="rId170" Type="http://schemas.openxmlformats.org/officeDocument/2006/relationships/customXml" Target="../ink/ink508.xml"/><Relationship Id="rId107" Type="http://schemas.openxmlformats.org/officeDocument/2006/relationships/image" Target="../media/image487.png"/><Relationship Id="rId11" Type="http://schemas.openxmlformats.org/officeDocument/2006/relationships/image" Target="../media/image439.png"/><Relationship Id="rId32" Type="http://schemas.openxmlformats.org/officeDocument/2006/relationships/customXml" Target="../ink/ink439.xml"/><Relationship Id="rId53" Type="http://schemas.openxmlformats.org/officeDocument/2006/relationships/image" Target="../media/image460.png"/><Relationship Id="rId74" Type="http://schemas.openxmlformats.org/officeDocument/2006/relationships/customXml" Target="../ink/ink460.xml"/><Relationship Id="rId128" Type="http://schemas.openxmlformats.org/officeDocument/2006/relationships/customXml" Target="../ink/ink487.xml"/><Relationship Id="rId149" Type="http://schemas.openxmlformats.org/officeDocument/2006/relationships/image" Target="../media/image508.png"/><Relationship Id="rId5" Type="http://schemas.openxmlformats.org/officeDocument/2006/relationships/image" Target="../media/image436.png"/><Relationship Id="rId95" Type="http://schemas.openxmlformats.org/officeDocument/2006/relationships/image" Target="../media/image481.png"/><Relationship Id="rId160" Type="http://schemas.openxmlformats.org/officeDocument/2006/relationships/customXml" Target="../ink/ink503.xml"/><Relationship Id="rId22" Type="http://schemas.openxmlformats.org/officeDocument/2006/relationships/customXml" Target="../ink/ink434.xml"/><Relationship Id="rId43" Type="http://schemas.openxmlformats.org/officeDocument/2006/relationships/image" Target="../media/image455.png"/><Relationship Id="rId64" Type="http://schemas.openxmlformats.org/officeDocument/2006/relationships/customXml" Target="../ink/ink455.xml"/><Relationship Id="rId118" Type="http://schemas.openxmlformats.org/officeDocument/2006/relationships/customXml" Target="../ink/ink482.xml"/><Relationship Id="rId139" Type="http://schemas.openxmlformats.org/officeDocument/2006/relationships/image" Target="../media/image503.png"/><Relationship Id="rId85" Type="http://schemas.openxmlformats.org/officeDocument/2006/relationships/image" Target="../media/image476.png"/><Relationship Id="rId150" Type="http://schemas.openxmlformats.org/officeDocument/2006/relationships/customXml" Target="../ink/ink498.xml"/><Relationship Id="rId171" Type="http://schemas.openxmlformats.org/officeDocument/2006/relationships/image" Target="../media/image519.png"/><Relationship Id="rId12" Type="http://schemas.openxmlformats.org/officeDocument/2006/relationships/customXml" Target="../ink/ink429.xml"/><Relationship Id="rId33" Type="http://schemas.openxmlformats.org/officeDocument/2006/relationships/image" Target="../media/image450.png"/><Relationship Id="rId108" Type="http://schemas.openxmlformats.org/officeDocument/2006/relationships/customXml" Target="../ink/ink477.xml"/><Relationship Id="rId129" Type="http://schemas.openxmlformats.org/officeDocument/2006/relationships/image" Target="../media/image498.png"/><Relationship Id="rId54" Type="http://schemas.openxmlformats.org/officeDocument/2006/relationships/customXml" Target="../ink/ink450.xml"/><Relationship Id="rId75" Type="http://schemas.openxmlformats.org/officeDocument/2006/relationships/image" Target="../media/image471.png"/><Relationship Id="rId96" Type="http://schemas.openxmlformats.org/officeDocument/2006/relationships/customXml" Target="../ink/ink471.xml"/><Relationship Id="rId140" Type="http://schemas.openxmlformats.org/officeDocument/2006/relationships/customXml" Target="../ink/ink493.xml"/><Relationship Id="rId161" Type="http://schemas.openxmlformats.org/officeDocument/2006/relationships/image" Target="../media/image514.png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426.xml"/><Relationship Id="rId23" Type="http://schemas.openxmlformats.org/officeDocument/2006/relationships/image" Target="../media/image445.png"/><Relationship Id="rId28" Type="http://schemas.openxmlformats.org/officeDocument/2006/relationships/customXml" Target="../ink/ink437.xml"/><Relationship Id="rId49" Type="http://schemas.openxmlformats.org/officeDocument/2006/relationships/image" Target="../media/image458.png"/><Relationship Id="rId114" Type="http://schemas.openxmlformats.org/officeDocument/2006/relationships/customXml" Target="../ink/ink480.xml"/><Relationship Id="rId119" Type="http://schemas.openxmlformats.org/officeDocument/2006/relationships/image" Target="../media/image493.png"/><Relationship Id="rId44" Type="http://schemas.openxmlformats.org/officeDocument/2006/relationships/customXml" Target="../ink/ink445.xml"/><Relationship Id="rId60" Type="http://schemas.openxmlformats.org/officeDocument/2006/relationships/customXml" Target="../ink/ink453.xml"/><Relationship Id="rId65" Type="http://schemas.openxmlformats.org/officeDocument/2006/relationships/image" Target="../media/image466.png"/><Relationship Id="rId81" Type="http://schemas.openxmlformats.org/officeDocument/2006/relationships/image" Target="../media/image474.png"/><Relationship Id="rId86" Type="http://schemas.openxmlformats.org/officeDocument/2006/relationships/customXml" Target="../ink/ink466.xml"/><Relationship Id="rId130" Type="http://schemas.openxmlformats.org/officeDocument/2006/relationships/customXml" Target="../ink/ink488.xml"/><Relationship Id="rId135" Type="http://schemas.openxmlformats.org/officeDocument/2006/relationships/image" Target="../media/image501.png"/><Relationship Id="rId151" Type="http://schemas.openxmlformats.org/officeDocument/2006/relationships/image" Target="../media/image509.png"/><Relationship Id="rId156" Type="http://schemas.openxmlformats.org/officeDocument/2006/relationships/customXml" Target="../ink/ink501.xml"/><Relationship Id="rId172" Type="http://schemas.openxmlformats.org/officeDocument/2006/relationships/customXml" Target="../ink/ink509.xml"/><Relationship Id="rId13" Type="http://schemas.openxmlformats.org/officeDocument/2006/relationships/image" Target="../media/image440.png"/><Relationship Id="rId18" Type="http://schemas.openxmlformats.org/officeDocument/2006/relationships/customXml" Target="../ink/ink432.xml"/><Relationship Id="rId39" Type="http://schemas.openxmlformats.org/officeDocument/2006/relationships/image" Target="../media/image453.png"/><Relationship Id="rId109" Type="http://schemas.openxmlformats.org/officeDocument/2006/relationships/image" Target="../media/image488.png"/><Relationship Id="rId34" Type="http://schemas.openxmlformats.org/officeDocument/2006/relationships/customXml" Target="../ink/ink440.xml"/><Relationship Id="rId50" Type="http://schemas.openxmlformats.org/officeDocument/2006/relationships/customXml" Target="../ink/ink448.xml"/><Relationship Id="rId55" Type="http://schemas.openxmlformats.org/officeDocument/2006/relationships/image" Target="../media/image461.png"/><Relationship Id="rId76" Type="http://schemas.openxmlformats.org/officeDocument/2006/relationships/customXml" Target="../ink/ink461.xml"/><Relationship Id="rId97" Type="http://schemas.openxmlformats.org/officeDocument/2006/relationships/image" Target="../media/image482.png"/><Relationship Id="rId104" Type="http://schemas.openxmlformats.org/officeDocument/2006/relationships/customXml" Target="../ink/ink475.xml"/><Relationship Id="rId120" Type="http://schemas.openxmlformats.org/officeDocument/2006/relationships/customXml" Target="../ink/ink483.xml"/><Relationship Id="rId125" Type="http://schemas.openxmlformats.org/officeDocument/2006/relationships/image" Target="../media/image496.png"/><Relationship Id="rId141" Type="http://schemas.openxmlformats.org/officeDocument/2006/relationships/image" Target="../media/image504.png"/><Relationship Id="rId146" Type="http://schemas.openxmlformats.org/officeDocument/2006/relationships/customXml" Target="../ink/ink496.xml"/><Relationship Id="rId167" Type="http://schemas.openxmlformats.org/officeDocument/2006/relationships/image" Target="../media/image517.png"/><Relationship Id="rId7" Type="http://schemas.openxmlformats.org/officeDocument/2006/relationships/image" Target="../media/image437.png"/><Relationship Id="rId71" Type="http://schemas.openxmlformats.org/officeDocument/2006/relationships/image" Target="../media/image469.png"/><Relationship Id="rId92" Type="http://schemas.openxmlformats.org/officeDocument/2006/relationships/customXml" Target="../ink/ink469.xml"/><Relationship Id="rId162" Type="http://schemas.openxmlformats.org/officeDocument/2006/relationships/customXml" Target="../ink/ink504.xml"/><Relationship Id="rId2" Type="http://schemas.openxmlformats.org/officeDocument/2006/relationships/customXml" Target="../ink/ink424.xml"/><Relationship Id="rId29" Type="http://schemas.openxmlformats.org/officeDocument/2006/relationships/image" Target="../media/image448.png"/><Relationship Id="rId24" Type="http://schemas.openxmlformats.org/officeDocument/2006/relationships/customXml" Target="../ink/ink435.xml"/><Relationship Id="rId40" Type="http://schemas.openxmlformats.org/officeDocument/2006/relationships/customXml" Target="../ink/ink443.xml"/><Relationship Id="rId45" Type="http://schemas.openxmlformats.org/officeDocument/2006/relationships/image" Target="../media/image456.png"/><Relationship Id="rId66" Type="http://schemas.openxmlformats.org/officeDocument/2006/relationships/customXml" Target="../ink/ink456.xml"/><Relationship Id="rId87" Type="http://schemas.openxmlformats.org/officeDocument/2006/relationships/image" Target="../media/image477.png"/><Relationship Id="rId110" Type="http://schemas.openxmlformats.org/officeDocument/2006/relationships/customXml" Target="../ink/ink478.xml"/><Relationship Id="rId115" Type="http://schemas.openxmlformats.org/officeDocument/2006/relationships/image" Target="../media/image491.png"/><Relationship Id="rId131" Type="http://schemas.openxmlformats.org/officeDocument/2006/relationships/image" Target="../media/image499.png"/><Relationship Id="rId136" Type="http://schemas.openxmlformats.org/officeDocument/2006/relationships/customXml" Target="../ink/ink491.xml"/><Relationship Id="rId157" Type="http://schemas.openxmlformats.org/officeDocument/2006/relationships/image" Target="../media/image512.png"/><Relationship Id="rId61" Type="http://schemas.openxmlformats.org/officeDocument/2006/relationships/image" Target="../media/image464.png"/><Relationship Id="rId82" Type="http://schemas.openxmlformats.org/officeDocument/2006/relationships/customXml" Target="../ink/ink464.xml"/><Relationship Id="rId152" Type="http://schemas.openxmlformats.org/officeDocument/2006/relationships/customXml" Target="../ink/ink499.xml"/><Relationship Id="rId173" Type="http://schemas.openxmlformats.org/officeDocument/2006/relationships/image" Target="../media/image520.png"/><Relationship Id="rId19" Type="http://schemas.openxmlformats.org/officeDocument/2006/relationships/image" Target="../media/image443.png"/><Relationship Id="rId14" Type="http://schemas.openxmlformats.org/officeDocument/2006/relationships/customXml" Target="../ink/ink430.xml"/><Relationship Id="rId30" Type="http://schemas.openxmlformats.org/officeDocument/2006/relationships/customXml" Target="../ink/ink438.xml"/><Relationship Id="rId35" Type="http://schemas.openxmlformats.org/officeDocument/2006/relationships/image" Target="../media/image451.png"/><Relationship Id="rId56" Type="http://schemas.openxmlformats.org/officeDocument/2006/relationships/customXml" Target="../ink/ink451.xml"/><Relationship Id="rId77" Type="http://schemas.openxmlformats.org/officeDocument/2006/relationships/image" Target="../media/image472.png"/><Relationship Id="rId100" Type="http://schemas.openxmlformats.org/officeDocument/2006/relationships/customXml" Target="../ink/ink473.xml"/><Relationship Id="rId105" Type="http://schemas.openxmlformats.org/officeDocument/2006/relationships/image" Target="../media/image486.png"/><Relationship Id="rId126" Type="http://schemas.openxmlformats.org/officeDocument/2006/relationships/customXml" Target="../ink/ink486.xml"/><Relationship Id="rId147" Type="http://schemas.openxmlformats.org/officeDocument/2006/relationships/image" Target="../media/image507.png"/><Relationship Id="rId168" Type="http://schemas.openxmlformats.org/officeDocument/2006/relationships/customXml" Target="../ink/ink507.xml"/><Relationship Id="rId8" Type="http://schemas.openxmlformats.org/officeDocument/2006/relationships/customXml" Target="../ink/ink427.xml"/><Relationship Id="rId51" Type="http://schemas.openxmlformats.org/officeDocument/2006/relationships/image" Target="../media/image459.png"/><Relationship Id="rId72" Type="http://schemas.openxmlformats.org/officeDocument/2006/relationships/customXml" Target="../ink/ink459.xml"/><Relationship Id="rId93" Type="http://schemas.openxmlformats.org/officeDocument/2006/relationships/image" Target="../media/image480.png"/><Relationship Id="rId98" Type="http://schemas.openxmlformats.org/officeDocument/2006/relationships/customXml" Target="../ink/ink472.xml"/><Relationship Id="rId121" Type="http://schemas.openxmlformats.org/officeDocument/2006/relationships/image" Target="../media/image494.png"/><Relationship Id="rId142" Type="http://schemas.openxmlformats.org/officeDocument/2006/relationships/customXml" Target="../ink/ink494.xml"/><Relationship Id="rId163" Type="http://schemas.openxmlformats.org/officeDocument/2006/relationships/image" Target="../media/image515.png"/><Relationship Id="rId3" Type="http://schemas.openxmlformats.org/officeDocument/2006/relationships/image" Target="../media/image435.png"/><Relationship Id="rId25" Type="http://schemas.openxmlformats.org/officeDocument/2006/relationships/image" Target="../media/image446.png"/><Relationship Id="rId46" Type="http://schemas.openxmlformats.org/officeDocument/2006/relationships/customXml" Target="../ink/ink446.xml"/><Relationship Id="rId67" Type="http://schemas.openxmlformats.org/officeDocument/2006/relationships/image" Target="../media/image467.png"/><Relationship Id="rId116" Type="http://schemas.openxmlformats.org/officeDocument/2006/relationships/customXml" Target="../ink/ink481.xml"/><Relationship Id="rId137" Type="http://schemas.openxmlformats.org/officeDocument/2006/relationships/image" Target="../media/image502.png"/><Relationship Id="rId158" Type="http://schemas.openxmlformats.org/officeDocument/2006/relationships/customXml" Target="../ink/ink502.xml"/><Relationship Id="rId20" Type="http://schemas.openxmlformats.org/officeDocument/2006/relationships/customXml" Target="../ink/ink433.xml"/><Relationship Id="rId41" Type="http://schemas.openxmlformats.org/officeDocument/2006/relationships/image" Target="../media/image454.png"/><Relationship Id="rId62" Type="http://schemas.openxmlformats.org/officeDocument/2006/relationships/customXml" Target="../ink/ink454.xml"/><Relationship Id="rId83" Type="http://schemas.openxmlformats.org/officeDocument/2006/relationships/image" Target="../media/image475.png"/><Relationship Id="rId88" Type="http://schemas.openxmlformats.org/officeDocument/2006/relationships/customXml" Target="../ink/ink467.xml"/><Relationship Id="rId111" Type="http://schemas.openxmlformats.org/officeDocument/2006/relationships/image" Target="../media/image489.png"/><Relationship Id="rId132" Type="http://schemas.openxmlformats.org/officeDocument/2006/relationships/customXml" Target="../ink/ink489.xml"/><Relationship Id="rId153" Type="http://schemas.openxmlformats.org/officeDocument/2006/relationships/image" Target="../media/image510.png"/><Relationship Id="rId174" Type="http://schemas.openxmlformats.org/officeDocument/2006/relationships/customXml" Target="../ink/ink510.xml"/><Relationship Id="rId15" Type="http://schemas.openxmlformats.org/officeDocument/2006/relationships/image" Target="../media/image441.png"/><Relationship Id="rId36" Type="http://schemas.openxmlformats.org/officeDocument/2006/relationships/customXml" Target="../ink/ink441.xml"/><Relationship Id="rId57" Type="http://schemas.openxmlformats.org/officeDocument/2006/relationships/image" Target="../media/image462.png"/><Relationship Id="rId106" Type="http://schemas.openxmlformats.org/officeDocument/2006/relationships/customXml" Target="../ink/ink476.xml"/><Relationship Id="rId127" Type="http://schemas.openxmlformats.org/officeDocument/2006/relationships/image" Target="../media/image497.png"/><Relationship Id="rId10" Type="http://schemas.openxmlformats.org/officeDocument/2006/relationships/customXml" Target="../ink/ink428.xml"/><Relationship Id="rId31" Type="http://schemas.openxmlformats.org/officeDocument/2006/relationships/image" Target="../media/image449.png"/><Relationship Id="rId52" Type="http://schemas.openxmlformats.org/officeDocument/2006/relationships/customXml" Target="../ink/ink449.xml"/><Relationship Id="rId73" Type="http://schemas.openxmlformats.org/officeDocument/2006/relationships/image" Target="../media/image470.png"/><Relationship Id="rId78" Type="http://schemas.openxmlformats.org/officeDocument/2006/relationships/customXml" Target="../ink/ink462.xml"/><Relationship Id="rId94" Type="http://schemas.openxmlformats.org/officeDocument/2006/relationships/customXml" Target="../ink/ink470.xml"/><Relationship Id="rId99" Type="http://schemas.openxmlformats.org/officeDocument/2006/relationships/image" Target="../media/image483.png"/><Relationship Id="rId101" Type="http://schemas.openxmlformats.org/officeDocument/2006/relationships/image" Target="../media/image484.png"/><Relationship Id="rId122" Type="http://schemas.openxmlformats.org/officeDocument/2006/relationships/customXml" Target="../ink/ink484.xml"/><Relationship Id="rId143" Type="http://schemas.openxmlformats.org/officeDocument/2006/relationships/image" Target="../media/image505.png"/><Relationship Id="rId148" Type="http://schemas.openxmlformats.org/officeDocument/2006/relationships/customXml" Target="../ink/ink497.xml"/><Relationship Id="rId164" Type="http://schemas.openxmlformats.org/officeDocument/2006/relationships/customXml" Target="../ink/ink505.xml"/><Relationship Id="rId169" Type="http://schemas.openxmlformats.org/officeDocument/2006/relationships/image" Target="../media/image518.png"/><Relationship Id="rId4" Type="http://schemas.openxmlformats.org/officeDocument/2006/relationships/customXml" Target="../ink/ink425.xml"/><Relationship Id="rId9" Type="http://schemas.openxmlformats.org/officeDocument/2006/relationships/image" Target="../media/image438.png"/><Relationship Id="rId26" Type="http://schemas.openxmlformats.org/officeDocument/2006/relationships/customXml" Target="../ink/ink436.xml"/><Relationship Id="rId47" Type="http://schemas.openxmlformats.org/officeDocument/2006/relationships/image" Target="../media/image457.png"/><Relationship Id="rId68" Type="http://schemas.openxmlformats.org/officeDocument/2006/relationships/customXml" Target="../ink/ink457.xml"/><Relationship Id="rId89" Type="http://schemas.openxmlformats.org/officeDocument/2006/relationships/image" Target="../media/image478.png"/><Relationship Id="rId112" Type="http://schemas.openxmlformats.org/officeDocument/2006/relationships/customXml" Target="../ink/ink479.xml"/><Relationship Id="rId133" Type="http://schemas.openxmlformats.org/officeDocument/2006/relationships/image" Target="../media/image500.png"/><Relationship Id="rId154" Type="http://schemas.openxmlformats.org/officeDocument/2006/relationships/customXml" Target="../ink/ink500.xml"/><Relationship Id="rId175" Type="http://schemas.openxmlformats.org/officeDocument/2006/relationships/image" Target="../media/image521.png"/><Relationship Id="rId16" Type="http://schemas.openxmlformats.org/officeDocument/2006/relationships/customXml" Target="../ink/ink431.xml"/><Relationship Id="rId37" Type="http://schemas.openxmlformats.org/officeDocument/2006/relationships/image" Target="../media/image452.png"/><Relationship Id="rId58" Type="http://schemas.openxmlformats.org/officeDocument/2006/relationships/customXml" Target="../ink/ink452.xml"/><Relationship Id="rId79" Type="http://schemas.openxmlformats.org/officeDocument/2006/relationships/image" Target="../media/image473.png"/><Relationship Id="rId102" Type="http://schemas.openxmlformats.org/officeDocument/2006/relationships/customXml" Target="../ink/ink474.xml"/><Relationship Id="rId123" Type="http://schemas.openxmlformats.org/officeDocument/2006/relationships/image" Target="../media/image495.png"/><Relationship Id="rId144" Type="http://schemas.openxmlformats.org/officeDocument/2006/relationships/customXml" Target="../ink/ink495.xml"/><Relationship Id="rId90" Type="http://schemas.openxmlformats.org/officeDocument/2006/relationships/customXml" Target="../ink/ink468.xml"/><Relationship Id="rId165" Type="http://schemas.openxmlformats.org/officeDocument/2006/relationships/image" Target="../media/image516.png"/><Relationship Id="rId27" Type="http://schemas.openxmlformats.org/officeDocument/2006/relationships/image" Target="../media/image447.png"/><Relationship Id="rId48" Type="http://schemas.openxmlformats.org/officeDocument/2006/relationships/customXml" Target="../ink/ink447.xml"/><Relationship Id="rId69" Type="http://schemas.openxmlformats.org/officeDocument/2006/relationships/image" Target="../media/image468.png"/><Relationship Id="rId113" Type="http://schemas.openxmlformats.org/officeDocument/2006/relationships/image" Target="../media/image490.png"/><Relationship Id="rId134" Type="http://schemas.openxmlformats.org/officeDocument/2006/relationships/customXml" Target="../ink/ink490.xml"/><Relationship Id="rId80" Type="http://schemas.openxmlformats.org/officeDocument/2006/relationships/customXml" Target="../ink/ink463.xml"/><Relationship Id="rId155" Type="http://schemas.openxmlformats.org/officeDocument/2006/relationships/image" Target="../media/image511.png"/><Relationship Id="rId17" Type="http://schemas.openxmlformats.org/officeDocument/2006/relationships/image" Target="../media/image442.png"/><Relationship Id="rId38" Type="http://schemas.openxmlformats.org/officeDocument/2006/relationships/customXml" Target="../ink/ink442.xml"/><Relationship Id="rId59" Type="http://schemas.openxmlformats.org/officeDocument/2006/relationships/image" Target="../media/image463.png"/><Relationship Id="rId103" Type="http://schemas.openxmlformats.org/officeDocument/2006/relationships/image" Target="../media/image485.png"/><Relationship Id="rId124" Type="http://schemas.openxmlformats.org/officeDocument/2006/relationships/customXml" Target="../ink/ink485.xml"/><Relationship Id="rId70" Type="http://schemas.openxmlformats.org/officeDocument/2006/relationships/customXml" Target="../ink/ink458.xml"/><Relationship Id="rId91" Type="http://schemas.openxmlformats.org/officeDocument/2006/relationships/image" Target="../media/image479.png"/><Relationship Id="rId145" Type="http://schemas.openxmlformats.org/officeDocument/2006/relationships/image" Target="../media/image506.png"/><Relationship Id="rId166" Type="http://schemas.openxmlformats.org/officeDocument/2006/relationships/customXml" Target="../ink/ink506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23.xml"/><Relationship Id="rId21" Type="http://schemas.openxmlformats.org/officeDocument/2006/relationships/image" Target="../media/image531.png"/><Relationship Id="rId42" Type="http://schemas.openxmlformats.org/officeDocument/2006/relationships/customXml" Target="../ink/ink531.xml"/><Relationship Id="rId47" Type="http://schemas.openxmlformats.org/officeDocument/2006/relationships/image" Target="../media/image544.png"/><Relationship Id="rId63" Type="http://schemas.openxmlformats.org/officeDocument/2006/relationships/image" Target="../media/image552.png"/><Relationship Id="rId68" Type="http://schemas.openxmlformats.org/officeDocument/2006/relationships/customXml" Target="../ink/ink544.xml"/><Relationship Id="rId84" Type="http://schemas.openxmlformats.org/officeDocument/2006/relationships/customXml" Target="../ink/ink552.xml"/><Relationship Id="rId89" Type="http://schemas.openxmlformats.org/officeDocument/2006/relationships/image" Target="../media/image565.png"/><Relationship Id="rId16" Type="http://schemas.openxmlformats.org/officeDocument/2006/relationships/customXml" Target="../ink/ink518.xml"/><Relationship Id="rId11" Type="http://schemas.openxmlformats.org/officeDocument/2006/relationships/image" Target="../media/image526.png"/><Relationship Id="rId32" Type="http://schemas.openxmlformats.org/officeDocument/2006/relationships/customXml" Target="../ink/ink526.xml"/><Relationship Id="rId37" Type="http://schemas.openxmlformats.org/officeDocument/2006/relationships/image" Target="../media/image539.png"/><Relationship Id="rId53" Type="http://schemas.openxmlformats.org/officeDocument/2006/relationships/image" Target="../media/image547.png"/><Relationship Id="rId58" Type="http://schemas.openxmlformats.org/officeDocument/2006/relationships/customXml" Target="../ink/ink539.xml"/><Relationship Id="rId74" Type="http://schemas.openxmlformats.org/officeDocument/2006/relationships/customXml" Target="../ink/ink547.xml"/><Relationship Id="rId79" Type="http://schemas.openxmlformats.org/officeDocument/2006/relationships/image" Target="../media/image560.png"/><Relationship Id="rId5" Type="http://schemas.openxmlformats.org/officeDocument/2006/relationships/image" Target="../media/image523.png"/><Relationship Id="rId90" Type="http://schemas.openxmlformats.org/officeDocument/2006/relationships/customXml" Target="../ink/ink555.xml"/><Relationship Id="rId95" Type="http://schemas.openxmlformats.org/officeDocument/2006/relationships/image" Target="../media/image568.png"/><Relationship Id="rId22" Type="http://schemas.openxmlformats.org/officeDocument/2006/relationships/customXml" Target="../ink/ink521.xml"/><Relationship Id="rId27" Type="http://schemas.openxmlformats.org/officeDocument/2006/relationships/image" Target="../media/image534.png"/><Relationship Id="rId43" Type="http://schemas.openxmlformats.org/officeDocument/2006/relationships/image" Target="../media/image542.png"/><Relationship Id="rId48" Type="http://schemas.openxmlformats.org/officeDocument/2006/relationships/customXml" Target="../ink/ink534.xml"/><Relationship Id="rId64" Type="http://schemas.openxmlformats.org/officeDocument/2006/relationships/customXml" Target="../ink/ink542.xml"/><Relationship Id="rId69" Type="http://schemas.openxmlformats.org/officeDocument/2006/relationships/image" Target="../media/image555.png"/><Relationship Id="rId80" Type="http://schemas.openxmlformats.org/officeDocument/2006/relationships/customXml" Target="../ink/ink550.xml"/><Relationship Id="rId85" Type="http://schemas.openxmlformats.org/officeDocument/2006/relationships/image" Target="../media/image563.png"/><Relationship Id="rId12" Type="http://schemas.openxmlformats.org/officeDocument/2006/relationships/customXml" Target="../ink/ink516.xml"/><Relationship Id="rId17" Type="http://schemas.openxmlformats.org/officeDocument/2006/relationships/image" Target="../media/image529.png"/><Relationship Id="rId25" Type="http://schemas.openxmlformats.org/officeDocument/2006/relationships/image" Target="../media/image533.png"/><Relationship Id="rId33" Type="http://schemas.openxmlformats.org/officeDocument/2006/relationships/image" Target="../media/image537.png"/><Relationship Id="rId38" Type="http://schemas.openxmlformats.org/officeDocument/2006/relationships/customXml" Target="../ink/ink529.xml"/><Relationship Id="rId46" Type="http://schemas.openxmlformats.org/officeDocument/2006/relationships/customXml" Target="../ink/ink533.xml"/><Relationship Id="rId59" Type="http://schemas.openxmlformats.org/officeDocument/2006/relationships/image" Target="../media/image550.png"/><Relationship Id="rId67" Type="http://schemas.openxmlformats.org/officeDocument/2006/relationships/image" Target="../media/image554.png"/><Relationship Id="rId20" Type="http://schemas.openxmlformats.org/officeDocument/2006/relationships/customXml" Target="../ink/ink520.xml"/><Relationship Id="rId41" Type="http://schemas.openxmlformats.org/officeDocument/2006/relationships/image" Target="../media/image541.png"/><Relationship Id="rId54" Type="http://schemas.openxmlformats.org/officeDocument/2006/relationships/customXml" Target="../ink/ink537.xml"/><Relationship Id="rId62" Type="http://schemas.openxmlformats.org/officeDocument/2006/relationships/customXml" Target="../ink/ink541.xml"/><Relationship Id="rId70" Type="http://schemas.openxmlformats.org/officeDocument/2006/relationships/customXml" Target="../ink/ink545.xml"/><Relationship Id="rId75" Type="http://schemas.openxmlformats.org/officeDocument/2006/relationships/image" Target="../media/image558.png"/><Relationship Id="rId83" Type="http://schemas.openxmlformats.org/officeDocument/2006/relationships/image" Target="../media/image562.png"/><Relationship Id="rId88" Type="http://schemas.openxmlformats.org/officeDocument/2006/relationships/customXml" Target="../ink/ink554.xml"/><Relationship Id="rId91" Type="http://schemas.openxmlformats.org/officeDocument/2006/relationships/image" Target="../media/image566.png"/><Relationship Id="rId96" Type="http://schemas.openxmlformats.org/officeDocument/2006/relationships/customXml" Target="../ink/ink558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513.xml"/><Relationship Id="rId15" Type="http://schemas.openxmlformats.org/officeDocument/2006/relationships/image" Target="../media/image528.png"/><Relationship Id="rId23" Type="http://schemas.openxmlformats.org/officeDocument/2006/relationships/image" Target="../media/image532.png"/><Relationship Id="rId28" Type="http://schemas.openxmlformats.org/officeDocument/2006/relationships/customXml" Target="../ink/ink524.xml"/><Relationship Id="rId36" Type="http://schemas.openxmlformats.org/officeDocument/2006/relationships/customXml" Target="../ink/ink528.xml"/><Relationship Id="rId49" Type="http://schemas.openxmlformats.org/officeDocument/2006/relationships/image" Target="../media/image545.png"/><Relationship Id="rId57" Type="http://schemas.openxmlformats.org/officeDocument/2006/relationships/image" Target="../media/image549.png"/><Relationship Id="rId10" Type="http://schemas.openxmlformats.org/officeDocument/2006/relationships/customXml" Target="../ink/ink515.xml"/><Relationship Id="rId31" Type="http://schemas.openxmlformats.org/officeDocument/2006/relationships/image" Target="../media/image536.png"/><Relationship Id="rId44" Type="http://schemas.openxmlformats.org/officeDocument/2006/relationships/customXml" Target="../ink/ink532.xml"/><Relationship Id="rId52" Type="http://schemas.openxmlformats.org/officeDocument/2006/relationships/customXml" Target="../ink/ink536.xml"/><Relationship Id="rId60" Type="http://schemas.openxmlformats.org/officeDocument/2006/relationships/customXml" Target="../ink/ink540.xml"/><Relationship Id="rId65" Type="http://schemas.openxmlformats.org/officeDocument/2006/relationships/image" Target="../media/image553.png"/><Relationship Id="rId73" Type="http://schemas.openxmlformats.org/officeDocument/2006/relationships/image" Target="../media/image557.png"/><Relationship Id="rId78" Type="http://schemas.openxmlformats.org/officeDocument/2006/relationships/customXml" Target="../ink/ink549.xml"/><Relationship Id="rId81" Type="http://schemas.openxmlformats.org/officeDocument/2006/relationships/image" Target="../media/image561.png"/><Relationship Id="rId86" Type="http://schemas.openxmlformats.org/officeDocument/2006/relationships/customXml" Target="../ink/ink553.xml"/><Relationship Id="rId94" Type="http://schemas.openxmlformats.org/officeDocument/2006/relationships/customXml" Target="../ink/ink557.xml"/><Relationship Id="rId99" Type="http://schemas.openxmlformats.org/officeDocument/2006/relationships/image" Target="../media/image570.png"/><Relationship Id="rId101" Type="http://schemas.openxmlformats.org/officeDocument/2006/relationships/image" Target="../media/image571.png"/><Relationship Id="rId4" Type="http://schemas.openxmlformats.org/officeDocument/2006/relationships/customXml" Target="../ink/ink512.xml"/><Relationship Id="rId9" Type="http://schemas.openxmlformats.org/officeDocument/2006/relationships/image" Target="../media/image525.png"/><Relationship Id="rId13" Type="http://schemas.openxmlformats.org/officeDocument/2006/relationships/image" Target="../media/image527.png"/><Relationship Id="rId18" Type="http://schemas.openxmlformats.org/officeDocument/2006/relationships/customXml" Target="../ink/ink519.xml"/><Relationship Id="rId39" Type="http://schemas.openxmlformats.org/officeDocument/2006/relationships/image" Target="../media/image540.png"/><Relationship Id="rId34" Type="http://schemas.openxmlformats.org/officeDocument/2006/relationships/customXml" Target="../ink/ink527.xml"/><Relationship Id="rId50" Type="http://schemas.openxmlformats.org/officeDocument/2006/relationships/customXml" Target="../ink/ink535.xml"/><Relationship Id="rId55" Type="http://schemas.openxmlformats.org/officeDocument/2006/relationships/image" Target="../media/image548.png"/><Relationship Id="rId76" Type="http://schemas.openxmlformats.org/officeDocument/2006/relationships/customXml" Target="../ink/ink548.xml"/><Relationship Id="rId97" Type="http://schemas.openxmlformats.org/officeDocument/2006/relationships/image" Target="../media/image569.png"/><Relationship Id="rId7" Type="http://schemas.openxmlformats.org/officeDocument/2006/relationships/image" Target="../media/image524.png"/><Relationship Id="rId71" Type="http://schemas.openxmlformats.org/officeDocument/2006/relationships/image" Target="../media/image556.png"/><Relationship Id="rId92" Type="http://schemas.openxmlformats.org/officeDocument/2006/relationships/customXml" Target="../ink/ink556.xml"/><Relationship Id="rId2" Type="http://schemas.openxmlformats.org/officeDocument/2006/relationships/customXml" Target="../ink/ink511.xml"/><Relationship Id="rId29" Type="http://schemas.openxmlformats.org/officeDocument/2006/relationships/image" Target="../media/image535.png"/><Relationship Id="rId24" Type="http://schemas.openxmlformats.org/officeDocument/2006/relationships/customXml" Target="../ink/ink522.xml"/><Relationship Id="rId40" Type="http://schemas.openxmlformats.org/officeDocument/2006/relationships/customXml" Target="../ink/ink530.xml"/><Relationship Id="rId45" Type="http://schemas.openxmlformats.org/officeDocument/2006/relationships/image" Target="../media/image543.png"/><Relationship Id="rId66" Type="http://schemas.openxmlformats.org/officeDocument/2006/relationships/customXml" Target="../ink/ink543.xml"/><Relationship Id="rId87" Type="http://schemas.openxmlformats.org/officeDocument/2006/relationships/image" Target="../media/image564.png"/><Relationship Id="rId61" Type="http://schemas.openxmlformats.org/officeDocument/2006/relationships/image" Target="../media/image551.png"/><Relationship Id="rId82" Type="http://schemas.openxmlformats.org/officeDocument/2006/relationships/customXml" Target="../ink/ink551.xml"/><Relationship Id="rId19" Type="http://schemas.openxmlformats.org/officeDocument/2006/relationships/image" Target="../media/image530.png"/><Relationship Id="rId14" Type="http://schemas.openxmlformats.org/officeDocument/2006/relationships/customXml" Target="../ink/ink517.xml"/><Relationship Id="rId30" Type="http://schemas.openxmlformats.org/officeDocument/2006/relationships/customXml" Target="../ink/ink525.xml"/><Relationship Id="rId35" Type="http://schemas.openxmlformats.org/officeDocument/2006/relationships/image" Target="../media/image538.png"/><Relationship Id="rId56" Type="http://schemas.openxmlformats.org/officeDocument/2006/relationships/customXml" Target="../ink/ink538.xml"/><Relationship Id="rId77" Type="http://schemas.openxmlformats.org/officeDocument/2006/relationships/image" Target="../media/image559.png"/><Relationship Id="rId100" Type="http://schemas.openxmlformats.org/officeDocument/2006/relationships/customXml" Target="../ink/ink560.xml"/><Relationship Id="rId8" Type="http://schemas.openxmlformats.org/officeDocument/2006/relationships/customXml" Target="../ink/ink514.xml"/><Relationship Id="rId51" Type="http://schemas.openxmlformats.org/officeDocument/2006/relationships/image" Target="../media/image546.png"/><Relationship Id="rId72" Type="http://schemas.openxmlformats.org/officeDocument/2006/relationships/customXml" Target="../ink/ink546.xml"/><Relationship Id="rId93" Type="http://schemas.openxmlformats.org/officeDocument/2006/relationships/image" Target="../media/image567.png"/><Relationship Id="rId98" Type="http://schemas.openxmlformats.org/officeDocument/2006/relationships/customXml" Target="../ink/ink559.xml"/><Relationship Id="rId3" Type="http://schemas.openxmlformats.org/officeDocument/2006/relationships/image" Target="../media/image522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29.png"/><Relationship Id="rId21" Type="http://schemas.openxmlformats.org/officeDocument/2006/relationships/image" Target="../media/image581.png"/><Relationship Id="rId42" Type="http://schemas.openxmlformats.org/officeDocument/2006/relationships/customXml" Target="../ink/ink581.xml"/><Relationship Id="rId63" Type="http://schemas.openxmlformats.org/officeDocument/2006/relationships/image" Target="../media/image602.png"/><Relationship Id="rId84" Type="http://schemas.openxmlformats.org/officeDocument/2006/relationships/customXml" Target="../ink/ink602.xml"/><Relationship Id="rId16" Type="http://schemas.openxmlformats.org/officeDocument/2006/relationships/customXml" Target="../ink/ink568.xml"/><Relationship Id="rId107" Type="http://schemas.openxmlformats.org/officeDocument/2006/relationships/image" Target="../media/image624.png"/><Relationship Id="rId11" Type="http://schemas.openxmlformats.org/officeDocument/2006/relationships/image" Target="../media/image576.png"/><Relationship Id="rId32" Type="http://schemas.openxmlformats.org/officeDocument/2006/relationships/customXml" Target="../ink/ink576.xml"/><Relationship Id="rId37" Type="http://schemas.openxmlformats.org/officeDocument/2006/relationships/image" Target="../media/image589.png"/><Relationship Id="rId53" Type="http://schemas.openxmlformats.org/officeDocument/2006/relationships/image" Target="../media/image597.png"/><Relationship Id="rId58" Type="http://schemas.openxmlformats.org/officeDocument/2006/relationships/customXml" Target="../ink/ink589.xml"/><Relationship Id="rId74" Type="http://schemas.openxmlformats.org/officeDocument/2006/relationships/customXml" Target="../ink/ink597.xml"/><Relationship Id="rId79" Type="http://schemas.openxmlformats.org/officeDocument/2006/relationships/image" Target="../media/image610.png"/><Relationship Id="rId102" Type="http://schemas.openxmlformats.org/officeDocument/2006/relationships/customXml" Target="../ink/ink611.xml"/><Relationship Id="rId123" Type="http://schemas.openxmlformats.org/officeDocument/2006/relationships/image" Target="../media/image632.png"/><Relationship Id="rId128" Type="http://schemas.openxmlformats.org/officeDocument/2006/relationships/customXml" Target="../ink/ink624.xml"/><Relationship Id="rId5" Type="http://schemas.openxmlformats.org/officeDocument/2006/relationships/image" Target="../media/image573.png"/><Relationship Id="rId90" Type="http://schemas.openxmlformats.org/officeDocument/2006/relationships/customXml" Target="../ink/ink605.xml"/><Relationship Id="rId95" Type="http://schemas.openxmlformats.org/officeDocument/2006/relationships/image" Target="../media/image618.png"/><Relationship Id="rId22" Type="http://schemas.openxmlformats.org/officeDocument/2006/relationships/customXml" Target="../ink/ink571.xml"/><Relationship Id="rId27" Type="http://schemas.openxmlformats.org/officeDocument/2006/relationships/image" Target="../media/image584.png"/><Relationship Id="rId43" Type="http://schemas.openxmlformats.org/officeDocument/2006/relationships/image" Target="../media/image592.png"/><Relationship Id="rId48" Type="http://schemas.openxmlformats.org/officeDocument/2006/relationships/customXml" Target="../ink/ink584.xml"/><Relationship Id="rId64" Type="http://schemas.openxmlformats.org/officeDocument/2006/relationships/customXml" Target="../ink/ink592.xml"/><Relationship Id="rId69" Type="http://schemas.openxmlformats.org/officeDocument/2006/relationships/image" Target="../media/image605.png"/><Relationship Id="rId113" Type="http://schemas.openxmlformats.org/officeDocument/2006/relationships/image" Target="../media/image627.png"/><Relationship Id="rId118" Type="http://schemas.openxmlformats.org/officeDocument/2006/relationships/customXml" Target="../ink/ink619.xml"/><Relationship Id="rId134" Type="http://schemas.openxmlformats.org/officeDocument/2006/relationships/customXml" Target="../ink/ink627.xml"/><Relationship Id="rId80" Type="http://schemas.openxmlformats.org/officeDocument/2006/relationships/customXml" Target="../ink/ink600.xml"/><Relationship Id="rId85" Type="http://schemas.openxmlformats.org/officeDocument/2006/relationships/image" Target="../media/image613.png"/><Relationship Id="rId12" Type="http://schemas.openxmlformats.org/officeDocument/2006/relationships/customXml" Target="../ink/ink566.xml"/><Relationship Id="rId17" Type="http://schemas.openxmlformats.org/officeDocument/2006/relationships/image" Target="../media/image579.png"/><Relationship Id="rId33" Type="http://schemas.openxmlformats.org/officeDocument/2006/relationships/image" Target="../media/image587.png"/><Relationship Id="rId38" Type="http://schemas.openxmlformats.org/officeDocument/2006/relationships/customXml" Target="../ink/ink579.xml"/><Relationship Id="rId59" Type="http://schemas.openxmlformats.org/officeDocument/2006/relationships/image" Target="../media/image600.png"/><Relationship Id="rId103" Type="http://schemas.openxmlformats.org/officeDocument/2006/relationships/image" Target="../media/image622.png"/><Relationship Id="rId108" Type="http://schemas.openxmlformats.org/officeDocument/2006/relationships/customXml" Target="../ink/ink614.xml"/><Relationship Id="rId124" Type="http://schemas.openxmlformats.org/officeDocument/2006/relationships/customXml" Target="../ink/ink622.xml"/><Relationship Id="rId129" Type="http://schemas.openxmlformats.org/officeDocument/2006/relationships/image" Target="../media/image635.png"/><Relationship Id="rId54" Type="http://schemas.openxmlformats.org/officeDocument/2006/relationships/customXml" Target="../ink/ink587.xml"/><Relationship Id="rId70" Type="http://schemas.openxmlformats.org/officeDocument/2006/relationships/customXml" Target="../ink/ink595.xml"/><Relationship Id="rId75" Type="http://schemas.openxmlformats.org/officeDocument/2006/relationships/image" Target="../media/image608.png"/><Relationship Id="rId91" Type="http://schemas.openxmlformats.org/officeDocument/2006/relationships/image" Target="../media/image616.png"/><Relationship Id="rId96" Type="http://schemas.openxmlformats.org/officeDocument/2006/relationships/customXml" Target="../ink/ink608.xml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563.xml"/><Relationship Id="rId23" Type="http://schemas.openxmlformats.org/officeDocument/2006/relationships/image" Target="../media/image582.png"/><Relationship Id="rId28" Type="http://schemas.openxmlformats.org/officeDocument/2006/relationships/customXml" Target="../ink/ink574.xml"/><Relationship Id="rId49" Type="http://schemas.openxmlformats.org/officeDocument/2006/relationships/image" Target="../media/image595.png"/><Relationship Id="rId114" Type="http://schemas.openxmlformats.org/officeDocument/2006/relationships/customXml" Target="../ink/ink617.xml"/><Relationship Id="rId119" Type="http://schemas.openxmlformats.org/officeDocument/2006/relationships/image" Target="../media/image630.png"/><Relationship Id="rId44" Type="http://schemas.openxmlformats.org/officeDocument/2006/relationships/customXml" Target="../ink/ink582.xml"/><Relationship Id="rId60" Type="http://schemas.openxmlformats.org/officeDocument/2006/relationships/customXml" Target="../ink/ink590.xml"/><Relationship Id="rId65" Type="http://schemas.openxmlformats.org/officeDocument/2006/relationships/image" Target="../media/image603.png"/><Relationship Id="rId81" Type="http://schemas.openxmlformats.org/officeDocument/2006/relationships/image" Target="../media/image611.png"/><Relationship Id="rId86" Type="http://schemas.openxmlformats.org/officeDocument/2006/relationships/customXml" Target="../ink/ink603.xml"/><Relationship Id="rId130" Type="http://schemas.openxmlformats.org/officeDocument/2006/relationships/customXml" Target="../ink/ink625.xml"/><Relationship Id="rId135" Type="http://schemas.openxmlformats.org/officeDocument/2006/relationships/image" Target="../media/image638.png"/><Relationship Id="rId13" Type="http://schemas.openxmlformats.org/officeDocument/2006/relationships/image" Target="../media/image577.png"/><Relationship Id="rId18" Type="http://schemas.openxmlformats.org/officeDocument/2006/relationships/customXml" Target="../ink/ink569.xml"/><Relationship Id="rId39" Type="http://schemas.openxmlformats.org/officeDocument/2006/relationships/image" Target="../media/image590.png"/><Relationship Id="rId109" Type="http://schemas.openxmlformats.org/officeDocument/2006/relationships/image" Target="../media/image625.png"/><Relationship Id="rId34" Type="http://schemas.openxmlformats.org/officeDocument/2006/relationships/customXml" Target="../ink/ink577.xml"/><Relationship Id="rId50" Type="http://schemas.openxmlformats.org/officeDocument/2006/relationships/customXml" Target="../ink/ink585.xml"/><Relationship Id="rId55" Type="http://schemas.openxmlformats.org/officeDocument/2006/relationships/image" Target="../media/image598.png"/><Relationship Id="rId76" Type="http://schemas.openxmlformats.org/officeDocument/2006/relationships/customXml" Target="../ink/ink598.xml"/><Relationship Id="rId97" Type="http://schemas.openxmlformats.org/officeDocument/2006/relationships/image" Target="../media/image619.png"/><Relationship Id="rId104" Type="http://schemas.openxmlformats.org/officeDocument/2006/relationships/customXml" Target="../ink/ink612.xml"/><Relationship Id="rId120" Type="http://schemas.openxmlformats.org/officeDocument/2006/relationships/customXml" Target="../ink/ink620.xml"/><Relationship Id="rId125" Type="http://schemas.openxmlformats.org/officeDocument/2006/relationships/image" Target="../media/image633.png"/><Relationship Id="rId7" Type="http://schemas.openxmlformats.org/officeDocument/2006/relationships/image" Target="../media/image574.png"/><Relationship Id="rId71" Type="http://schemas.openxmlformats.org/officeDocument/2006/relationships/image" Target="../media/image606.png"/><Relationship Id="rId92" Type="http://schemas.openxmlformats.org/officeDocument/2006/relationships/customXml" Target="../ink/ink606.xml"/><Relationship Id="rId2" Type="http://schemas.openxmlformats.org/officeDocument/2006/relationships/customXml" Target="../ink/ink561.xml"/><Relationship Id="rId29" Type="http://schemas.openxmlformats.org/officeDocument/2006/relationships/image" Target="../media/image585.png"/><Relationship Id="rId24" Type="http://schemas.openxmlformats.org/officeDocument/2006/relationships/customXml" Target="../ink/ink572.xml"/><Relationship Id="rId40" Type="http://schemas.openxmlformats.org/officeDocument/2006/relationships/customXml" Target="../ink/ink580.xml"/><Relationship Id="rId45" Type="http://schemas.openxmlformats.org/officeDocument/2006/relationships/image" Target="../media/image593.png"/><Relationship Id="rId66" Type="http://schemas.openxmlformats.org/officeDocument/2006/relationships/customXml" Target="../ink/ink593.xml"/><Relationship Id="rId87" Type="http://schemas.openxmlformats.org/officeDocument/2006/relationships/image" Target="../media/image614.png"/><Relationship Id="rId110" Type="http://schemas.openxmlformats.org/officeDocument/2006/relationships/customXml" Target="../ink/ink615.xml"/><Relationship Id="rId115" Type="http://schemas.openxmlformats.org/officeDocument/2006/relationships/image" Target="../media/image628.png"/><Relationship Id="rId131" Type="http://schemas.openxmlformats.org/officeDocument/2006/relationships/image" Target="../media/image636.png"/><Relationship Id="rId61" Type="http://schemas.openxmlformats.org/officeDocument/2006/relationships/image" Target="../media/image601.png"/><Relationship Id="rId82" Type="http://schemas.openxmlformats.org/officeDocument/2006/relationships/customXml" Target="../ink/ink601.xml"/><Relationship Id="rId19" Type="http://schemas.openxmlformats.org/officeDocument/2006/relationships/image" Target="../media/image580.png"/><Relationship Id="rId14" Type="http://schemas.openxmlformats.org/officeDocument/2006/relationships/customXml" Target="../ink/ink567.xml"/><Relationship Id="rId30" Type="http://schemas.openxmlformats.org/officeDocument/2006/relationships/customXml" Target="../ink/ink575.xml"/><Relationship Id="rId35" Type="http://schemas.openxmlformats.org/officeDocument/2006/relationships/image" Target="../media/image588.png"/><Relationship Id="rId56" Type="http://schemas.openxmlformats.org/officeDocument/2006/relationships/customXml" Target="../ink/ink588.xml"/><Relationship Id="rId77" Type="http://schemas.openxmlformats.org/officeDocument/2006/relationships/image" Target="../media/image609.png"/><Relationship Id="rId100" Type="http://schemas.openxmlformats.org/officeDocument/2006/relationships/customXml" Target="../ink/ink610.xml"/><Relationship Id="rId105" Type="http://schemas.openxmlformats.org/officeDocument/2006/relationships/image" Target="../media/image623.png"/><Relationship Id="rId126" Type="http://schemas.openxmlformats.org/officeDocument/2006/relationships/customXml" Target="../ink/ink623.xml"/><Relationship Id="rId8" Type="http://schemas.openxmlformats.org/officeDocument/2006/relationships/customXml" Target="../ink/ink564.xml"/><Relationship Id="rId51" Type="http://schemas.openxmlformats.org/officeDocument/2006/relationships/image" Target="../media/image596.png"/><Relationship Id="rId72" Type="http://schemas.openxmlformats.org/officeDocument/2006/relationships/customXml" Target="../ink/ink596.xml"/><Relationship Id="rId93" Type="http://schemas.openxmlformats.org/officeDocument/2006/relationships/image" Target="../media/image617.png"/><Relationship Id="rId98" Type="http://schemas.openxmlformats.org/officeDocument/2006/relationships/customXml" Target="../ink/ink609.xml"/><Relationship Id="rId121" Type="http://schemas.openxmlformats.org/officeDocument/2006/relationships/image" Target="../media/image631.png"/><Relationship Id="rId3" Type="http://schemas.openxmlformats.org/officeDocument/2006/relationships/image" Target="../media/image572.png"/><Relationship Id="rId25" Type="http://schemas.openxmlformats.org/officeDocument/2006/relationships/image" Target="../media/image583.png"/><Relationship Id="rId46" Type="http://schemas.openxmlformats.org/officeDocument/2006/relationships/customXml" Target="../ink/ink583.xml"/><Relationship Id="rId67" Type="http://schemas.openxmlformats.org/officeDocument/2006/relationships/image" Target="../media/image604.png"/><Relationship Id="rId116" Type="http://schemas.openxmlformats.org/officeDocument/2006/relationships/customXml" Target="../ink/ink618.xml"/><Relationship Id="rId20" Type="http://schemas.openxmlformats.org/officeDocument/2006/relationships/customXml" Target="../ink/ink570.xml"/><Relationship Id="rId41" Type="http://schemas.openxmlformats.org/officeDocument/2006/relationships/image" Target="../media/image591.png"/><Relationship Id="rId62" Type="http://schemas.openxmlformats.org/officeDocument/2006/relationships/customXml" Target="../ink/ink591.xml"/><Relationship Id="rId83" Type="http://schemas.openxmlformats.org/officeDocument/2006/relationships/image" Target="../media/image612.png"/><Relationship Id="rId88" Type="http://schemas.openxmlformats.org/officeDocument/2006/relationships/customXml" Target="../ink/ink604.xml"/><Relationship Id="rId111" Type="http://schemas.openxmlformats.org/officeDocument/2006/relationships/image" Target="../media/image626.png"/><Relationship Id="rId132" Type="http://schemas.openxmlformats.org/officeDocument/2006/relationships/customXml" Target="../ink/ink626.xml"/><Relationship Id="rId15" Type="http://schemas.openxmlformats.org/officeDocument/2006/relationships/image" Target="../media/image578.png"/><Relationship Id="rId36" Type="http://schemas.openxmlformats.org/officeDocument/2006/relationships/customXml" Target="../ink/ink578.xml"/><Relationship Id="rId57" Type="http://schemas.openxmlformats.org/officeDocument/2006/relationships/image" Target="../media/image599.png"/><Relationship Id="rId106" Type="http://schemas.openxmlformats.org/officeDocument/2006/relationships/customXml" Target="../ink/ink613.xml"/><Relationship Id="rId127" Type="http://schemas.openxmlformats.org/officeDocument/2006/relationships/image" Target="../media/image634.png"/><Relationship Id="rId10" Type="http://schemas.openxmlformats.org/officeDocument/2006/relationships/customXml" Target="../ink/ink565.xml"/><Relationship Id="rId31" Type="http://schemas.openxmlformats.org/officeDocument/2006/relationships/image" Target="../media/image586.png"/><Relationship Id="rId52" Type="http://schemas.openxmlformats.org/officeDocument/2006/relationships/customXml" Target="../ink/ink586.xml"/><Relationship Id="rId73" Type="http://schemas.openxmlformats.org/officeDocument/2006/relationships/image" Target="../media/image607.png"/><Relationship Id="rId78" Type="http://schemas.openxmlformats.org/officeDocument/2006/relationships/customXml" Target="../ink/ink599.xml"/><Relationship Id="rId94" Type="http://schemas.openxmlformats.org/officeDocument/2006/relationships/customXml" Target="../ink/ink607.xml"/><Relationship Id="rId99" Type="http://schemas.openxmlformats.org/officeDocument/2006/relationships/image" Target="../media/image620.png"/><Relationship Id="rId101" Type="http://schemas.openxmlformats.org/officeDocument/2006/relationships/image" Target="../media/image621.png"/><Relationship Id="rId122" Type="http://schemas.openxmlformats.org/officeDocument/2006/relationships/customXml" Target="../ink/ink621.xml"/><Relationship Id="rId4" Type="http://schemas.openxmlformats.org/officeDocument/2006/relationships/customXml" Target="../ink/ink562.xml"/><Relationship Id="rId9" Type="http://schemas.openxmlformats.org/officeDocument/2006/relationships/image" Target="../media/image575.png"/><Relationship Id="rId26" Type="http://schemas.openxmlformats.org/officeDocument/2006/relationships/customXml" Target="../ink/ink573.xml"/><Relationship Id="rId47" Type="http://schemas.openxmlformats.org/officeDocument/2006/relationships/image" Target="../media/image594.png"/><Relationship Id="rId68" Type="http://schemas.openxmlformats.org/officeDocument/2006/relationships/customXml" Target="../ink/ink594.xml"/><Relationship Id="rId89" Type="http://schemas.openxmlformats.org/officeDocument/2006/relationships/image" Target="../media/image615.png"/><Relationship Id="rId112" Type="http://schemas.openxmlformats.org/officeDocument/2006/relationships/customXml" Target="../ink/ink616.xml"/><Relationship Id="rId133" Type="http://schemas.openxmlformats.org/officeDocument/2006/relationships/image" Target="../media/image63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I and Machine Learning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Instructor: Mohammad Hasan</a:t>
            </a:r>
          </a:p>
          <a:p>
            <a:r>
              <a:rPr lang="en-US" sz="1600" dirty="0"/>
              <a:t>Office: 13-240</a:t>
            </a:r>
          </a:p>
          <a:p>
            <a:r>
              <a:rPr lang="en-US" sz="1600" dirty="0"/>
              <a:t>10/14/26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9176" y="1600724"/>
            <a:ext cx="7792510" cy="1277277"/>
          </a:xfrm>
        </p:spPr>
        <p:txBody>
          <a:bodyPr>
            <a:normAutofit/>
          </a:bodyPr>
          <a:lstStyle/>
          <a:p>
            <a:r>
              <a:rPr lang="en-US" sz="2800" dirty="0"/>
              <a:t>Digital Images and Vision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257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Digital Images</a:t>
            </a:r>
          </a:p>
          <a:p>
            <a:endParaRPr lang="en-US" dirty="0"/>
          </a:p>
          <a:p>
            <a:r>
              <a:rPr lang="en-US" dirty="0"/>
              <a:t>Digital Image Processing and Kernels</a:t>
            </a:r>
          </a:p>
          <a:p>
            <a:endParaRPr lang="en-US" dirty="0"/>
          </a:p>
          <a:p>
            <a:r>
              <a:rPr lang="en-US" dirty="0"/>
              <a:t>CNNs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21F68-F379-2CEB-B79D-D7DFCF008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6117021" y="4966138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38198D-9296-08EF-03DC-11B15B97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auto">
          <a:xfrm>
            <a:off x="5691352" y="4918841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endParaRPr lang="en-US" sz="2800">
              <a:solidFill>
                <a:srgbClr val="2955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63FC08-569F-5666-8E52-C78CDE71A1FF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698665"/>
            <a:ext cx="8318119" cy="3968751"/>
          </a:xfrm>
        </p:spPr>
        <p:txBody>
          <a:bodyPr/>
          <a:lstStyle/>
          <a:p>
            <a:r>
              <a:rPr lang="en-US" dirty="0"/>
              <a:t>So far, we have seen how neural networks are used for regression and classification problems.</a:t>
            </a:r>
          </a:p>
          <a:p>
            <a:endParaRPr lang="en-US" dirty="0"/>
          </a:p>
          <a:p>
            <a:r>
              <a:rPr lang="en-US" dirty="0"/>
              <a:t>In all these problems, features were either numerical or categorical (can be converted to numbers using One-Hot Encoding).</a:t>
            </a:r>
          </a:p>
          <a:p>
            <a:endParaRPr lang="en-US" dirty="0"/>
          </a:p>
          <a:p>
            <a:r>
              <a:rPr lang="en-US" dirty="0"/>
              <a:t>What if we deal with images?</a:t>
            </a:r>
          </a:p>
          <a:p>
            <a:endParaRPr lang="en-US" dirty="0"/>
          </a:p>
          <a:p>
            <a:r>
              <a:rPr lang="en-US" dirty="0"/>
              <a:t>How can we classify a handwritten digit?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5E13A0-F572-7C70-0D95-5DBB40CEE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Neural Networks for Regression and Classification</a:t>
            </a:r>
          </a:p>
        </p:txBody>
      </p:sp>
      <p:pic>
        <p:nvPicPr>
          <p:cNvPr id="11" name="Picture 10" descr="Medium">
            <a:hlinkClick r:id="rId2"/>
            <a:extLst>
              <a:ext uri="{FF2B5EF4-FFF2-40B4-BE49-F238E27FC236}">
                <a16:creationId xmlns:a16="http://schemas.microsoft.com/office/drawing/2014/main" id="{6AE4B549-850A-BCAD-11A3-999843412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166" y="2683040"/>
            <a:ext cx="31750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9808D6-AAA0-FDD9-FBD4-92D72B91FE10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Monochrome images: grey-scale images.</a:t>
            </a:r>
          </a:p>
          <a:p>
            <a:endParaRPr lang="en-US" dirty="0"/>
          </a:p>
          <a:p>
            <a:r>
              <a:rPr lang="en-US" dirty="0"/>
              <a:t>Digital images are made of pixels. </a:t>
            </a:r>
          </a:p>
          <a:p>
            <a:endParaRPr lang="en-US" dirty="0"/>
          </a:p>
          <a:p>
            <a:r>
              <a:rPr lang="en-US" dirty="0"/>
              <a:t>Pixel information is stored in a 2D array</a:t>
            </a:r>
          </a:p>
          <a:p>
            <a:endParaRPr lang="en-US" dirty="0"/>
          </a:p>
          <a:p>
            <a:r>
              <a:rPr lang="en-US" dirty="0"/>
              <a:t>White pixels: 255</a:t>
            </a:r>
          </a:p>
          <a:p>
            <a:r>
              <a:rPr lang="en-US" dirty="0"/>
              <a:t>Black pixels: 0</a:t>
            </a:r>
          </a:p>
          <a:p>
            <a:r>
              <a:rPr lang="en-US" dirty="0"/>
              <a:t>Greys: 1-254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4F34B3-CCE3-7457-47FC-7C3AE7169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Images (monochrome)</a:t>
            </a:r>
          </a:p>
        </p:txBody>
      </p:sp>
      <p:pic>
        <p:nvPicPr>
          <p:cNvPr id="4" name="Picture 3" descr="Monochrome pixel rainbow with clouds, retro digital black and white 8 bit  illustration, minimal aesthetic icon 73504030 Vector Art at Vecteezy">
            <a:extLst>
              <a:ext uri="{FF2B5EF4-FFF2-40B4-BE49-F238E27FC236}">
                <a16:creationId xmlns:a16="http://schemas.microsoft.com/office/drawing/2014/main" id="{E65A7C5E-A13D-F95D-09F3-69094E310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254" y="1620142"/>
            <a:ext cx="2220687" cy="222068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36DBC0-2238-BDFD-92D9-7336C3DB7136}"/>
              </a:ext>
            </a:extLst>
          </p:cNvPr>
          <p:cNvCxnSpPr/>
          <p:nvPr/>
        </p:nvCxnSpPr>
        <p:spPr>
          <a:xfrm>
            <a:off x="8676867" y="1620142"/>
            <a:ext cx="24332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3D70F9-9DC1-9AEF-63B9-8CD5D52FE040}"/>
              </a:ext>
            </a:extLst>
          </p:cNvPr>
          <p:cNvCxnSpPr/>
          <p:nvPr/>
        </p:nvCxnSpPr>
        <p:spPr>
          <a:xfrm>
            <a:off x="8676866" y="3840829"/>
            <a:ext cx="24332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AB4309-4083-9757-CA86-52A14B098382}"/>
              </a:ext>
            </a:extLst>
          </p:cNvPr>
          <p:cNvCxnSpPr>
            <a:cxnSpLocks/>
          </p:cNvCxnSpPr>
          <p:nvPr/>
        </p:nvCxnSpPr>
        <p:spPr>
          <a:xfrm>
            <a:off x="8604941" y="3884525"/>
            <a:ext cx="0" cy="2206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07A083-1157-AD7F-2A8B-3CBC44A44070}"/>
              </a:ext>
            </a:extLst>
          </p:cNvPr>
          <p:cNvCxnSpPr>
            <a:cxnSpLocks/>
          </p:cNvCxnSpPr>
          <p:nvPr/>
        </p:nvCxnSpPr>
        <p:spPr>
          <a:xfrm>
            <a:off x="6381259" y="3881820"/>
            <a:ext cx="0" cy="22068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6D04B86-4C1A-027A-6143-D85ADACC0343}"/>
              </a:ext>
            </a:extLst>
          </p:cNvPr>
          <p:cNvCxnSpPr/>
          <p:nvPr/>
        </p:nvCxnSpPr>
        <p:spPr>
          <a:xfrm>
            <a:off x="6381259" y="3992162"/>
            <a:ext cx="222368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465D31-0A70-7A28-742B-1EBD1A0E5941}"/>
              </a:ext>
            </a:extLst>
          </p:cNvPr>
          <p:cNvCxnSpPr>
            <a:cxnSpLocks/>
          </p:cNvCxnSpPr>
          <p:nvPr/>
        </p:nvCxnSpPr>
        <p:spPr>
          <a:xfrm flipV="1">
            <a:off x="8789513" y="1620142"/>
            <a:ext cx="9017" cy="222068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B39926A-BBA8-C6B3-46C9-75CD5B03131F}"/>
              </a:ext>
            </a:extLst>
          </p:cNvPr>
          <p:cNvSpPr/>
          <p:nvPr/>
        </p:nvSpPr>
        <p:spPr>
          <a:xfrm>
            <a:off x="6991142" y="3881820"/>
            <a:ext cx="1003916" cy="1841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980 </a:t>
            </a:r>
            <a:r>
              <a:rPr lang="en-US" dirty="0" err="1">
                <a:solidFill>
                  <a:sysClr val="windowText" lastClr="000000"/>
                </a:solidFill>
              </a:rPr>
              <a:t>px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DE0E1A-E2F7-B4B0-E723-0E105C0DDC18}"/>
              </a:ext>
            </a:extLst>
          </p:cNvPr>
          <p:cNvSpPr/>
          <p:nvPr/>
        </p:nvSpPr>
        <p:spPr>
          <a:xfrm rot="5400000" flipH="1">
            <a:off x="8231031" y="2590615"/>
            <a:ext cx="1158154" cy="18412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980 </a:t>
            </a:r>
            <a:r>
              <a:rPr lang="en-US" dirty="0" err="1">
                <a:solidFill>
                  <a:sysClr val="windowText" lastClr="000000"/>
                </a:solidFill>
              </a:rPr>
              <a:t>px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BEAA97D-9002-FD30-544E-BF6B3EC7B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368" y="3148679"/>
            <a:ext cx="1377950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0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98F63A-9AD6-8E3C-5DE0-D40202197864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Colored images are composed of different channels.</a:t>
            </a:r>
          </a:p>
          <a:p>
            <a:endParaRPr lang="en-US" dirty="0"/>
          </a:p>
          <a:p>
            <a:r>
              <a:rPr lang="en-US" dirty="0"/>
              <a:t>Colored images are made of RGB components (Red, Green, Blue).</a:t>
            </a:r>
          </a:p>
          <a:p>
            <a:endParaRPr lang="en-US" dirty="0"/>
          </a:p>
          <a:p>
            <a:r>
              <a:rPr lang="en-US" dirty="0"/>
              <a:t>Each components has its own “channel”</a:t>
            </a:r>
          </a:p>
          <a:p>
            <a:endParaRPr lang="en-US" dirty="0"/>
          </a:p>
          <a:p>
            <a:r>
              <a:rPr lang="en-US" dirty="0"/>
              <a:t>Colored Images are stored in 3D arrays.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BE02C8-5CBB-AFB9-B57C-F93887489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Images (Color Images)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595E4F-434E-512F-5624-87CF88FF2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4362" y="2730486"/>
            <a:ext cx="2846038" cy="189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026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257B61-F372-0D36-42CF-63EC4D696089}"/>
              </a:ext>
            </a:extLst>
          </p:cNvPr>
          <p:cNvPicPr>
            <a:picLocks noGrp="1" noChangeAspect="1"/>
          </p:cNvPicPr>
          <p:nvPr>
            <p:ph idx="26"/>
          </p:nvPr>
        </p:nvPicPr>
        <p:blipFill>
          <a:blip r:embed="rId2"/>
          <a:stretch>
            <a:fillRect/>
          </a:stretch>
        </p:blipFill>
        <p:spPr bwMode="auto">
          <a:xfrm>
            <a:off x="6966239" y="2486721"/>
            <a:ext cx="2055098" cy="207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F7DBA15-1CCD-3C56-C810-C478C064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Colored Images Representation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C4C1F8F-9ADD-38AF-D6AC-7968D41DEC84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1539A81-77B3-D22C-9E1A-1BAE4DE77EAC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C20D75A-3DE8-B66B-34FB-B4079535C7AF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E376365-3AF3-4284-C4AA-A35860BD4F6F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2634532"/>
              <a:ext cx="63767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8358DC-3C2C-A89A-4557-BAF5B38D4B94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3173896"/>
              <a:ext cx="63767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72D67E0-A460-49ED-FAE0-CA3133EFE336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3700007"/>
              <a:ext cx="63767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A6FE4EA-9B52-D8B9-7217-A79016BE576A}"/>
                </a:ext>
              </a:extLst>
            </p:cNvPr>
            <p:cNvCxnSpPr>
              <a:cxnSpLocks/>
            </p:cNvCxnSpPr>
            <p:nvPr/>
          </p:nvCxnSpPr>
          <p:spPr>
            <a:xfrm>
              <a:off x="403189" y="4240696"/>
              <a:ext cx="63767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7048C85-FFFB-F57D-BCC8-EE354F5D27CE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7D5E51D-FC70-3047-FBA6-E91C560D721A}"/>
                  </a:ext>
                </a:extLst>
              </p14:cNvPr>
              <p14:cNvContentPartPr/>
              <p14:nvPr/>
            </p14:nvContentPartPr>
            <p14:xfrm>
              <a:off x="722170" y="853425"/>
              <a:ext cx="1496520" cy="1825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7D5E51D-FC70-3047-FBA6-E91C560D72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7050" y="838305"/>
                <a:ext cx="15271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29EA6D6-28A6-76FF-9A9A-2CBCADEB3F2A}"/>
                  </a:ext>
                </a:extLst>
              </p14:cNvPr>
              <p14:cNvContentPartPr/>
              <p14:nvPr/>
            </p14:nvContentPartPr>
            <p14:xfrm>
              <a:off x="3012130" y="932625"/>
              <a:ext cx="20160" cy="835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29EA6D6-28A6-76FF-9A9A-2CBCADEB3F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97010" y="917211"/>
                <a:ext cx="50760" cy="113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8D2A206-D2B7-ACA9-D6F7-A27DD29FB035}"/>
                  </a:ext>
                </a:extLst>
              </p14:cNvPr>
              <p14:cNvContentPartPr/>
              <p14:nvPr/>
            </p14:nvContentPartPr>
            <p14:xfrm>
              <a:off x="2408770" y="841185"/>
              <a:ext cx="456840" cy="2052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8D2A206-D2B7-ACA9-D6F7-A27DD29FB03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93650" y="826038"/>
                <a:ext cx="487440" cy="2358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51122F3-6487-EE53-A726-D73DF320BFB6}"/>
                  </a:ext>
                </a:extLst>
              </p14:cNvPr>
              <p14:cNvContentPartPr/>
              <p14:nvPr/>
            </p14:nvContentPartPr>
            <p14:xfrm>
              <a:off x="3841930" y="952785"/>
              <a:ext cx="710640" cy="1508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51122F3-6487-EE53-A726-D73DF320BFB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26802" y="937665"/>
                <a:ext cx="741256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D4127E0-8065-02EC-3103-2CA8FCC4037E}"/>
                  </a:ext>
                </a:extLst>
              </p14:cNvPr>
              <p14:cNvContentPartPr/>
              <p14:nvPr/>
            </p14:nvContentPartPr>
            <p14:xfrm>
              <a:off x="3242170" y="868905"/>
              <a:ext cx="381240" cy="1749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D4127E0-8065-02EC-3103-2CA8FCC4037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27036" y="853785"/>
                <a:ext cx="411869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0F0D182-F798-F0D6-03C9-6D34F8F950F6}"/>
                  </a:ext>
                </a:extLst>
              </p14:cNvPr>
              <p14:cNvContentPartPr/>
              <p14:nvPr/>
            </p14:nvContentPartPr>
            <p14:xfrm>
              <a:off x="4996450" y="912465"/>
              <a:ext cx="147240" cy="990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0F0D182-F798-F0D6-03C9-6D34F8F950F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81330" y="897345"/>
                <a:ext cx="17784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ED86F18-2DE0-33FC-17E0-45524D4A4588}"/>
                  </a:ext>
                </a:extLst>
              </p14:cNvPr>
              <p14:cNvContentPartPr/>
              <p14:nvPr/>
            </p14:nvContentPartPr>
            <p14:xfrm>
              <a:off x="6373810" y="865305"/>
              <a:ext cx="115560" cy="1821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ED86F18-2DE0-33FC-17E0-45524D4A458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358330" y="850185"/>
                <a:ext cx="14580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094735A-0D83-D115-87B8-939D174CE732}"/>
                  </a:ext>
                </a:extLst>
              </p14:cNvPr>
              <p14:cNvContentPartPr/>
              <p14:nvPr/>
            </p14:nvContentPartPr>
            <p14:xfrm>
              <a:off x="5385250" y="916425"/>
              <a:ext cx="806400" cy="1350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094735A-0D83-D115-87B8-939D174CE73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370123" y="901305"/>
                <a:ext cx="837014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5A6B5317-8BF7-3AAC-D52E-06A662187DED}"/>
                  </a:ext>
                </a:extLst>
              </p14:cNvPr>
              <p14:cNvContentPartPr/>
              <p14:nvPr/>
            </p14:nvContentPartPr>
            <p14:xfrm>
              <a:off x="7885810" y="857385"/>
              <a:ext cx="441000" cy="2178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5A6B5317-8BF7-3AAC-D52E-06A662187DE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870330" y="842265"/>
                <a:ext cx="47124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0EF74798-9AC9-AF8B-FB0B-3C355FB3FC10}"/>
                  </a:ext>
                </a:extLst>
              </p14:cNvPr>
              <p14:cNvContentPartPr/>
              <p14:nvPr/>
            </p14:nvContentPartPr>
            <p14:xfrm>
              <a:off x="7004530" y="872865"/>
              <a:ext cx="742680" cy="2030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0EF74798-9AC9-AF8B-FB0B-3C355FB3FC1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89410" y="857718"/>
                <a:ext cx="772920" cy="2336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4A366DA-C3E1-9EAE-E7FB-C7A9253FDD4A}"/>
                  </a:ext>
                </a:extLst>
              </p14:cNvPr>
              <p14:cNvContentPartPr/>
              <p14:nvPr/>
            </p14:nvContentPartPr>
            <p14:xfrm>
              <a:off x="6456970" y="908505"/>
              <a:ext cx="401040" cy="1317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4A366DA-C3E1-9EAE-E7FB-C7A9253FDD4A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441850" y="893344"/>
                <a:ext cx="431640" cy="1624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EB2117F9-DF57-D465-8C8A-B9E578C4BE3A}"/>
                  </a:ext>
                </a:extLst>
              </p14:cNvPr>
              <p14:cNvContentPartPr/>
              <p14:nvPr/>
            </p14:nvContentPartPr>
            <p14:xfrm>
              <a:off x="2055610" y="1368945"/>
              <a:ext cx="980640" cy="1990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EB2117F9-DF57-D465-8C8A-B9E578C4BE3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040490" y="1353798"/>
                <a:ext cx="1011240" cy="2297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2DEF2DFB-AB41-4E1B-BE4C-E94BA942F9BB}"/>
                  </a:ext>
                </a:extLst>
              </p14:cNvPr>
              <p14:cNvContentPartPr/>
              <p14:nvPr/>
            </p14:nvContentPartPr>
            <p14:xfrm>
              <a:off x="684370" y="1273905"/>
              <a:ext cx="1158480" cy="3178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2DEF2DFB-AB41-4E1B-BE4C-E94BA942F9B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68890" y="1258425"/>
                <a:ext cx="118872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1DFD2ACF-10FE-260B-89F1-73C805A16CF3}"/>
                  </a:ext>
                </a:extLst>
              </p14:cNvPr>
              <p14:cNvContentPartPr/>
              <p14:nvPr/>
            </p14:nvContentPartPr>
            <p14:xfrm>
              <a:off x="1630810" y="1281825"/>
              <a:ext cx="32040" cy="558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1DFD2ACF-10FE-260B-89F1-73C805A16CF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615690" y="1266345"/>
                <a:ext cx="626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9F5DC241-8EF5-0CEE-EB37-1BC8A5512C28}"/>
                  </a:ext>
                </a:extLst>
              </p14:cNvPr>
              <p14:cNvContentPartPr/>
              <p14:nvPr/>
            </p14:nvContentPartPr>
            <p14:xfrm>
              <a:off x="543610" y="1865025"/>
              <a:ext cx="1968840" cy="3175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9F5DC241-8EF5-0CEE-EB37-1BC8A5512C2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28130" y="1849905"/>
                <a:ext cx="199944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31E326E6-80FF-483F-9137-6AFE4C8E65FA}"/>
                  </a:ext>
                </a:extLst>
              </p14:cNvPr>
              <p14:cNvContentPartPr/>
              <p14:nvPr/>
            </p14:nvContentPartPr>
            <p14:xfrm>
              <a:off x="2940490" y="1908945"/>
              <a:ext cx="710640" cy="7502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31E326E6-80FF-483F-9137-6AFE4C8E65F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925370" y="1893472"/>
                <a:ext cx="741240" cy="7804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C877FEE-B179-D8FE-962F-1AB77701D9E7}"/>
                  </a:ext>
                </a:extLst>
              </p14:cNvPr>
              <p14:cNvContentPartPr/>
              <p14:nvPr/>
            </p14:nvContentPartPr>
            <p14:xfrm>
              <a:off x="3131290" y="1777905"/>
              <a:ext cx="714600" cy="7898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C877FEE-B179-D8FE-962F-1AB77701D9E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115810" y="1762432"/>
                <a:ext cx="745200" cy="8204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1EE8B11D-EE52-BEEE-CDEC-8991B6E01D47}"/>
                  </a:ext>
                </a:extLst>
              </p14:cNvPr>
              <p14:cNvContentPartPr/>
              <p14:nvPr/>
            </p14:nvContentPartPr>
            <p14:xfrm>
              <a:off x="3385090" y="1666665"/>
              <a:ext cx="611640" cy="7862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1EE8B11D-EE52-BEEE-CDEC-8991B6E01D4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369970" y="1651545"/>
                <a:ext cx="641880" cy="81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DDBFB05-B202-A5E5-A507-258DFD748C62}"/>
                  </a:ext>
                </a:extLst>
              </p14:cNvPr>
              <p14:cNvContentPartPr/>
              <p14:nvPr/>
            </p14:nvContentPartPr>
            <p14:xfrm>
              <a:off x="3651130" y="2658825"/>
              <a:ext cx="139320" cy="1116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DDBFB05-B202-A5E5-A507-258DFD748C6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635650" y="2643705"/>
                <a:ext cx="16992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6EFFC73-6298-9271-7A0C-F5B16B834F29}"/>
                  </a:ext>
                </a:extLst>
              </p14:cNvPr>
              <p14:cNvContentPartPr/>
              <p14:nvPr/>
            </p14:nvContentPartPr>
            <p14:xfrm>
              <a:off x="3936970" y="2511945"/>
              <a:ext cx="103680" cy="12744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6EFFC73-6298-9271-7A0C-F5B16B834F2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921490" y="2496825"/>
                <a:ext cx="13392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0743C4D6-2577-2946-0FCD-B21ABC1B9FA7}"/>
                  </a:ext>
                </a:extLst>
              </p14:cNvPr>
              <p14:cNvContentPartPr/>
              <p14:nvPr/>
            </p14:nvContentPartPr>
            <p14:xfrm>
              <a:off x="3051730" y="2718585"/>
              <a:ext cx="91800" cy="1324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0743C4D6-2577-2946-0FCD-B21ABC1B9FA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036610" y="2703105"/>
                <a:ext cx="1220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F4D52F82-938C-4DD0-892B-31843D934210}"/>
                  </a:ext>
                </a:extLst>
              </p14:cNvPr>
              <p14:cNvContentPartPr/>
              <p14:nvPr/>
            </p14:nvContentPartPr>
            <p14:xfrm>
              <a:off x="4988530" y="1940625"/>
              <a:ext cx="525960" cy="16308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F4D52F82-938C-4DD0-892B-31843D93421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973410" y="1925145"/>
                <a:ext cx="5565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E507FC14-53FD-7E02-1EE2-C3C036FA83E8}"/>
                  </a:ext>
                </a:extLst>
              </p14:cNvPr>
              <p14:cNvContentPartPr/>
              <p14:nvPr/>
            </p14:nvContentPartPr>
            <p14:xfrm>
              <a:off x="4504690" y="1980225"/>
              <a:ext cx="238320" cy="1274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E507FC14-53FD-7E02-1EE2-C3C036FA83E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489547" y="1965105"/>
                <a:ext cx="268966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295D1EF8-A8D5-28E0-E9B7-A09662A76C2D}"/>
                  </a:ext>
                </a:extLst>
              </p14:cNvPr>
              <p14:cNvContentPartPr/>
              <p14:nvPr/>
            </p14:nvContentPartPr>
            <p14:xfrm>
              <a:off x="5917330" y="1940625"/>
              <a:ext cx="1119600" cy="17892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295D1EF8-A8D5-28E0-E9B7-A09662A76C2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901850" y="1925145"/>
                <a:ext cx="115020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DFE444CF-0FC5-A605-20DD-52852FD84AA6}"/>
                  </a:ext>
                </a:extLst>
              </p14:cNvPr>
              <p14:cNvContentPartPr/>
              <p14:nvPr/>
            </p14:nvContentPartPr>
            <p14:xfrm>
              <a:off x="305290" y="3551985"/>
              <a:ext cx="262440" cy="16668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DFE444CF-0FC5-A605-20DD-52852FD84AA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90170" y="3536505"/>
                <a:ext cx="29268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77624D0C-D635-7412-DC51-92BF1EA84AF1}"/>
                  </a:ext>
                </a:extLst>
              </p14:cNvPr>
              <p14:cNvContentPartPr/>
              <p14:nvPr/>
            </p14:nvContentPartPr>
            <p14:xfrm>
              <a:off x="1793530" y="2976705"/>
              <a:ext cx="667080" cy="1947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77624D0C-D635-7412-DC51-92BF1EA84AF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778410" y="2961557"/>
                <a:ext cx="697680" cy="2254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3CE4C86D-5EC3-10BA-3898-A3C5910525F9}"/>
                  </a:ext>
                </a:extLst>
              </p14:cNvPr>
              <p14:cNvContentPartPr/>
              <p14:nvPr/>
            </p14:nvContentPartPr>
            <p14:xfrm>
              <a:off x="948250" y="2986425"/>
              <a:ext cx="643680" cy="20088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3CE4C86D-5EC3-10BA-3898-A3C5910525F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33122" y="2971278"/>
                <a:ext cx="674297" cy="2315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CCBA78BE-318E-A8DB-7EAF-19E92073948F}"/>
                  </a:ext>
                </a:extLst>
              </p14:cNvPr>
              <p14:cNvContentPartPr/>
              <p14:nvPr/>
            </p14:nvContentPartPr>
            <p14:xfrm>
              <a:off x="440290" y="3019905"/>
              <a:ext cx="309960" cy="17928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CCBA78BE-318E-A8DB-7EAF-19E92073948F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25170" y="3004755"/>
                <a:ext cx="340560" cy="209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9A8FF7EE-8C8C-66A4-1248-1200A5A35B90}"/>
                  </a:ext>
                </a:extLst>
              </p14:cNvPr>
              <p14:cNvContentPartPr/>
              <p14:nvPr/>
            </p14:nvContentPartPr>
            <p14:xfrm>
              <a:off x="468010" y="3393225"/>
              <a:ext cx="397440" cy="111960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9A8FF7EE-8C8C-66A4-1248-1200A5A35B9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52876" y="3377745"/>
                <a:ext cx="428068" cy="11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F233097F-65D1-4AC6-E4B6-6C790E5CAA71}"/>
                  </a:ext>
                </a:extLst>
              </p14:cNvPr>
              <p14:cNvContentPartPr/>
              <p14:nvPr/>
            </p14:nvContentPartPr>
            <p14:xfrm>
              <a:off x="486370" y="3607425"/>
              <a:ext cx="105480" cy="201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F233097F-65D1-4AC6-E4B6-6C790E5CAA7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70890" y="3592305"/>
                <a:ext cx="1357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573BCA37-8E28-F4BB-76C3-A123D1691F5A}"/>
                  </a:ext>
                </a:extLst>
              </p14:cNvPr>
              <p14:cNvContentPartPr/>
              <p14:nvPr/>
            </p14:nvContentPartPr>
            <p14:xfrm>
              <a:off x="479890" y="3686625"/>
              <a:ext cx="106200" cy="2016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573BCA37-8E28-F4BB-76C3-A123D1691F5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64719" y="3671505"/>
                <a:ext cx="136543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1DE81699-53C7-8B7E-A555-5D467B23B949}"/>
                  </a:ext>
                </a:extLst>
              </p14:cNvPr>
              <p14:cNvContentPartPr/>
              <p14:nvPr/>
            </p14:nvContentPartPr>
            <p14:xfrm>
              <a:off x="833770" y="3476385"/>
              <a:ext cx="341280" cy="17496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1DE81699-53C7-8B7E-A555-5D467B23B949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18290" y="3461265"/>
                <a:ext cx="37188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8EE60479-107E-83A0-820E-BB3FB9F9FAF8}"/>
                  </a:ext>
                </a:extLst>
              </p14:cNvPr>
              <p14:cNvContentPartPr/>
              <p14:nvPr/>
            </p14:nvContentPartPr>
            <p14:xfrm>
              <a:off x="1428490" y="3523905"/>
              <a:ext cx="111600" cy="9180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8EE60479-107E-83A0-820E-BB3FB9F9FAF8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413370" y="3508785"/>
                <a:ext cx="1418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E5553213-F400-10B5-5963-84BAC3333B4A}"/>
                  </a:ext>
                </a:extLst>
              </p14:cNvPr>
              <p14:cNvContentPartPr/>
              <p14:nvPr/>
            </p14:nvContentPartPr>
            <p14:xfrm>
              <a:off x="1932490" y="3515985"/>
              <a:ext cx="103680" cy="10368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E5553213-F400-10B5-5963-84BAC3333B4A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917370" y="3500865"/>
                <a:ext cx="1339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FEA0BCA1-B6FD-1EAE-CFD3-435E641632C6}"/>
                  </a:ext>
                </a:extLst>
              </p14:cNvPr>
              <p14:cNvContentPartPr/>
              <p14:nvPr/>
            </p14:nvContentPartPr>
            <p14:xfrm>
              <a:off x="781570" y="3984345"/>
              <a:ext cx="349920" cy="1947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FEA0BCA1-B6FD-1EAE-CFD3-435E641632C6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66434" y="3969225"/>
                <a:ext cx="380552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E17FA47B-0EA9-2129-45BA-0AB7E1C52F52}"/>
                  </a:ext>
                </a:extLst>
              </p14:cNvPr>
              <p14:cNvContentPartPr/>
              <p14:nvPr/>
            </p14:nvContentPartPr>
            <p14:xfrm>
              <a:off x="1305370" y="3948705"/>
              <a:ext cx="361800" cy="18720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E17FA47B-0EA9-2129-45BA-0AB7E1C52F5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290235" y="3933556"/>
                <a:ext cx="392430" cy="2178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A364C352-3651-2F8D-ED3D-3A15C3F1745A}"/>
                  </a:ext>
                </a:extLst>
              </p14:cNvPr>
              <p14:cNvContentPartPr/>
              <p14:nvPr/>
            </p14:nvContentPartPr>
            <p14:xfrm>
              <a:off x="1900810" y="3948705"/>
              <a:ext cx="131040" cy="14688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A364C352-3651-2F8D-ED3D-3A15C3F1745A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885690" y="3933585"/>
                <a:ext cx="16128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24F43208-838E-B86A-3061-B561BFAE0DDC}"/>
                  </a:ext>
                </a:extLst>
              </p14:cNvPr>
              <p14:cNvContentPartPr/>
              <p14:nvPr/>
            </p14:nvContentPartPr>
            <p14:xfrm>
              <a:off x="876970" y="4341465"/>
              <a:ext cx="107640" cy="10764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24F43208-838E-B86A-3061-B561BFAE0DDC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61490" y="4326345"/>
                <a:ext cx="1378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04DEC3CC-D86B-1A3B-2166-330907C40838}"/>
                  </a:ext>
                </a:extLst>
              </p14:cNvPr>
              <p14:cNvContentPartPr/>
              <p14:nvPr/>
            </p14:nvContentPartPr>
            <p14:xfrm>
              <a:off x="1361170" y="4369545"/>
              <a:ext cx="83880" cy="11160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04DEC3CC-D86B-1A3B-2166-330907C4083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345690" y="4354065"/>
                <a:ext cx="11412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4FF1D794-6B41-4467-EA0B-D8D375F8E2B2}"/>
                  </a:ext>
                </a:extLst>
              </p14:cNvPr>
              <p14:cNvContentPartPr/>
              <p14:nvPr/>
            </p14:nvContentPartPr>
            <p14:xfrm>
              <a:off x="1793530" y="4301865"/>
              <a:ext cx="342000" cy="20700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4FF1D794-6B41-4467-EA0B-D8D375F8E2B2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778394" y="4286719"/>
                <a:ext cx="372632" cy="2376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BE17AAA4-BDE4-16C3-E04E-90AAB4E88E39}"/>
                  </a:ext>
                </a:extLst>
              </p14:cNvPr>
              <p14:cNvContentPartPr/>
              <p14:nvPr/>
            </p14:nvContentPartPr>
            <p14:xfrm>
              <a:off x="2242090" y="3405105"/>
              <a:ext cx="111600" cy="112716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BE17AAA4-BDE4-16C3-E04E-90AAB4E88E3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226970" y="3389625"/>
                <a:ext cx="141840" cy="11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B09E458C-A5CE-8B84-42A6-32B124A526AA}"/>
                  </a:ext>
                </a:extLst>
              </p14:cNvPr>
              <p14:cNvContentPartPr/>
              <p14:nvPr/>
            </p14:nvContentPartPr>
            <p14:xfrm>
              <a:off x="2984770" y="3488265"/>
              <a:ext cx="293400" cy="17496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B09E458C-A5CE-8B84-42A6-32B124A526AA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969669" y="3473145"/>
                <a:ext cx="323603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D7DCEFC1-9EE4-8499-7932-B56E2AD7D170}"/>
                  </a:ext>
                </a:extLst>
              </p14:cNvPr>
              <p14:cNvContentPartPr/>
              <p14:nvPr/>
            </p14:nvContentPartPr>
            <p14:xfrm>
              <a:off x="3309850" y="3293865"/>
              <a:ext cx="115560" cy="129024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D7DCEFC1-9EE4-8499-7932-B56E2AD7D17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294370" y="3278745"/>
                <a:ext cx="145800" cy="13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F2E44EAE-79EA-A0DB-6DFE-80850C11A95B}"/>
                  </a:ext>
                </a:extLst>
              </p14:cNvPr>
              <p14:cNvContentPartPr/>
              <p14:nvPr/>
            </p14:nvContentPartPr>
            <p14:xfrm>
              <a:off x="3468970" y="3397545"/>
              <a:ext cx="59400" cy="16272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F2E44EAE-79EA-A0DB-6DFE-80850C11A95B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453850" y="3382425"/>
                <a:ext cx="900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FFE687EB-4146-EF7F-2A21-FBD0CFD039A6}"/>
                  </a:ext>
                </a:extLst>
              </p14:cNvPr>
              <p14:cNvContentPartPr/>
              <p14:nvPr/>
            </p14:nvContentPartPr>
            <p14:xfrm>
              <a:off x="3869290" y="3377385"/>
              <a:ext cx="270360" cy="18504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FFE687EB-4146-EF7F-2A21-FBD0CFD039A6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854170" y="3361905"/>
                <a:ext cx="30060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08586E6C-C424-F5ED-2D79-D9FCD45F5DFF}"/>
                  </a:ext>
                </a:extLst>
              </p14:cNvPr>
              <p14:cNvContentPartPr/>
              <p14:nvPr/>
            </p14:nvContentPartPr>
            <p14:xfrm>
              <a:off x="4448890" y="3373425"/>
              <a:ext cx="75240" cy="15084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08586E6C-C424-F5ED-2D79-D9FCD45F5DFF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4433410" y="3357945"/>
                <a:ext cx="10584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50D3C157-6045-31C0-A887-0BC70E3BB1AD}"/>
                  </a:ext>
                </a:extLst>
              </p14:cNvPr>
              <p14:cNvContentPartPr/>
              <p14:nvPr/>
            </p14:nvContentPartPr>
            <p14:xfrm>
              <a:off x="3448810" y="3968865"/>
              <a:ext cx="51840" cy="15012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50D3C157-6045-31C0-A887-0BC70E3BB1A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433330" y="3953745"/>
                <a:ext cx="8244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48329D04-BA85-09F9-303C-4662A5A4851F}"/>
                  </a:ext>
                </a:extLst>
              </p14:cNvPr>
              <p14:cNvContentPartPr/>
              <p14:nvPr/>
            </p14:nvContentPartPr>
            <p14:xfrm>
              <a:off x="3805930" y="3905145"/>
              <a:ext cx="365400" cy="21060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48329D04-BA85-09F9-303C-4662A5A4851F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790450" y="3889665"/>
                <a:ext cx="3960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C1B0C702-A259-A626-806E-F7C1EA1A9F8B}"/>
                  </a:ext>
                </a:extLst>
              </p14:cNvPr>
              <p14:cNvContentPartPr/>
              <p14:nvPr/>
            </p14:nvContentPartPr>
            <p14:xfrm>
              <a:off x="4444930" y="3937185"/>
              <a:ext cx="83880" cy="15480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C1B0C702-A259-A626-806E-F7C1EA1A9F8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4429450" y="3922065"/>
                <a:ext cx="11412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CF6B0F3A-79C9-F295-03A8-378F7A50EDAE}"/>
                  </a:ext>
                </a:extLst>
              </p14:cNvPr>
              <p14:cNvContentPartPr/>
              <p14:nvPr/>
            </p14:nvContentPartPr>
            <p14:xfrm>
              <a:off x="3433330" y="4397265"/>
              <a:ext cx="67320" cy="12744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CF6B0F3A-79C9-F295-03A8-378F7A50EDAE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3417850" y="4381785"/>
                <a:ext cx="9792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CCD634C8-1140-C76E-A45D-B4C30CD3921F}"/>
                  </a:ext>
                </a:extLst>
              </p14:cNvPr>
              <p14:cNvContentPartPr/>
              <p14:nvPr/>
            </p14:nvContentPartPr>
            <p14:xfrm>
              <a:off x="3849490" y="4405545"/>
              <a:ext cx="51840" cy="13500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CCD634C8-1140-C76E-A45D-B4C30CD3921F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3834370" y="4390425"/>
                <a:ext cx="8244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B5509AF1-0B5C-F52C-FDB0-7DECC40AF5A3}"/>
                  </a:ext>
                </a:extLst>
              </p14:cNvPr>
              <p14:cNvContentPartPr/>
              <p14:nvPr/>
            </p14:nvContentPartPr>
            <p14:xfrm>
              <a:off x="4282210" y="4365585"/>
              <a:ext cx="302040" cy="17892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B5509AF1-0B5C-F52C-FDB0-7DECC40AF5A3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4266730" y="4350105"/>
                <a:ext cx="3326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56B38B40-31FA-CED1-8394-8FFE8EEFF0D8}"/>
                  </a:ext>
                </a:extLst>
              </p14:cNvPr>
              <p14:cNvContentPartPr/>
              <p14:nvPr/>
            </p14:nvContentPartPr>
            <p14:xfrm>
              <a:off x="4591810" y="3297825"/>
              <a:ext cx="131400" cy="1286280"/>
            </p14:xfrm>
          </p:contentPart>
        </mc:Choice>
        <mc:Fallback xmlns=""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56B38B40-31FA-CED1-8394-8FFE8EEFF0D8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4576330" y="3282705"/>
                <a:ext cx="162000" cy="13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F3435067-3804-D55D-6A29-DEB2ACBCB4FC}"/>
                  </a:ext>
                </a:extLst>
              </p14:cNvPr>
              <p14:cNvContentPartPr/>
              <p14:nvPr/>
            </p14:nvContentPartPr>
            <p14:xfrm>
              <a:off x="5290210" y="3490065"/>
              <a:ext cx="12240" cy="17280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F3435067-3804-D55D-6A29-DEB2ACBCB4FC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5275090" y="3474945"/>
                <a:ext cx="428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270B03FA-CADC-55A3-1BC8-BE8B3C4E1B8A}"/>
                  </a:ext>
                </a:extLst>
              </p14:cNvPr>
              <p14:cNvContentPartPr/>
              <p14:nvPr/>
            </p14:nvContentPartPr>
            <p14:xfrm>
              <a:off x="5286250" y="3500145"/>
              <a:ext cx="79560" cy="18684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270B03FA-CADC-55A3-1BC8-BE8B3C4E1B8A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270770" y="3485025"/>
                <a:ext cx="11016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1FAFE2F1-AE37-2629-1B3E-01F5F32D9894}"/>
                  </a:ext>
                </a:extLst>
              </p14:cNvPr>
              <p14:cNvContentPartPr/>
              <p14:nvPr/>
            </p14:nvContentPartPr>
            <p14:xfrm>
              <a:off x="5452930" y="3555945"/>
              <a:ext cx="59760" cy="1224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1FAFE2F1-AE37-2629-1B3E-01F5F32D9894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437810" y="3540465"/>
                <a:ext cx="903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BBD4BE9C-686E-79B4-F37C-289B66218223}"/>
                  </a:ext>
                </a:extLst>
              </p14:cNvPr>
              <p14:cNvContentPartPr/>
              <p14:nvPr/>
            </p14:nvContentPartPr>
            <p14:xfrm>
              <a:off x="5448970" y="3611385"/>
              <a:ext cx="59760" cy="1224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BBD4BE9C-686E-79B4-F37C-289B66218223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433490" y="3596265"/>
                <a:ext cx="903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1804A67E-EB8D-ECB2-5CEE-02591A9D358D}"/>
                  </a:ext>
                </a:extLst>
              </p14:cNvPr>
              <p14:cNvContentPartPr/>
              <p14:nvPr/>
            </p14:nvContentPartPr>
            <p14:xfrm>
              <a:off x="5520250" y="3281985"/>
              <a:ext cx="222480" cy="137340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1804A67E-EB8D-ECB2-5CEE-02591A9D358D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505130" y="3266865"/>
                <a:ext cx="253080" cy="140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5B51E23A-1161-2D3B-09D4-6293AFB04598}"/>
                  </a:ext>
                </a:extLst>
              </p14:cNvPr>
              <p14:cNvContentPartPr/>
              <p14:nvPr/>
            </p14:nvContentPartPr>
            <p14:xfrm>
              <a:off x="5742730" y="3436785"/>
              <a:ext cx="75600" cy="14328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5B51E23A-1161-2D3B-09D4-6293AFB04598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5727250" y="3421665"/>
                <a:ext cx="1062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7BF0349D-9346-7E0E-AFA6-5D8AE9767AE5}"/>
                  </a:ext>
                </a:extLst>
              </p14:cNvPr>
              <p14:cNvContentPartPr/>
              <p14:nvPr/>
            </p14:nvContentPartPr>
            <p14:xfrm>
              <a:off x="5825890" y="3440745"/>
              <a:ext cx="67680" cy="135360"/>
            </p14:xfrm>
          </p:contentPart>
        </mc:Choice>
        <mc:Fallback xmlns=""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7BF0349D-9346-7E0E-AFA6-5D8AE9767AE5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5810770" y="3425625"/>
                <a:ext cx="9828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360BA7D9-602E-F189-7087-047ECB9A627A}"/>
                  </a:ext>
                </a:extLst>
              </p14:cNvPr>
              <p14:cNvContentPartPr/>
              <p14:nvPr/>
            </p14:nvContentPartPr>
            <p14:xfrm>
              <a:off x="5849650" y="3413025"/>
              <a:ext cx="111600" cy="3996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360BA7D9-602E-F189-7087-047ECB9A627A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5834530" y="3397545"/>
                <a:ext cx="14184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24A86333-D99A-108F-61DA-7B9FB2F548D9}"/>
                  </a:ext>
                </a:extLst>
              </p14:cNvPr>
              <p14:cNvContentPartPr/>
              <p14:nvPr/>
            </p14:nvContentPartPr>
            <p14:xfrm>
              <a:off x="5917330" y="3409065"/>
              <a:ext cx="51840" cy="166680"/>
            </p14:xfrm>
          </p:contentPart>
        </mc:Choice>
        <mc:Fallback xmlns=""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24A86333-D99A-108F-61DA-7B9FB2F548D9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5901850" y="3393585"/>
                <a:ext cx="8244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967D5ED3-A2A3-3E0E-CC19-9510E414AA56}"/>
                  </a:ext>
                </a:extLst>
              </p14:cNvPr>
              <p14:cNvContentPartPr/>
              <p14:nvPr/>
            </p14:nvContentPartPr>
            <p14:xfrm>
              <a:off x="5929210" y="3405105"/>
              <a:ext cx="87840" cy="43920"/>
            </p14:xfrm>
          </p:contentPart>
        </mc:Choice>
        <mc:Fallback xmlns=""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967D5ED3-A2A3-3E0E-CC19-9510E414AA56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5913730" y="3389625"/>
                <a:ext cx="1180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8B0EC5FF-C720-B365-D300-BE8E53C89859}"/>
                  </a:ext>
                </a:extLst>
              </p14:cNvPr>
              <p14:cNvContentPartPr/>
              <p14:nvPr/>
            </p14:nvContentPartPr>
            <p14:xfrm>
              <a:off x="6278410" y="3428865"/>
              <a:ext cx="83880" cy="12744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8B0EC5FF-C720-B365-D300-BE8E53C89859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6263290" y="3413745"/>
                <a:ext cx="11412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09A7F8CD-5757-5169-AC86-2A936309D470}"/>
                  </a:ext>
                </a:extLst>
              </p14:cNvPr>
              <p14:cNvContentPartPr/>
              <p14:nvPr/>
            </p14:nvContentPartPr>
            <p14:xfrm>
              <a:off x="6627970" y="3429225"/>
              <a:ext cx="79200" cy="12636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09A7F8CD-5757-5169-AC86-2A936309D470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6612850" y="3414105"/>
                <a:ext cx="10980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9FFDDB97-B63B-1D15-3A17-4E4759887E6F}"/>
                  </a:ext>
                </a:extLst>
              </p14:cNvPr>
              <p14:cNvContentPartPr/>
              <p14:nvPr/>
            </p14:nvContentPartPr>
            <p14:xfrm>
              <a:off x="5690890" y="3992265"/>
              <a:ext cx="67680" cy="13104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9FFDDB97-B63B-1D15-3A17-4E4759887E6F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675770" y="3977145"/>
                <a:ext cx="982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896E716A-CE44-DC7B-C953-FAD9D3331975}"/>
                  </a:ext>
                </a:extLst>
              </p14:cNvPr>
              <p14:cNvContentPartPr/>
              <p14:nvPr/>
            </p14:nvContentPartPr>
            <p14:xfrm>
              <a:off x="6080050" y="3988305"/>
              <a:ext cx="95760" cy="12744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896E716A-CE44-DC7B-C953-FAD9D3331975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6064570" y="3973185"/>
                <a:ext cx="12600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13403A0D-EF11-CA75-45EC-59CE4497D917}"/>
                  </a:ext>
                </a:extLst>
              </p14:cNvPr>
              <p14:cNvContentPartPr/>
              <p14:nvPr/>
            </p14:nvContentPartPr>
            <p14:xfrm>
              <a:off x="6183010" y="3980385"/>
              <a:ext cx="67680" cy="12744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13403A0D-EF11-CA75-45EC-59CE4497D917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6167890" y="3965265"/>
                <a:ext cx="9828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1E7DE71C-AC2B-AFA6-1F18-8DFB331FAC1D}"/>
                  </a:ext>
                </a:extLst>
              </p14:cNvPr>
              <p14:cNvContentPartPr/>
              <p14:nvPr/>
            </p14:nvContentPartPr>
            <p14:xfrm>
              <a:off x="6198850" y="3960585"/>
              <a:ext cx="95760" cy="3600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1E7DE71C-AC2B-AFA6-1F18-8DFB331FAC1D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6183730" y="3945465"/>
                <a:ext cx="12600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34874426-66D6-E473-8025-4C37AFC8839B}"/>
                  </a:ext>
                </a:extLst>
              </p14:cNvPr>
              <p14:cNvContentPartPr/>
              <p14:nvPr/>
            </p14:nvContentPartPr>
            <p14:xfrm>
              <a:off x="6254650" y="3964545"/>
              <a:ext cx="79560" cy="14328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34874426-66D6-E473-8025-4C37AFC8839B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6239170" y="3949425"/>
                <a:ext cx="1101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747DBD57-2E22-3A59-9241-8558559FC790}"/>
                  </a:ext>
                </a:extLst>
              </p14:cNvPr>
              <p14:cNvContentPartPr/>
              <p14:nvPr/>
            </p14:nvContentPartPr>
            <p14:xfrm>
              <a:off x="6282370" y="3964545"/>
              <a:ext cx="91800" cy="4392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747DBD57-2E22-3A59-9241-8558559FC790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6267250" y="3949425"/>
                <a:ext cx="1220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81203029-07F4-93CD-1BAA-DF4610932DE7}"/>
                  </a:ext>
                </a:extLst>
              </p14:cNvPr>
              <p14:cNvContentPartPr/>
              <p14:nvPr/>
            </p14:nvContentPartPr>
            <p14:xfrm>
              <a:off x="6655330" y="3952665"/>
              <a:ext cx="79560" cy="15300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81203029-07F4-93CD-1BAA-DF4610932DE7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640210" y="3937545"/>
                <a:ext cx="11016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BE224ECD-15D3-7B5F-CB89-4A9B8B1EC7E8}"/>
                  </a:ext>
                </a:extLst>
              </p14:cNvPr>
              <p14:cNvContentPartPr/>
              <p14:nvPr/>
            </p14:nvContentPartPr>
            <p14:xfrm>
              <a:off x="5607730" y="4449105"/>
              <a:ext cx="55800" cy="11448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BE224ECD-15D3-7B5F-CB89-4A9B8B1EC7E8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5592250" y="4433985"/>
                <a:ext cx="864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287F6FD9-912E-1D51-53B7-B3D5BC205604}"/>
                  </a:ext>
                </a:extLst>
              </p14:cNvPr>
              <p14:cNvContentPartPr/>
              <p14:nvPr/>
            </p14:nvContentPartPr>
            <p14:xfrm>
              <a:off x="5984650" y="4405185"/>
              <a:ext cx="322200" cy="17100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287F6FD9-912E-1D51-53B7-B3D5BC205604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969530" y="4389705"/>
                <a:ext cx="35280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1844E54E-B629-B440-4795-F7CFEDA45A72}"/>
                  </a:ext>
                </a:extLst>
              </p14:cNvPr>
              <p14:cNvContentPartPr/>
              <p14:nvPr/>
            </p14:nvContentPartPr>
            <p14:xfrm>
              <a:off x="6619690" y="3309705"/>
              <a:ext cx="230760" cy="134172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1844E54E-B629-B440-4795-F7CFEDA45A72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6604546" y="3294585"/>
                <a:ext cx="261408" cy="137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530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8E2EE9-2D6A-DF9E-A7B3-57F78AA1272C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Color images can be represented with RGB triplets.</a:t>
            </a:r>
          </a:p>
          <a:p>
            <a:endParaRPr lang="en-US" dirty="0"/>
          </a:p>
          <a:p>
            <a:r>
              <a:rPr lang="en-US" dirty="0"/>
              <a:t>Another common alternative is HSV: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dirty="0"/>
              <a:t>Hue: color family</a:t>
            </a:r>
          </a:p>
          <a:p>
            <a:pPr>
              <a:buFontTx/>
              <a:buChar char="-"/>
            </a:pPr>
            <a:r>
              <a:rPr lang="en-US" dirty="0"/>
              <a:t>Saturation: vibrancy or color intensity</a:t>
            </a:r>
          </a:p>
          <a:p>
            <a:pPr>
              <a:buFontTx/>
              <a:buChar char="-"/>
            </a:pPr>
            <a:r>
              <a:rPr lang="en-US" dirty="0"/>
              <a:t>Value: brightness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Hue is a useful tool to identify colors in images.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2AAFA1-4F90-F1C0-1E09-280BF332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Color Representation</a:t>
            </a:r>
          </a:p>
        </p:txBody>
      </p:sp>
      <p:pic>
        <p:nvPicPr>
          <p:cNvPr id="4" name="Picture 3" descr="Conceptual depiction of the Hue-Saturation-Value (HSV) space at the... |  Download Scientific Diagram">
            <a:extLst>
              <a:ext uri="{FF2B5EF4-FFF2-40B4-BE49-F238E27FC236}">
                <a16:creationId xmlns:a16="http://schemas.microsoft.com/office/drawing/2014/main" id="{FD86E9F4-684F-B38E-B98A-EED947839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226" y="1283697"/>
            <a:ext cx="3767774" cy="257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2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18AB5B-5CB0-81FD-AEF6-51364AFCEF55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0" y="905398"/>
            <a:ext cx="3795277" cy="3650177"/>
          </a:xfrm>
        </p:spPr>
        <p:txBody>
          <a:bodyPr/>
          <a:lstStyle/>
          <a:p>
            <a:r>
              <a:rPr lang="en-US" dirty="0"/>
              <a:t>We may be tempted to utilize grey scale images for machine learning.</a:t>
            </a:r>
          </a:p>
          <a:p>
            <a:endParaRPr lang="en-US" dirty="0"/>
          </a:p>
          <a:p>
            <a:r>
              <a:rPr lang="en-US" dirty="0"/>
              <a:t>Consider a small 28 x 28 pixel image.</a:t>
            </a:r>
          </a:p>
          <a:p>
            <a:endParaRPr lang="en-US" dirty="0"/>
          </a:p>
          <a:p>
            <a:r>
              <a:rPr lang="en-US" dirty="0"/>
              <a:t>The image can be flattened into a vector of 784 elements (each is a feature)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DE9094-D62A-A26F-653F-6D912997B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 for Machine Learning</a:t>
            </a:r>
          </a:p>
        </p:txBody>
      </p:sp>
      <p:pic>
        <p:nvPicPr>
          <p:cNvPr id="4" name="Picture 3" descr="Neural Network taking flattened image as input on Make a GIF">
            <a:extLst>
              <a:ext uri="{FF2B5EF4-FFF2-40B4-BE49-F238E27FC236}">
                <a16:creationId xmlns:a16="http://schemas.microsoft.com/office/drawing/2014/main" id="{EC37FEE8-DB95-BF58-BF82-5BA31D47F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444" y="716768"/>
            <a:ext cx="4802459" cy="270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6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8A3593-1644-B99F-8E96-F49F4BBD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that it? Just Flatten Images?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7F204C-5057-BD02-961D-8FCB346D93A7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18B051E-879F-5D0C-5075-0F93C412FA9E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3204FE3-02A3-E2B8-5991-011557D99A0D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2949459-7C1E-5339-45D7-9A374C762376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D03EB4D-9CCA-7690-5B01-A2FD2BD82AC5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A47F98A-0909-F826-AD37-5F9F145F9BEA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56B4A82-D793-91B1-6D55-827B605C05F1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B254061-0CD4-99E4-F6A6-2D7116CE9991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61BA6C2-1504-D729-7716-4E9365E9520A}"/>
                  </a:ext>
                </a:extLst>
              </p14:cNvPr>
              <p14:cNvContentPartPr/>
              <p14:nvPr/>
            </p14:nvContentPartPr>
            <p14:xfrm>
              <a:off x="4583890" y="857025"/>
              <a:ext cx="416880" cy="1890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61BA6C2-1504-D729-7716-4E9365E952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68423" y="841905"/>
                <a:ext cx="447094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B8C1A74-BF5B-BA1C-DC42-FA849DEA6325}"/>
                  </a:ext>
                </a:extLst>
              </p14:cNvPr>
              <p14:cNvContentPartPr/>
              <p14:nvPr/>
            </p14:nvContentPartPr>
            <p14:xfrm>
              <a:off x="3980530" y="857025"/>
              <a:ext cx="377280" cy="2026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B8C1A74-BF5B-BA1C-DC42-FA849DEA63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65050" y="841905"/>
                <a:ext cx="4078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A15696B-F1BF-C44D-28F3-51306DD9D5F4}"/>
                  </a:ext>
                </a:extLst>
              </p14:cNvPr>
              <p14:cNvContentPartPr/>
              <p14:nvPr/>
            </p14:nvContentPartPr>
            <p14:xfrm>
              <a:off x="3242170" y="884745"/>
              <a:ext cx="540360" cy="1594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A15696B-F1BF-C44D-28F3-51306DD9D5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27040" y="869591"/>
                <a:ext cx="570980" cy="1901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23355AA-4B07-FF37-7D39-993B032F7A0E}"/>
                  </a:ext>
                </a:extLst>
              </p14:cNvPr>
              <p14:cNvContentPartPr/>
              <p14:nvPr/>
            </p14:nvContentPartPr>
            <p14:xfrm>
              <a:off x="2687050" y="964305"/>
              <a:ext cx="385200" cy="932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23355AA-4B07-FF37-7D39-993B032F7A0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71916" y="948825"/>
                <a:ext cx="415829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C0CF5DB-FDF5-DE36-82A2-B8D5FE236176}"/>
                  </a:ext>
                </a:extLst>
              </p14:cNvPr>
              <p14:cNvContentPartPr/>
              <p14:nvPr/>
            </p14:nvContentPartPr>
            <p14:xfrm>
              <a:off x="1539730" y="853425"/>
              <a:ext cx="976680" cy="2376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C0CF5DB-FDF5-DE36-82A2-B8D5FE2361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24610" y="838305"/>
                <a:ext cx="100728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4166271-E808-EE7B-AB1E-0CDD3CF3C1E0}"/>
                  </a:ext>
                </a:extLst>
              </p14:cNvPr>
              <p14:cNvContentPartPr/>
              <p14:nvPr/>
            </p14:nvContentPartPr>
            <p14:xfrm>
              <a:off x="815050" y="888705"/>
              <a:ext cx="542160" cy="1551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4166271-E808-EE7B-AB1E-0CDD3CF3C1E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9930" y="873585"/>
                <a:ext cx="5727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CB65136-7EE8-A5EE-F108-56204301A489}"/>
                  </a:ext>
                </a:extLst>
              </p14:cNvPr>
              <p14:cNvContentPartPr/>
              <p14:nvPr/>
            </p14:nvContentPartPr>
            <p14:xfrm>
              <a:off x="5226490" y="920745"/>
              <a:ext cx="163080" cy="1076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CB65136-7EE8-A5EE-F108-56204301A48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11370" y="905265"/>
                <a:ext cx="1936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C1C9A33-A4F0-EEEA-A7FC-E4431A2DD54D}"/>
                  </a:ext>
                </a:extLst>
              </p14:cNvPr>
              <p14:cNvContentPartPr/>
              <p14:nvPr/>
            </p14:nvContentPartPr>
            <p14:xfrm>
              <a:off x="6759010" y="833265"/>
              <a:ext cx="253800" cy="2329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C1C9A33-A4F0-EEEA-A7FC-E4431A2DD54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743890" y="818145"/>
                <a:ext cx="28440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D4D081F-D871-3BE3-D3B7-BE763F997DE9}"/>
                  </a:ext>
                </a:extLst>
              </p14:cNvPr>
              <p14:cNvContentPartPr/>
              <p14:nvPr/>
            </p14:nvContentPartPr>
            <p14:xfrm>
              <a:off x="5647330" y="821385"/>
              <a:ext cx="925200" cy="226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D4D081F-D871-3BE3-D3B7-BE763F997DE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32210" y="806265"/>
                <a:ext cx="95544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CAA7B20-7023-B08F-0441-BDDC0DCA08FE}"/>
                  </a:ext>
                </a:extLst>
              </p14:cNvPr>
              <p14:cNvContentPartPr/>
              <p14:nvPr/>
            </p14:nvContentPartPr>
            <p14:xfrm>
              <a:off x="6329890" y="944505"/>
              <a:ext cx="51840" cy="122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CAA7B20-7023-B08F-0441-BDDC0DCA08F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14770" y="929025"/>
                <a:ext cx="824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28945CC-03D8-543F-1605-172F2EEBB3F4}"/>
                  </a:ext>
                </a:extLst>
              </p14:cNvPr>
              <p14:cNvContentPartPr/>
              <p14:nvPr/>
            </p14:nvContentPartPr>
            <p14:xfrm>
              <a:off x="7230970" y="891585"/>
              <a:ext cx="824040" cy="1641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28945CC-03D8-543F-1605-172F2EEBB3F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215490" y="876139"/>
                <a:ext cx="854640" cy="194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5D42D38-F24A-D385-5240-00DF32131EDF}"/>
                  </a:ext>
                </a:extLst>
              </p14:cNvPr>
              <p14:cNvContentPartPr/>
              <p14:nvPr/>
            </p14:nvContentPartPr>
            <p14:xfrm>
              <a:off x="1253890" y="1436625"/>
              <a:ext cx="397800" cy="1652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5D42D38-F24A-D385-5240-00DF32131ED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38770" y="1421145"/>
                <a:ext cx="4280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973205B-2321-6717-ABC1-DC2C78CD6C74}"/>
                  </a:ext>
                </a:extLst>
              </p14:cNvPr>
              <p14:cNvContentPartPr/>
              <p14:nvPr/>
            </p14:nvContentPartPr>
            <p14:xfrm>
              <a:off x="1777690" y="1436625"/>
              <a:ext cx="929160" cy="1789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973205B-2321-6717-ABC1-DC2C78CD6C7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762570" y="1421145"/>
                <a:ext cx="95940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D220939-4E3F-CFED-F7C3-4B2DD0339544}"/>
                  </a:ext>
                </a:extLst>
              </p14:cNvPr>
              <p14:cNvContentPartPr/>
              <p14:nvPr/>
            </p14:nvContentPartPr>
            <p14:xfrm>
              <a:off x="2881090" y="1408905"/>
              <a:ext cx="1230480" cy="2383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D220939-4E3F-CFED-F7C3-4B2DD033954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65974" y="1393425"/>
                <a:ext cx="1260711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1D953D00-A2A1-932B-A9F0-A1734F134DE9}"/>
                  </a:ext>
                </a:extLst>
              </p14:cNvPr>
              <p14:cNvContentPartPr/>
              <p14:nvPr/>
            </p14:nvContentPartPr>
            <p14:xfrm>
              <a:off x="4305970" y="1382985"/>
              <a:ext cx="1063800" cy="2440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1D953D00-A2A1-932B-A9F0-A1734F134DE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290495" y="1367843"/>
                <a:ext cx="1094030" cy="2747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A4A9B72-7516-6748-8CDE-601824097EE8}"/>
                  </a:ext>
                </a:extLst>
              </p14:cNvPr>
              <p14:cNvContentPartPr/>
              <p14:nvPr/>
            </p14:nvContentPartPr>
            <p14:xfrm>
              <a:off x="5532130" y="1420785"/>
              <a:ext cx="586080" cy="1947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A4A9B72-7516-6748-8CDE-601824097EE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517010" y="1405305"/>
                <a:ext cx="6163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A32D5A7E-0E3E-F1C2-0AEE-B5A9157283B3}"/>
                  </a:ext>
                </a:extLst>
              </p14:cNvPr>
              <p14:cNvContentPartPr/>
              <p14:nvPr/>
            </p14:nvContentPartPr>
            <p14:xfrm>
              <a:off x="1650970" y="1940625"/>
              <a:ext cx="167040" cy="1710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A32D5A7E-0E3E-F1C2-0AEE-B5A9157283B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635490" y="1925145"/>
                <a:ext cx="19764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C01016D-BED0-A0D3-8AA3-A6F92AB15596}"/>
                  </a:ext>
                </a:extLst>
              </p14:cNvPr>
              <p14:cNvContentPartPr/>
              <p14:nvPr/>
            </p14:nvContentPartPr>
            <p14:xfrm>
              <a:off x="3531970" y="2059425"/>
              <a:ext cx="8280" cy="518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C01016D-BED0-A0D3-8AA3-A6F92AB1559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516850" y="2044305"/>
                <a:ext cx="3888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0CCD62A-E1CA-AE55-0C8C-79498B2779D7}"/>
                  </a:ext>
                </a:extLst>
              </p14:cNvPr>
              <p14:cNvContentPartPr/>
              <p14:nvPr/>
            </p14:nvContentPartPr>
            <p14:xfrm>
              <a:off x="2186650" y="1912905"/>
              <a:ext cx="1111680" cy="2185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0CCD62A-E1CA-AE55-0C8C-79498B2779D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71530" y="1897425"/>
                <a:ext cx="114228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394CB10F-D362-7288-2A83-082FF6E301D4}"/>
                  </a:ext>
                </a:extLst>
              </p14:cNvPr>
              <p14:cNvContentPartPr/>
              <p14:nvPr/>
            </p14:nvContentPartPr>
            <p14:xfrm>
              <a:off x="3829690" y="1905345"/>
              <a:ext cx="555840" cy="2124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394CB10F-D362-7288-2A83-082FF6E301D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14570" y="1889865"/>
                <a:ext cx="5864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293E6DF-8E5D-83F4-4906-F6749605AB0E}"/>
                  </a:ext>
                </a:extLst>
              </p14:cNvPr>
              <p14:cNvContentPartPr/>
              <p14:nvPr/>
            </p14:nvContentPartPr>
            <p14:xfrm>
              <a:off x="4532050" y="1944585"/>
              <a:ext cx="1099800" cy="997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293E6DF-8E5D-83F4-4906-F6749605AB0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516930" y="1929105"/>
                <a:ext cx="11300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A9AA4B01-AB77-0CAE-2387-007CEC310BD1}"/>
                  </a:ext>
                </a:extLst>
              </p14:cNvPr>
              <p14:cNvContentPartPr/>
              <p14:nvPr/>
            </p14:nvContentPartPr>
            <p14:xfrm>
              <a:off x="5838130" y="1896705"/>
              <a:ext cx="234000" cy="1234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A9AA4B01-AB77-0CAE-2387-007CEC310BD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823010" y="1881585"/>
                <a:ext cx="2646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BC12E35B-B9D8-9F27-AB12-22451B3DD8DC}"/>
                  </a:ext>
                </a:extLst>
              </p14:cNvPr>
              <p14:cNvContentPartPr/>
              <p14:nvPr/>
            </p14:nvContentPartPr>
            <p14:xfrm>
              <a:off x="1988290" y="2380905"/>
              <a:ext cx="1321920" cy="1674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BC12E35B-B9D8-9F27-AB12-22451B3DD8D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972810" y="2365752"/>
                <a:ext cx="1352520" cy="198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E79B90BC-7278-8B24-B1FC-576A5E8F5B52}"/>
                  </a:ext>
                </a:extLst>
              </p14:cNvPr>
              <p14:cNvContentPartPr/>
              <p14:nvPr/>
            </p14:nvContentPartPr>
            <p14:xfrm>
              <a:off x="3428650" y="2298105"/>
              <a:ext cx="1631880" cy="30924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E79B90BC-7278-8B24-B1FC-576A5E8F5B5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13527" y="2282967"/>
                <a:ext cx="1662487" cy="3398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B3C348E6-C7BC-DF01-454A-EC47371E1813}"/>
                  </a:ext>
                </a:extLst>
              </p14:cNvPr>
              <p14:cNvContentPartPr/>
              <p14:nvPr/>
            </p14:nvContentPartPr>
            <p14:xfrm>
              <a:off x="6369490" y="2365785"/>
              <a:ext cx="818280" cy="2365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B3C348E6-C7BC-DF01-454A-EC47371E181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354363" y="2350329"/>
                <a:ext cx="848893" cy="2667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6CC30A4E-4544-B1BA-CE54-658C89FDFF7E}"/>
                  </a:ext>
                </a:extLst>
              </p14:cNvPr>
              <p14:cNvContentPartPr/>
              <p14:nvPr/>
            </p14:nvContentPartPr>
            <p14:xfrm>
              <a:off x="5210650" y="2354985"/>
              <a:ext cx="980640" cy="27252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6CC30A4E-4544-B1BA-CE54-658C89FDFF7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195530" y="2339865"/>
                <a:ext cx="1011240" cy="3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14994D8B-196D-2296-34D6-ACEAAE868C11}"/>
                  </a:ext>
                </a:extLst>
              </p14:cNvPr>
              <p14:cNvContentPartPr/>
              <p14:nvPr/>
            </p14:nvContentPartPr>
            <p14:xfrm>
              <a:off x="7425370" y="2408985"/>
              <a:ext cx="1185120" cy="21456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14994D8B-196D-2296-34D6-ACEAAE868C1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410245" y="2393505"/>
                <a:ext cx="1215729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F41106A7-344C-7600-55E1-9D722AEC8861}"/>
                  </a:ext>
                </a:extLst>
              </p14:cNvPr>
              <p14:cNvContentPartPr/>
              <p14:nvPr/>
            </p14:nvContentPartPr>
            <p14:xfrm>
              <a:off x="1049410" y="3119265"/>
              <a:ext cx="113760" cy="1224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F41106A7-344C-7600-55E1-9D722AEC886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33930" y="3104145"/>
                <a:ext cx="1443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2D7A629E-892C-A92F-13CC-FCD90D4E32C1}"/>
                  </a:ext>
                </a:extLst>
              </p14:cNvPr>
              <p14:cNvContentPartPr/>
              <p14:nvPr/>
            </p14:nvContentPartPr>
            <p14:xfrm>
              <a:off x="1361170" y="2992185"/>
              <a:ext cx="861480" cy="22104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2D7A629E-892C-A92F-13CC-FCD90D4E32C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345690" y="2977040"/>
                <a:ext cx="892080" cy="251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1BA1136F-8DDA-41DF-398D-38E306089433}"/>
                  </a:ext>
                </a:extLst>
              </p14:cNvPr>
              <p14:cNvContentPartPr/>
              <p14:nvPr/>
            </p14:nvContentPartPr>
            <p14:xfrm>
              <a:off x="2381050" y="2956545"/>
              <a:ext cx="1274400" cy="23472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1BA1136F-8DDA-41DF-398D-38E30608943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365930" y="2941402"/>
                <a:ext cx="1305000" cy="265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FFB9905B-11AE-0A7E-23BD-9BED7504B27F}"/>
                  </a:ext>
                </a:extLst>
              </p14:cNvPr>
              <p14:cNvContentPartPr/>
              <p14:nvPr/>
            </p14:nvContentPartPr>
            <p14:xfrm>
              <a:off x="3787210" y="2992185"/>
              <a:ext cx="971280" cy="1792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FFB9905B-11AE-0A7E-23BD-9BED7504B27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772090" y="2977065"/>
                <a:ext cx="100188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60D12B29-B837-CB20-889D-9827D3930835}"/>
                  </a:ext>
                </a:extLst>
              </p14:cNvPr>
              <p14:cNvContentPartPr/>
              <p14:nvPr/>
            </p14:nvContentPartPr>
            <p14:xfrm>
              <a:off x="4861450" y="3008025"/>
              <a:ext cx="1675440" cy="18900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60D12B29-B837-CB20-889D-9827D393083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846327" y="2992905"/>
                <a:ext cx="1706047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07DF03B4-5D6E-D919-C063-29F5CD4348E3}"/>
                  </a:ext>
                </a:extLst>
              </p14:cNvPr>
              <p14:cNvContentPartPr/>
              <p14:nvPr/>
            </p14:nvContentPartPr>
            <p14:xfrm>
              <a:off x="6726970" y="3107385"/>
              <a:ext cx="277920" cy="918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07DF03B4-5D6E-D919-C063-29F5CD4348E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711510" y="3092265"/>
                <a:ext cx="308121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E3838548-F053-C5D8-5097-8435A815AE6B}"/>
                  </a:ext>
                </a:extLst>
              </p14:cNvPr>
              <p14:cNvContentPartPr/>
              <p14:nvPr/>
            </p14:nvContentPartPr>
            <p14:xfrm>
              <a:off x="7191370" y="2976345"/>
              <a:ext cx="990360" cy="24660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E3838548-F053-C5D8-5097-8435A815AE6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175896" y="2961225"/>
                <a:ext cx="1020949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9FF272B4-5E33-8AA3-1077-EC3843C3F3C3}"/>
                  </a:ext>
                </a:extLst>
              </p14:cNvPr>
              <p14:cNvContentPartPr/>
              <p14:nvPr/>
            </p14:nvContentPartPr>
            <p14:xfrm>
              <a:off x="960130" y="3670785"/>
              <a:ext cx="115560" cy="36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9FF272B4-5E33-8AA3-1077-EC3843C3F3C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45010" y="3655665"/>
                <a:ext cx="1458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7E92D674-CA64-F3EF-D720-2A5388035C1F}"/>
                  </a:ext>
                </a:extLst>
              </p14:cNvPr>
              <p14:cNvContentPartPr/>
              <p14:nvPr/>
            </p14:nvContentPartPr>
            <p14:xfrm>
              <a:off x="1245970" y="3532185"/>
              <a:ext cx="460800" cy="17100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7E92D674-CA64-F3EF-D720-2A5388035C1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230850" y="3516705"/>
                <a:ext cx="49140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26997375-BE2A-560A-3A03-6224DC9D591A}"/>
                  </a:ext>
                </a:extLst>
              </p14:cNvPr>
              <p14:cNvContentPartPr/>
              <p14:nvPr/>
            </p14:nvContentPartPr>
            <p14:xfrm>
              <a:off x="2940490" y="3571785"/>
              <a:ext cx="20520" cy="7956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26997375-BE2A-560A-3A03-6224DC9D591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925100" y="3556305"/>
                <a:ext cx="51666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A6402B63-8B14-40EF-6BBA-4E73477B124D}"/>
                  </a:ext>
                </a:extLst>
              </p14:cNvPr>
              <p14:cNvContentPartPr/>
              <p14:nvPr/>
            </p14:nvContentPartPr>
            <p14:xfrm>
              <a:off x="1896850" y="3484305"/>
              <a:ext cx="889560" cy="27432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A6402B63-8B14-40EF-6BBA-4E73477B124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881724" y="3469185"/>
                <a:ext cx="920172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B995E067-6AF7-4388-EE0C-35AA0F5C3A0F}"/>
                  </a:ext>
                </a:extLst>
              </p14:cNvPr>
              <p14:cNvContentPartPr/>
              <p14:nvPr/>
            </p14:nvContentPartPr>
            <p14:xfrm>
              <a:off x="3139210" y="3486105"/>
              <a:ext cx="1238400" cy="22500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B995E067-6AF7-4388-EE0C-35AA0F5C3A0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123734" y="3470961"/>
                <a:ext cx="1268631" cy="2556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0F718B1E-DBFF-428B-EA49-C1CC8E0F38D1}"/>
                  </a:ext>
                </a:extLst>
              </p14:cNvPr>
              <p14:cNvContentPartPr/>
              <p14:nvPr/>
            </p14:nvContentPartPr>
            <p14:xfrm>
              <a:off x="5583970" y="3494385"/>
              <a:ext cx="980640" cy="27612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0F718B1E-DBFF-428B-EA49-C1CC8E0F38D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568490" y="3479265"/>
                <a:ext cx="101124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04EA5A97-95B6-700C-FE48-3094E456C3B0}"/>
                  </a:ext>
                </a:extLst>
              </p14:cNvPr>
              <p14:cNvContentPartPr/>
              <p14:nvPr/>
            </p14:nvContentPartPr>
            <p14:xfrm>
              <a:off x="4571650" y="3559905"/>
              <a:ext cx="804240" cy="17100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04EA5A97-95B6-700C-FE48-3094E456C3B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556523" y="3544425"/>
                <a:ext cx="834854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0F477840-7F75-A024-BF8C-D815CBBE0C4F}"/>
                  </a:ext>
                </a:extLst>
              </p14:cNvPr>
              <p14:cNvContentPartPr/>
              <p14:nvPr/>
            </p14:nvContentPartPr>
            <p14:xfrm>
              <a:off x="6707170" y="3508065"/>
              <a:ext cx="900720" cy="22248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0F477840-7F75-A024-BF8C-D815CBBE0C4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691690" y="3492945"/>
                <a:ext cx="93132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47071357-D62A-34A0-6BF4-8FCF00A3759B}"/>
                  </a:ext>
                </a:extLst>
              </p14:cNvPr>
              <p14:cNvContentPartPr/>
              <p14:nvPr/>
            </p14:nvContentPartPr>
            <p14:xfrm>
              <a:off x="7770610" y="3558105"/>
              <a:ext cx="238680" cy="13284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47071357-D62A-34A0-6BF4-8FCF00A3759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755467" y="3542667"/>
                <a:ext cx="269326" cy="1629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DFEC059B-E14B-8943-96AD-C2F24FE9BC29}"/>
                  </a:ext>
                </a:extLst>
              </p14:cNvPr>
              <p14:cNvContentPartPr/>
              <p14:nvPr/>
            </p14:nvContentPartPr>
            <p14:xfrm>
              <a:off x="1500130" y="4048065"/>
              <a:ext cx="4718520" cy="29556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DFEC059B-E14B-8943-96AD-C2F24FE9BC2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484651" y="4032604"/>
                <a:ext cx="4748758" cy="3257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3D0A8263-9646-5B2C-91B3-267794EEED57}"/>
                  </a:ext>
                </a:extLst>
              </p14:cNvPr>
              <p14:cNvContentPartPr/>
              <p14:nvPr/>
            </p14:nvContentPartPr>
            <p14:xfrm>
              <a:off x="6302530" y="4052025"/>
              <a:ext cx="1593720" cy="30168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3D0A8263-9646-5B2C-91B3-267794EEED5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287410" y="4036563"/>
                <a:ext cx="1623960" cy="33224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673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C8FCDD-DD38-A9AB-12DC-BE08E18B4971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Prior to machine learning, images were studied using image processing techniques.</a:t>
            </a:r>
          </a:p>
          <a:p>
            <a:endParaRPr lang="en-US" dirty="0"/>
          </a:p>
          <a:p>
            <a:r>
              <a:rPr lang="en-US" dirty="0"/>
              <a:t>These techniques utilized matrix operations on images</a:t>
            </a:r>
          </a:p>
          <a:p>
            <a:endParaRPr lang="en-US" dirty="0"/>
          </a:p>
          <a:p>
            <a:r>
              <a:rPr lang="en-US" dirty="0"/>
              <a:t>Software like Photoshop applies filters using “</a:t>
            </a:r>
            <a:r>
              <a:rPr lang="en-US" i="1" dirty="0"/>
              <a:t>masks</a:t>
            </a:r>
            <a:r>
              <a:rPr lang="en-US" dirty="0"/>
              <a:t>” and “</a:t>
            </a:r>
            <a:r>
              <a:rPr lang="en-US" i="1" dirty="0"/>
              <a:t>kernels</a:t>
            </a:r>
            <a:r>
              <a:rPr lang="en-US" dirty="0"/>
              <a:t>”.</a:t>
            </a:r>
          </a:p>
          <a:p>
            <a:endParaRPr lang="en-US" dirty="0"/>
          </a:p>
          <a:p>
            <a:r>
              <a:rPr lang="en-US" dirty="0"/>
              <a:t>These filters are applied through a convolution operation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8A3528-BA57-7B95-5549-AF66585A0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 Images</a:t>
            </a:r>
          </a:p>
        </p:txBody>
      </p:sp>
    </p:spTree>
    <p:extLst>
      <p:ext uri="{BB962C8B-B14F-4D97-AF65-F5344CB8AC3E}">
        <p14:creationId xmlns:p14="http://schemas.microsoft.com/office/powerpoint/2010/main" val="175636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A37840-A869-6357-DB7A-BCDBB5C81DCB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1" y="905398"/>
            <a:ext cx="5307662" cy="3650177"/>
          </a:xfrm>
        </p:spPr>
        <p:txBody>
          <a:bodyPr/>
          <a:lstStyle/>
          <a:p>
            <a:r>
              <a:rPr lang="en-US" dirty="0"/>
              <a:t>A mask is an array (which is typically smaller than the image)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mask is applied to parts of the image.</a:t>
            </a:r>
          </a:p>
          <a:p>
            <a:endParaRPr lang="en-US" dirty="0"/>
          </a:p>
          <a:p>
            <a:r>
              <a:rPr lang="en-US" dirty="0"/>
              <a:t>The mask slides through the image with a defined </a:t>
            </a:r>
            <a:r>
              <a:rPr lang="en-US" i="1" dirty="0"/>
              <a:t>stride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 new image is constructed after the mask is applied.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E0E556-1154-FB86-F3A1-192E2727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Masks/Kernels</a:t>
            </a:r>
          </a:p>
        </p:txBody>
      </p:sp>
      <p:pic>
        <p:nvPicPr>
          <p:cNvPr id="4" name="Picture 3" descr="File:2D Convolution Animation.gif - Wikimedia Commons">
            <a:extLst>
              <a:ext uri="{FF2B5EF4-FFF2-40B4-BE49-F238E27FC236}">
                <a16:creationId xmlns:a16="http://schemas.microsoft.com/office/drawing/2014/main" id="{E5AB7811-5441-5614-DE86-4356BCE15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262" y="905398"/>
            <a:ext cx="3412738" cy="301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93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C9A2DD-37F4-068A-CF99-99E03B8FC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Convolution Operation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831FD6-F223-69FA-E0CE-78DDF0C67313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B5FBDF7-2CC1-45E5-81F2-FB4E54875161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0E89D2F-DE80-470C-BC54-2BC3B19D7E04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4AE6B5B-2DC3-4037-C31D-45144F3FDD02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01D08D1-2BF5-C729-6699-C58322457A09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34C31EC-57A0-F9CB-201E-0A7AE682F28E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CC357FF-8367-E146-8985-7F97BD7A8EC7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36BBC3F-4B09-C8A3-8933-39CECDD71043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8C2ABF3-AE25-2891-B7A2-D61908569754}"/>
                  </a:ext>
                </a:extLst>
              </p14:cNvPr>
              <p14:cNvContentPartPr/>
              <p14:nvPr/>
            </p14:nvContentPartPr>
            <p14:xfrm>
              <a:off x="516250" y="878625"/>
              <a:ext cx="674640" cy="207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8C2ABF3-AE25-2891-B7A2-D619085697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770" y="863479"/>
                <a:ext cx="705240" cy="2380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A17B6E0-1BAE-7388-683D-078324B62752}"/>
                  </a:ext>
                </a:extLst>
              </p14:cNvPr>
              <p14:cNvContentPartPr/>
              <p14:nvPr/>
            </p14:nvContentPartPr>
            <p14:xfrm>
              <a:off x="2071450" y="898425"/>
              <a:ext cx="719640" cy="1695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A17B6E0-1BAE-7388-683D-078324B627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56330" y="883273"/>
                <a:ext cx="750240" cy="2002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C37D7A6-D7F8-513A-765F-F93B0E7CD2B0}"/>
                  </a:ext>
                </a:extLst>
              </p14:cNvPr>
              <p14:cNvContentPartPr/>
              <p14:nvPr/>
            </p14:nvContentPartPr>
            <p14:xfrm>
              <a:off x="1337410" y="944505"/>
              <a:ext cx="540000" cy="1072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C37D7A6-D7F8-513A-765F-F93B0E7CD2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21930" y="929077"/>
                <a:ext cx="570600" cy="1374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006217F-7BB7-FA08-E90D-929C094473E2}"/>
                  </a:ext>
                </a:extLst>
              </p14:cNvPr>
              <p14:cNvContentPartPr/>
              <p14:nvPr/>
            </p14:nvContentPartPr>
            <p14:xfrm>
              <a:off x="2952730" y="876825"/>
              <a:ext cx="651240" cy="191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006217F-7BB7-FA08-E90D-929C094473E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37250" y="861676"/>
                <a:ext cx="681840" cy="2218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C7BBE1B-5F45-B295-C6FD-E5690817B192}"/>
                  </a:ext>
                </a:extLst>
              </p14:cNvPr>
              <p14:cNvContentPartPr/>
              <p14:nvPr/>
            </p14:nvContentPartPr>
            <p14:xfrm>
              <a:off x="3813850" y="888705"/>
              <a:ext cx="631080" cy="1792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C7BBE1B-5F45-B295-C6FD-E5690817B19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98370" y="873555"/>
                <a:ext cx="661320" cy="209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1709A3F-4088-4D5A-7977-E19E761DDCAA}"/>
                  </a:ext>
                </a:extLst>
              </p14:cNvPr>
              <p14:cNvContentPartPr/>
              <p14:nvPr/>
            </p14:nvContentPartPr>
            <p14:xfrm>
              <a:off x="4623490" y="976185"/>
              <a:ext cx="151200" cy="676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1709A3F-4088-4D5A-7977-E19E761DDCA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08010" y="960705"/>
                <a:ext cx="18180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92683F3-DD2A-C699-2F32-164B16379E93}"/>
                  </a:ext>
                </a:extLst>
              </p14:cNvPr>
              <p14:cNvContentPartPr/>
              <p14:nvPr/>
            </p14:nvContentPartPr>
            <p14:xfrm>
              <a:off x="5020210" y="864945"/>
              <a:ext cx="714960" cy="1890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92683F3-DD2A-C699-2F32-164B16379E9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05082" y="849825"/>
                <a:ext cx="745575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42D9662-A761-5316-3A7F-4E4A7F98B646}"/>
                  </a:ext>
                </a:extLst>
              </p14:cNvPr>
              <p14:cNvContentPartPr/>
              <p14:nvPr/>
            </p14:nvContentPartPr>
            <p14:xfrm>
              <a:off x="7472890" y="881145"/>
              <a:ext cx="861840" cy="1789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42D9662-A761-5316-3A7F-4E4A7F98B64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57764" y="865995"/>
                <a:ext cx="892453" cy="2095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07941EA-6787-9FAE-665E-AD233A510121}"/>
                  </a:ext>
                </a:extLst>
              </p14:cNvPr>
              <p14:cNvContentPartPr/>
              <p14:nvPr/>
            </p14:nvContentPartPr>
            <p14:xfrm>
              <a:off x="6294250" y="869265"/>
              <a:ext cx="1000800" cy="2217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07941EA-6787-9FAE-665E-AD233A51012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279125" y="854145"/>
                <a:ext cx="1031411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B877940-FCBB-C2FC-D92A-94026A39F425}"/>
                  </a:ext>
                </a:extLst>
              </p14:cNvPr>
              <p14:cNvContentPartPr/>
              <p14:nvPr/>
            </p14:nvContentPartPr>
            <p14:xfrm>
              <a:off x="491770" y="1460385"/>
              <a:ext cx="758520" cy="1908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B877940-FCBB-C2FC-D92A-94026A39F42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6650" y="1444905"/>
                <a:ext cx="7887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30274845-8B56-4EA9-6353-466BE139318A}"/>
                  </a:ext>
                </a:extLst>
              </p14:cNvPr>
              <p14:cNvContentPartPr/>
              <p14:nvPr/>
            </p14:nvContentPartPr>
            <p14:xfrm>
              <a:off x="1373050" y="1408905"/>
              <a:ext cx="635400" cy="17100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30274845-8B56-4EA9-6353-466BE139318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57930" y="1393425"/>
                <a:ext cx="66600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BB3CEF8-9E6E-B149-2AB7-D6A6330C1389}"/>
                  </a:ext>
                </a:extLst>
              </p14:cNvPr>
              <p14:cNvContentPartPr/>
              <p14:nvPr/>
            </p14:nvContentPartPr>
            <p14:xfrm>
              <a:off x="202690" y="972225"/>
              <a:ext cx="102960" cy="162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BB3CEF8-9E6E-B149-2AB7-D6A6330C138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7570" y="956745"/>
                <a:ext cx="1335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0B5C7D8C-E198-9373-D52B-348F66814AF1}"/>
                  </a:ext>
                </a:extLst>
              </p14:cNvPr>
              <p14:cNvContentPartPr/>
              <p14:nvPr/>
            </p14:nvContentPartPr>
            <p14:xfrm>
              <a:off x="249850" y="1892745"/>
              <a:ext cx="1266120" cy="1872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0B5C7D8C-E198-9373-D52B-348F66814AF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4734" y="1877596"/>
                <a:ext cx="1296351" cy="2178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4DF5E84C-649C-1BD7-4EC8-DE558B2B7463}"/>
                  </a:ext>
                </a:extLst>
              </p14:cNvPr>
              <p14:cNvContentPartPr/>
              <p14:nvPr/>
            </p14:nvContentPartPr>
            <p14:xfrm>
              <a:off x="2635210" y="1912905"/>
              <a:ext cx="174960" cy="1353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4DF5E84C-649C-1BD7-4EC8-DE558B2B746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619730" y="1897425"/>
                <a:ext cx="20556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7C35A9F1-0526-A843-3F7C-6C8682DD85F3}"/>
                  </a:ext>
                </a:extLst>
              </p14:cNvPr>
              <p14:cNvContentPartPr/>
              <p14:nvPr/>
            </p14:nvContentPartPr>
            <p14:xfrm>
              <a:off x="1674730" y="1897785"/>
              <a:ext cx="714600" cy="2336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7C35A9F1-0526-A843-3F7C-6C8682DD85F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59250" y="1882665"/>
                <a:ext cx="74520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E2CB2FB-B4D6-E5B7-9282-4124C61967ED}"/>
                  </a:ext>
                </a:extLst>
              </p14:cNvPr>
              <p14:cNvContentPartPr/>
              <p14:nvPr/>
            </p14:nvContentPartPr>
            <p14:xfrm>
              <a:off x="1468090" y="2369745"/>
              <a:ext cx="203040" cy="2059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E2CB2FB-B4D6-E5B7-9282-4124C61967E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52943" y="2354265"/>
                <a:ext cx="233694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72A3FE91-0422-E602-D1A8-BB10EBF5CC4E}"/>
                  </a:ext>
                </a:extLst>
              </p14:cNvPr>
              <p14:cNvContentPartPr/>
              <p14:nvPr/>
            </p14:nvContentPartPr>
            <p14:xfrm>
              <a:off x="218170" y="2389185"/>
              <a:ext cx="1095840" cy="2088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72A3FE91-0422-E602-D1A8-BB10EBF5CC4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02690" y="2373705"/>
                <a:ext cx="112608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9C7EA48-8CA3-1DF5-8CFD-4090751399DB}"/>
                  </a:ext>
                </a:extLst>
              </p14:cNvPr>
              <p14:cNvContentPartPr/>
              <p14:nvPr/>
            </p14:nvContentPartPr>
            <p14:xfrm>
              <a:off x="2456650" y="2389185"/>
              <a:ext cx="708840" cy="2026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9C7EA48-8CA3-1DF5-8CFD-4090751399D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441170" y="2373705"/>
                <a:ext cx="7394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A0ADB98C-3602-CB44-CE9F-81D28885AEA6}"/>
                  </a:ext>
                </a:extLst>
              </p14:cNvPr>
              <p14:cNvContentPartPr/>
              <p14:nvPr/>
            </p14:nvContentPartPr>
            <p14:xfrm>
              <a:off x="1865170" y="2395305"/>
              <a:ext cx="372960" cy="1882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A0ADB98C-3602-CB44-CE9F-81D28885AEA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850050" y="2379825"/>
                <a:ext cx="40356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52857538-0131-B32E-3301-04703F522843}"/>
                  </a:ext>
                </a:extLst>
              </p14:cNvPr>
              <p14:cNvContentPartPr/>
              <p14:nvPr/>
            </p14:nvContentPartPr>
            <p14:xfrm>
              <a:off x="3349450" y="2381625"/>
              <a:ext cx="1262520" cy="1980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52857538-0131-B32E-3301-04703F52284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334330" y="2366145"/>
                <a:ext cx="129276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4DC41D21-776E-055C-D123-5EDCE5946C47}"/>
                  </a:ext>
                </a:extLst>
              </p14:cNvPr>
              <p14:cNvContentPartPr/>
              <p14:nvPr/>
            </p14:nvContentPartPr>
            <p14:xfrm>
              <a:off x="4778290" y="2397105"/>
              <a:ext cx="806040" cy="1987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4DC41D21-776E-055C-D123-5EDCE5946C4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762810" y="2381625"/>
                <a:ext cx="83664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663D7EAF-CB2E-CF37-80B3-838CF2210995}"/>
                  </a:ext>
                </a:extLst>
              </p14:cNvPr>
              <p14:cNvContentPartPr/>
              <p14:nvPr/>
            </p14:nvContentPartPr>
            <p14:xfrm>
              <a:off x="5996530" y="2527785"/>
              <a:ext cx="92160" cy="442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663D7EAF-CB2E-CF37-80B3-838CF221099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981410" y="2512541"/>
                <a:ext cx="122400" cy="751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25D9975A-EC78-FB78-8020-DDA97FE4282A}"/>
                  </a:ext>
                </a:extLst>
              </p14:cNvPr>
              <p14:cNvContentPartPr/>
              <p14:nvPr/>
            </p14:nvContentPartPr>
            <p14:xfrm>
              <a:off x="6226930" y="2452545"/>
              <a:ext cx="452880" cy="1270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25D9975A-EC78-FB78-8020-DDA97FE4282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211450" y="2437425"/>
                <a:ext cx="4831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D50E49A2-9B93-E170-D385-4E568DC5A59C}"/>
                  </a:ext>
                </a:extLst>
              </p14:cNvPr>
              <p14:cNvContentPartPr/>
              <p14:nvPr/>
            </p14:nvContentPartPr>
            <p14:xfrm>
              <a:off x="3531970" y="1377585"/>
              <a:ext cx="1631160" cy="25380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D50E49A2-9B93-E170-D385-4E568DC5A59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516850" y="1362105"/>
                <a:ext cx="166140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B90CF182-B1BC-6DF8-5243-808A39BE000C}"/>
                  </a:ext>
                </a:extLst>
              </p14:cNvPr>
              <p14:cNvContentPartPr/>
              <p14:nvPr/>
            </p14:nvContentPartPr>
            <p14:xfrm>
              <a:off x="2190610" y="1393425"/>
              <a:ext cx="1131480" cy="2062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B90CF182-B1BC-6DF8-5243-808A39BE000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175490" y="1377945"/>
                <a:ext cx="11620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9067C2B3-1F88-2A1B-7CCF-B0AD9F15BB74}"/>
                  </a:ext>
                </a:extLst>
              </p14:cNvPr>
              <p14:cNvContentPartPr/>
              <p14:nvPr/>
            </p14:nvContentPartPr>
            <p14:xfrm>
              <a:off x="5302090" y="3000105"/>
              <a:ext cx="1017720" cy="20268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9067C2B3-1F88-2A1B-7CCF-B0AD9F15BB7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286970" y="2984985"/>
                <a:ext cx="104832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7C559C7B-EE77-6330-D395-3BF43CF92775}"/>
                  </a:ext>
                </a:extLst>
              </p14:cNvPr>
              <p14:cNvContentPartPr/>
              <p14:nvPr/>
            </p14:nvContentPartPr>
            <p14:xfrm>
              <a:off x="6500530" y="3059865"/>
              <a:ext cx="948960" cy="20268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7C559C7B-EE77-6330-D395-3BF43CF9277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485410" y="3044385"/>
                <a:ext cx="97956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69A14E32-CBE3-31BF-75A7-F0C4FFD8B054}"/>
                  </a:ext>
                </a:extLst>
              </p14:cNvPr>
              <p14:cNvContentPartPr/>
              <p14:nvPr/>
            </p14:nvContentPartPr>
            <p14:xfrm>
              <a:off x="7691410" y="3091545"/>
              <a:ext cx="603360" cy="17856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69A14E32-CBE3-31BF-75A7-F0C4FFD8B05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675939" y="3076065"/>
                <a:ext cx="633582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B1F9421F-79DD-0FB5-EECF-F0ABA5C5408E}"/>
                  </a:ext>
                </a:extLst>
              </p14:cNvPr>
              <p14:cNvContentPartPr/>
              <p14:nvPr/>
            </p14:nvContentPartPr>
            <p14:xfrm>
              <a:off x="4813930" y="3528585"/>
              <a:ext cx="722880" cy="18216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B1F9421F-79DD-0FB5-EECF-F0ABA5C5408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798802" y="3513136"/>
                <a:ext cx="753495" cy="212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71334C29-261F-8AAA-120C-A5CD2E181D72}"/>
                  </a:ext>
                </a:extLst>
              </p14:cNvPr>
              <p14:cNvContentPartPr/>
              <p14:nvPr/>
            </p14:nvContentPartPr>
            <p14:xfrm>
              <a:off x="4282210" y="3522465"/>
              <a:ext cx="321840" cy="17676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71334C29-261F-8AAA-120C-A5CD2E181D7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266730" y="3506985"/>
                <a:ext cx="35244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D487F206-2890-E08A-08AE-BAD58B271EDF}"/>
                  </a:ext>
                </a:extLst>
              </p14:cNvPr>
              <p14:cNvContentPartPr/>
              <p14:nvPr/>
            </p14:nvContentPartPr>
            <p14:xfrm>
              <a:off x="5714650" y="3540105"/>
              <a:ext cx="667440" cy="17892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D487F206-2890-E08A-08AE-BAD58B271ED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699522" y="3524625"/>
                <a:ext cx="698057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E09FAC48-4174-EE7C-4259-5ACC3D776B2C}"/>
                  </a:ext>
                </a:extLst>
              </p14:cNvPr>
              <p14:cNvContentPartPr/>
              <p14:nvPr/>
            </p14:nvContentPartPr>
            <p14:xfrm>
              <a:off x="6500530" y="3528585"/>
              <a:ext cx="821880" cy="23796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E09FAC48-4174-EE7C-4259-5ACC3D776B2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485410" y="3513105"/>
                <a:ext cx="85248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DF69B3CF-CBF0-EFB7-08DF-246CF10ECE69}"/>
                  </a:ext>
                </a:extLst>
              </p14:cNvPr>
              <p14:cNvContentPartPr/>
              <p14:nvPr/>
            </p14:nvContentPartPr>
            <p14:xfrm>
              <a:off x="8119810" y="3526425"/>
              <a:ext cx="875880" cy="21240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DF69B3CF-CBF0-EFB7-08DF-246CF10ECE6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104684" y="3510945"/>
                <a:ext cx="906493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18384A64-F072-4EF8-9DA4-ED9717600F5B}"/>
                  </a:ext>
                </a:extLst>
              </p14:cNvPr>
              <p14:cNvContentPartPr/>
              <p14:nvPr/>
            </p14:nvContentPartPr>
            <p14:xfrm>
              <a:off x="7492690" y="3517785"/>
              <a:ext cx="456480" cy="17748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18384A64-F072-4EF8-9DA4-ED9717600F5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477570" y="3502634"/>
                <a:ext cx="486720" cy="2081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1547AB28-142D-E9FC-364C-1457B2E25C25}"/>
                  </a:ext>
                </a:extLst>
              </p14:cNvPr>
              <p14:cNvContentPartPr/>
              <p14:nvPr/>
            </p14:nvContentPartPr>
            <p14:xfrm>
              <a:off x="353170" y="4079745"/>
              <a:ext cx="639000" cy="15120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1547AB28-142D-E9FC-364C-1457B2E25C2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37699" y="4064625"/>
                <a:ext cx="669583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F353B15D-B710-BA64-BD74-96657B6CE773}"/>
                  </a:ext>
                </a:extLst>
              </p14:cNvPr>
              <p14:cNvContentPartPr/>
              <p14:nvPr/>
            </p14:nvContentPartPr>
            <p14:xfrm>
              <a:off x="1175050" y="4016025"/>
              <a:ext cx="674640" cy="29592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F353B15D-B710-BA64-BD74-96657B6CE77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159930" y="4000905"/>
                <a:ext cx="70524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9AFE9657-FEAA-5E61-EB9C-76D2E9582189}"/>
                  </a:ext>
                </a:extLst>
              </p14:cNvPr>
              <p14:cNvContentPartPr/>
              <p14:nvPr/>
            </p14:nvContentPartPr>
            <p14:xfrm>
              <a:off x="2361250" y="4036185"/>
              <a:ext cx="821880" cy="25236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9AFE9657-FEAA-5E61-EB9C-76D2E958218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346130" y="4020727"/>
                <a:ext cx="852480" cy="2825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9B0E1C3E-ED6F-D5D8-A4FA-9B0865FBABAE}"/>
                  </a:ext>
                </a:extLst>
              </p14:cNvPr>
              <p14:cNvContentPartPr/>
              <p14:nvPr/>
            </p14:nvContentPartPr>
            <p14:xfrm>
              <a:off x="2004130" y="4000185"/>
              <a:ext cx="202680" cy="19872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9B0E1C3E-ED6F-D5D8-A4FA-9B0865FBABA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988650" y="3985065"/>
                <a:ext cx="23328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703A8E24-4279-4845-815B-15BBA60C65A4}"/>
                  </a:ext>
                </a:extLst>
              </p14:cNvPr>
              <p14:cNvContentPartPr/>
              <p14:nvPr/>
            </p14:nvContentPartPr>
            <p14:xfrm>
              <a:off x="4413250" y="4123305"/>
              <a:ext cx="186840" cy="9972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703A8E24-4279-4845-815B-15BBA60C65A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397770" y="4108185"/>
                <a:ext cx="2174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2521B419-6A52-9A28-C854-40D8EE576BBD}"/>
                  </a:ext>
                </a:extLst>
              </p14:cNvPr>
              <p14:cNvContentPartPr/>
              <p14:nvPr/>
            </p14:nvContentPartPr>
            <p14:xfrm>
              <a:off x="4750570" y="4055985"/>
              <a:ext cx="369360" cy="174960"/>
            </p14:xfrm>
          </p:contentPart>
        </mc:Choice>
        <mc:Fallback xmlns=""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2521B419-6A52-9A28-C854-40D8EE576BB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735090" y="4040505"/>
                <a:ext cx="39996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40" name="Ink 339">
                <a:extLst>
                  <a:ext uri="{FF2B5EF4-FFF2-40B4-BE49-F238E27FC236}">
                    <a16:creationId xmlns:a16="http://schemas.microsoft.com/office/drawing/2014/main" id="{71785407-7A6B-A1EF-26E8-1492CAA0B8D3}"/>
                  </a:ext>
                </a:extLst>
              </p14:cNvPr>
              <p14:cNvContentPartPr/>
              <p14:nvPr/>
            </p14:nvContentPartPr>
            <p14:xfrm>
              <a:off x="3659050" y="4025745"/>
              <a:ext cx="579240" cy="248400"/>
            </p14:xfrm>
          </p:contentPart>
        </mc:Choice>
        <mc:Fallback xmlns="">
          <p:pic>
            <p:nvPicPr>
              <p:cNvPr id="340" name="Ink 339">
                <a:extLst>
                  <a:ext uri="{FF2B5EF4-FFF2-40B4-BE49-F238E27FC236}">
                    <a16:creationId xmlns:a16="http://schemas.microsoft.com/office/drawing/2014/main" id="{71785407-7A6B-A1EF-26E8-1492CAA0B8D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643930" y="4010603"/>
                <a:ext cx="609840" cy="2790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958D9253-1B0A-3497-D3AF-E826F989AA12}"/>
                  </a:ext>
                </a:extLst>
              </p14:cNvPr>
              <p14:cNvContentPartPr/>
              <p14:nvPr/>
            </p14:nvContentPartPr>
            <p14:xfrm>
              <a:off x="5647330" y="4055985"/>
              <a:ext cx="647280" cy="206640"/>
            </p14:xfrm>
          </p:contentPart>
        </mc:Choice>
        <mc:Fallback xmlns=""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958D9253-1B0A-3497-D3AF-E826F989AA1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632210" y="4040505"/>
                <a:ext cx="67788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4DE7ADC9-A96E-66B8-F1B4-5C710DD2161B}"/>
                  </a:ext>
                </a:extLst>
              </p14:cNvPr>
              <p14:cNvContentPartPr/>
              <p14:nvPr/>
            </p14:nvContentPartPr>
            <p14:xfrm>
              <a:off x="5111650" y="4020705"/>
              <a:ext cx="321840" cy="212040"/>
            </p14:xfrm>
          </p:contentPart>
        </mc:Choice>
        <mc:Fallback xmlns=""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4DE7ADC9-A96E-66B8-F1B4-5C710DD2161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096170" y="4005225"/>
                <a:ext cx="3524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6E87E8C6-0F2B-BBFA-7521-8FF793C35D25}"/>
                  </a:ext>
                </a:extLst>
              </p14:cNvPr>
              <p14:cNvContentPartPr/>
              <p14:nvPr/>
            </p14:nvContentPartPr>
            <p14:xfrm>
              <a:off x="6476770" y="4048425"/>
              <a:ext cx="270000" cy="17784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6E87E8C6-0F2B-BBFA-7521-8FF793C35D2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461630" y="4033336"/>
                <a:ext cx="300641" cy="208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9D26E4A6-2840-5044-F6FF-9269008A7AAC}"/>
                  </a:ext>
                </a:extLst>
              </p14:cNvPr>
              <p14:cNvContentPartPr/>
              <p14:nvPr/>
            </p14:nvContentPartPr>
            <p14:xfrm>
              <a:off x="6806170" y="4044105"/>
              <a:ext cx="456840" cy="19692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9D26E4A6-2840-5044-F6FF-9269008A7AA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791050" y="4028625"/>
                <a:ext cx="4874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AB560975-86BD-A3BA-D6B4-36828AA8BFE5}"/>
                  </a:ext>
                </a:extLst>
              </p14:cNvPr>
              <p14:cNvContentPartPr/>
              <p14:nvPr/>
            </p14:nvContentPartPr>
            <p14:xfrm>
              <a:off x="7421410" y="3980385"/>
              <a:ext cx="131400" cy="25056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AB560975-86BD-A3BA-D6B4-36828AA8BFE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406290" y="3965265"/>
                <a:ext cx="16200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7EDA7E32-216B-8923-38C9-19AB81F18A20}"/>
                  </a:ext>
                </a:extLst>
              </p14:cNvPr>
              <p14:cNvContentPartPr/>
              <p14:nvPr/>
            </p14:nvContentPartPr>
            <p14:xfrm>
              <a:off x="7862050" y="4053825"/>
              <a:ext cx="968040" cy="22896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7EDA7E32-216B-8923-38C9-19AB81F18A2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846576" y="4038345"/>
                <a:ext cx="998269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E382B5C4-5217-5E59-1948-4EF86E379A08}"/>
                  </a:ext>
                </a:extLst>
              </p14:cNvPr>
              <p14:cNvContentPartPr/>
              <p14:nvPr/>
            </p14:nvContentPartPr>
            <p14:xfrm>
              <a:off x="471970" y="4024305"/>
              <a:ext cx="16200" cy="9576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E382B5C4-5217-5E59-1948-4EF86E379A0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56850" y="4008825"/>
                <a:ext cx="468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A4EF969E-ED19-8A0F-B0C8-E4B26D9CD407}"/>
                  </a:ext>
                </a:extLst>
              </p14:cNvPr>
              <p14:cNvContentPartPr/>
              <p14:nvPr/>
            </p14:nvContentPartPr>
            <p14:xfrm>
              <a:off x="2313730" y="4662945"/>
              <a:ext cx="12240" cy="1620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A4EF969E-ED19-8A0F-B0C8-E4B26D9CD40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298250" y="4647825"/>
                <a:ext cx="428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49E20A2C-46D4-0AB0-E6B7-6E7C7127B3C2}"/>
                  </a:ext>
                </a:extLst>
              </p14:cNvPr>
              <p14:cNvContentPartPr/>
              <p14:nvPr/>
            </p14:nvContentPartPr>
            <p14:xfrm>
              <a:off x="1821610" y="4552065"/>
              <a:ext cx="293760" cy="13104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49E20A2C-46D4-0AB0-E6B7-6E7C7127B3C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806149" y="4536627"/>
                <a:ext cx="324323" cy="1615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A72C0D02-B2D3-1CA3-9E9D-4AC84224159A}"/>
                  </a:ext>
                </a:extLst>
              </p14:cNvPr>
              <p14:cNvContentPartPr/>
              <p14:nvPr/>
            </p14:nvContentPartPr>
            <p14:xfrm>
              <a:off x="698410" y="4482225"/>
              <a:ext cx="873360" cy="252360"/>
            </p14:xfrm>
          </p:contentPart>
        </mc:Choice>
        <mc:Fallback xmlns=""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A72C0D02-B2D3-1CA3-9E9D-4AC84224159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82930" y="4467083"/>
                <a:ext cx="903960" cy="2830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6FA2E684-0EA9-C044-C412-A77B1E217F47}"/>
                  </a:ext>
                </a:extLst>
              </p14:cNvPr>
              <p14:cNvContentPartPr/>
              <p14:nvPr/>
            </p14:nvContentPartPr>
            <p14:xfrm>
              <a:off x="253810" y="4532265"/>
              <a:ext cx="242280" cy="17100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6FA2E684-0EA9-C044-C412-A77B1E217F4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38690" y="4516785"/>
                <a:ext cx="27288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6372C93F-1474-E1D5-0A04-ECCA597FD17B}"/>
                  </a:ext>
                </a:extLst>
              </p14:cNvPr>
              <p14:cNvContentPartPr/>
              <p14:nvPr/>
            </p14:nvContentPartPr>
            <p14:xfrm>
              <a:off x="5726890" y="2456505"/>
              <a:ext cx="171000" cy="202680"/>
            </p14:xfrm>
          </p:contentPart>
        </mc:Choice>
        <mc:Fallback xmlns=""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6372C93F-1474-E1D5-0A04-ECCA597FD17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711410" y="2441385"/>
                <a:ext cx="20160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439" name="Ink 438">
                <a:extLst>
                  <a:ext uri="{FF2B5EF4-FFF2-40B4-BE49-F238E27FC236}">
                    <a16:creationId xmlns:a16="http://schemas.microsoft.com/office/drawing/2014/main" id="{15AC5682-FEBE-2DA8-FC2F-1A56B8ECB910}"/>
                  </a:ext>
                </a:extLst>
              </p14:cNvPr>
              <p14:cNvContentPartPr/>
              <p14:nvPr/>
            </p14:nvContentPartPr>
            <p14:xfrm>
              <a:off x="183960" y="2945307"/>
              <a:ext cx="176400" cy="318600"/>
            </p14:xfrm>
          </p:contentPart>
        </mc:Choice>
        <mc:Fallback xmlns="">
          <p:pic>
            <p:nvPicPr>
              <p:cNvPr id="439" name="Ink 438">
                <a:extLst>
                  <a:ext uri="{FF2B5EF4-FFF2-40B4-BE49-F238E27FC236}">
                    <a16:creationId xmlns:a16="http://schemas.microsoft.com/office/drawing/2014/main" id="{15AC5682-FEBE-2DA8-FC2F-1A56B8ECB91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68840" y="2930187"/>
                <a:ext cx="20664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937C95D3-87F3-03EE-BFEB-3895BD494043}"/>
                  </a:ext>
                </a:extLst>
              </p14:cNvPr>
              <p14:cNvContentPartPr/>
              <p14:nvPr/>
            </p14:nvContentPartPr>
            <p14:xfrm>
              <a:off x="488520" y="3009747"/>
              <a:ext cx="75600" cy="50760"/>
            </p14:xfrm>
          </p:contentPart>
        </mc:Choice>
        <mc:Fallback xmlns=""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937C95D3-87F3-03EE-BFEB-3895BD49404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73040" y="2994267"/>
                <a:ext cx="10620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445" name="Ink 444">
                <a:extLst>
                  <a:ext uri="{FF2B5EF4-FFF2-40B4-BE49-F238E27FC236}">
                    <a16:creationId xmlns:a16="http://schemas.microsoft.com/office/drawing/2014/main" id="{8E2029F0-C05B-6AA0-2CC7-2FBF0BD33035}"/>
                  </a:ext>
                </a:extLst>
              </p14:cNvPr>
              <p14:cNvContentPartPr/>
              <p14:nvPr/>
            </p14:nvContentPartPr>
            <p14:xfrm>
              <a:off x="778680" y="2777907"/>
              <a:ext cx="492120" cy="268200"/>
            </p14:xfrm>
          </p:contentPart>
        </mc:Choice>
        <mc:Fallback xmlns="">
          <p:pic>
            <p:nvPicPr>
              <p:cNvPr id="445" name="Ink 444">
                <a:extLst>
                  <a:ext uri="{FF2B5EF4-FFF2-40B4-BE49-F238E27FC236}">
                    <a16:creationId xmlns:a16="http://schemas.microsoft.com/office/drawing/2014/main" id="{8E2029F0-C05B-6AA0-2CC7-2FBF0BD33035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63549" y="2762807"/>
                <a:ext cx="522742" cy="2983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448" name="Ink 447">
                <a:extLst>
                  <a:ext uri="{FF2B5EF4-FFF2-40B4-BE49-F238E27FC236}">
                    <a16:creationId xmlns:a16="http://schemas.microsoft.com/office/drawing/2014/main" id="{019DBA53-A8CC-D36C-3927-FDF1A2F55011}"/>
                  </a:ext>
                </a:extLst>
              </p14:cNvPr>
              <p14:cNvContentPartPr/>
              <p14:nvPr/>
            </p14:nvContentPartPr>
            <p14:xfrm>
              <a:off x="1130760" y="3124227"/>
              <a:ext cx="55800" cy="75600"/>
            </p14:xfrm>
          </p:contentPart>
        </mc:Choice>
        <mc:Fallback xmlns="">
          <p:pic>
            <p:nvPicPr>
              <p:cNvPr id="448" name="Ink 447">
                <a:extLst>
                  <a:ext uri="{FF2B5EF4-FFF2-40B4-BE49-F238E27FC236}">
                    <a16:creationId xmlns:a16="http://schemas.microsoft.com/office/drawing/2014/main" id="{019DBA53-A8CC-D36C-3927-FDF1A2F5501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15379" y="3108747"/>
                <a:ext cx="86204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886ACCEE-A359-E977-27D6-AB9CE4B5624E}"/>
                  </a:ext>
                </a:extLst>
              </p14:cNvPr>
              <p14:cNvContentPartPr/>
              <p14:nvPr/>
            </p14:nvContentPartPr>
            <p14:xfrm>
              <a:off x="1222920" y="3140787"/>
              <a:ext cx="50760" cy="36720"/>
            </p14:xfrm>
          </p:contentPart>
        </mc:Choice>
        <mc:Fallback xmlns=""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886ACCEE-A359-E977-27D6-AB9CE4B5624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207440" y="3125667"/>
                <a:ext cx="8100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452" name="Ink 451">
                <a:extLst>
                  <a:ext uri="{FF2B5EF4-FFF2-40B4-BE49-F238E27FC236}">
                    <a16:creationId xmlns:a16="http://schemas.microsoft.com/office/drawing/2014/main" id="{9EE3DAA7-237A-EFFC-5862-45490C429DB6}"/>
                  </a:ext>
                </a:extLst>
              </p14:cNvPr>
              <p14:cNvContentPartPr/>
              <p14:nvPr/>
            </p14:nvContentPartPr>
            <p14:xfrm>
              <a:off x="1301040" y="3113067"/>
              <a:ext cx="11520" cy="68760"/>
            </p14:xfrm>
          </p:contentPart>
        </mc:Choice>
        <mc:Fallback xmlns="">
          <p:pic>
            <p:nvPicPr>
              <p:cNvPr id="452" name="Ink 451">
                <a:extLst>
                  <a:ext uri="{FF2B5EF4-FFF2-40B4-BE49-F238E27FC236}">
                    <a16:creationId xmlns:a16="http://schemas.microsoft.com/office/drawing/2014/main" id="{9EE3DAA7-237A-EFFC-5862-45490C429DB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285560" y="3097587"/>
                <a:ext cx="4212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4C10D3A4-9509-AEBC-56C3-3E7B0D5C3980}"/>
                  </a:ext>
                </a:extLst>
              </p14:cNvPr>
              <p14:cNvContentPartPr/>
              <p14:nvPr/>
            </p14:nvContentPartPr>
            <p14:xfrm>
              <a:off x="1136160" y="2629947"/>
              <a:ext cx="70200" cy="109440"/>
            </p14:xfrm>
          </p:contentPart>
        </mc:Choice>
        <mc:Fallback xmlns=""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4C10D3A4-9509-AEBC-56C3-3E7B0D5C398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121040" y="2614827"/>
                <a:ext cx="10080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BD3699E9-BCA1-179C-2116-E358C81216DC}"/>
                  </a:ext>
                </a:extLst>
              </p14:cNvPr>
              <p14:cNvContentPartPr/>
              <p14:nvPr/>
            </p14:nvContentPartPr>
            <p14:xfrm>
              <a:off x="845640" y="2660547"/>
              <a:ext cx="75600" cy="130320"/>
            </p14:xfrm>
          </p:contentPart>
        </mc:Choice>
        <mc:Fallback xmlns=""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BD3699E9-BCA1-179C-2116-E358C81216D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30520" y="2645427"/>
                <a:ext cx="1062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22149FB4-DF64-55F3-4E50-44B624F66C08}"/>
                  </a:ext>
                </a:extLst>
              </p14:cNvPr>
              <p14:cNvContentPartPr/>
              <p14:nvPr/>
            </p14:nvContentPartPr>
            <p14:xfrm>
              <a:off x="731520" y="3143667"/>
              <a:ext cx="209520" cy="103680"/>
            </p14:xfrm>
          </p:contentPart>
        </mc:Choice>
        <mc:Fallback xmlns=""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22149FB4-DF64-55F3-4E50-44B624F66C0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16067" y="3128547"/>
                <a:ext cx="239708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E805D0BD-8C76-7466-9091-9ECEA9DB1AFD}"/>
                  </a:ext>
                </a:extLst>
              </p14:cNvPr>
              <p14:cNvContentPartPr/>
              <p14:nvPr/>
            </p14:nvContentPartPr>
            <p14:xfrm>
              <a:off x="1434960" y="2900667"/>
              <a:ext cx="133920" cy="106560"/>
            </p14:xfrm>
          </p:contentPart>
        </mc:Choice>
        <mc:Fallback xmlns=""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E805D0BD-8C76-7466-9091-9ECEA9DB1AF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419840" y="2885547"/>
                <a:ext cx="1645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465" name="Ink 464">
                <a:extLst>
                  <a:ext uri="{FF2B5EF4-FFF2-40B4-BE49-F238E27FC236}">
                    <a16:creationId xmlns:a16="http://schemas.microsoft.com/office/drawing/2014/main" id="{9643CC91-55C7-CB50-9A53-BE91DA96DAB5}"/>
                  </a:ext>
                </a:extLst>
              </p14:cNvPr>
              <p14:cNvContentPartPr/>
              <p14:nvPr/>
            </p14:nvContentPartPr>
            <p14:xfrm>
              <a:off x="1400040" y="2962227"/>
              <a:ext cx="91080" cy="55080"/>
            </p14:xfrm>
          </p:contentPart>
        </mc:Choice>
        <mc:Fallback xmlns="">
          <p:pic>
            <p:nvPicPr>
              <p:cNvPr id="465" name="Ink 464">
                <a:extLst>
                  <a:ext uri="{FF2B5EF4-FFF2-40B4-BE49-F238E27FC236}">
                    <a16:creationId xmlns:a16="http://schemas.microsoft.com/office/drawing/2014/main" id="{9643CC91-55C7-CB50-9A53-BE91DA96DAB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384560" y="2947107"/>
                <a:ext cx="12168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470" name="Ink 469">
                <a:extLst>
                  <a:ext uri="{FF2B5EF4-FFF2-40B4-BE49-F238E27FC236}">
                    <a16:creationId xmlns:a16="http://schemas.microsoft.com/office/drawing/2014/main" id="{F45A0156-9013-CEFF-A56E-73EF943176E7}"/>
                  </a:ext>
                </a:extLst>
              </p14:cNvPr>
              <p14:cNvContentPartPr/>
              <p14:nvPr/>
            </p14:nvContentPartPr>
            <p14:xfrm>
              <a:off x="1577160" y="2992827"/>
              <a:ext cx="128880" cy="90000"/>
            </p14:xfrm>
          </p:contentPart>
        </mc:Choice>
        <mc:Fallback xmlns="">
          <p:pic>
            <p:nvPicPr>
              <p:cNvPr id="470" name="Ink 469">
                <a:extLst>
                  <a:ext uri="{FF2B5EF4-FFF2-40B4-BE49-F238E27FC236}">
                    <a16:creationId xmlns:a16="http://schemas.microsoft.com/office/drawing/2014/main" id="{F45A0156-9013-CEFF-A56E-73EF943176E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562040" y="2977646"/>
                <a:ext cx="159120" cy="120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E1D5C653-E870-E8AB-4EF0-A7ADA3505EF2}"/>
                  </a:ext>
                </a:extLst>
              </p14:cNvPr>
              <p14:cNvContentPartPr/>
              <p14:nvPr/>
            </p14:nvContentPartPr>
            <p14:xfrm>
              <a:off x="1733760" y="3009747"/>
              <a:ext cx="165240" cy="73080"/>
            </p14:xfrm>
          </p:contentPart>
        </mc:Choice>
        <mc:Fallback xmlns=""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E1D5C653-E870-E8AB-4EF0-A7ADA3505EF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1718280" y="2994267"/>
                <a:ext cx="19548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478" name="Ink 477">
                <a:extLst>
                  <a:ext uri="{FF2B5EF4-FFF2-40B4-BE49-F238E27FC236}">
                    <a16:creationId xmlns:a16="http://schemas.microsoft.com/office/drawing/2014/main" id="{39CC9A88-1BFD-9C5C-FE99-8020C80166A1}"/>
                  </a:ext>
                </a:extLst>
              </p14:cNvPr>
              <p14:cNvContentPartPr/>
              <p14:nvPr/>
            </p14:nvContentPartPr>
            <p14:xfrm>
              <a:off x="1931760" y="2970507"/>
              <a:ext cx="109440" cy="151560"/>
            </p14:xfrm>
          </p:contentPart>
        </mc:Choice>
        <mc:Fallback xmlns="">
          <p:pic>
            <p:nvPicPr>
              <p:cNvPr id="478" name="Ink 477">
                <a:extLst>
                  <a:ext uri="{FF2B5EF4-FFF2-40B4-BE49-F238E27FC236}">
                    <a16:creationId xmlns:a16="http://schemas.microsoft.com/office/drawing/2014/main" id="{39CC9A88-1BFD-9C5C-FE99-8020C80166A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916590" y="2955387"/>
                <a:ext cx="140141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483" name="Ink 482">
                <a:extLst>
                  <a:ext uri="{FF2B5EF4-FFF2-40B4-BE49-F238E27FC236}">
                    <a16:creationId xmlns:a16="http://schemas.microsoft.com/office/drawing/2014/main" id="{7A0463EA-168C-27E4-5016-70C936B929E1}"/>
                  </a:ext>
                </a:extLst>
              </p14:cNvPr>
              <p14:cNvContentPartPr/>
              <p14:nvPr/>
            </p14:nvContentPartPr>
            <p14:xfrm>
              <a:off x="2080080" y="3023787"/>
              <a:ext cx="63360" cy="45000"/>
            </p14:xfrm>
          </p:contentPart>
        </mc:Choice>
        <mc:Fallback xmlns="">
          <p:pic>
            <p:nvPicPr>
              <p:cNvPr id="483" name="Ink 482">
                <a:extLst>
                  <a:ext uri="{FF2B5EF4-FFF2-40B4-BE49-F238E27FC236}">
                    <a16:creationId xmlns:a16="http://schemas.microsoft.com/office/drawing/2014/main" id="{7A0463EA-168C-27E4-5016-70C936B929E1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064600" y="3008307"/>
                <a:ext cx="939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492" name="Ink 491">
                <a:extLst>
                  <a:ext uri="{FF2B5EF4-FFF2-40B4-BE49-F238E27FC236}">
                    <a16:creationId xmlns:a16="http://schemas.microsoft.com/office/drawing/2014/main" id="{5D556B35-605A-1F8C-7181-FEB12C247C38}"/>
                  </a:ext>
                </a:extLst>
              </p14:cNvPr>
              <p14:cNvContentPartPr/>
              <p14:nvPr/>
            </p14:nvContentPartPr>
            <p14:xfrm>
              <a:off x="5894304" y="835132"/>
              <a:ext cx="159840" cy="239040"/>
            </p14:xfrm>
          </p:contentPart>
        </mc:Choice>
        <mc:Fallback xmlns="">
          <p:pic>
            <p:nvPicPr>
              <p:cNvPr id="492" name="Ink 491">
                <a:extLst>
                  <a:ext uri="{FF2B5EF4-FFF2-40B4-BE49-F238E27FC236}">
                    <a16:creationId xmlns:a16="http://schemas.microsoft.com/office/drawing/2014/main" id="{5D556B35-605A-1F8C-7181-FEB12C247C38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878824" y="820012"/>
                <a:ext cx="1900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493" name="Ink 492">
                <a:extLst>
                  <a:ext uri="{FF2B5EF4-FFF2-40B4-BE49-F238E27FC236}">
                    <a16:creationId xmlns:a16="http://schemas.microsoft.com/office/drawing/2014/main" id="{CF4F5B0C-1EAB-6867-477A-A52FAC28D96C}"/>
                  </a:ext>
                </a:extLst>
              </p14:cNvPr>
              <p14:cNvContentPartPr/>
              <p14:nvPr/>
            </p14:nvContentPartPr>
            <p14:xfrm>
              <a:off x="6764784" y="2378812"/>
              <a:ext cx="171720" cy="236160"/>
            </p14:xfrm>
          </p:contentPart>
        </mc:Choice>
        <mc:Fallback xmlns="">
          <p:pic>
            <p:nvPicPr>
              <p:cNvPr id="493" name="Ink 492">
                <a:extLst>
                  <a:ext uri="{FF2B5EF4-FFF2-40B4-BE49-F238E27FC236}">
                    <a16:creationId xmlns:a16="http://schemas.microsoft.com/office/drawing/2014/main" id="{CF4F5B0C-1EAB-6867-477A-A52FAC28D96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749664" y="2363692"/>
                <a:ext cx="2019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494" name="Ink 493">
                <a:extLst>
                  <a:ext uri="{FF2B5EF4-FFF2-40B4-BE49-F238E27FC236}">
                    <a16:creationId xmlns:a16="http://schemas.microsoft.com/office/drawing/2014/main" id="{A0F76237-D2D9-E4C1-44DF-60FBF993DA71}"/>
                  </a:ext>
                </a:extLst>
              </p14:cNvPr>
              <p14:cNvContentPartPr/>
              <p14:nvPr/>
            </p14:nvContentPartPr>
            <p14:xfrm>
              <a:off x="2600304" y="2842132"/>
              <a:ext cx="212760" cy="230760"/>
            </p14:xfrm>
          </p:contentPart>
        </mc:Choice>
        <mc:Fallback xmlns="">
          <p:pic>
            <p:nvPicPr>
              <p:cNvPr id="494" name="Ink 493">
                <a:extLst>
                  <a:ext uri="{FF2B5EF4-FFF2-40B4-BE49-F238E27FC236}">
                    <a16:creationId xmlns:a16="http://schemas.microsoft.com/office/drawing/2014/main" id="{A0F76237-D2D9-E4C1-44DF-60FBF993DA7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584824" y="2827012"/>
                <a:ext cx="243360" cy="26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499" name="Ink 498">
                <a:extLst>
                  <a:ext uri="{FF2B5EF4-FFF2-40B4-BE49-F238E27FC236}">
                    <a16:creationId xmlns:a16="http://schemas.microsoft.com/office/drawing/2014/main" id="{4B8E07A2-E4AB-1216-89A4-8C151404EDB4}"/>
                  </a:ext>
                </a:extLst>
              </p14:cNvPr>
              <p14:cNvContentPartPr/>
              <p14:nvPr/>
            </p14:nvContentPartPr>
            <p14:xfrm>
              <a:off x="2780304" y="3013492"/>
              <a:ext cx="271800" cy="138960"/>
            </p14:xfrm>
          </p:contentPart>
        </mc:Choice>
        <mc:Fallback xmlns="">
          <p:pic>
            <p:nvPicPr>
              <p:cNvPr id="499" name="Ink 498">
                <a:extLst>
                  <a:ext uri="{FF2B5EF4-FFF2-40B4-BE49-F238E27FC236}">
                    <a16:creationId xmlns:a16="http://schemas.microsoft.com/office/drawing/2014/main" id="{4B8E07A2-E4AB-1216-89A4-8C151404EDB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764824" y="2998012"/>
                <a:ext cx="30240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505" name="Ink 504">
                <a:extLst>
                  <a:ext uri="{FF2B5EF4-FFF2-40B4-BE49-F238E27FC236}">
                    <a16:creationId xmlns:a16="http://schemas.microsoft.com/office/drawing/2014/main" id="{65A9DFD6-057C-B02A-FFC2-C6BFCCA76AC5}"/>
                  </a:ext>
                </a:extLst>
              </p14:cNvPr>
              <p14:cNvContentPartPr/>
              <p14:nvPr/>
            </p14:nvContentPartPr>
            <p14:xfrm>
              <a:off x="3320280" y="3986047"/>
              <a:ext cx="164880" cy="297000"/>
            </p14:xfrm>
          </p:contentPart>
        </mc:Choice>
        <mc:Fallback xmlns="">
          <p:pic>
            <p:nvPicPr>
              <p:cNvPr id="505" name="Ink 504">
                <a:extLst>
                  <a:ext uri="{FF2B5EF4-FFF2-40B4-BE49-F238E27FC236}">
                    <a16:creationId xmlns:a16="http://schemas.microsoft.com/office/drawing/2014/main" id="{65A9DFD6-057C-B02A-FFC2-C6BFCCA76AC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305193" y="3970927"/>
                <a:ext cx="195054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509" name="Ink 508">
                <a:extLst>
                  <a:ext uri="{FF2B5EF4-FFF2-40B4-BE49-F238E27FC236}">
                    <a16:creationId xmlns:a16="http://schemas.microsoft.com/office/drawing/2014/main" id="{B29F64AE-420E-B7D7-2124-8C51BDC56012}"/>
                  </a:ext>
                </a:extLst>
              </p14:cNvPr>
              <p14:cNvContentPartPr/>
              <p14:nvPr/>
            </p14:nvContentPartPr>
            <p14:xfrm>
              <a:off x="2108520" y="4526047"/>
              <a:ext cx="106560" cy="218160"/>
            </p14:xfrm>
          </p:contentPart>
        </mc:Choice>
        <mc:Fallback xmlns="">
          <p:pic>
            <p:nvPicPr>
              <p:cNvPr id="509" name="Ink 508">
                <a:extLst>
                  <a:ext uri="{FF2B5EF4-FFF2-40B4-BE49-F238E27FC236}">
                    <a16:creationId xmlns:a16="http://schemas.microsoft.com/office/drawing/2014/main" id="{B29F64AE-420E-B7D7-2124-8C51BDC56012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093400" y="4510927"/>
                <a:ext cx="1371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510" name="Ink 509">
                <a:extLst>
                  <a:ext uri="{FF2B5EF4-FFF2-40B4-BE49-F238E27FC236}">
                    <a16:creationId xmlns:a16="http://schemas.microsoft.com/office/drawing/2014/main" id="{2C4C4D42-DE35-6CBB-E16C-5D52159F2453}"/>
                  </a:ext>
                </a:extLst>
              </p14:cNvPr>
              <p14:cNvContentPartPr/>
              <p14:nvPr/>
            </p14:nvContentPartPr>
            <p14:xfrm>
              <a:off x="2185560" y="4538647"/>
              <a:ext cx="7560" cy="15120"/>
            </p14:xfrm>
          </p:contentPart>
        </mc:Choice>
        <mc:Fallback xmlns="">
          <p:pic>
            <p:nvPicPr>
              <p:cNvPr id="510" name="Ink 509">
                <a:extLst>
                  <a:ext uri="{FF2B5EF4-FFF2-40B4-BE49-F238E27FC236}">
                    <a16:creationId xmlns:a16="http://schemas.microsoft.com/office/drawing/2014/main" id="{2C4C4D42-DE35-6CBB-E16C-5D52159F2453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170080" y="4523527"/>
                <a:ext cx="381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515" name="Ink 514">
                <a:extLst>
                  <a:ext uri="{FF2B5EF4-FFF2-40B4-BE49-F238E27FC236}">
                    <a16:creationId xmlns:a16="http://schemas.microsoft.com/office/drawing/2014/main" id="{40638C3A-456A-85A6-D319-66AC39893FF0}"/>
                  </a:ext>
                </a:extLst>
              </p14:cNvPr>
              <p14:cNvContentPartPr/>
              <p14:nvPr/>
            </p14:nvContentPartPr>
            <p14:xfrm>
              <a:off x="2179480" y="2983156"/>
              <a:ext cx="229320" cy="95040"/>
            </p14:xfrm>
          </p:contentPart>
        </mc:Choice>
        <mc:Fallback xmlns="">
          <p:pic>
            <p:nvPicPr>
              <p:cNvPr id="515" name="Ink 514">
                <a:extLst>
                  <a:ext uri="{FF2B5EF4-FFF2-40B4-BE49-F238E27FC236}">
                    <a16:creationId xmlns:a16="http://schemas.microsoft.com/office/drawing/2014/main" id="{40638C3A-456A-85A6-D319-66AC39893FF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164336" y="2968036"/>
                <a:ext cx="259968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0E1CABF1-C91C-2E80-62DC-EFB5A58EAAF5}"/>
                  </a:ext>
                </a:extLst>
              </p14:cNvPr>
              <p14:cNvContentPartPr/>
              <p14:nvPr/>
            </p14:nvContentPartPr>
            <p14:xfrm>
              <a:off x="228600" y="3538462"/>
              <a:ext cx="884520" cy="183240"/>
            </p14:xfrm>
          </p:contentPart>
        </mc:Choice>
        <mc:Fallback xmlns=""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0E1CABF1-C91C-2E80-62DC-EFB5A58EAAF5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213480" y="3522952"/>
                <a:ext cx="915120" cy="2139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534" name="Ink 533">
                <a:extLst>
                  <a:ext uri="{FF2B5EF4-FFF2-40B4-BE49-F238E27FC236}">
                    <a16:creationId xmlns:a16="http://schemas.microsoft.com/office/drawing/2014/main" id="{394EE7CE-1028-8593-3A8F-EDEAA35E2B36}"/>
                  </a:ext>
                </a:extLst>
              </p14:cNvPr>
              <p14:cNvContentPartPr/>
              <p14:nvPr/>
            </p14:nvContentPartPr>
            <p14:xfrm>
              <a:off x="1112760" y="3555742"/>
              <a:ext cx="212760" cy="152640"/>
            </p14:xfrm>
          </p:contentPart>
        </mc:Choice>
        <mc:Fallback xmlns="">
          <p:pic>
            <p:nvPicPr>
              <p:cNvPr id="534" name="Ink 533">
                <a:extLst>
                  <a:ext uri="{FF2B5EF4-FFF2-40B4-BE49-F238E27FC236}">
                    <a16:creationId xmlns:a16="http://schemas.microsoft.com/office/drawing/2014/main" id="{394EE7CE-1028-8593-3A8F-EDEAA35E2B36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097640" y="3540622"/>
                <a:ext cx="24336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555" name="Ink 554">
                <a:extLst>
                  <a:ext uri="{FF2B5EF4-FFF2-40B4-BE49-F238E27FC236}">
                    <a16:creationId xmlns:a16="http://schemas.microsoft.com/office/drawing/2014/main" id="{B511495E-E7D5-B8AC-D471-518FF7472C6C}"/>
                  </a:ext>
                </a:extLst>
              </p14:cNvPr>
              <p14:cNvContentPartPr/>
              <p14:nvPr/>
            </p14:nvContentPartPr>
            <p14:xfrm>
              <a:off x="2840040" y="3483382"/>
              <a:ext cx="707040" cy="264600"/>
            </p14:xfrm>
          </p:contentPart>
        </mc:Choice>
        <mc:Fallback xmlns="">
          <p:pic>
            <p:nvPicPr>
              <p:cNvPr id="555" name="Ink 554">
                <a:extLst>
                  <a:ext uri="{FF2B5EF4-FFF2-40B4-BE49-F238E27FC236}">
                    <a16:creationId xmlns:a16="http://schemas.microsoft.com/office/drawing/2014/main" id="{B511495E-E7D5-B8AC-D471-518FF7472C6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824920" y="3467902"/>
                <a:ext cx="73728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556" name="Ink 555">
                <a:extLst>
                  <a:ext uri="{FF2B5EF4-FFF2-40B4-BE49-F238E27FC236}">
                    <a16:creationId xmlns:a16="http://schemas.microsoft.com/office/drawing/2014/main" id="{485CB92F-99AF-2F36-1A73-C79A07F563F2}"/>
                  </a:ext>
                </a:extLst>
              </p14:cNvPr>
              <p14:cNvContentPartPr/>
              <p14:nvPr/>
            </p14:nvContentPartPr>
            <p14:xfrm>
              <a:off x="1757160" y="3491302"/>
              <a:ext cx="930960" cy="215280"/>
            </p14:xfrm>
          </p:contentPart>
        </mc:Choice>
        <mc:Fallback xmlns="">
          <p:pic>
            <p:nvPicPr>
              <p:cNvPr id="556" name="Ink 555">
                <a:extLst>
                  <a:ext uri="{FF2B5EF4-FFF2-40B4-BE49-F238E27FC236}">
                    <a16:creationId xmlns:a16="http://schemas.microsoft.com/office/drawing/2014/main" id="{485CB92F-99AF-2F36-1A73-C79A07F563F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741680" y="3475822"/>
                <a:ext cx="96156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557" name="Ink 556">
                <a:extLst>
                  <a:ext uri="{FF2B5EF4-FFF2-40B4-BE49-F238E27FC236}">
                    <a16:creationId xmlns:a16="http://schemas.microsoft.com/office/drawing/2014/main" id="{550B4F20-0D83-9022-21C8-2EDEB9D5766E}"/>
                  </a:ext>
                </a:extLst>
              </p14:cNvPr>
              <p14:cNvContentPartPr/>
              <p14:nvPr/>
            </p14:nvContentPartPr>
            <p14:xfrm>
              <a:off x="1503000" y="3554662"/>
              <a:ext cx="106560" cy="146880"/>
            </p14:xfrm>
          </p:contentPart>
        </mc:Choice>
        <mc:Fallback xmlns="">
          <p:pic>
            <p:nvPicPr>
              <p:cNvPr id="557" name="Ink 556">
                <a:extLst>
                  <a:ext uri="{FF2B5EF4-FFF2-40B4-BE49-F238E27FC236}">
                    <a16:creationId xmlns:a16="http://schemas.microsoft.com/office/drawing/2014/main" id="{550B4F20-0D83-9022-21C8-2EDEB9D5766E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487880" y="3539220"/>
                <a:ext cx="137160" cy="177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558" name="Ink 557">
                <a:extLst>
                  <a:ext uri="{FF2B5EF4-FFF2-40B4-BE49-F238E27FC236}">
                    <a16:creationId xmlns:a16="http://schemas.microsoft.com/office/drawing/2014/main" id="{150E5326-6FEF-533E-1D7F-1D6DC00BEE51}"/>
                  </a:ext>
                </a:extLst>
              </p14:cNvPr>
              <p14:cNvContentPartPr/>
              <p14:nvPr/>
            </p14:nvContentPartPr>
            <p14:xfrm>
              <a:off x="3089520" y="3705862"/>
              <a:ext cx="18720" cy="39960"/>
            </p14:xfrm>
          </p:contentPart>
        </mc:Choice>
        <mc:Fallback xmlns="">
          <p:pic>
            <p:nvPicPr>
              <p:cNvPr id="558" name="Ink 557">
                <a:extLst>
                  <a:ext uri="{FF2B5EF4-FFF2-40B4-BE49-F238E27FC236}">
                    <a16:creationId xmlns:a16="http://schemas.microsoft.com/office/drawing/2014/main" id="{150E5326-6FEF-533E-1D7F-1D6DC00BEE51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074040" y="3690742"/>
                <a:ext cx="49320" cy="7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273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79EED-18D4-C973-85AD-2ABB4127D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D08C85-87D6-A86D-F7AC-497EB1365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Convolution Operation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A279C47-4C86-DE09-116A-52B53CBE908B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454BEA4-1A6E-F486-70E8-EDC19C7FBAF2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B8C153E-558A-7449-04C2-754E1C0777A9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EC1D0FA-A9BA-3E49-82B6-90B8748FBD24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790F1AE-974E-1B82-8CEC-665B5512A6A3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DA88264-8D45-3EA1-71B5-A1CC44C7EC28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26DBEBC-A56D-A55D-D76D-0B16E61A7FB0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5212CE3-9401-4612-E73E-884BFDC66386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5571616-56C9-AE7A-A956-FAB51EC0CDCA}"/>
                  </a:ext>
                </a:extLst>
              </p14:cNvPr>
              <p14:cNvContentPartPr/>
              <p14:nvPr/>
            </p14:nvContentPartPr>
            <p14:xfrm>
              <a:off x="667090" y="857025"/>
              <a:ext cx="464400" cy="186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5571616-56C9-AE7A-A956-FAB51EC0CD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1610" y="841905"/>
                <a:ext cx="49464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4C4F41A-26B7-8E4A-F6EB-77D24FAF2F1B}"/>
                  </a:ext>
                </a:extLst>
              </p14:cNvPr>
              <p14:cNvContentPartPr/>
              <p14:nvPr/>
            </p14:nvContentPartPr>
            <p14:xfrm>
              <a:off x="1285570" y="813465"/>
              <a:ext cx="794160" cy="2185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4C4F41A-26B7-8E4A-F6EB-77D24FAF2F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0450" y="798345"/>
                <a:ext cx="82476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775989A-CBF4-88C8-6F9D-6DF4445F5A28}"/>
                  </a:ext>
                </a:extLst>
              </p14:cNvPr>
              <p14:cNvContentPartPr/>
              <p14:nvPr/>
            </p14:nvContentPartPr>
            <p14:xfrm>
              <a:off x="2279530" y="827505"/>
              <a:ext cx="1701360" cy="260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775989A-CBF4-88C8-6F9D-6DF4445F5A2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64410" y="812364"/>
                <a:ext cx="1731600" cy="2909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5B61583-251B-B3CE-3147-CC4A7266EC11}"/>
                  </a:ext>
                </a:extLst>
              </p14:cNvPr>
              <p14:cNvContentPartPr/>
              <p14:nvPr/>
            </p14:nvContentPartPr>
            <p14:xfrm>
              <a:off x="4163050" y="928665"/>
              <a:ext cx="174960" cy="878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5B61583-251B-B3CE-3147-CC4A7266EC1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47930" y="913185"/>
                <a:ext cx="20556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83B0AAE-2D4D-5459-F74D-28395043D83E}"/>
                  </a:ext>
                </a:extLst>
              </p14:cNvPr>
              <p14:cNvContentPartPr/>
              <p14:nvPr/>
            </p14:nvContentPartPr>
            <p14:xfrm>
              <a:off x="4559770" y="854865"/>
              <a:ext cx="825840" cy="1965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83B0AAE-2D4D-5459-F74D-28395043D83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44650" y="839745"/>
                <a:ext cx="85644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E08FC4B-BCF0-CB2A-C1E7-0AB4F7E947CE}"/>
                  </a:ext>
                </a:extLst>
              </p14:cNvPr>
              <p14:cNvContentPartPr/>
              <p14:nvPr/>
            </p14:nvContentPartPr>
            <p14:xfrm>
              <a:off x="5512330" y="1043505"/>
              <a:ext cx="4320" cy="12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E08FC4B-BCF0-CB2A-C1E7-0AB4F7E947C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97210" y="1028385"/>
                <a:ext cx="349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47464CC-7848-AC27-30D5-6C5CF2786062}"/>
                  </a:ext>
                </a:extLst>
              </p14:cNvPr>
              <p14:cNvContentPartPr/>
              <p14:nvPr/>
            </p14:nvContentPartPr>
            <p14:xfrm>
              <a:off x="5470570" y="888705"/>
              <a:ext cx="339840" cy="1749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47464CC-7848-AC27-30D5-6C5CF278606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55450" y="873585"/>
                <a:ext cx="3704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E2A036C-E3D0-6B7A-3F6E-0E90A0DF334B}"/>
                  </a:ext>
                </a:extLst>
              </p14:cNvPr>
              <p14:cNvContentPartPr/>
              <p14:nvPr/>
            </p14:nvContentPartPr>
            <p14:xfrm>
              <a:off x="6254650" y="813825"/>
              <a:ext cx="2220840" cy="2779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E2A036C-E3D0-6B7A-3F6E-0E90A0DF334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39173" y="798685"/>
                <a:ext cx="2251075" cy="30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A7C19BF2-6BC1-1E2A-DEA5-92731BCFC9A4}"/>
                  </a:ext>
                </a:extLst>
              </p14:cNvPr>
              <p14:cNvContentPartPr/>
              <p14:nvPr/>
            </p14:nvContentPartPr>
            <p14:xfrm>
              <a:off x="1180810" y="1412865"/>
              <a:ext cx="1264320" cy="2145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A7C19BF2-6BC1-1E2A-DEA5-92731BCFC9A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65330" y="1397385"/>
                <a:ext cx="129456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C4BBD9C-020B-0382-E932-76C5B844167A}"/>
                  </a:ext>
                </a:extLst>
              </p14:cNvPr>
              <p14:cNvContentPartPr/>
              <p14:nvPr/>
            </p14:nvContentPartPr>
            <p14:xfrm>
              <a:off x="686530" y="1368945"/>
              <a:ext cx="254160" cy="2448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C4BBD9C-020B-0382-E932-76C5B844167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1072" y="1353825"/>
                <a:ext cx="284357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3C9D68B0-51D9-6453-E78C-E458529A11DB}"/>
                  </a:ext>
                </a:extLst>
              </p14:cNvPr>
              <p14:cNvContentPartPr/>
              <p14:nvPr/>
            </p14:nvContentPartPr>
            <p14:xfrm>
              <a:off x="2683090" y="1430505"/>
              <a:ext cx="261720" cy="1375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3C9D68B0-51D9-6453-E78C-E458529A11D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667949" y="1415025"/>
                <a:ext cx="292362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28EFD4BD-38F9-BEF3-50AA-EF2133FEE028}"/>
                  </a:ext>
                </a:extLst>
              </p14:cNvPr>
              <p14:cNvContentPartPr/>
              <p14:nvPr/>
            </p14:nvContentPartPr>
            <p14:xfrm>
              <a:off x="4091770" y="1416825"/>
              <a:ext cx="734400" cy="1987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28EFD4BD-38F9-BEF3-50AA-EF2133FEE02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76290" y="1401345"/>
                <a:ext cx="76500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6773D9C4-0E8D-92C7-D344-D4F0DB918706}"/>
                  </a:ext>
                </a:extLst>
              </p14:cNvPr>
              <p14:cNvContentPartPr/>
              <p14:nvPr/>
            </p14:nvContentPartPr>
            <p14:xfrm>
              <a:off x="3155050" y="1388025"/>
              <a:ext cx="742680" cy="2948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6773D9C4-0E8D-92C7-D344-D4F0DB91870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39570" y="1372905"/>
                <a:ext cx="77292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B9E9A2A1-6620-21FC-6437-AA391EEFC195}"/>
                  </a:ext>
                </a:extLst>
              </p14:cNvPr>
              <p14:cNvContentPartPr/>
              <p14:nvPr/>
            </p14:nvContentPartPr>
            <p14:xfrm>
              <a:off x="5028490" y="1372905"/>
              <a:ext cx="1797840" cy="2167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B9E9A2A1-6620-21FC-6437-AA391EEFC19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013370" y="1357760"/>
                <a:ext cx="1828080" cy="2473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2526949-79B6-F800-4A35-474AD028A8E6}"/>
                  </a:ext>
                </a:extLst>
              </p14:cNvPr>
              <p14:cNvContentPartPr/>
              <p14:nvPr/>
            </p14:nvContentPartPr>
            <p14:xfrm>
              <a:off x="6988690" y="1408905"/>
              <a:ext cx="726840" cy="1749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2526949-79B6-F800-4A35-474AD028A8E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73563" y="1393425"/>
                <a:ext cx="757455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ED2673E3-A659-A4D1-6DE3-A770FAEC3CBE}"/>
                  </a:ext>
                </a:extLst>
              </p14:cNvPr>
              <p14:cNvContentPartPr/>
              <p14:nvPr/>
            </p14:nvContentPartPr>
            <p14:xfrm>
              <a:off x="648370" y="1892745"/>
              <a:ext cx="225000" cy="2048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ED2673E3-A659-A4D1-6DE3-A770FAEC3CB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33226" y="1877625"/>
                <a:ext cx="255649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683E13E4-3FDE-7FF6-04ED-301277C0EB72}"/>
                  </a:ext>
                </a:extLst>
              </p14:cNvPr>
              <p14:cNvContentPartPr/>
              <p14:nvPr/>
            </p14:nvContentPartPr>
            <p14:xfrm>
              <a:off x="1069210" y="1944585"/>
              <a:ext cx="633600" cy="2296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683E13E4-3FDE-7FF6-04ED-301277C0EB7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54090" y="1929105"/>
                <a:ext cx="66420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5C4DCF7A-C754-335C-657D-3B65E74CC64A}"/>
                  </a:ext>
                </a:extLst>
              </p14:cNvPr>
              <p14:cNvContentPartPr/>
              <p14:nvPr/>
            </p14:nvContentPartPr>
            <p14:xfrm>
              <a:off x="230410" y="1996065"/>
              <a:ext cx="138960" cy="10764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5C4DCF7A-C754-335C-657D-3B65E74CC64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15290" y="1980945"/>
                <a:ext cx="16920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CDA96319-8419-9EB6-D391-E9182627BE2A}"/>
                  </a:ext>
                </a:extLst>
              </p14:cNvPr>
              <p14:cNvContentPartPr/>
              <p14:nvPr/>
            </p14:nvContentPartPr>
            <p14:xfrm>
              <a:off x="301330" y="1472265"/>
              <a:ext cx="119520" cy="10188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CDA96319-8419-9EB6-D391-E9182627BE2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86210" y="1457145"/>
                <a:ext cx="1497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D6990E4E-7C47-6C07-6FEA-72DF36DD1278}"/>
                  </a:ext>
                </a:extLst>
              </p14:cNvPr>
              <p14:cNvContentPartPr/>
              <p14:nvPr/>
            </p14:nvContentPartPr>
            <p14:xfrm>
              <a:off x="309250" y="913185"/>
              <a:ext cx="155160" cy="11880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D6990E4E-7C47-6C07-6FEA-72DF36DD127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94130" y="897752"/>
                <a:ext cx="185760" cy="1489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B12AABBE-28F1-C98F-D85B-4502E3EAB5A6}"/>
                  </a:ext>
                </a:extLst>
              </p14:cNvPr>
              <p14:cNvContentPartPr/>
              <p14:nvPr/>
            </p14:nvContentPartPr>
            <p14:xfrm>
              <a:off x="3726370" y="1956465"/>
              <a:ext cx="234720" cy="12960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B12AABBE-28F1-C98F-D85B-4502E3EAB5A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11227" y="1941345"/>
                <a:ext cx="265367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DB70AE3C-8AF4-564E-51C4-63B03C3CA54F}"/>
                  </a:ext>
                </a:extLst>
              </p14:cNvPr>
              <p14:cNvContentPartPr/>
              <p14:nvPr/>
            </p14:nvContentPartPr>
            <p14:xfrm>
              <a:off x="2396890" y="1916865"/>
              <a:ext cx="1159200" cy="2422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DB70AE3C-8AF4-564E-51C4-63B03C3CA54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381770" y="1901385"/>
                <a:ext cx="118980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FDE15DFE-ED81-B0B0-FA46-C301524CA84D}"/>
                  </a:ext>
                </a:extLst>
              </p14:cNvPr>
              <p14:cNvContentPartPr/>
              <p14:nvPr/>
            </p14:nvContentPartPr>
            <p14:xfrm>
              <a:off x="1892890" y="1916865"/>
              <a:ext cx="317880" cy="18648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FDE15DFE-ED81-B0B0-FA46-C301524CA84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877770" y="1901385"/>
                <a:ext cx="34848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BC9D9B34-86B1-166E-D57B-51C368801E91}"/>
                  </a:ext>
                </a:extLst>
              </p14:cNvPr>
              <p14:cNvContentPartPr/>
              <p14:nvPr/>
            </p14:nvContentPartPr>
            <p14:xfrm>
              <a:off x="4111570" y="1882665"/>
              <a:ext cx="1143000" cy="33156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BC9D9B34-86B1-166E-D57B-51C368801E9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096095" y="1867545"/>
                <a:ext cx="117359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05FC342C-4384-936D-46F1-B8C92A87A79E}"/>
                  </a:ext>
                </a:extLst>
              </p14:cNvPr>
              <p14:cNvContentPartPr/>
              <p14:nvPr/>
            </p14:nvContentPartPr>
            <p14:xfrm>
              <a:off x="5937130" y="1853145"/>
              <a:ext cx="703080" cy="26460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05FC342C-4384-936D-46F1-B8C92A87A79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921642" y="1838025"/>
                <a:ext cx="733696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B70CE17E-EC9D-1B7E-7603-35B4C1DE16C2}"/>
                  </a:ext>
                </a:extLst>
              </p14:cNvPr>
              <p14:cNvContentPartPr/>
              <p14:nvPr/>
            </p14:nvContentPartPr>
            <p14:xfrm>
              <a:off x="5564170" y="1793745"/>
              <a:ext cx="196560" cy="32184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B70CE17E-EC9D-1B7E-7603-35B4C1DE16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548690" y="1778625"/>
                <a:ext cx="22716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9FBC57BE-E652-FF62-8EDE-47499351D0C6}"/>
                  </a:ext>
                </a:extLst>
              </p14:cNvPr>
              <p14:cNvContentPartPr/>
              <p14:nvPr/>
            </p14:nvContentPartPr>
            <p14:xfrm>
              <a:off x="7211170" y="1866105"/>
              <a:ext cx="1290240" cy="2055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9FBC57BE-E652-FF62-8EDE-47499351D0C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195690" y="1850625"/>
                <a:ext cx="13208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876370FC-2613-E799-8983-0719FAD6191E}"/>
                  </a:ext>
                </a:extLst>
              </p14:cNvPr>
              <p14:cNvContentPartPr/>
              <p14:nvPr/>
            </p14:nvContentPartPr>
            <p14:xfrm>
              <a:off x="8024770" y="2376945"/>
              <a:ext cx="540000" cy="25056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876370FC-2613-E799-8983-0719FAD6191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009290" y="2361825"/>
                <a:ext cx="57060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F7678BF4-40EA-AFE7-1719-40E44E4E64FF}"/>
                  </a:ext>
                </a:extLst>
              </p14:cNvPr>
              <p14:cNvContentPartPr/>
              <p14:nvPr/>
            </p14:nvContentPartPr>
            <p14:xfrm>
              <a:off x="7627690" y="2369025"/>
              <a:ext cx="246600" cy="17892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F7678BF4-40EA-AFE7-1719-40E44E4E64F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612570" y="2353905"/>
                <a:ext cx="2768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D488A360-3C2B-668D-77E3-50EE2E594ED6}"/>
                  </a:ext>
                </a:extLst>
              </p14:cNvPr>
              <p14:cNvContentPartPr/>
              <p14:nvPr/>
            </p14:nvContentPartPr>
            <p14:xfrm>
              <a:off x="7171210" y="2369025"/>
              <a:ext cx="302040" cy="16740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D488A360-3C2B-668D-77E3-50EE2E594ED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156090" y="2353872"/>
                <a:ext cx="332640" cy="198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01799A8F-AB87-557B-3176-39BF9932153F}"/>
                  </a:ext>
                </a:extLst>
              </p14:cNvPr>
              <p14:cNvContentPartPr/>
              <p14:nvPr/>
            </p14:nvContentPartPr>
            <p14:xfrm>
              <a:off x="4032010" y="2932785"/>
              <a:ext cx="1091880" cy="23832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01799A8F-AB87-557B-3176-39BF9932153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016890" y="2917305"/>
                <a:ext cx="112212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06CF050A-70C9-993F-6551-9BFBD38B0945}"/>
                  </a:ext>
                </a:extLst>
              </p14:cNvPr>
              <p14:cNvContentPartPr/>
              <p14:nvPr/>
            </p14:nvContentPartPr>
            <p14:xfrm>
              <a:off x="3599650" y="2996505"/>
              <a:ext cx="213840" cy="16488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06CF050A-70C9-993F-6551-9BFBD38B094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584196" y="2981385"/>
                <a:ext cx="244389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60791F77-BFBD-8F0E-7791-453F1986AB50}"/>
                  </a:ext>
                </a:extLst>
              </p14:cNvPr>
              <p14:cNvContentPartPr/>
              <p14:nvPr/>
            </p14:nvContentPartPr>
            <p14:xfrm>
              <a:off x="5425210" y="2797785"/>
              <a:ext cx="111600" cy="9972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60791F77-BFBD-8F0E-7791-453F1986AB5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409730" y="2782665"/>
                <a:ext cx="1418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374418CA-A53F-CC00-037A-C48711C9BB18}"/>
                  </a:ext>
                </a:extLst>
              </p14:cNvPr>
              <p14:cNvContentPartPr/>
              <p14:nvPr/>
            </p14:nvContentPartPr>
            <p14:xfrm>
              <a:off x="5313970" y="2984265"/>
              <a:ext cx="291960" cy="828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374418CA-A53F-CC00-037A-C48711C9BB1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298850" y="2969145"/>
                <a:ext cx="3222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E076824A-2551-59DF-E9CC-4CC08950A73F}"/>
                  </a:ext>
                </a:extLst>
              </p14:cNvPr>
              <p14:cNvContentPartPr/>
              <p14:nvPr/>
            </p14:nvContentPartPr>
            <p14:xfrm>
              <a:off x="6964930" y="2976345"/>
              <a:ext cx="1687320" cy="23472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E076824A-2551-59DF-E9CC-4CC08950A73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949807" y="2961202"/>
                <a:ext cx="1717927" cy="265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5588FE9E-7296-F73B-49FA-0A2E78D6830B}"/>
                  </a:ext>
                </a:extLst>
              </p14:cNvPr>
              <p14:cNvContentPartPr/>
              <p14:nvPr/>
            </p14:nvContentPartPr>
            <p14:xfrm>
              <a:off x="5877370" y="2957985"/>
              <a:ext cx="666720" cy="211680"/>
            </p14:xfrm>
          </p:contentPart>
        </mc:Choice>
        <mc:Fallback xmlns=""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5588FE9E-7296-F73B-49FA-0A2E78D6830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862250" y="2942505"/>
                <a:ext cx="69732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EED347F8-AFF6-7F45-C335-080DBCC356BB}"/>
                  </a:ext>
                </a:extLst>
              </p14:cNvPr>
              <p14:cNvContentPartPr/>
              <p14:nvPr/>
            </p14:nvContentPartPr>
            <p14:xfrm>
              <a:off x="5337010" y="3067785"/>
              <a:ext cx="247320" cy="13140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EED347F8-AFF6-7F45-C335-080DBCC356B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321530" y="3052305"/>
                <a:ext cx="27792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0DEEDA3E-1759-BF2A-C629-F038DE05CE5A}"/>
                  </a:ext>
                </a:extLst>
              </p14:cNvPr>
              <p14:cNvContentPartPr/>
              <p14:nvPr/>
            </p14:nvContentPartPr>
            <p14:xfrm>
              <a:off x="8564770" y="2460465"/>
              <a:ext cx="118440" cy="9180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0DEEDA3E-1759-BF2A-C629-F038DE05CE5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549650" y="2445345"/>
                <a:ext cx="1490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B68D9F22-881F-7F18-67CF-5F7FB6F4B944}"/>
                  </a:ext>
                </a:extLst>
              </p14:cNvPr>
              <p14:cNvContentPartPr/>
              <p14:nvPr/>
            </p14:nvContentPartPr>
            <p14:xfrm>
              <a:off x="1253880" y="3505196"/>
              <a:ext cx="551880" cy="19620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B68D9F22-881F-7F18-67CF-5F7FB6F4B94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238760" y="3489716"/>
                <a:ext cx="5824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17BE6F63-9207-A9D5-ED5F-ACF8AB1CF2D4}"/>
                  </a:ext>
                </a:extLst>
              </p14:cNvPr>
              <p14:cNvContentPartPr/>
              <p14:nvPr/>
            </p14:nvContentPartPr>
            <p14:xfrm>
              <a:off x="330120" y="3491516"/>
              <a:ext cx="741600" cy="21888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17BE6F63-9207-A9D5-ED5F-ACF8AB1CF2D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14640" y="3476061"/>
                <a:ext cx="772200" cy="249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1420D4F0-6A27-9FB6-5F4E-DB6B8C70C483}"/>
                  </a:ext>
                </a:extLst>
              </p14:cNvPr>
              <p14:cNvContentPartPr/>
              <p14:nvPr/>
            </p14:nvContentPartPr>
            <p14:xfrm>
              <a:off x="4315680" y="3486476"/>
              <a:ext cx="912240" cy="26280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1420D4F0-6A27-9FB6-5F4E-DB6B8C70C48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300206" y="3471356"/>
                <a:ext cx="942468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72C6032C-2981-9FD2-AE69-BDC5593D67BA}"/>
                  </a:ext>
                </a:extLst>
              </p14:cNvPr>
              <p14:cNvContentPartPr/>
              <p14:nvPr/>
            </p14:nvContentPartPr>
            <p14:xfrm>
              <a:off x="2835360" y="3500516"/>
              <a:ext cx="1242360" cy="20088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72C6032C-2981-9FD2-AE69-BDC5593D67B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820244" y="3485036"/>
                <a:ext cx="1272951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BF0A45E4-5D01-7EF6-05E8-AA964A5A88A7}"/>
                  </a:ext>
                </a:extLst>
              </p14:cNvPr>
              <p14:cNvContentPartPr/>
              <p14:nvPr/>
            </p14:nvContentPartPr>
            <p14:xfrm>
              <a:off x="1992960" y="3518876"/>
              <a:ext cx="659160" cy="20340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BF0A45E4-5D01-7EF6-05E8-AA964A5A88A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977488" y="3503756"/>
                <a:ext cx="689743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C8BBDA66-3EF6-2790-E4BD-BF048671BC8D}"/>
                  </a:ext>
                </a:extLst>
              </p14:cNvPr>
              <p14:cNvContentPartPr/>
              <p14:nvPr/>
            </p14:nvContentPartPr>
            <p14:xfrm>
              <a:off x="5350287" y="3542276"/>
              <a:ext cx="2184480" cy="199440"/>
            </p14:xfrm>
          </p:contentPart>
        </mc:Choice>
        <mc:Fallback xmlns=""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C8BBDA66-3EF6-2790-E4BD-BF048671BC8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335167" y="3526824"/>
                <a:ext cx="2215080" cy="229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45" name="Ink 344">
                <a:extLst>
                  <a:ext uri="{FF2B5EF4-FFF2-40B4-BE49-F238E27FC236}">
                    <a16:creationId xmlns:a16="http://schemas.microsoft.com/office/drawing/2014/main" id="{90B5DCE4-8961-71A7-E41F-22B09DBF74B4}"/>
                  </a:ext>
                </a:extLst>
              </p14:cNvPr>
              <p14:cNvContentPartPr/>
              <p14:nvPr/>
            </p14:nvContentPartPr>
            <p14:xfrm>
              <a:off x="7758607" y="3452276"/>
              <a:ext cx="337320" cy="253080"/>
            </p14:xfrm>
          </p:contentPart>
        </mc:Choice>
        <mc:Fallback xmlns="">
          <p:pic>
            <p:nvPicPr>
              <p:cNvPr id="345" name="Ink 344">
                <a:extLst>
                  <a:ext uri="{FF2B5EF4-FFF2-40B4-BE49-F238E27FC236}">
                    <a16:creationId xmlns:a16="http://schemas.microsoft.com/office/drawing/2014/main" id="{90B5DCE4-8961-71A7-E41F-22B09DBF74B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743487" y="3436796"/>
                <a:ext cx="36756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194DFB13-FFE7-8681-7B69-DC9C5AB1AB6C}"/>
                  </a:ext>
                </a:extLst>
              </p14:cNvPr>
              <p14:cNvContentPartPr/>
              <p14:nvPr/>
            </p14:nvContentPartPr>
            <p14:xfrm>
              <a:off x="8268727" y="3542276"/>
              <a:ext cx="734760" cy="21672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194DFB13-FFE7-8681-7B69-DC9C5AB1AB6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253247" y="3526822"/>
                <a:ext cx="765000" cy="2469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324DD786-2522-C1F1-804F-86E31C3AEB97}"/>
                  </a:ext>
                </a:extLst>
              </p14:cNvPr>
              <p14:cNvContentPartPr/>
              <p14:nvPr/>
            </p14:nvContentPartPr>
            <p14:xfrm>
              <a:off x="6271447" y="4158596"/>
              <a:ext cx="173160" cy="7308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324DD786-2522-C1F1-804F-86E31C3AEB9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256327" y="4143116"/>
                <a:ext cx="2037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1ADD4EB4-9B97-24A0-BF00-09E55C4C6B84}"/>
                  </a:ext>
                </a:extLst>
              </p14:cNvPr>
              <p14:cNvContentPartPr/>
              <p14:nvPr/>
            </p14:nvContentPartPr>
            <p14:xfrm>
              <a:off x="6622447" y="4116836"/>
              <a:ext cx="549720" cy="18504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1ADD4EB4-9B97-24A0-BF00-09E55C4C6B8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607317" y="4101687"/>
                <a:ext cx="580340" cy="2157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39E0657E-0B78-9B78-FED3-7F96B8967B8F}"/>
                  </a:ext>
                </a:extLst>
              </p14:cNvPr>
              <p14:cNvContentPartPr/>
              <p14:nvPr/>
            </p14:nvContentPartPr>
            <p14:xfrm>
              <a:off x="5458567" y="4027196"/>
              <a:ext cx="635040" cy="20592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39E0657E-0B78-9B78-FED3-7F96B8967B8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443087" y="4011716"/>
                <a:ext cx="6656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23CB1FC5-4C1C-9DCF-9620-586440BF75E7}"/>
                  </a:ext>
                </a:extLst>
              </p14:cNvPr>
              <p14:cNvContentPartPr/>
              <p14:nvPr/>
            </p14:nvContentPartPr>
            <p14:xfrm>
              <a:off x="7123207" y="4068596"/>
              <a:ext cx="383760" cy="180360"/>
            </p14:xfrm>
          </p:contentPart>
        </mc:Choice>
        <mc:Fallback xmlns=""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23CB1FC5-4C1C-9DCF-9620-586440BF75E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108073" y="4053476"/>
                <a:ext cx="414389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CDE340C3-4736-9040-3772-BEC0B91362C7}"/>
                  </a:ext>
                </a:extLst>
              </p14:cNvPr>
              <p14:cNvContentPartPr/>
              <p14:nvPr/>
            </p14:nvContentPartPr>
            <p14:xfrm>
              <a:off x="7677967" y="4092716"/>
              <a:ext cx="861480" cy="16308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CDE340C3-4736-9040-3772-BEC0B91362C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662487" y="4077596"/>
                <a:ext cx="8917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D93CB845-B876-F50C-1A53-9A3F60E30FB8}"/>
                  </a:ext>
                </a:extLst>
              </p14:cNvPr>
              <p14:cNvContentPartPr/>
              <p14:nvPr/>
            </p14:nvContentPartPr>
            <p14:xfrm>
              <a:off x="5881207" y="4437956"/>
              <a:ext cx="787680" cy="218880"/>
            </p14:xfrm>
          </p:contentPart>
        </mc:Choice>
        <mc:Fallback xmlns=""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D93CB845-B876-F50C-1A53-9A3F60E30FB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865727" y="4422450"/>
                <a:ext cx="818280" cy="2495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028601E7-7191-C1DA-4423-9BD99A1BF6E1}"/>
                  </a:ext>
                </a:extLst>
              </p14:cNvPr>
              <p14:cNvContentPartPr/>
              <p14:nvPr/>
            </p14:nvContentPartPr>
            <p14:xfrm>
              <a:off x="8564287" y="4188476"/>
              <a:ext cx="242640" cy="124560"/>
            </p14:xfrm>
          </p:contentPart>
        </mc:Choice>
        <mc:Fallback xmlns=""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028601E7-7191-C1DA-4423-9BD99A1BF6E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549167" y="4173400"/>
                <a:ext cx="273240" cy="1547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664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56D47-BA82-C6F7-3BB0-07EA246D4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4373D8-DB53-F3DD-7B22-C6976BF7B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Convolution Operation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CA3DDE7-5217-9A83-6693-54B4C0A1A8D0}"/>
              </a:ext>
            </a:extLst>
          </p:cNvPr>
          <p:cNvGrpSpPr/>
          <p:nvPr/>
        </p:nvGrpSpPr>
        <p:grpSpPr>
          <a:xfrm>
            <a:off x="5029200" y="1543425"/>
            <a:ext cx="2743200" cy="1828801"/>
            <a:chOff x="4282067" y="1041620"/>
            <a:chExt cx="2743200" cy="1828801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612E83E-C03C-4810-D4F8-BECE4DDD9E79}"/>
                </a:ext>
              </a:extLst>
            </p:cNvPr>
            <p:cNvSpPr/>
            <p:nvPr/>
          </p:nvSpPr>
          <p:spPr>
            <a:xfrm>
              <a:off x="4282067" y="1041621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AE94656-E774-61EC-CDB1-D72EAC811D6F}"/>
                </a:ext>
              </a:extLst>
            </p:cNvPr>
            <p:cNvSpPr/>
            <p:nvPr/>
          </p:nvSpPr>
          <p:spPr>
            <a:xfrm>
              <a:off x="4739267" y="1041621"/>
              <a:ext cx="457200" cy="457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10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8BC571F-3C1D-AF40-1310-3C3E3738E70F}"/>
                </a:ext>
              </a:extLst>
            </p:cNvPr>
            <p:cNvSpPr/>
            <p:nvPr/>
          </p:nvSpPr>
          <p:spPr>
            <a:xfrm>
              <a:off x="5196467" y="10416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185C926-B4B3-40B8-4D01-65B48F150F1D}"/>
                </a:ext>
              </a:extLst>
            </p:cNvPr>
            <p:cNvSpPr/>
            <p:nvPr/>
          </p:nvSpPr>
          <p:spPr>
            <a:xfrm>
              <a:off x="5653667" y="10416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0015B40-9385-6BD0-AFA6-DA4E5F020E2B}"/>
                </a:ext>
              </a:extLst>
            </p:cNvPr>
            <p:cNvSpPr/>
            <p:nvPr/>
          </p:nvSpPr>
          <p:spPr>
            <a:xfrm>
              <a:off x="6110867" y="10416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CC8AFA5-3732-904F-88B5-C25B3C97BDF6}"/>
                </a:ext>
              </a:extLst>
            </p:cNvPr>
            <p:cNvSpPr/>
            <p:nvPr/>
          </p:nvSpPr>
          <p:spPr>
            <a:xfrm>
              <a:off x="6568067" y="10416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B2F70A8-CAF0-57B8-19D6-6D01A4E7C123}"/>
                </a:ext>
              </a:extLst>
            </p:cNvPr>
            <p:cNvSpPr/>
            <p:nvPr/>
          </p:nvSpPr>
          <p:spPr>
            <a:xfrm>
              <a:off x="4282067" y="1498821"/>
              <a:ext cx="457200" cy="457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10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07E269B-3D19-FE6D-30CF-F5D95FE310DD}"/>
                </a:ext>
              </a:extLst>
            </p:cNvPr>
            <p:cNvSpPr/>
            <p:nvPr/>
          </p:nvSpPr>
          <p:spPr>
            <a:xfrm>
              <a:off x="4739267" y="1498821"/>
              <a:ext cx="457200" cy="4572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50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C1C18B5-A672-1827-9572-DD06C8AB0683}"/>
                </a:ext>
              </a:extLst>
            </p:cNvPr>
            <p:cNvSpPr/>
            <p:nvPr/>
          </p:nvSpPr>
          <p:spPr>
            <a:xfrm>
              <a:off x="5196467" y="1498820"/>
              <a:ext cx="457200" cy="4572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50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EC2B5E0-7370-76B0-BBC5-6F68483E15EE}"/>
                </a:ext>
              </a:extLst>
            </p:cNvPr>
            <p:cNvSpPr/>
            <p:nvPr/>
          </p:nvSpPr>
          <p:spPr>
            <a:xfrm>
              <a:off x="5653667" y="1498820"/>
              <a:ext cx="457200" cy="4572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50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5D4E4A9-DF55-5E9D-CB5C-527AE1DCF5C5}"/>
                </a:ext>
              </a:extLst>
            </p:cNvPr>
            <p:cNvSpPr/>
            <p:nvPr/>
          </p:nvSpPr>
          <p:spPr>
            <a:xfrm>
              <a:off x="6110867" y="14988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574EF6F-1F94-7799-B90D-E393441DBA19}"/>
                </a:ext>
              </a:extLst>
            </p:cNvPr>
            <p:cNvSpPr/>
            <p:nvPr/>
          </p:nvSpPr>
          <p:spPr>
            <a:xfrm>
              <a:off x="6568067" y="14988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92E4BE9-6BA3-3A13-DD02-3C2E05113690}"/>
                </a:ext>
              </a:extLst>
            </p:cNvPr>
            <p:cNvSpPr/>
            <p:nvPr/>
          </p:nvSpPr>
          <p:spPr>
            <a:xfrm>
              <a:off x="4282067" y="1956021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3A10C99-328D-B61D-BD04-E6F5A7C5C597}"/>
                </a:ext>
              </a:extLst>
            </p:cNvPr>
            <p:cNvSpPr/>
            <p:nvPr/>
          </p:nvSpPr>
          <p:spPr>
            <a:xfrm>
              <a:off x="4739267" y="1956021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9BFB5774-C661-7CA3-842C-F35A41752BDD}"/>
                </a:ext>
              </a:extLst>
            </p:cNvPr>
            <p:cNvSpPr/>
            <p:nvPr/>
          </p:nvSpPr>
          <p:spPr>
            <a:xfrm>
              <a:off x="5196467" y="1956020"/>
              <a:ext cx="457200" cy="4572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50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6536894-3F5B-DC02-D184-8111336F6B32}"/>
                </a:ext>
              </a:extLst>
            </p:cNvPr>
            <p:cNvSpPr/>
            <p:nvPr/>
          </p:nvSpPr>
          <p:spPr>
            <a:xfrm>
              <a:off x="5653667" y="1956020"/>
              <a:ext cx="457200" cy="4572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50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D32305E-2369-40D7-8245-099FCD348040}"/>
                </a:ext>
              </a:extLst>
            </p:cNvPr>
            <p:cNvSpPr/>
            <p:nvPr/>
          </p:nvSpPr>
          <p:spPr>
            <a:xfrm>
              <a:off x="6110867" y="1956020"/>
              <a:ext cx="457200" cy="457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10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C5E52281-7E46-1238-FF08-EE1EA76A5503}"/>
                </a:ext>
              </a:extLst>
            </p:cNvPr>
            <p:cNvSpPr/>
            <p:nvPr/>
          </p:nvSpPr>
          <p:spPr>
            <a:xfrm>
              <a:off x="6568067" y="19560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8F510C3-3223-F8D5-5C9B-EC56F6091343}"/>
                </a:ext>
              </a:extLst>
            </p:cNvPr>
            <p:cNvSpPr/>
            <p:nvPr/>
          </p:nvSpPr>
          <p:spPr>
            <a:xfrm>
              <a:off x="4282067" y="2413221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0D3EF59-F43D-2DAE-6EAF-3DEB8B323A34}"/>
                </a:ext>
              </a:extLst>
            </p:cNvPr>
            <p:cNvSpPr/>
            <p:nvPr/>
          </p:nvSpPr>
          <p:spPr>
            <a:xfrm>
              <a:off x="4739267" y="2413221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5C92518-0B12-2100-AD96-6ACD2289CBE9}"/>
                </a:ext>
              </a:extLst>
            </p:cNvPr>
            <p:cNvSpPr/>
            <p:nvPr/>
          </p:nvSpPr>
          <p:spPr>
            <a:xfrm>
              <a:off x="5196467" y="2413220"/>
              <a:ext cx="4572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200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FDA004A-26B5-DDDD-25CA-8F5D8156B3FD}"/>
                </a:ext>
              </a:extLst>
            </p:cNvPr>
            <p:cNvSpPr/>
            <p:nvPr/>
          </p:nvSpPr>
          <p:spPr>
            <a:xfrm>
              <a:off x="5653667" y="2413220"/>
              <a:ext cx="457200" cy="457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10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A63B2144-7FF4-697D-66E1-5E3D43BECD01}"/>
                </a:ext>
              </a:extLst>
            </p:cNvPr>
            <p:cNvSpPr/>
            <p:nvPr/>
          </p:nvSpPr>
          <p:spPr>
            <a:xfrm>
              <a:off x="6110867" y="2413220"/>
              <a:ext cx="457200" cy="457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10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608C2C6-B537-D247-6FB1-C8C7324F968A}"/>
                </a:ext>
              </a:extLst>
            </p:cNvPr>
            <p:cNvSpPr/>
            <p:nvPr/>
          </p:nvSpPr>
          <p:spPr>
            <a:xfrm>
              <a:off x="6568067" y="2413220"/>
              <a:ext cx="457200" cy="4572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10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2748976-4FC7-5D05-1A1E-78A1DE9D4867}"/>
              </a:ext>
            </a:extLst>
          </p:cNvPr>
          <p:cNvGrpSpPr/>
          <p:nvPr/>
        </p:nvGrpSpPr>
        <p:grpSpPr>
          <a:xfrm>
            <a:off x="4572000" y="3372223"/>
            <a:ext cx="3657600" cy="457201"/>
            <a:chOff x="3824867" y="2870418"/>
            <a:chExt cx="3657600" cy="457201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79A924B-F33C-CF0F-3102-2B74D400D492}"/>
                </a:ext>
              </a:extLst>
            </p:cNvPr>
            <p:cNvSpPr/>
            <p:nvPr/>
          </p:nvSpPr>
          <p:spPr>
            <a:xfrm>
              <a:off x="4282067" y="2870419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F48BBB1A-6FCE-357B-6976-BC83FD25C4E2}"/>
                </a:ext>
              </a:extLst>
            </p:cNvPr>
            <p:cNvSpPr/>
            <p:nvPr/>
          </p:nvSpPr>
          <p:spPr>
            <a:xfrm>
              <a:off x="4739267" y="2870419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DA5AD2E-9927-896C-6A3A-FE4ECB37D14E}"/>
                </a:ext>
              </a:extLst>
            </p:cNvPr>
            <p:cNvSpPr/>
            <p:nvPr/>
          </p:nvSpPr>
          <p:spPr>
            <a:xfrm>
              <a:off x="5196467" y="287041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89BC8FA-F5C5-5ADF-7001-C489319CBF27}"/>
                </a:ext>
              </a:extLst>
            </p:cNvPr>
            <p:cNvSpPr/>
            <p:nvPr/>
          </p:nvSpPr>
          <p:spPr>
            <a:xfrm>
              <a:off x="5653667" y="287041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0F780E3-E1C6-973C-6225-F2E52FB75E8D}"/>
                </a:ext>
              </a:extLst>
            </p:cNvPr>
            <p:cNvSpPr/>
            <p:nvPr/>
          </p:nvSpPr>
          <p:spPr>
            <a:xfrm>
              <a:off x="6110867" y="287041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5C7C9E5-6E37-D7A2-A3B0-DA90FA34A657}"/>
                </a:ext>
              </a:extLst>
            </p:cNvPr>
            <p:cNvSpPr/>
            <p:nvPr/>
          </p:nvSpPr>
          <p:spPr>
            <a:xfrm>
              <a:off x="6568067" y="287041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ACB0D25-F9CA-FC1B-CA14-97CEF921750F}"/>
                </a:ext>
              </a:extLst>
            </p:cNvPr>
            <p:cNvSpPr/>
            <p:nvPr/>
          </p:nvSpPr>
          <p:spPr>
            <a:xfrm>
              <a:off x="3824867" y="287041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BFDE722-C996-0AAB-9D06-22A23B444DB3}"/>
                </a:ext>
              </a:extLst>
            </p:cNvPr>
            <p:cNvSpPr/>
            <p:nvPr/>
          </p:nvSpPr>
          <p:spPr>
            <a:xfrm>
              <a:off x="7025267" y="287041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83798B6-0236-8B15-E532-02E719DC70C5}"/>
              </a:ext>
            </a:extLst>
          </p:cNvPr>
          <p:cNvGrpSpPr/>
          <p:nvPr/>
        </p:nvGrpSpPr>
        <p:grpSpPr>
          <a:xfrm>
            <a:off x="4572000" y="1085202"/>
            <a:ext cx="3657600" cy="457201"/>
            <a:chOff x="3824867" y="583397"/>
            <a:chExt cx="3657600" cy="457201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499F4B31-34AE-DF5C-368E-0BFD335C915A}"/>
                </a:ext>
              </a:extLst>
            </p:cNvPr>
            <p:cNvSpPr/>
            <p:nvPr/>
          </p:nvSpPr>
          <p:spPr>
            <a:xfrm>
              <a:off x="4282067" y="58339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2B2A25C8-D4F5-4E35-1E88-F30EB7148F13}"/>
                </a:ext>
              </a:extLst>
            </p:cNvPr>
            <p:cNvSpPr/>
            <p:nvPr/>
          </p:nvSpPr>
          <p:spPr>
            <a:xfrm>
              <a:off x="4739267" y="583398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11255672-F0D3-8015-1EF9-49FB73A2AAC3}"/>
                </a:ext>
              </a:extLst>
            </p:cNvPr>
            <p:cNvSpPr/>
            <p:nvPr/>
          </p:nvSpPr>
          <p:spPr>
            <a:xfrm>
              <a:off x="5196467" y="5833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5338DAD-C7C4-F0A3-B861-9DDB09BF0D12}"/>
                </a:ext>
              </a:extLst>
            </p:cNvPr>
            <p:cNvSpPr/>
            <p:nvPr/>
          </p:nvSpPr>
          <p:spPr>
            <a:xfrm>
              <a:off x="5653667" y="5833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694A313-B87A-ADBA-266A-15D44922A96C}"/>
                </a:ext>
              </a:extLst>
            </p:cNvPr>
            <p:cNvSpPr/>
            <p:nvPr/>
          </p:nvSpPr>
          <p:spPr>
            <a:xfrm>
              <a:off x="6110867" y="5833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03E2D01-7A61-1402-56D4-804AEE342404}"/>
                </a:ext>
              </a:extLst>
            </p:cNvPr>
            <p:cNvSpPr/>
            <p:nvPr/>
          </p:nvSpPr>
          <p:spPr>
            <a:xfrm>
              <a:off x="6568067" y="5833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C922AE9-FA47-5FBD-3F63-B7EB3D2B06BD}"/>
                </a:ext>
              </a:extLst>
            </p:cNvPr>
            <p:cNvSpPr/>
            <p:nvPr/>
          </p:nvSpPr>
          <p:spPr>
            <a:xfrm>
              <a:off x="3824867" y="5833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03F1B7E7-7A52-B999-D747-54B08D22BEA5}"/>
                </a:ext>
              </a:extLst>
            </p:cNvPr>
            <p:cNvSpPr/>
            <p:nvPr/>
          </p:nvSpPr>
          <p:spPr>
            <a:xfrm>
              <a:off x="7025267" y="5833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AFDBE42-FF11-595E-DBCD-F2C332E1ACEC}"/>
              </a:ext>
            </a:extLst>
          </p:cNvPr>
          <p:cNvGrpSpPr/>
          <p:nvPr/>
        </p:nvGrpSpPr>
        <p:grpSpPr>
          <a:xfrm rot="5400000">
            <a:off x="7086600" y="2228202"/>
            <a:ext cx="1828800" cy="457200"/>
            <a:chOff x="5806067" y="735797"/>
            <a:chExt cx="1828800" cy="457200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A43EE379-DDC6-7F49-88DB-C2002731973E}"/>
                </a:ext>
              </a:extLst>
            </p:cNvPr>
            <p:cNvSpPr/>
            <p:nvPr/>
          </p:nvSpPr>
          <p:spPr>
            <a:xfrm>
              <a:off x="58060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33512C7-BE96-F26E-4E01-9300C71704C7}"/>
                </a:ext>
              </a:extLst>
            </p:cNvPr>
            <p:cNvSpPr/>
            <p:nvPr/>
          </p:nvSpPr>
          <p:spPr>
            <a:xfrm>
              <a:off x="62632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9E3AC24-4D1F-D729-E026-3C16F2D23963}"/>
                </a:ext>
              </a:extLst>
            </p:cNvPr>
            <p:cNvSpPr/>
            <p:nvPr/>
          </p:nvSpPr>
          <p:spPr>
            <a:xfrm>
              <a:off x="67204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4C5E85E-493E-A1CE-B889-BB593C938F6F}"/>
                </a:ext>
              </a:extLst>
            </p:cNvPr>
            <p:cNvSpPr/>
            <p:nvPr/>
          </p:nvSpPr>
          <p:spPr>
            <a:xfrm>
              <a:off x="71776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CDD2156-CB24-C13E-B619-8CF3914F8CE7}"/>
              </a:ext>
            </a:extLst>
          </p:cNvPr>
          <p:cNvGrpSpPr/>
          <p:nvPr/>
        </p:nvGrpSpPr>
        <p:grpSpPr>
          <a:xfrm rot="5400000">
            <a:off x="3886200" y="2236086"/>
            <a:ext cx="1828800" cy="457200"/>
            <a:chOff x="5806067" y="735797"/>
            <a:chExt cx="1828800" cy="457200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3AB14A81-29B1-40F6-0599-2F2FAFCC3EDD}"/>
                </a:ext>
              </a:extLst>
            </p:cNvPr>
            <p:cNvSpPr/>
            <p:nvPr/>
          </p:nvSpPr>
          <p:spPr>
            <a:xfrm>
              <a:off x="58060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DEAA3D3-2E95-2A43-39AA-2DB46DFA7BE7}"/>
                </a:ext>
              </a:extLst>
            </p:cNvPr>
            <p:cNvSpPr/>
            <p:nvPr/>
          </p:nvSpPr>
          <p:spPr>
            <a:xfrm>
              <a:off x="62632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82834C87-15B6-AEAF-8F85-C8E0FF63EDD2}"/>
                </a:ext>
              </a:extLst>
            </p:cNvPr>
            <p:cNvSpPr/>
            <p:nvPr/>
          </p:nvSpPr>
          <p:spPr>
            <a:xfrm>
              <a:off x="67204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A5E5502A-CE36-FAB8-65EB-6D6F38414031}"/>
                </a:ext>
              </a:extLst>
            </p:cNvPr>
            <p:cNvSpPr/>
            <p:nvPr/>
          </p:nvSpPr>
          <p:spPr>
            <a:xfrm>
              <a:off x="7177667" y="735797"/>
              <a:ext cx="457200" cy="45720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B719196-A441-2850-2AA7-45FA0014B2F9}"/>
              </a:ext>
            </a:extLst>
          </p:cNvPr>
          <p:cNvGrpSpPr/>
          <p:nvPr/>
        </p:nvGrpSpPr>
        <p:grpSpPr>
          <a:xfrm>
            <a:off x="2057400" y="1085202"/>
            <a:ext cx="1371600" cy="1371600"/>
            <a:chOff x="1925444" y="1753153"/>
            <a:chExt cx="1371600" cy="1371600"/>
          </a:xfrm>
          <a:solidFill>
            <a:schemeClr val="tx2">
              <a:lumMod val="10000"/>
              <a:lumOff val="90000"/>
              <a:alpha val="79221"/>
            </a:schemeClr>
          </a:solidFill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68C962A7-E0F4-7577-3777-486DF39629E7}"/>
                </a:ext>
              </a:extLst>
            </p:cNvPr>
            <p:cNvSpPr/>
            <p:nvPr/>
          </p:nvSpPr>
          <p:spPr>
            <a:xfrm>
              <a:off x="2839844" y="17531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1.9</a:t>
              </a: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2EAC97C-1878-B278-1B32-65C29815DDF0}"/>
                </a:ext>
              </a:extLst>
            </p:cNvPr>
            <p:cNvSpPr/>
            <p:nvPr/>
          </p:nvSpPr>
          <p:spPr>
            <a:xfrm>
              <a:off x="2382644" y="17531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1/9</a:t>
              </a: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4A32DF7D-240A-7A20-0B94-2DCB5ECC6BC8}"/>
                </a:ext>
              </a:extLst>
            </p:cNvPr>
            <p:cNvSpPr/>
            <p:nvPr/>
          </p:nvSpPr>
          <p:spPr>
            <a:xfrm>
              <a:off x="1925444" y="17531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1/9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85BE536-3035-097D-CB2A-0D1CBAB85195}"/>
                </a:ext>
              </a:extLst>
            </p:cNvPr>
            <p:cNvSpPr/>
            <p:nvPr/>
          </p:nvSpPr>
          <p:spPr>
            <a:xfrm>
              <a:off x="2839844" y="22103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1/9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63B365F-58FB-A07E-E29C-2361AF6DB7DA}"/>
                </a:ext>
              </a:extLst>
            </p:cNvPr>
            <p:cNvSpPr/>
            <p:nvPr/>
          </p:nvSpPr>
          <p:spPr>
            <a:xfrm>
              <a:off x="2382644" y="22103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1/9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B9ECE501-7B1F-1245-EEEF-BBE49D2A33A4}"/>
                </a:ext>
              </a:extLst>
            </p:cNvPr>
            <p:cNvSpPr/>
            <p:nvPr/>
          </p:nvSpPr>
          <p:spPr>
            <a:xfrm>
              <a:off x="1925444" y="22103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1/9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1C5B926-34AB-E165-CFD9-86AE283B3916}"/>
                </a:ext>
              </a:extLst>
            </p:cNvPr>
            <p:cNvSpPr/>
            <p:nvPr/>
          </p:nvSpPr>
          <p:spPr>
            <a:xfrm>
              <a:off x="2839844" y="26675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1/9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E254BF36-9F80-BC58-854C-3309598B183D}"/>
                </a:ext>
              </a:extLst>
            </p:cNvPr>
            <p:cNvSpPr/>
            <p:nvPr/>
          </p:nvSpPr>
          <p:spPr>
            <a:xfrm>
              <a:off x="2382644" y="26675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1/9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ADE8F622-7661-EDC4-B20C-1FB11F9BC7E5}"/>
                </a:ext>
              </a:extLst>
            </p:cNvPr>
            <p:cNvSpPr/>
            <p:nvPr/>
          </p:nvSpPr>
          <p:spPr>
            <a:xfrm>
              <a:off x="1925444" y="2667553"/>
              <a:ext cx="457200" cy="457200"/>
            </a:xfrm>
            <a:prstGeom prst="rect">
              <a:avLst/>
            </a:prstGeom>
            <a:grpFill/>
            <a:ln>
              <a:solidFill>
                <a:schemeClr val="tx1">
                  <a:alpha val="28795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ysClr val="windowText" lastClr="000000"/>
                  </a:solidFill>
                </a:rPr>
                <a:t>1/9</a:t>
              </a:r>
            </a:p>
          </p:txBody>
        </p:sp>
      </p:grp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AF8DCB0-BC9D-B9A5-C67A-8744623C6829}"/>
              </a:ext>
            </a:extLst>
          </p:cNvPr>
          <p:cNvCxnSpPr>
            <a:cxnSpLocks/>
          </p:cNvCxnSpPr>
          <p:nvPr/>
        </p:nvCxnSpPr>
        <p:spPr>
          <a:xfrm>
            <a:off x="536713" y="2921886"/>
            <a:ext cx="37788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CD834F6-8F24-921D-1474-B4DDE0BE77D4}"/>
              </a:ext>
            </a:extLst>
          </p:cNvPr>
          <p:cNvCxnSpPr>
            <a:cxnSpLocks/>
          </p:cNvCxnSpPr>
          <p:nvPr/>
        </p:nvCxnSpPr>
        <p:spPr>
          <a:xfrm>
            <a:off x="536713" y="3489079"/>
            <a:ext cx="37788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C956B3E-8BD8-5F4B-5D8B-EB905F08BB3E}"/>
              </a:ext>
            </a:extLst>
          </p:cNvPr>
          <p:cNvCxnSpPr>
            <a:cxnSpLocks/>
          </p:cNvCxnSpPr>
          <p:nvPr/>
        </p:nvCxnSpPr>
        <p:spPr>
          <a:xfrm>
            <a:off x="536713" y="4033291"/>
            <a:ext cx="37788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B8ACFEA3-436F-610B-3E3E-536235812E57}"/>
              </a:ext>
            </a:extLst>
          </p:cNvPr>
          <p:cNvCxnSpPr>
            <a:cxnSpLocks/>
          </p:cNvCxnSpPr>
          <p:nvPr/>
        </p:nvCxnSpPr>
        <p:spPr>
          <a:xfrm>
            <a:off x="536713" y="4600484"/>
            <a:ext cx="377880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BE0DB5B-7764-991D-6FAE-BFDF9273D229}"/>
                  </a:ext>
                </a:extLst>
              </p14:cNvPr>
              <p14:cNvContentPartPr/>
              <p14:nvPr/>
            </p14:nvContentPartPr>
            <p14:xfrm>
              <a:off x="603010" y="2777985"/>
              <a:ext cx="540360" cy="142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BE0DB5B-7764-991D-6FAE-BFDF9273D2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7880" y="2762903"/>
                <a:ext cx="570980" cy="1734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8DA9074A-7DDB-A110-0638-E60E1E13941E}"/>
                  </a:ext>
                </a:extLst>
              </p14:cNvPr>
              <p14:cNvContentPartPr/>
              <p14:nvPr/>
            </p14:nvContentPartPr>
            <p14:xfrm>
              <a:off x="2623330" y="3293865"/>
              <a:ext cx="480240" cy="1947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8DA9074A-7DDB-A110-0638-E60E1E1394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07862" y="3278745"/>
                <a:ext cx="510817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3F4D424A-37CC-301C-E948-5D6939AA873A}"/>
                  </a:ext>
                </a:extLst>
              </p14:cNvPr>
              <p14:cNvContentPartPr/>
              <p14:nvPr/>
            </p14:nvContentPartPr>
            <p14:xfrm>
              <a:off x="2151010" y="3299625"/>
              <a:ext cx="293760" cy="2250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3F4D424A-37CC-301C-E948-5D6939AA87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35549" y="3284481"/>
                <a:ext cx="324323" cy="2556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A66EBE14-049D-79E0-3747-6C078A903E2C}"/>
                  </a:ext>
                </a:extLst>
              </p14:cNvPr>
              <p14:cNvContentPartPr/>
              <p14:nvPr/>
            </p14:nvContentPartPr>
            <p14:xfrm>
              <a:off x="841330" y="3293865"/>
              <a:ext cx="1134720" cy="2466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A66EBE14-049D-79E0-3747-6C078A903E2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5855" y="3278745"/>
                <a:ext cx="116495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32BA832F-CE14-95B1-BD1F-7368289BAF58}"/>
                  </a:ext>
                </a:extLst>
              </p14:cNvPr>
              <p14:cNvContentPartPr/>
              <p14:nvPr/>
            </p14:nvContentPartPr>
            <p14:xfrm>
              <a:off x="535690" y="3362985"/>
              <a:ext cx="150480" cy="1321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32BA832F-CE14-95B1-BD1F-7368289BAF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0247" y="3347824"/>
                <a:ext cx="180648" cy="1628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CDED55A2-4DC3-40FC-0579-9989B8E8C88C}"/>
                  </a:ext>
                </a:extLst>
              </p14:cNvPr>
              <p14:cNvContentPartPr/>
              <p14:nvPr/>
            </p14:nvContentPartPr>
            <p14:xfrm>
              <a:off x="3365290" y="2714985"/>
              <a:ext cx="663120" cy="2084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CDED55A2-4DC3-40FC-0579-9989B8E8C88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350170" y="2699505"/>
                <a:ext cx="69372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A407462E-9002-E399-63D9-EF990091D491}"/>
                  </a:ext>
                </a:extLst>
              </p14:cNvPr>
              <p14:cNvContentPartPr/>
              <p14:nvPr/>
            </p14:nvContentPartPr>
            <p14:xfrm>
              <a:off x="1281610" y="2758185"/>
              <a:ext cx="1921320" cy="1825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A407462E-9002-E399-63D9-EF990091D49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66490" y="2742735"/>
                <a:ext cx="1951560" cy="2130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A903C2FA-5EBC-08CF-D093-B97D3FF63ED6}"/>
                  </a:ext>
                </a:extLst>
              </p14:cNvPr>
              <p14:cNvContentPartPr/>
              <p14:nvPr/>
            </p14:nvContentPartPr>
            <p14:xfrm>
              <a:off x="3341530" y="3301785"/>
              <a:ext cx="694800" cy="2268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A903C2FA-5EBC-08CF-D093-B97D3FF63ED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26410" y="3286641"/>
                <a:ext cx="725400" cy="257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29F1E511-3534-4CFA-F09E-E18030C01F10}"/>
                  </a:ext>
                </a:extLst>
              </p14:cNvPr>
              <p14:cNvContentPartPr/>
              <p14:nvPr/>
            </p14:nvContentPartPr>
            <p14:xfrm>
              <a:off x="678610" y="3857625"/>
              <a:ext cx="686880" cy="22932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29F1E511-3534-4CFA-F09E-E18030C01F1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3130" y="3842145"/>
                <a:ext cx="71748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ACC46990-FA8B-0571-02E6-30BCB238A67F}"/>
                  </a:ext>
                </a:extLst>
              </p14:cNvPr>
              <p14:cNvContentPartPr/>
              <p14:nvPr/>
            </p14:nvContentPartPr>
            <p14:xfrm>
              <a:off x="1523890" y="3754305"/>
              <a:ext cx="873360" cy="3002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ACC46990-FA8B-0571-02E6-30BCB238A67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508410" y="3739185"/>
                <a:ext cx="90396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813EE901-69CB-4FD0-208E-23C332E5E7CE}"/>
                  </a:ext>
                </a:extLst>
              </p14:cNvPr>
              <p14:cNvContentPartPr/>
              <p14:nvPr/>
            </p14:nvContentPartPr>
            <p14:xfrm>
              <a:off x="2512090" y="3690585"/>
              <a:ext cx="635400" cy="34992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813EE901-69CB-4FD0-208E-23C332E5E7C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96970" y="3675449"/>
                <a:ext cx="666000" cy="3805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DDDF57E0-3BA8-4EBB-3A46-87DF1F43504D}"/>
                  </a:ext>
                </a:extLst>
              </p14:cNvPr>
              <p14:cNvContentPartPr/>
              <p14:nvPr/>
            </p14:nvContentPartPr>
            <p14:xfrm>
              <a:off x="3267730" y="3726585"/>
              <a:ext cx="799920" cy="33192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DDDF57E0-3BA8-4EBB-3A46-87DF1F43504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252610" y="3711105"/>
                <a:ext cx="83016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0841665A-D400-F233-339B-DC5AC039E4B8}"/>
                  </a:ext>
                </a:extLst>
              </p14:cNvPr>
              <p14:cNvContentPartPr/>
              <p14:nvPr/>
            </p14:nvContentPartPr>
            <p14:xfrm>
              <a:off x="1504090" y="4401225"/>
              <a:ext cx="115560" cy="1000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0841665A-D400-F233-339B-DC5AC039E4B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488610" y="4385745"/>
                <a:ext cx="14580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9B8AD413-CCFE-0D37-563E-AD38FCAB1A70}"/>
                  </a:ext>
                </a:extLst>
              </p14:cNvPr>
              <p14:cNvContentPartPr/>
              <p14:nvPr/>
            </p14:nvContentPartPr>
            <p14:xfrm>
              <a:off x="1710370" y="4242465"/>
              <a:ext cx="2520360" cy="35568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9B8AD413-CCFE-0D37-563E-AD38FCAB1A7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95250" y="4227345"/>
                <a:ext cx="255096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E42FDA12-7AA4-E31D-9106-24E07D279DC6}"/>
                  </a:ext>
                </a:extLst>
              </p14:cNvPr>
              <p14:cNvContentPartPr/>
              <p14:nvPr/>
            </p14:nvContentPartPr>
            <p14:xfrm>
              <a:off x="4349530" y="4250385"/>
              <a:ext cx="562320" cy="36756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E42FDA12-7AA4-E31D-9106-24E07D279DC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334410" y="4235265"/>
                <a:ext cx="59256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73C5557B-5C37-7A2B-60B5-C56B046285A6}"/>
                  </a:ext>
                </a:extLst>
              </p14:cNvPr>
              <p14:cNvContentPartPr/>
              <p14:nvPr/>
            </p14:nvContentPartPr>
            <p14:xfrm>
              <a:off x="4937410" y="4321665"/>
              <a:ext cx="337320" cy="23112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73C5557B-5C37-7A2B-60B5-C56B046285A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922290" y="4306545"/>
                <a:ext cx="367920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02F33A87-3F12-77B6-3D5E-0851357B447D}"/>
                  </a:ext>
                </a:extLst>
              </p14:cNvPr>
              <p14:cNvContentPartPr/>
              <p14:nvPr/>
            </p14:nvContentPartPr>
            <p14:xfrm>
              <a:off x="5353570" y="4234545"/>
              <a:ext cx="757800" cy="36540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02F33A87-3F12-77B6-3D5E-0851357B447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338450" y="4219065"/>
                <a:ext cx="78840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34E19CFB-C05B-5C7F-8D35-880CD61347C8}"/>
                  </a:ext>
                </a:extLst>
              </p14:cNvPr>
              <p14:cNvContentPartPr/>
              <p14:nvPr/>
            </p14:nvContentPartPr>
            <p14:xfrm>
              <a:off x="6224410" y="4309785"/>
              <a:ext cx="1102320" cy="31032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34E19CFB-C05B-5C7F-8D35-880CD61347C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09285" y="4294665"/>
                <a:ext cx="113293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B4F1E3B1-984A-AE92-FBE8-25D488A53A96}"/>
                  </a:ext>
                </a:extLst>
              </p14:cNvPr>
              <p14:cNvContentPartPr/>
              <p14:nvPr/>
            </p14:nvContentPartPr>
            <p14:xfrm>
              <a:off x="7504570" y="4346145"/>
              <a:ext cx="412920" cy="17064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B4F1E3B1-984A-AE92-FBE8-25D488A53A9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489437" y="4330665"/>
                <a:ext cx="443547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79401DBF-8E5D-F935-4C3E-59D57C484197}"/>
                  </a:ext>
                </a:extLst>
              </p14:cNvPr>
              <p14:cNvContentPartPr/>
              <p14:nvPr/>
            </p14:nvContentPartPr>
            <p14:xfrm>
              <a:off x="475930" y="3829545"/>
              <a:ext cx="99000" cy="33336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79401DBF-8E5D-F935-4C3E-59D57C48419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60810" y="3814425"/>
                <a:ext cx="129600" cy="36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7869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22 -4.44444E-6 L 0.275 -4.44444E-6 " pathEditMode="relative" ptsTypes="AA">
                                      <p:cBhvr>
                                        <p:cTn id="6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38257A-FD6A-A5EB-6646-D08679EC83A3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423601" y="905398"/>
            <a:ext cx="5007044" cy="3650177"/>
          </a:xfrm>
        </p:spPr>
        <p:txBody>
          <a:bodyPr/>
          <a:lstStyle/>
          <a:p>
            <a:r>
              <a:rPr lang="en-US" dirty="0"/>
              <a:t>Blur kernel: averages the colors from surrounding pixels.</a:t>
            </a:r>
          </a:p>
          <a:p>
            <a:endParaRPr lang="en-US" dirty="0"/>
          </a:p>
          <a:p>
            <a:r>
              <a:rPr lang="en-US" dirty="0"/>
              <a:t>Sharpen kernel: increases contrast. Shows local details.</a:t>
            </a:r>
          </a:p>
          <a:p>
            <a:endParaRPr lang="en-US" dirty="0"/>
          </a:p>
          <a:p>
            <a:r>
              <a:rPr lang="en-US" dirty="0"/>
              <a:t>Edge detection kernel: detect edges in images due to color contrast.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E66796-55F3-F549-2D48-051F90446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kernels</a:t>
            </a:r>
          </a:p>
        </p:txBody>
      </p:sp>
      <p:pic>
        <p:nvPicPr>
          <p:cNvPr id="4" name="Picture 3" descr="Shown above is an animation of applying a convolution to an image with a  kernel. This operation slides a small matrix, known as a kernel or filter,  over the image to compute">
            <a:extLst>
              <a:ext uri="{FF2B5EF4-FFF2-40B4-BE49-F238E27FC236}">
                <a16:creationId xmlns:a16="http://schemas.microsoft.com/office/drawing/2014/main" id="{971EE0D8-C867-B11C-26FE-5D8C34579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3307" y="100951"/>
            <a:ext cx="3590693" cy="451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70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517874-5635-D5A7-9557-DE6C88ED2B49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If kernels can extract information from images, why not create custom kernels?</a:t>
            </a:r>
          </a:p>
          <a:p>
            <a:endParaRPr lang="en-US" dirty="0"/>
          </a:p>
          <a:p>
            <a:r>
              <a:rPr lang="en-US" dirty="0"/>
              <a:t>Advantage: kernels are small. A 3x3 kernel can be used on much bigger images.</a:t>
            </a:r>
          </a:p>
          <a:p>
            <a:endParaRPr lang="en-US" dirty="0"/>
          </a:p>
          <a:p>
            <a:r>
              <a:rPr lang="en-US" dirty="0"/>
              <a:t>Hope: apply multiple kernels to an image to extract all needed information to “understand” the image.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3A1A3F-E078-226D-CFF4-E0E65D44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kernels can be learned?</a:t>
            </a:r>
          </a:p>
        </p:txBody>
      </p:sp>
    </p:spTree>
    <p:extLst>
      <p:ext uri="{BB962C8B-B14F-4D97-AF65-F5344CB8AC3E}">
        <p14:creationId xmlns:p14="http://schemas.microsoft.com/office/powerpoint/2010/main" val="105534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64333A-3E37-EF26-2F75-B3173249F358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B6081B-FE3B-2678-8CDC-5C213A02C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Networks (CNNs)</a:t>
            </a:r>
          </a:p>
        </p:txBody>
      </p:sp>
      <p:pic>
        <p:nvPicPr>
          <p:cNvPr id="4" name="Picture 3" descr="A Guide to Convolutional Neural Networks — the ELI5 way | Saturn Cloud Blog">
            <a:extLst>
              <a:ext uri="{FF2B5EF4-FFF2-40B4-BE49-F238E27FC236}">
                <a16:creationId xmlns:a16="http://schemas.microsoft.com/office/drawing/2014/main" id="{C8CB4BE0-BC87-A80A-0786-647B931D7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75" y="750905"/>
            <a:ext cx="7292450" cy="390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00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343CE0-0C94-F582-FD2C-FC126BFD2A94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 dirty="0"/>
              <a:t>The state of the art (until very recently) for vision.</a:t>
            </a:r>
          </a:p>
          <a:p>
            <a:endParaRPr lang="en-US" dirty="0"/>
          </a:p>
          <a:p>
            <a:r>
              <a:rPr lang="en-US" dirty="0"/>
              <a:t>Efficient, spatial invariant architecture.</a:t>
            </a:r>
          </a:p>
          <a:p>
            <a:endParaRPr lang="en-US" dirty="0"/>
          </a:p>
          <a:p>
            <a:r>
              <a:rPr lang="en-US" dirty="0"/>
              <a:t>Able to utilize spatial information.</a:t>
            </a:r>
          </a:p>
          <a:p>
            <a:endParaRPr lang="en-US" dirty="0"/>
          </a:p>
          <a:p>
            <a:r>
              <a:rPr lang="en-US" dirty="0"/>
              <a:t>Can utilize deep architecture and learn with gradient descent.</a:t>
            </a:r>
          </a:p>
          <a:p>
            <a:endParaRPr lang="en-US" dirty="0"/>
          </a:p>
          <a:p>
            <a:r>
              <a:rPr lang="en-US" dirty="0"/>
              <a:t>What are the parameters in CNNs?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BB044A-F6CF-8827-D2A5-CD16EAF7B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CNNs</a:t>
            </a:r>
          </a:p>
        </p:txBody>
      </p:sp>
    </p:spTree>
    <p:extLst>
      <p:ext uri="{BB962C8B-B14F-4D97-AF65-F5344CB8AC3E}">
        <p14:creationId xmlns:p14="http://schemas.microsoft.com/office/powerpoint/2010/main" val="293748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D9BED2-B9AD-C929-86FD-F0C7193B7808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Applying </a:t>
            </a:r>
            <a:r>
              <a:rPr lang="en-US" i="1"/>
              <a:t>d</a:t>
            </a:r>
            <a:r>
              <a:rPr lang="en-US"/>
              <a:t> kernels with </a:t>
            </a:r>
            <a:r>
              <a:rPr lang="en-US" i="1"/>
              <a:t>s</a:t>
            </a:r>
            <a:r>
              <a:rPr lang="en-US"/>
              <a:t> stride.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5C05D2-41A8-D880-288D-89DCD1AC7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Operations in a CNN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4255A4-CDD8-9417-603B-5349F4B6E130}"/>
              </a:ext>
            </a:extLst>
          </p:cNvPr>
          <p:cNvGrpSpPr/>
          <p:nvPr/>
        </p:nvGrpSpPr>
        <p:grpSpPr>
          <a:xfrm>
            <a:off x="403189" y="1608814"/>
            <a:ext cx="8070574" cy="2631882"/>
            <a:chOff x="403189" y="1608814"/>
            <a:chExt cx="8070574" cy="263188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A95EC1C-35C5-CF71-7F09-D9A3B8D6A82B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B523FC8-A1D3-3FBE-D6B1-139A48A4D758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87AFA50-F7E6-1B39-04FB-9A0E8ABAD87A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E8A7FA-75F8-A923-5B6A-5CB106B91509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3E12F51-BB21-3497-5254-A7502529426C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FBA60AD-35C0-D1F5-BAC8-583848E28EEE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89EAAFB-44DF-D2B7-B435-13D5C9CDB9DE}"/>
                  </a:ext>
                </a:extLst>
              </p14:cNvPr>
              <p14:cNvContentPartPr/>
              <p14:nvPr/>
            </p14:nvContentPartPr>
            <p14:xfrm>
              <a:off x="428410" y="1436625"/>
              <a:ext cx="607680" cy="206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89EAAFB-44DF-D2B7-B435-13D5C9CDB9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3290" y="1421145"/>
                <a:ext cx="6379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051E58F-B4AB-DA12-D084-85E96D4E4C2B}"/>
                  </a:ext>
                </a:extLst>
              </p14:cNvPr>
              <p14:cNvContentPartPr/>
              <p14:nvPr/>
            </p14:nvContentPartPr>
            <p14:xfrm>
              <a:off x="1162810" y="1464345"/>
              <a:ext cx="2353680" cy="1749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051E58F-B4AB-DA12-D084-85E96D4E4C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7330" y="1448865"/>
                <a:ext cx="238428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B63CBF1-6A38-1A21-A6B1-5C6A1DF67CDA}"/>
                  </a:ext>
                </a:extLst>
              </p14:cNvPr>
              <p14:cNvContentPartPr/>
              <p14:nvPr/>
            </p14:nvContentPartPr>
            <p14:xfrm>
              <a:off x="3619450" y="1472265"/>
              <a:ext cx="433080" cy="1508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B63CBF1-6A38-1A21-A6B1-5C6A1DF67CD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03970" y="1457181"/>
                <a:ext cx="463320" cy="181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BD592A2-FB84-BDD7-94BA-4108E8CBAAA1}"/>
                  </a:ext>
                </a:extLst>
              </p14:cNvPr>
              <p14:cNvContentPartPr/>
              <p14:nvPr/>
            </p14:nvContentPartPr>
            <p14:xfrm>
              <a:off x="5576050" y="1472265"/>
              <a:ext cx="813960" cy="1630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BD592A2-FB84-BDD7-94BA-4108E8CBAAA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60570" y="1457145"/>
                <a:ext cx="8445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5737AB4F-FAD9-13CD-4C3C-E537EB863A46}"/>
                  </a:ext>
                </a:extLst>
              </p14:cNvPr>
              <p14:cNvContentPartPr/>
              <p14:nvPr/>
            </p14:nvContentPartPr>
            <p14:xfrm>
              <a:off x="4167010" y="1456785"/>
              <a:ext cx="1242720" cy="1706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5737AB4F-FAD9-13CD-4C3C-E537EB863A4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51890" y="1441665"/>
                <a:ext cx="12729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8606318-3C92-47CD-30CA-E5DB86010CA4}"/>
                  </a:ext>
                </a:extLst>
              </p14:cNvPr>
              <p14:cNvContentPartPr/>
              <p14:nvPr/>
            </p14:nvContentPartPr>
            <p14:xfrm>
              <a:off x="7171210" y="1499985"/>
              <a:ext cx="1246680" cy="1472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8606318-3C92-47CD-30CA-E5DB86010CA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56090" y="1484865"/>
                <a:ext cx="12769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8AD961E8-E7D0-D568-64D6-3F9D65D75730}"/>
                  </a:ext>
                </a:extLst>
              </p14:cNvPr>
              <p14:cNvContentPartPr/>
              <p14:nvPr/>
            </p14:nvContentPartPr>
            <p14:xfrm>
              <a:off x="440290" y="1936665"/>
              <a:ext cx="1226160" cy="1900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8AD961E8-E7D0-D568-64D6-3F9D65D7573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5170" y="1921214"/>
                <a:ext cx="1256760" cy="2206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0830A26-18CC-BBB4-D7EB-5A095A3431D7}"/>
                  </a:ext>
                </a:extLst>
              </p14:cNvPr>
              <p14:cNvContentPartPr/>
              <p14:nvPr/>
            </p14:nvContentPartPr>
            <p14:xfrm>
              <a:off x="1857250" y="1948545"/>
              <a:ext cx="103680" cy="14724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0830A26-18CC-BBB4-D7EB-5A095A3431D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41770" y="1933065"/>
                <a:ext cx="1339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D7D14FF-0D4C-9079-F92B-C3E30EFD362B}"/>
                  </a:ext>
                </a:extLst>
              </p14:cNvPr>
              <p14:cNvContentPartPr/>
              <p14:nvPr/>
            </p14:nvContentPartPr>
            <p14:xfrm>
              <a:off x="3790090" y="1940625"/>
              <a:ext cx="2084040" cy="2145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D7D14FF-0D4C-9079-F92B-C3E30EFD362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74610" y="1925145"/>
                <a:ext cx="21142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BA7443F-C3B2-DD3B-1C4D-DB121C788CF8}"/>
                  </a:ext>
                </a:extLst>
              </p14:cNvPr>
              <p14:cNvContentPartPr/>
              <p14:nvPr/>
            </p14:nvContentPartPr>
            <p14:xfrm>
              <a:off x="2206450" y="1936665"/>
              <a:ext cx="1048320" cy="1789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BA7443F-C3B2-DD3B-1C4D-DB121C788CF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91325" y="1921185"/>
                <a:ext cx="1078931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2B013E12-B488-F7AC-1865-958446BF46FD}"/>
                  </a:ext>
                </a:extLst>
              </p14:cNvPr>
              <p14:cNvContentPartPr/>
              <p14:nvPr/>
            </p14:nvContentPartPr>
            <p14:xfrm>
              <a:off x="6068170" y="1916865"/>
              <a:ext cx="813960" cy="1710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2B013E12-B488-F7AC-1865-958446BF46F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052690" y="1901385"/>
                <a:ext cx="84456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9DE03C1-6698-E8C5-67D0-BC7F43C5480A}"/>
                  </a:ext>
                </a:extLst>
              </p14:cNvPr>
              <p14:cNvContentPartPr/>
              <p14:nvPr/>
            </p14:nvContentPartPr>
            <p14:xfrm>
              <a:off x="531730" y="2631105"/>
              <a:ext cx="988560" cy="201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9DE03C1-6698-E8C5-67D0-BC7F43C5480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16250" y="2615897"/>
                <a:ext cx="1019160" cy="502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E770009-2B97-0BA6-F525-9C7832F8B79D}"/>
                  </a:ext>
                </a:extLst>
              </p14:cNvPr>
              <p14:cNvContentPartPr/>
              <p14:nvPr/>
            </p14:nvContentPartPr>
            <p14:xfrm>
              <a:off x="527770" y="2654865"/>
              <a:ext cx="1036080" cy="5439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E770009-2B97-0BA6-F525-9C7832F8B79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12290" y="2639745"/>
                <a:ext cx="1066680" cy="5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F2F7130-0963-A16E-DB1D-C204C4EB405D}"/>
                  </a:ext>
                </a:extLst>
              </p14:cNvPr>
              <p14:cNvContentPartPr/>
              <p14:nvPr/>
            </p14:nvContentPartPr>
            <p14:xfrm>
              <a:off x="1508050" y="2635065"/>
              <a:ext cx="47880" cy="53604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F2F7130-0963-A16E-DB1D-C204C4EB405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92570" y="2619945"/>
                <a:ext cx="78480" cy="5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1467B119-A5E8-EE57-EC7C-817EB6A40587}"/>
                  </a:ext>
                </a:extLst>
              </p14:cNvPr>
              <p14:cNvContentPartPr/>
              <p14:nvPr/>
            </p14:nvContentPartPr>
            <p14:xfrm>
              <a:off x="6512410" y="1511865"/>
              <a:ext cx="552240" cy="997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1467B119-A5E8-EE57-EC7C-817EB6A4058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497280" y="1496745"/>
                <a:ext cx="58286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CC4CB8BE-66C2-732D-497C-A4701F909316}"/>
                  </a:ext>
                </a:extLst>
              </p14:cNvPr>
              <p14:cNvContentPartPr/>
              <p14:nvPr/>
            </p14:nvContentPartPr>
            <p14:xfrm>
              <a:off x="555490" y="3250305"/>
              <a:ext cx="1054440" cy="1270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CC4CB8BE-66C2-732D-497C-A4701F90931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40375" y="3234869"/>
                <a:ext cx="1085030" cy="1572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81C0D1C8-6AE4-47FE-B94E-19827A2D9283}"/>
                  </a:ext>
                </a:extLst>
              </p14:cNvPr>
              <p14:cNvContentPartPr/>
              <p14:nvPr/>
            </p14:nvContentPartPr>
            <p14:xfrm>
              <a:off x="202330" y="2873025"/>
              <a:ext cx="186840" cy="3337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81C0D1C8-6AE4-47FE-B94E-19827A2D928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86850" y="2857905"/>
                <a:ext cx="21744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FD8FEFB8-1311-D1B8-AADD-BB7A1B3A9DE5}"/>
                  </a:ext>
                </a:extLst>
              </p14:cNvPr>
              <p14:cNvContentPartPr/>
              <p14:nvPr/>
            </p14:nvContentPartPr>
            <p14:xfrm>
              <a:off x="251290" y="2639025"/>
              <a:ext cx="110160" cy="1393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FD8FEFB8-1311-D1B8-AADD-BB7A1B3A9DE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35810" y="2623905"/>
                <a:ext cx="14076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59D8AD6F-560E-6F17-1374-61CA0D6A4DAA}"/>
                  </a:ext>
                </a:extLst>
              </p14:cNvPr>
              <p14:cNvContentPartPr/>
              <p14:nvPr/>
            </p14:nvContentPartPr>
            <p14:xfrm>
              <a:off x="1761850" y="2876985"/>
              <a:ext cx="595800" cy="9972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59D8AD6F-560E-6F17-1374-61CA0D6A4DA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746730" y="2861865"/>
                <a:ext cx="62604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DF687245-807F-BFFB-D168-9E89473394AE}"/>
                  </a:ext>
                </a:extLst>
              </p14:cNvPr>
              <p14:cNvContentPartPr/>
              <p14:nvPr/>
            </p14:nvContentPartPr>
            <p14:xfrm>
              <a:off x="1984330" y="2361105"/>
              <a:ext cx="595800" cy="17496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DF687245-807F-BFFB-D168-9E89473394A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68850" y="2345985"/>
                <a:ext cx="6260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C531A1D5-80A6-F4DA-3332-75AC2EACF041}"/>
                  </a:ext>
                </a:extLst>
              </p14:cNvPr>
              <p14:cNvContentPartPr/>
              <p14:nvPr/>
            </p14:nvContentPartPr>
            <p14:xfrm>
              <a:off x="2980450" y="2635065"/>
              <a:ext cx="20160" cy="55584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C531A1D5-80A6-F4DA-3332-75AC2EACF04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964970" y="2619945"/>
                <a:ext cx="50760" cy="58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9055EB02-6321-F5B1-8D9D-B347E68DCC33}"/>
                  </a:ext>
                </a:extLst>
              </p14:cNvPr>
              <p14:cNvContentPartPr/>
              <p14:nvPr/>
            </p14:nvContentPartPr>
            <p14:xfrm>
              <a:off x="1730170" y="2436705"/>
              <a:ext cx="95760" cy="1472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9055EB02-6321-F5B1-8D9D-B347E68DCC3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715050" y="2421225"/>
                <a:ext cx="12600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E58E17A3-91C4-E722-54A7-1B8D0F9C1BEB}"/>
                  </a:ext>
                </a:extLst>
              </p14:cNvPr>
              <p14:cNvContentPartPr/>
              <p14:nvPr/>
            </p14:nvContentPartPr>
            <p14:xfrm>
              <a:off x="2988370" y="2639025"/>
              <a:ext cx="1103760" cy="162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E58E17A3-91C4-E722-54A7-1B8D0F9C1BE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972890" y="2623905"/>
                <a:ext cx="1134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C2039326-A0E0-4578-4573-ADD6CE5FBCCC}"/>
                  </a:ext>
                </a:extLst>
              </p14:cNvPr>
              <p14:cNvContentPartPr/>
              <p14:nvPr/>
            </p14:nvContentPartPr>
            <p14:xfrm>
              <a:off x="2984410" y="2650905"/>
              <a:ext cx="1155240" cy="53604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C2039326-A0E0-4578-4573-ADD6CE5FBCC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968930" y="2635785"/>
                <a:ext cx="1185840" cy="5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A139427C-BFC2-F439-5AFC-BFEE4AC17218}"/>
                  </a:ext>
                </a:extLst>
              </p14:cNvPr>
              <p14:cNvContentPartPr/>
              <p14:nvPr/>
            </p14:nvContentPartPr>
            <p14:xfrm>
              <a:off x="3083410" y="2444625"/>
              <a:ext cx="1421280" cy="6274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A139427C-BFC2-F439-5AFC-BFEE4AC1721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068290" y="2429145"/>
                <a:ext cx="1451520" cy="65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38EB62BB-FC8E-027B-7D81-8B97463E7DE3}"/>
                  </a:ext>
                </a:extLst>
              </p14:cNvPr>
              <p14:cNvContentPartPr/>
              <p14:nvPr/>
            </p14:nvContentPartPr>
            <p14:xfrm>
              <a:off x="3635290" y="2317545"/>
              <a:ext cx="1075680" cy="49248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38EB62BB-FC8E-027B-7D81-8B97463E7DE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619815" y="2302425"/>
                <a:ext cx="1105910" cy="5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9A6B0385-E423-762C-0A4A-B6E5F261E2DE}"/>
                  </a:ext>
                </a:extLst>
              </p14:cNvPr>
              <p14:cNvContentPartPr/>
              <p14:nvPr/>
            </p14:nvContentPartPr>
            <p14:xfrm>
              <a:off x="3647170" y="2325465"/>
              <a:ext cx="16200" cy="10368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9A6B0385-E423-762C-0A4A-B6E5F261E2D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631690" y="2309931"/>
                <a:ext cx="46800" cy="1343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FF3307C2-A7E8-2D06-980F-6326E979926C}"/>
                  </a:ext>
                </a:extLst>
              </p14:cNvPr>
              <p14:cNvContentPartPr/>
              <p14:nvPr/>
            </p14:nvContentPartPr>
            <p14:xfrm>
              <a:off x="3746170" y="2242305"/>
              <a:ext cx="20160" cy="900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FF3307C2-A7E8-2D06-980F-6326E979926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730690" y="2226825"/>
                <a:ext cx="5076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1DE6155A-25F0-2B85-F22A-68AE1184D0C3}"/>
                  </a:ext>
                </a:extLst>
              </p14:cNvPr>
              <p14:cNvContentPartPr/>
              <p14:nvPr/>
            </p14:nvContentPartPr>
            <p14:xfrm>
              <a:off x="3762370" y="2230425"/>
              <a:ext cx="1115280" cy="45252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1DE6155A-25F0-2B85-F22A-68AE1184D0C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746895" y="2214957"/>
                <a:ext cx="1145870" cy="4827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630AA22D-1397-EC02-7EC9-5FA84FD74211}"/>
                  </a:ext>
                </a:extLst>
              </p14:cNvPr>
              <p14:cNvContentPartPr/>
              <p14:nvPr/>
            </p14:nvContentPartPr>
            <p14:xfrm>
              <a:off x="4476610" y="3036465"/>
              <a:ext cx="773640" cy="13104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630AA22D-1397-EC02-7EC9-5FA84FD7421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61497" y="3020985"/>
                <a:ext cx="803866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A71F1DF1-20F8-8F75-43BD-E3EEACAB6008}"/>
                  </a:ext>
                </a:extLst>
              </p14:cNvPr>
              <p14:cNvContentPartPr/>
              <p14:nvPr/>
            </p14:nvContentPartPr>
            <p14:xfrm>
              <a:off x="5933170" y="2460825"/>
              <a:ext cx="1015560" cy="1944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A71F1DF1-20F8-8F75-43BD-E3EEACAB600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917695" y="2445705"/>
                <a:ext cx="1046149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7E95FF7C-F81E-3B19-E76E-E56AB8A4A299}"/>
                  </a:ext>
                </a:extLst>
              </p14:cNvPr>
              <p14:cNvContentPartPr/>
              <p14:nvPr/>
            </p14:nvContentPartPr>
            <p14:xfrm>
              <a:off x="7064290" y="2642985"/>
              <a:ext cx="20160" cy="4788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7E95FF7C-F81E-3B19-E76E-E56AB8A4A29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048810" y="2627865"/>
                <a:ext cx="507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BD0815D9-0413-40BB-3EFC-E723B14F7595}"/>
                  </a:ext>
                </a:extLst>
              </p14:cNvPr>
              <p14:cNvContentPartPr/>
              <p14:nvPr/>
            </p14:nvContentPartPr>
            <p14:xfrm>
              <a:off x="7564330" y="2928825"/>
              <a:ext cx="766080" cy="24228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BD0815D9-0413-40BB-3EFC-E723B14F759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548857" y="2913345"/>
                <a:ext cx="796306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1F7748D3-F955-3D81-3D41-386CF21D3B44}"/>
                  </a:ext>
                </a:extLst>
              </p14:cNvPr>
              <p14:cNvContentPartPr/>
              <p14:nvPr/>
            </p14:nvContentPartPr>
            <p14:xfrm>
              <a:off x="7207210" y="2968425"/>
              <a:ext cx="162360" cy="12744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1F7748D3-F955-3D81-3D41-386CF21D3B4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191764" y="2953305"/>
                <a:ext cx="192533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901B362B-310D-77E7-21F5-6AF6DE9FCE0F}"/>
                  </a:ext>
                </a:extLst>
              </p14:cNvPr>
              <p14:cNvContentPartPr/>
              <p14:nvPr/>
            </p14:nvContentPartPr>
            <p14:xfrm>
              <a:off x="6095890" y="2901105"/>
              <a:ext cx="940680" cy="21672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901B362B-310D-77E7-21F5-6AF6DE9FCE0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080416" y="2885625"/>
                <a:ext cx="970908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8B40A523-94E4-68BD-FAF1-6F07D210E39D}"/>
                  </a:ext>
                </a:extLst>
              </p14:cNvPr>
              <p14:cNvContentPartPr/>
              <p14:nvPr/>
            </p14:nvContentPartPr>
            <p14:xfrm>
              <a:off x="7651450" y="2464425"/>
              <a:ext cx="1151280" cy="19116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8B40A523-94E4-68BD-FAF1-6F07D210E39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636330" y="2449276"/>
                <a:ext cx="1181880" cy="2218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50C716BA-91E2-4081-F062-8468584CCD4D}"/>
                  </a:ext>
                </a:extLst>
              </p14:cNvPr>
              <p14:cNvContentPartPr/>
              <p14:nvPr/>
            </p14:nvContentPartPr>
            <p14:xfrm>
              <a:off x="7223050" y="2587545"/>
              <a:ext cx="242280" cy="4788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50C716BA-91E2-4081-F062-8468584CCD4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207570" y="2572065"/>
                <a:ext cx="27288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A58D56DF-D91E-8FD4-D1D5-361CF10243FC}"/>
                  </a:ext>
                </a:extLst>
              </p14:cNvPr>
              <p14:cNvContentPartPr/>
              <p14:nvPr/>
            </p14:nvContentPartPr>
            <p14:xfrm>
              <a:off x="5347450" y="2627145"/>
              <a:ext cx="478440" cy="32400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A58D56DF-D91E-8FD4-D1D5-361CF10243F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332330" y="2612025"/>
                <a:ext cx="50904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0B76D88F-9CED-035D-32BA-02D6F389F900}"/>
                  </a:ext>
                </a:extLst>
              </p14:cNvPr>
              <p14:cNvContentPartPr/>
              <p14:nvPr/>
            </p14:nvContentPartPr>
            <p14:xfrm>
              <a:off x="5798170" y="2801745"/>
              <a:ext cx="47880" cy="7956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0B76D88F-9CED-035D-32BA-02D6F389F90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783050" y="2786625"/>
                <a:ext cx="784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E44EC3EE-C25F-21F4-B3B8-9AA0E0A39A06}"/>
                  </a:ext>
                </a:extLst>
              </p14:cNvPr>
              <p14:cNvContentPartPr/>
              <p14:nvPr/>
            </p14:nvContentPartPr>
            <p14:xfrm>
              <a:off x="928450" y="4084065"/>
              <a:ext cx="548280" cy="17064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E44EC3EE-C25F-21F4-B3B8-9AA0E0A39A0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13320" y="4068945"/>
                <a:ext cx="57890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17DB21FD-0CF8-F0AF-38C0-B02E07B55FEB}"/>
                  </a:ext>
                </a:extLst>
              </p14:cNvPr>
              <p14:cNvContentPartPr/>
              <p14:nvPr/>
            </p14:nvContentPartPr>
            <p14:xfrm>
              <a:off x="400690" y="4095585"/>
              <a:ext cx="337680" cy="141480"/>
            </p14:xfrm>
          </p:contentPart>
        </mc:Choice>
        <mc:Fallback xmlns=""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17DB21FD-0CF8-F0AF-38C0-B02E07B55FE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85570" y="4080465"/>
                <a:ext cx="36828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0BA25662-A3E0-1D55-8189-93196A4D3A4B}"/>
                  </a:ext>
                </a:extLst>
              </p14:cNvPr>
              <p14:cNvContentPartPr/>
              <p14:nvPr/>
            </p14:nvContentPartPr>
            <p14:xfrm>
              <a:off x="1654930" y="4095585"/>
              <a:ext cx="813600" cy="17892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0BA25662-A3E0-1D55-8189-93196A4D3A4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639457" y="4080465"/>
                <a:ext cx="844186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CB35C4C7-BAF6-C954-EB8E-9B908CA100E8}"/>
                  </a:ext>
                </a:extLst>
              </p14:cNvPr>
              <p14:cNvContentPartPr/>
              <p14:nvPr/>
            </p14:nvContentPartPr>
            <p14:xfrm>
              <a:off x="2178730" y="4187025"/>
              <a:ext cx="36000" cy="4788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CB35C4C7-BAF6-C954-EB8E-9B908CA100E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163250" y="4171545"/>
                <a:ext cx="666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1F22E32D-1543-EF22-C7A0-357A484E8A0D}"/>
                  </a:ext>
                </a:extLst>
              </p14:cNvPr>
              <p14:cNvContentPartPr/>
              <p14:nvPr/>
            </p14:nvContentPartPr>
            <p14:xfrm>
              <a:off x="2607130" y="4048065"/>
              <a:ext cx="1830240" cy="25020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1F22E32D-1543-EF22-C7A0-357A484E8A0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592007" y="4032607"/>
                <a:ext cx="1860846" cy="2803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100BFCCF-39A0-EF31-F8E0-978E0686792D}"/>
                  </a:ext>
                </a:extLst>
              </p14:cNvPr>
              <p14:cNvContentPartPr/>
              <p14:nvPr/>
            </p14:nvContentPartPr>
            <p14:xfrm>
              <a:off x="4567690" y="4091625"/>
              <a:ext cx="282600" cy="16308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100BFCCF-39A0-EF31-F8E0-978E0686792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552570" y="4076505"/>
                <a:ext cx="31320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563AD0EE-69C2-B336-3850-B7C6F0176FBE}"/>
                  </a:ext>
                </a:extLst>
              </p14:cNvPr>
              <p14:cNvContentPartPr/>
              <p14:nvPr/>
            </p14:nvContentPartPr>
            <p14:xfrm>
              <a:off x="5087890" y="4024665"/>
              <a:ext cx="1154880" cy="23616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563AD0EE-69C2-B336-3850-B7C6F0176FB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072410" y="4009185"/>
                <a:ext cx="118548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268CADA7-4D1B-4627-33D5-61348C9B8D67}"/>
                  </a:ext>
                </a:extLst>
              </p14:cNvPr>
              <p14:cNvContentPartPr/>
              <p14:nvPr/>
            </p14:nvContentPartPr>
            <p14:xfrm>
              <a:off x="6488650" y="4072185"/>
              <a:ext cx="207000" cy="17028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268CADA7-4D1B-4627-33D5-61348C9B8D6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473504" y="4057097"/>
                <a:ext cx="237653" cy="2008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88E45340-1968-3702-E60D-B7009D16F6BA}"/>
                  </a:ext>
                </a:extLst>
              </p14:cNvPr>
              <p14:cNvContentPartPr/>
              <p14:nvPr/>
            </p14:nvContentPartPr>
            <p14:xfrm>
              <a:off x="6929290" y="4061745"/>
              <a:ext cx="1409040" cy="19512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88E45340-1968-3702-E60D-B7009D16F6BA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914174" y="4046265"/>
                <a:ext cx="1439272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611FF4A2-3A92-8ECC-6AD1-7C48A6DF9610}"/>
                  </a:ext>
                </a:extLst>
              </p14:cNvPr>
              <p14:cNvContentPartPr/>
              <p14:nvPr/>
            </p14:nvContentPartPr>
            <p14:xfrm>
              <a:off x="2849410" y="4488345"/>
              <a:ext cx="958320" cy="23472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611FF4A2-3A92-8ECC-6AD1-7C48A6DF961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834290" y="4473202"/>
                <a:ext cx="988560" cy="265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23803BFC-FB11-8246-2A41-CB094C08693B}"/>
                  </a:ext>
                </a:extLst>
              </p14:cNvPr>
              <p14:cNvContentPartPr/>
              <p14:nvPr/>
            </p14:nvContentPartPr>
            <p14:xfrm>
              <a:off x="2158930" y="4516785"/>
              <a:ext cx="500400" cy="18216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23803BFC-FB11-8246-2A41-CB094C08693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143450" y="4501305"/>
                <a:ext cx="53100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20D63217-E0A4-7423-C61B-071444CCE035}"/>
                  </a:ext>
                </a:extLst>
              </p14:cNvPr>
              <p14:cNvContentPartPr/>
              <p14:nvPr/>
            </p14:nvContentPartPr>
            <p14:xfrm>
              <a:off x="1075330" y="4472865"/>
              <a:ext cx="821880" cy="27000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20D63217-E0A4-7423-C61B-071444CCE03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60210" y="4457725"/>
                <a:ext cx="852480" cy="3006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464BD82E-D460-B288-F479-899F05D42654}"/>
                  </a:ext>
                </a:extLst>
              </p14:cNvPr>
              <p14:cNvContentPartPr/>
              <p14:nvPr/>
            </p14:nvContentPartPr>
            <p14:xfrm>
              <a:off x="338770" y="4496265"/>
              <a:ext cx="483120" cy="18684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464BD82E-D460-B288-F479-899F05D4265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23639" y="4481116"/>
                <a:ext cx="513743" cy="2174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864C73D1-8591-7362-33F3-8EEF8940072F}"/>
                  </a:ext>
                </a:extLst>
              </p14:cNvPr>
              <p14:cNvContentPartPr/>
              <p14:nvPr/>
            </p14:nvContentPartPr>
            <p14:xfrm>
              <a:off x="4127410" y="4536225"/>
              <a:ext cx="1230840" cy="17856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864C73D1-8591-7362-33F3-8EEF8940072F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111930" y="4520745"/>
                <a:ext cx="1261080" cy="20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637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5EBECC-6842-7368-74DB-D68B48C83E3C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Pooling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C7D01F-4FAF-F002-9F6F-597F50CC9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Operations in a CNN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EBA427E-0A19-C8C5-FFE5-24D4C68B34CF}"/>
              </a:ext>
            </a:extLst>
          </p:cNvPr>
          <p:cNvGrpSpPr/>
          <p:nvPr/>
        </p:nvGrpSpPr>
        <p:grpSpPr>
          <a:xfrm>
            <a:off x="403189" y="1608814"/>
            <a:ext cx="8070574" cy="2631882"/>
            <a:chOff x="403189" y="1608814"/>
            <a:chExt cx="8070574" cy="2631882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96ADF65-F494-37C0-07DA-CB9F2234AD13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4D824D5-608F-B24F-ED98-927B7C6314A1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F3F6627-1167-7F95-AEB2-2A1CA1780A4C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31C7D22-EB3A-7DB9-B252-4C3250A7A4DE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7D29CBF-6620-D801-261B-5F8A5DB8DF43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2B18093-EA08-6FAB-86CC-0E1CF2035C9C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15B4D83-5DFE-C119-7EA5-56296172ADAB}"/>
                  </a:ext>
                </a:extLst>
              </p14:cNvPr>
              <p14:cNvContentPartPr/>
              <p14:nvPr/>
            </p14:nvContentPartPr>
            <p14:xfrm>
              <a:off x="1912690" y="1416825"/>
              <a:ext cx="246600" cy="1591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15B4D83-5DFE-C119-7EA5-56296172ADA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7570" y="1401345"/>
                <a:ext cx="2768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2D3F3BC-412C-FCCF-6930-B3F962D4CF74}"/>
                  </a:ext>
                </a:extLst>
              </p14:cNvPr>
              <p14:cNvContentPartPr/>
              <p14:nvPr/>
            </p14:nvContentPartPr>
            <p14:xfrm>
              <a:off x="1293490" y="1482705"/>
              <a:ext cx="448920" cy="136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2D3F3BC-412C-FCCF-6930-B3F962D4CF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8370" y="1467585"/>
                <a:ext cx="47916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D947333-1423-E655-E47D-50927EA40316}"/>
                  </a:ext>
                </a:extLst>
              </p14:cNvPr>
              <p14:cNvContentPartPr/>
              <p14:nvPr/>
            </p14:nvContentPartPr>
            <p14:xfrm>
              <a:off x="975970" y="1444905"/>
              <a:ext cx="143280" cy="166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D947333-1423-E655-E47D-50927EA403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0850" y="1429785"/>
                <a:ext cx="17388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9FC22BA-FAC6-AFF0-EAF2-0B9BD1047889}"/>
                  </a:ext>
                </a:extLst>
              </p14:cNvPr>
              <p14:cNvContentPartPr/>
              <p14:nvPr/>
            </p14:nvContentPartPr>
            <p14:xfrm>
              <a:off x="5381290" y="1422945"/>
              <a:ext cx="1778760" cy="1965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9FC22BA-FAC6-AFF0-EAF2-0B9BD104788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66167" y="1407465"/>
                <a:ext cx="1809366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B708188-4929-45F2-BA0D-A48B8B4AEDC8}"/>
                  </a:ext>
                </a:extLst>
              </p14:cNvPr>
              <p14:cNvContentPartPr/>
              <p14:nvPr/>
            </p14:nvContentPartPr>
            <p14:xfrm>
              <a:off x="4809970" y="1420785"/>
              <a:ext cx="361800" cy="1785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B708188-4929-45F2-BA0D-A48B8B4AEDC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94835" y="1405305"/>
                <a:ext cx="39243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478C347-E865-638B-5993-B1A54E0F81C5}"/>
                  </a:ext>
                </a:extLst>
              </p14:cNvPr>
              <p14:cNvContentPartPr/>
              <p14:nvPr/>
            </p14:nvContentPartPr>
            <p14:xfrm>
              <a:off x="2333530" y="1434465"/>
              <a:ext cx="2286000" cy="1965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478C347-E865-638B-5993-B1A54E0F81C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18052" y="1418985"/>
                <a:ext cx="2316595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5D926CB-9306-E3C5-C424-059172B1A52D}"/>
                  </a:ext>
                </a:extLst>
              </p14:cNvPr>
              <p14:cNvContentPartPr/>
              <p14:nvPr/>
            </p14:nvContentPartPr>
            <p14:xfrm>
              <a:off x="7310170" y="1448505"/>
              <a:ext cx="722880" cy="162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5D926CB-9306-E3C5-C424-059172B1A52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95042" y="1433059"/>
                <a:ext cx="753495" cy="192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99873F0-0AA9-14C5-F3D4-1160772CD80E}"/>
                  </a:ext>
                </a:extLst>
              </p14:cNvPr>
              <p14:cNvContentPartPr/>
              <p14:nvPr/>
            </p14:nvContentPartPr>
            <p14:xfrm>
              <a:off x="8016850" y="1599345"/>
              <a:ext cx="8280" cy="82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99873F0-0AA9-14C5-F3D4-1160772CD80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001370" y="1583865"/>
                <a:ext cx="388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F19E375-7EB4-45EF-79AF-14A64114FA38}"/>
                  </a:ext>
                </a:extLst>
              </p14:cNvPr>
              <p14:cNvContentPartPr/>
              <p14:nvPr/>
            </p14:nvContentPartPr>
            <p14:xfrm>
              <a:off x="996130" y="2123145"/>
              <a:ext cx="2056320" cy="15498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F19E375-7EB4-45EF-79AF-14A64114FA3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0650" y="2108025"/>
                <a:ext cx="2086560" cy="15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608DF9A-8AD1-7245-A2E6-C5A4F48C5B01}"/>
                  </a:ext>
                </a:extLst>
              </p14:cNvPr>
              <p14:cNvContentPartPr/>
              <p14:nvPr/>
            </p14:nvContentPartPr>
            <p14:xfrm>
              <a:off x="3035890" y="2170665"/>
              <a:ext cx="20160" cy="15242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608DF9A-8AD1-7245-A2E6-C5A4F48C5B0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20770" y="2155545"/>
                <a:ext cx="50760" cy="155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D9B2735-FFCA-2A78-5BEE-CA04E5812D33}"/>
                  </a:ext>
                </a:extLst>
              </p14:cNvPr>
              <p14:cNvContentPartPr/>
              <p14:nvPr/>
            </p14:nvContentPartPr>
            <p14:xfrm>
              <a:off x="1055530" y="2150865"/>
              <a:ext cx="1984680" cy="15519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D9B2735-FFCA-2A78-5BEE-CA04E5812D3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40410" y="2135749"/>
                <a:ext cx="2015280" cy="15821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EE4F9F66-9FE2-3E2F-6A67-29364DDE79DA}"/>
                  </a:ext>
                </a:extLst>
              </p14:cNvPr>
              <p14:cNvContentPartPr/>
              <p14:nvPr/>
            </p14:nvContentPartPr>
            <p14:xfrm>
              <a:off x="1869130" y="2138985"/>
              <a:ext cx="897120" cy="15523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EE4F9F66-9FE2-3E2F-6A67-29364DDE79D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54010" y="2123865"/>
                <a:ext cx="927720" cy="158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03C96894-CBA1-4F7F-5D0E-E238C69DD6E4}"/>
                  </a:ext>
                </a:extLst>
              </p14:cNvPr>
              <p14:cNvContentPartPr/>
              <p14:nvPr/>
            </p14:nvContentPartPr>
            <p14:xfrm>
              <a:off x="968050" y="2654865"/>
              <a:ext cx="2127600" cy="3060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03C96894-CBA1-4F7F-5D0E-E238C69DD6E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52930" y="2639745"/>
                <a:ext cx="215820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A75D490-8ACB-646F-66DD-7AF8E6C4BD31}"/>
                  </a:ext>
                </a:extLst>
              </p14:cNvPr>
              <p14:cNvContentPartPr/>
              <p14:nvPr/>
            </p14:nvContentPartPr>
            <p14:xfrm>
              <a:off x="964090" y="3198465"/>
              <a:ext cx="2040120" cy="241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A75D490-8ACB-646F-66DD-7AF8E6C4BD3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48610" y="3182985"/>
                <a:ext cx="20707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F268A151-96A4-D22D-FAAB-F68810E17488}"/>
                  </a:ext>
                </a:extLst>
              </p14:cNvPr>
              <p14:cNvContentPartPr/>
              <p14:nvPr/>
            </p14:nvContentPartPr>
            <p14:xfrm>
              <a:off x="964090" y="3472425"/>
              <a:ext cx="2088000" cy="320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F268A151-96A4-D22D-FAAB-F68810E1748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48970" y="3457305"/>
                <a:ext cx="211824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4B93E6D-81D8-2507-BA68-18AC76A2A99A}"/>
                  </a:ext>
                </a:extLst>
              </p14:cNvPr>
              <p14:cNvContentPartPr/>
              <p14:nvPr/>
            </p14:nvContentPartPr>
            <p14:xfrm>
              <a:off x="1011970" y="2380905"/>
              <a:ext cx="2016360" cy="637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4B93E6D-81D8-2507-BA68-18AC76A2A99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96490" y="2365785"/>
                <a:ext cx="20469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0DD0812A-06AF-84F1-589E-F9CAFB122024}"/>
                  </a:ext>
                </a:extLst>
              </p14:cNvPr>
              <p14:cNvContentPartPr/>
              <p14:nvPr/>
            </p14:nvContentPartPr>
            <p14:xfrm>
              <a:off x="1100890" y="2218185"/>
              <a:ext cx="597960" cy="1436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0DD0812A-06AF-84F1-589E-F9CAFB12202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85770" y="2203027"/>
                <a:ext cx="628200" cy="1743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59D6878-7367-8B50-7AE5-D5B0E8AC30B4}"/>
                  </a:ext>
                </a:extLst>
              </p14:cNvPr>
              <p14:cNvContentPartPr/>
              <p14:nvPr/>
            </p14:nvContentPartPr>
            <p14:xfrm>
              <a:off x="1186570" y="2484225"/>
              <a:ext cx="480600" cy="1314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59D6878-7367-8B50-7AE5-D5B0E8AC30B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71090" y="2469105"/>
                <a:ext cx="5112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947CE96-0D3D-9F81-2091-1F394DDF6EAB}"/>
                  </a:ext>
                </a:extLst>
              </p14:cNvPr>
              <p14:cNvContentPartPr/>
              <p14:nvPr/>
            </p14:nvContentPartPr>
            <p14:xfrm>
              <a:off x="2079370" y="2218185"/>
              <a:ext cx="107640" cy="3614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947CE96-0D3D-9F81-2091-1F394DDF6EA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64250" y="2203065"/>
                <a:ext cx="13788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951FEEA1-AB90-725E-EE67-9D3A055CB106}"/>
                  </a:ext>
                </a:extLst>
              </p14:cNvPr>
              <p14:cNvContentPartPr/>
              <p14:nvPr/>
            </p14:nvContentPartPr>
            <p14:xfrm>
              <a:off x="2452330" y="2206305"/>
              <a:ext cx="135720" cy="3776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951FEEA1-AB90-725E-EE67-9D3A055CB10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437170" y="2191171"/>
                <a:ext cx="166401" cy="4082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A66776AA-731E-E69A-A2FE-C21BEDCFC569}"/>
                  </a:ext>
                </a:extLst>
              </p14:cNvPr>
              <p14:cNvContentPartPr/>
              <p14:nvPr/>
            </p14:nvContentPartPr>
            <p14:xfrm>
              <a:off x="2813770" y="2218185"/>
              <a:ext cx="155160" cy="3916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A66776AA-731E-E69A-A2FE-C21BEDCFC56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98290" y="2203065"/>
                <a:ext cx="18576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8D43769-D86B-7A68-24A4-850BEECDCCBB}"/>
                  </a:ext>
                </a:extLst>
              </p14:cNvPr>
              <p14:cNvContentPartPr/>
              <p14:nvPr/>
            </p14:nvContentPartPr>
            <p14:xfrm>
              <a:off x="3020050" y="2162745"/>
              <a:ext cx="433080" cy="43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8D43769-D86B-7A68-24A4-850BEECDCCB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004930" y="2147625"/>
                <a:ext cx="46332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FC1C2AE-0A7D-A76C-6F62-740A1AD21235}"/>
                  </a:ext>
                </a:extLst>
              </p14:cNvPr>
              <p14:cNvContentPartPr/>
              <p14:nvPr/>
            </p14:nvContentPartPr>
            <p14:xfrm>
              <a:off x="3016090" y="2166705"/>
              <a:ext cx="409320" cy="15321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FC1C2AE-0A7D-A76C-6F62-740A1AD2123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000970" y="2151585"/>
                <a:ext cx="439560" cy="156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0486528-35A4-AA24-3C01-8EBC5B42FF37}"/>
                  </a:ext>
                </a:extLst>
              </p14:cNvPr>
              <p14:cNvContentPartPr/>
              <p14:nvPr/>
            </p14:nvContentPartPr>
            <p14:xfrm>
              <a:off x="3031930" y="3476385"/>
              <a:ext cx="312120" cy="162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0486528-35A4-AA24-3C01-8EBC5B42FF3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016810" y="3461265"/>
                <a:ext cx="3427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B4CC455-F6E3-334D-C0D7-DCE8C37EB52A}"/>
                  </a:ext>
                </a:extLst>
              </p14:cNvPr>
              <p14:cNvContentPartPr/>
              <p14:nvPr/>
            </p14:nvContentPartPr>
            <p14:xfrm>
              <a:off x="2960650" y="3210705"/>
              <a:ext cx="393120" cy="82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B4CC455-F6E3-334D-C0D7-DCE8C37EB52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945170" y="3195225"/>
                <a:ext cx="4237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9F95CE6-65A4-A875-DABF-38D54AF6E75A}"/>
                  </a:ext>
                </a:extLst>
              </p14:cNvPr>
              <p14:cNvContentPartPr/>
              <p14:nvPr/>
            </p14:nvContentPartPr>
            <p14:xfrm>
              <a:off x="3047770" y="2940705"/>
              <a:ext cx="343800" cy="122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9F95CE6-65A4-A875-DABF-38D54AF6E75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032650" y="2925585"/>
                <a:ext cx="3744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E70FD55-5BF8-2D2F-49A5-F223B617087B}"/>
                  </a:ext>
                </a:extLst>
              </p14:cNvPr>
              <p14:cNvContentPartPr/>
              <p14:nvPr/>
            </p14:nvContentPartPr>
            <p14:xfrm>
              <a:off x="2968570" y="2658825"/>
              <a:ext cx="448920" cy="122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E70FD55-5BF8-2D2F-49A5-F223B617087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953090" y="2643705"/>
                <a:ext cx="4791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AF13CBF-88B4-39A4-C028-91888A0570FC}"/>
                  </a:ext>
                </a:extLst>
              </p14:cNvPr>
              <p14:cNvContentPartPr/>
              <p14:nvPr/>
            </p14:nvContentPartPr>
            <p14:xfrm>
              <a:off x="2976490" y="2372985"/>
              <a:ext cx="441000" cy="122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AF13CBF-88B4-39A4-C028-91888A0570F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961010" y="2357865"/>
                <a:ext cx="4712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9B01CAC-B811-663F-4FE6-2BA0482956DD}"/>
                  </a:ext>
                </a:extLst>
              </p14:cNvPr>
              <p14:cNvContentPartPr/>
              <p14:nvPr/>
            </p14:nvContentPartPr>
            <p14:xfrm>
              <a:off x="3183130" y="2226465"/>
              <a:ext cx="135000" cy="36144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9B01CAC-B811-663F-4FE6-2BA0482956D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168010" y="2210985"/>
                <a:ext cx="16524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C06D5E7-EB99-DE2D-3933-8F756C5FAA85}"/>
                  </a:ext>
                </a:extLst>
              </p14:cNvPr>
              <p14:cNvContentPartPr/>
              <p14:nvPr/>
            </p14:nvContentPartPr>
            <p14:xfrm>
              <a:off x="1142650" y="2730465"/>
              <a:ext cx="600120" cy="1749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C06D5E7-EB99-DE2D-3933-8F756C5FAA8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127521" y="2714985"/>
                <a:ext cx="630378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D1C43BF0-DF5D-2F1E-4CCA-14B656974894}"/>
                  </a:ext>
                </a:extLst>
              </p14:cNvPr>
              <p14:cNvContentPartPr/>
              <p14:nvPr/>
            </p14:nvContentPartPr>
            <p14:xfrm>
              <a:off x="1087570" y="2992185"/>
              <a:ext cx="619200" cy="1515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D1C43BF0-DF5D-2F1E-4CCA-14B65697489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72450" y="2977029"/>
                <a:ext cx="649440" cy="1822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7E24CA1-FBC1-6297-A96A-F93F6F7BF104}"/>
                  </a:ext>
                </a:extLst>
              </p14:cNvPr>
              <p14:cNvContentPartPr/>
              <p14:nvPr/>
            </p14:nvContentPartPr>
            <p14:xfrm>
              <a:off x="1118890" y="3274065"/>
              <a:ext cx="591840" cy="4093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7E24CA1-FBC1-6297-A96A-F93F6F7BF10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103770" y="3258945"/>
                <a:ext cx="622080" cy="43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A3D51F6C-0011-7AF0-D3EE-D04DFD57463B}"/>
                  </a:ext>
                </a:extLst>
              </p14:cNvPr>
              <p14:cNvContentPartPr/>
              <p14:nvPr/>
            </p14:nvContentPartPr>
            <p14:xfrm>
              <a:off x="2047690" y="2738385"/>
              <a:ext cx="123120" cy="1746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A3D51F6C-0011-7AF0-D3EE-D04DFD57463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032614" y="2722905"/>
                <a:ext cx="153272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9298ECF9-9598-3571-AF27-332CC040C92D}"/>
                  </a:ext>
                </a:extLst>
              </p14:cNvPr>
              <p14:cNvContentPartPr/>
              <p14:nvPr/>
            </p14:nvContentPartPr>
            <p14:xfrm>
              <a:off x="2468530" y="2738385"/>
              <a:ext cx="810000" cy="1728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9298ECF9-9598-3571-AF27-332CC040C92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453050" y="2722905"/>
                <a:ext cx="84060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E990A721-A87D-C458-65FC-EB0DE03D1439}"/>
                  </a:ext>
                </a:extLst>
              </p14:cNvPr>
              <p14:cNvContentPartPr/>
              <p14:nvPr/>
            </p14:nvContentPartPr>
            <p14:xfrm>
              <a:off x="1968490" y="3023865"/>
              <a:ext cx="1297800" cy="1674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E990A721-A87D-C458-65FC-EB0DE03D143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953014" y="3008712"/>
                <a:ext cx="1328392" cy="198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5D96C02A-A43D-9916-2B81-BBA881AC1960}"/>
                  </a:ext>
                </a:extLst>
              </p14:cNvPr>
              <p14:cNvContentPartPr/>
              <p14:nvPr/>
            </p14:nvContentPartPr>
            <p14:xfrm>
              <a:off x="1976410" y="3301785"/>
              <a:ext cx="516240" cy="1591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5D96C02A-A43D-9916-2B81-BBA881AC196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960930" y="3286665"/>
                <a:ext cx="5468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ECC14DE-D3E0-C82E-34CA-8E2E995BDF5E}"/>
                  </a:ext>
                </a:extLst>
              </p14:cNvPr>
              <p14:cNvContentPartPr/>
              <p14:nvPr/>
            </p14:nvContentPartPr>
            <p14:xfrm>
              <a:off x="2757970" y="3258225"/>
              <a:ext cx="496800" cy="16308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ECC14DE-D3E0-C82E-34CA-8E2E995BDF5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742839" y="3242745"/>
                <a:ext cx="527422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9DC372FB-E278-3BAB-DA87-D9960B445E56}"/>
                  </a:ext>
                </a:extLst>
              </p14:cNvPr>
              <p14:cNvContentPartPr/>
              <p14:nvPr/>
            </p14:nvContentPartPr>
            <p14:xfrm>
              <a:off x="1964530" y="3544065"/>
              <a:ext cx="1242360" cy="13140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9DC372FB-E278-3BAB-DA87-D9960B445E5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949054" y="3528585"/>
                <a:ext cx="1272591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3F71F693-62C2-22BC-F710-6000665C0A06}"/>
                  </a:ext>
                </a:extLst>
              </p14:cNvPr>
              <p14:cNvContentPartPr/>
              <p14:nvPr/>
            </p14:nvContentPartPr>
            <p14:xfrm>
              <a:off x="979930" y="2119185"/>
              <a:ext cx="885240" cy="162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3F71F693-62C2-22BC-F710-6000665C0A0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26290" y="2011185"/>
                <a:ext cx="99288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71A2354F-46C2-6B1D-B241-1EB0C24FE09C}"/>
                  </a:ext>
                </a:extLst>
              </p14:cNvPr>
              <p14:cNvContentPartPr/>
              <p14:nvPr/>
            </p14:nvContentPartPr>
            <p14:xfrm>
              <a:off x="1019890" y="2650905"/>
              <a:ext cx="853560" cy="360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71A2354F-46C2-6B1D-B241-1EB0C24FE09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65890" y="2543265"/>
                <a:ext cx="96120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CA86F1DE-0112-3B6B-0B1D-759F04DEC3C1}"/>
                  </a:ext>
                </a:extLst>
              </p14:cNvPr>
              <p14:cNvContentPartPr/>
              <p14:nvPr/>
            </p14:nvContentPartPr>
            <p14:xfrm>
              <a:off x="1829530" y="2111265"/>
              <a:ext cx="47880" cy="4647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CA86F1DE-0112-3B6B-0B1D-759F04DEC3C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775530" y="2003265"/>
                <a:ext cx="155520" cy="6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2D2FF3A5-CCDC-3509-1B0B-EBF5575A7329}"/>
                  </a:ext>
                </a:extLst>
              </p14:cNvPr>
              <p14:cNvContentPartPr/>
              <p14:nvPr/>
            </p14:nvContentPartPr>
            <p14:xfrm>
              <a:off x="975970" y="2142945"/>
              <a:ext cx="67680" cy="5702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2D2FF3A5-CCDC-3509-1B0B-EBF5575A732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22330" y="2035305"/>
                <a:ext cx="175320" cy="78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3AA82D24-4B3D-FC8E-79DE-08CC9F20C358}"/>
                  </a:ext>
                </a:extLst>
              </p14:cNvPr>
              <p14:cNvContentPartPr/>
              <p14:nvPr/>
            </p14:nvContentPartPr>
            <p14:xfrm>
              <a:off x="4383010" y="2329425"/>
              <a:ext cx="157680" cy="1432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3AA82D24-4B3D-FC8E-79DE-08CC9F20C35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367855" y="2314305"/>
                <a:ext cx="18835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E7E0D36B-1001-DF4E-362A-F1360ABB89D8}"/>
                  </a:ext>
                </a:extLst>
              </p14:cNvPr>
              <p14:cNvContentPartPr/>
              <p14:nvPr/>
            </p14:nvContentPartPr>
            <p14:xfrm>
              <a:off x="5085730" y="2333385"/>
              <a:ext cx="165240" cy="15120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E7E0D36B-1001-DF4E-362A-F1360ABB89D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070250" y="2318265"/>
                <a:ext cx="19584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0DDFA1F2-09A9-F52D-73B5-1F2A87126F9C}"/>
                  </a:ext>
                </a:extLst>
              </p14:cNvPr>
              <p14:cNvContentPartPr/>
              <p14:nvPr/>
            </p14:nvContentPartPr>
            <p14:xfrm>
              <a:off x="5878090" y="2372985"/>
              <a:ext cx="135000" cy="1756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0DDFA1F2-09A9-F52D-73B5-1F2A87126F9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862610" y="2357834"/>
                <a:ext cx="165240" cy="2063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9C8C843C-BB80-B55B-3E33-EBB3798AE465}"/>
                  </a:ext>
                </a:extLst>
              </p14:cNvPr>
              <p14:cNvContentPartPr/>
              <p14:nvPr/>
            </p14:nvContentPartPr>
            <p14:xfrm>
              <a:off x="1388890" y="2670705"/>
              <a:ext cx="12240" cy="9180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9C8C843C-BB80-B55B-3E33-EBB3798AE46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373770" y="2655585"/>
                <a:ext cx="428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230AD602-1B2C-072E-D2DC-16089CBF2758}"/>
                  </a:ext>
                </a:extLst>
              </p14:cNvPr>
              <p14:cNvContentPartPr/>
              <p14:nvPr/>
            </p14:nvContentPartPr>
            <p14:xfrm>
              <a:off x="4404970" y="2845305"/>
              <a:ext cx="111600" cy="1947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230AD602-1B2C-072E-D2DC-16089CBF275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389850" y="2830185"/>
                <a:ext cx="1418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F9722737-7719-760C-B0FD-F0C667ECE100}"/>
                  </a:ext>
                </a:extLst>
              </p14:cNvPr>
              <p14:cNvContentPartPr/>
              <p14:nvPr/>
            </p14:nvContentPartPr>
            <p14:xfrm>
              <a:off x="5841730" y="2821905"/>
              <a:ext cx="177120" cy="19440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F9722737-7719-760C-B0FD-F0C667ECE10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826610" y="2806785"/>
                <a:ext cx="20772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1B900DAE-1B6B-2AC6-D644-462037EA3E22}"/>
                  </a:ext>
                </a:extLst>
              </p14:cNvPr>
              <p14:cNvContentPartPr/>
              <p14:nvPr/>
            </p14:nvContentPartPr>
            <p14:xfrm>
              <a:off x="5131450" y="3389265"/>
              <a:ext cx="151200" cy="1749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1B900DAE-1B6B-2AC6-D644-462037EA3E2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116330" y="3373785"/>
                <a:ext cx="18180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59F1E01B-9928-1B83-CBC7-A209AD1F6398}"/>
                  </a:ext>
                </a:extLst>
              </p14:cNvPr>
              <p14:cNvContentPartPr/>
              <p14:nvPr/>
            </p14:nvContentPartPr>
            <p14:xfrm>
              <a:off x="4091770" y="2087505"/>
              <a:ext cx="2068200" cy="15717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59F1E01B-9928-1B83-CBC7-A209AD1F639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076290" y="2072029"/>
                <a:ext cx="2098440" cy="1601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51DEE3B8-8E91-163F-4380-E8289ECE8F9F}"/>
                  </a:ext>
                </a:extLst>
              </p14:cNvPr>
              <p14:cNvContentPartPr/>
              <p14:nvPr/>
            </p14:nvContentPartPr>
            <p14:xfrm>
              <a:off x="6171130" y="2115225"/>
              <a:ext cx="24120" cy="157212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51DEE3B8-8E91-163F-4380-E8289ECE8F9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155650" y="2099745"/>
                <a:ext cx="54720" cy="160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9A4B9269-0CD7-1FC4-B635-182A287C0874}"/>
                  </a:ext>
                </a:extLst>
              </p14:cNvPr>
              <p14:cNvContentPartPr/>
              <p14:nvPr/>
            </p14:nvContentPartPr>
            <p14:xfrm>
              <a:off x="4119490" y="3635145"/>
              <a:ext cx="2048040" cy="7956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9A4B9269-0CD7-1FC4-B635-182A287C087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104013" y="3620025"/>
                <a:ext cx="2078275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129F1958-7331-61A4-D3FF-B071BD6C46FE}"/>
                  </a:ext>
                </a:extLst>
              </p14:cNvPr>
              <p14:cNvContentPartPr/>
              <p14:nvPr/>
            </p14:nvContentPartPr>
            <p14:xfrm>
              <a:off x="4095730" y="2119185"/>
              <a:ext cx="2103840" cy="154800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129F1958-7331-61A4-D3FF-B071BD6C46F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080250" y="2103705"/>
                <a:ext cx="2134440" cy="157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B05ABDAC-83E9-4874-1723-30EFD1EFF261}"/>
                  </a:ext>
                </a:extLst>
              </p14:cNvPr>
              <p14:cNvContentPartPr/>
              <p14:nvPr/>
            </p14:nvContentPartPr>
            <p14:xfrm>
              <a:off x="5512330" y="2087505"/>
              <a:ext cx="43920" cy="15998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B05ABDAC-83E9-4874-1723-30EFD1EFF26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497210" y="2072025"/>
                <a:ext cx="74520" cy="163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98F3D42D-8D8D-F144-701F-250E25763FC4}"/>
                  </a:ext>
                </a:extLst>
              </p14:cNvPr>
              <p14:cNvContentPartPr/>
              <p14:nvPr/>
            </p14:nvContentPartPr>
            <p14:xfrm>
              <a:off x="3607930" y="2905065"/>
              <a:ext cx="372960" cy="10764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98F3D42D-8D8D-F144-701F-250E25763FC4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592450" y="2889585"/>
                <a:ext cx="40356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680F1CF5-39F5-73BA-4F77-BB53ED8965BD}"/>
                  </a:ext>
                </a:extLst>
              </p14:cNvPr>
              <p14:cNvContentPartPr/>
              <p14:nvPr/>
            </p14:nvContentPartPr>
            <p14:xfrm>
              <a:off x="2162890" y="1830825"/>
              <a:ext cx="1269360" cy="18972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680F1CF5-39F5-73BA-4F77-BB53ED8965B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147410" y="1815316"/>
                <a:ext cx="1299960" cy="2203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3F3FE101-F74B-6C46-B5AC-CD27451323EB}"/>
                  </a:ext>
                </a:extLst>
              </p14:cNvPr>
              <p14:cNvContentPartPr/>
              <p14:nvPr/>
            </p14:nvContentPartPr>
            <p14:xfrm>
              <a:off x="3575530" y="1805625"/>
              <a:ext cx="1789920" cy="1551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3F3FE101-F74B-6C46-B5AC-CD27451323E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560410" y="1790505"/>
                <a:ext cx="18201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9BE063DD-CC3F-C913-F2FC-0C28F42B9FF8}"/>
                  </a:ext>
                </a:extLst>
              </p14:cNvPr>
              <p14:cNvContentPartPr/>
              <p14:nvPr/>
            </p14:nvContentPartPr>
            <p14:xfrm>
              <a:off x="5484610" y="1821465"/>
              <a:ext cx="2022840" cy="17136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9BE063DD-CC3F-C913-F2FC-0C28F42B9FF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469487" y="1806313"/>
                <a:ext cx="2053445" cy="20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B643B38C-AD17-BDE2-1AA6-13435C4E8C24}"/>
                  </a:ext>
                </a:extLst>
              </p14:cNvPr>
              <p14:cNvContentPartPr/>
              <p14:nvPr/>
            </p14:nvContentPartPr>
            <p14:xfrm>
              <a:off x="321850" y="4048425"/>
              <a:ext cx="158760" cy="14112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B643B38C-AD17-BDE2-1AA6-13435C4E8C2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06370" y="4033305"/>
                <a:ext cx="18900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0C50CAF5-9A62-5724-38BF-33D3AAB239EB}"/>
                  </a:ext>
                </a:extLst>
              </p14:cNvPr>
              <p14:cNvContentPartPr/>
              <p14:nvPr/>
            </p14:nvContentPartPr>
            <p14:xfrm>
              <a:off x="559450" y="3964545"/>
              <a:ext cx="1432800" cy="22680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0C50CAF5-9A62-5724-38BF-33D3AAB239E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44330" y="3949401"/>
                <a:ext cx="1463040" cy="257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45353BC3-D826-685D-BD59-3DF6A19F028D}"/>
                  </a:ext>
                </a:extLst>
              </p14:cNvPr>
              <p14:cNvContentPartPr/>
              <p14:nvPr/>
            </p14:nvContentPartPr>
            <p14:xfrm>
              <a:off x="603010" y="4246425"/>
              <a:ext cx="861480" cy="1620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45353BC3-D826-685D-BD59-3DF6A19F028D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87890" y="4230945"/>
                <a:ext cx="89208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166278D1-97F9-6E30-98B2-136788D8B083}"/>
                  </a:ext>
                </a:extLst>
              </p14:cNvPr>
              <p14:cNvContentPartPr/>
              <p14:nvPr/>
            </p14:nvContentPartPr>
            <p14:xfrm>
              <a:off x="2087290" y="4059945"/>
              <a:ext cx="16200" cy="7164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166278D1-97F9-6E30-98B2-136788D8B08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072170" y="4044465"/>
                <a:ext cx="4680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C516E3CD-4DF0-1E0D-26DE-B2C4A26DEEEF}"/>
                  </a:ext>
                </a:extLst>
              </p14:cNvPr>
              <p14:cNvContentPartPr/>
              <p14:nvPr/>
            </p14:nvContentPartPr>
            <p14:xfrm>
              <a:off x="2257930" y="3972465"/>
              <a:ext cx="3667680" cy="29412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C516E3CD-4DF0-1E0D-26DE-B2C4A26DEEE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242809" y="3957345"/>
                <a:ext cx="3698283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63E93F86-703F-CA8F-EE87-5BE0765717FC}"/>
                  </a:ext>
                </a:extLst>
              </p14:cNvPr>
              <p14:cNvContentPartPr/>
              <p14:nvPr/>
            </p14:nvContentPartPr>
            <p14:xfrm>
              <a:off x="6036130" y="4071825"/>
              <a:ext cx="135360" cy="11952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63E93F86-703F-CA8F-EE87-5BE0765717F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021010" y="4056345"/>
                <a:ext cx="16596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E61EFC11-A3A5-BA6B-3FC8-40EB7B08894E}"/>
                  </a:ext>
                </a:extLst>
              </p14:cNvPr>
              <p14:cNvContentPartPr/>
              <p14:nvPr/>
            </p14:nvContentPartPr>
            <p14:xfrm>
              <a:off x="6215050" y="4052025"/>
              <a:ext cx="103680" cy="9972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E61EFC11-A3A5-BA6B-3FC8-40EB7B08894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199570" y="4036545"/>
                <a:ext cx="13392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69B7A030-F7DF-7460-9B58-FB9160D7EB1E}"/>
                  </a:ext>
                </a:extLst>
              </p14:cNvPr>
              <p14:cNvContentPartPr/>
              <p14:nvPr/>
            </p14:nvContentPartPr>
            <p14:xfrm>
              <a:off x="6343930" y="4052025"/>
              <a:ext cx="57600" cy="10368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69B7A030-F7DF-7460-9B58-FB9160D7EB1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328810" y="4036545"/>
                <a:ext cx="882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89C17100-1D34-5F39-AEDB-7B3D309C58AD}"/>
                  </a:ext>
                </a:extLst>
              </p14:cNvPr>
              <p14:cNvContentPartPr/>
              <p14:nvPr/>
            </p14:nvContentPartPr>
            <p14:xfrm>
              <a:off x="6353650" y="4055985"/>
              <a:ext cx="83880" cy="9576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89C17100-1D34-5F39-AEDB-7B3D309C58A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338530" y="4040505"/>
                <a:ext cx="1141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1932583B-B17D-3CBF-CEE7-6963C888BD80}"/>
                  </a:ext>
                </a:extLst>
              </p14:cNvPr>
              <p14:cNvContentPartPr/>
              <p14:nvPr/>
            </p14:nvContentPartPr>
            <p14:xfrm>
              <a:off x="6456970" y="4071825"/>
              <a:ext cx="8280" cy="71640"/>
            </p14:xfrm>
          </p:contentPart>
        </mc:Choice>
        <mc:Fallback xmlns=""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1932583B-B17D-3CBF-CEE7-6963C888BD8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441850" y="4056345"/>
                <a:ext cx="3888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C0BBA7A3-7D54-4E79-C9E8-25C24DDD707C}"/>
                  </a:ext>
                </a:extLst>
              </p14:cNvPr>
              <p14:cNvContentPartPr/>
              <p14:nvPr/>
            </p14:nvContentPartPr>
            <p14:xfrm>
              <a:off x="6441130" y="3992265"/>
              <a:ext cx="8280" cy="20160"/>
            </p14:xfrm>
          </p:contentPart>
        </mc:Choice>
        <mc:Fallback xmlns=""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C0BBA7A3-7D54-4E79-C9E8-25C24DDD707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426010" y="3977145"/>
                <a:ext cx="388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F879E241-9B8A-8B17-B4E7-62843C5D35C7}"/>
                  </a:ext>
                </a:extLst>
              </p14:cNvPr>
              <p14:cNvContentPartPr/>
              <p14:nvPr/>
            </p14:nvContentPartPr>
            <p14:xfrm>
              <a:off x="6500530" y="4036185"/>
              <a:ext cx="139320" cy="135360"/>
            </p14:xfrm>
          </p:contentPart>
        </mc:Choice>
        <mc:Fallback xmlns=""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F879E241-9B8A-8B17-B4E7-62843C5D35C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485410" y="4020705"/>
                <a:ext cx="16992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7259EAB3-4836-4B19-C06E-FB8C9C1C91EA}"/>
                  </a:ext>
                </a:extLst>
              </p14:cNvPr>
              <p14:cNvContentPartPr/>
              <p14:nvPr/>
            </p14:nvContentPartPr>
            <p14:xfrm>
              <a:off x="6651370" y="4032225"/>
              <a:ext cx="87840" cy="123480"/>
            </p14:xfrm>
          </p:contentPart>
        </mc:Choice>
        <mc:Fallback xmlns=""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7259EAB3-4836-4B19-C06E-FB8C9C1C91E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636250" y="4016745"/>
                <a:ext cx="1180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D5680AA8-9E07-555D-2AA1-1ABD10E9905A}"/>
                  </a:ext>
                </a:extLst>
              </p14:cNvPr>
              <p14:cNvContentPartPr/>
              <p14:nvPr/>
            </p14:nvContentPartPr>
            <p14:xfrm>
              <a:off x="6766570" y="4040145"/>
              <a:ext cx="153000" cy="11160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D5680AA8-9E07-555D-2AA1-1ABD10E9905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751450" y="4024665"/>
                <a:ext cx="18360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5376E468-6DAD-A9A0-AF14-BADD516ECFA1}"/>
                  </a:ext>
                </a:extLst>
              </p14:cNvPr>
              <p14:cNvContentPartPr/>
              <p14:nvPr/>
            </p14:nvContentPartPr>
            <p14:xfrm>
              <a:off x="7072570" y="4067865"/>
              <a:ext cx="110880" cy="12348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5376E468-6DAD-A9A0-AF14-BADD516ECFA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057450" y="4052385"/>
                <a:ext cx="1414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6EF13987-6072-FFCD-0FDF-3922AC374E32}"/>
                  </a:ext>
                </a:extLst>
              </p14:cNvPr>
              <p14:cNvContentPartPr/>
              <p14:nvPr/>
            </p14:nvContentPartPr>
            <p14:xfrm>
              <a:off x="7207210" y="3976785"/>
              <a:ext cx="401040" cy="19836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6EF13987-6072-FFCD-0FDF-3922AC374E32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191730" y="3961665"/>
                <a:ext cx="4316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6625E2C9-2935-81E3-8A7F-001D4CB916DA}"/>
                  </a:ext>
                </a:extLst>
              </p14:cNvPr>
              <p14:cNvContentPartPr/>
              <p14:nvPr/>
            </p14:nvContentPartPr>
            <p14:xfrm>
              <a:off x="7802290" y="4097385"/>
              <a:ext cx="24120" cy="8604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6625E2C9-2935-81E3-8A7F-001D4CB916D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787170" y="4082265"/>
                <a:ext cx="5472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A6882B35-A94D-437C-F3F8-9F5D1925E3D4}"/>
                  </a:ext>
                </a:extLst>
              </p14:cNvPr>
              <p14:cNvContentPartPr/>
              <p14:nvPr/>
            </p14:nvContentPartPr>
            <p14:xfrm>
              <a:off x="7778530" y="4008105"/>
              <a:ext cx="28080" cy="2808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A6882B35-A94D-437C-F3F8-9F5D1925E3D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763410" y="3992985"/>
                <a:ext cx="586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218756D4-EB5B-A78B-C598-0F11250A35A0}"/>
                  </a:ext>
                </a:extLst>
              </p14:cNvPr>
              <p14:cNvContentPartPr/>
              <p14:nvPr/>
            </p14:nvContentPartPr>
            <p14:xfrm>
              <a:off x="7854130" y="3964545"/>
              <a:ext cx="71640" cy="18540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218756D4-EB5B-A78B-C598-0F11250A35A0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838650" y="3949425"/>
                <a:ext cx="1022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8D247234-49B0-BF89-BB62-1E8B3C01EDA8}"/>
                  </a:ext>
                </a:extLst>
              </p14:cNvPr>
              <p14:cNvContentPartPr/>
              <p14:nvPr/>
            </p14:nvContentPartPr>
            <p14:xfrm>
              <a:off x="7830010" y="4040505"/>
              <a:ext cx="127440" cy="2376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8D247234-49B0-BF89-BB62-1E8B3C01EDA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814890" y="4025025"/>
                <a:ext cx="15768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52389D6E-5E22-789C-3FC2-F6B68226A159}"/>
                  </a:ext>
                </a:extLst>
              </p14:cNvPr>
              <p14:cNvContentPartPr/>
              <p14:nvPr/>
            </p14:nvContentPartPr>
            <p14:xfrm>
              <a:off x="8123770" y="4048425"/>
              <a:ext cx="55800" cy="8316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52389D6E-5E22-789C-3FC2-F6B68226A15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108650" y="4033305"/>
                <a:ext cx="8640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F2AA9010-C660-1B40-4F5D-CAC1037D6B2E}"/>
                  </a:ext>
                </a:extLst>
              </p14:cNvPr>
              <p14:cNvContentPartPr/>
              <p14:nvPr/>
            </p14:nvContentPartPr>
            <p14:xfrm>
              <a:off x="8199370" y="4036185"/>
              <a:ext cx="401040" cy="10368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F2AA9010-C660-1B40-4F5D-CAC1037D6B2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183890" y="4020705"/>
                <a:ext cx="43164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FD939D1A-42C6-F155-C6FB-E063F16551AF}"/>
                  </a:ext>
                </a:extLst>
              </p14:cNvPr>
              <p14:cNvContentPartPr/>
              <p14:nvPr/>
            </p14:nvContentPartPr>
            <p14:xfrm>
              <a:off x="8596090" y="3982185"/>
              <a:ext cx="59760" cy="17316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FD939D1A-42C6-F155-C6FB-E063F16551A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580970" y="3967065"/>
                <a:ext cx="9036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ABC20C7E-D752-BAA3-4F71-E5A0FCB9C395}"/>
                  </a:ext>
                </a:extLst>
              </p14:cNvPr>
              <p14:cNvContentPartPr/>
              <p14:nvPr/>
            </p14:nvContentPartPr>
            <p14:xfrm>
              <a:off x="8671690" y="4055985"/>
              <a:ext cx="115560" cy="9180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ABC20C7E-D752-BAA3-4F71-E5A0FCB9C39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656210" y="4040505"/>
                <a:ext cx="14580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31EA5F09-F46D-93B5-5B10-DC888845F7A0}"/>
                  </a:ext>
                </a:extLst>
              </p14:cNvPr>
              <p14:cNvContentPartPr/>
              <p14:nvPr/>
            </p14:nvContentPartPr>
            <p14:xfrm>
              <a:off x="8778610" y="4059945"/>
              <a:ext cx="43920" cy="16704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31EA5F09-F46D-93B5-5B10-DC888845F7A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763490" y="4044465"/>
                <a:ext cx="745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DAC12A40-66A9-F396-C4C2-CB57BC8C65B0}"/>
                  </a:ext>
                </a:extLst>
              </p14:cNvPr>
              <p14:cNvContentPartPr/>
              <p14:nvPr/>
            </p14:nvContentPartPr>
            <p14:xfrm>
              <a:off x="8810290" y="4016025"/>
              <a:ext cx="70560" cy="10080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DAC12A40-66A9-F396-C4C2-CB57BC8C65B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795170" y="4000905"/>
                <a:ext cx="1008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C8E0B2CD-CDDA-ECBE-24D0-2114093EEED0}"/>
                  </a:ext>
                </a:extLst>
              </p14:cNvPr>
              <p14:cNvContentPartPr/>
              <p14:nvPr/>
            </p14:nvContentPartPr>
            <p14:xfrm>
              <a:off x="8850250" y="4036185"/>
              <a:ext cx="103680" cy="7956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C8E0B2CD-CDDA-ECBE-24D0-2114093EEED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8834770" y="4020705"/>
                <a:ext cx="13392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CE6DEE85-AD70-6AE5-AFE3-255A825CB82F}"/>
                  </a:ext>
                </a:extLst>
              </p14:cNvPr>
              <p14:cNvContentPartPr/>
              <p14:nvPr/>
            </p14:nvContentPartPr>
            <p14:xfrm>
              <a:off x="813250" y="1982025"/>
              <a:ext cx="186840" cy="7020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CE6DEE85-AD70-6AE5-AFE3-255A825CB82F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98130" y="1966905"/>
                <a:ext cx="2174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3DFBA2A6-8C76-F8C1-5F03-66BA520F21E1}"/>
                  </a:ext>
                </a:extLst>
              </p14:cNvPr>
              <p14:cNvContentPartPr/>
              <p14:nvPr/>
            </p14:nvContentPartPr>
            <p14:xfrm>
              <a:off x="926290" y="2011905"/>
              <a:ext cx="90000" cy="7560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3DFBA2A6-8C76-F8C1-5F03-66BA520F21E1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11170" y="1996785"/>
                <a:ext cx="12024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02C3B790-23BA-C092-72C2-F46F88DE566B}"/>
                  </a:ext>
                </a:extLst>
              </p14:cNvPr>
              <p14:cNvContentPartPr/>
              <p14:nvPr/>
            </p14:nvContentPartPr>
            <p14:xfrm>
              <a:off x="504010" y="1884825"/>
              <a:ext cx="47880" cy="12168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02C3B790-23BA-C092-72C2-F46F88DE566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88530" y="1869705"/>
                <a:ext cx="784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75B1C72F-D676-3F40-9D49-C700AC8054F3}"/>
                  </a:ext>
                </a:extLst>
              </p14:cNvPr>
              <p14:cNvContentPartPr/>
              <p14:nvPr/>
            </p14:nvContentPartPr>
            <p14:xfrm>
              <a:off x="543610" y="1912905"/>
              <a:ext cx="71640" cy="5760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75B1C72F-D676-3F40-9D49-C700AC8054F3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28130" y="1897425"/>
                <a:ext cx="1022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DEE5DCF0-947F-731A-4C95-CCAAA888D6EF}"/>
                  </a:ext>
                </a:extLst>
              </p14:cNvPr>
              <p14:cNvContentPartPr/>
              <p14:nvPr/>
            </p14:nvContentPartPr>
            <p14:xfrm>
              <a:off x="618850" y="1876905"/>
              <a:ext cx="87840" cy="7956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DEE5DCF0-947F-731A-4C95-CCAAA888D6EF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03730" y="1861785"/>
                <a:ext cx="1180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1A741A26-E6BC-B025-E13D-777DCB611B9F}"/>
                  </a:ext>
                </a:extLst>
              </p14:cNvPr>
              <p14:cNvContentPartPr/>
              <p14:nvPr/>
            </p14:nvContentPartPr>
            <p14:xfrm>
              <a:off x="714250" y="1853145"/>
              <a:ext cx="59760" cy="87840"/>
            </p14:xfrm>
          </p:contentPart>
        </mc:Choice>
        <mc:Fallback xmlns=""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1A741A26-E6BC-B025-E13D-777DCB611B9F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698770" y="1838025"/>
                <a:ext cx="9036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AFC39A49-CEEA-DED2-E7DF-3613852CA4CB}"/>
                  </a:ext>
                </a:extLst>
              </p14:cNvPr>
              <p14:cNvContentPartPr/>
              <p14:nvPr/>
            </p14:nvContentPartPr>
            <p14:xfrm>
              <a:off x="805330" y="1722105"/>
              <a:ext cx="286200" cy="21060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AFC39A49-CEEA-DED2-E7DF-3613852CA4CB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90210" y="1706985"/>
                <a:ext cx="31644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380" name="Ink 379">
                <a:extLst>
                  <a:ext uri="{FF2B5EF4-FFF2-40B4-BE49-F238E27FC236}">
                    <a16:creationId xmlns:a16="http://schemas.microsoft.com/office/drawing/2014/main" id="{3ABBD7E0-0804-4B6A-F5A3-7CFB8700CF4B}"/>
                  </a:ext>
                </a:extLst>
              </p14:cNvPr>
              <p14:cNvContentPartPr/>
              <p14:nvPr/>
            </p14:nvContentPartPr>
            <p14:xfrm>
              <a:off x="7663330" y="4575825"/>
              <a:ext cx="1002600" cy="206640"/>
            </p14:xfrm>
          </p:contentPart>
        </mc:Choice>
        <mc:Fallback xmlns="">
          <p:pic>
            <p:nvPicPr>
              <p:cNvPr id="380" name="Ink 379">
                <a:extLst>
                  <a:ext uri="{FF2B5EF4-FFF2-40B4-BE49-F238E27FC236}">
                    <a16:creationId xmlns:a16="http://schemas.microsoft.com/office/drawing/2014/main" id="{3ABBD7E0-0804-4B6A-F5A3-7CFB8700CF4B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648210" y="4560705"/>
                <a:ext cx="103320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B2D6DC57-6178-8578-6220-82C280199538}"/>
                  </a:ext>
                </a:extLst>
              </p14:cNvPr>
              <p14:cNvContentPartPr/>
              <p14:nvPr/>
            </p14:nvContentPartPr>
            <p14:xfrm>
              <a:off x="7262650" y="4521825"/>
              <a:ext cx="186840" cy="19116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B2D6DC57-6178-8578-6220-82C280199538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247530" y="4506705"/>
                <a:ext cx="2174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9686DDFD-AC41-E0BC-E5F0-800E19C0A34F}"/>
                  </a:ext>
                </a:extLst>
              </p14:cNvPr>
              <p14:cNvContentPartPr/>
              <p14:nvPr/>
            </p14:nvContentPartPr>
            <p14:xfrm>
              <a:off x="400690" y="4468905"/>
              <a:ext cx="6635880" cy="25812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9686DDFD-AC41-E0BC-E5F0-800E19C0A34F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85571" y="4453764"/>
                <a:ext cx="6666118" cy="28876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765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EA72C5-7D07-7A2A-4F67-CFAB04096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CNN: Applying kernels and pooling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C29D23-A49C-0ECC-9538-73B818799525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021F987-9DC8-1FD8-9FE9-18F9D672BDF8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0D0D3C4-635E-CA53-B488-A3F10D9995DC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ACA6479-A22F-C93E-3B70-279EED9D6813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77C15EA-3513-064A-3A00-76266084AF95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3C2AEE-64BA-678B-CC4D-DF367F178A0F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8506FE2-855C-406D-A156-613744E90035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F1A5F00-7E5E-AD27-F683-E1FA58B48685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0E074CA-7C36-77EC-9557-9F913A9D8AFE}"/>
                  </a:ext>
                </a:extLst>
              </p14:cNvPr>
              <p14:cNvContentPartPr/>
              <p14:nvPr/>
            </p14:nvContentPartPr>
            <p14:xfrm>
              <a:off x="337330" y="809865"/>
              <a:ext cx="714600" cy="2296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0E074CA-7C36-77EC-9557-9F913A9D8A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1850" y="794745"/>
                <a:ext cx="74520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8F80983-1AAF-F683-CC91-4516882BD5E4}"/>
                  </a:ext>
                </a:extLst>
              </p14:cNvPr>
              <p14:cNvContentPartPr/>
              <p14:nvPr/>
            </p14:nvContentPartPr>
            <p14:xfrm>
              <a:off x="3389050" y="805545"/>
              <a:ext cx="579960" cy="1868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8F80983-1AAF-F683-CC91-4516882BD5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3930" y="790065"/>
                <a:ext cx="6102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5BAA64A-D8F2-F9E1-8829-1E68E6F81696}"/>
                  </a:ext>
                </a:extLst>
              </p14:cNvPr>
              <p14:cNvContentPartPr/>
              <p14:nvPr/>
            </p14:nvContentPartPr>
            <p14:xfrm>
              <a:off x="3103210" y="833265"/>
              <a:ext cx="111240" cy="143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5BAA64A-D8F2-F9E1-8829-1E68E6F816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88041" y="818145"/>
                <a:ext cx="141939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8A52B3E-DBEC-61EB-B4C1-048F421FCDBC}"/>
                  </a:ext>
                </a:extLst>
              </p14:cNvPr>
              <p14:cNvContentPartPr/>
              <p14:nvPr/>
            </p14:nvContentPartPr>
            <p14:xfrm>
              <a:off x="2230210" y="702225"/>
              <a:ext cx="714600" cy="3574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8A52B3E-DBEC-61EB-B4C1-048F421FCDB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215090" y="687105"/>
                <a:ext cx="74520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0AD8573-726B-EC38-3BBB-14F46551F80A}"/>
                  </a:ext>
                </a:extLst>
              </p14:cNvPr>
              <p14:cNvContentPartPr/>
              <p14:nvPr/>
            </p14:nvContentPartPr>
            <p14:xfrm>
              <a:off x="1722250" y="758025"/>
              <a:ext cx="361440" cy="1551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0AD8573-726B-EC38-3BBB-14F46551F80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07130" y="742545"/>
                <a:ext cx="39204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F878819-FE3F-200A-50F6-97CA7F258F41}"/>
                  </a:ext>
                </a:extLst>
              </p14:cNvPr>
              <p14:cNvContentPartPr/>
              <p14:nvPr/>
            </p14:nvContentPartPr>
            <p14:xfrm>
              <a:off x="1158850" y="787545"/>
              <a:ext cx="420840" cy="1810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F878819-FE3F-200A-50F6-97CA7F258F4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43383" y="772065"/>
                <a:ext cx="451054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F1B3C51-3488-93E9-2B64-451741315328}"/>
                  </a:ext>
                </a:extLst>
              </p14:cNvPr>
              <p14:cNvContentPartPr/>
              <p14:nvPr/>
            </p14:nvContentPartPr>
            <p14:xfrm>
              <a:off x="745930" y="1388745"/>
              <a:ext cx="555840" cy="1785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F1B3C51-3488-93E9-2B64-45174131532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0810" y="1373625"/>
                <a:ext cx="58644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B6BF46A-4589-7823-86FB-F3CE9BD29DE6}"/>
                  </a:ext>
                </a:extLst>
              </p14:cNvPr>
              <p14:cNvContentPartPr/>
              <p14:nvPr/>
            </p14:nvContentPartPr>
            <p14:xfrm>
              <a:off x="1710370" y="1407465"/>
              <a:ext cx="20160" cy="849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B6BF46A-4589-7823-86FB-F3CE9BD29DE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95250" y="1391985"/>
                <a:ext cx="5076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3EE2504-DBC9-A636-1380-E7AFA05B461F}"/>
                  </a:ext>
                </a:extLst>
              </p14:cNvPr>
              <p14:cNvContentPartPr/>
              <p14:nvPr/>
            </p14:nvContentPartPr>
            <p14:xfrm>
              <a:off x="1432450" y="1369305"/>
              <a:ext cx="119520" cy="127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3EE2504-DBC9-A636-1380-E7AFA05B461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17330" y="1354185"/>
                <a:ext cx="14976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D27C594-FB8F-7D61-9D72-97C2B3820266}"/>
                  </a:ext>
                </a:extLst>
              </p14:cNvPr>
              <p14:cNvContentPartPr/>
              <p14:nvPr/>
            </p14:nvContentPartPr>
            <p14:xfrm>
              <a:off x="2579410" y="1349505"/>
              <a:ext cx="607680" cy="2145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D27C594-FB8F-7D61-9D72-97C2B382026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64290" y="1334360"/>
                <a:ext cx="637920" cy="2452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33E23BD-F30E-8DFB-9EAC-FD083078D72A}"/>
                  </a:ext>
                </a:extLst>
              </p14:cNvPr>
              <p14:cNvContentPartPr/>
              <p14:nvPr/>
            </p14:nvContentPartPr>
            <p14:xfrm>
              <a:off x="2008090" y="1380825"/>
              <a:ext cx="349560" cy="1476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33E23BD-F30E-8DFB-9EAC-FD083078D72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92610" y="1365668"/>
                <a:ext cx="380160" cy="178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3966954-C125-F91A-FA15-7D75932C307D}"/>
                  </a:ext>
                </a:extLst>
              </p14:cNvPr>
              <p14:cNvContentPartPr/>
              <p14:nvPr/>
            </p14:nvContentPartPr>
            <p14:xfrm>
              <a:off x="3369250" y="1333305"/>
              <a:ext cx="766440" cy="2131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3966954-C125-F91A-FA15-7D75932C307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354130" y="1318159"/>
                <a:ext cx="796680" cy="2437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78B99B1A-F965-6BBC-5482-046F50A72924}"/>
                  </a:ext>
                </a:extLst>
              </p14:cNvPr>
              <p14:cNvContentPartPr/>
              <p14:nvPr/>
            </p14:nvContentPartPr>
            <p14:xfrm>
              <a:off x="4345570" y="1396665"/>
              <a:ext cx="1020240" cy="1476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78B99B1A-F965-6BBC-5482-046F50A7292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30450" y="1381508"/>
                <a:ext cx="1050840" cy="1782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67DB3A69-C7AE-4F1F-2654-6CB3B0885A56}"/>
                  </a:ext>
                </a:extLst>
              </p14:cNvPr>
              <p14:cNvContentPartPr/>
              <p14:nvPr/>
            </p14:nvContentPartPr>
            <p14:xfrm>
              <a:off x="666730" y="1853145"/>
              <a:ext cx="948600" cy="19908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67DB3A69-C7AE-4F1F-2654-6CB3B0885A5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51256" y="1837998"/>
                <a:ext cx="979188" cy="2297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9664236-66EE-9F86-7F83-AA58BB23CF88}"/>
                  </a:ext>
                </a:extLst>
              </p14:cNvPr>
              <p14:cNvContentPartPr/>
              <p14:nvPr/>
            </p14:nvContentPartPr>
            <p14:xfrm>
              <a:off x="1960210" y="1825785"/>
              <a:ext cx="635400" cy="2059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9664236-66EE-9F86-7F83-AA58BB23CF8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945090" y="1810665"/>
                <a:ext cx="66600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70F4426-78DC-1D3D-624D-553FCA3B6D90}"/>
                  </a:ext>
                </a:extLst>
              </p14:cNvPr>
              <p14:cNvContentPartPr/>
              <p14:nvPr/>
            </p14:nvContentPartPr>
            <p14:xfrm>
              <a:off x="2714410" y="1821825"/>
              <a:ext cx="1405080" cy="1908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70F4426-78DC-1D3D-624D-553FCA3B6D9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699286" y="1806676"/>
                <a:ext cx="1435688" cy="2214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5F2C937E-0151-8AF1-5779-7EF0651B3590}"/>
                  </a:ext>
                </a:extLst>
              </p14:cNvPr>
              <p14:cNvContentPartPr/>
              <p14:nvPr/>
            </p14:nvContentPartPr>
            <p14:xfrm>
              <a:off x="4251970" y="1821465"/>
              <a:ext cx="943200" cy="1598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5F2C937E-0151-8AF1-5779-7EF0651B359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236850" y="1806311"/>
                <a:ext cx="973800" cy="1905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FFBC280C-BB1E-2CD7-82F5-B0D0A1707032}"/>
                  </a:ext>
                </a:extLst>
              </p14:cNvPr>
              <p14:cNvContentPartPr/>
              <p14:nvPr/>
            </p14:nvContentPartPr>
            <p14:xfrm>
              <a:off x="4020130" y="2345625"/>
              <a:ext cx="655200" cy="2026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FFBC280C-BB1E-2CD7-82F5-B0D0A170703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005010" y="2330478"/>
                <a:ext cx="685800" cy="2333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FFAA3D0E-8A07-D170-DDF7-DEFF1F95E652}"/>
                  </a:ext>
                </a:extLst>
              </p14:cNvPr>
              <p14:cNvContentPartPr/>
              <p14:nvPr/>
            </p14:nvContentPartPr>
            <p14:xfrm>
              <a:off x="1819450" y="2357865"/>
              <a:ext cx="2018520" cy="2336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FFAA3D0E-8A07-D170-DDF7-DEFF1F95E65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803970" y="2342409"/>
                <a:ext cx="2049120" cy="2641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B1662553-EB72-F65F-6F46-8544200D8F0C}"/>
                  </a:ext>
                </a:extLst>
              </p14:cNvPr>
              <p14:cNvContentPartPr/>
              <p14:nvPr/>
            </p14:nvContentPartPr>
            <p14:xfrm>
              <a:off x="5127490" y="841185"/>
              <a:ext cx="860040" cy="1591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B1662553-EB72-F65F-6F46-8544200D8F0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112376" y="826065"/>
                <a:ext cx="890267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B2AAFBD4-2D0D-517E-CA2D-E90458F5D87B}"/>
                  </a:ext>
                </a:extLst>
              </p14:cNvPr>
              <p14:cNvContentPartPr/>
              <p14:nvPr/>
            </p14:nvContentPartPr>
            <p14:xfrm>
              <a:off x="4314250" y="785745"/>
              <a:ext cx="646920" cy="2268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B2AAFBD4-2D0D-517E-CA2D-E90458F5D87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99130" y="770290"/>
                <a:ext cx="677160" cy="2569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A3D37FF9-9F75-ACBB-C5FC-336734D76A68}"/>
                  </a:ext>
                </a:extLst>
              </p14:cNvPr>
              <p14:cNvContentPartPr/>
              <p14:nvPr/>
            </p14:nvContentPartPr>
            <p14:xfrm>
              <a:off x="7750810" y="988065"/>
              <a:ext cx="2520" cy="162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A3D37FF9-9F75-ACBB-C5FC-336734D76A6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735690" y="972945"/>
                <a:ext cx="331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D48852F4-4004-6310-942F-A3206C26CF5A}"/>
                  </a:ext>
                </a:extLst>
              </p14:cNvPr>
              <p14:cNvContentPartPr/>
              <p14:nvPr/>
            </p14:nvContentPartPr>
            <p14:xfrm>
              <a:off x="6814090" y="833265"/>
              <a:ext cx="726840" cy="24660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D48852F4-4004-6310-942F-A3206C26CF5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798963" y="818145"/>
                <a:ext cx="757455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4D5B3099-84A5-FDAD-82F0-F2233B5F2ECF}"/>
                  </a:ext>
                </a:extLst>
              </p14:cNvPr>
              <p14:cNvContentPartPr/>
              <p14:nvPr/>
            </p14:nvContentPartPr>
            <p14:xfrm>
              <a:off x="6147370" y="880785"/>
              <a:ext cx="464040" cy="1551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4D5B3099-84A5-FDAD-82F0-F2233B5F2EC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132262" y="865665"/>
                <a:ext cx="494257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A50DEBBA-06C7-0609-9FE1-90502E5D7C99}"/>
                  </a:ext>
                </a:extLst>
              </p14:cNvPr>
              <p14:cNvContentPartPr/>
              <p14:nvPr/>
            </p14:nvContentPartPr>
            <p14:xfrm>
              <a:off x="972010" y="2984265"/>
              <a:ext cx="671400" cy="70092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A50DEBBA-06C7-0609-9FE1-90502E5D7C9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56882" y="2969145"/>
                <a:ext cx="702016" cy="73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18B7C03E-312A-FA2F-C366-6F7AFCF895E6}"/>
                  </a:ext>
                </a:extLst>
              </p14:cNvPr>
              <p14:cNvContentPartPr/>
              <p14:nvPr/>
            </p14:nvContentPartPr>
            <p14:xfrm>
              <a:off x="1063450" y="3015945"/>
              <a:ext cx="643320" cy="68292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18B7C03E-312A-FA2F-C366-6F7AFCF895E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48330" y="3000825"/>
                <a:ext cx="673920" cy="71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970510F-7FE6-6786-BF36-8F1D093DD217}"/>
                  </a:ext>
                </a:extLst>
              </p14:cNvPr>
              <p14:cNvContentPartPr/>
              <p14:nvPr/>
            </p14:nvContentPartPr>
            <p14:xfrm>
              <a:off x="1035730" y="3670785"/>
              <a:ext cx="647280" cy="518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970510F-7FE6-6786-BF36-8F1D093DD21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0250" y="3655665"/>
                <a:ext cx="67788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428AB586-D519-4E80-2520-FB44D9182FAD}"/>
                  </a:ext>
                </a:extLst>
              </p14:cNvPr>
              <p14:cNvContentPartPr/>
              <p14:nvPr/>
            </p14:nvContentPartPr>
            <p14:xfrm>
              <a:off x="972010" y="3817665"/>
              <a:ext cx="24120" cy="12168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428AB586-D519-4E80-2520-FB44D9182FA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56890" y="3802545"/>
                <a:ext cx="547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D18EDFCB-7860-A1FF-82CA-2FFD516BD75F}"/>
                  </a:ext>
                </a:extLst>
              </p14:cNvPr>
              <p14:cNvContentPartPr/>
              <p14:nvPr/>
            </p14:nvContentPartPr>
            <p14:xfrm>
              <a:off x="1027810" y="3841425"/>
              <a:ext cx="71640" cy="9900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D18EDFCB-7860-A1FF-82CA-2FFD516BD75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12330" y="3826305"/>
                <a:ext cx="10224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64DFA623-325C-717D-F04D-FA30A40C54CC}"/>
                  </a:ext>
                </a:extLst>
              </p14:cNvPr>
              <p14:cNvContentPartPr/>
              <p14:nvPr/>
            </p14:nvContentPartPr>
            <p14:xfrm>
              <a:off x="1023850" y="3877425"/>
              <a:ext cx="135360" cy="2412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64DFA623-325C-717D-F04D-FA30A40C54C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08370" y="3861945"/>
                <a:ext cx="1659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4305638D-862F-387C-DEA8-7A5A2B1C234C}"/>
                  </a:ext>
                </a:extLst>
              </p14:cNvPr>
              <p14:cNvContentPartPr/>
              <p14:nvPr/>
            </p14:nvContentPartPr>
            <p14:xfrm>
              <a:off x="1298170" y="3817665"/>
              <a:ext cx="119160" cy="13932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4305638D-862F-387C-DEA8-7A5A2B1C234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282690" y="3802545"/>
                <a:ext cx="1494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9931451A-202E-C41F-937E-58BF651645A3}"/>
                  </a:ext>
                </a:extLst>
              </p14:cNvPr>
              <p14:cNvContentPartPr/>
              <p14:nvPr/>
            </p14:nvContentPartPr>
            <p14:xfrm>
              <a:off x="1477810" y="3861585"/>
              <a:ext cx="216720" cy="2412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9931451A-202E-C41F-937E-58BF651645A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462690" y="3846105"/>
                <a:ext cx="2473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66EF41C1-E187-017E-FD55-8D481401AF2B}"/>
                  </a:ext>
                </a:extLst>
              </p14:cNvPr>
              <p14:cNvContentPartPr/>
              <p14:nvPr/>
            </p14:nvContentPartPr>
            <p14:xfrm>
              <a:off x="1640530" y="3837465"/>
              <a:ext cx="50040" cy="7812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66EF41C1-E187-017E-FD55-8D481401AF2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625410" y="3822345"/>
                <a:ext cx="8064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5377FB23-6F13-5956-A9C4-AD6CBA726753}"/>
                  </a:ext>
                </a:extLst>
              </p14:cNvPr>
              <p14:cNvContentPartPr/>
              <p14:nvPr/>
            </p14:nvContentPartPr>
            <p14:xfrm>
              <a:off x="1698490" y="3793905"/>
              <a:ext cx="37440" cy="1076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5377FB23-6F13-5956-A9C4-AD6CBA72675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683370" y="3778785"/>
                <a:ext cx="6804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A727E9E7-3523-65C3-D899-E8527AA83B96}"/>
                  </a:ext>
                </a:extLst>
              </p14:cNvPr>
              <p14:cNvContentPartPr/>
              <p14:nvPr/>
            </p14:nvContentPartPr>
            <p14:xfrm>
              <a:off x="591130" y="3031785"/>
              <a:ext cx="202680" cy="1620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A727E9E7-3523-65C3-D899-E8527AA83B9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76010" y="3016665"/>
                <a:ext cx="23328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74261DF0-9266-6A61-908D-ECB550DFB329}"/>
                  </a:ext>
                </a:extLst>
              </p14:cNvPr>
              <p14:cNvContentPartPr/>
              <p14:nvPr/>
            </p14:nvContentPartPr>
            <p14:xfrm>
              <a:off x="658810" y="3047985"/>
              <a:ext cx="71640" cy="637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74261DF0-9266-6A61-908D-ECB550DFB32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43330" y="3032505"/>
                <a:ext cx="10224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E6F86E83-4BF7-1E54-C455-AC717A590772}"/>
                  </a:ext>
                </a:extLst>
              </p14:cNvPr>
              <p14:cNvContentPartPr/>
              <p14:nvPr/>
            </p14:nvContentPartPr>
            <p14:xfrm>
              <a:off x="698410" y="3075705"/>
              <a:ext cx="34200" cy="15120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E6F86E83-4BF7-1E54-C455-AC717A59077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82930" y="3060225"/>
                <a:ext cx="648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ED7E1DAD-9643-9A7B-F5F3-E41AD746563F}"/>
                  </a:ext>
                </a:extLst>
              </p14:cNvPr>
              <p14:cNvContentPartPr/>
              <p14:nvPr/>
            </p14:nvContentPartPr>
            <p14:xfrm>
              <a:off x="670690" y="3289905"/>
              <a:ext cx="103680" cy="15120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ED7E1DAD-9643-9A7B-F5F3-E41AD746563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55210" y="3274785"/>
                <a:ext cx="13392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67D7BE12-3EE0-3000-CA34-3A6BDF7325DF}"/>
                  </a:ext>
                </a:extLst>
              </p14:cNvPr>
              <p14:cNvContentPartPr/>
              <p14:nvPr/>
            </p14:nvContentPartPr>
            <p14:xfrm>
              <a:off x="710290" y="3533625"/>
              <a:ext cx="47880" cy="18504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67D7BE12-3EE0-3000-CA34-3A6BDF7325D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94810" y="3518505"/>
                <a:ext cx="784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F2E29120-91BC-DADE-087E-C041AAD1A33A}"/>
                  </a:ext>
                </a:extLst>
              </p14:cNvPr>
              <p14:cNvContentPartPr/>
              <p14:nvPr/>
            </p14:nvContentPartPr>
            <p14:xfrm>
              <a:off x="722170" y="3643065"/>
              <a:ext cx="55800" cy="4212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F2E29120-91BC-DADE-087E-C041AAD1A33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07050" y="3627945"/>
                <a:ext cx="8640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0D8BFACD-0B5B-D21F-0B52-ED7DA512A845}"/>
                  </a:ext>
                </a:extLst>
              </p14:cNvPr>
              <p14:cNvContentPartPr/>
              <p14:nvPr/>
            </p14:nvContentPartPr>
            <p14:xfrm>
              <a:off x="686530" y="3647025"/>
              <a:ext cx="79560" cy="5580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0D8BFACD-0B5B-D21F-0B52-ED7DA512A84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71050" y="3631905"/>
                <a:ext cx="11016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5A7489DD-5D68-0204-F367-20C7FD2A2980}"/>
                  </a:ext>
                </a:extLst>
              </p14:cNvPr>
              <p14:cNvContentPartPr/>
              <p14:nvPr/>
            </p14:nvContentPartPr>
            <p14:xfrm>
              <a:off x="636490" y="3714705"/>
              <a:ext cx="189000" cy="162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5A7489DD-5D68-0204-F367-20C7FD2A298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21370" y="3699225"/>
                <a:ext cx="2196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3C5FCBBE-5302-6C9F-584B-415C782967E1}"/>
                  </a:ext>
                </a:extLst>
              </p14:cNvPr>
              <p14:cNvContentPartPr/>
              <p14:nvPr/>
            </p14:nvContentPartPr>
            <p14:xfrm>
              <a:off x="456490" y="4206825"/>
              <a:ext cx="83160" cy="9180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3C5FCBBE-5302-6C9F-584B-415C782967E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41370" y="4191345"/>
                <a:ext cx="11376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8F798D97-C948-FB85-52D6-8B63C603D888}"/>
                  </a:ext>
                </a:extLst>
              </p14:cNvPr>
              <p14:cNvContentPartPr/>
              <p14:nvPr/>
            </p14:nvContentPartPr>
            <p14:xfrm>
              <a:off x="563410" y="4226625"/>
              <a:ext cx="111600" cy="5184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8F798D97-C948-FB85-52D6-8B63C603D88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48290" y="4211145"/>
                <a:ext cx="14184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A0C3B13A-8B89-8471-EBED-5648B6A97CB1}"/>
                  </a:ext>
                </a:extLst>
              </p14:cNvPr>
              <p14:cNvContentPartPr/>
              <p14:nvPr/>
            </p14:nvContentPartPr>
            <p14:xfrm>
              <a:off x="628570" y="4131225"/>
              <a:ext cx="38160" cy="3996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A0C3B13A-8B89-8471-EBED-5648B6A97CB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13450" y="4116105"/>
                <a:ext cx="6876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CDCF91E2-158D-C9F4-3C0E-CDFC456E3C63}"/>
                  </a:ext>
                </a:extLst>
              </p14:cNvPr>
              <p14:cNvContentPartPr/>
              <p14:nvPr/>
            </p14:nvContentPartPr>
            <p14:xfrm>
              <a:off x="686530" y="4218705"/>
              <a:ext cx="150840" cy="10764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CDCF91E2-158D-C9F4-3C0E-CDFC456E3C6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71050" y="4203225"/>
                <a:ext cx="18108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50E65070-7618-3B63-00DE-8E7609C32997}"/>
                  </a:ext>
                </a:extLst>
              </p14:cNvPr>
              <p14:cNvContentPartPr/>
              <p14:nvPr/>
            </p14:nvContentPartPr>
            <p14:xfrm>
              <a:off x="825490" y="4206825"/>
              <a:ext cx="36000" cy="756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50E65070-7618-3B63-00DE-8E7609C3299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10010" y="4191345"/>
                <a:ext cx="666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400DC771-53AF-8ACE-CF81-42AF71DC8E94}"/>
                  </a:ext>
                </a:extLst>
              </p14:cNvPr>
              <p14:cNvContentPartPr/>
              <p14:nvPr/>
            </p14:nvContentPartPr>
            <p14:xfrm>
              <a:off x="817210" y="4166865"/>
              <a:ext cx="20160" cy="2016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400DC771-53AF-8ACE-CF81-42AF71DC8E9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02090" y="4151745"/>
                <a:ext cx="507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D22749A2-6468-64E1-0A9D-06FF5F4A1583}"/>
                  </a:ext>
                </a:extLst>
              </p14:cNvPr>
              <p14:cNvContentPartPr/>
              <p14:nvPr/>
            </p14:nvContentPartPr>
            <p14:xfrm>
              <a:off x="865090" y="4226985"/>
              <a:ext cx="103680" cy="6732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D22749A2-6468-64E1-0A9D-06FF5F4A158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49610" y="4211865"/>
                <a:ext cx="1339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4D1C237D-8C6E-1742-7B0A-8938835B9BF3}"/>
                  </a:ext>
                </a:extLst>
              </p14:cNvPr>
              <p14:cNvContentPartPr/>
              <p14:nvPr/>
            </p14:nvContentPartPr>
            <p14:xfrm>
              <a:off x="975970" y="4123305"/>
              <a:ext cx="147240" cy="15480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4D1C237D-8C6E-1742-7B0A-8938835B9BF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60850" y="4108185"/>
                <a:ext cx="17784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AAEFB30D-83CC-1818-F358-B477297A3FC9}"/>
                  </a:ext>
                </a:extLst>
              </p14:cNvPr>
              <p14:cNvContentPartPr/>
              <p14:nvPr/>
            </p14:nvContentPartPr>
            <p14:xfrm>
              <a:off x="1222210" y="4194945"/>
              <a:ext cx="16200" cy="6372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AAEFB30D-83CC-1818-F358-B477297A3FC9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207090" y="4179465"/>
                <a:ext cx="468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D3CFB1AA-0D79-FCCC-97F0-F45199CD9FC3}"/>
                  </a:ext>
                </a:extLst>
              </p14:cNvPr>
              <p14:cNvContentPartPr/>
              <p14:nvPr/>
            </p14:nvContentPartPr>
            <p14:xfrm>
              <a:off x="1210330" y="4135185"/>
              <a:ext cx="20160" cy="2808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D3CFB1AA-0D79-FCCC-97F0-F45199CD9FC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95210" y="4120065"/>
                <a:ext cx="5076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24D99FB7-B837-31EB-4291-01AB5E0F630D}"/>
                  </a:ext>
                </a:extLst>
              </p14:cNvPr>
              <p14:cNvContentPartPr/>
              <p14:nvPr/>
            </p14:nvContentPartPr>
            <p14:xfrm>
              <a:off x="1269730" y="4194945"/>
              <a:ext cx="155160" cy="6768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24D99FB7-B837-31EB-4291-01AB5E0F630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254610" y="4179465"/>
                <a:ext cx="18576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7022D3A-26A2-687A-4324-85DF423AD951}"/>
                  </a:ext>
                </a:extLst>
              </p14:cNvPr>
              <p14:cNvContentPartPr/>
              <p14:nvPr/>
            </p14:nvContentPartPr>
            <p14:xfrm>
              <a:off x="1436410" y="4182705"/>
              <a:ext cx="103680" cy="558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7022D3A-26A2-687A-4324-85DF423AD95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421290" y="4167585"/>
                <a:ext cx="1339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C259EE05-5063-8E7B-A0FE-ED6783698BF7}"/>
                  </a:ext>
                </a:extLst>
              </p14:cNvPr>
              <p14:cNvContentPartPr/>
              <p14:nvPr/>
            </p14:nvContentPartPr>
            <p14:xfrm>
              <a:off x="1539730" y="4174785"/>
              <a:ext cx="83880" cy="10368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C259EE05-5063-8E7B-A0FE-ED6783698BF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524610" y="4159665"/>
                <a:ext cx="11412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BAF567D0-3D4A-089F-7D53-5DBFFF2F206B}"/>
                  </a:ext>
                </a:extLst>
              </p14:cNvPr>
              <p14:cNvContentPartPr/>
              <p14:nvPr/>
            </p14:nvContentPartPr>
            <p14:xfrm>
              <a:off x="1650970" y="4166865"/>
              <a:ext cx="107640" cy="7560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BAF567D0-3D4A-089F-7D53-5DBFFF2F206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635490" y="4151745"/>
                <a:ext cx="13788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7D47E4FF-933E-8A5B-D3D4-1AE6F7F2E6BF}"/>
                  </a:ext>
                </a:extLst>
              </p14:cNvPr>
              <p14:cNvContentPartPr/>
              <p14:nvPr/>
            </p14:nvContentPartPr>
            <p14:xfrm>
              <a:off x="1813690" y="3301785"/>
              <a:ext cx="460800" cy="9576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7D47E4FF-933E-8A5B-D3D4-1AE6F7F2E6B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798210" y="3286665"/>
                <a:ext cx="4914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6EC546FC-95D2-043F-13DA-2DE5786948C9}"/>
                  </a:ext>
                </a:extLst>
              </p14:cNvPr>
              <p14:cNvContentPartPr/>
              <p14:nvPr/>
            </p14:nvContentPartPr>
            <p14:xfrm>
              <a:off x="1841410" y="2893185"/>
              <a:ext cx="257760" cy="11772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6EC546FC-95D2-043F-13DA-2DE5786948C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825930" y="2877705"/>
                <a:ext cx="28836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33A55213-D0FF-F89A-88DD-8394F3D3E278}"/>
                  </a:ext>
                </a:extLst>
              </p14:cNvPr>
              <p14:cNvContentPartPr/>
              <p14:nvPr/>
            </p14:nvContentPartPr>
            <p14:xfrm>
              <a:off x="1865170" y="2952585"/>
              <a:ext cx="421200" cy="20700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33A55213-D0FF-F89A-88DD-8394F3D3E27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850050" y="2937439"/>
                <a:ext cx="451440" cy="2376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55461E67-A737-33CF-E399-7DCEB7EC2354}"/>
                  </a:ext>
                </a:extLst>
              </p14:cNvPr>
              <p14:cNvContentPartPr/>
              <p14:nvPr/>
            </p14:nvContentPartPr>
            <p14:xfrm>
              <a:off x="1932490" y="3452625"/>
              <a:ext cx="67680" cy="12744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55461E67-A737-33CF-E399-7DCEB7EC235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917370" y="3437505"/>
                <a:ext cx="9828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480B6677-98D5-28C4-6C4A-1583C866E692}"/>
                  </a:ext>
                </a:extLst>
              </p14:cNvPr>
              <p14:cNvContentPartPr/>
              <p14:nvPr/>
            </p14:nvContentPartPr>
            <p14:xfrm>
              <a:off x="2555650" y="2920905"/>
              <a:ext cx="583920" cy="77400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480B6677-98D5-28C4-6C4A-1583C866E69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540530" y="2905432"/>
                <a:ext cx="614160" cy="8042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E592E3E5-D864-4827-6BC0-16547817B22D}"/>
                  </a:ext>
                </a:extLst>
              </p14:cNvPr>
              <p14:cNvContentPartPr/>
              <p14:nvPr/>
            </p14:nvContentPartPr>
            <p14:xfrm>
              <a:off x="2655010" y="2833425"/>
              <a:ext cx="555840" cy="77832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E592E3E5-D864-4827-6BC0-16547817B22D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639530" y="2818305"/>
                <a:ext cx="586440" cy="80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72EBA021-E5B5-C66A-3B49-0A02BBBB6539}"/>
                  </a:ext>
                </a:extLst>
              </p14:cNvPr>
              <p14:cNvContentPartPr/>
              <p14:nvPr/>
            </p14:nvContentPartPr>
            <p14:xfrm>
              <a:off x="2873170" y="2710305"/>
              <a:ext cx="536040" cy="77040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72EBA021-E5B5-C66A-3B49-0A02BBBB6539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858050" y="2695185"/>
                <a:ext cx="566640" cy="80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8CAF5E79-A564-7AD8-ECB5-0971CF1B75CA}"/>
                  </a:ext>
                </a:extLst>
              </p14:cNvPr>
              <p14:cNvContentPartPr/>
              <p14:nvPr/>
            </p14:nvContentPartPr>
            <p14:xfrm>
              <a:off x="2673010" y="3797865"/>
              <a:ext cx="708840" cy="16704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8CAF5E79-A564-7AD8-ECB5-0971CF1B75C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657882" y="3782745"/>
                <a:ext cx="739456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4641E03D-40F5-0292-9269-CD4EB28F4DA3}"/>
                  </a:ext>
                </a:extLst>
              </p14:cNvPr>
              <p14:cNvContentPartPr/>
              <p14:nvPr/>
            </p14:nvContentPartPr>
            <p14:xfrm>
              <a:off x="3639250" y="3135105"/>
              <a:ext cx="774360" cy="10368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4641E03D-40F5-0292-9269-CD4EB28F4DA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623770" y="3119985"/>
                <a:ext cx="8046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85A4DEED-09F0-C9C1-F475-7E543C919FEF}"/>
                  </a:ext>
                </a:extLst>
              </p14:cNvPr>
              <p14:cNvContentPartPr/>
              <p14:nvPr/>
            </p14:nvContentPartPr>
            <p14:xfrm>
              <a:off x="3631330" y="2841345"/>
              <a:ext cx="579960" cy="13140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85A4DEED-09F0-C9C1-F475-7E543C919FE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615850" y="2826225"/>
                <a:ext cx="6102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B52CDB98-C1A5-7B9C-EF56-C2A13FA085A5}"/>
                  </a:ext>
                </a:extLst>
              </p14:cNvPr>
              <p14:cNvContentPartPr/>
              <p14:nvPr/>
            </p14:nvContentPartPr>
            <p14:xfrm>
              <a:off x="3718450" y="2988225"/>
              <a:ext cx="524520" cy="115560"/>
            </p14:xfrm>
          </p:contentPart>
        </mc:Choice>
        <mc:Fallback xmlns=""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B52CDB98-C1A5-7B9C-EF56-C2A13FA085A5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703320" y="2973105"/>
                <a:ext cx="555141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137A718B-EE6C-4E94-0F03-74B86895D2E4}"/>
                  </a:ext>
                </a:extLst>
              </p14:cNvPr>
              <p14:cNvContentPartPr/>
              <p14:nvPr/>
            </p14:nvContentPartPr>
            <p14:xfrm>
              <a:off x="3821770" y="3349305"/>
              <a:ext cx="300240" cy="114120"/>
            </p14:xfrm>
          </p:contentPart>
        </mc:Choice>
        <mc:Fallback xmlns=""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137A718B-EE6C-4E94-0F03-74B86895D2E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806650" y="3334137"/>
                <a:ext cx="330840" cy="1448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7BBF8DC4-0705-716D-746B-7EF742DDB2BA}"/>
                  </a:ext>
                </a:extLst>
              </p14:cNvPr>
              <p14:cNvContentPartPr/>
              <p14:nvPr/>
            </p14:nvContentPartPr>
            <p14:xfrm>
              <a:off x="1849330" y="3488265"/>
              <a:ext cx="63720" cy="7560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7BBF8DC4-0705-716D-746B-7EF742DDB2B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1833850" y="3473145"/>
                <a:ext cx="9432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1909C9B6-7E75-D05F-A0D0-5F65A1ADF5B5}"/>
                  </a:ext>
                </a:extLst>
              </p14:cNvPr>
              <p14:cNvContentPartPr/>
              <p14:nvPr/>
            </p14:nvContentPartPr>
            <p14:xfrm>
              <a:off x="2269810" y="4087665"/>
              <a:ext cx="1091880" cy="20484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1909C9B6-7E75-D05F-A0D0-5F65A1ADF5B5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254690" y="4072545"/>
                <a:ext cx="11221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9210F69A-1978-9192-DC57-6C74132F4CA1}"/>
                  </a:ext>
                </a:extLst>
              </p14:cNvPr>
              <p14:cNvContentPartPr/>
              <p14:nvPr/>
            </p14:nvContentPartPr>
            <p14:xfrm>
              <a:off x="2238130" y="3793905"/>
              <a:ext cx="123480" cy="9180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9210F69A-1978-9192-DC57-6C74132F4CA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223010" y="3778785"/>
                <a:ext cx="1537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F7BBAD59-193D-1780-2099-3C48BC222F72}"/>
                  </a:ext>
                </a:extLst>
              </p14:cNvPr>
              <p14:cNvContentPartPr/>
              <p14:nvPr/>
            </p14:nvContentPartPr>
            <p14:xfrm>
              <a:off x="4627450" y="2920905"/>
              <a:ext cx="615600" cy="70668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F7BBAD59-193D-1780-2099-3C48BC222F7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611970" y="2905425"/>
                <a:ext cx="645840" cy="73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F6C709F4-54B0-0DB0-D399-07300ECB8060}"/>
                  </a:ext>
                </a:extLst>
              </p14:cNvPr>
              <p14:cNvContentPartPr/>
              <p14:nvPr/>
            </p14:nvContentPartPr>
            <p14:xfrm>
              <a:off x="4563730" y="3730545"/>
              <a:ext cx="834120" cy="167040"/>
            </p14:xfrm>
          </p:contentPart>
        </mc:Choice>
        <mc:Fallback xmlns=""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F6C709F4-54B0-0DB0-D399-07300ECB806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548603" y="3715065"/>
                <a:ext cx="864733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0A17FB40-2B9A-A0AE-C232-8C62FEF776A7}"/>
                  </a:ext>
                </a:extLst>
              </p14:cNvPr>
              <p14:cNvContentPartPr/>
              <p14:nvPr/>
            </p14:nvContentPartPr>
            <p14:xfrm>
              <a:off x="4702690" y="2845305"/>
              <a:ext cx="579600" cy="71892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0A17FB40-2B9A-A0AE-C232-8C62FEF776A7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687579" y="2830177"/>
                <a:ext cx="609821" cy="7495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43C5BB31-4164-10F5-4303-7FFD6923A631}"/>
                  </a:ext>
                </a:extLst>
              </p14:cNvPr>
              <p14:cNvContentPartPr/>
              <p14:nvPr/>
            </p14:nvContentPartPr>
            <p14:xfrm>
              <a:off x="5317930" y="3047985"/>
              <a:ext cx="202680" cy="11916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43C5BB31-4164-10F5-4303-7FFD6923A63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302810" y="3032552"/>
                <a:ext cx="233280" cy="1493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8C02C119-9DBE-2C1B-1FC1-9F5BC11E5489}"/>
                  </a:ext>
                </a:extLst>
              </p14:cNvPr>
              <p14:cNvContentPartPr/>
              <p14:nvPr/>
            </p14:nvContentPartPr>
            <p14:xfrm>
              <a:off x="4988530" y="2726505"/>
              <a:ext cx="607680" cy="738360"/>
            </p14:xfrm>
          </p:contentPart>
        </mc:Choice>
        <mc:Fallback xmlns=""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8C02C119-9DBE-2C1B-1FC1-9F5BC11E548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973410" y="2711033"/>
                <a:ext cx="637920" cy="768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28046D5F-BBB7-249A-7DAA-CA81735E2359}"/>
                  </a:ext>
                </a:extLst>
              </p14:cNvPr>
              <p14:cNvContentPartPr/>
              <p14:nvPr/>
            </p14:nvContentPartPr>
            <p14:xfrm>
              <a:off x="3821770" y="4071825"/>
              <a:ext cx="945000" cy="13500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28046D5F-BBB7-249A-7DAA-CA81735E235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806650" y="4056386"/>
                <a:ext cx="975240" cy="1655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23F62FD7-7697-E271-0F96-E5CE0B800286}"/>
                  </a:ext>
                </a:extLst>
              </p14:cNvPr>
              <p14:cNvContentPartPr/>
              <p14:nvPr/>
            </p14:nvContentPartPr>
            <p14:xfrm>
              <a:off x="3904930" y="3889305"/>
              <a:ext cx="127440" cy="8352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23F62FD7-7697-E271-0F96-E5CE0B800286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889810" y="3873891"/>
                <a:ext cx="157680" cy="113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F3D2C7AC-D73E-A364-1CD6-4BF8363123CD}"/>
                  </a:ext>
                </a:extLst>
              </p14:cNvPr>
              <p14:cNvContentPartPr/>
              <p14:nvPr/>
            </p14:nvContentPartPr>
            <p14:xfrm>
              <a:off x="5750650" y="3123225"/>
              <a:ext cx="654480" cy="10872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F3D2C7AC-D73E-A364-1CD6-4BF8363123C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735179" y="3108105"/>
                <a:ext cx="684703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F905509F-0321-22F9-3228-D8D18749DAED}"/>
                  </a:ext>
                </a:extLst>
              </p14:cNvPr>
              <p14:cNvContentPartPr/>
              <p14:nvPr/>
            </p14:nvContentPartPr>
            <p14:xfrm>
              <a:off x="5806090" y="2758185"/>
              <a:ext cx="651240" cy="274320"/>
            </p14:xfrm>
          </p:contentPart>
        </mc:Choice>
        <mc:Fallback xmlns=""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F905509F-0321-22F9-3228-D8D18749DAED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790970" y="2742705"/>
                <a:ext cx="68184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3844B894-F1D7-1FAD-1BF7-74858CA55233}"/>
                  </a:ext>
                </a:extLst>
              </p14:cNvPr>
              <p14:cNvContentPartPr/>
              <p14:nvPr/>
            </p14:nvContentPartPr>
            <p14:xfrm>
              <a:off x="6694930" y="2666745"/>
              <a:ext cx="869760" cy="84564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3844B894-F1D7-1FAD-1BF7-74858CA5523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679804" y="2651625"/>
                <a:ext cx="900373" cy="87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E3BF61CB-1067-EE6F-522B-34FF824662E0}"/>
                  </a:ext>
                </a:extLst>
              </p14:cNvPr>
              <p14:cNvContentPartPr/>
              <p14:nvPr/>
            </p14:nvContentPartPr>
            <p14:xfrm>
              <a:off x="6675130" y="3500145"/>
              <a:ext cx="818280" cy="214920"/>
            </p14:xfrm>
          </p:contentPart>
        </mc:Choice>
        <mc:Fallback xmlns=""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E3BF61CB-1067-EE6F-522B-34FF824662E0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660003" y="3485000"/>
                <a:ext cx="848893" cy="2455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8A591D9B-D678-4DAA-EA6C-6C59192373D6}"/>
                  </a:ext>
                </a:extLst>
              </p14:cNvPr>
              <p14:cNvContentPartPr/>
              <p14:nvPr/>
            </p14:nvContentPartPr>
            <p14:xfrm>
              <a:off x="5718610" y="3373425"/>
              <a:ext cx="484920" cy="107640"/>
            </p14:xfrm>
          </p:contentPart>
        </mc:Choice>
        <mc:Fallback xmlns=""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8A591D9B-D678-4DAA-EA6C-6C59192373D6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703479" y="3357945"/>
                <a:ext cx="515543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97CAD01D-A879-4FC4-2108-EE024381F54D}"/>
                  </a:ext>
                </a:extLst>
              </p14:cNvPr>
              <p14:cNvContentPartPr/>
              <p14:nvPr/>
            </p14:nvContentPartPr>
            <p14:xfrm>
              <a:off x="6318010" y="3111705"/>
              <a:ext cx="59760" cy="106920"/>
            </p14:xfrm>
          </p:contentPart>
        </mc:Choice>
        <mc:Fallback xmlns=""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97CAD01D-A879-4FC4-2108-EE024381F54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302890" y="3096585"/>
                <a:ext cx="9036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E37F50F4-74F1-9964-A0EA-A8293DA65B7B}"/>
                  </a:ext>
                </a:extLst>
              </p14:cNvPr>
              <p14:cNvContentPartPr/>
              <p14:nvPr/>
            </p14:nvContentPartPr>
            <p14:xfrm>
              <a:off x="4305970" y="3143025"/>
              <a:ext cx="36000" cy="87840"/>
            </p14:xfrm>
          </p:contentPart>
        </mc:Choice>
        <mc:Fallback xmlns=""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E37F50F4-74F1-9964-A0EA-A8293DA65B7B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4290490" y="3127905"/>
                <a:ext cx="6660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FB54E191-5FAF-E9FD-0629-00294A6B8D98}"/>
                  </a:ext>
                </a:extLst>
              </p14:cNvPr>
              <p14:cNvContentPartPr/>
              <p14:nvPr/>
            </p14:nvContentPartPr>
            <p14:xfrm>
              <a:off x="7707250" y="3067785"/>
              <a:ext cx="397080" cy="123480"/>
            </p14:xfrm>
          </p:contentPart>
        </mc:Choice>
        <mc:Fallback xmlns=""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FB54E191-5FAF-E9FD-0629-00294A6B8D98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691770" y="3052305"/>
                <a:ext cx="4276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301245DF-1A95-9696-76B7-715CF98D223C}"/>
                  </a:ext>
                </a:extLst>
              </p14:cNvPr>
              <p14:cNvContentPartPr/>
              <p14:nvPr/>
            </p14:nvContentPartPr>
            <p14:xfrm>
              <a:off x="2182690" y="3301785"/>
              <a:ext cx="55440" cy="93240"/>
            </p14:xfrm>
          </p:contentPart>
        </mc:Choice>
        <mc:Fallback xmlns=""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301245DF-1A95-9696-76B7-715CF98D223C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167210" y="3286665"/>
                <a:ext cx="86040" cy="12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4992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51DA3C-A2B1-668B-5142-AC527A7CD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CNN: Applying kernels and pooling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8D2918-F2D5-BDAC-36DF-61E60DA63281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FDC8094-4BD9-B35B-B1A0-53DECE71BA8D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EE8F759-70CB-C095-84E8-AA3C0128774E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9EFDF41-6762-5B6C-FBFD-61ACCCD3393D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A71A7FB-F103-8A0A-ABB2-FA364E0C1821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E2EC47B-8334-DDC7-16DE-DD89BC21F8E2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3183FE7-931A-8041-AF62-14EF3DCC74DA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9D87E37-8A6D-B8E4-6609-68892E4E075A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FB23BC9-3DA3-0221-A05A-4ABB8273224B}"/>
                  </a:ext>
                </a:extLst>
              </p14:cNvPr>
              <p14:cNvContentPartPr/>
              <p14:nvPr/>
            </p14:nvContentPartPr>
            <p14:xfrm>
              <a:off x="793450" y="912465"/>
              <a:ext cx="913320" cy="1911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FB23BC9-3DA3-0221-A05A-4ABB827322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8330" y="897316"/>
                <a:ext cx="943560" cy="2218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AE41D30-E49D-0831-9AA4-0DBE680DA3B6}"/>
                  </a:ext>
                </a:extLst>
              </p14:cNvPr>
              <p14:cNvContentPartPr/>
              <p14:nvPr/>
            </p14:nvContentPartPr>
            <p14:xfrm>
              <a:off x="2027890" y="893385"/>
              <a:ext cx="95760" cy="1508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AE41D30-E49D-0831-9AA4-0DBE680DA3B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12770" y="877905"/>
                <a:ext cx="1260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E557E23-5B68-D5E6-15ED-0D5AA3EA2A53}"/>
                  </a:ext>
                </a:extLst>
              </p14:cNvPr>
              <p14:cNvContentPartPr/>
              <p14:nvPr/>
            </p14:nvContentPartPr>
            <p14:xfrm>
              <a:off x="2122930" y="846585"/>
              <a:ext cx="3278520" cy="2401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E557E23-5B68-D5E6-15ED-0D5AA3EA2A5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07810" y="831105"/>
                <a:ext cx="330912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D170CCB-582B-04CE-CAF6-2FF511292776}"/>
                  </a:ext>
                </a:extLst>
              </p14:cNvPr>
              <p14:cNvContentPartPr/>
              <p14:nvPr/>
            </p14:nvContentPartPr>
            <p14:xfrm>
              <a:off x="5548690" y="860985"/>
              <a:ext cx="3420360" cy="2066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D170CCB-582B-04CE-CAF6-2FF51129277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33212" y="845839"/>
                <a:ext cx="3450597" cy="2372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07BA34FD-A93A-3C63-FFCF-E853D8115837}"/>
                  </a:ext>
                </a:extLst>
              </p14:cNvPr>
              <p14:cNvContentPartPr/>
              <p14:nvPr/>
            </p14:nvContentPartPr>
            <p14:xfrm>
              <a:off x="1853290" y="1410345"/>
              <a:ext cx="1913400" cy="2091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07BA34FD-A93A-3C63-FFCF-E853D811583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37810" y="1395199"/>
                <a:ext cx="1943640" cy="2398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A8E7FC73-7FE9-DC69-5C0A-CFEAE38936D1}"/>
                  </a:ext>
                </a:extLst>
              </p14:cNvPr>
              <p14:cNvContentPartPr/>
              <p14:nvPr/>
            </p14:nvContentPartPr>
            <p14:xfrm>
              <a:off x="1019890" y="1482705"/>
              <a:ext cx="655200" cy="18828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A8E7FC73-7FE9-DC69-5C0A-CFEAE38936D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4410" y="1467585"/>
                <a:ext cx="68580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2145F907-8EAC-DF7E-E6C5-7EF3B1323B6F}"/>
                  </a:ext>
                </a:extLst>
              </p14:cNvPr>
              <p14:cNvContentPartPr/>
              <p14:nvPr/>
            </p14:nvContentPartPr>
            <p14:xfrm>
              <a:off x="3944890" y="1408905"/>
              <a:ext cx="1310040" cy="22248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2145F907-8EAC-DF7E-E6C5-7EF3B1323B6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29410" y="1393425"/>
                <a:ext cx="134064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C5A30B90-32C4-0713-2AA5-C069C399EF02}"/>
                  </a:ext>
                </a:extLst>
              </p14:cNvPr>
              <p14:cNvContentPartPr/>
              <p14:nvPr/>
            </p14:nvContentPartPr>
            <p14:xfrm>
              <a:off x="5369410" y="1413225"/>
              <a:ext cx="1405440" cy="2062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C5A30B90-32C4-0713-2AA5-C069C399EF0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54290" y="1397745"/>
                <a:ext cx="14356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54E82CA4-2082-BC7E-4991-F3133AC71479}"/>
                  </a:ext>
                </a:extLst>
              </p14:cNvPr>
              <p14:cNvContentPartPr/>
              <p14:nvPr/>
            </p14:nvContentPartPr>
            <p14:xfrm>
              <a:off x="6853690" y="1448505"/>
              <a:ext cx="1470960" cy="1908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54E82CA4-2082-BC7E-4991-F3133AC7147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38570" y="1433025"/>
                <a:ext cx="15015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9F3E85F8-0072-7732-D8C0-131A71C281FE}"/>
                  </a:ext>
                </a:extLst>
              </p14:cNvPr>
              <p14:cNvContentPartPr/>
              <p14:nvPr/>
            </p14:nvContentPartPr>
            <p14:xfrm>
              <a:off x="416890" y="964305"/>
              <a:ext cx="131040" cy="1090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9F3E85F8-0072-7732-D8C0-131A71C281F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1770" y="948876"/>
                <a:ext cx="161280" cy="139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A43FD3B4-55CA-1D05-5483-6F89DD2320F5}"/>
                  </a:ext>
                </a:extLst>
              </p14:cNvPr>
              <p14:cNvContentPartPr/>
              <p14:nvPr/>
            </p14:nvContentPartPr>
            <p14:xfrm>
              <a:off x="424450" y="2019825"/>
              <a:ext cx="155160" cy="9576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A43FD3B4-55CA-1D05-5483-6F89DD2320F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09330" y="2004705"/>
                <a:ext cx="1857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5362566C-8275-5A9C-9B81-407C833F2BBD}"/>
                  </a:ext>
                </a:extLst>
              </p14:cNvPr>
              <p14:cNvContentPartPr/>
              <p14:nvPr/>
            </p14:nvContentPartPr>
            <p14:xfrm>
              <a:off x="847450" y="1849545"/>
              <a:ext cx="2041920" cy="2656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5362566C-8275-5A9C-9B81-407C833F2BB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31970" y="1834404"/>
                <a:ext cx="2072520" cy="2963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19635387-BF30-9E9E-79C3-E9723017C19B}"/>
                  </a:ext>
                </a:extLst>
              </p14:cNvPr>
              <p14:cNvContentPartPr/>
              <p14:nvPr/>
            </p14:nvContentPartPr>
            <p14:xfrm>
              <a:off x="3071530" y="1992105"/>
              <a:ext cx="385560" cy="957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19635387-BF30-9E9E-79C3-E9723017C19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056396" y="1976985"/>
                <a:ext cx="416189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EBB877A0-5CE0-DD77-D994-7F5E80224DE3}"/>
                  </a:ext>
                </a:extLst>
              </p14:cNvPr>
              <p14:cNvContentPartPr/>
              <p14:nvPr/>
            </p14:nvContentPartPr>
            <p14:xfrm>
              <a:off x="4802050" y="1893465"/>
              <a:ext cx="1361880" cy="2494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EBB877A0-5CE0-DD77-D994-7F5E80224DE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786926" y="1877985"/>
                <a:ext cx="1392488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C3EF3180-B705-7B8F-D8E5-3E9B87C8EAF0}"/>
                  </a:ext>
                </a:extLst>
              </p14:cNvPr>
              <p14:cNvContentPartPr/>
              <p14:nvPr/>
            </p14:nvContentPartPr>
            <p14:xfrm>
              <a:off x="3627370" y="1908945"/>
              <a:ext cx="960480" cy="2343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C3EF3180-B705-7B8F-D8E5-3E9B87C8EAF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11890" y="1893465"/>
                <a:ext cx="9907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7DDDB4F-D97D-D8A0-CD23-9EBDC94F43BF}"/>
                  </a:ext>
                </a:extLst>
              </p14:cNvPr>
              <p14:cNvContentPartPr/>
              <p14:nvPr/>
            </p14:nvContentPartPr>
            <p14:xfrm>
              <a:off x="6373810" y="1952505"/>
              <a:ext cx="222480" cy="11916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7DDDB4F-D97D-D8A0-CD23-9EBDC94F43B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358330" y="1937072"/>
                <a:ext cx="253080" cy="1493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3FA62240-77A7-4B83-B2F5-DB2E66DD3B68}"/>
                  </a:ext>
                </a:extLst>
              </p14:cNvPr>
              <p14:cNvContentPartPr/>
              <p14:nvPr/>
            </p14:nvContentPartPr>
            <p14:xfrm>
              <a:off x="6742810" y="1984185"/>
              <a:ext cx="404640" cy="16704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3FA62240-77A7-4B83-B2F5-DB2E66DD3B6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727330" y="1969065"/>
                <a:ext cx="4352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D088DD5E-B4A3-6885-A835-E15FD0B69FC1}"/>
                  </a:ext>
                </a:extLst>
              </p14:cNvPr>
              <p14:cNvContentPartPr/>
              <p14:nvPr/>
            </p14:nvContentPartPr>
            <p14:xfrm>
              <a:off x="7329970" y="1926945"/>
              <a:ext cx="1141560" cy="18864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D088DD5E-B4A3-6885-A835-E15FD0B69FC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314850" y="1911465"/>
                <a:ext cx="117216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B849F687-E1DE-54BA-3B8C-AB41D0E629A4}"/>
                  </a:ext>
                </a:extLst>
              </p14:cNvPr>
              <p14:cNvContentPartPr/>
              <p14:nvPr/>
            </p14:nvContentPartPr>
            <p14:xfrm>
              <a:off x="2539810" y="2432745"/>
              <a:ext cx="966960" cy="22212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B849F687-E1DE-54BA-3B8C-AB41D0E629A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524690" y="2417265"/>
                <a:ext cx="99756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806D4153-43A8-66EA-581E-A6F8A25E05A2}"/>
                  </a:ext>
                </a:extLst>
              </p14:cNvPr>
              <p14:cNvContentPartPr/>
              <p14:nvPr/>
            </p14:nvContentPartPr>
            <p14:xfrm>
              <a:off x="440290" y="2452905"/>
              <a:ext cx="1821960" cy="19440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806D4153-43A8-66EA-581E-A6F8A25E05A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25170" y="2437785"/>
                <a:ext cx="18525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04DADEF8-B75C-4DE5-3561-6FD42C904F91}"/>
                  </a:ext>
                </a:extLst>
              </p14:cNvPr>
              <p14:cNvContentPartPr/>
              <p14:nvPr/>
            </p14:nvContentPartPr>
            <p14:xfrm>
              <a:off x="3666970" y="2547585"/>
              <a:ext cx="32040" cy="1224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04DADEF8-B75C-4DE5-3561-6FD42C904F9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651850" y="2532465"/>
                <a:ext cx="626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E5AB4B5D-46BE-A6B3-1B46-AF7C7F316919}"/>
                  </a:ext>
                </a:extLst>
              </p14:cNvPr>
              <p14:cNvContentPartPr/>
              <p14:nvPr/>
            </p14:nvContentPartPr>
            <p14:xfrm>
              <a:off x="3686770" y="2615265"/>
              <a:ext cx="28080" cy="2412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E5AB4B5D-46BE-A6B3-1B46-AF7C7F31691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671650" y="2600145"/>
                <a:ext cx="586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008EB55C-EE71-2D31-7EA7-4087A25F69E3}"/>
                  </a:ext>
                </a:extLst>
              </p14:cNvPr>
              <p14:cNvContentPartPr/>
              <p14:nvPr/>
            </p14:nvContentPartPr>
            <p14:xfrm>
              <a:off x="4016170" y="2460465"/>
              <a:ext cx="1252080" cy="16668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008EB55C-EE71-2D31-7EA7-4087A25F69E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001054" y="2445345"/>
                <a:ext cx="1282311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7D4D3A13-AFC6-0C0B-ACDB-A62DE381EBE8}"/>
                  </a:ext>
                </a:extLst>
              </p14:cNvPr>
              <p14:cNvContentPartPr/>
              <p14:nvPr/>
            </p14:nvContentPartPr>
            <p14:xfrm>
              <a:off x="5992570" y="2420865"/>
              <a:ext cx="171000" cy="15912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7D4D3A13-AFC6-0C0B-ACDB-A62DE381EBE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77450" y="2405385"/>
                <a:ext cx="20160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E7342653-DAE8-7408-F934-D2ABDD07F70C}"/>
                  </a:ext>
                </a:extLst>
              </p14:cNvPr>
              <p14:cNvContentPartPr/>
              <p14:nvPr/>
            </p14:nvContentPartPr>
            <p14:xfrm>
              <a:off x="5547970" y="2496105"/>
              <a:ext cx="199080" cy="11952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E7342653-DAE8-7408-F934-D2ABDD07F70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532850" y="2480985"/>
                <a:ext cx="2296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AF62F64B-B9D3-3DBD-7260-9AE4604AEA5F}"/>
                  </a:ext>
                </a:extLst>
              </p14:cNvPr>
              <p14:cNvContentPartPr/>
              <p14:nvPr/>
            </p14:nvContentPartPr>
            <p14:xfrm>
              <a:off x="3896290" y="2722545"/>
              <a:ext cx="241560" cy="19440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AF62F64B-B9D3-3DBD-7260-9AE4604AEA5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81170" y="2707065"/>
                <a:ext cx="2721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EC9218E4-E1F8-5CE5-9690-E41C0983EA54}"/>
                  </a:ext>
                </a:extLst>
              </p14:cNvPr>
              <p14:cNvContentPartPr/>
              <p14:nvPr/>
            </p14:nvContentPartPr>
            <p14:xfrm>
              <a:off x="3444850" y="2698425"/>
              <a:ext cx="1250640" cy="42948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EC9218E4-E1F8-5CE5-9690-E41C0983EA5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429370" y="2683292"/>
                <a:ext cx="1280880" cy="4597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028165E5-2EF5-9E9E-CC93-302BFD2CF0FA}"/>
                  </a:ext>
                </a:extLst>
              </p14:cNvPr>
              <p14:cNvContentPartPr/>
              <p14:nvPr/>
            </p14:nvContentPartPr>
            <p14:xfrm>
              <a:off x="6099850" y="2650905"/>
              <a:ext cx="2663640" cy="41724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028165E5-2EF5-9E9E-CC93-302BFD2CF0F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084368" y="2635785"/>
                <a:ext cx="2694244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26844F7F-8CB1-E5CA-E098-05FE144A0320}"/>
                  </a:ext>
                </a:extLst>
              </p14:cNvPr>
              <p14:cNvContentPartPr/>
              <p14:nvPr/>
            </p14:nvContentPartPr>
            <p14:xfrm>
              <a:off x="4933090" y="2986065"/>
              <a:ext cx="936720" cy="13356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26844F7F-8CB1-E5CA-E098-05FE144A032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917616" y="2970945"/>
                <a:ext cx="966948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4C84610C-1BF1-67C0-CDBA-A4890BDDD231}"/>
                  </a:ext>
                </a:extLst>
              </p14:cNvPr>
              <p14:cNvContentPartPr/>
              <p14:nvPr/>
            </p14:nvContentPartPr>
            <p14:xfrm>
              <a:off x="5137210" y="2710305"/>
              <a:ext cx="197640" cy="13968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4C84610C-1BF1-67C0-CDBA-A4890BDDD23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21730" y="2695146"/>
                <a:ext cx="227880" cy="1703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F26F1CCD-83A7-8107-6D7A-54B2743D4183}"/>
                  </a:ext>
                </a:extLst>
              </p14:cNvPr>
              <p14:cNvContentPartPr/>
              <p14:nvPr/>
            </p14:nvContentPartPr>
            <p14:xfrm>
              <a:off x="6453010" y="2507985"/>
              <a:ext cx="147240" cy="5184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F26F1CCD-83A7-8107-6D7A-54B2743D418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437890" y="2492759"/>
                <a:ext cx="177840" cy="826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5D22B5AC-5EEA-55F9-996B-D1A1A6E70B6C}"/>
                  </a:ext>
                </a:extLst>
              </p14:cNvPr>
              <p14:cNvContentPartPr/>
              <p14:nvPr/>
            </p14:nvContentPartPr>
            <p14:xfrm>
              <a:off x="6893650" y="2432745"/>
              <a:ext cx="360000" cy="143280"/>
            </p14:xfrm>
          </p:contentPart>
        </mc:Choice>
        <mc:Fallback xmlns=""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5D22B5AC-5EEA-55F9-996B-D1A1A6E70B6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878185" y="2417265"/>
                <a:ext cx="39021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6" name="Ink 345">
                <a:extLst>
                  <a:ext uri="{FF2B5EF4-FFF2-40B4-BE49-F238E27FC236}">
                    <a16:creationId xmlns:a16="http://schemas.microsoft.com/office/drawing/2014/main" id="{EEE179DF-A40E-C72B-8109-A82D084EFFBF}"/>
                  </a:ext>
                </a:extLst>
              </p14:cNvPr>
              <p14:cNvContentPartPr/>
              <p14:nvPr/>
            </p14:nvContentPartPr>
            <p14:xfrm>
              <a:off x="2591290" y="3505905"/>
              <a:ext cx="1107720" cy="189360"/>
            </p14:xfrm>
          </p:contentPart>
        </mc:Choice>
        <mc:Fallback xmlns="">
          <p:pic>
            <p:nvPicPr>
              <p:cNvPr id="346" name="Ink 345">
                <a:extLst>
                  <a:ext uri="{FF2B5EF4-FFF2-40B4-BE49-F238E27FC236}">
                    <a16:creationId xmlns:a16="http://schemas.microsoft.com/office/drawing/2014/main" id="{EEE179DF-A40E-C72B-8109-A82D084EFFB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576170" y="3490756"/>
                <a:ext cx="1137960" cy="220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C4DE8619-4E08-14E8-96DB-B4D162C53395}"/>
                  </a:ext>
                </a:extLst>
              </p14:cNvPr>
              <p14:cNvContentPartPr/>
              <p14:nvPr/>
            </p14:nvContentPartPr>
            <p14:xfrm>
              <a:off x="3955330" y="3512025"/>
              <a:ext cx="851040" cy="13140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C4DE8619-4E08-14E8-96DB-B4D162C5339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940210" y="3496905"/>
                <a:ext cx="8816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865B9BF7-70BD-7C67-C533-D1827F9F8B07}"/>
                  </a:ext>
                </a:extLst>
              </p14:cNvPr>
              <p14:cNvContentPartPr/>
              <p14:nvPr/>
            </p14:nvContentPartPr>
            <p14:xfrm>
              <a:off x="4923010" y="3508065"/>
              <a:ext cx="407160" cy="11376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865B9BF7-70BD-7C67-C533-D1827F9F8B0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907544" y="3492945"/>
                <a:ext cx="437373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0EA84030-579A-6B26-2053-211961D92D9D}"/>
                  </a:ext>
                </a:extLst>
              </p14:cNvPr>
              <p14:cNvContentPartPr/>
              <p14:nvPr/>
            </p14:nvContentPartPr>
            <p14:xfrm>
              <a:off x="5504410" y="3504105"/>
              <a:ext cx="246600" cy="13896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0EA84030-579A-6B26-2053-211961D92D9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89290" y="3488985"/>
                <a:ext cx="27684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9285925E-7EEB-01D7-4F78-33264AF4C1D4}"/>
                  </a:ext>
                </a:extLst>
              </p14:cNvPr>
              <p14:cNvContentPartPr/>
              <p14:nvPr/>
            </p14:nvContentPartPr>
            <p14:xfrm>
              <a:off x="6033970" y="3559905"/>
              <a:ext cx="153360" cy="6048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9285925E-7EEB-01D7-4F78-33264AF4C1D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018850" y="3544425"/>
                <a:ext cx="18396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1B2D669C-554F-9B5E-D0AC-040B5FB49232}"/>
                  </a:ext>
                </a:extLst>
              </p14:cNvPr>
              <p14:cNvContentPartPr/>
              <p14:nvPr/>
            </p14:nvContentPartPr>
            <p14:xfrm>
              <a:off x="6445090" y="3468465"/>
              <a:ext cx="214200" cy="14328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1B2D669C-554F-9B5E-D0AC-040B5FB4923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429970" y="3453345"/>
                <a:ext cx="2448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D5C2F672-52AC-B6B3-B18A-96DE64A36D2A}"/>
                  </a:ext>
                </a:extLst>
              </p14:cNvPr>
              <p14:cNvContentPartPr/>
              <p14:nvPr/>
            </p14:nvContentPartPr>
            <p14:xfrm>
              <a:off x="2786050" y="3674745"/>
              <a:ext cx="2335320" cy="48888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D5C2F672-52AC-B6B3-B18A-96DE64A36D2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770572" y="3659614"/>
                <a:ext cx="2365915" cy="5195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04E22608-30C2-F698-588A-4BB24CDC6879}"/>
                  </a:ext>
                </a:extLst>
              </p14:cNvPr>
              <p14:cNvContentPartPr/>
              <p14:nvPr/>
            </p14:nvContentPartPr>
            <p14:xfrm>
              <a:off x="6822010" y="3567825"/>
              <a:ext cx="147240" cy="4392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04E22608-30C2-F698-588A-4BB24CDC687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806890" y="3552345"/>
                <a:ext cx="1778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65BA0181-C183-9177-AEC0-52CBEA8D4241}"/>
                  </a:ext>
                </a:extLst>
              </p14:cNvPr>
              <p14:cNvContentPartPr/>
              <p14:nvPr/>
            </p14:nvContentPartPr>
            <p14:xfrm>
              <a:off x="7171210" y="3452985"/>
              <a:ext cx="579240" cy="22176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65BA0181-C183-9177-AEC0-52CBEA8D424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156090" y="3437865"/>
                <a:ext cx="60984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393" name="Ink 392">
                <a:extLst>
                  <a:ext uri="{FF2B5EF4-FFF2-40B4-BE49-F238E27FC236}">
                    <a16:creationId xmlns:a16="http://schemas.microsoft.com/office/drawing/2014/main" id="{92BF484C-CE24-0F27-42F2-7CB8D9D9B2CE}"/>
                  </a:ext>
                </a:extLst>
              </p14:cNvPr>
              <p14:cNvContentPartPr/>
              <p14:nvPr/>
            </p14:nvContentPartPr>
            <p14:xfrm>
              <a:off x="408610" y="4480425"/>
              <a:ext cx="468720" cy="190440"/>
            </p14:xfrm>
          </p:contentPart>
        </mc:Choice>
        <mc:Fallback xmlns="">
          <p:pic>
            <p:nvPicPr>
              <p:cNvPr id="393" name="Ink 392">
                <a:extLst>
                  <a:ext uri="{FF2B5EF4-FFF2-40B4-BE49-F238E27FC236}">
                    <a16:creationId xmlns:a16="http://schemas.microsoft.com/office/drawing/2014/main" id="{92BF484C-CE24-0F27-42F2-7CB8D9D9B2C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93490" y="4465305"/>
                <a:ext cx="4993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DA8F8683-2138-E586-4B92-43FF8D891C1C}"/>
                  </a:ext>
                </a:extLst>
              </p14:cNvPr>
              <p14:cNvContentPartPr/>
              <p14:nvPr/>
            </p14:nvContentPartPr>
            <p14:xfrm>
              <a:off x="1039690" y="4424985"/>
              <a:ext cx="353520" cy="19836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DA8F8683-2138-E586-4B92-43FF8D891C1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24210" y="4409865"/>
                <a:ext cx="38412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9194E167-1D2F-4FDB-884F-F81563246DE3}"/>
                  </a:ext>
                </a:extLst>
              </p14:cNvPr>
              <p14:cNvContentPartPr/>
              <p14:nvPr/>
            </p14:nvContentPartPr>
            <p14:xfrm>
              <a:off x="3111850" y="4500225"/>
              <a:ext cx="135000" cy="178920"/>
            </p14:xfrm>
          </p:contentPart>
        </mc:Choice>
        <mc:Fallback xmlns=""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9194E167-1D2F-4FDB-884F-F81563246DE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096370" y="4485105"/>
                <a:ext cx="1652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0A21F70B-6C1B-8187-155A-99DFBB98E216}"/>
                  </a:ext>
                </a:extLst>
              </p14:cNvPr>
              <p14:cNvContentPartPr/>
              <p14:nvPr/>
            </p14:nvContentPartPr>
            <p14:xfrm>
              <a:off x="1579690" y="4444785"/>
              <a:ext cx="1289880" cy="245160"/>
            </p14:xfrm>
          </p:contentPart>
        </mc:Choice>
        <mc:Fallback xmlns=""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0A21F70B-6C1B-8187-155A-99DFBB98E21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564570" y="4429665"/>
                <a:ext cx="132012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2E7C069E-446D-7DE6-AD85-E46A2BB47ED2}"/>
                  </a:ext>
                </a:extLst>
              </p14:cNvPr>
              <p14:cNvContentPartPr/>
              <p14:nvPr/>
            </p14:nvContentPartPr>
            <p14:xfrm>
              <a:off x="3424690" y="4462425"/>
              <a:ext cx="718920" cy="256680"/>
            </p14:xfrm>
          </p:contentPart>
        </mc:Choice>
        <mc:Fallback xmlns=""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2E7C069E-446D-7DE6-AD85-E46A2BB47ED2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409562" y="4447305"/>
                <a:ext cx="749535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F8A13F84-5255-A999-67D2-7BCE7464B5A9}"/>
                  </a:ext>
                </a:extLst>
              </p14:cNvPr>
              <p14:cNvContentPartPr/>
              <p14:nvPr/>
            </p14:nvContentPartPr>
            <p14:xfrm>
              <a:off x="7921450" y="4464585"/>
              <a:ext cx="519120" cy="230400"/>
            </p14:xfrm>
          </p:contentPart>
        </mc:Choice>
        <mc:Fallback xmlns=""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F8A13F84-5255-A999-67D2-7BCE7464B5A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906340" y="4449441"/>
                <a:ext cx="549339" cy="2610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297D2C41-F09B-8026-3998-C63D3556F709}"/>
                  </a:ext>
                </a:extLst>
              </p14:cNvPr>
              <p14:cNvContentPartPr/>
              <p14:nvPr/>
            </p14:nvContentPartPr>
            <p14:xfrm>
              <a:off x="7131610" y="4510665"/>
              <a:ext cx="587880" cy="224280"/>
            </p14:xfrm>
          </p:contentPart>
        </mc:Choice>
        <mc:Fallback xmlns=""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297D2C41-F09B-8026-3998-C63D3556F70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116490" y="4495185"/>
                <a:ext cx="61812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443" name="Ink 442">
                <a:extLst>
                  <a:ext uri="{FF2B5EF4-FFF2-40B4-BE49-F238E27FC236}">
                    <a16:creationId xmlns:a16="http://schemas.microsoft.com/office/drawing/2014/main" id="{5D870109-D104-150B-A6A9-388F19B163CD}"/>
                  </a:ext>
                </a:extLst>
              </p14:cNvPr>
              <p14:cNvContentPartPr/>
              <p14:nvPr/>
            </p14:nvContentPartPr>
            <p14:xfrm>
              <a:off x="5373370" y="4428945"/>
              <a:ext cx="1580040" cy="258480"/>
            </p14:xfrm>
          </p:contentPart>
        </mc:Choice>
        <mc:Fallback xmlns="">
          <p:pic>
            <p:nvPicPr>
              <p:cNvPr id="443" name="Ink 442">
                <a:extLst>
                  <a:ext uri="{FF2B5EF4-FFF2-40B4-BE49-F238E27FC236}">
                    <a16:creationId xmlns:a16="http://schemas.microsoft.com/office/drawing/2014/main" id="{5D870109-D104-150B-A6A9-388F19B163C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358250" y="4413825"/>
                <a:ext cx="161028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444" name="Ink 443">
                <a:extLst>
                  <a:ext uri="{FF2B5EF4-FFF2-40B4-BE49-F238E27FC236}">
                    <a16:creationId xmlns:a16="http://schemas.microsoft.com/office/drawing/2014/main" id="{51180042-41E7-9ECB-7AFA-F69800DD19A3}"/>
                  </a:ext>
                </a:extLst>
              </p14:cNvPr>
              <p14:cNvContentPartPr/>
              <p14:nvPr/>
            </p14:nvContentPartPr>
            <p14:xfrm>
              <a:off x="4318210" y="4508145"/>
              <a:ext cx="853200" cy="182880"/>
            </p14:xfrm>
          </p:contentPart>
        </mc:Choice>
        <mc:Fallback xmlns="">
          <p:pic>
            <p:nvPicPr>
              <p:cNvPr id="444" name="Ink 443">
                <a:extLst>
                  <a:ext uri="{FF2B5EF4-FFF2-40B4-BE49-F238E27FC236}">
                    <a16:creationId xmlns:a16="http://schemas.microsoft.com/office/drawing/2014/main" id="{51180042-41E7-9ECB-7AFA-F69800DD19A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303090" y="4493025"/>
                <a:ext cx="883800" cy="21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0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1AA914-7C68-E38B-575B-175981EF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CNN: Full Implementation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6BD1147-E4C5-17B4-7BFA-1195A2DD1A66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9883743-8C76-3C8C-BE95-86E1B0BFBA10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BF8A862-FA33-5365-5E80-DC32791D01F4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FEB75DA-7AF6-C374-07E8-BAC590E3C2B4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B7A535B-50DF-F6F5-D576-EE355727DBDB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AF301A9-787E-BF5B-1732-BC85394638D9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9C261E9-C40F-9B11-8843-F887BC393B95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DEA3E73-7C3B-8A6C-BB08-0D4583BA5B62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E93D595-33A6-B2CC-253F-17277485E427}"/>
                  </a:ext>
                </a:extLst>
              </p14:cNvPr>
              <p14:cNvContentPartPr/>
              <p14:nvPr/>
            </p14:nvContentPartPr>
            <p14:xfrm>
              <a:off x="1986367" y="1711774"/>
              <a:ext cx="708840" cy="1670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E93D595-33A6-B2CC-253F-17277485E4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0887" y="1696294"/>
                <a:ext cx="7394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A1A22174-87EF-D845-3E4C-9E74E3229926}"/>
                  </a:ext>
                </a:extLst>
              </p14:cNvPr>
              <p14:cNvContentPartPr/>
              <p14:nvPr/>
            </p14:nvContentPartPr>
            <p14:xfrm>
              <a:off x="1583167" y="2001574"/>
              <a:ext cx="1091880" cy="2048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A1A22174-87EF-D845-3E4C-9E74E32299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7687" y="1986121"/>
                <a:ext cx="1122480" cy="2353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1E25F206-1845-5B46-58AE-4D7B44441B74}"/>
                  </a:ext>
                </a:extLst>
              </p14:cNvPr>
              <p14:cNvContentPartPr/>
              <p14:nvPr/>
            </p14:nvContentPartPr>
            <p14:xfrm>
              <a:off x="1551487" y="1707814"/>
              <a:ext cx="123480" cy="91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1E25F206-1845-5B46-58AE-4D7B44441B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35962" y="1692273"/>
                <a:ext cx="154169" cy="1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211AF355-D542-5955-0F40-652B31B236B5}"/>
                  </a:ext>
                </a:extLst>
              </p14:cNvPr>
              <p14:cNvContentPartPr/>
              <p14:nvPr/>
            </p14:nvContentPartPr>
            <p14:xfrm>
              <a:off x="134640" y="892935"/>
              <a:ext cx="1695240" cy="10638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211AF355-D542-5955-0F40-652B31B236B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9160" y="877455"/>
                <a:ext cx="1725840" cy="10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40E9820F-56BD-C942-2D84-F5DD294CA0D5}"/>
                  </a:ext>
                </a:extLst>
              </p14:cNvPr>
              <p14:cNvContentPartPr/>
              <p14:nvPr/>
            </p14:nvContentPartPr>
            <p14:xfrm>
              <a:off x="0" y="2123055"/>
              <a:ext cx="1302120" cy="2030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40E9820F-56BD-C942-2D84-F5DD294CA0D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15480" y="2107575"/>
                <a:ext cx="13327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E57BD7F1-2E2C-BF84-7D3D-2E6847641A4A}"/>
                  </a:ext>
                </a:extLst>
              </p14:cNvPr>
              <p14:cNvContentPartPr/>
              <p14:nvPr/>
            </p14:nvContentPartPr>
            <p14:xfrm>
              <a:off x="5614673" y="659494"/>
              <a:ext cx="889200" cy="10479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E57BD7F1-2E2C-BF84-7D3D-2E6847641A4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99193" y="644014"/>
                <a:ext cx="919800" cy="10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317325D6-4A1F-90F6-AD29-7D0DB591C739}"/>
                  </a:ext>
                </a:extLst>
              </p14:cNvPr>
              <p14:cNvContentPartPr/>
              <p14:nvPr/>
            </p14:nvContentPartPr>
            <p14:xfrm>
              <a:off x="2761560" y="642735"/>
              <a:ext cx="2786760" cy="11710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317325D6-4A1F-90F6-AD29-7D0DB591C73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46440" y="627255"/>
                <a:ext cx="2817360" cy="12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52DEEA03-CFE1-68E3-8B65-FC786441095E}"/>
                  </a:ext>
                </a:extLst>
              </p14:cNvPr>
              <p14:cNvContentPartPr/>
              <p14:nvPr/>
            </p14:nvContentPartPr>
            <p14:xfrm>
              <a:off x="1869007" y="624214"/>
              <a:ext cx="853560" cy="9846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52DEEA03-CFE1-68E3-8B65-FC786441095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53527" y="608740"/>
                <a:ext cx="884160" cy="10151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A67E6352-6FA4-3456-10FE-E37307462FBA}"/>
                  </a:ext>
                </a:extLst>
              </p14:cNvPr>
              <p14:cNvContentPartPr/>
              <p14:nvPr/>
            </p14:nvContentPartPr>
            <p14:xfrm>
              <a:off x="2952134" y="1805535"/>
              <a:ext cx="945000" cy="3175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A67E6352-6FA4-3456-10FE-E37307462FB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36654" y="1790073"/>
                <a:ext cx="975600" cy="3480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118317B6-4653-A9D6-EC55-176DA104280B}"/>
                  </a:ext>
                </a:extLst>
              </p14:cNvPr>
              <p14:cNvContentPartPr/>
              <p14:nvPr/>
            </p14:nvContentPartPr>
            <p14:xfrm>
              <a:off x="6567130" y="1007865"/>
              <a:ext cx="273600" cy="1080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118317B6-4653-A9D6-EC55-176DA104280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52010" y="992745"/>
                <a:ext cx="30420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B4F266E0-AB9C-66C0-CCA0-A303C2417B90}"/>
                  </a:ext>
                </a:extLst>
              </p14:cNvPr>
              <p14:cNvContentPartPr/>
              <p14:nvPr/>
            </p14:nvContentPartPr>
            <p14:xfrm>
              <a:off x="6579370" y="626985"/>
              <a:ext cx="591840" cy="2628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B4F266E0-AB9C-66C0-CCA0-A303C2417B9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563890" y="611505"/>
                <a:ext cx="622080" cy="29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A0DAC218-DDC5-55B0-0D40-265938535BB5}"/>
                  </a:ext>
                </a:extLst>
              </p14:cNvPr>
              <p14:cNvContentPartPr/>
              <p14:nvPr/>
            </p14:nvContentPartPr>
            <p14:xfrm>
              <a:off x="6852970" y="872865"/>
              <a:ext cx="254520" cy="102024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A0DAC218-DDC5-55B0-0D40-265938535BB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837850" y="857745"/>
                <a:ext cx="284760" cy="10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B6C31140-D835-16D2-A28D-FF7066ABE1FF}"/>
                  </a:ext>
                </a:extLst>
              </p14:cNvPr>
              <p14:cNvContentPartPr/>
              <p14:nvPr/>
            </p14:nvContentPartPr>
            <p14:xfrm>
              <a:off x="6928570" y="992025"/>
              <a:ext cx="131400" cy="82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B6C31140-D835-16D2-A28D-FF7066ABE1F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913090" y="976905"/>
                <a:ext cx="1620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A5976D2C-A4D8-5649-7E76-D735900AB6C9}"/>
                  </a:ext>
                </a:extLst>
              </p14:cNvPr>
              <p14:cNvContentPartPr/>
              <p14:nvPr/>
            </p14:nvContentPartPr>
            <p14:xfrm>
              <a:off x="6928570" y="1079145"/>
              <a:ext cx="143280" cy="36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A5976D2C-A4D8-5649-7E76-D735900AB6C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13090" y="1064025"/>
                <a:ext cx="1738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E6EE9BF5-6EDD-573C-3BCB-DDDF6C0B639C}"/>
                  </a:ext>
                </a:extLst>
              </p14:cNvPr>
              <p14:cNvContentPartPr/>
              <p14:nvPr/>
            </p14:nvContentPartPr>
            <p14:xfrm>
              <a:off x="6908770" y="1166625"/>
              <a:ext cx="147240" cy="828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E6EE9BF5-6EDD-573C-3BCB-DDDF6C0B639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893290" y="1151505"/>
                <a:ext cx="1778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8845948B-30BF-0C0C-CAFB-5D834180F9C4}"/>
                  </a:ext>
                </a:extLst>
              </p14:cNvPr>
              <p14:cNvContentPartPr/>
              <p14:nvPr/>
            </p14:nvContentPartPr>
            <p14:xfrm>
              <a:off x="6896890" y="1269945"/>
              <a:ext cx="139320" cy="432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8845948B-30BF-0C0C-CAFB-5D834180F9C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881410" y="1254465"/>
                <a:ext cx="16992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1EECC86C-049F-157B-0D77-73AE56ACD559}"/>
                  </a:ext>
                </a:extLst>
              </p14:cNvPr>
              <p14:cNvContentPartPr/>
              <p14:nvPr/>
            </p14:nvContentPartPr>
            <p14:xfrm>
              <a:off x="6896890" y="1376865"/>
              <a:ext cx="127440" cy="432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1EECC86C-049F-157B-0D77-73AE56ACD55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881410" y="1361745"/>
                <a:ext cx="1576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F635FE8-7B24-1E75-CCE7-7B353989BCEB}"/>
                  </a:ext>
                </a:extLst>
              </p14:cNvPr>
              <p14:cNvContentPartPr/>
              <p14:nvPr/>
            </p14:nvContentPartPr>
            <p14:xfrm>
              <a:off x="6888610" y="1480185"/>
              <a:ext cx="125280" cy="43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F635FE8-7B24-1E75-CCE7-7B353989BCE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873490" y="1465065"/>
                <a:ext cx="15552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1ADF82A-C4F7-E912-E130-8AB2EC4B2556}"/>
                  </a:ext>
                </a:extLst>
              </p14:cNvPr>
              <p14:cNvContentPartPr/>
              <p14:nvPr/>
            </p14:nvContentPartPr>
            <p14:xfrm>
              <a:off x="6880690" y="1579545"/>
              <a:ext cx="137880" cy="828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1ADF82A-C4F7-E912-E130-8AB2EC4B255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865570" y="1564065"/>
                <a:ext cx="1684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1024EBF0-5086-BBFD-00B8-70F84311821B}"/>
                  </a:ext>
                </a:extLst>
              </p14:cNvPr>
              <p14:cNvContentPartPr/>
              <p14:nvPr/>
            </p14:nvContentPartPr>
            <p14:xfrm>
              <a:off x="6872770" y="1714185"/>
              <a:ext cx="153360" cy="43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1024EBF0-5086-BBFD-00B8-70F84311821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857650" y="1699065"/>
                <a:ext cx="1839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B27D41A4-8E06-DE4E-7CF6-44B424AA505E}"/>
                  </a:ext>
                </a:extLst>
              </p14:cNvPr>
              <p14:cNvContentPartPr/>
              <p14:nvPr/>
            </p14:nvContentPartPr>
            <p14:xfrm>
              <a:off x="6860890" y="1821465"/>
              <a:ext cx="137520" cy="3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B27D41A4-8E06-DE4E-7CF6-44B424AA505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845770" y="1806345"/>
                <a:ext cx="1681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47B55AF9-09B9-6855-E852-E55835D71513}"/>
                  </a:ext>
                </a:extLst>
              </p14:cNvPr>
              <p14:cNvContentPartPr/>
              <p14:nvPr/>
            </p14:nvContentPartPr>
            <p14:xfrm>
              <a:off x="6849010" y="1865025"/>
              <a:ext cx="182880" cy="6012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47B55AF9-09B9-6855-E852-E55835D7151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33890" y="1849814"/>
                <a:ext cx="213480" cy="909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CBBFF608-56D9-B9E9-443B-5296B918E9E1}"/>
                  </a:ext>
                </a:extLst>
              </p14:cNvPr>
              <p14:cNvContentPartPr/>
              <p14:nvPr/>
            </p14:nvContentPartPr>
            <p14:xfrm>
              <a:off x="6841090" y="2119185"/>
              <a:ext cx="194040" cy="38124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CBBFF608-56D9-B9E9-443B-5296B918E9E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825970" y="2103705"/>
                <a:ext cx="22428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855BDBE0-4826-6543-1F9F-E58580CE42F4}"/>
                  </a:ext>
                </a:extLst>
              </p14:cNvPr>
              <p14:cNvContentPartPr/>
              <p14:nvPr/>
            </p14:nvContentPartPr>
            <p14:xfrm>
              <a:off x="6892570" y="1996065"/>
              <a:ext cx="16560" cy="5580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855BDBE0-4826-6543-1F9F-E58580CE42F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877114" y="1980945"/>
                <a:ext cx="478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D3CFA0F3-3D73-6613-E760-205984C0CF12}"/>
                  </a:ext>
                </a:extLst>
              </p14:cNvPr>
              <p14:cNvContentPartPr/>
              <p14:nvPr/>
            </p14:nvContentPartPr>
            <p14:xfrm>
              <a:off x="6654610" y="2539665"/>
              <a:ext cx="452880" cy="1317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D3CFA0F3-3D73-6613-E760-205984C0CF1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639490" y="2524504"/>
                <a:ext cx="483120" cy="1624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4520036A-09CA-7D5A-6554-215B9CF9CE90}"/>
                  </a:ext>
                </a:extLst>
              </p14:cNvPr>
              <p14:cNvContentPartPr/>
              <p14:nvPr/>
            </p14:nvContentPartPr>
            <p14:xfrm>
              <a:off x="6384610" y="2758185"/>
              <a:ext cx="706680" cy="17892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4520036A-09CA-7D5A-6554-215B9CF9CE9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369490" y="2742705"/>
                <a:ext cx="73728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04374014-A2A6-BFEB-DA0E-1C8D0958F236}"/>
                  </a:ext>
                </a:extLst>
              </p14:cNvPr>
              <p14:cNvContentPartPr/>
              <p14:nvPr/>
            </p14:nvContentPartPr>
            <p14:xfrm>
              <a:off x="7436530" y="948465"/>
              <a:ext cx="123480" cy="12708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04374014-A2A6-BFEB-DA0E-1C8D0958F23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421050" y="932985"/>
                <a:ext cx="15372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CBBC3B61-DD3F-4B86-6A22-EE4F715C3E38}"/>
                  </a:ext>
                </a:extLst>
              </p14:cNvPr>
              <p14:cNvContentPartPr/>
              <p14:nvPr/>
            </p14:nvContentPartPr>
            <p14:xfrm>
              <a:off x="7444450" y="1273905"/>
              <a:ext cx="103680" cy="11952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CBBC3B61-DD3F-4B86-6A22-EE4F715C3E3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429330" y="1258425"/>
                <a:ext cx="13392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5021C006-E5BF-24C8-F187-709D38DA06F1}"/>
                  </a:ext>
                </a:extLst>
              </p14:cNvPr>
              <p14:cNvContentPartPr/>
              <p14:nvPr/>
            </p14:nvContentPartPr>
            <p14:xfrm>
              <a:off x="7472170" y="1607265"/>
              <a:ext cx="99000" cy="10764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5021C006-E5BF-24C8-F187-709D38DA06F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457050" y="1591785"/>
                <a:ext cx="12960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4B1ECAF2-4F9F-AF89-7DBB-7E97144DC44C}"/>
                  </a:ext>
                </a:extLst>
              </p14:cNvPr>
              <p14:cNvContentPartPr/>
              <p14:nvPr/>
            </p14:nvContentPartPr>
            <p14:xfrm>
              <a:off x="7452370" y="1944585"/>
              <a:ext cx="107640" cy="11952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4B1ECAF2-4F9F-AF89-7DBB-7E97144DC44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437250" y="1929105"/>
                <a:ext cx="13788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372D894B-E673-AE26-727F-10268E4D1EF0}"/>
                  </a:ext>
                </a:extLst>
              </p14:cNvPr>
              <p14:cNvContentPartPr/>
              <p14:nvPr/>
            </p14:nvContentPartPr>
            <p14:xfrm>
              <a:off x="7444450" y="2277945"/>
              <a:ext cx="75600" cy="11160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372D894B-E673-AE26-727F-10268E4D1EF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429330" y="2262465"/>
                <a:ext cx="10620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82ED48E2-CA02-AC1B-B678-08859FF21928}"/>
                  </a:ext>
                </a:extLst>
              </p14:cNvPr>
              <p14:cNvContentPartPr/>
              <p14:nvPr/>
            </p14:nvContentPartPr>
            <p14:xfrm>
              <a:off x="7881490" y="1198305"/>
              <a:ext cx="99000" cy="11160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82ED48E2-CA02-AC1B-B678-08859FF2192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866010" y="1183185"/>
                <a:ext cx="12960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76BF9546-6DB5-D4BF-A6BD-7B6E12846FB4}"/>
                  </a:ext>
                </a:extLst>
              </p14:cNvPr>
              <p14:cNvContentPartPr/>
              <p14:nvPr/>
            </p14:nvContentPartPr>
            <p14:xfrm>
              <a:off x="7896970" y="1579545"/>
              <a:ext cx="110880" cy="13104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76BF9546-6DB5-D4BF-A6BD-7B6E12846FB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881490" y="1564065"/>
                <a:ext cx="14148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B888C91B-EB7C-77EB-F85A-045B4F8DD621}"/>
                  </a:ext>
                </a:extLst>
              </p14:cNvPr>
              <p14:cNvContentPartPr/>
              <p14:nvPr/>
            </p14:nvContentPartPr>
            <p14:xfrm>
              <a:off x="7920730" y="2047545"/>
              <a:ext cx="79560" cy="8388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B888C91B-EB7C-77EB-F85A-045B4F8DD62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905250" y="2032425"/>
                <a:ext cx="11016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7E1E2C11-676D-46F2-843E-79D156F11819}"/>
                  </a:ext>
                </a:extLst>
              </p14:cNvPr>
              <p14:cNvContentPartPr/>
              <p14:nvPr/>
            </p14:nvContentPartPr>
            <p14:xfrm>
              <a:off x="7954570" y="1813545"/>
              <a:ext cx="6120" cy="11556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7E1E2C11-676D-46F2-843E-79D156F1181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939450" y="1798425"/>
                <a:ext cx="367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C29EA743-74B4-36DF-2EBD-A64123B8D850}"/>
                  </a:ext>
                </a:extLst>
              </p14:cNvPr>
              <p14:cNvContentPartPr/>
              <p14:nvPr/>
            </p14:nvContentPartPr>
            <p14:xfrm>
              <a:off x="8071570" y="2063745"/>
              <a:ext cx="186840" cy="5580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C29EA743-74B4-36DF-2EBD-A64123B8D85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056090" y="2048265"/>
                <a:ext cx="2174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CFA0946E-EBAB-1FA2-A328-A13454A1D463}"/>
                  </a:ext>
                </a:extLst>
              </p14:cNvPr>
              <p14:cNvContentPartPr/>
              <p14:nvPr/>
            </p14:nvContentPartPr>
            <p14:xfrm>
              <a:off x="8071570" y="1591425"/>
              <a:ext cx="167040" cy="8388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CFA0946E-EBAB-1FA2-A328-A13454A1D46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056090" y="1575945"/>
                <a:ext cx="19764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1E6DB04E-AF59-1CB8-2573-F05044DFEB3E}"/>
                  </a:ext>
                </a:extLst>
              </p14:cNvPr>
              <p14:cNvContentPartPr/>
              <p14:nvPr/>
            </p14:nvContentPartPr>
            <p14:xfrm>
              <a:off x="8027650" y="1222065"/>
              <a:ext cx="210600" cy="9000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1E6DB04E-AF59-1CB8-2573-F05044DFEB3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012530" y="1206945"/>
                <a:ext cx="24120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7591DC96-E27E-2D5F-A104-53FDE3B53995}"/>
                  </a:ext>
                </a:extLst>
              </p14:cNvPr>
              <p14:cNvContentPartPr/>
              <p14:nvPr/>
            </p14:nvContentPartPr>
            <p14:xfrm>
              <a:off x="7507810" y="1773945"/>
              <a:ext cx="24120" cy="10332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7591DC96-E27E-2D5F-A104-53FDE3B5399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492690" y="1758519"/>
                <a:ext cx="54720" cy="133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3F731F08-75BB-5EA5-7B94-2D0AB345FD95}"/>
                  </a:ext>
                </a:extLst>
              </p14:cNvPr>
              <p14:cNvContentPartPr/>
              <p14:nvPr/>
            </p14:nvContentPartPr>
            <p14:xfrm>
              <a:off x="8250130" y="885465"/>
              <a:ext cx="599400" cy="2102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3F731F08-75BB-5EA5-7B94-2D0AB345FD9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234659" y="869985"/>
                <a:ext cx="629622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C49ED216-32E4-E6E2-96AF-DD1DB5FCC9C5}"/>
                  </a:ext>
                </a:extLst>
              </p14:cNvPr>
              <p14:cNvContentPartPr/>
              <p14:nvPr/>
            </p14:nvContentPartPr>
            <p14:xfrm>
              <a:off x="7583410" y="1059345"/>
              <a:ext cx="246600" cy="56376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C49ED216-32E4-E6E2-96AF-DD1DB5FCC9C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567930" y="1044225"/>
                <a:ext cx="276840" cy="59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B70DE365-6D43-7188-0140-062B0DF1BDB6}"/>
                  </a:ext>
                </a:extLst>
              </p14:cNvPr>
              <p14:cNvContentPartPr/>
              <p14:nvPr/>
            </p14:nvContentPartPr>
            <p14:xfrm>
              <a:off x="7555690" y="1103265"/>
              <a:ext cx="349560" cy="97272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B70DE365-6D43-7188-0140-062B0DF1BDB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540210" y="1087785"/>
                <a:ext cx="380160" cy="10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FBD62855-6DBB-B9BF-3A4E-AC3A618FC74B}"/>
                  </a:ext>
                </a:extLst>
              </p14:cNvPr>
              <p14:cNvContentPartPr/>
              <p14:nvPr/>
            </p14:nvContentPartPr>
            <p14:xfrm>
              <a:off x="7555690" y="1333305"/>
              <a:ext cx="376920" cy="97668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FBD62855-6DBB-B9BF-3A4E-AC3A618FC74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540210" y="1318185"/>
                <a:ext cx="407520" cy="10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C2C0E4C4-12D4-8CD1-16A0-5B71703878CC}"/>
                  </a:ext>
                </a:extLst>
              </p14:cNvPr>
              <p14:cNvContentPartPr/>
              <p14:nvPr/>
            </p14:nvContentPartPr>
            <p14:xfrm>
              <a:off x="7150690" y="940545"/>
              <a:ext cx="298080" cy="132984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C2C0E4C4-12D4-8CD1-16A0-5B71703878C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135570" y="925065"/>
                <a:ext cx="328680" cy="13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B245AE50-9EEE-2D71-FE9C-F91A11109BC0}"/>
                  </a:ext>
                </a:extLst>
              </p14:cNvPr>
              <p14:cNvContentPartPr/>
              <p14:nvPr/>
            </p14:nvContentPartPr>
            <p14:xfrm>
              <a:off x="7039450" y="1154745"/>
              <a:ext cx="401040" cy="100836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B245AE50-9EEE-2D71-FE9C-F91A11109BC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024330" y="1139625"/>
                <a:ext cx="431640" cy="10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F3EC7C17-47BD-BC08-C572-5DDC3B4561F0}"/>
                  </a:ext>
                </a:extLst>
              </p14:cNvPr>
              <p14:cNvContentPartPr/>
              <p14:nvPr/>
            </p14:nvContentPartPr>
            <p14:xfrm>
              <a:off x="7027570" y="1733985"/>
              <a:ext cx="431280" cy="73872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F3EC7C17-47BD-BC08-C572-5DDC3B4561F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012450" y="1718865"/>
                <a:ext cx="461520" cy="76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FD02B308-B0AE-ABF0-B979-861A7D03CE02}"/>
                  </a:ext>
                </a:extLst>
              </p14:cNvPr>
              <p14:cNvContentPartPr/>
              <p14:nvPr/>
            </p14:nvContentPartPr>
            <p14:xfrm>
              <a:off x="7051330" y="1440585"/>
              <a:ext cx="389160" cy="103608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FD02B308-B0AE-ABF0-B979-861A7D03CE0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036210" y="1425105"/>
                <a:ext cx="419760" cy="10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F7295AC9-97A1-4EA2-94AE-EB9E16AE972B}"/>
                  </a:ext>
                </a:extLst>
              </p14:cNvPr>
              <p14:cNvContentPartPr/>
              <p14:nvPr/>
            </p14:nvContentPartPr>
            <p14:xfrm>
              <a:off x="7067530" y="1127025"/>
              <a:ext cx="365400" cy="134568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F7295AC9-97A1-4EA2-94AE-EB9E16AE972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052050" y="1111545"/>
                <a:ext cx="396000" cy="137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EAF9A9AC-423F-3702-31B6-34D952F39058}"/>
                  </a:ext>
                </a:extLst>
              </p14:cNvPr>
              <p14:cNvContentPartPr/>
              <p14:nvPr/>
            </p14:nvContentPartPr>
            <p14:xfrm>
              <a:off x="7611130" y="2742345"/>
              <a:ext cx="1317960" cy="35748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EAF9A9AC-423F-3702-31B6-34D952F3905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596010" y="2726865"/>
                <a:ext cx="134856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67D4C42C-B935-B630-8310-B5D745FA52D9}"/>
                  </a:ext>
                </a:extLst>
              </p14:cNvPr>
              <p14:cNvContentPartPr/>
              <p14:nvPr/>
            </p14:nvContentPartPr>
            <p14:xfrm>
              <a:off x="7559650" y="2436705"/>
              <a:ext cx="1162800" cy="15912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67D4C42C-B935-B630-8310-B5D745FA52D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544175" y="2421225"/>
                <a:ext cx="1193391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09E424C0-7042-0166-B6EF-BFCB6006C260}"/>
                  </a:ext>
                </a:extLst>
              </p14:cNvPr>
              <p14:cNvContentPartPr/>
              <p14:nvPr/>
            </p14:nvContentPartPr>
            <p14:xfrm>
              <a:off x="324370" y="3027825"/>
              <a:ext cx="647280" cy="15156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09E424C0-7042-0166-B6EF-BFCB6006C26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09250" y="3012669"/>
                <a:ext cx="677880" cy="1822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CB48A065-0ACF-C026-7337-9B1A7DDFC450}"/>
                  </a:ext>
                </a:extLst>
              </p14:cNvPr>
              <p14:cNvContentPartPr/>
              <p14:nvPr/>
            </p14:nvContentPartPr>
            <p14:xfrm>
              <a:off x="2332810" y="3154905"/>
              <a:ext cx="16200" cy="7560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CB48A065-0ACF-C026-7337-9B1A7DDFC45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317330" y="3139785"/>
                <a:ext cx="468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504768DC-A4B5-8CAE-B6B6-9CA340FF7E9D}"/>
                  </a:ext>
                </a:extLst>
              </p14:cNvPr>
              <p14:cNvContentPartPr/>
              <p14:nvPr/>
            </p14:nvContentPartPr>
            <p14:xfrm>
              <a:off x="1126090" y="2992185"/>
              <a:ext cx="1055520" cy="20664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504768DC-A4B5-8CAE-B6B6-9CA340FF7E9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10970" y="2977065"/>
                <a:ext cx="10861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DE1741E2-A801-48AC-D998-8A0114382BE8}"/>
                  </a:ext>
                </a:extLst>
              </p14:cNvPr>
              <p14:cNvContentPartPr/>
              <p14:nvPr/>
            </p14:nvContentPartPr>
            <p14:xfrm>
              <a:off x="2511370" y="3059865"/>
              <a:ext cx="135360" cy="7956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DE1741E2-A801-48AC-D998-8A0114382BE8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495890" y="3044385"/>
                <a:ext cx="1659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B2CDC72E-ABAB-7514-8369-12845F73CDE2}"/>
                  </a:ext>
                </a:extLst>
              </p14:cNvPr>
              <p14:cNvContentPartPr/>
              <p14:nvPr/>
            </p14:nvContentPartPr>
            <p14:xfrm>
              <a:off x="2840770" y="2980305"/>
              <a:ext cx="742320" cy="15156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B2CDC72E-ABAB-7514-8369-12845F73CDE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825298" y="2965149"/>
                <a:ext cx="772545" cy="1822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3DD44085-DD61-CE8D-6067-38371C140977}"/>
                  </a:ext>
                </a:extLst>
              </p14:cNvPr>
              <p14:cNvContentPartPr/>
              <p14:nvPr/>
            </p14:nvContentPartPr>
            <p14:xfrm>
              <a:off x="5226490" y="2952585"/>
              <a:ext cx="1074960" cy="21816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3DD44085-DD61-CE8D-6067-38371C14097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211015" y="2937465"/>
                <a:ext cx="110555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6674B570-A2EC-1479-6B65-F7BD394A9588}"/>
                  </a:ext>
                </a:extLst>
              </p14:cNvPr>
              <p14:cNvContentPartPr/>
              <p14:nvPr/>
            </p14:nvContentPartPr>
            <p14:xfrm>
              <a:off x="4142530" y="2936745"/>
              <a:ext cx="909000" cy="21492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6674B570-A2EC-1479-6B65-F7BD394A958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127056" y="2921600"/>
                <a:ext cx="939228" cy="2455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3F65C118-35FE-C1F8-0842-244CC4799989}"/>
                  </a:ext>
                </a:extLst>
              </p14:cNvPr>
              <p14:cNvContentPartPr/>
              <p14:nvPr/>
            </p14:nvContentPartPr>
            <p14:xfrm>
              <a:off x="3729970" y="2932785"/>
              <a:ext cx="226080" cy="182880"/>
            </p14:xfrm>
          </p:contentPart>
        </mc:Choice>
        <mc:Fallback xmlns=""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3F65C118-35FE-C1F8-0842-244CC479998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714850" y="2917305"/>
                <a:ext cx="25668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A2FF6B28-3E9F-3DA2-32C1-BB64A79E38F3}"/>
                  </a:ext>
                </a:extLst>
              </p14:cNvPr>
              <p14:cNvContentPartPr/>
              <p14:nvPr/>
            </p14:nvContentPartPr>
            <p14:xfrm>
              <a:off x="225370" y="3548025"/>
              <a:ext cx="143280" cy="11160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A2FF6B28-3E9F-3DA2-32C1-BB64A79E38F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09890" y="3532545"/>
                <a:ext cx="17388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908E8A3B-3697-AF10-A206-B6F16BDDFE3B}"/>
                  </a:ext>
                </a:extLst>
              </p14:cNvPr>
              <p14:cNvContentPartPr/>
              <p14:nvPr/>
            </p14:nvContentPartPr>
            <p14:xfrm>
              <a:off x="1253530" y="3428865"/>
              <a:ext cx="1912680" cy="242280"/>
            </p14:xfrm>
          </p:contentPart>
        </mc:Choice>
        <mc:Fallback xmlns=""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908E8A3B-3697-AF10-A206-B6F16BDDFE3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238410" y="3413745"/>
                <a:ext cx="194328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071BE535-AA98-5E95-3F7C-703359B563B7}"/>
                  </a:ext>
                </a:extLst>
              </p14:cNvPr>
              <p14:cNvContentPartPr/>
              <p14:nvPr/>
            </p14:nvContentPartPr>
            <p14:xfrm>
              <a:off x="558730" y="3476385"/>
              <a:ext cx="540000" cy="178560"/>
            </p14:xfrm>
          </p:contentPart>
        </mc:Choice>
        <mc:Fallback xmlns=""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071BE535-AA98-5E95-3F7C-703359B563B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43250" y="3461265"/>
                <a:ext cx="57060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97" name="Ink 396">
                <a:extLst>
                  <a:ext uri="{FF2B5EF4-FFF2-40B4-BE49-F238E27FC236}">
                    <a16:creationId xmlns:a16="http://schemas.microsoft.com/office/drawing/2014/main" id="{3661BEB5-F600-3F06-D726-DAA9DFCA5A8E}"/>
                  </a:ext>
                </a:extLst>
              </p14:cNvPr>
              <p14:cNvContentPartPr/>
              <p14:nvPr/>
            </p14:nvContentPartPr>
            <p14:xfrm>
              <a:off x="3245410" y="3444705"/>
              <a:ext cx="3362040" cy="262080"/>
            </p14:xfrm>
          </p:contentPart>
        </mc:Choice>
        <mc:Fallback xmlns="">
          <p:pic>
            <p:nvPicPr>
              <p:cNvPr id="397" name="Ink 396">
                <a:extLst>
                  <a:ext uri="{FF2B5EF4-FFF2-40B4-BE49-F238E27FC236}">
                    <a16:creationId xmlns:a16="http://schemas.microsoft.com/office/drawing/2014/main" id="{3661BEB5-F600-3F06-D726-DAA9DFCA5A8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230290" y="3429606"/>
                <a:ext cx="3392280" cy="2922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EDFB4BC4-22EF-9A7B-FBC8-E9B90902FDB2}"/>
                  </a:ext>
                </a:extLst>
              </p14:cNvPr>
              <p14:cNvContentPartPr/>
              <p14:nvPr/>
            </p14:nvContentPartPr>
            <p14:xfrm>
              <a:off x="7353010" y="3500145"/>
              <a:ext cx="492480" cy="175320"/>
            </p14:xfrm>
          </p:contentPart>
        </mc:Choice>
        <mc:Fallback xmlns=""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EDFB4BC4-22EF-9A7B-FBC8-E9B90902FDB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337890" y="3484994"/>
                <a:ext cx="523080" cy="2059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EA3BAAB7-EDA8-C64F-40EA-34E77ADF9932}"/>
                  </a:ext>
                </a:extLst>
              </p14:cNvPr>
              <p14:cNvContentPartPr/>
              <p14:nvPr/>
            </p14:nvContentPartPr>
            <p14:xfrm>
              <a:off x="6813370" y="3484305"/>
              <a:ext cx="349560" cy="216720"/>
            </p14:xfrm>
          </p:contentPart>
        </mc:Choice>
        <mc:Fallback xmlns=""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EA3BAAB7-EDA8-C64F-40EA-34E77ADF993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798250" y="3469185"/>
                <a:ext cx="38016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34E5FF9E-0CC9-7786-CC20-3444D16CF923}"/>
                  </a:ext>
                </a:extLst>
              </p14:cNvPr>
              <p14:cNvContentPartPr/>
              <p14:nvPr/>
            </p14:nvContentPartPr>
            <p14:xfrm>
              <a:off x="8023690" y="3532185"/>
              <a:ext cx="154800" cy="143280"/>
            </p14:xfrm>
          </p:contentPart>
        </mc:Choice>
        <mc:Fallback xmlns=""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34E5FF9E-0CC9-7786-CC20-3444D16CF92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008570" y="3516705"/>
                <a:ext cx="18504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26EEFD41-3FA5-D9C9-5D02-BE9C802B679B}"/>
                  </a:ext>
                </a:extLst>
              </p14:cNvPr>
              <p14:cNvContentPartPr/>
              <p14:nvPr/>
            </p14:nvContentPartPr>
            <p14:xfrm>
              <a:off x="8345170" y="3520665"/>
              <a:ext cx="762480" cy="239760"/>
            </p14:xfrm>
          </p:contentPart>
        </mc:Choice>
        <mc:Fallback xmlns=""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26EEFD41-3FA5-D9C9-5D02-BE9C802B679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330050" y="3505185"/>
                <a:ext cx="79272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6380B52C-2865-7306-253F-BEE2188FA9E7}"/>
                  </a:ext>
                </a:extLst>
              </p14:cNvPr>
              <p14:cNvContentPartPr/>
              <p14:nvPr/>
            </p14:nvContentPartPr>
            <p14:xfrm>
              <a:off x="60850" y="3047985"/>
              <a:ext cx="168840" cy="119520"/>
            </p14:xfrm>
          </p:contentPart>
        </mc:Choice>
        <mc:Fallback xmlns=""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6380B52C-2865-7306-253F-BEE2188FA9E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5370" y="3032505"/>
                <a:ext cx="199440" cy="14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891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E27A2C-2561-1778-9B2E-3E5735A5D09B}"/>
              </a:ext>
            </a:extLst>
          </p:cNvPr>
          <p:cNvSpPr>
            <a:spLocks noGrp="1"/>
          </p:cNvSpPr>
          <p:nvPr>
            <p:ph idx="26"/>
          </p:nvPr>
        </p:nvSpPr>
        <p:spPr/>
        <p:txBody>
          <a:bodyPr/>
          <a:lstStyle/>
          <a:p>
            <a:r>
              <a:rPr lang="en-US"/>
              <a:t>Materials from this handout used Machine Learning, A First Course for Engineers and Scientists by Lindholm et. al (March 4</a:t>
            </a:r>
            <a:r>
              <a:rPr lang="en-US" baseline="30000"/>
              <a:t>th</a:t>
            </a:r>
            <a:r>
              <a:rPr lang="en-US"/>
              <a:t>, 2026 version), section 6.3 as a reference. Access to this document is free at the publishers’ GitHub page. </a:t>
            </a:r>
          </a:p>
          <a:p>
            <a:r>
              <a:rPr lang="en-US"/>
              <a:t>The following was also used for materials: </a:t>
            </a:r>
            <a:r>
              <a:rPr lang="en-US" i="1"/>
              <a:t>Artificial Intelligence: A Modern Approach</a:t>
            </a:r>
            <a:r>
              <a:rPr lang="en-US"/>
              <a:t>, Russel and Norvig, 4</a:t>
            </a:r>
            <a:r>
              <a:rPr lang="en-US" baseline="30000"/>
              <a:t>th</a:t>
            </a:r>
            <a:r>
              <a:rPr lang="en-US"/>
              <a:t> edition, section 21.3.</a:t>
            </a:r>
          </a:p>
          <a:p>
            <a:endParaRPr lang="en-US"/>
          </a:p>
          <a:p>
            <a:r>
              <a:rPr lang="en-US"/>
              <a:t>Data Driven Science and Engineering: Machine Learning, Dynamical Systems and Control, Brunton and Kutz, 2</a:t>
            </a:r>
            <a:r>
              <a:rPr lang="en-US" baseline="30000"/>
              <a:t>nd</a:t>
            </a:r>
            <a:r>
              <a:rPr lang="en-US"/>
              <a:t> edition, section 6.5.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A13E2E-A912-09EE-0B68-D5DDBBF5B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2765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76C07-D41A-AEFA-B42E-48C3DBC67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53156F-1A2F-8505-D207-92180BBBD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Extra notes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7336C1-5220-AC4A-445F-99497361E25F}"/>
              </a:ext>
            </a:extLst>
          </p:cNvPr>
          <p:cNvGrpSpPr/>
          <p:nvPr/>
        </p:nvGrpSpPr>
        <p:grpSpPr>
          <a:xfrm>
            <a:off x="403189" y="1041621"/>
            <a:ext cx="8070574" cy="3199075"/>
            <a:chOff x="403189" y="1041621"/>
            <a:chExt cx="8070574" cy="319907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70EE114-1063-253B-FB2C-BFA39DC3EF20}"/>
                </a:ext>
              </a:extLst>
            </p:cNvPr>
            <p:cNvCxnSpPr/>
            <p:nvPr/>
          </p:nvCxnSpPr>
          <p:spPr>
            <a:xfrm>
              <a:off x="403189" y="10416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EFBB1F5-906F-0250-0D16-77C4DC5D9A16}"/>
                </a:ext>
              </a:extLst>
            </p:cNvPr>
            <p:cNvCxnSpPr/>
            <p:nvPr/>
          </p:nvCxnSpPr>
          <p:spPr>
            <a:xfrm>
              <a:off x="403189" y="2108421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F31AFC-1484-5785-3E87-671DAC523D16}"/>
                </a:ext>
              </a:extLst>
            </p:cNvPr>
            <p:cNvCxnSpPr/>
            <p:nvPr/>
          </p:nvCxnSpPr>
          <p:spPr>
            <a:xfrm>
              <a:off x="403189" y="2634532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86074F-80CB-D98B-5737-52C190287FFE}"/>
                </a:ext>
              </a:extLst>
            </p:cNvPr>
            <p:cNvCxnSpPr/>
            <p:nvPr/>
          </p:nvCxnSpPr>
          <p:spPr>
            <a:xfrm>
              <a:off x="403189" y="31738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965DB92-0732-96C5-B36D-D7853A6F6C83}"/>
                </a:ext>
              </a:extLst>
            </p:cNvPr>
            <p:cNvCxnSpPr/>
            <p:nvPr/>
          </p:nvCxnSpPr>
          <p:spPr>
            <a:xfrm>
              <a:off x="403189" y="3700007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003FED1-AAB1-F690-CB81-9E9A6B7731BE}"/>
                </a:ext>
              </a:extLst>
            </p:cNvPr>
            <p:cNvCxnSpPr/>
            <p:nvPr/>
          </p:nvCxnSpPr>
          <p:spPr>
            <a:xfrm>
              <a:off x="403189" y="4240696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BD5393A-A68F-5765-F267-E302B784B23C}"/>
                </a:ext>
              </a:extLst>
            </p:cNvPr>
            <p:cNvCxnSpPr/>
            <p:nvPr/>
          </p:nvCxnSpPr>
          <p:spPr>
            <a:xfrm>
              <a:off x="403189" y="1608814"/>
              <a:ext cx="807057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543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CP_PPT_STANDARD_V1" val="bFGnCw1I"/>
  <p:tag name="ARTICULATE_PROJECT_OPEN" val="0"/>
  <p:tag name="ARTICULATE_SLIDE_COUNT" val="6"/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P_ppt_standard_v1">
  <a:themeElements>
    <a:clrScheme name="Cal Poly Theme 1">
      <a:dk1>
        <a:srgbClr val="000000"/>
      </a:dk1>
      <a:lt1>
        <a:sysClr val="window" lastClr="FFFFFF"/>
      </a:lt1>
      <a:dk2>
        <a:srgbClr val="143B1E"/>
      </a:dk2>
      <a:lt2>
        <a:srgbClr val="EEECE1"/>
      </a:lt2>
      <a:accent1>
        <a:srgbClr val="857756"/>
      </a:accent1>
      <a:accent2>
        <a:srgbClr val="7E7462"/>
      </a:accent2>
      <a:accent3>
        <a:srgbClr val="3B3523"/>
      </a:accent3>
      <a:accent4>
        <a:srgbClr val="4F512F"/>
      </a:accent4>
      <a:accent5>
        <a:srgbClr val="273015"/>
      </a:accent5>
      <a:accent6>
        <a:srgbClr val="C6C0B7"/>
      </a:accent6>
      <a:hlink>
        <a:srgbClr val="857756"/>
      </a:hlink>
      <a:folHlink>
        <a:srgbClr val="7E7462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:ma14="http://schemas.microsoft.com/office/mac/drawingml/2011/main" xmlns="" val="1"/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normAutofit/>
      </a:bodyPr>
      <a:lstStyle>
        <a:defPPr>
          <a:defRPr sz="2800" dirty="0" smtClean="0">
            <a:solidFill>
              <a:srgbClr val="29551A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2278</TotalTime>
  <Words>743</Words>
  <Application>Microsoft Macintosh PowerPoint</Application>
  <PresentationFormat>On-screen Show (16:9)</PresentationFormat>
  <Paragraphs>178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Palatino Linotype</vt:lpstr>
      <vt:lpstr>CP_ppt_standard_v1</vt:lpstr>
      <vt:lpstr>Digital Images and Vision</vt:lpstr>
      <vt:lpstr>Overview</vt:lpstr>
      <vt:lpstr>Neural Networks for Regression and Classification</vt:lpstr>
      <vt:lpstr>Digital Images (monochrome)</vt:lpstr>
      <vt:lpstr>Digital Images (Color Images)</vt:lpstr>
      <vt:lpstr>Colored Images Representation</vt:lpstr>
      <vt:lpstr>Other Color Representation</vt:lpstr>
      <vt:lpstr>Images for Machine Learning</vt:lpstr>
      <vt:lpstr>Is that it? Just Flatten Images?</vt:lpstr>
      <vt:lpstr>Processing Images</vt:lpstr>
      <vt:lpstr>Masks/Kernels</vt:lpstr>
      <vt:lpstr>The Convolution Operation</vt:lpstr>
      <vt:lpstr>The Convolution Operation</vt:lpstr>
      <vt:lpstr>The Convolution Operation</vt:lpstr>
      <vt:lpstr>Common kernels</vt:lpstr>
      <vt:lpstr>What if kernels can be learned?</vt:lpstr>
      <vt:lpstr>Convolutional Neural Networks (CNNs)</vt:lpstr>
      <vt:lpstr>CNNs</vt:lpstr>
      <vt:lpstr>Operations in a CNN</vt:lpstr>
      <vt:lpstr>Operations in a CNN</vt:lpstr>
      <vt:lpstr>Sample CNN: Applying kernels and pooling</vt:lpstr>
      <vt:lpstr>Sample CNN: Applying kernels and pooling</vt:lpstr>
      <vt:lpstr>Sample CNN: Full Implementation</vt:lpstr>
      <vt:lpstr>References</vt:lpstr>
      <vt:lpstr>Extra notes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AI and Machine Learning?</dc:title>
  <cp:lastModifiedBy>Mohammad Hasan</cp:lastModifiedBy>
  <cp:revision>9</cp:revision>
  <dcterms:modified xsi:type="dcterms:W3CDTF">2026-10-22T23:03:43Z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118AC62C-6063-445C-83E0-64D5A29EA3D4</vt:lpwstr>
  </property>
  <property fmtid="{D5CDD505-2E9C-101B-9397-08002B2CF9AE}" pid="3" name="ArticulatePath">
    <vt:lpwstr>Unconscious Bias in the Engineering Faculty Search Process_v3</vt:lpwstr>
  </property>
</Properties>
</file>