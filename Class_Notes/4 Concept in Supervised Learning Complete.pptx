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4"/>
  </p:notesMasterIdLst>
  <p:sldIdLst>
    <p:sldId id="315" r:id="rId2"/>
    <p:sldId id="343" r:id="rId3"/>
    <p:sldId id="353" r:id="rId4"/>
    <p:sldId id="355" r:id="rId5"/>
    <p:sldId id="352" r:id="rId6"/>
    <p:sldId id="354" r:id="rId7"/>
    <p:sldId id="356" r:id="rId8"/>
    <p:sldId id="358" r:id="rId9"/>
    <p:sldId id="359" r:id="rId10"/>
    <p:sldId id="361" r:id="rId11"/>
    <p:sldId id="362" r:id="rId12"/>
    <p:sldId id="360" r:id="rId13"/>
  </p:sldIdLst>
  <p:sldSz cx="9144000" cy="5143500" type="screen16x9"/>
  <p:notesSz cx="9236075" cy="7010400"/>
  <p:custDataLst>
    <p:tags r:id="rId15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46EE7-778A-0847-9426-C55130C67901}" v="2351" dt="2026-09-10T21:16:19.988"/>
    <p1510:client id="{CC9B49CC-EDD8-9043-AF00-095A31FD9962}" v="1537" dt="2026-09-10T21:20:55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141" d="100"/>
          <a:sy n="141" d="100"/>
        </p:scale>
        <p:origin x="7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29.4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66 8037,'0'-11'914,"0"0"11,0 0-368,0 0-295,0 0 228,0 5 142,0 1-424,0 20 1,4-4-1,0 15 1,4-4-121,0 7 1,-3-3-162,-2 3 0,3 0-675,2 5 1,-3-6 417,-2-3 1,3 2-760,2-1 0,-2-1 489,1-7 1,1 0 599,3-7 0,19-22 0,6-13 0</inkml:trace>
  <inkml:trace contextRef="#ctx0" brushRef="#br0" timeOffset="305">353 243 7912,'0'-11'372,"0"0"0,0 3 256,0 1 107,0 4-173,0-1-617,0 4 1,-5 1 33,-2 2 1,-3 4 124,-1 4 0,0 1 39,0 3 1,0-3 8,0 2 1,0 2-676,0-1 0,5 3 266,2-3 1,3 0 3,1-4 0,2 0 63,6 0 0,0-1 198,11-3 0,0-2-95,7-5 0,-3 0 19,3 0 0,-4-5-13,-4-2 0,-2-7 24,-5 0 0,-5-5-220,-2 4 0,-4-3 80,-4 3 1,-2-1-269,-5 2 0,-1 2 465,-3-3 0,3 4 0,-3 3 0,8-1 0,2 3 0</inkml:trace>
  <inkml:trace contextRef="#ctx0" brushRef="#br0" timeOffset="691">541 221 7912,'11'0'553,"0"0"1,-4 0 120,0 0-456,1 0 0,3 1 79,0 2 0,-1 4-80,-3 4 1,1 0-181,-4 0 0,1 0-17,-1 0 0,-3 0-98,3 0 0,-3 0-156,-1 0 0,-1 0 152,-3 0 1,1-4 3,-4 1 0,3-5-16,-3 5-168,5-6 98,-8 3 176,9-5 0,-6 0-35,4 0 1,2-5 9,-3-2 1,3-3-74,1-1 1,0 0 66,0 0 0,3 0-42,1 0 1,5 0 32,-2 0 1,-1 0-36,1 0 0,4 0 26,4 0 0,4 1-116,-5 2 0,6 0 23,-2 4 0,3 1-42,1 3 1,0 1 91,0 2 0,-3 4-7,-1 4 1,-5 0-194,2 0 0,-6 0 53,-2 0 1,-3 3-33,3 1 0,-4 0-18,0-4 277,-2 0 0,1 0 0,1 0 0,23-10 0,10-2 0</inkml:trace>
  <inkml:trace contextRef="#ctx0" brushRef="#br0" timeOffset="1134">1224 298 7912,'7'-11'0,"0"0"1171,-3 0-715,5 0 0,-4 0 850,2 0-478,-2 0-430,-5 0 0,-5 1-211,-2 2 0,-4 3-141,-4 5 1,2 0-53,-6 0 0,1 0-43,-4 0 1,4 5-297,-1 3 1,4-2 236,-3 1 0,5 2-543,-2 5 0,3-1 287,1 1 0,5 2-269,2-1 1,3 0 252,1-4 1,0 0 140,0 0 1,1 0 385,3 0 0,3-4-162,8 1 0,-2-6 351,5 2 1,1-3-254,3-1 1,0 0 251,0 0 0,-4 0-144,1 0 1,-2 0 79,1 0 0,2 0-103,-5 0 0,-1 0 51,-3 0 0,0 0-231,0 0 1,0 1 63,0 3 0,0-2-105,0 6 1,0-1 69,0 4 1,0 0-122,0 0 1,1 4 90,-1-1 1,-4 5 138,0-4 1,-4 3-73,0-3 1,-3 3 97,-3-3 1,-8-1 252,-8-3 1,-2-1-138,-1-2 0,-5-4-39,-2-4 0,-3 0-59,-1 0 0,0-1-557,0-2 1,5-4 265,2-4 0,3 0-1312,1 0 1,10 0 135,4 0 1297,6 0 0,31 0 0,8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27.5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299 99 7617,'-3'-7'-129,"-1"0"1,-1 3 1193,1-3-459,3 4-184,-9-2-77,9 5 0,-5 1-57,2 3 0,3 3-8,-3 8 0,3-1-62,1 4 0,0 0-32,0 4 1,0 0 30,0 0 1,0 2 0,0 1 0,4-1-941,-1 1 0,5-1 425,-5-2 0,5-4-684,-5 1 0,2-6 462,-1 2 1,-3-7 519,3 0 0,7-45 0,1-7 0</inkml:trace>
  <inkml:trace contextRef="#ctx0" brushRef="#br0" timeOffset="334">641 0 8778,'-11'0'263,"0"0"0,-5 0 12,-2 0 0,-9 0-157,-6 0 0,-5 4 61,-7-1 1,0 2-58,-3-1 0,2-3 73,-6 3 0,6-3-573,-2-1 0,8 0 264,3 0 1,8 0-751,3 0 552,7 0 312,13 0 0,66 5 0,25 1 0</inkml:trace>
  <inkml:trace contextRef="#ctx0" brushRef="#br0" timeOffset="716">409 66 7912,'2'-7'487,"1"-1"-414,-1 6 48,2-3 0,0 10 252,0 2 1,1 3-65,-2 1 0,0 1-80,4 3 0,-3 2-366,3 5 0,-3 0 119,3 0 0,-4 0-113,0 1 0,2-1 72,-1 0 1,0-2-466,-4-1 1,0 0 226,0-4 1,0 0-1018,0-4 600,0-5 714,0-1 0,0-5 0,-5-30 0,-1-6 0</inkml:trace>
  <inkml:trace contextRef="#ctx0" brushRef="#br0" timeOffset="967">465 243 7864,'1'-11'67,"2"-1"0,-1 5 143,1 0 252,3-1-150,1-3 0,2 4-130,-1 0 0,2 4-98,-3 0 1,3 1-118,1 2 1,0 4 95,0 0 1,5 4-133,2 0 0,-1 1 37,2 2 0,-6 0-49,2 1 0,-2 2 78,2 1 1,-6 1-306,2-1 1,-8-3 28,1 2 1,-3-1-70,-1-2 0,0 0-247,0 0 1,0-4 21,0 1 573,0-6 0,5-22 0,1-10 0</inkml:trace>
  <inkml:trace contextRef="#ctx0" brushRef="#br0" timeOffset="1335">784 298 7912,'6'0'751,"4"0"-636,-4 0 0,5 0 130,0 0 0,0 0-307,0 0 1,2 0 86,1 0 1,-1 0-257,1 0 0,2 0 158,-1 0 0,1-2-123,-1-1 1,-3 2-94,2-3 1,-1 1-51,-2 0 0,0 0 42,0-4 0,-5 3-145,-2-3 158,2 0 284,-5-4 87,-1 0 0,-7 1-107,-8 2 0,1 2 655,-4 3 0,3 1-224,-3-1 0,0 1-78,-4 2 0,1 2 110,2 1 0,0 0-131,4 4 0,-3 0 100,3 5 0,2-1-109,5 0 1,0 3-186,4 1 0,0 3 100,4-3 0,5 3-273,2-3 0,12 1-8,3-1 1,11-4-29,0 0 1,7-1-738,1-7 0,-1 1 421,4-4 1,-6-1-1547,7-3 1953,-9-2 0,7-25 0,-4-4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31.5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 6564,'-6'0'2712,"-4"0"-2289,9 0 64,-4 0-333,5 0 15,0 4 1,0-1-462,0 4 0,1-1 210,3 2 1,-2 2-792,6-3 1,-4 3 108,3 1 764,0 0 0,24 14 0,4 5 0</inkml:trace>
  <inkml:trace contextRef="#ctx0" brushRef="#br0" timeOffset="335">364 144 7906,'0'-7'24,"0"-1"1,1 6 103,3-2 1,2 3-57,5 1 1,1 0-755,3 0 1,2 0 62,5 0 619,0 5 0,30 6 0,6 6 0</inkml:trace>
  <inkml:trace contextRef="#ctx0" brushRef="#br0" timeOffset="737">816 67 7546,'0'-6'107,"0"1"155,0 5 0,4 5-64,-1 2 0,6 3-52,-2 1 1,-1 1-179,2 3 1,-1 1 81,4 2 1,0 3-221,0-3 1,0 3 40,0 1 1,-1-4 52,-3 1 0,2-6 3,-5 2 1,-1-6 3,-3-2 408,0-5 0,0 2-142,0-8 1,-3-2 198,-1-5 1,-5-3-136,2-1 0,1-5 301,-2 2 0,2-3-145,-1-1 0,1 0-10,2 0 0,3 1-314,-3 3 0,3-2 66,1 5 1,6-1-787,5 2 0,1 5 409,7-2 1,3 6-1046,4-2 0,3 4 326,-3 0 0,3 5 937,-3 2 0,9 19 0,0 2 0</inkml:trace>
  <inkml:trace contextRef="#ctx0" brushRef="#br0" timeOffset="1118">1202 100 7894,'-6'0'815,"1"0"0,4 0 84,-3 0-251,3-5-401,-4 4 0,5-3-15,0 8 0,0-2-185,0 5 0,0 1 128,0 3 1,1 0-428,3 0 0,-2 0 19,5 0 0,-3 0-167,3 0 1,0 0 82,0 0 0,3 0 96,-3 0 0,-1-4-285,2 1 0,-1-6 138,4 2 1,4-3-130,-1-1 0,1-1 180,-4-3 1,4-2 117,-1-5 1,2-1 273,-1-3 0,-6 2-17,2-6 0,-3 6 512,3-2 1,-5-1-151,-2 2-10,-3-1 1,-1 4-123,0 0 0,-1 5 939,-3 2-436,3-2-652,-4 5 0,2 1-116,-1 7 1,0 3 101,4 1 0,1 0-476,3 0 1,-3 1 217,3 3 1,1-3 72,-1 3 0,3 1 2,-3-2 0,4 1-947,0-4 0,-2 0-453,1 0 1458,0 0 0,24-24 0,5-7 0</inkml:trace>
  <inkml:trace contextRef="#ctx0" brushRef="#br0" timeOffset="1511">1599 122 7921,'0'-11'0,"0"0"0,0 5 745,0-4 1,1 9-250,3-3 0,-3 4-14,2 4 0,2 2-161,-1 5 0,5 0-251,-2 0 0,-2 4-108,-1-1 1,0 5 108,0-5 0,3 5-177,-3-5 1,0 5 63,-4-5 0,0 1-65,0-4 0,0 0 86,0 0 0,0-3-425,0-1 137,0-5 249,0 3-596,0-5 415,0-5 1,0-2 6,0-8 1,0 3 58,0-3 0,3-1 187,1 2 0,1-2-95,-1 1 0,-2 3 163,6-3 0,-5 3 97,5 1 0,-5 0 118,5 0 1,0 5-131,7 2 1,-2-1-34,6 2 0,-5 0-200,5 7 1,-1-1 140,4 8 1,4-2 9,0 6 0,-1 2-50,-3 1 1,0 3 19,1 1 1,-6 0-136,-3 0 1,-1-1-143,-2-3 1,-4 2-189,0-5 0,-4-1-11,0-3 423,-1-4 0,-2-3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33.9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286 464 7923,'6'-11'1238,"-1"3"-768,-5 1-345,0 5 0,-1-7 313,-3 5-342,-2 1 1,-5-1 72,0 0 0,-3 1-194,-1 3 1,-5 0 109,2 0 0,-3 5-84,-1 2 1,0-1-139,0 1 0,0 4-9,0 4 1,3 0-196,1-4 0,8 4 157,-1-1 0,8 2-12,-1-1 1,4-3 128,4 3 1,7-7-139,7 0 1,3-6 88,1 2 1,0-3-99,0-1 0,0-1 70,0-3 1,0-2 23,0-5 0,-1 0 15,-3 0 0,-2 0-6,-5 0 1,0-4 455,0 1 0,-5-5-186,-2 5 0,-3-1 369,-1 4 0,0 0-207,0 0 1,0 3 334,0 1-451,-5 5 0,3-3-109,-5 5 0,4 1-123,-1 3 1,3 2 75,1 5 0,0 1-270,0 3 0,4-2 96,0 6 0,3-5-382,-3 5 1,3-2 191,-3 1 0,3 2-245,-3-6 1,4 5 121,0-4 0,-2-1 438,1-3 0,-4-5 0,11-6 0,-2-6 0</inkml:trace>
  <inkml:trace contextRef="#ctx0" brushRef="#br0" timeOffset="894">496 431 7923,'0'-11'0,"0"0"190,0 0 0,0 3-25,0 1 711,0 5-176,0-3-561,0 5 1,0 5-35,0 2 0,1 6-117,3 2 1,-2 3-80,5-3 0,-3 5 83,3-2 0,0 3-371,0 1 0,1-1 169,-4-3 0,4 2-157,-5-5 1,6-1 119,-2-3 1,-1-1 49,2-3 1,-5-2-46,5-5 0,-1 0-95,4 0 0,0-6 98,0-5 0,-4-1 239,1-6 0,-1-1 0,4-3 0,-5 4 0,-2-1 0,1 1 85,-2-4 0,1 4-147,-4-1 1,0 6 447,0-2 0,1 6 148,3 2 12,-3 5-337,9-3 0,-7 6-59,4 3 0,-1 2-97,1 5 0,3 3 59,-2 1 0,1 4-24,2-5 1,0 5-84,0-5 1,2 1-1,1-4 1,-3 0 123,0 0 0,4-4 5,-4 1 0,3-6-271,-3 2 0,0-3 86,0-1 0,0 0-171,0 0 1,0-5 83,0-2 0,-1-3 21,-3-1 0,1-1 27,-4-3 0,0 3 136,-4-3 1,0-1 18,0 2 1,-1-5 219,-3 4 0,-2 1 82,-5 3 1,0 3-95,0 1 0,0 5-211,0-2 0,3 3 71,1 1 1,3 1-67,-3 3 1,3-2 79,-3 5 0,4 4-179,0 4 1,2 1-45,1-1 0,0 1-161,0 2 0,3 3-76,1-3 1,4-2 100,0-1 1,2 1 31,1-2 0,1 1 60,3-4 1,1-1 68,2-3 0,3 2-55,-3-5 0,3-2-29,1-6 0,-4 2 86,1-5 1,-5-1 169,5-3 1,-6-3 272,2-1 1,-3-1-180,-1 1 0,-3 3 336,-1-3 1,-3 2-243,3-2 0,-3 3 213,3-3 1,-3 4 206,3 4-137,-5-3-500,8 4 0,-7 0-202,4 2 1,-4 4-235,0 4 1,3 2 196,2 5 0,-2 0-231,1 0 1,-3 1 188,3 3 1,-3-2-115,3 6 1,1-2 71,3 1 1,-4 2 12,0-5 0,-1 4 119,2-1 1,0-2-44,-4-1 367,0-3 0,-4-4-49,0-1 915,0-5-776,-5-6 1,-1-5 199,-5-9 0,1 3-163,2-3 0,0 0 136,4 0 0,1-3-201,3 3 0,0 2-310,0 1 1,2-1-922,5 2 0,6-1 554,9 4 1,5 5-1009,2 2 0,9 3 594,6 1 1,0 5-21,4 2 0,-3 7 824,-1 0 0,10 35 0,3 5 0</inkml:trace>
  <inkml:trace contextRef="#ctx0" brushRef="#br0" timeOffset="1600">1896 596 7923,'7'-7'281,"1"-1"1,-5 5 3,5-5 1,-5 2 380,5-1 1,-6 1-225,2 2 1,-3 2 1013,-1-6-1112,0 6 0,-1-7-175,-3 6 0,-2-1-126,-5 4 1,-1 0 53,-3 0 0,1 1-430,-4 3 0,3 2 303,-3 5 1,5 0-568,-2 0 1,3 0 235,1 0 1,3 1-286,1 3 1,4-3 179,0 3 1,1-3 180,2-1 0,0-3 220,0-1 1,5-5-81,3 2 0,5-3-9,2-1 0,3-1-21,-3-3 0,3-2 145,-3-5 0,3 0-93,-3 0 0,4 0 287,-5 0 0,1-1 95,-4-3 0,0 3 79,0-3 0,-1 3-53,-3 1 1,2 4-80,-6-1 0,2 5-77,-1-5 20,-3 6 1,4-2 199,-5 8-282,0 2 1,0 9-420,0-1 0,0 2 76,0-1 0,0-3-121,0 3 1,0 1-70,0-1 0,4 3 168,-1-3 1,2-2 111,-1-6 0,-2 3 6,6-2 0,-1-3 85,4-2 0,1-2-45,3-1 1,-1-1 139,4-2 0,0-4 146,4-4 0,0 0 142,0 0 1,1 0 9,-1 0 0,-2-1-94,-1-3 1,0 4 72,-4 0 1,1 0-57,-1 4 1,-7-3 69,3-1 0,-7 4 12,0-1 0,-3 5 6,-1-5 0,-1 6-281,-3-2 0,-2-1 109,-5 2 1,-1-1-153,-3 4 1,3-1 100,-3-3 0,-1 3 92,1-3 1,-1 3 37,2 1-303,1 5 0,-1 1 63,6 5 0,0 0-93,4 0 0,2 5 33,5 2 0,5 4-208,6 4 1,4-1 50,4 4 0,1 0 59,3 4 0,-3-3 409,3-1 0,-1-2-128,-3-1 0,-2-2 83,-9-9-135,-5 0 1,-2-9 27,-8-2 1,-7-3-398,-7-1 0,-7-5 158,0-2 0,-5-3-901,4-1 0,2 0 1065,6 0 0,11-25 0,9-5 0</inkml:trace>
  <inkml:trace contextRef="#ctx0" brushRef="#br0" timeOffset="1968">2568 717 7923,'21'-1'169,"-3"-2"1,-2 1-71,-5-1 1,0 1 236,0 2 1,4 0-58,0 0 0,1 0-101,-1 0 1,-3 0-33,2 0 0,-1 0-17,-2 0 0,0-1-11,0-3 0,-4 2 108,0-5-420,-4-1 0,2-3 145,-5 0 1,-5 4-177,-2 0 1,-4 0 112,-4 0 1,1 2 89,-4 5 0,0 0-12,-4 0 0,3 0-29,1 0 1,4 5 779,0 2 1,1 3 66,2 1 0,5 4-64,3 0 0,1 3-205,2-3 1,6 6 120,6 1 0,8 0-214,10 3 0,3-3-292,4-3 0,3-2-210,8-2 1,-7-8-327,3 0 0,-7-4-1424,0-3 0,-6 0 981,-2 0 0,-11-5 849,-3-2 0,-32-23 0,-14-5 0</inkml:trace>
  <inkml:trace contextRef="#ctx0" brushRef="#br0" timeOffset="3096">3726 563 7860,'-11'-6'157,"0"2"1,0 3-106,0 1 0,0 0-86,0 0 1,-5 1 191,-3 3 1,2 2-93,-1 5 0,3 0 14,-3 0 1,6 0-55,1 0 0,1 0-129,6 0 1,0 0 0,4 0 1,2-1-87,1-3 1,7 2 31,5-5 0,4-1 110,0-3 1,5 0-315,2 0 1,-2-5 110,-5-2 0,0-3 24,-4-1 0,0 0 225,-4 0 0,-1-3-76,-3-1 0,-2 0 86,-5 4 0,0 0 101,0 0 1,0 0 425,0 0-385,-5 0 0,3 5 55,-6 2 9,6 3-23,-3 1 0,6 0-49,3 0 0,6 0 34,4 0 0,2 4 21,-1-1 1,2 1 148,5-4 1,5 0-4,2 0 1,2-1-134,-2-3 1,3 2-77,-2-6 0,4-3 49,-1-3 0,1-2-258,-8 1 1,0-2 119,-4-5 1,-1-4-153,-3 0 0,-7-4-13,-7 0 0,-3-3-11,-1-4 0,-5 3 217,-2-3 0,-4 4-83,-4 4 1,2-2 162,-6 6 0,6 4-77,-2 6 0,3 8-53,1 3 35,0 3 0,1 6-213,3 2 0,-2 9 118,5 6 1,-3 3 213,3 8 1,1-2-45,3 10 1,0-4-69,0 3 1,-4 2-40,0 5 0,1-2 16,3-1 0,-4 0 14,0-4 1,-4-1 32,0 2 0,-2-11 62,-1 0 0,4-7-90,0-5 0,1-2 51,-2-5-516,-1-4 0,7-4 179,-1-6 1,1-4-3024,2-4 3233,5 0 0,6-29 0,6-8 0</inkml:trace>
  <inkml:trace contextRef="#ctx0" brushRef="#br0" timeOffset="3243">3935 508 7860,'0'-11'1921,"5"1"-1318,3 3 0,1-2-196,2 6 1,9-1 90,2 4 1,11 0 45,0 0 0,8 0-32,-1 0 1,-2 0-813,-1 0 0,-8 0 266,-3 0 0,-4-4-2442,-4 1 1678,-7-6 798,-6 3 0,-34-10 0,-8-1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45.5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276 54 8324,'0'-11'459,"0"0"0,0 4-220,0-1-202,0 6 1,-1-7 124,-2 6 0,-4 0-36,-4 7 0,-1 2 98,-3 5 1,2 4-214,-5 0 0,-1 4 139,-3 0 0,1 5 39,3 2 0,-3-1-374,3-2 0,2-1-109,1 0 0,-1 3-79,2 1 1,4-4 197,6-4 1,3-4-244,1 1 296,0-3 0,1-6-82,3-2 0,2-3 12,5-1 1,4-1 30,-1-3 1,2-2-19,-1-5 1,-3-4-7,3 0 1,1-3 98,-2 3 0,5-3 78,-4 3 0,-1-4-63,-3 0 1,1 2-35,3-1 1,-6 4 253,2 0 1,-3-2-85,3 1 0,-4 0 855,-4 4-80,-2 0 183,-1 5-728,0 1 87,0 5-177,0 5 1,-3 1-16,-1 5 0,-1 0-132,1 0 1,3 2 93,-2 1 0,1 0-314,2 4 1,0-3-179,0 3 1,0-3-199,0 3 1,5-1 129,3 2 408,6-3 0,57-20 0,19-3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49.6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0 287 7928,'0'-7'309,"0"-1"0,0 5 845,0-5-275,0 6-331,0-3-109,0 5-206,0 5 0,2 1-115,1 5 1,-2 1 52,3 3 0,-1-1-681,0 4 0,-2 0 305,3 4 0,-3 0-211,-1 0 1,0-1 195,0-2 1,0 1-40,0-1 0,0-3 236,0-2 1,0-1 533,0-2-219,0-5 1,2-1-157,1-5 1,3-3 84,5-4 1,0-2-54,0-9 0,4 0-283,0-4 1,1-2 138,-2-1 1,-1 1-992,1-1 1,-1 1 168,-2 2 0,3 4-49,1-1 1,5 6 846,-2-2 0,32 8 0,9 2 0</inkml:trace>
  <inkml:trace contextRef="#ctx0" brushRef="#br0" timeOffset="427">541 298 7928,'1'-7'1602,"2"-1"-554,-1 6 209,3-3-415,-5 0-844,0 4 0,-2-4-94,-1 5 0,-3 1-42,-6 3 1,0 2-152,-2 5 1,0 0 207,-4 0 1,3 1-16,-3 3 0,0-1 0,0 4 0,2-3-268,5 3 0,1-3 57,3 3 0,-2-4-527,6 0 488,-1 3 0,5-6 90,3 0 0,2-1-90,5-6 1,1 0 82,3-4 0,-1-5 75,4-3 1,-1-1 17,1-2 0,2-4 217,-5 0 1,1 0 12,-2 4 0,-1-3 41,1-1 0,-1 0 30,-2 4 1,-2-1 248,-1-3 1,2 3 977,-3-3-620,-2 3-124,0 1-163,-5 0 190,0 5-385,0 1-344,-5 10 1,4 2 79,-3 8 0,3-3-188,1 3 1,0 1-277,0-1 0,0 1 240,0-2 0,0-2-313,0 3 0,0-1 222,0 0 1,1-3-146,3 0 1,-2 0-180,5-3 647,1-3 0,42-20 0,10-10 0</inkml:trace>
  <inkml:trace contextRef="#ctx0" brushRef="#br0" timeOffset="1017">816 287 7925,'0'-7'624,"0"-1"143,0 6-130,0-8-123,0 9-315,5 6 0,-4-1-12,3 7 0,1-2-126,-2 6 0,2-3-137,-1 3 1,-3-2-36,3 2 0,-3-3 125,-1 3 0,0-3-109,0-1 1,0 0 66,0 0 1,0 0-70,0 0 1,0 1 105,0-1-83,0 0 72,0 0 3,0 0-15,0-5 12,0-1-2603,0-5 2361,-5 0-46,4 0-24,-4 0 187,5 0 0,-4 1 184,1 3-147,-1-3 884,4 4 1162,0-5-1813,0-5 1,0-1 21,0-5 1,1 0-10,3 0 1,1 0-1,2 0 1,7-2-208,-3-1 1,3 0 104,1-4 1,2 3-92,5-3 0,-3 4 84,-1-1 1,-1 3-483,2 1 1,-3 4 195,-5-1 0,0 6-895,0-2 0,-2 4 1134,-1 4 0,2 27 0,-4 10 0</inkml:trace>
  <inkml:trace contextRef="#ctx0" brushRef="#br0" timeOffset="1201">1180 386 7900,'5'-6'1475,"-3"1"-540,6 5-562,-6 0 0,4 0-46,-2 0 1,-3 2-61,3 1 1,-3 3-73,-1 5 0,4 0 22,-1 0 0,1 2-366,-4 1 1,0-1-154,0 1 0,0 0-407,0 0 0,0-5-760,0 2 1,1-2 207,3 2 1261,-3-5 0,19-21 0,-2-9 0</inkml:trace>
  <inkml:trace contextRef="#ctx0" brushRef="#br0" timeOffset="1350">1323 144 7900,'-17'-5'0,"1"-1"915,5-5 1,4 3 118,-1 1-548,6 5-1373,-3-3 1,6 5 562,3 0 0,2 1 324,5 3 0,25 21 0,5 11 0</inkml:trace>
  <inkml:trace contextRef="#ctx0" brushRef="#br0" timeOffset="1894">1665 353 7900,'0'-7'0,"0"0"370,0-2 1,-1 3-25,-3-1 1,3 3 481,-3-4-543,-2 6 1,4-3-245,-6 5 0,1 0 20,-4 0 0,1 1 117,3 3 1,-3 2-360,3 5 1,-3 0 177,-1 0 1,1 5-428,3 3 1,-2-2 182,5 1 1,1-3-118,3 3 1,0-4 124,0 0 0,0-1 144,0-2 1,1-2 18,3-1 0,2-3 119,5-5 0,-4 0 54,0 0 1,2-2-85,6-1 1,-3-5 59,3-6 0,-3 1-76,-1-1 0,-4 1 145,1 2 1,-5 0-66,5 0 1,-5 0 328,5 0-259,-6 0 1,4 0-29,-2 0-110,-3 5 0,5-2 145,-2 4-386,-3 0 224,9 4 1,-5 1-185,2 3 1,2 2-123,-6 5 1,6 4-92,-2 0 1,0 1-312,0-2 0,0-1 716,4 1 0,-5-1 0,19-2 0,-1 0 0</inkml:trace>
  <inkml:trace contextRef="#ctx0" brushRef="#br0" timeOffset="2336">1996 78 7900,'-6'-16'563,"1"3"165,5-1 1,-4 5 698,0 2-500,1 4-881,3-1 28,0 4 0,0 4 164,0 4 0,0 6-22,0 5 1,3 2-200,1 1 0,1 1 85,-1 3 1,-2-2 65,5 6 0,-3-5-1043,3 5 0,-4-2 455,1 1 1,-2 2 106,2-5 0,-3-2 87,3-5 1,-3 0 103,-1-4-204,5 0 296,-4-9 21,4-1 1,-5-7 126,0-1 1,0 0-385,0-4 0,0-1 141,0-3 1,0 0 62,0 0 1,3-1-23,1-3 0,1 3 102,-1-2 1,-3 1-69,3 2 0,1 4 72,-2 0 1,2 0 6,-1 0 1,-2-2 121,6 6 0,-5-5-27,5 5 0,-1-1-105,4 4 1,1 0-119,3 0 1,-2 1 73,6 3 0,-1-2-141,4 6 1,-3 0 90,-1 7 1,-5-3 44,2 3 0,-6-3 72,-2-1 1,-5 0 133,2 0 0,-5 0-64,-6 0 1,-2-3-108,-9-1 0,-1-4-497,-3 0 0,-1-2 234,-3-1 1,3 0-968,-3 0 1225,8 0 0,-3-4 0,4-3 0</inkml:trace>
  <inkml:trace contextRef="#ctx0" brushRef="#br0" timeOffset="2578">2337 89 7900,'0'-21'0,"0"2"0,0 4 1319,0 4 1,0 3 209,0 1-589,0 4-377,0-2-357,5 15 1,-2-1-43,4 9 0,-3 2-106,3 6 1,-4 2-351,0 5 0,2 0 241,-1 0 0,0 0-890,-4 0 0,0-1 443,0-3 0,0 3-539,0-2 1,1-3 410,2-2 1,-1-6-518,1-5 1143,3-1 0,10-27 0,8-5 0</inkml:trace>
  <inkml:trace contextRef="#ctx0" brushRef="#br0" timeOffset="2977">2569 342 7900,'6'0'294,"0"-3"-64,-2-1 0,-2 0 160,6 4 71,-6 0 69,8 0-237,-4 0-183,5 0-99,0 0 175,0 0-141,0 0 0,0 0-9,0 0 1,-3 0-137,-1 0 1,-3 0-6,3 0 1,-3-3 176,3-1 0,-5-5 29,2 2 1,1 1 18,-1-2 0,-1 1-199,-3-4 1,-1 4 87,-3-1 0,2 1-54,-5-4 0,-2 4 101,-6-1 1,3 2 73,-3-1 0,3 2-103,1 5 1,-4 0-33,1 0 1,-1 1 380,4 3 0,0 2 70,0 5 1,4 1-181,-1 3 0,5-2-104,-5 6 1,6-1 49,-2 4 0,4-1-33,4-3 0,6 3-201,4-2 1,6 0 122,-2 0 0,7 0-870,0-4 0,2-2 382,-1-5 0,-3 0 135,3-4 0,1 0-2951,-1-4 3203,-5 0 0,4-10 0,-1-2 0</inkml:trace>
  <inkml:trace contextRef="#ctx0" brushRef="#br0" timeOffset="3235">3153 475 12344,'11'0'0,"0"0"0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46.5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77 265 7716,'-6'0'-1007,"1"0"1383,5 0 0,0 5-113,0 3 1,-1 6-59,-3 5 1,2 1-138,-5 2 0,4 1-6,-1-1 1,-2 3-126,-1 1 1,1 1 94,-2-1 1,5-8 4,-5 0 94,6 1 444,-3-7-387,5-1 1,0-7-86,0-8 1,0-2-53,0-5 1,1-4-118,3 1 0,2-6-22,5 2 0,1-3 71,3-1 1,-1 0-500,4 0 1,0 3 202,4 1 1,2 3-308,1-3 0,0 4 288,4 0 1,-1 5 331,2 2 0,2 4 0,-3 0 0,-2 1 0,-1 2 0,-7 0 0,0 0 0,-5 0 0,5 0 0,-9 4-320,1 0 320,-3-1 0,0-3 379,-1 0-58,-5 0-34,3 0 0,-5 2-29,0 1 0,-3 0 54,-1 4 1,-8-1-151,1 2 1,-4 1-16,0-1 1,2 5 49,-6 2 0,5 0-43,-5-4 1,5 0-152,-5 0 0,6 3 96,-2 1 0,3 0-376,1-4 1,1 0 81,3 0 1,2 0-44,5 0 1,0-4 85,0 1 0,1-6-80,3 2 0,3-3 22,8-1 0,-2-1 6,6-3 0,-5-3-65,5-8 0,-5 3 145,5-3 0,-6 3 124,2 1 0,-2-4-47,2 0 0,-3-3 47,3 3 0,-6-1 123,-2 2 0,0 1-65,4-1 1,-5 1 555,-2 2-175,-3 0-18,-1 0-270,0 5 0,0 6 104,0 8 0,-1 1-165,-3 2 1,2 2-5,-5 1 0,4-1-187,-1 1 1,2 3 51,-2 2 1,3-2-430,-3 1 0,3-4 247,1 1 0,0 0-598,0 0 829,0 0 0,20-24 0,4-4 0</inkml:trace>
  <inkml:trace contextRef="#ctx0" brushRef="#br0" timeOffset="752">728 265 7946,'0'-6'970,"0"1"0,0 6-692,0 3 0,-2 0-157,-1 7 0,0-3-12,-4 7 0,3 2-60,-3 2 0,3 1-185,-3 3 1,3-3 132,-3-1 0,1 2-310,-2-3 1,2 2 125,3-2 0,1 1-101,-1-4 1,0-4 78,0-3 1,1-5-160,-1 5 231,2-6 0,2 2-26,2-8 0,0 2 53,4-6 1,1-3-6,3-3 0,0-2-117,0 1 1,0 1 83,0-4 1,3 1 105,1-1 0,0-2-83,-4 5 1,0-1 507,0 2-235,0 1 1,-1-3-76,-3 5 0,-1 5 170,-2 3-93,-3 1 303,4 2-259,-5 0 1,-4 2-156,1 1-41,-1-2 103,-1 9-37,4-4 1,-8 2-206,6-1 127,-1-4 168,4 1-130,0 1 255,0-3-200,0 2-257,0-4 137,0-4 32,0 2 1,0-4 44,0 3-35,0 1 0,1-6 4,3 4-5,-3 0 1,5 1 3,-2-1-24,-3 0 21,4-1 61,0 4 5,-4-4 1,5 2 82,-2-1-12,-3 0 28,4 4 6,0 0-126,-4 0 1,5 0-32,-2 0 39,-3 0 1,4 5-146,-5 3 1,0-2 103,0 1 1,0 0-16,0 4 0,0 0 53,0 0 1,-1 4 82,-3 0 0,3 0-244,-3-4 1,2 0 133,-2 0 0,3-4-278,-3 0 220,3 1 1,2 2-582,3-3 0,2-2 43,5-5 572,0 0 0,29-25 0,8-5 0</inkml:trace>
  <inkml:trace contextRef="#ctx0" brushRef="#br0" timeOffset="1501">1510 12 8296,'-6'-6'412,"0"1"-324,2 5-47,3 0 1,-4 1 728,5 3 1,-3 5-250,-1 6 1,-1 8-451,1-1 0,2 8 24,-5-1 1,-1 3-218,-3 1 0,1 1-18,3 3 0,-3-4-11,3 0 1,-3-1 99,-1-6 0,1-2-13,3-5 0,-2-7-230,6-5 101,-1-4-14,4 2 1,0-10 93,0-3 0,0-1-481,0-2 1,0-2 167,0-1 0,0 0 7,0-4 1,0 3 170,0-3 0,-4 4 46,1 0 0,-2 0 281,1-1 0,2 6-147,-6-6 0,1 9 421,-4-5 1,-1 7-231,-3 0 0,2 3 392,-6 1 1,4 1-132,-3 3 1,1 3 28,-1 8 1,0-1-293,4 4 0,5-3 41,-2 3 1,6-3-122,-2 3 0,4-3 131,0 3 0,2-4-415,1 0 1,6-1 145,5-2 0,5-2-591,6-1 0,5-3 62,2-5 626,8 0 0,22-20 0,9-4 0</inkml:trace>
  <inkml:trace contextRef="#ctx0" brushRef="#br0" timeOffset="1796">1720 265 7943,'-11'-6'0,"0"2"0,3 0 442,1 0 1,0 0-68,-4 4 1,0 4-139,0 0 1,0 4-87,0-1 0,0 7-105,0 1 1,0 3-394,0-3 0,-3 4 250,3 0 0,-1 0-105,8 0 0,0 0-24,4-4-29,0 5 1,2-9 28,1 0 1,1-5 599,7-6 1,-2-1-233,5-3 0,0-2-144,1-5 1,-3-4-488,2 0 0,1-3 251,-4 3 0,3-1-376,-7 2 1,3 1 613,1-1 0,5-3 0,1-1 0</inkml:trace>
  <inkml:trace contextRef="#ctx0" brushRef="#br0" timeOffset="2418">1786 232 7680,'1'-10'-45,"3"3"1839,-3 2-1179,4 5 1,-4 0-212,3 0 1,-3 5-266,3 2 0,-3 3 94,-1 1 0,0 4-177,0 0 0,0 3 123,0-3 0,-5 4 54,-2 0 0,1-2-748,-2 1 1,5-4 296,-5 0 1,5 0-706,-5 1 682,6-3 1,-4 2-42,2-6 1,3-2-216,-3-2 294,3-3 1,2 0 31,3-5 1,2-8-116,5 1 0,0-4 120,0 1 0,0 0 2,0-4 1,4 0 188,-1-5 0,1 3-102,-4 1 0,4 0 225,0 4 1,-1-3-82,-3 3 0,0 1-141,0 7 0,0-2 231,0 6 1,-3-1 168,-1 4 1,-4 1-149,0 3 1,2 2-63,-1 5 1,-1 0 63,-3 0 1,0 4-108,0 0 0,-1 1-30,-2-2 1,1-1 18,-1 1 0,-2-2-65,1-1 0,-3 1 17,3-1 1,-1 0-16,2 0 0,1-4 15,-1 0 0,0-4-157,-1 0-182,3 4 251,-4-6 0,7 2-188,1-6 1,3-3 59,5-5 1,0 2-57,0-2 1,0 2 153,1-5 0,-1 0 216,0 0 1,0 1-104,0-1 0,0 1 88,0 2 0,0-3 205,0-1 0,0 0-146,0 4 0,0 4 118,0 0 0,-4 0 109,1 0-284,-1 2 1,0 5 72,1 0 0,-6 1-28,2 3 1,-3 2 98,-1 5 1,0 4-82,0 0 0,0 4-42,0 0 1,0-2 13,0 1 1,-1-1-204,-3 2 0,3 0 132,-3-4 0,3 3-450,1-3 0,0 0-777,0-4 119,0 0 0,5-1 1045,2-3 0,32-27 0,9-10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57.2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33 298 7833,'-3'-11'-77,"-1"0"1,0 4 268,4-1 243,0 6-404,0-3 239,0 5 1,2 5-254,1 2 1,-2 4 96,3 4 1,-3-3-184,-1 3 1,0 2-41,0 2 1,0-2-57,0 1 0,-1-1 14,-3 2 1,3 0 140,-2-4 1,-2 1 374,1-1-153,0-3 557,-1 4-525,4-10 0,-4-3-15,5-6 1,0-5-18,0-6 0,5-3 155,3-5 1,1 0-571,2-1 0,0 1 178,0 0 0,5 2-1060,3 1 0,3 0 565,3 4 0,0-4-253,4 5 1,3-1 772,1 4 0,42 10 0,2 2 0</inkml:trace>
  <inkml:trace contextRef="#ctx0" brushRef="#br0" timeOffset="367">551 254 6972,'0'-6'2024,"-1"1"-1634,-2 5 1,-4 0-303,-4 0 0,-3 5 95,-1 2 1,-8 3-144,1 1 1,-3 4 100,3 0 0,4 3-252,-1-3 1,2 4 85,-1 0 0,2 0-111,5 0 0,5 0-351,2-4 145,3 4 0,6-8-76,2 1 1,3-6 141,1-6 0,5 0-157,2 0 0,2-5 91,-2-3 0,3-5 342,-3-2 0,3-1 0,1 2 0,0 1 0,0-1 0,-3-2 0,-1 1 0,-4 0 0,0 4 0,-5 0 258,-2 0 0,-3 0 130,3 0 202,-4 0 0,2 4-225,-5-1 1,-2 6-59,-1-2 0,0 3-67,-4 1 1,4 5-177,0 2 0,-2 3-31,1 1 1,-3 4-190,3 0 0,-3 1-77,3-2 1,-3 2 128,3 3 0,-3 1-622,3-1 1,-3-2 322,3 1 0,-3-4-323,3 0 726,-4-1 0,16-12 0,-1-2 0</inkml:trace>
  <inkml:trace contextRef="#ctx0" brushRef="#br0" timeOffset="793">728 298 7833,'5'-6'1476,"-4"-4"-705,4 9-430,0-4 1,-4 6-227,3 3 0,-3 3 95,-1 8 0,0-1-202,0 4 1,0-1-49,0 1 1,-1 3-40,-3-2 1,-2 0-127,-5 0 1,0 1 90,0-1 1,1-3-23,3-2 0,-3-1 44,3-2 1,0-1-62,0-3 88,5 3-340,-3-9 1,5-1 111,0-7 0,3-3-8,1-1 1,5-5 383,-2-3 0,3-1-58,1-2 1,0 3-150,0 1 1,4 1-52,-1-2 1,2-2 276,-1 3 1,-2 2-37,6 1 1,-1 3-133,4 1 1,-1 1 62,-3 3 1,2-2-58,-5 6 160,-1-1 1,-4 9-100,-3 2 0,-2 3 318,-5 1 1,0 4-132,0 0 1,0 3-4,0-3 0,0 3-82,0-3 0,-3 1 53,-1-2 1,0-1-90,4 1 1,-1-1-201,-3-2-457,3 0 1,-2-2 321,6-1 0,3-3-974,5-5 1242,5 0 0,21-25 0,10-5 0</inkml:trace>
  <inkml:trace contextRef="#ctx0" brushRef="#br0" timeOffset="1294">1389 12 7833,'0'-7'2241,"0"3"-1765,0 4 0,0 4-48,0 4 1,0 6-156,0 5 1,2 3-242,1 4 0,-2 3 84,3 8 1,-3 0-116,-1 7 1,-1-8-180,-3 5 1,2-6-210,-5-2 1,3-4-88,-3-4 1,3-6-39,-3-5-338,4-6 547,-7-3 1,9-7-294,-3-1 1,3-3 162,1-5 1,0-4 166,0 0 1,0-4 265,0 0 0,0 0 0,0 0 0,0-2 0,0 3 0,0 2 0,0 1 0,-3-1 200,-1 2 0,-5-1-75,2 4 1,-4 5 537,-4 2 0,2 3-247,-6 1 1,1 1 189,-4 3 0,4 6-157,-1 4 1,6 5-19,-2-5 0,4 6-195,4-2 1,2 3-27,5 1 0,0 0-340,0 0 0,6 0 156,5 1 1,1-6-894,7-3 0,-1-1 482,4-2 0,0-5-929,0-3 1,-1-1 96,-3-2 1217,3-5 0,16-31 0,9-12 0</inkml:trace>
  <inkml:trace contextRef="#ctx0" brushRef="#br0" timeOffset="1579">1742 276 7827,'0'-11'1143,"0"0"-296,0 0-670,0 5-53,-5 1 1,-1 5 53,-5 0 1,0 5-108,0 2 0,-5 3 105,-2 1 0,1 1-88,-2 3 1,1 2 107,-4 5 1,5-3-326,2-1 0,-1 2 43,1 5 0,5-5-343,7 2 0,2-7 121,1-1 0,9-1-46,6-2 1,6-5 413,5-3 0,-2-7-124,6-7 0,-5-4-10,5-4 1,-7-1-39,-1 1 1,-1-2-329,-7-1 0,-2 0 440,-5 0 0,-24-19 0,-3-6 0</inkml:trace>
  <inkml:trace contextRef="#ctx0" brushRef="#br0" timeOffset="2409">1974 298 7825,'3'-11'-1191,"1"0"3185,-2 0-1034,5 5-545,-1-4 0,1 9 12,0-3 1,-4 4-134,0 4 1,-1 2-194,-2 5 1,0 4 120,0 0 0,-4 4-203,0-1 0,-4 2 68,0-2 1,2 3-29,-1-2 0,3-3-120,-3-2 1,3 2-667,-3-1 623,4 0 1,-3-4-226,3 0-723,1-5 703,-2-1 0,5-7-158,2-1 0,0-5 223,4-6 0,-1 0 276,2-4 1,3 1-138,0-2 0,0-1 107,3 1 0,0 2 119,1-1 0,-2 0-45,5 0 0,-3 1 39,4 2 1,-2 4-60,1 0 1,3 1 119,-3 7 0,-2-1 246,-1 4-157,-3 0 1,-2 5-74,-3 2 0,-2 4-82,-5 4 0,0-3-85,0 3 1,-5 1 102,-2-1 0,1 3-139,-2-3 0,1-1 121,-4-3 1,1 0 296,3 0-361,-3 0-188,4 1-209,-5-1 148,5-5 42,1-1 185,5-5 1,0-2-184,0-1 0,1-3 8,3-5 1,-2-1-22,6 1 0,-1 0 142,4 0 1,0-3 120,0-1 0,5-1-87,2 1 0,0 3 124,0-3 1,0 3-20,4 1 1,0 0-54,0 0 1,1 4 160,-1-1 1,-4 6-29,0-2 1,-4 3 255,0 1-215,-1 5 0,-7 5 85,-2 4 0,-3 1-54,-1-4 1,-5 4-90,-3 0 0,-1 1-12,-2-2 0,3-2 8,1 3 0,0-4 183,-4-3 21,0 1-1578,0-3 761,4 1 485,3-3 0,57-33 0,15-8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5:55.6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198 67 7833,'-6'0'912,"1"0"0,1 1-637,1 3 1,-1 3-66,4 8 0,0-2-164,0 6 0,-1 0 50,-3 7 0,3-3-416,-3 3 1,-1-1 253,2 0 0,-5 2-271,5 3 1,-2-5-147,1-6 0,3 0-1029,-3-4 1512,-2 5 0,5-33 0,-4-1 0</inkml:trace>
  <inkml:trace contextRef="#ctx0" brushRef="#br0" timeOffset="251">22 45 7833,'-7'0'-222,"-2"0"180,7 0 0,-1 0 238,6 0 0,7 0-42,5 0 1,8 0-49,-1 0 1,9 0-25,2 0 1,5 0 11,6 0 0,4-4-235,0 1 0,-1-5 79,-3 5 0,-3-2-584,-1 1 0,-13 3 60,-1-3 586,-15 3 0,-21-4 0,-14-1 0</inkml:trace>
  <inkml:trace contextRef="#ctx0" brushRef="#br0" timeOffset="667">33 166 7410,'1'6'-256,"3"-2"1,2-3 393,5-1 0,6 0-34,5 0 0,5 0 24,6 0 1,5 0-26,2 0 1,3 0-105,1 0 0,0 0-6,0 0 1,-1 0-200,-2 0 0,-8 0-82,-7 0 0,-4 0-42,-4 0 263,-2 0-65,-10 0 396,-1 0-181,-5 5 0,-4-2 80,1 4 0,-6-3-55,2 3 1,-3-1 129,-1 1 1,-1 7-167,-3-3 0,3 2 30,-3-2 1,-1 5-122,1 3 1,-3-2 52,3 1 0,1-1-90,3 2 0,1 0 94,2-4 1,3 0-153,5-4 1,3-1 131,4-3 0,2 1 127,9-4 0,-3-1 74,3-7 1,-1-2-54,2-5 0,2-4-316,-3 0 1,2-4 91,-2 0 0,-2-1-109,-5-2 1,2 1-143,-2 2 0,2 0-194,-10 4 1,1-3 208,-4 3 1,-1-3 293,-3 3 0,-17 0 0,-8 4 0</inkml:trace>
  <inkml:trace contextRef="#ctx0" brushRef="#br0" timeOffset="943">694 133 7833,'6'5'0,"4"-4"0,-3 3 0,3 1 69,1-2 0,0 6 154,0-2 0,0 3-314,0 1 1,0 0 78,0 0 0,-1 5-61,-3 3 1,-2-2-8,-5 1 0,0-4 152,0 0 0,0-2 377,0 0 0,-1-3 55,-3-1 444,3 1-253,-9-7 136,9 3-559,-4-5 1,5-5-13,0-3 0,0 2-53,0-1 1,5 0-14,3-5 0,-1 0-321,4-2 1,-1 0 164,8-4 0,1 1-1079,3-2 0,1 0 556,3 4 1,-2-4-1117,5 5 1,-4-1 1600,1 4 0,7 15 0,1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6:00.7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1 221 7809,'0'-11'213,"0"4"155,0-1 0,0 5-464,0-5 88,0 6 245,0-3-131,0 5 0,0 5-46,0 2 1,0 4 33,0 4 1,0-2-193,0 6 1,0-1 108,0 4 0,0-3-211,0-1 0,0-3-18,0 3 1,4-1 84,-1 2 0,6-3 227,-2-5 1,-1-5-105,2-3 0,0 2 147,7-1 0,-2-5-52,6-7 1,-4-5 196,3-2 0,-1-8-57,1 1 1,2-4-124,-5 0 1,-1 3-713,-3-3 1,0 3 336,1 1 1,-5 1-1351,0 3 1623,1 2 0,3 15 0,0 2 0</inkml:trace>
  <inkml:trace contextRef="#ctx0" brushRef="#br0" timeOffset="434">563 243 7809,'0'-11'226,"0"0"0,4 4 373,0-1 1,-1 5 405,-3-5-663,0 6 1,-1-3-332,-3 5 0,2 0 104,-5 0 0,-2 0-82,-6 0 1,3 5 82,-3 2 0,-2 3-60,-1 1 1,1 4-80,-2 0 1,6 0-217,-2 0 1,3-1-135,1 4 1,3-5 159,1 2 1,5 1-183,-2-1 0,3-1 126,1-2 0,1-5 46,3 0 0,2-4 72,5 0 0,1-1 55,3-2 0,-2-2-106,6-1 0,-5-3-5,5-5 1,-2-4-76,1 0 1,2 0 125,-5 4 0,-1-3 175,-3-1 0,0 0-207,0 4 79,0 0 1,-3 1 308,-1 3 1291,-5-3-817,3 9-191,-10-4-207,4 5 1,-5 1 157,2 3-264,3 2 0,-4 5 17,5 0 1,0 1-269,0 3 0,0-3 76,0 3 0,0-3-348,0-1 1,0 0 82,0 0 1,0 0-30,0 1 1,4-5-497,0 0 0,1-4 57,-2 0 738,3-1 0,25-17 0,5-4 0</inkml:trace>
  <inkml:trace contextRef="#ctx0" brushRef="#br0" timeOffset="886">806 232 7809,'0'-7'1203,"0"-1"-948,0 6-90,0-8 1,1 9 275,3-3 0,-2 3-109,5 1 0,-3 5-320,3 2 0,0 3 104,0 1 1,2 1-191,-6 3 0,1 1-58,-4 2 0,0 2-50,0-5 0,0 3-25,0-3 0,-4 3 82,1-3 1,-5 0 0,5-4-4,-6 0-100,3 0 0,-2-5-22,1-3-58,5-1 0,-3-4 30,5-1 1,3-3 39,1-5 1,5 0 303,-2 0 0,3-4-140,1 0 0,0-3 126,0 3 0,4-3-110,-1 3 1,1 0 389,-4 4 1,1 0-155,3 0 1,-3 1 168,3 3 1,-3-2-68,-1 6 1,1-1 38,3 4 0,-4 1-197,0 3 0,0 2 27,-3 5 1,1 0-197,2 0 1,-4 1 98,-4 3 0,2-1-112,-1 4 0,-1-3 84,-3 3 0,0-3-563,0 3 1,-4-3-26,-4 3 0,2-4-239,-1 0 1,-1-3 802,-3-3 0,10-23 0,2-9 0</inkml:trace>
  <inkml:trace contextRef="#ctx0" brushRef="#br0" timeOffset="1015">1159 56 7809,'-11'-11'345,"-1"0"0,3 0 0,1 0-1328,3 5 838,5 1 0,25 39 0,6 9 1</inkml:trace>
  <inkml:trace contextRef="#ctx0" brushRef="#br0" timeOffset="1500">1434 265 8094,'-10'-7'0,"2"0"156,0-2 1,1 3 79,-4-2 0,0 6 134,0-2 1,0 3-40,0 1 1,0 4-502,0-1 0,0 6 102,0-2 1,4 7-81,-1 1 0,2 3 30,-1-3 0,-2 3-61,5-3 1,-3 3 98,3-3 1,-3 4-97,3 0 1,1-3-113,3-2 0,0-1 29,0-2 0,1-5 297,3-3 1,2-1-106,5-2 0,0-5-54,0-3 0,4-3 43,-1-3 1,1 0 116,-4-4 1,0 3 130,0-3 0,0 3 298,0-3 0,-1 4-203,-3 0 0,2 0-75,-6-1 0,2 7 7,-1-3 0,-3 6 142,3-2-505,-3 4 141,-1-2-63,0 15 0,0-3 1,0 8 1,4 2-200,-1 2 0,1 1-156,-4 2 0,4-3 163,-1-1 0,2-1-649,-1 2 928,-3-3 0,19-5 0,-2 0 0</inkml:trace>
  <inkml:trace contextRef="#ctx0" brushRef="#br0" timeOffset="1952">1566 45 7809,'-3'-11'676,"-1"0"1,-1 3 59,2 1 431,1 5-758,-3-3 0,5 10-36,0 2 1,0 4-159,0 4 1,4 2-90,0 5 0,3 1-78,-3 3 1,4-2-212,0 6 0,-3-5-324,-2 5 1,-2-1 305,-1 4 1,0-3-70,0-1 1,0-4-25,0 0 1,-1-3 3,-2-3-106,1-3-37,-3-10-4,5-1 291,0-5 1,0-5-57,0-3 0,5-1 59,3-2 1,-2 2 169,1-2 0,-4 2-88,0-5 0,2 1 104,-1 2 0,3 0-3,-3 0 1,3 0 131,-3 0 0,5 0-103,-2 0 0,3 4-18,1 0 0,0 4-54,0-1 0,1 0 18,3 0 0,-3 1-78,3 7 0,1-1 60,-2 4 0,1 4-44,-4 4 0,-1 1 82,-3-2 1,-2 0 5,-5 4 1,-1-3 132,-3 3 0,-3-4-50,-8 0 1,-2-1-519,-5-2 0,0-4 193,0 0 1,0-4-890,0 0 0,0-1 1070,0-2 0,4-25 0,3-5 0</inkml:trace>
  <inkml:trace contextRef="#ctx0" brushRef="#br0" timeOffset="2176">1853 89 9390,'0'-8'1013,"0"1"0,1 5-568,3-2 0,-2 8-189,6 3 0,-2 7-100,1 0 0,3 7-129,-3 1 1,-2 1-921,-1 7 1,1-5 490,-1 5 1,-1-4-904,-3 3 0,0-5 634,0 2 1,-3-4 670,-1-3 0,5-8 0,5-6 0</inkml:trace>
  <inkml:trace contextRef="#ctx0" brushRef="#br0" timeOffset="2579">2018 342 7605,'7'0'1560,"2"0"-1843,-3 0 228,6 0 0,-1 4-93,0 0 1,-4-1 39,0-3 1,1 0 24,3 0 1,0 0 241,0 0 0,0 0-136,0 0 1,0 0-35,0 0 1,0 0 13,0 0 1,-1-4 29,-3-4 1,3 2 19,-3-1 0,-2-1 41,-1-3 1,-2 2-8,2 1 0,-3-2-150,3 3 1,-3-3 71,-1-1 1,-5 1 3,-2 3 1,1-2 147,-2 6 0,-3-1-69,-4 4 1,0 0 314,0 0 1,1 5-144,-4 2 0,1 3 446,-1 1 1,-3 5-236,2 2 0,3 5-216,2 2 0,3-1-164,3 1 0,3 2-188,5-1 1,8 0 16,6-4 0,5-1 118,10-3 1,2-6-457,6-4 0,-3-6 198,3 2 0,-7-4-4,0-4 1,-2-3-150,1-8 369,-2 3 0,-19-29 0,-5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8:27.4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33 122 8082,'-7'0'-1034,"0"0"1110,4 0 1,-3 0 85,2 0 304,3 0-332,-4 0 0,7 0 198,1 0 1,0 0-139,4 0 1,0 0-195,4 0 1,0 0 69,0 0 0,0 0-167,0 0 1,4 0 23,0 0 0,1 0 110,-1 0 1,-2 0-83,5 0 0,-4 0 61,1 0 0,0 3-104,0 1 0,4 0 78,-5-4 0,6 0 139,-2 0 0,4 0-36,4 0 1,2-2 58,5-1 1,4 0-263,0-4 0,3 3 106,-3-3 0,3 4-64,-3 0 0,0 0 103,-4 0 0,0 1-137,0-1 1,-1 2 98,-3 1 0,2 0-34,-5 0 1,1 0 3,-2 0 1,0 0 16,4 0 1,-3 0 61,3 0 1,1 0-58,3 0 0,0 0 71,0 0 1,4-4-58,-1 0 1,1-1 1,-4 2 1,4 1 0,0-1 1,-1 0-36,-2 0 1,-5 1 26,0-1 0,0 1-4,0 2 0,2 0-3,-6 0 1,7 0 5,1 0 1,0 0 1,4 0 1,-3 0-5,-1 0 1,2 0 5,1 0 0,-1 0-3,1 0 0,-1-1-75,-2-2 0,5 1 26,2-1 1,3-2-8,1 1 0,5-3-100,3 3 0,3-3 120,4 3 1,-3 0 42,3 4 0,-2-3-54,2-1 0,-1 0 49,4 4 0,-4 2-46,0 1 1,-5-2 204,-1 3 0,-5 1-55,5-1 0,-2 3 77,1-3 0,0-1-187,-4-3 1,-1 0 51,2 0 0,-8 0-231,-3 0 1,-4 0 72,-4 0 0,-2 0-552,-5 0 171,-5 0 30,-6 0 463,-6 0 0,-15 0 0,-2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8:28.0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22 8252,'-4'-7'191,"0"0"-266,0 4 589,4-2-243,0 5 0,0 5 50,0 3 1,0 6-191,0 5 1,0 3-8,0 4 1,-1-2-359,-2 5 0,0 4 126,-4 4 1,3 4-325,-3-5 1,-1 1 204,-3-4 1,0-3-278,0-1 1,4-8 52,0 1 1,3-7-299,-3-1 749,-1-6 0,2-18 0,1-9 0</inkml:trace>
  <inkml:trace contextRef="#ctx0" brushRef="#br0" timeOffset="324">55 133 8252,'0'-17'0,"2"1"-28,1 5 0,0 0 145,4 0 0,0 3 119,4 1 0,5 4-110,3 0 0,-2 2 26,1 1 0,4 0-237,4 0 1,0 3 138,-4 1 0,0 4-184,0 0 1,-1 5 77,-3 2 1,-3 0-379,-8-4 0,-2 0 175,-5 0 1,-1 3 4,-3 1 0,-3 0 232,-8-4 0,-2 0 228,-5 0 0,0 0 204,0 0 1,0-1-232,0-3 0,3 3 21,1-3 0,4 3-35,0 1 0,3 0-37,3 0-22,-1 0 1,7 0-63,-1 0 0,3 0-11,3 0 0,8 0-158,8 0 0,3-3-671,4-1 1,2 0 417,5 4 1,0-3 373,0-1 0,29-9 0,8 0 0</inkml:trace>
  <inkml:trace contextRef="#ctx0" brushRef="#br0" timeOffset="693">640 122 8181,'0'-11'958,"0"0"-113,0 0-427,0 0 102,0 0-235,0 4 89,0 3-338,0 13 1,-4 4-217,0 9 0,-1 0 133,2 0 1,1 1-347,-1 3 0,0 1 222,0 2 0,1 2-296,-1-6 1,2 5 197,1-4 0,0-1-4,0-3 1,0-5 198,0-2 1,4-4 207,4-3 0,5-4 463,2-4 1,9-9-350,2-6 0,5-11 435,2-7 0,4-1-276,-1-7 1,1 2 97,-4-1 1,0-2-64,0 5 0,-9 2-344,-6 6 0,-9 6-304,-6 9 0,-2 5-492,-1 2 1,-4 6 697,-4 1 0,-31 29 0,-9 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8:37.5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110 188 8066,'6'-5'352,"-1"3"206,-5-6-59,0 6 214,5-3-451,-4 5 1,5 0-119,-2 0 1,-3 5 88,3 2 1,-8 7-288,-3 0 0,-3 10 83,-1-2 1,-1 3-145,-3 1 1,3-1 21,-3 4 1,0-1 9,4 2 1,-2 0-146,5-4 0,3-2 50,2-5 1,3 0-17,3-4 0,8-4 71,8-4 1,7-4-235,3 1 1,4-4 84,4-4 1,-3-2-448,3-5 0,1-1 719,-1-3 0,9-17 0,-1-8 0</inkml:trace>
  <inkml:trace contextRef="#ctx0" brushRef="#br0" timeOffset="257">99 221 8066,'-8'0'298,"1"0"0,5-1 280,-2-3-515,3 3 0,6-4 72,2 5 0,8-4 171,3 1 0,8-5-155,3 5 0,8-6-159,3 2 0,4-3-564,4-1 0,2 4 328,6-1 1,-7 5-752,-5-5 995,-10 6 0,-17-3 0,-7 5 0</inkml:trace>
  <inkml:trace contextRef="#ctx0" brushRef="#br0" timeOffset="448">110 342 8027,'0'-11'571,"5"1"-447,2 3 1,9 1-90,6 2 1,9 2-267,5-5 0,6 3 119,-2-4 1,3 5 111,1-5 0,25-4 0,6-5 0</inkml:trace>
  <inkml:trace contextRef="#ctx0" brushRef="#br0" timeOffset="991">1047 34 8038,'1'-7'154,"2"3"970,0-1-831,1-1 0,-9-1-63,-2 4 1,-3 2-238,-1 1 0,-1 0 126,-3 0 0,-2 1-84,-5 2 0,3 0 85,1 4 1,3-4-21,-3 0-61,4 3 0,0-3-314,6 4 115,-1-4 1,7 7 101,-1-3 1,1-1-50,2 1 0,-1 4 49,-2 4 1,1 5-169,-1-2 1,-4 4 37,0 4 0,-3-2-29,-1 6 0,-1-1 69,-3 4 1,3 0 5,-3 0 1,0-1 258,0-2 1,1-3-150,7-5 1,-2-5 180,6-3 0,-1-1-52,4-2 1,5-4 5,2 0 1,7-4-27,0 1 0,10-3-552,-2-1 0,4-1 87,-1-3 388,3 3 0,23-22 0,10-8 0,4 0 0,1 0 0</inkml:trace>
  <inkml:trace contextRef="#ctx0" brushRef="#br0" timeOffset="1993">1896 23 8029,'-11'-7'81,"0"4"1,3 0 161,1 0 1,3 1 490,-3-1-462,5 2 1,-2 1 14,8 0 1,2 0-169,5 0 1,5 0 109,2 0 1,3 0 14,1 0 0,1 3 0,3 1 0,-4 1-749,0-2 1,0 0 338,-4 4 1,0 1-186,0 3 0,-5 1 118,2 3 0,-4-2-15,-4 5 0,-2 2-24,-5 6 1,0-2 52,0 6 0,-1-5 210,-3 5 0,2-6-84,-5 2 0,4-4 181,0-4 1,0 2-68,-1-5 0,3-1 127,-3-3 0,2-3-96,-2-1 0,2-4 261,-5 0 1,-2 0-107,-6 0 0,2-1-125,-6 1 1,-3 0-284,-3 0 0,-6-1 104,2 1 1,-2-1 96,2-2 0,11-15 0,9-4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9:07.6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145 122 8070,'0'-6'1491,"0"-4"-799,0 9-195,0-4-248,0 5 0,0 5-192,0 2 0,0 4 124,0 4 0,0 2-237,0 5 1,-5 1 47,-3 3 1,-3 2-203,-3 6 1,0-1 123,-4 0 1,3 0-20,-4 0 1,7-1-67,1-3 0,1-5 11,7-6-44,-1-4 0,10 0 38,5-6 1,6-5-150,9-6 1,-1-1 76,4-7 1,1 2-264,3-5 1,1 1 132,3 2 1,-3 0 89,3 0 0,-8 0 278,-3 0 0,-2 0 0,-2 0 0</inkml:trace>
  <inkml:trace contextRef="#ctx0" brushRef="#br0" timeOffset="299">167 166 7950,'-16'0'23,"3"0"215,-1 0 0,5 0 1028,2 0-842,4 0 0,0 0-90,6 0 0,7 0-173,5 0 0,9-1 88,2-3 1,5-1-316,2-2 0,4-3 108,0 3 0,1-3-1186,-2-1 1,-2 3 231,-1 1 912,0 0 0,-30-4 0,0 0 0</inkml:trace>
  <inkml:trace contextRef="#ctx0" brushRef="#br0" timeOffset="465">111 387 7950,'-7'-4'0,"0"1"0,4-2 90,0 1 0,3 3-60,3-3 1,8-2 21,8-1 0,6-3-935,5-1 1,7 0 882,3 0 0,6-4 0,5-1 0,5-2 0,0 0 0</inkml:trace>
  <inkml:trace contextRef="#ctx0" brushRef="#br0" timeOffset="917">1006 45 7950,'0'-11'2369,"0"-1"-1961,0 6 0,-5-2-187,-2 4 1,-4 0-138,-4 4 0,-2 2 165,-5 1 0,-1-1-163,1 1 0,5 2-56,2-1 1,3 1-428,1-2-535,0-1 503,5 7 202,1-2 1,5 4 32,0 0 0,4 0-97,-1 0 0,5 3 95,-5 1 0,1 6 72,-4 1 1,0 1 43,0 7 0,-5-1 117,-2 4 1,-7 2 231,0 2 0,-1-3-153,4 3 0,-4-4 445,0-4 0,1 2-279,3-5 1,1-2 179,3-5 0,-2-3 209,5-5-477,1 0 1,9-5-196,5-2 1,5-3-338,6-1 0,1 0-1116,3 0 1,-2-1 253,6-3 1200,4-7 0,35-31 0,12-11 0</inkml:trace>
  <inkml:trace contextRef="#ctx0" brushRef="#br0" timeOffset="1944">1856 67 7916,'-17'0'512,"2"0"0,7-2 354,0-1-813,6 2 128,-3-4 1,6 5 84,3 0 1,3 0-52,8 0 0,2 0-194,5 0 0,4-2-50,0-1 1,1 1-42,-2-1 0,-1 2-42,2 1 0,-1 1 72,-3 2 1,2 1-151,-10 7 0,1-1 78,-4 8 0,0 1 19,0 3 0,-5 1 67,-2 3 0,-1 2 2,0 5 1,-2 0 45,3 1 1,-3 2 8,-1 1 1,0 0 200,0-4 0,0-1-71,0-3 1,-1-5 213,-3-6 0,-5-4-77,-6 0 1,-5 2-505,2-1 1,-4-4 133,-4-3 1,-2-6-306,-5 2 1,1 1-332,2-2 1,3 0 707,5-7 0,20-22 0,4-9 0</inkml:trace>
  <inkml:trace contextRef="#ctx0" brushRef="#br0" timeOffset="2302">2751 276 7861,'11'-3'-193,"0"-1"0,0-3 916,0 3 1,3-3-226,1 3 0,5 0-377,-2 4 0,3-3 55,1-1 1,0 0-1271,0 4 0,-1-3 160,-2-1 934,-4 0 0,-13 4 0,-4 0 0</inkml:trace>
  <inkml:trace contextRef="#ctx0" brushRef="#br0" timeOffset="2450">2706 431 10794,'22'0'126,"2"-1"-588,2-3 0,3 2-1683,8-6 2145,-3 6 0,29-8 0,0 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9:11.4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611 45 7892,'0'-8'73,"0"1"1,0-2 473,0 0 1,-1 2-406,-3 4 0,-2 2 34,-5 1 0,0 1 9,0 2 1,-5 5 30,-2 7 0,-3 3-148,-1 8 0,0 2 126,0 5 0,0 9-218,-1 2 0,3 9-131,1 2 0,3 5-212,5 6 0,0 3-72,0-3 0,4 2 223,-1-9 0,1-5 2,-4-7 0,0 1 104,0-4 0,-4-5 159,0-10 1,-8-6-159,1-1 1,-2-1 311,1-6 0,-1-2-42,2-5 0,-3-3-63,7-5 1,2 0-1006,1 0 0,7-2 907,0-1 0,11-28 0,-2-11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9:32.1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1 188 7926,'4'-6'92,"4"2"0,2 3 0,1 1 0,1 0 0,1-1 0,3-2 859,2-1 1,4 1-1883,3 3 0,2 0 931,-1 0 0,32-5 0,12-1 0</inkml:trace>
  <inkml:trace contextRef="#ctx0" brushRef="#br0" timeOffset="900">862 11 7926,'0'-6'984,"5"1"-1091,-4 5 264,4 0 1,-5 1-12,0 3 0,-4-2-9,1 6 1,-6 0 25,2 7 1,-3-3-176,-1 3 1,0 1 92,0-1 1,-4 3-43,0-3 0,-4 3-6,0-3 1,-2 0-133,-1-4 0,0 0-116,0 0 0,1-4 96,3 1 0,2-6-126,5 2 1,1-4 60,3-4 0,-2-2-98,5-5 1,1 0 45,3 0 0,0-1 41,0-3 1,5 3 26,2-3 0,3 3-21,1 0 1,0 0 132,0-2 1,0 5-55,0-2 0,0 4 168,0-1 0,0 0-108,0 4 1,0-1-33,0 1 1,0 3 12,0-3 1,0 4 242,0 4 0,0 2-31,0 5 0,1 0-115,-1 0 0,0 2 118,0 1 0,3-1 36,1 1 1,1-1 75,-1-2 0,-2 0-146,6 0 0,-6-4-155,2 0 0,1-4 29,-1 1 1,1-3-152,-2-1 1,-1 0 2,1 0 0,-1-1 110,-2-3 0,0 1 165,0-4 1,-4 0-62,0-4 0,-4 0 540,0 0 0,-1-4-256,-2 0 0,-2 0 53,-1 4 0,0 0-36,-4 0 1,-2 1-465,-5 3 0,1-1-50,-1 4 1,1-4-39,2 5 0,0-1-1843,0 4 2042,-5 0 0,-1 15 0,-5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9:35.0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332 34 7830,'6'-5'-48,"-1"4"338,0-9 0,-3 9-44,5-3 1,-4 2 333,0-2-357,4 3 0,-5-4 93,5 5 83,-4 0-195,2 0-261,-5 0 0,0 5 105,0 2 1,-5 3-245,-2 1 1,-8 1 116,-4 3 1,-1-1-24,-3 4 1,-2-3 19,-1 3 0,-4-3-70,5 3 1,-5-4-27,4 0 1,-2-2-58,6-5 1,-1-1-48,8-2 1,0-3-176,4 3 166,0-8 0,5-3 47,3-8 1,1 3 80,2-3 0,5 3-15,3 1 1,0 0 124,0-1 0,1 1 84,-1 0 0,5 0 33,2 0 0,1 4 53,-1 0 0,-2 3-56,5-3 1,0 4 63,0-1 1,2 3-76,-6 1 0,5 0-13,-4 0 1,3 1-19,-3 3 1,-1-1-28,-3 4 0,0 4 25,1 4 1,-1-1-107,0-3 1,0 2 84,0 1 0,0-5-13,0 2 0,0-2 3,0 2 1,0-2-1,0-1 1,0-3 58,0-5 0,4 0-51,-1 0 0,1 0 66,-4 0 0,0-5 64,0-3 62,0-1 0,-1-2 69,-2 0 1,-4 0-60,-4 0 1,0-1 293,0 1 1,-4 0-143,-4 0 0,-2 0-233,-1 0 0,0 1 85,0 3 0,0-2-846,0 6 1,0-2 196,0 1 449,0 3 0,0 6 0,0 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29:40.9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106 420 8003,'-7'-5'352,"0"-2"0,4 0-91,0 0 118,1 5-435,2-3 0,0 4 76,0-3 0,2 3 0,1-3 0,0 3 5,4 1 0,0 0-107,4 0 0,4 0 49,0 0 1,1 0-124,-1 0 1,1 1-82,2 3 1,2-2 86,-6 5 0,1-3-64,-4 3 1,0 1 96,0 3 1,-1 0 156,-3 0 1,-2 1-130,-5 3 0,-1-2 118,-3 6 1,-2-6-66,-5 2 1,-5 1 284,-2-1 0,-3 1 38,-1-2 1,0-3 10,0 1 1,-3-1-74,3-4 0,-5 1-111,9 0 1,-4-2-214,7-2 0,0-3 31,4 3 1,4-3-72,-1-1-59,6 0-141,7-5 1,3-1 85,11-5 1,-3 3-51,6 1 0,-1-4 8,8-4 0,-3 1 147,3 2 0,0-2 119,0-1 0,3-1-91,-3 1 0,3 3 97,1-3 1,-3-1-13,-1 2 1,-3-1 34,3 4 0,-5 1-64,-2 3 1,-1-2 63,-7 5 0,-3-3 7,-3 3 1,-6 0-8,2 0 362,-3 3 35,-1-4-57,0 5 1,-5 0-205,-2 0 0,-3 1 120,-1 3 0,0-2-82,0 5 0,-1 1 70,-3 3 0,2-4-101,-6 1 1,4-1 132,-3 4 0,3 1-117,-3 3 1,4-3 31,0 3 1,1-3-28,2-1 1,4 0 1,0 0 1,4 0-179,-1 0 0,4 0 112,4 1 1,4-3-258,6-1 1,3 0 72,5-4 1,4 0-535,0-4 1,5-2-58,-2-1 1,-2 0-993,-1-4 1667,-3 0 0,4-19 0,1-4 0</inkml:trace>
  <inkml:trace contextRef="#ctx0" brushRef="#br0" timeOffset="2635">1465 44 8041,'-4'-11'0,"-1"0"0,-1 2 793,-3 1 0,3 3-854,-1 5 0,-1 1 36,-3 3 1,0 2-100,0 5 1,0 2 64,0 1 1,0 4 172,0 4 1,0 0-36,0 0 0,0 5-64,0 2 0,0 7-17,0 1 1,0 4-68,0 0 1,-4 2-26,0 1 1,-3-1 76,3-3 1,-4-2-5,0-4 0,0-4 29,0-4 1,-2-2 202,3-9 1,2-4-142,1-3 0,-1-6-131,2 2 0,-1-3-179,4-1 0,0 0-371,0 0 0,1-1-589,3-3 1200,-3-2 0,8-30 0,-2-5 0</inkml:trace>
  <inkml:trace contextRef="#ctx0" brushRef="#br0" timeOffset="2781">1045 420 7930,'7'0'166,"1"0"0,-5-4 365,5 1 0,-5-5-121,5 4 0,-1 1-324,4 3 1,4 0-191,0 0 1,4 0-310,0 0 0,2 0-1471,1 0 1884,0 0 0,44 0 0,11 0 0</inkml:trace>
  <inkml:trace contextRef="#ctx0" brushRef="#br0" timeOffset="3192">1829 320 7930,'0'-11'-15,"0"0"1,-4 4 491,1 0 0,-2 4-96,1 0 0,-2 1-123,-5 2 0,-1 5 84,-3 3 1,1 5-116,-4 2 1,1 6-1,-2 1 1,0 0-247,4 4 1,-2 1 78,6-2 1,-1 5-523,8-4 0,0-1 288,4-3 1,6 1-821,5-1 0,2-2 183,5-1 811,5-3 0,55-20 0,16-3 0</inkml:trace>
  <inkml:trace contextRef="#ctx0" brushRef="#br0" timeOffset="3499">2072 376 7920,'5'-6'-356,"-4"-4"413,9 4 0,-4-1 73,5 4 1,4 2-87,-1 1 0,2 1-215,-1 2 1,-1 0 119,4 4 1,-4 2-174,0 6 1,-1-3 67,-2 3 1,-4-2 231,0 2 0,-4-3-7,0 3 1,-6-2 162,-5 2 0,-6-1 21,-5 4 1,-2-5-167,-1 2 1,-3-3 56,-1-1 0,0 1-39,4-1 1,1-4 44,3 0 0,2-1 42,5 2 0,1-2-806,3-2 124,2-3 0,6 4 490,3-5 0,46-30 0,16-7 0</inkml:trace>
  <inkml:trace contextRef="#ctx0" brushRef="#br0" timeOffset="3732">2480 365 7107,'-1'-6'407,"-2"2"0,0 3 74,-4 1 0,-2 0-32,-6 0 0,-2 5-326,-5 2 0,0 3 95,0 1 1,0 5-283,0 2 0,-3-1 87,3 2 1,3-2-51,8 1 0,4-1 119,4-2 0,3 1-527,3 3 0,5-5-105,7-6 0,5 0-392,6-4 1,5 0 931,-2-4 0,47-25 0,13-6 0</inkml:trace>
  <inkml:trace contextRef="#ctx0" brushRef="#br0" timeOffset="3982">2624 276 7917,'0'-6'1830,"0"1"-1749,0 0 1,4 5 34,-1 0 1,6 5-149,-2 6 1,7 0 58,1 0 0,3 5-37,-3 3 0,3 2 14,-3 1 0,-2 1-96,-5 3 0,0-2 111,-4 6 0,-3-6 26,-8 2 0,-2-6-579,-9-2 1,-1-4 87,-3 0 446,0-1 0,-19-7 0,-6-1 0</inkml:trace>
  <inkml:trace contextRef="#ctx0" brushRef="#br0" timeOffset="4798">3518 155 8340,'0'-12'0,"0"-2"0,0-1 0,0 2 1185,0 1 1,2 5-439,1 4-529,-1 2 0,3 2 11,-5 2 1,0 5-1,0 7 1,-2-2-14,-1 5 0,0 5-147,-4 2 1,3 6-27,-3-2 0,3 3-163,-3 1 0,1-3-43,-2-1 1,-2-3 98,3 4 1,1-3-261,-1-2 1,4 1 136,-1-8 1,-1-2-357,2-1 194,-1-3-83,4-5-71,0-3 0,0-12 229,0-3 1,-4-4 117,1 0 0,-1 2-73,4-6 0,-1 5 40,-3-5 0,2 5 138,-6-5 1,5 6-97,-5-2 0,1 3 281,-4 1 0,-4 1 39,0 3 0,-3 2 142,3 5 1,-4 1-224,0 3 1,0 2-10,0 5 0,0 3 443,4 1 1,1 5-139,7-2 1,-2 2-270,6-2 0,-1 3 46,4-3 0,5-2-287,2-1 1,4-3-206,4-1 1,2-4-252,5-4 0,0-1-453,1-2 1,-1-2 474,0-1 1,0-4 555,0-4 0,20-49 0,4-12 0</inkml:trace>
  <inkml:trace contextRef="#ctx0" brushRef="#br0" timeOffset="5082">3662 320 7894,'5'-11'0,"1"4"386,5 0 0,0 3-52,0-3 1,0 4 78,0 0 0,4 1-104,0 2 0,3 0-224,-3 0 1,3 5 143,-3 3 1,1 1-228,-1 2 1,-4 0-74,0 1 0,-1 0-62,-7 3 0,1-2-76,-4 5 0,0-4 93,0 1 0,-9 1-119,-2-2 1,-7 2 72,-1-1 0,-1-3 7,-2 3 1,-1-6 86,1-2 1,1-1-192,3 1 1,-2 2-82,6-5 1,-1-1-809,4-3 1148,0 5 0,34-23 0,9-2 0</inkml:trace>
  <inkml:trace contextRef="#ctx0" brushRef="#br0" timeOffset="5374">4093 298 7894,'5'-6'178,"-4"0"491,2 2-522,-1 3 180,-2-4-30,0 5-89,-5 0 1,-1 2-34,-5 1 1,0 3 36,0 5 1,-4 0-25,0 0 0,0 1 42,4-1 0,0 3 6,0 1 1,0 1-245,0-1 0,5 1 73,2 2 0,3-1-162,1-2 1,6-3 53,5 3 0,5-3-200,6-1 0,0-5-155,0-2 0,4-3-327,0-1 0,-4-1 86,-3-3 0,-2 2 192,1-5 1,-3-1 446,-8-3 0,-12-15 0,-7-3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30:28.1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78 8660,'-11'0'0,"2"-2"0,0 0 1200,2-2-627,4 1 34,-7 3-71,9 0-270,-4 0 1,5 4 64,0 4 1,1 2-49,3 1 1,2 1-177,5 3 0,0 1 33,0 2 0,0 4-241,1 0 0,-1 0-457,0 4 0,0-1 392,0 0 1,0-1-687,0 1 0,-1-1 402,-3-2 0,2-5-1593,-6-2 1045,6-3 998,-3-6 0,5-26 0,0-10 0</inkml:trace>
  <inkml:trace contextRef="#ctx0" brushRef="#br0" timeOffset="246">343 11 8348,'-7'-6'806,"1"1"-164,3 5-208,1 0 0,-3 5-32,5 3 0,-3 5-77,-1 2 0,-1 6-277,2 1 0,1 0 150,-1 4 0,-2 1-427,1-2 1,-1 5 195,1-4 0,2 3-433,-5-3 0,3 0 237,-3-4 1,3-4-726,-3 0 1,3-4-38,-3 1 991,4-8 0,3-27 0,6-10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30:30.2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111 529 8348,'5'-6'-127,"-4"-4"1,6 5 172,-4-2 1,-2-3 189,4 4 1,-5-2 291,0 1-306,0 5 1,-1-3 241,-3 5-459,-2 0 0,-5 0 58,0 0 1,0 5-157,0 2 1,4 3-41,-1 1 1,1 4 3,-4-1 1,4 2 23,-1-1 1,5 2 75,-5 5 1,5 0-190,-5 0 1,6 2 100,-2 2 1,3-4-118,1 0 1,0 0-36,0-4 196,0-2 0,5-1 47,2-8 0,3-2 23,1-5 1,0-1-88,0-3 1,0-2 14,0-5 1,0-4-103,0 1 1,0-5 118,0 4 1,-1-4 47,-2 0 1,0 2 21,-4-1 0,-1 4-4,-3 0 0,0-2 0,0 1 0,0 0 158,0 4 1,-1 0 42,-2 0 0,1 4-45,-1-1-5,-3 1 1,4 0-21,-1-1 0,0 6 7,-1-2-4,3 3 0,-4 2 108,5 3 0,0 2-139,0 5 0,2 0-5,1 0 1,-2 1-163,3 3 1,2-1 160,2 4 0,-2-3-219,1 3 1,-3-3 124,3 3 1,1-4-516,3 0 0,-4-1 230,0-2 1,1-1-954,3-3 1227,0 3 0,15-34 0,3-1 0</inkml:trace>
  <inkml:trace contextRef="#ctx0" brushRef="#br0" timeOffset="540">332 518 8348,'-1'-7'882,"-3"-1"-523,3 6 1,-4-4-596,5 2 76,0 3 256,0-4 0,0 6-39,0 3 0,0 2-131,0 5 0,0 1-72,0 3 0,4 1 71,-1 2 1,5 3-208,-4-2 1,0-2 82,0 1 0,-1 1 36,4 3 0,-5-5 76,2-2 0,-3-3-182,-1-1 162,5 0 252,-4 0-9,4-5 0,-5-2-102,0-8 1,0 0 51,0-7 1,0 3-79,0-7 0,0-1 126,0 1 0,0-3-95,0 3 1,4-3 13,0 3 0,1-3-138,-2 3 1,2-3 40,3 3 1,1-1-70,-1 1 1,3 2 110,3-6 1,-1 6-229,1-2 0,-1 3 12,-2 1-40,5 0 0,-4 5-20,3 2 0,-7 3 82,0 1 0,-5 0 196,5 0 0,-6 5 0,2 2 0,1 3 0,-2 1 0,1 0 0,-4 0 0,4 0 0,-1 0 0,5 0 0,-4 0 0,0 0 0,0 0 0,-3-4 12,3 1 0,-3-5 150,-1 5 0,4-4 241,0 3 0,-1-3-82,-3 3 1,0-3 165,0 3-351,-5 0 1,4 4-173,-3 0 1,2-3 144,-2-1 0,3 1-467,-3 3 0,3-4 97,1 0 1,0 1-382,0 3 642,0-5 0,0-1 0,0-5 0</inkml:trace>
  <inkml:trace contextRef="#ctx0" brushRef="#br0" timeOffset="682">641 330 8380,'-5'-11'803,"-1"0"-880,-5 0 0,4 0-1544,0 0 607,4 5 1014,-2 1 0,35 15 0,6 2 0</inkml:trace>
  <inkml:trace contextRef="#ctx0" brushRef="#br0" timeOffset="1324">1017 540 8324,'1'-15'-17,"1"1"0,2 0 0,-1 2 1,-2 1 846,-1 0 0,0 3-741,0 1 41,0 0 1,-5 1 70,-2 2 1,0 3-105,0 1 1,-2 1-216,-5 3 1,1 2-9,-1 5 1,0 3 125,0 1 0,1 5-124,-1-2 0,1-1 108,2 2 1,0-1-125,0 4 1,1 0 50,3 0 1,1 1-202,2-1 0,3-4-12,-3 0 1,3 0-386,1 0 543,0-2 1,1-6 51,3-3 0,2-3 60,5-8 1,1-3-112,3-8 0,-3-2 26,3-5 0,1 3 12,-1 1 1,-1 0 226,-2-5 1,-1 1 4,0 0 0,0 4 171,0-1 1,-2 2 30,-1-1 1,2 1 54,-3 2 33,-2 3-99,0-4-280,-5 10 1,0 2 107,0 8 1,0 2-208,0 5 0,0 1 17,0 3 0,-4 2-143,0 5 0,1-1 19,3-3 1,-4 6 42,0-6 1,1 5-190,3-4 0,0-2 70,0 1 1,0-4-206,0 1 1,0-3 98,0-1 1,1-5 349,3-2 0,21-33 0,11-7 0</inkml:trace>
  <inkml:trace contextRef="#ctx0" brushRef="#br0" timeOffset="1735">1171 463 8324,'5'-11'626,"-4"0"1,8 0-128,-5 0 1,1 4-391,-2 4 60,-1 2 0,6 5-115,-4 4 0,0 3 81,-4 4 1,0 2-110,0 5 0,0 0-113,0 0 1,0 4-252,0 0 0,0-1-48,0-3 0,0 3 121,0-3 1,-4 1 194,0-8 0,0 0-4,4-4 0,0 0 71,0 0-67,0-5 0,-1-1 140,-2-5 1,1-1-165,-1-3 0,1-2 17,2-5 1,0 0 67,0 0 1,0 0-21,0 0 0,0-2-25,0-1 1,4 1 1,0-1 0,3 1-114,-3 2 0,4-3 109,0-1 1,2-1 53,1 1 1,0 2 9,0-6 0,5 6 128,2-2 1,-1-1 150,2 1 1,-6 6-87,2 5 0,-3 3-125,-1 1 1,-3 0 3,-1 0 1,-5 8-82,2 3 1,1 7 101,-1-4 0,-1 6-411,-3-2 0,0 2 61,0-2 0,0 3-100,0-2 1,0-2-392,0 1 1,0-1 740,0 2 0,5-3 0,1-5 0</inkml:trace>
  <inkml:trace contextRef="#ctx0" brushRef="#br0" timeOffset="2282">1735 463 8324,'0'-8'0,"0"1"276,0 5 242,0-8 139,0 9-366,0-4 1,-5 5-174,-3 0 1,-3 8 93,-4 3 0,2 4-62,-5 0 1,3-2 7,-4 6 0,5-1 89,-5 4 0,6 0-238,-2 0 1,4 0 86,4 0 1,-2-1-124,5-2 0,1 0 113,3-4 0,6 0-41,5-4 0,4-5-56,3-2 1,7-3-184,-3-1 0,6-1-184,-2-3 1,3-2 163,-3-5 1,0-1 34,-4-3 0,0 3 57,0-3 0,-4 1-132,1 0 0,-6 1 35,2-1 1,-3 1 226,-1 2 1,0-1-92,0-3 0,-3 3 184,-1-3 0,-5 3-129,2 1 0,-3 4-35,-1-1 0,0 1-115,0-4 141,0 0 0,-1 1 103,-3 3 0,-2-2-107,-5 5 0,-1 1 69,-3 3 1,3 1 66,-3 3 1,-1 2 236,2 5 1,-5 0 362,5 0 1,-5 5-287,4 2 1,1-1 80,3 2 0,1-1-73,2 4 1,4-1 70,4-2 0,0 1-151,0-1 1,9 0 63,6 0 0,6-7-159,5-5 0,3-4-48,8 1 1,-3-4-757,3-4 0,-3-3 407,0-8 0,-6 1-645,-2-4 1,-8 3 409,-3-3 0,-4 4-1740,-4 0 2130,-2 1 0,-44 7 0,-10 1 0</inkml:trace>
  <inkml:trace contextRef="#ctx0" brushRef="#br0" timeOffset="3444">2673 430 8322,'0'-8'34,"0"1"198,0 0 405,0-4-87,0-1 70,0 6-70,0 1-409,-5 5 0,-1 0-36,-5 0 0,0 5-110,0 3 0,0-2 33,0 1 1,0 4-250,0 4 0,-1 1 39,-3-1 1,3-2 56,-3 6 1,4-2-228,3 1 1,0 2 116,4-6 0,0 5-213,4-4 1,0-1 125,0-3 1,5-5 89,3-2 1,3-3 136,3-1 1,-1-1-79,1-3 1,2-5-3,-1-6 1,4-1 12,-5 1 1,2 2 132,-1-6 0,-6 6-81,2-2 0,-3-1 161,3 1 0,-3 1-51,-1 3 0,-3 1 52,3 3 0,-3-3 558,3 2-284,-5 3-154,8 1 1,-7 2-57,4-1 0,-3 1 473,3-1-374,0 2 1,5 1-131,-1 0 1,3-2 41,1-1 0,0 0-2,-4-4 1,5 3-25,2-3 1,-1-1-14,2-3 1,-5 0-121,5 0 0,-4-3 71,3-1 0,-5-5-138,2 2 0,-4-2 103,-3 2 1,0-7 29,-4 3 0,0 1 2,-4 3 1,0-1-14,0-3 1,-2 4 62,-1 0 1,0 4-60,-4-1 1,-1 4 254,-3 4 1,4-2-135,0 6 0,1 0-119,-2 7 1,-2 2 74,3 5 1,1 1-130,-1 3 0,4 2 188,-1 5 0,-1 5 170,2 3 1,-5 2-4,5 1 0,-2 4-62,1-1 1,-1 6-67,-2-1 1,-3 5-32,3 2 0,1 0-32,-2-4 1,1 0 91,-4 0 0,0-9-297,0-6 1,3-9-377,1-5 1,3-8-1412,-3-3 1560,5-3 1,-3-6 292,5-2 0,9-33 0,4-8 0</inkml:trace>
  <inkml:trace contextRef="#ctx0" brushRef="#br0" timeOffset="3575">2795 573 8322,'0'-11'3098,"-5"0"-2529,3 5 0,2-3-221,8 6 1,7-2-316,3 1 1,6 2-597,2-6 0,9 5 563,-2-5 0,13 0 0,7-1 0,4-3 0,-1 1 0</inkml:trace>
  <inkml:trace contextRef="#ctx0" brushRef="#br0" timeOffset="4334">3777 474 8273,'4'-11'95,"0"0"0,-2 0 1,1 0 372,0 0 1,-1 3 39,1 1-126,-2 4 1,-5-5-165,-4 4 1,-2 0-16,-1 4 0,-3 0-59,-1 0 0,-5 5 84,2 3 0,-3 2-188,-1 1 0,-1 1 58,-3 3 0,2 1-189,-1 2 1,3 3 34,3-3 1,3 3-262,5 1 0,0-3-22,0-1 1,1 0-160,3 4 1,2-4 118,5-4 0,5-1 74,2-2 0,4-5 111,4-3 1,-1-3-34,4-3 1,2-5-39,5-6 0,-1 0-16,1-4 0,-1 3 27,-2-3 1,-1-1 162,-3-3 1,2 4 139,-6-1 0,2 2 197,-1-1 1,-3-2-145,3 5 0,-6 1 285,-2 3-141,-4 0 1148,1 0-546,-4 4 214,0 3-653,0 4 0,-1 4-8,-2 4 1,0 3-360,-4 4 0,3-2 65,-3 5 1,1-3-85,-2 4 0,0-5 116,4 5 1,-5-1-642,2 4 0,2-3 264,1-1 0,2-3-776,-2 3 1,3-1 192,-3 2 0,3-3-930,1-5 1751,5 0 0,40-30 0,16-6 0</inkml:trace>
  <inkml:trace contextRef="#ctx0" brushRef="#br0" timeOffset="5143">4517 308 8286,'0'-11'0,"0"0"786,0 0-141,5 0-592,-4 0 80,4 5 1,-5 6 198,0 7 1,-1 4-73,-3 4 1,-2 0-42,-5 7 1,4-3-149,-1 7 0,0 1 149,-7-1 0,3 6-623,-3 1 0,2-4 238,-2 5 1,3-4-625,-3 3 0,3 0 395,1 1 1,0-10-1103,0-2 426,4-7 1070,2-4 0,5-6 0,10-35 0,3-6 0</inkml:trace>
  <inkml:trace contextRef="#ctx0" brushRef="#br0" timeOffset="5498">4429 319 8286,'1'-18'0,"3"-1"0,2 2 413,5-1 0,0 2-25,0 5 0,4 5-140,-1 2 1,6 3 22,-2 1 1,3 0-141,1 0 0,-3 6-5,-1 5 0,-1 0-176,2 4 0,-7-2-53,-5 2 0,-4-2 176,1 6 1,-4-4-425,-4 3 1,-3-3 160,-8 3 1,-1-4-118,-3 0 1,-1 2 105,1-1 0,-2 0-43,-1-4 1,4 0 176,-1 0 0,2-4 32,-1 1 0,2-5 226,5 5-214,0-6 158,0 3-160,5-5 0,2 0 257,8 0 1,-2 0 99,5 0-72,1 0 0,3 5-67,0 2 1,0-1-152,0 2 0,-4 3-366,1 3 1,-1 1 151,4-4 1,0 4-139,0 0 1,-1 3 99,-3-3 1,3 3-1095,-2-3 1304,1 0 0,2-4 0,0 0 0</inkml:trace>
  <inkml:trace contextRef="#ctx0" brushRef="#br0" timeOffset="5888">4815 319 8286,'2'-21'68,"1"3"0,0 2 653,4 5 1,-3 1 392,3 3-123,-4 2-690,6 5 1,-4 5-62,3 2 1,-2 4-156,-3 4 1,-1 2 123,1 5 0,-1 1-357,-2 3 0,0-1 155,0 4 0,0-3-89,0 3 0,0 1-21,0 3 1,0-4-280,0 1 0,0-4 143,0 3 0,0-6-10,0 0 1,0-3 337,0-5 1,0-4-108,0-4 0,1-4 405,2 1 1,0-4-165,4-4 1,2-7 4,6-7 1,-2-5-69,6-2 0,-1-5 164,4-7 0,1 2-197,3-6 0,-3 5-6,3-5 0,1 5-365,-1 0 0,-4 1 120,-4 2 1,-4 9-566,1 2 1,-4 10-30,-4 1-216,-2 8 1,-6 2 933,-3 4 0,-17 30 0,-8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30:40.2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0 228 8284,'0'-8'304,"0"1"-137,0 5-615,0-8-759,0 9 619,0-9 117,0 9 471,0-4 0,5 14 0,1 4 0</inkml:trace>
  <inkml:trace contextRef="#ctx0" brushRef="#br0" timeOffset="165">11 51 8277,'0'-11'0,"0"0"0,0 4-466,0-1 1,1 2 465,3-1 0,-3 12 0,4 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31:15.8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299 55 7792,'6'-11'51,"-2"0"1,-2 2 0,1 0 660,0 2-173,1 4-266,-4-2 0,0 7-22,0 1 1,-1 7-58,-3 5 1,-2 6 24,-5 1 1,0 1-58,0 6 0,-1 1 43,-3 3 1,1 1-201,-4 3 1,0 2 56,-4 6 1,-1-1-359,1 0 0,-3 0-10,-1 0 0,1-4-183,7-4 0,2-7-346,5-7 269,5-5-70,1-11 1,10-4 175,2-9 1,2-5 459,-2-10 0,8-20 0,-3-5 0</inkml:trace>
  <inkml:trace contextRef="#ctx0" brushRef="#br0" timeOffset="392">100 44 7792,'0'-11'-1267,"0"4"1184,0 0 0,-1 4 1089,-3 0-551,3-4 0,-4 7-177,5 0 0,0 3 24,0 8 1,5-1-52,3 8 0,-2 5 153,1 7 0,0-1-136,4 4 0,0-1-61,0 9 0,1 1-84,-1 5 1,0-1-156,0 2 1,0-4-205,0-4 0,0-2 219,0-5 1,-5-6-255,-2-4 0,1-6 119,-2-6 0,1-4-2317,-4 1 1306,5-6 1163,-4-2 0,9-36 0,-4-11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31:23.7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288 100 7763,'7'-11'-614,"-1"-1"1,1 1 1865,-1 0-1027,-4 5 0,4 1 395,-2 5-405,-3 0 1,5 0-71,-2 0 1,-3 2 69,3 1 1,-3 3-125,-1 5 1,-5 5 17,-2 3 1,-3 2-147,-1 1 1,-1 5 113,-3 2 1,2 3-65,-6 1 0,1 0-48,-4 0 0,-5 5 5,-3 3 0,3-2-155,1 2 0,3-7 54,1-1 0,5-5-674,2-6-82,3-4-373,6-7 575,1-6 685,10-15 0,0 2 0,2-6 0,18-13 0,-1-3 0</inkml:trace>
  <inkml:trace contextRef="#ctx0" brushRef="#br0" timeOffset="408">45 33 7763,'0'-11'-1874,"0"5"2193,-5-4 270,4 9 257,-4-4-409,5 5 0,4 5-108,-1 2 1,6 4-43,-2 4 0,3 4-84,1 6 0,5 5 57,2 7 1,0 2-46,0 5 1,0 4-189,5 0 0,-1 5 83,0-2 1,-5-2-192,-2-1 1,-3-8-63,-1-3 1,-1-5-161,-3-6 0,-1-2-1291,-2-9 1202,-3-5 1,5-5-792,-2-5 1183,-3-10 0,-1-51 0,-6-23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25.1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353 132 6882,'4'-7'0,"0"0"0,-1 3 0,-3-3-243,0 4 1,2-3-51,1 2 363,-1 3 1,2-5 82,-4 2 24,0 3 1,4-5 23,0 2 266,-1 3-151,-3-4 1,2 2 556,1-1-592,-1 0 1,2 3-25,-4-3 1,2 3 359,1-3-367,-1 3 1,2 2 10,-4 3 1,-4 2-81,-4 5 0,-2 4-113,-1 0 1,-5 5 91,-2 2 0,-6 2-61,-2 5 0,-5 1 13,2 3 1,-3 0-127,-1 0 0,1-1 155,3-3 0,-1 2-77,8-6 1,0 0-1015,11-7-1789,-2-2 908,11-5 1311,-2-5 1,7-2 121,1-8 1,3-2 397,-3-5 0,1 0 0,-1 0 0,7-29 0,6-8 0</inkml:trace>
  <inkml:trace contextRef="#ctx0" brushRef="#br0" timeOffset="350">122 77 7731,'-4'-11'574,"1"0"-90,-1 0 24,4 0 93,0 0 239,0 0-297,0 5 2,0 1-285,0 5 0,4 9 8,-1 2 0,5 3 0,-5 1 0,5 6-129,-5 5 0,5 4 12,-5 0 1,6 1-28,-2 3 0,-1-1-153,2 0 0,-2 0-97,1 0 0,3-4-194,-3 1 0,-1-6-312,2 2 0,-5-8-100,5-3 0,-5-4-1592,5-4 2324,-1-2 0,4-29 0,0-7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27.8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287 160 7731,'-6'-5'1413,"-4"4"-998,9-4-9,-4 5 1,5 5-161,0 2 0,0 8-67,0 3 0,0 4-78,0 4 1,-1 0-131,-3 7 0,3-1-187,-3 8 0,2-1 161,-2 2 1,2-2-12,-6-2 0,5-4 44,-5 0 1,6-5-124,-2-6 1,-1-5 77,2-2-6,-1-8 63,4-2 0,-1-5 11,-3 0 1,3-5-398,-3-2 0,3-3 151,1-1 1,0-1 24,0-3 1,0 2 111,0-6 1,0 5-51,0-5 0,0 4 42,0-3 0,-4 3 102,1-3 0,-5 5-31,5-2 1,-5-1 187,5 1 0,-6 2 12,2 5 1,-3 0-98,-1 4 1,-1 1 37,-3 3 1,3 2-42,-3 5 1,3 2 15,1 9 0,0-3 14,0 3 0,1 1 5,2 3 1,0 0-81,4 0 0,1 0 1,3 0 0,1-1-204,2-3 1,4-2-109,4-5 1,1-1-129,3-3 0,-2-2 106,5-5 0,0 0-331,0 0 654,3-5 0,20-45 0,12-16 0</inkml:trace>
  <inkml:trace contextRef="#ctx0" brushRef="#br0" timeOffset="361">364 546 7731,'11'0'265,"0"0"1,0 0-79,0 0 0,-3-1-1,-1-3 0,0 3-23,4-3 1,1 2-128,-1-2 0,0 3-109,0-3 1,0-2-33,0-1 1,0 0-275,0 0 396,0 0 0,0-4 60,0 0 1,-5 0-110,-2 0 1,-3 0-38,-1 0 1,0 0-218,0 0 1,-1-1 106,-3 1 1,-2 4 301,-5 0 0,-4 4-50,0 0 0,-3 3 17,3 3 0,-1 3-17,2 5 0,0 0 114,-4 1 1,4 2-164,0 1 0,3 5 3,3-2 0,0 3-10,4 1 1,0-4-69,4 0 0,0 0-156,0 0 1,9 2-133,2-6 1,7 1-159,1-4 1,5-5 214,2-2 1,0-3 281,-4-1 0,29-34 0,8-9 0</inkml:trace>
  <inkml:trace contextRef="#ctx0" brushRef="#br0" timeOffset="820">761 391 7731,'-5'-6'650,"4"-3"1,-5 7-112,2-1-288,3 1 1,-4 4 65,5 1 0,0 3-168,0 5 1,0 2-94,0 1 0,0 0 20,0 4 1,-4-3-96,1 3 1,-2 1 99,1 3 0,2-1-181,-6-3 1,5 3 67,-5-3 1,5-1 60,-5 2 0,5-6-86,-5 2 0,5-3 17,-5-1 1,6-4-250,-2 1 124,3-6-191,-4 3 204,4-5 1,-4-5-143,5-2 0,4-3 97,-1-1 0,5-1 87,-5-3 1,5 2-7,-5-6 0,6 6-4,-2-2 0,3-1 22,1 2 1,0-5 23,0 4 0,0-3-3,0 3 1,1 1 18,3 3 1,-3-3 81,3 3 1,-3-2-11,-1 5 1,4 3-81,0 2 1,-1-2 8,-3 1 1,-3 1 185,-1 3 1,1 1 695,3 2-570,-5 4 1,2 4 32,-4 0 1,0 1-186,-4 3 1,0-3-99,0 2 1,0 2-232,0-1 1,-2 0 34,-1-4 1,1 4-65,-1-1 0,-2 1-162,1-4 0,-3 0-909,3 0 1326,-4-5 0,16-16 0,0-8 0</inkml:trace>
  <inkml:trace contextRef="#ctx0" brushRef="#br0" timeOffset="1170">1224 403 7731,'0'-12'682,"0"1"-377,0 5-2,0-3 1,-1 7 195,-3-1 0,-2 3-132,-5 3 1,0 3-155,0 5 0,-1 4-39,-3 0 1,3 4-13,-3 0 0,-1 2-70,2 1 1,-1 0-187,4 0 0,0-4-112,0 1 0,5-5 14,2 5 0,3-6-57,1 2 0,1-3-37,3-1 0,3-4-103,8 1 0,-2-6 222,6 2 1,-5-4 54,5-4 0,-2-3 102,1-8 1,2 2 250,-6-6 1,5 1-265,-4-4 1,-1 0-88,-3 0 0,-1 0-800,-3 0 0,-2 3 89,-5 1 821,0 4 0,-39 3 0,-10 7 0</inkml:trace>
  <inkml:trace contextRef="#ctx0" brushRef="#br0" timeOffset="1602">1544 149 7731,'0'-11'754,"0"0"0,0 0 964,0 0-689,0 5-431,0-4 0,0 10-155,0 0 1,-1 6 12,-3 9 1,3 3-131,-3 8 0,2 2-114,-2 5 0,3 5-179,-3 2 0,-1 0-159,2 0 1,-5 2-196,5 6 0,-5-7-150,4 3 1,-3-7-622,3 0 1,-3-7-510,3 0 468,-4-11 1,5-3 536,-4-12 1,5-4 595,-2-4 0,13-51 0,3-17 0</inkml:trace>
  <inkml:trace contextRef="#ctx0" brushRef="#br0" timeOffset="2096">1434 436 7731,'-5'-7'936,"4"3"-680,-4-1-267,5 3 1,5-2-455,2 4 0,3 0 159,1 0 1,5 0-62,2 0 1,3 3 155,1 1 1,0 1 210,0-2 0,4 0 0,-1 4 0,1-4 0,-4 0 0,0 2 0,0-1 0,-1 0 0,-2-4 0,-4 0 0,-4 0-5,5 5 1,-7-4 276,2 2 68,-7-1-125,5 3 1,-6-4-18,4 2 1,-3-1 202,3-2 1,-3 0 203,3 0-264,1 0 1,3 0-297,0 0 0,0 0 97,0 0 0,-4 0-281,0 0 0,1 0 102,3 0 1,-4-4-59,1 0 1,-5-3 54,5 3 1,-6-4-117,2 0 0,-2 2 90,2-1 1,-3 0-9,3-4 1,-4 0 30,-4-1 0,2 1 3,-6 0 1,1 5 362,-4 3 1,-5-2-109,-2 1 0,0 0-8,0 4 1,0 5-9,-4 3 1,3 3 209,1 3 0,4 0-179,0 4 0,3 1-54,3 3 0,0 0-188,4 0 0,0 1 52,4 3 0,2-3-264,1 3 1,8-3-195,8-1 0,2-1-373,1-3 1,3-3 321,1-8 1,5-2-247,-2-5 0,-1-2 85,2-6 630,-6-4 0,18-34 0,-2-7 0</inkml:trace>
  <inkml:trace contextRef="#ctx0" brushRef="#br0" timeOffset="2596">2492 50 7731,'0'-11'-44,"0"0"1,0 0 1788,0 5-1031,5-4 0,-4 10 4,3 0 1,-2 6-234,2 9 1,-3-1-26,3 8 0,-3-2-196,-1 6 1,0 3-53,0 4 0,-4 0-172,1 4 1,-2 1-2,1-1 1,-1 3-209,-2-3 1,-3 0 19,3-4 1,1-2-207,-2-1 0,2-4 73,-1-8 1,-2-2-619,6-5 260,-1-5 229,4-1 1,-4-10 69,1-2 1,-1-3-125,4-1 1,0-4 107,0 0 0,0-4-66,0 1 0,0-2 281,0 2 0,0-3 123,0 2 0,0 0 130,0 0 0,0 3 47,0 5 141,-5-5 1,-1 5-148,-5 0 1,-1 5 140,-3 6 0,-1 6 315,-2 5 1,-3 2-125,2 5 0,2 4 2,-1 4 1,4 3-167,0-3 1,1 3-119,2-3 0,5 3 23,3-3 0,1 0-25,2-4 1,5 0 0,3 0 0,6-6 25,5-5 0,2-1-155,1-6 0,-4-1-193,0-3 1,-1-5-981,2-2 1,0-4-161,-4-4 1,0-1 1261,-4-2 0,-20-27 0,-4-3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26.3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100 321 7702,'-6'0'1275,"1"0"-885,5 0 0,-4 1-132,0 3 1,1 2-80,3 5 0,0 0-183,0 0 1,-4 0-262,0 0 1,-1 4-70,2-1 1,2 2-326,-3-1 0,-1-3 252,1 3 1,-3 1 406,3-2 0,-14-14 0,0-7 0</inkml:trace>
  <inkml:trace contextRef="#ctx0" brushRef="#br0" timeOffset="158">122 56 7727,'-1'-11'-1,"-3"0"-45,3 0 1,-4 4-547,5-1-414,0 6 1006,0-3 0,14 34 0,5 8 0</inkml:trace>
  <inkml:trace contextRef="#ctx0" brushRef="#br0" timeOffset="553">353 221 8021,'-5'-11'602,"4"0"1,-5 5-414,2 3-148,3 1-11,-9 2-78,4 0-258,-5 5 221,0 1 0,1 5-167,3 0 1,1-1 38,2-2 1,3 1-76,-3-1 164,3 2 0,-3 1 7,1 0 0,-1 0-4,4 0 0,0 0-36,0 0 1,1-4-7,3 0 0,-2 1 112,6 3 1,-5-4 123,5 0 1,-5-3 236,5 3-136,-1 1 1,4-1 17,0 1 1,-5-5-47,-2 5 1,1-5 159,-1 5 0,-1-5-133,-3 5 0,0-5-11,0 5 0,-1-5-104,-3 5 1,-2-5-112,-5 5 0,-3-5-514,-1 5 1,-4-5 311,5 5 1,-2-6 254,1 2 0,18-18 0,-1-4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31.3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165 122 7739,'0'-7'583,"0"0"1,0 3-95,0-3-62,0 4 57,0-2-266,-5 15 0,-1 2-156,-5 10 1,0 2 100,0 1 0,-2 0 37,-1 4 1,1 1-186,-1 3 0,-2 0-271,1 0 0,4 0 138,4 0 0,3-5 19,-3-2 0,4-3-44,-1-1 1,4-5 86,4-2 1,2-3-178,5-1 0,5-3-148,3-1 1,1-5-115,2 2 1,4-4-14,0-4 1,5-2-501,-2-5 1008,-2 0 0,24-39 0,2-10 0</inkml:trace>
  <inkml:trace contextRef="#ctx0" brushRef="#br0" timeOffset="293">121 122 7834,'-5'-11'84,"3"4"221,-1 0 135,1 4 0,4-6-139,1 6 1,1-1 118,7 4 0,-1 0-313,8 0 1,-3-4-244,3 1 1,4-1-217,4 4 1,1-1-147,-1-3 0,-3 3-437,3-3 1,-3 3 934,-1 1 0,-5 5 0,-1 1 0</inkml:trace>
  <inkml:trace contextRef="#ctx0" brushRef="#br0" timeOffset="475">76 277 7778,'0'-7'90,"5"1"-203,3 3 1,3 0-433,3-4 545,4 4 0,26-7 0,12-4 0,4 2 0,0-1 0</inkml:trace>
  <inkml:trace contextRef="#ctx0" brushRef="#br0" timeOffset="1079">1013 34 7778,'-11'-6'128,"0"1"1,-1 1-1,-1 1 267,-2 0 0,-3 2-175,3 1 0,-5 0-43,2 0 0,-3 0-13,-1 0 1,1 0-12,3 0 0,-2 0-132,6 0 1,-1 0-158,4 0 1,4 1-25,-1 3 0,6-2-252,-2 6 332,3-6 0,1 8 65,0-3 0,3 3-16,1 1 0,4 0-18,-5 0 1,5 1 37,-5 3 1,5 2 20,-5 5 0,1-2 113,-4 2 1,0-2-99,0 5 0,0 0 24,0 1 1,-1-3-55,-3 3 1,-2 0-110,-5 0 0,0 1 168,0-1 0,0-4 119,0 0 0,0-1-67,0-7 1,0 5 100,0-4 0,1-1 110,3-3 0,-2-3-74,5-1 1,1-3-34,3 3 0,0-3-398,0 3-414,0-5 0,8 3 93,3-5 1,8 0-459,-1 0 1,4 0 323,4 0 643,2-5 0,59-25 0,-37 9 0,0 0 0</inkml:trace>
  <inkml:trace contextRef="#ctx0" brushRef="#br0" timeOffset="1560">1708 56 7778,'6'0'988,"-1"-5"-531,-5 4 0,-5 1-19,-2 7 1,-8 8 4,-3 3 0,-4 6-143,-4 5 1,-2 0-58,-5 8 1,-5 1-91,-3-1 0,2 3-97,-1-3 1,5 0-127,2-4 0,6-5-267,9-2 0,-2-4-725,6-4 0,0-2 250,7-5 1,-2-3-1064,6-1 1875,-1-5 0,4 2 0,0-8 0,10-26 0,2-12 0</inkml:trace>
  <inkml:trace contextRef="#ctx0" brushRef="#br0" timeOffset="1818">1366 56 7778,'-6'-11'1771,"2"0"-997,-2 0-109,5 5-13,-4 1-207,5 5 0,4 6-59,0 5 1,4 1 144,-1 7 0,7 0-155,1 7 0,1-1-227,-2 4 0,0 2-173,4 5 1,-1-1-98,2 1 0,0 0-293,-4 1 0,0-7-16,-4 3 0,-4-7-573,0 0 0,-4-8 376,0-3 1,-1-7-198,-2 0 1,5-6 823,2 2 0,3-22 0,1-7 0</inkml:trace>
  <inkml:trace contextRef="#ctx0" brushRef="#br0" timeOffset="2610">1973 23 7806,'-7'0'1208,"3"0"-1082,-1-5 21,3 4 0,-4-4 47,3 5-40,1 0-380,-2 0 599,4 0-420,4 0 0,-1-1 83,4-3 0,1 3-5,3-3 1,1 3-1,3 1 1,-3 0-3,2 0 0,2 0 72,-1 0 0,0 0 95,-4 0 1,0 0-9,0 0-86,5 5 0,-5 1-36,0 5 1,-1 0-15,-7 0 1,5 1-4,-5 3 0,1 2-34,-4 5 1,0 1-128,0 3 0,0 2 60,0 5 1,-4-3-114,1-1 0,-2-1 214,1 2 0,3-3-7,-3-5 1,-1-1 257,2-3 1,-2-2 0,1-5 0,3 0-6,-3 0 0,-1-4-146,2 1 1,-2-6 15,1 2 0,2-3 122,-6-1 0,1 4 186,-4-1 1,0 1-209,0-4 0,-1 0-251,-3 0 0,-2 0-265,-5 0 1,-2 1-166,-1 3 1,3-3-397,0 3 0,-1-3 277,5-1 1,2 0-1184,1 0 1718,3 0 0,36-10 0,7-2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52.6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73 298 7934,'-1'-10'707,"-3"3"72,3-3-55,-4 9-194,5-4 7,0 5 1,0 5-293,0 2 0,0 4-104,0 4 0,0-2-187,0 6 1,-4-2-349,1 1 0,-5 3-51,5-3 1,-5 2-365,5-2 1,-6 2 184,2-5 0,1 3-971,-2-3 1595,6-1 0,7-37 0,7-9 0</inkml:trace>
  <inkml:trace contextRef="#ctx0" brushRef="#br0" timeOffset="150">117 66 7934,'-6'-11'0,"-3"0"412,6 0 0,-5 4-81,5 0-1041,-1-1-67,4 2 30,0 1 1,5 9 746,2-1 0,18 21 0,4 0 0</inkml:trace>
  <inkml:trace contextRef="#ctx0" brushRef="#br0" timeOffset="545">437 221 7921,'-11'-7'-268,"0"3"484,0 4 0,0 0 352,0 0 0,0 0-282,0 0 1,0 0-202,0 0 0,0 1 0,0 2 1,0 0-7,0 4 1,3-3-235,1 3 0,3-3-13,-3 3 1,4-3-402,0 3 456,2 1 1,1 3-396,0 0 313,0 0 0,1 0 32,2 0 0,2-4-59,3 1 1,1-1 70,-1 4 1,3-4 27,4 1 1,-3-5 54,2 5 1,0-2 13,1 1 0,-3 2 42,3-6 1,-3 2 164,-1-1 0,-1-2-23,-3 6 0,2-5 192,-6 5 0,1-5-7,-4 5 0,0-1 158,0 4 1,-5 0-113,-2 0 0,-8 0-134,-3 0 0,-3-1-99,-1-3 0,0 3-129,0-2 1,-4 0-358,0-1 0,4-2-793,4-5 1151,4 0 0,38-39 0,14-10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51.1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155 111 7993,'0'-17'379,"0"1"1288,0 5-658,0 0-584,0 5 1,0 7 32,0 10 1,-4 5-154,0 6 0,-3 6-93,3 5 0,-4 2-94,0 5 1,-1 2-184,-2 6 1,0-3-89,0 3 1,0 1-378,0-2 0,0 1 427,0-4 0,1-5-33,2-2 1,0-9-4017,4-6 2505,0-9 1647,4-8 0,10-69 0,3-16 0</inkml:trace>
  <inkml:trace contextRef="#ctx0" brushRef="#br0" timeOffset="334">45 221 7993,'6'-22'0,"2"0"165,-4 0 1,5 5 346,-2 2 1,8 3-165,3 1 1,4 1 38,4 3 1,-2-2-144,6 6 0,-1-1-157,4 4 0,-5 1-206,-2 3 1,-8 2 144,-3 5 1,-4 1-36,-4 3 0,-3-1-92,-8 4 1,-3 0-370,-8 4 0,-5 0 216,-6 0 1,-5 0-121,2 1 1,-2-5 336,2 0 0,-2-4 43,5 0 0,1 1 202,3-4 1,5 3-56,2-7-91,7 3 1,4-3 6,4 1 1,8-5 202,3 5 0,8-5-110,-1 5 0,3-1-85,1 4 1,0 1-132,0 3 0,-1-2-84,-3 6 0,3-6-159,-3 2 1,-1 1-47,2-1 1,-6 2-229,2-6 0,-3 1 219,-1-8 0,-3-1-593,-1-3 945,0 0 0,4-24 0,0-7 0</inkml:trace>
  <inkml:trace contextRef="#ctx0" brushRef="#br0" timeOffset="677">574 188 8461,'-11'-22'1053,"1"5"41,3 2 775,-3 3-931,9 6-471,1 1 1,6 6-131,5 3 0,0 2 94,0 5 1,0 5-314,0 3 1,3 3-210,1 3 0,-1 3-281,-7 6 1,2 0 44,-6 3 1,5 1-385,-5 2 1,1 2 399,-4-6 0,0 5 0,0-4 1,0-6 96,0-5 0,0-8 209,0-3 1,1-7 753,3-5 1,0-8-231,7-6 0,2-11 27,9-11 0,1-5-166,3-6 1,2-4 70,5 1 1,-1-6-265,-2 1 0,1-1-308,-1-3 0,0 7 50,0 5 0,-8 6-269,-7 9 0,-3 6-3253,-1 4 583,-5 11 3010,-1-2 0,-20 34 0,-3 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49.7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287 33 8042,'0'-11'0,"-4"4"0,1-1 1111,-6 6-1,8-3 1,-4 6-177,5 3 1,0 7-341,0 7 1,-4 4-135,1 4 1,-2 2-342,1 5 1,2 5-214,-6 3 1,4 2 206,-3 1 0,0-1 118,-4-3 0,1-2-1453,3-5 1,-3-1 53,2-3 0,2-3-385,-1-8 1,3-7 156,-3-7 1396,0-3 0,0-25 0,3-7 0</inkml:trace>
  <inkml:trace contextRef="#ctx0" brushRef="#br0" timeOffset="732">0 386 8042,'0'-11'401,"0"0"1,0 0 47,0 0 0,2 1-3,1 3 0,5-3-252,6 2 1,5-5-188,6-2 1,5-4 42,6 0 1,5-2-244,7-1 1,-2-1-179,6-3 1,-3 3 202,-2-3 0,-4 4-27,-10 4 0,-8 3 85,-3 8-86,-12 2 234,0 5 0,-12 3 203,-1 4 0,0 1-127,-4 11 1,-2 0 149,-5 7 1,1 2-144,-1 5 0,-2 0-16,1 1 1,-1-1-52,1 0 0,3 1-4,-3 3 0,3-3-338,1 3 1,1-7 97,3 0 1,-2-4-45,6 3 0,-5-8 151,5 1 1,-1-11-37,4 0 0,5-7 395,2-1 0,3-3-90,1-3 0,4-4-582,0-4 1,4-3 187,-1-1 0,3-5 159,1 2 1,3-3-252,-3-1 0,2 0-422,-5 0 0,0 5 452,0 2 1,-3 3 176,-5 1 1,0 0 166,0 0 1,-1 4 165,-3-1 119,-2 6 153,-5-3 1,0 10-139,0 2 1,0 3-58,0 1 1,0 0 56,0 0 0,1 0-269,3 0 1,-3 0-152,3 0 0,2 0 103,1 0 0,3-5-221,1-2 1,4-3-109,-1-1 1,6-1 107,-2-3 1,-1 1-2,2-8 1,-1 1 27,4-9 0,3 5-68,-3-5 1,2 2 169,-5-1 1,1-3-8,3 3 0,-5-2 4,0 2 0,-5 0 279,-2 4 19,0 1-272,-10-2 1,2 8 5,-6 4 0,-5 3 289,-6 3 0,-3 5 303,-5 6 1,-1 4-164,1 4 1,0-4 129,0 0 1,-2 4 31,2 4 0,-1-1-158,8-7 1,0 3-278,4-3 0,1 3-40,3 1 1,3-5-182,8-2 1,7-3 185,7-1 1,8-5-141,3-2 1,5-3-332,2-1 0,2-10-522,3-4 0,0-6-736,-4-2 1,0 0 1613,-4 0 0,0-25 0,0-5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48.9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105 198 8070,'-8'-4'344,"1"1"0,3-1 1372,-3 4-1205,5 0 1,-3 1-78,5 3 1,0 3-127,0 8 0,0 3-52,0 8 0,-4 2-134,0 5 0,1 2-45,3 1 0,-4 0-236,0 4 0,-1-3-161,2 4 0,0-6-476,-4 2 1,3-4 133,-3-4 0,3-2-544,-3-5 1,4-3-53,0-1 1258,-3-9 0,9-14 0,-1-14 0</inkml:trace>
  <inkml:trace contextRef="#ctx0" brushRef="#br0" timeOffset="366">391 408 8070,'18'-18'189,"-4"4"1,2-2 379,-1 1 0,6-3-71,1 3 0,0-3-216,4 3 0,0-5-48,0 2 1,1-3-60,-1-1 1,-7 0-162,4 0 0,-9 4 129,1-1 1,-8 2-220,-3-1 1,-3-2 97,-1 5 1,-5 1-133,-2 3 0,-4 3 73,-4 1 1,-1 5 83,-2-2 0,-3 8-10,3 3 1,-3 4-5,-1 4 0,3 2 7,1 5 0,5 1 60,-2 3 0,-1 2 88,1 5 1,4 1-184,4 3 1,1 2 6,-2 5 0,2 4-399,3 0 1,1 5 104,-1-2 0,0-1-59,0 2 0,-3-7 186,-6-1 1,1-6 16,0-8 1,4-5-140,0-6 0,1-3-649,-2-5 586,-2-5 1,8-1 339,-5-5 0,9-25 0,-1-6 0</inkml:trace>
  <inkml:trace contextRef="#ctx0" brushRef="#br0" timeOffset="506">347 716 8070,'0'-11'1332,"0"4"-574,0 0-576,0-1 1,5-2-6,3 3 0,1-3-100,2 3 1,7 1-194,4-2 1,1 1-1035,6-4 1150,6 0 0,43-15 0,15-3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54.4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45 8044,'0'-7'919,"0"-1"61,0 6-514,0-8 1,0 7 232,0-4-143,0 5-251,0-3 0,0 6 0,0 3 0,0 2-100,0 5 1,0 1 13,0 3 1,4 3-90,0 8 0,-1 2-184,-3 5 0,0 4-378,0 0 0,-1 4 203,-3 0 1,2 0-8,-6 0 0,2 0 70,-1-4 1,-2-4-74,6-3 1,-5-7 175,5-1 1,-2-6-13,1-9 0,3-1-141,-3-2 64,3-3-159,1-1 1,0-6 25,0-5 0,0-1 3,0-3 0,0 3 101,0-3 0,0-1-160,0 2 1,0-6 227,0 2 1,-1 0 107,-3 0 1,3 3-180,-3-3 0,-1 1-23,2-2 1,-2 0 770,1 4 1,2 0-267,-6 4 1,5 2-101,-5 1 0,5 3-67,-5 5 1,1 2-23,-4 1 1,0 8-29,0 8 1,0 2 4,0 1 0,-4 3 41,0 1 0,4 3 5,4-3 0,1 0-63,-1-4 1,-2-1-40,5-3 1,1 2-1,3-6 1,1 0 36,3-7-49,2 3 0,6-9-176,3 3 0,-3-4-309,3-4 0,2 2-203,1-6 1,-1 0 669,2-7 0,28-26 0,12-12 0</inkml:trace>
  <inkml:trace contextRef="#ctx0" brushRef="#br0" timeOffset="876">530 376 8033,'-4'-8'306,"0"1"633,1 4-577,3-1 1,0 5-48,0 2 0,0 4-288,0 4 1,0 0 58,0 0 0,-1 3-67,-3 1 0,3 5-161,-3-2 1,3 2-366,1-2 0,-4 3 349,0-3 1,1 2 157,3-2 0,0-7 0,0-6 0</inkml:trace>
  <inkml:trace contextRef="#ctx0" brushRef="#br0" timeOffset="1042">596 155 8033,'-5'-11'-558,"4"0"-777,-4 5 1335,5 1 0,29 25 0,8 4 0</inkml:trace>
  <inkml:trace contextRef="#ctx0" brushRef="#br0" timeOffset="1387">794 309 8076,'-17'0'0,"-2"0"-65,4 0 0,-3 0-70,3 0 0,1 2 70,7 1 0,-3 0 120,3 4 1,2-3 43,1 3-116,3 1 1,1 3-31,0 0 11,0 0 1,1 0-57,3 0 115,2 0 1,5 0-76,0 0 1,1 0-210,3 0 0,-1-4 99,4 0 0,-5 1 61,2 3 1,1-4 113,-1 1 0,3-1 132,-3 4 0,2-4 46,-6 1 293,2-1-161,-6 4 1,-3-1 325,-4-3 0,-6 2-301,-8-6 1,-8 2-405,-8-1 0,2-2-565,-1 6 0,-1-6 497,-3 2 124,0-3 0,5-11 0,1-2 0</inkml:trace>
  <inkml:trace contextRef="#ctx0" brushRef="#br0" timeOffset="1702">1202 409 7948,'0'-11'594,"0"0"0,-3 0-95,-1 0 0,-5 4 33,2 4 0,-3 2-256,-1 1 1,0 0-117,0 0 1,-4 1-9,1 2 0,-1 4-195,4 4 1,1 3 38,3 1 1,1 3-183,2-3 1,3 5 15,-3-2 0,3 3 70,1 1 1,0-4-444,0 1 0,1-1 58,3 4 0,2-5-88,5-2 0,4-3 237,-1-1 0,6-5-10,-2-2 1,7-3 29,1-1 1,-1-6 315,-3-5 0,5 0 0,-3-34 0,2-3 0</inkml:trace>
  <inkml:trace contextRef="#ctx0" brushRef="#br0" timeOffset="2310">1312 420 8048,'0'-11'-62,"0"3"139,0 1 254,0 0 97,0-4 58,0 4-303,0 3 0,2 4 0,1 0 0,0 4-34,4 4 0,-3 2-206,3 1 0,-1 3 32,2 1 0,1 5-227,-1-2 0,-2-1-18,1 2 0,-3-5 87,3 5 1,-4-6 38,0 2 1,-1 1 115,-2-2 1,1-3-68,3-3 79,-3-1 282,4-1-444,-5-1 0,0-6-229,0-3 1,1 2 290,3-6 1,-3 0-45,3-7 1,-3 3-197,-1-3 1,0 2 244,0-2 1,0 3 158,0-3 1,0 3-156,0 1 255,0 0 1,3 0-83,1 0 0,3 3 133,-3 1 0,5 5 414,-2-2-384,3 3 0,5 1-12,-1 0 0,1 1-58,-4 3 0,4-2-25,-1 5 1,6 0-90,-2 0 1,-1 1 4,2-4 1,-4 3 17,3-3 1,-1 1-138,1-1 1,2-3 222,-5 3 1,1-3-88,-2-1 1,-1-1 15,1-3 1,2-1-59,-1-2 0,0-3 1,-4 3 1,-4-7 3,0-1 1,-1 1-79,2 3 1,-3-2 124,-5-1 0,0 1-26,0-1 1,-1 2 122,-3 0 0,-2 5-93,-5 0 0,-2 4 195,-1 0 0,1 1-82,-1 2 1,2 5 67,1 3 1,-1 1-78,1 3 1,4-1 1,0 0 1,4 1-34,0 3 0,1-2-152,2 5 0,2-4-118,1 1 0,5 0-74,6 0 0,0 4-98,4-5 0,2 1-4,6-4 0,-2-1-149,5-3 0,-3 2 102,4-6 0,-5 1-23,5-4 0,-5-5-182,5-2 0,-6-7-172,2 0 1,-3-6 715,-1 2 0,0-28 0,0-6 0</inkml:trace>
  <inkml:trace contextRef="#ctx0" brushRef="#br0" timeOffset="2510">2172 133 8038,'-11'-11'0,"0"0"1282,0 0-197,0 0-145,5 0-103,1 5-279,5 6 1,0 10-228,0 4 0,5 6 27,3-2 0,5 4-154,2 4 1,-1 2-15,-3 5 1,0 0-262,0 0 1,-1 2-248,-2 1 1,0-1-356,-4 2 0,3-7 134,-3 0 1,3-6-470,-3 2 1,0-8-628,-4-3-219,4-8 1854,3-2 0,4-39 0,0-9 0</inkml:trace>
  <inkml:trace contextRef="#ctx0" brushRef="#br0" timeOffset="2954">2084 387 7992,'1'-7'443,"3"4"0,2 2-194,5 1 0,5 0 175,3 0 0,1 1-230,2 2 0,4 4-109,0 4 0,3-4-188,-3 0 0,5-1-59,-2 2 0,-6 0-98,-1-4 1,-2 3 136,2-3 0,-1 0-195,-3-4 1,-2 0 127,-5 0 0,0-1-79,0-3 1,4 1 83,0-4 1,-1 0-39,-3-4 1,-3 1 113,-1 3 1,-1-3 106,1 2 195,-2-1 0,-6-2-37,-3 0 0,2 3 130,-5 1 1,-4 4-82,-4 0 0,-1 1 79,1 2 0,-2 0-68,-5 0 0,4 2 106,-1 1 0,6 4 287,-2 4 1,-1 0-192,2 0 1,0 0-10,7 0 1,-2 3-149,6 1 0,-1 5-147,4-2 0,6 3 3,5 1 1,6 0-135,9 0 0,-2-1 150,6-3 0,-1-2 16,4-5 1,0-4-288,0 1 1,3-6-88,-3 2 0,-1-6-59,-6-2 1,-7-5-464,3 2 1,-7-2-1916,0 2 2662,-8-3 0,-12-1 0,-7-6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00.7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243 299 7998,'6'-12'-138,"4"3"0,-3 0 0,3 2 1,1-1 1081,0 2 1,4-3-437,-1 1 1,5-2-161,-5-1 0,2 0-108,-1 0 1,-3 0-41,3 0 1,-8-3-95,-3-1 1,1 0-11,-2 4 1,0-4-230,-7 1 0,-3-1-65,-8 4 0,-2 0-325,-5 0 0,0 1 267,0 3 0,-4-2-52,0 6 1,0-1 181,0 4 0,3 0 69,-3 0 0,4 1 109,3 3 0,3 2-8,5 5 1,-2 5 260,2 2 1,2 8-115,9 3 1,0 3-78,0 1 1,2 9-286,1 2 1,3 0-7,5 0 1,2-2-8,1 6 0,-1-4 144,1-4 1,2-3 1,-1-8 1,0-3-125,-4-8 0,-4 2-43,0-5-302,-4-6-480,2-4 545,-5-5 442,0 0 0,-10-29 0,-2-8 0</inkml:trace>
  <inkml:trace contextRef="#ctx0" brushRef="#br0" timeOffset="258">0 497 7998,'11'-4'0,"0"1"0,0-5 367,0 5 1,4-1 60,0 4 1,4 0 21,0 0 1,1 0-229,3 0 0,0 0 14,3 0 0,-2 5-37,5 2 0,-3 3-96,4 1 0,-7 0-28,-1 0 0,0 1-212,-4 3 0,-5-3-444,-2 3 1,-4-3-14,0-1 1,-1 0-271,-2 0 0,-3 0-160,3 0 1024,-3-5 0,4-15 0,1-10 0</inkml:trace>
  <inkml:trace contextRef="#ctx0" brushRef="#br0" timeOffset="400">441 409 7998,'-10'-17'0,"7"1"1184,-8 5-1024,7 0 0,-1 3-1099,5 1 437,5 4 0,1 0 502,5 6 0,20 18 0,4 9 0</inkml:trace>
  <inkml:trace contextRef="#ctx0" brushRef="#br0" timeOffset="959">596 508 8111,'0'6'1561,"0"-1"-1341,4 0 0,-1 1-50,4 5 1,-3-4-145,3 1 1,-3 0 27,3 7 0,-1-3-230,2 3 1,0-3 122,-4-1 0,1 0-160,-1 0 0,-3 0 70,2 0 0,-1-3-40,-2-1 36,0-5-36,0 3-155,0-5 0,0-5 44,0-2 0,0-3 202,0-1 0,0-1 29,0-3 0,0 3-68,0-3 0,0 0-34,0 0 1,3-1-21,1 1 1,3 3 275,-3-3 0,5 3 424,-2 1 1,3 1-143,1 3 1,0-2 172,0 6 0,0-1-302,0 4 1,0 0-251,0 0 1,0 1-101,0 3 0,0 2-9,0 5 1,0 0-55,0 0 0,-4 1-26,1 3 0,-5-2-311,5 6 1,-6-6 66,2 2 1,1-3 5,-1-1 0,0-3 433,0-1 0,7-14 0,6-1 0</inkml:trace>
  <inkml:trace contextRef="#ctx0" brushRef="#br0" timeOffset="1150">1003 497 8002,'0'-11'1535,"0"0"-1438,0 0 90,0 5 0,0 2 23,0 8 1,4 2-57,0 5 1,4 0 32,0 0 0,-2 0-356,1 0 0,-1 4-272,2-1 0,0 5-315,-4-5 0,3 1 293,-3-4 0,0 4 463,-4 0 0,9-6 0,4-4 0</inkml:trace>
  <inkml:trace contextRef="#ctx0" brushRef="#br0" timeOffset="1300">959 310 8002,'-11'-29'1414,"0"4"-1542,0 6-1234,5 3 870,1 10 1,5 3 491,0 6 0,10 8 0,2 6 0</inkml:trace>
  <inkml:trace contextRef="#ctx0" brushRef="#br0" timeOffset="1593">1158 254 8016,'-5'-6'874,"4"-3"1,-4 9-440,5 0 0,5 4-28,2 7 0,3 5-98,1 3 0,3 5 74,1 2 1,5 5-287,-2-2 1,3 3-194,1 1 1,-1 4-470,-3-1 1,-1 1-41,-2-4 0,-6-1-863,2-3 1,-4-3 1467,0-7 0,-2-18 0,-5-9 0</inkml:trace>
  <inkml:trace contextRef="#ctx0" brushRef="#br0" timeOffset="2045">1213 442 8016,'0'-8'-316,"0"1"574,0 5 1,5-3 374,2 5 1,4 0-272,4 0 0,2 5-163,5 2 1,1 2-356,3-2 1,2 3 44,5-3 0,3 3 21,-3 1 1,1-4 18,-8 1 1,1-6-203,-1 2 0,-8-3-130,0-1 137,1 0 1,-7 0-218,3 0 192,-3-5 1,-6-1 268,-2-5-107,-3 0 1,-1 0 13,0 0 1,-6 1 1,-5 3 1,0-3-5,-4 3 1,-1 2 237,1 1 0,-3-1 352,3 1 1,-1 1-145,2 3 0,3 1 168,0 3 0,0-2-101,3 5 1,2 1-51,-1 3 0,3 1-60,-3 3 1,4-2-74,0 6 1,1-5 74,2 5 1,9-2-7,2 1 0,7 3 207,1-3 0,7 0-138,3 0 1,6-8 68,2 1 1,0-8-333,-4 1 1,0-3-394,0-1 1,-2-5-615,-5-2 1,-2 1 405,-9-1 1,-1-1-383,-3-3 0,-4 4 895,-4 0 0,-31-1 0,-9-3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7:58.6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175 21 8055,'-1'-7'-37,"-3"0"600,-3 3 0,-3 1-346,-1 7 0,-1 6-59,-3 4 0,2 11 72,-6 0 1,6 6 152,-2 2 0,2 6-158,-2 5 1,6 3-121,-2 8 0,8-6-169,-1 6 1,4-8 102,4-3 1,7-1-103,7-6 0,-1-7-148,2-8 0,-1-2-412,4-9 0,0 1-75,0-8 1,-1-1 697,-3-3 0,8-19 0,-3-6 0</inkml:trace>
  <inkml:trace contextRef="#ctx0" brushRef="#br0" timeOffset="392">473 164 8045,'0'-7'-384,"0"0"1609,-5 4-714,4-2 1,-4 6 10,5 3 0,0 6-243,0 5 0,0 5-53,0 2 1,0 2-87,0 5 1,4 0-208,-1 5 0,6 2 63,-2 1 1,-1 0-153,2-4 0,-5 2-908,5-2 1,-6-2 214,2-9 1,1 0-58,-2 0 1,1-5 905,-4-2 0,-5-17 0,-1-6 0</inkml:trace>
  <inkml:trace contextRef="#ctx0" brushRef="#br0" timeOffset="635">506 506 7718,'0'-22'-733,"0"5"1131,0 2 0,4 3 412,-1 1-539,6 0 1,-3 1-55,5 3 1,0 2 14,0 5 1,4 0-43,0 0 0,0 0-129,0 0 1,-1 5-31,4 2 1,-1 3-271,2 1 1,0 3-122,-4 1 1,0 5-86,-4-2 1,-2 3-325,-1 1 0,-2-4 398,-3 1 0,-1-5 371,1 5 0,-1-6 0,-7-2 0,-1-6 0</inkml:trace>
  <inkml:trace contextRef="#ctx0" brushRef="#br0" timeOffset="1071">1090 418 8045,'0'-11'413,"-3"0"182,-1 0 0,-3 3-220,3 1 0,-5 5-112,2-2 1,-3 4-51,-1 4 0,0 2-29,0 5 1,-1 0-198,-3 0 1,3 5 125,-3 2 1,3 2 117,1-2 0,1 3-302,3-3 1,-2 3-450,6 1 0,-5-1 129,5-3 0,-1 2-153,4-5 0,0-1 223,0-3 0,1 0-48,3 0 1,-2-5 351,6-2 0,-1-4-73,4-4 0,1 1-26,3-8 1,-3 2-59,3-6 1,-2 2 5,2-2 0,-3 3 108,3-3 1,1-1 9,-1 2 1,-2-1 108,-6 4 1,3-4 224,-2 1 1,-4-1 291,0 4 0,1 0-205,-1 0 1,-1 0-8,-3 0 0,0 3-175,0 1 1,-1 5 142,-3-2-181,3 3 0,-4 6-148,5 2 0,-3 3 37,-1 1 1,0 4-279,4-1 0,0 5-486,0-5 0,0 5 68,0-5 0,0 5-162,0-5 1,4 5 817,0-4 0,4-1 0,13-3 0,8 0 0</inkml:trace>
  <inkml:trace contextRef="#ctx0" brushRef="#br0" timeOffset="1404">1388 385 7941,'-6'-11'-11,"-4"0"0,4 3 416,-5 1 0,4 4-159,-1 0 0,1 2-24,-4 1 0,-1 3-82,-3 1 1,3 5-21,-3-2 1,3 3-115,1 1 1,0 0-105,0 0 1,4 0-237,4 0 0,2-4 35,1 0 1,4 1-231,4 3 0,5 0 143,2 0 0,5-1-62,-2-3 0,6 2 448,2-6 0,-4 6 0,-3-2 0,-1-2 0,4-1 0,-4 2 0,1 1 0,-7-1 0,-1 2 0,0-5-4,-4 5 0,-2-1 68,-1 4 1,-3-3 21,-1-1 0,-6-1-32,-5 1 1,0 2 96,-4-5-151,3 4 0,-23-12 0,-7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04.2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144 274 7921,'-4'-7'152,"0"0"497,1 4-62,3-2-86,0 5 1,0 5-191,0 3 0,4 3 23,4 3 1,-2 3-72,1 6 0,1-1-28,3 0 0,-4 3-302,0 1 0,-1 3-148,2-3 0,2 5-266,-3-2 1,-2-2 130,-1-1 0,-3-3-341,-1-1 0,3-1 277,1-3 1,0-2-680,-4-5 385,0-5 708,0-1 0,5-29 0,1-7 0</inkml:trace>
  <inkml:trace contextRef="#ctx0" brushRef="#br0" timeOffset="259">298 274 7812,'0'-15'-441,"-4"6"607,1-2 0,-1 6 1005,4-2-779,0 4 0,0 0-130,0 6 1,0 3 161,0 5 1,1 2-75,3 1 1,2 3-126,5 5 1,0 4-48,0 0 0,0 3-124,0-3 1,1 3-102,3-3 0,-3 4-370,3-5 1,-3 5 236,-1-5 1,-3 1-220,-1-4 0,-5-5-590,2-2 0,-3-3-548,-1-1 1537,0-5 0,-14-20 0,-5-11 0</inkml:trace>
  <inkml:trace contextRef="#ctx0" brushRef="#br0" timeOffset="592">0 462 8542,'1'-6'698,"3"2"1,7 3-421,8 1 0,6-1 27,5-3 1,8 3-196,6-3 1,5-1 76,6 1 0,0 0 66,0 0 1,-1 3-29,-3-3 1,-8-1-1,-10 1 1,-6 1-680,-8 3-1464,-3 0 1918,-10 0 0,-36 0 0,-13 0 0</inkml:trace>
  <inkml:trace contextRef="#ctx0" brushRef="#br0" timeOffset="809">44 583 7989,'-6'0'931,"1"0"1,8 0-585,4 0 0,5 0-14,10 0 0,5 0-119,3 0 0,8 0-158,6 0 0,1 0-262,7 0 1,3-4-575,4 1 1,-4-1 326,-4 4 1,-9 0 452,-2 0 0,1-10 0,-2-2 0</inkml:trace>
  <inkml:trace contextRef="#ctx0" brushRef="#br0" timeOffset="1442">1037 451 7995,'-7'-5'81,"2"-2"1,2-3-1,-1-1 1047,2 0-564,0 5-374,2-4 0,2 9-59,1-3 1,2 8 65,3 3 1,1 3-15,-1 1 1,2 1-90,1 3 0,0 2 97,0 5 1,0 0-432,0 0 0,0 0 18,0 0 1,-1 0-86,-3 0 0,1 0 129,-4 0 1,3-5-34,-3-2 1,0-3 354,-4-1 362,0-4-437,5-3 0,-3-8 122,6-4 0,-6-3 49,2-4 0,1-2 73,-2-5 0,5-3 15,-5-1 1,5 0-256,-5 4 0,5-4-222,-5 1 0,5-1-153,-5 4 0,5 1-509,-5 3 1,6 3 4,-2 8 0,3-2 77,1 5 729,0 1 0,15 32 0,3 8 0</inkml:trace>
  <inkml:trace contextRef="#ctx0" brushRef="#br0" timeOffset="1901">1621 506 7995,'1'-11'-125,"3"0"0,-3 0 1686,3 0-1029,-3 0 0,-2 1-125,-3 3 1,-2 1-118,-5 2 1,0 3-65,0-3 0,-4 3-110,0 1 1,-3 1-136,3 3 0,1 2-32,3 5 0,0 0-250,-1 0 0,3 1-184,1 3 0,0-2 64,4 6 0,-3-6-129,3 2 1,0 1 168,4-2 0,0 1-3,0-4 1,0 0 100,0 0 1,0-3 5,0-1 0,5-5 173,3 2 0,1-3 136,2-1 0,4-1-87,0-3 1,3 2 55,-3-5 1,3-1-79,-3-3 0,0 1 77,-4 3 0,2-3 0,-2 3 0,1-3 112,-8-1 0,0 0 131,-4 0 1,0 0 959,0 0-909,0 0 0,-5 0 180,-2 0 1,0 4 234,0-1-702,5 6 1,-4-3 69,2 5 0,3 1 3,-3 3 1,3-2-3,1 6 0,1-1-205,3 4 0,-2 0-18,5 0 1,1 0-55,3 0 0,0 0-499,0 0 1,0 4 155,0-1 0,0 0 83,0-7 1,4 3 458,-1-3 0,21-11 0,0-4 0</inkml:trace>
  <inkml:trace contextRef="#ctx0" brushRef="#br0" timeOffset="2287">1786 462 7995,'-6'-11'0,"2"0"0,-1 3 865,2 1-121,-1 5-287,4-8-282,0 9 0,0-3-14,0 8 1,0-2 22,0 5 1,4 1-113,-1 3 1,5-4 0,-5 0 0,2 1-234,-1 3 0,-1 0-35,4 0 0,-5-4 155,2 1 0,1-5 292,-1 5 0,-1-5-142,-3 5 34,0-6-82,5 8-1,-4-9-27,4 4 1,-5-4-194,0 3-251,0-3 200,0 4 1,0-4-209,0 3 346,0-3 1,1 8-57,3-6 94,-3 6 1,4-7 17,-5 6-48,0-1 0,0 1 12,0-1 0,2-3-344,1 3 1,-2-3-692,3 3-398,-3-5 1486,-1 8 0,15-14 0,3 3 0</inkml:trace>
  <inkml:trace contextRef="#ctx0" brushRef="#br0" timeOffset="2935">1698 274 8004,'-1'-7'-46,"-2"0"0,-2-1-460,-1 2 963,4-4 60,-3 4-171,0-5 1,4 0-95,-3 0 1,3 4 309,1 0 23,0-1-1,5-3-316,-4 0 1,5 1 211,-2 3-250,-3 2-49,4 5 0,-4 1 9,3 3 0,-2 7-5,6 7 1,-5 3-83,5 1 1,3 2-39,3 1 1,2 3-203,-1 6 1,-2-5-185,6 0 0,-4 3-336,3 1 1,-8 2-762,1-10 1,-4 1-23,0-4 1440,-2-5 0,-14-11 0,-4-7 0</inkml:trace>
  <inkml:trace contextRef="#ctx0" brushRef="#br0" timeOffset="3769">2051 462 8007,'0'-6'-60,"0"-4"428,0 3 758,0 2-463,0-5-100,0 9 1,0 4-392,0 8 1,1 3-113,3-3 1,-3 4 52,3-1 1,0 5-242,0-5 0,5 2 67,-2-1 0,-1-2-201,2 6 0,-5-6-203,5 2 1,-5-3-71,5-1 267,-1 0 1,4-1 51,0-3 0,-4-2 4,1-5 0,-1 0 112,4 0 0,-4-1 13,1-3 0,-2-2 11,1-5 0,3 0 147,-3 0 1,-1-1 64,2-3 1,-6 3-137,2-3 0,1-1 41,-1 2 0,-1-2 13,-3 1 1,0 3 141,0-3 0,0 2 198,0-2-28,0 3 1,-1-4 197,-3 5 121,3 5-305,-4-4 30,5 9-184,0 1 0,0 6-94,0 5 1,0 3-129,0 1 0,5 1 151,2-1 1,0-2-39,0 6 0,0-5-364,4 5 0,0-6-506,0 2 0,0 1-165,0-2 1,-3-2 228,-1-5 0,0-1-67,4 1 0,0-2 756,1-5 0,-1 0 0,0 0 0,14-29 0,5-8 0</inkml:trace>
  <inkml:trace contextRef="#ctx0" brushRef="#br0" timeOffset="4145">2514 506 7888,'0'-6'134,"1"1"26,3 5 1,-2-1 132,5-3 0,-3 3-37,3-3 0,1 3-14,3 1 0,0 0-76,0 0 0,0 0 28,0 0 1,0 0-91,0 0 1,0 0-316,0 0 230,0 0 0,0 0-250,0 0-88,0-5 0,-1 3 69,-3-6 0,-1 5-54,-2-5 1,-3 4 185,3-3 1,-3 3 20,-1-3 0,-1 0 47,-3-4 0,2 3 93,-5 1 1,3 1 30,-3-1 1,-1-2 300,-3 5 1,-1-3-204,-3 3 1,2 1 320,-6 3 1,2 1 490,-1 3 1,-2 2-514,6 5 1,-5 1-168,4 3 0,1 2-128,3 5 0,5-1-104,2-3 1,4 3 94,4-3 0,7 3-161,7 1 1,8-5-921,3-2 1,-1-4 86,2-4 0,-1 2-302,4-5 1,-3-1 363,-1-3 0,-5-5-635,2-2 1400,-3-3 0,-5-20 0,-2-6 0</inkml:trace>
  <inkml:trace contextRef="#ctx0" brushRef="#br0" timeOffset="4514">3010 341 8007,'-11'-5'40,"3"3"46,1-1 1,0-2 117,-4 1 1,0 1 7,0 3 1,0 0 57,0 0 0,0 0-2,0 0 0,0 3-133,0 1 0,3 3 332,1-3-684,0 4 0,-1-1-111,1 4 75,4 0 0,0 0 66,6 0 1,4 0-77,4 0 0,4-4-1,4 0 1,2 1-129,1 3 1,0-1 111,0-3 1,4 3 109,-1-3 0,1 3 166,-4 1 1,0-1 7,0-3 1,-4 3 275,1-3 0,-9 3-82,1 1 0,-8-4 100,1 1 1,-4-1-90,-4 4 1,-3-4-11,-8 1 0,-3-4-201,-8 3 1,-1-5 81,-2 2 0,-2-3-650,6-1 0,-5 0 97,4 0 473,-4 0 0,11-14 0,-1-5 0</inkml:trace>
  <inkml:trace contextRef="#ctx0" brushRef="#br0" timeOffset="4863">3230 65 8074,'-17'-15'428,"4"1"1438,4 0-1420,4 2 0,6 6-198,3 2 1,4 4 290,6 4 1,3 2 78,5 5 0,3 5 199,4 2 0,1 8-323,6 3 0,4 6-99,0 5 0,2 2-147,-2 9 1,-3 1-572,-8 3 1,-8-1 292,-10-3 1,-6-7 222,-9-7 0,-5-8-1004,-6-3 0,-5-8-1528,2-3 0,-2-6 893,2-2 1446,-3-5 0,4-2 0,-5-6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36.5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23 7881,'-4'-8'176,"0"1"231,1 4-200,3-1-34,0 4 1,4 4-65,4 4 1,2 2 116,1 1 1,1 5 95,3 2 0,-3 3-174,3 1 1,-2 0-29,2 0 1,-7 1-109,3 3 1,-7 2-6,0 5 1,-3-3-195,-1-1 1,-5-5-8,-2 2 1,-8-3-192,-3-1 0,0-1-46,0-2 0,3-3-256,-3-5 1,5-4-235,-2 0 921,3-4 0,20-23 0,6-10 0</inkml:trace>
  <inkml:trace contextRef="#ctx0" brushRef="#br0" timeOffset="192">386 419 7873,'0'-7'-608,"0"0"1682,0 4-1001,0-6 0,0 6-975,0-4 902,0 4 0,0-16 0,0 0 0</inkml:trace>
  <inkml:trace contextRef="#ctx0" brushRef="#br0" timeOffset="325">475 199 7873,'0'-11'153,"0"0"-158,0 0 1,0 0 4,0 0 0,14 5 0,5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34.8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507 9 7873,'-11'0'38,"0"-1"1,-1-2 0,-1 0-1,-2 1 1,1 5 0,1 4 275,-2 3 1,3 5-130,-3-1 1,3 6 15,1-2 0,0 4 1,0 4 0,4 2 9,-1 5 1,5 5-216,-5 3 1,5 2 59,-5 1 0,2 0-208,-1 0 0,-3 1 11,3 3 1,-7-8 10,-1 1 0,-1-7 85,2-4 0,0-2 7,-4-3 1,0-6-76,-4-1 1,3-6-70,1-4 1,1 0-95,-2-4 1,0 0-200,4-4 0,4 0-478,4 0 953,4-5 0,-2-36 0,5-13 0</inkml:trace>
  <inkml:trace contextRef="#ctx0" brushRef="#br0" timeOffset="165">11 604 8242,'0'-11'1041,"0"4"-731,0-1 0,0 5-45,0-5 0,1 6 4,3-2 0,2 2-55,5-2 0,5 3-414,3-3 1,1 3-218,2 1 1,2 0-497,1 0 0,4-1 913,4-3 0,54-7 0,-37 3 0,0-1 0</inkml:trace>
  <inkml:trace contextRef="#ctx0" brushRef="#br0" timeOffset="1115">849 296 7873,'-1'-7'333,"-3"4"1,2 2 52,-6 1 0,1 0-48,-4 0 0,0 6-57,0 5 0,-5 5 108,-2 6 0,2 1-179,1 3 1,-1-2 13,1 6 1,1 0-158,3 7 1,1-3-213,3 3 0,2-4-835,5-4 0,1 3 128,3-2 0,2-5 852,5-3 0,44-4 0,11-7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42.8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309 43 7775,'-5'-11'1620,"4"0"-822,-9 0-419,9 5 0,-4 2-121,5 8 1,-1 7 133,-3 7 1,3 8-73,-3 3 1,3 3-78,1 1 0,0 5-14,0 3 1,4 3-87,-1 4 1,1-3-122,-4 3 0,0-3 67,0-1 0,0-1-261,0-3 0,-4-3-154,1-8 1,-6-6-1074,2-9 1033,-3-2 0,-1-5 77,0-4 0,3-8-58,1-6 0,1-1 92,-1-6 0,-2-1-71,5-3 0,-3 0 49,3 0 1,-3 0-83,3 0 0,-4 0 171,0 0 0,2 4-38,-1-1 1,0 6 247,-4-2 0,0 4 44,0 4 0,0 2 81,-1 5 0,1 1-3,0 3 0,0 3 110,0 8 0,4 2-42,0 5 1,1 0 157,-2 0 0,3 0-156,5 0 1,0 0-65,0 0 0,2 0-137,1 0 1,3-1-49,5-2 0,4-4-152,0-3 0,-1-5 59,-3 0 1,4-4-153,0 0 0,0-5-23,-4-2 1,0-4-149,0 0 0,0-5 79,0-2 1,3-4 371,1 0 0,0-2 0,11-30 0,3-8 0</inkml:trace>
  <inkml:trace contextRef="#ctx0" brushRef="#br0" timeOffset="175">430 440 10225,'6'5'968,"-1"-3"-479,-5 6 1,0-1-310,0 4 1,2 4-198,1-1 0,-2 5-696,3-5 1,-3 6 217,-1-2 1,0 0-102,0 0 1,0-3 382,0 3 213,-5-9 0,-6 0 0,-6-9 0</inkml:trace>
  <inkml:trace contextRef="#ctx0" brushRef="#br0" timeOffset="333">541 197 7833,'-7'-11'155,"-1"0"-609,4 0-752,-4 5 917,6 1 1,2 5 288,8 0 0,16 30 0,6 6 0</inkml:trace>
  <inkml:trace contextRef="#ctx0" brushRef="#br0" timeOffset="661">728 352 7846,'-15'-8'136,"1"1"1,-1 5 283,4-2 1,-4 3-158,0 1 1,1 0-16,3 0 0,3 1-94,1 3 1,5-2-73,-2 5-21,3 1 0,2 3-277,3 0 0,-2-1-106,5-3 0,1 3-68,3-3 104,0 3 0,0 1 64,0 0 0,0-4-40,0 1 169,0-1 0,0 4 1,0 0 0,0-4 47,0 1 0,-4-2 30,1 1 0,-2 3 195,1-3 1,2 3 88,-6 1 0,2-4 83,-1 1 1,-3-1-127,3 4 1,-8-3-10,-3-1 0,-4-1-191,-4 1 1,2 3-160,-6-2 0,2-4 312,-1 0-179,-3-3 0,-6-10 0,-7-4 0</inkml:trace>
  <inkml:trace contextRef="#ctx0" brushRef="#br0" timeOffset="985">981 197 7860,'-4'-11'336,"-1"0"0,-3 0 382,5 0 649,1 5-335,2 1-612,0 15 0,2-1 20,1 9 1,3 0-203,5 4 1,1 5-73,-1 3 0,1 2-234,2 1 1,-1 1-325,1 3 1,-1 1-302,-2 2 1,-4-1 416,0-2 0,-4-4-1364,1 0 1,-3-2 1639,-1-9 0,-20-12 0,-4-12 0</inkml:trace>
  <inkml:trace contextRef="#ctx0" brushRef="#br0" timeOffset="1470">871 484 7860,'10'-11'0,"-3"0"108,8 0 1,-1 1 283,0 3 1,1-2-147,7 6 1,-2-5-14,5 5 1,2-1-49,-1 4 1,5 1-1,-2 3 1,-2 2-273,-1 5 0,-7 4-11,0-1 0,-6 6-46,2-2 0,-8 3 7,-3 1 0,-3-4-305,-1 1 0,0-4 189,0 3 0,-4-5-16,1 2 1,-5-3 212,5-1 0,-2-3 111,1-1 1,2-4-122,-6 0 365,6-2-290,-3-1 1,5-1-50,0-2 0,0 0 9,0-4 1,1 1 34,3-2 0,-2-2-15,6 3 0,-6-3-4,2-1 1,1 0-14,-2 0 1,5 0 103,-5 0 0,5 0-62,-5 0 0,5 4 72,-5-1 1,6 1-76,-2-4 0,3 4 13,1-1 1,0 5 6,0-5 1,0 6-4,0-2 0,2 3 45,1 1 0,-1 0 105,1 0 0,-2 4-108,-1-1 0,0 6-16,1-2 1,-3 3-147,-1 1 1,-2 4-42,-3-1 1,-1 1-167,1-4 1,-1 4 115,-2 0 0,0-1-131,0-3 1,0-3-25,0-1 338,0-5 0,0-6 0,0-9 0</inkml:trace>
  <inkml:trace contextRef="#ctx0" brushRef="#br0" timeOffset="1626">1422 230 7860,'-11'-11'131,"0"0"0,4 5 685,0 3-1070,4 1 0,-2 4 254,5 1 0,15 18 0,3 8 0</inkml:trace>
  <inkml:trace contextRef="#ctx0" brushRef="#br0" timeOffset="2259">1577 197 7878,'0'-11'1011,"0"0"-201,0 0-61,0 0-478,0 5 1,1 7 72,3 10 1,-2 2 54,5 5 1,1 2-110,3 5 0,0 2-71,0 3 0,0 5-167,0-2 1,0 4-219,0 0 0,-1-3-14,-3 3 0,2 1-271,-6-1 1,1-2 146,-4-6 1,0-3-194,0-7 0,-4-4-99,1-3 261,-6-1 1,7-5 139,-6-3 0,6-3 17,-2-3 1,3 0 205,1-4 0,0 0-76,0-5 0,1 1 88,3 0 1,-3-3-30,3-1 0,1-1 118,-2 1 1,5 3-171,-5-3 0,5 0 128,-5 0 1,5-4 192,-5 5 1,2-1-146,-1 4 0,-2 0 88,6 0 1,-2 4-128,1-1 1,3 6-18,-3-2 1,7 3-41,1 1 0,3 0-98,-3 0 0,4 5-140,0 2 1,-2 8 13,1 3 0,-4-1-5,0 2 0,-6-1 117,-5 4 1,-1-1-24,-2-3 1,-9 2 89,-2-5 0,-7-1 133,-1-3 1,-5-1-321,-2-2 0,2-2-201,5-3 1,-2-1-394,3 1 0,2-1 787,1-2 0,3 0 0,30-30 0,8-7 0</inkml:trace>
  <inkml:trace contextRef="#ctx0" brushRef="#br0" timeOffset="2927">1985 484 7745,'0'-11'2624,"0"5"-2111,0 1 0,1 6-318,3 3 0,-2 3-269,5 8 0,-3-2 85,3 6 0,-3-5-99,3 5 0,0-4-57,0 3 1,1-3-346,-4 3 0,4-5 176,-5 2 1,5-3-155,-5-1 1,2-3 358,-1-1 0,-2-3-92,6 3 1,-5-4 0,5 0 1,-5-3-185,5-3 216,-1-4 1,4-5 27,0-2 0,-4 1 0,1-1 0,-2 0 75,1-1 1,3 2 92,-3-5 1,-1 3 236,2-4 0,-4 2 39,3-1 1,-3 1 694,3 2-532,-5 3 85,3-4-112,-5 10-371,0 1 82,0 15 0,0-2-155,0 11 1,0-6-62,0 2 0,0 1-77,0-2 1,0 2-41,0-1 1,0-3 63,0 3 0,4-3-53,0-1 1,3 0 64,-3 0 1,3-3-80,-3-1 0,4-5 20,0 2 1,1-3-118,2-1 0,0 0-84,0 0 1,0-5 40,0-2 0,0-4 325,1-4 0,-1 2 0,0-5 0,-4 3 0,0-4 0,-1 1 0,2-4 0,0 4 0,-4-1 0,0 0 0,-4-7 0,0 2 0,0-6 0,-2 1 690,-1-4 0,0 1 42,-4 2 0,1 3 159,-2 5 0,-1 2-7,1 1-115,3 3-544,-4 10 1,7 6-62,-1 7 1,2 5 107,1 2 1,0 7 26,0 5 0,3 4-391,1 0 0,4 2 136,0 1 0,-2 1 182,1 3 1,-3-4-159,3 0 1,-3-1-18,3-7 1,-3 5-500,3-4 0,-1-1-670,2-3 1,0-3 222,-4-1 0,3-8-1456,-3 1 1653,5-2 0,-4-5 698,2-4 0,8-34 0,-3-14 0</inkml:trace>
  <inkml:trace contextRef="#ctx0" brushRef="#br0" timeOffset="3160">2304 495 7878,'-3'-11'458,"-1"0"1,0 4-131,4-1 1,2 2 248,1-1 1,3-2-240,5 6 1,4-5-151,0 5 0,8-1-6,-1 4 0,6 0-60,-2 0 0,5 5-131,-2 2 1,3 7 38,1 0 0,-5 5-161,-2-5 1,-8 5 15,-3-5 0,-4 6-243,-4-2 0,2 0-13,-5 0 0,-1-3-209,-3 3 0,0-5-1493,0 2 1335,-5-3 738,-1-1 0,0-14 0,1-5 0</inkml:trace>
  <inkml:trace contextRef="#ctx0" brushRef="#br0" timeOffset="3310">2635 264 7878,'-11'-18'240,"1"-1"372,3 4-1699,-3 5 556,9 5 1,-4 7 530,5 1 0,20 33 0,4 12 0</inkml:trace>
  <inkml:trace contextRef="#ctx0" brushRef="#br0" timeOffset="4019">2867 550 7893,'-8'-7'-61,"1"1"39,-2 1 1,0 1 11,-2 4 1,2 1 7,-2 3 1,2 2 1,-5 5 0,1 1 26,2 3 0,4-1 5,0 4 1,4 0-75,0 4 1,1-3-98,2-1 1,2-4-103,1 0 1,7-1 104,5-2 1,3-5 110,-3-3 0,4-1-9,0-2 1,-2-2-23,1-1 0,-4-5-62,0-6 1,-5 1 8,-2-1 1,0 0 58,0 0 1,-1 1 50,-2-1 0,-3-2 0,3 1 0,-3 0 0,-1 4 0,0 0 0,0 0-11,0 0 0,-1 4 125,-3-1 21,3 6 1,-4-4 558,5 2-389,0 3 1,1-4 137,3 5 1,-3 1 17,3 3 0,0-2-58,0 6 0,1-5-152,-1 5 0,-2-1-62,6 4 0,-5 1-27,5 3 1,-2-3 54,1 3 1,3 1 26,-3-1 0,3-1-94,1-3 1,-1 4-119,-3 0 0,3 0-267,-3-4 1,-1 0 31,2 0 41,-6-5-57,3-1-349,-5-5 393,0 0 0,0-5-90,0-3 0,-4-1 27,1-2 0,-5 0-72,5-1 0,-5 0 152,5-2 1,-1 1 52,4-1 0,0 1-101,0 2 0,0 0 70,0 0 1,1-3 332,3-1 1,0 0-138,7 4 0,-3 4-47,7-1 0,-2 2 770,2-1 1,2 2-316,5 5 0,-3 5-27,-1 2 0,0 4-243,4 4 1,-1-1-362,-2 4 1,-3 0-92,-5 4 1,-2-1-412,-1-2 0,0 0 16,-4-4 1,1 1-510,-1-2 0,-3-5 1158,2 2 0,-6-17 0,-3-1 0</inkml:trace>
  <inkml:trace contextRef="#ctx0" brushRef="#br0" timeOffset="4488">3936 197 7931,'-12'-12'56,"-3"-3"0,2-1 165,-6-2 0,4 2-9,-3 5 1,0 0 23,-4 0 0,1 1-28,3 3 0,-1 1 95,8 2-263,-2 3 1,8 1 76,-3 7 0,3 4-168,5 4 0,0 2 131,0 5 0,2 5-141,1 3 1,4 3-122,4 3 1,0 0 21,0 4 0,0 3-20,0 1 1,0 3-25,0-7 0,0-1-211,0 2 1,-1-7 124,-3-1 0,-2-6-402,-5-8 96,0-3 596,0-5 0,-4-7 0,0-4 0,-4-4 0,-8-32 0,-7-6 0</inkml:trace>
  <inkml:trace contextRef="#ctx0" brushRef="#br0" timeOffset="4930">3627 506 7931,'0'-11'0,"0"4"44,0-1 1,2 2 178,1-1 0,0-2 4,4 6 0,0-2-14,4 1 1,2 3-63,1-3 1,0 3 114,4 1 1,-1 0-5,2 0 0,2 5-79,-3 2 1,-1 3-3,1 1 1,0 1-101,0 3 1,-2-2-203,-5 6 0,0-5 37,0 5 1,-4-2-205,1 1 0,-6-2 18,2-5 0,-3 0-75,-1 0 69,5 0-92,-4-4 102,4 2 162,-5-7 1,5 2 23,2-4 1,-1-3-66,2-1 1,-1-4-254,4 0 1,0 2-211,0-1 0,-3 1 608,-1-2 0,-1-2 0,1 3 0,2-3 42,-5-1 1,0 0 221,0 0 47,-3 0 185,4 0 0,-5 0-122,0 5 1,2 1-88,1 5 0,0 1-76,4 3 1,-5 2-272,2 5 0,1 1-60,-1 3 0,3-3-117,-3 3 1,3-1 60,-3 0 0,3-2-26,-3 3 1,3-3-150,-3-1 1,1-3-251,-2-1 1,-1-3 600,1 3 0,18-19 0,4-2 0</inkml:trace>
  <inkml:trace contextRef="#ctx0" brushRef="#br0" timeOffset="5348">4179 561 7931,'0'-11'275,"0"4"89,0-1-97,0 6-52,4-3 1,-2 6-1,1 3 0,2-2 159,-1 6 1,1-1-156,-2 4 1,-1 0-113,1 0 1,2 1 20,-1 3 0,3-3-115,-3 3 1,1-3-22,-1-1 1,-3 0-130,2 0 153,-1 0-107,3 0 0,-4-3 29,2-1-170,-1-4-350,-2 2 301,5-5 1,-4-5-120,2-3 0,-1 2 98,-2-1 0,0-1-138,0-3 323,0 0 0,1 0-30,3 0 0,-3 0 237,3 0-1,-3 0 81,-1 0 1,3 0 61,1 0 1,1 0-91,-1 0 0,-2 4 58,5-1 1,1 6-197,3-2 0,0 3-82,0 1 1,-1 1 51,-3 3 0,3 0-19,-3 7 0,3-3 17,1 7 1,-1 1-107,-3-1 0,2 1-266,-6-2 1,5-2 12,-5 3 0,5-3 7,-5-1 0,2 0 380,-1 1 0,-3-6 0,9-6 0,-4-6 0</inkml:trace>
  <inkml:trace contextRef="#ctx0" brushRef="#br0" timeOffset="5645">4686 506 7931,'0'-11'156,"0"0"1,-2 5 70,-1 2 0,0 3 27,-4 1 1,0 0-11,-4 0 0,-4 1 16,0 3 0,-1 2 27,2 5 1,1 0-111,-1 0 0,1 4-86,2-1 1,4 6 54,0-2 1,4 2-178,0-2 0,1 2-55,2-5 0,2 1-89,1-2 0,3-1-185,5 1 0,4-3-15,0-3 0,3-2-214,-3-3 0,3-1 124,-3 1 1,3-1-102,-3-2 1,1-4 565,-1 0 0,-3-4 0,14-18 0,-3-10 0</inkml:trace>
  <inkml:trace contextRef="#ctx0" brushRef="#br0" timeOffset="5837">4840 693 7931,'11'0'1182,"0"0"0,0 0-985,0 0 1,-4 0-556,1 0-2515,-6 0 2873,3 0 0,-29-4 0,-7-3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37.6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75 7815,'0'-11'314,"-1"1"628,-3 3-325,3-3 139,-4 9-459,5-4 1,0 10 134,0 2 0,0 8-144,0 3 0,-1 7-80,-3 1 0,3 4-270,-3 0 1,2 2 19,-2 1 1,2 3-42,-6 1 0,6 0-105,-2-4 0,-1 0-441,2 0 1,-5-3 126,5-1 0,-5-8-359,5 1 1,-5-11-842,5 0 1702,-1-7 0,4-1 0,0-6 0,5-9 0,11-49 0,7-16 0</inkml:trace>
  <inkml:trace contextRef="#ctx0" brushRef="#br0" timeOffset="242">78 97 7815,'0'-11'0,"-4"0"130,1 0 0,-1 0 443,4 0-421,0 5 1,0 0-98,0 2 1,5 3 61,2-3 1,7 3 52,0 1 1,7 0-122,1 0 0,2 4 6,5-1 0,-1 6-101,2-2 1,-3 3 66,-5 1 0,-2 1-132,-1 3 0,-5-1 47,-6 4 1,-3-3-139,-5 3 1,-10-1 141,-5 2 0,-9 0-49,-6-4 0,-3 3-432,-3-3 1,-2 0 226,-3-4 1,4 0 129,8 0 0,2-5-157,5-2 341,5-3 0,21-11 0,9-2 0</inkml:trace>
  <inkml:trace contextRef="#ctx0" brushRef="#br0" timeOffset="809">398 307 8196,'0'7'240,"0"0"1,0 1-51,0 3 1,-1 0 26,-3 0 0,3 4-216,-3-1 0,-1 5-40,1-5 0,-3 6-58,3-2 0,-1-1 121,2 2 0,0-6 32,-4 2 0,5-3 6,-2-1 0,1-1 156,0-3-56,2-2-70,-4-5 0,5-1-141,0-3 1,3-3-7,1-8 0,5 3-128,-2-3 1,3 2 43,1-2 1,3 3-175,1-3 1,1 2 131,-1-2 1,-2 3-53,6-3 1,-1 2 54,4-2 0,0 3 23,0-3 0,-1-1 202,-3 1 1,3 1-129,-2 3 0,-2 3 318,1 1 0,-8 1 184,1-1 196,-3 2-448,-1 5 1,-3 1 31,-4 3 1,-4 2-89,-4 5 0,2 3 32,-1 1 0,-2 1 13,-6-1 1,4-2-77,0 6 0,0-5-264,4 5 1,-2-6-13,2 2 0,2-3-6,5-1 0,0 1 97,0 3 1,0-6 32,0 2 0,1-8 76,3 1 0,3-3 83,8-1 0,-3 0 9,3 0 1,1-8-30,-1-3 0,3-8 67,-3 1 0,0-2-58,-4 2 1,-2-3 97,-1 3 1,0-3-214,-4-1 1,0 1-218,-4 3 1,-2 3-147,-1 8 1,-3-2-1113,-5 5 1512,0 1 0,0 27 0,-1 7 0</inkml:trace>
  <inkml:trace contextRef="#ctx0" brushRef="#br0" timeOffset="1400">1004 130 7848,'-5'-11'196,"3"0"553,-6 0 0,5 2 153,-5 1 19,6 3-600,-3 5 0,5 5 99,0 3 1,0 1-248,0 2 0,0 5-13,0 3 0,0 1-180,0 3 1,0 0-79,0 3 1,0-2-108,0 5 0,0-3 110,0 4 1,-1-1-41,-3 4 0,3-4-83,-3 1 1,-1-6-153,2 2 1,-5-3 63,5-1 1,-5-5-329,5-2 301,-1-3 156,-1-5 213,4-3 1,-4-5-86,5-2 0,0-7-13,0-5 0,1-5 47,3 2 1,-3-3 148,3-1 0,2 3-100,1-3 1,-1 3 65,2-3 0,-1 1-115,4 7 1,0-5-1,0 5 0,1-1-2,3 4 0,-1 1 12,4 3 1,-3-2-2,3 5 0,0 2-13,4 6 1,-1 2-8,-2 5 0,-3 5-52,-5 2 1,-2-1-108,-1 2 1,-3-1 206,-5 4 1,-5 0-12,-3 0 1,-4 0 111,-6 0 1,-1-5-209,-6-2 0,-2 1-120,1-1 0,-3-4 90,3-4 0,4-4-156,3 0 0,6-3 123,-2-3 148,8-4 0,61-43 0,19-10 0</inkml:trace>
  <inkml:trace contextRef="#ctx0" brushRef="#br0" timeOffset="1894">1434 318 7863,'11'-11'-9,"0"0"0,-5 3 64,-2 1 567,2 5 159,-5-8-488,4 9 0,-10-4 80,-2 5 1,-3 0-104,-1 0 0,-4 1 0,1 3 0,-5 2 16,5 5 1,-5 0-181,5 0 1,-1 3-160,4 1 1,0 1 61,0-1 0,1 1-236,3 2 0,2 2 68,5-6 0,0 2-209,0-1 0,5-3 153,2 3 0,0-4-93,4-4 1,-2 2 63,6-5 0,1-2-84,-2-6 0,5-2 20,-5-5 1,5-1 170,-5-3 0,5 2 27,-5-6 1,1 1 49,-4-4 0,0 0 182,0 0 0,-3 4 10,-1-1 0,-5 6 199,2-2 1,1 3-39,-1 1 0,-1 3 119,-3 1-140,0 5 0,-3-2-91,-1 8 1,-3-2-48,3 5 0,-1 4-28,1 4 0,3 1-151,-3-1 1,0 1 92,0 2 1,0 2-153,4-6 1,0 6-395,0-2 0,0-1-15,0 2 1,0-5-279,0 5 0,0-6 367,0 2 0,5-4 424,2-4 0,33-36 0,7-14 0</inkml:trace>
  <inkml:trace contextRef="#ctx0" brushRef="#br0" timeOffset="2387">1732 64 7863,'-6'-11'509,"-1"4"878,4 0-583,2-1-479,-4 2 0,5 2-17,0 8 0,0 2 75,0 5 0,0 1-198,0 3 1,0 2-131,0 5 1,0 2-257,0 1 1,0 0 133,0 4 1,0-3-9,0 3 0,-2 1-142,-1 3 1,0-1-56,-4-3 0,1-2 60,-2-5 0,-1 3 70,1-3 0,3-3 160,2-8 1,-2-3-42,1-1-17,1-5 28,3 3 0,0-6 12,0-3 0,1-2-50,2-5 0,2 0-8,3 0 1,0-4 81,-4 1 0,3-5 111,-3 5 0,3-2-71,-3 1 1,3 3 154,-3-3 0,3 3-108,-3 1 0,1 1-139,-1 3 1,-2-3-253,5 3 204,1 2-20,3-5 1,0 9 39,0-3 0,0 4-160,0 4 0,-4 2 121,1 5 0,-2 0 20,1 0 1,2 1 113,-6 3 0,1-3-1,-4 3 1,0 2 106,0 1 1,-2-1-138,-6 2 1,1-5 20,-8 5 1,-2-4 4,-1 3 0,-3-5-27,-1 2 1,3-4-202,1-4 0,1 2-305,-2-5 0,4-1-685,4-3 1,4-1 1183,4-2 0,16-33 0,6-12 0</inkml:trace>
  <inkml:trace contextRef="#ctx0" brushRef="#br0" timeOffset="2576">1963 318 7863,'0'7'447,"0"1"1,1-5 253,3 5 1,-3-1-311,3 4 1,-3 0-339,-1 0 0,0 1-195,0 3 0,0-2-479,0 6 0,0-5 466,0 5 1,0-6 120,0 2 34,0-8 0,-5-7 0,-1-6 0</inkml:trace>
  <inkml:trace contextRef="#ctx0" brushRef="#br0" timeOffset="2726">2051 108 7863,'-17'-11'550,"3"0"1,1 1-682,2 3-906,5 2 1037,1 5 0,40 20 0,7 4 0</inkml:trace>
  <inkml:trace contextRef="#ctx0" brushRef="#br0" timeOffset="3078">2283 108 7863,'1'-11'263,"3"0"1,-3 4 1108,3 0-894,2 4 1,-4-2 30,6 5 1,-5 9 71,5 2 1,-6 7-181,2 1 0,-3 6-123,-1 5 0,0-2-213,0 1 0,0 1-172,0 3 0,0 1-753,0 3 1,-5-4 538,-2 0 1,1-1-422,-2-6 0,5-4-987,-5-4-323,6-5 2052,-3-2 0,20-30 0,3-12 0</inkml:trace>
  <inkml:trace contextRef="#ctx0" brushRef="#br0" timeOffset="3251">2470 373 7863,'0'-11'2649,"5"0"-2269,-4 5 1,6 2-62,-4 8 1,-2 2-164,3 5 1,-3 1-113,-1 3 1,0-2-77,0 6 0,0-2-367,0 1 1,-3 2-148,-1-5 1,-3-1-1705,3-3 2250,0 0 0,-1-5 0,-1-1 0</inkml:trace>
  <inkml:trace contextRef="#ctx0" brushRef="#br0" timeOffset="3410">2570 141 7968,'0'-17'105,"-4"1"-284,0 5-117,1 0 0,7 1 3,4 3 1,2 2 292,1 5 0,29 20 0,8 4 0</inkml:trace>
  <inkml:trace contextRef="#ctx0" brushRef="#br0" timeOffset="3711">2867 20 7878,'-5'-6'2726,"4"-4"-2318,-4 9 0,5-1-100,0 9 1,0 5 44,0 10 0,1 1-233,3 3 0,-3 2-32,3 5 0,-3 5-174,-1 3 0,0 2-119,0 1 1,-5-1-275,-2-3 1,-3 1-25,-1-8 1,0 0-354,0-11 1,1 1-237,3-8-121,-3-6 1213,9-4 0,11-34 0,8-8 0</inkml:trace>
  <inkml:trace contextRef="#ctx0" brushRef="#br0" timeOffset="4285">2735 340 7878,'-5'-11'295,"4"3"601,-3 1-637,3 5 0,6-7-73,2 5 0,3 1-135,1 3 0,5 0-23,2 0 0,7 0-192,0 0 1,6 0 47,-1 0 0,0 0-131,0 0 1,1 0 83,-1 0 1,-7 1-163,-1 3 0,-7-2 111,0 5 1,-7-3 139,-1 3 1,-4 1 171,1 3 1,-4 0 1,-4 0 1,1 0 46,-4 0 1,3 0-55,-3 0 1,5 0-19,-2 0 1,3 0 12,1 0 0,0-4 117,0 1-154,0-6-22,5 3-150,1-5 1,5 0-17,0 0 0,0-1-149,0-3 1,0-2 147,0-5 1,0 4-72,0-1 1,0 1 180,0-4 1,0 0 98,0 0 0,0 0-20,0 0 0,0 5 227,0 2 1,-4-1 515,1 2-532,-1-1 1,-1 5 19,-2 3 0,-3 2-95,-1 5 1,0 4-13,0-1 0,0 6-68,0-2 1,-3 3-133,-1 1 1,-4 4 84,5 0 0,-6 4-172,2 0 1,-4-2 101,-4 1 1,2-3-92,-6 3 0,1-4 141,-4 1 0,-4-4 33,0-4 1,-5 2 8,-2-6 1,-1 0 34,-2-7 1,3-2 160,3-5 0,3-5-50,5-2 1,10-7 149,5 0 1,5-7-352,6-1 0,11 0-276,7-4 1,11 6-258,0 2 1,7 1-240,1-2 0,0 2-1614,0 3 2359,-3 1 0,15-7 0,4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9:00.2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51 431 8131,'0'-11'-98,"1"4"162,2-1 117,4 6 1,5-3-157,3 5 1,-3 0 135,3 0 1,0 0-114,0 0 1,1 5 26,-1 2 0,-3 3-126,3 1 0,-7 0-49,0 0 0,-6 4-58,2-1 1,-3 6-142,-1-2 0,-5-1 170,-2 2 0,-7-4-41,0 3 0,-6-5 142,2 2 0,-3 0 17,-1-4 1,3 2-32,1-5 1,4 0 8,0 0 1,2-4 104,1-4 1,3 0-145,1 0 19,4 0 54,3-4 1,10-3-13,5-4 1,4 0-142,0 0 1,2 0-223,1 0 1,3-3 283,1-1 0,5-1 73,-2 1 1,3-1 30,1-2 0,-1 1 43,-3 2 0,3 2 83,-2-6 0,0 5 45,0-5 1,-5 6 210,-6-2 1,-3 7-120,-5 0 0,-5 4 385,-3-3-529,-1 5 0,-7-2 33,-3 8 0,-3-2-124,-3 5 1,-3 2 70,-5 6 0,1-3-80,2 3 1,-2 1 18,3-2 0,-1 6-163,0-2 0,0-1 131,4 2 1,0-4-123,4 3 0,1-3 48,3 3 1,2-3-163,5 3 1,0-4-68,0 0 0,5-2 40,2-1 1,8-3 100,3-1 0,3-4-5,1 0 0,0-3-147,0-3 0,0-3 110,0-6 1,1 1 183,-1 0 0,0 0 0,0 0 0,1 0 0,3 0 0,-7 0-90,3 0 0,-7 0 115,0 0 1,-2 0 114,2 0 1,-3 5 33,3 2 0,-7-1 228,0 2 1,-5-1 312,5 4-270,-6 0 1,3 1-142,-5 3 1,-5-2-101,-2 6 0,-3-1-248,-1 4 0,-1 0-11,-3 0 0,3 4-32,-3 0 1,-1-1 89,2-3 1,3 4-125,3 0 0,2 1 0,-1-2 1,2-1-250,5 1 0,0-1 43,0-2 0,2-4-74,6 0 1,0-4-6,11 0 406,-1-1 0,33-27 0,8-5 0</inkml:trace>
  <inkml:trace contextRef="#ctx0" brushRef="#br0" timeOffset="173">745 398 8111,'-5'-12'0,"4"-3"-48,-3 8 1,3 0-679,1 0-466,0 5 1192,5-3 0,26 10 0,10 1 0</inkml:trace>
  <inkml:trace contextRef="#ctx0" brushRef="#br0" timeOffset="566">1473 89 8230,'-8'-15'-280,"2"1"553,1 0 0,-3 2 529,0 1 0,-1 4-301,-2-1 0,0 6-195,0-2 1,0 3-23,0 1 1,-1 5-73,1 2 1,2 8-121,1 3 1,-1 3 172,1 1 1,2 5-1,-1 3 0,4 1-398,0 2 0,-2 4-549,1 0 0,-5 5 426,2-2 0,-3-2-72,-1-1 1,-1-1-257,-3-2 0,2 0 67,-6-8 0,6-2-60,-2-6 1,-1-2 69,2-5 1,-5-4 506,5-4 0,4-31 0,5-9 0</inkml:trace>
  <inkml:trace contextRef="#ctx0" brushRef="#br0" timeOffset="711">1109 464 8230,'1'-7'446,"3"-1"0,2 5-143,5-5 0,1 6-182,3-2 1,-2-1-213,6 2 0,0-1-314,7 4 1,-3 0 404,3 0 0,17-5 0,4-1 0</inkml:trace>
  <inkml:trace contextRef="#ctx0" brushRef="#br0" timeOffset="949">1671 288 8099,'0'-11'1898,"0"4"-914,0 3-542,0 4 1,-5 4-156,-2 4 0,-7 5 0,0 2 1,-5 5-369,5-2 1,-1 6 147,4 2 1,-1 1-757,-3-1 1,8 1 225,-1 2 0,2 2-38,3-5 0,0-1-92,7-3 1,-1-1-1225,8-2 1817,3-8 0,72-36 0,-36 7 0,1-1 0</inkml:trace>
  <inkml:trace contextRef="#ctx0" brushRef="#br0" timeOffset="1224">1947 299 8230,'0'-11'368,"3"0"-79,1 0 1,5 4 452,-2 4 0,3 2-396,1 1 0,0 0-279,0 0 0,4 4 161,-1 4 0,1 5-252,-4 2 1,-4 5-331,1-2 0,-6 3 211,2 1 0,-3 0-29,-1 0 0,-5-1-111,-2-3 1,-7 3-244,0-3 0,-6-2 57,2-1 0,-3-3 104,-1-1 0,0 0-130,0 0 0,5-3 495,2-1 0,3-5 0,1 3 0,39-29 0,10-7 0</inkml:trace>
  <inkml:trace contextRef="#ctx0" brushRef="#br0" timeOffset="1449">2255 321 8143,'-6'5'-43,"-3"-3"-62,1 5 1,-5 1 140,-2 3 0,-3 3-65,3 1 1,-3 5 147,3-2 0,-4-1-13,5 2 0,-1-2-491,4 1 1,0 2 120,0-6 0,5 5-85,2-4 1,3-1 221,1-3 0,2-5 127,6-2 0,0 1 0,11-1 0,33-20 0,13-9 0</inkml:trace>
  <inkml:trace contextRef="#ctx0" brushRef="#br0" timeOffset="1649">2465 475 6989,'-11'5'490,"1"1"-431,3 5 1,-3 1-4,3 3 1,2-3-23,1 3 1,-1-2-107,1 2 0,1-1-5,3 4-142,0-5 0,5 3-99,2-5 1,3-3 97,1-1 1,1-4 219,3 0 0,26-26 0,12-8 0</inkml:trace>
  <inkml:trace contextRef="#ctx0" brushRef="#br0" timeOffset="1815">2542 343 8230,'-11'-11'-1529,"5"0"770,1 5 759,5 1 0,25 24 0,5 6 0</inkml:trace>
  <inkml:trace contextRef="#ctx0" brushRef="#br0" timeOffset="2358">2829 354 8184,'0'-11'274,"1"1"587,3 3 0,3 2-386,8 5 1,2 1-49,5 3 0,0 7-139,0 7 1,0 3 103,0 1 0,0 1-275,0 3 0,-1-2-192,-3 6 0,-3-5-263,-8 5 1,-2-6-160,-5 2 0,-8-3-642,-3-1 1,-9-3 485,-2-1 0,0-4 653,-4 0 0,-7-11 0,-1-4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57.8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717 11 7544,'11'0'-95,"0"0"0,-4 0 1406,1 0-1019,-6 0 1,4 0-99,-2 0 0,-3-1 36,3-3 0,-8 3-42,-3-3 1,-7 3-40,0 1 0,-10 0 96,2 0 0,-11 0-123,0 0 1,-4 1-39,1 3 0,-4-2-187,-4 6 0,-3-5 34,-1 5 1,0-1-173,4 4 1,1 0 181,3 0 1,3 0 17,8 0 1,6 0-92,9 0 1,6 0 24,5 0 0,3 0 57,3 0 1,5-3 70,6-1 0,1 0 174,7 4 1,-1 0-157,8 0 1,-3 1 14,4-1 1,-2-2-32,1-1 1,2 4 0,-6-5 0,4 6-81,-7-6 1,1 1 45,-8 0 0,2 2-18,-6-3 1,-3-1-28,-8 1 0,-1 1-14,-2 3 1,-5 0-6,-7 0 1,1 0-100,-8 0 1,2 0 67,-6 0 1,-1 4-7,2-1 0,-5 2 102,5-1 1,-5-3 42,4 3 0,1 1 200,3-1 1,3 3-109,1-3 1,6 3 145,1-3 1,1 3-100,6-3 1,2-1 131,5-3 1,0 2-75,4 1 1,2-5 106,6 2 0,2-4-232,5 1 1,1 2 18,3-3 1,2-2-125,5-2 0,0-1 64,0-2 1,4 0-182,0 0 0,3-2-48,-3-1 0,3-3-378,-3-5 1,-4 1-118,-4 2 0,-4-1-456,1 1 0,-8 0-397,-3 0 1513,-8-1 0,-27 7 0,-10-3 0</inkml:trace>
  <inkml:trace contextRef="#ctx0" brushRef="#br0" timeOffset="538">55 1003 8136,'-3'-7'285,"-1"0"667,-4-1-709,6-3 0,-1 1 5,6 3-185,3 2 1,5 5 22,0 0 1,4 0-72,0 0 0,0 0 98,-4 0 0,-4 0-157,0 0 0,-1 5-6,2 2 0,0 3-369,-4 1 1,0 0 279,-4 0 0,0 0 7,0 0 1,-5 0-319,-3 0 1,-1 2 97,-2 1 1,0-1 36,0 1 0,-2-2 123,-1 0 0,1-3 18,-1-1 0,1 0-128,2-4 302,0 4 0,0-6 0,5 3 0,1-10 0,5-3 0,54-36 0,14-10 0</inkml:trace>
  <inkml:trace contextRef="#ctx0" brushRef="#br0" timeOffset="750">309 948 7976,'0'-7'86,"0"-1"109,0 6 212,0-8-310,-5 9 1,-1-3-112,-5 8 1,0-2-23,0 6 0,0-1-97,0 4 1,0 0 33,0 0 0,3 0-18,1 0 1,3 1 59,-3 3 0,5-3-211,-2 3 208,-2-3 0,5-1-101,-3 0 0,4-1-9,4-2 0,2 0 64,5-4 1,0 1-227,0-2 1,5-1 331,2 1 0,3-1 0,35-27 0,9-6 0</inkml:trace>
  <inkml:trace contextRef="#ctx0" brushRef="#br0" timeOffset="959">585 1014 8136,'-11'0'82,"0"0"1,3 4 92,1 0 0,3 1 95,-3-2 0,1 0-219,-2 4 0,-1-3-78,1 3-90,3 0 1,0 4-123,5 0-143,0 0 0,0 0 314,0 0 1,4-3 142,0-1 1,4-4-725,0 0 1,2-1 298,1-2 1,0 0 349,0 0 0,24-20 0,7-5 0</inkml:trace>
  <inkml:trace contextRef="#ctx0" brushRef="#br0" timeOffset="1142">629 904 8136,'0'-6'-500,"0"-4"1,19 14 0,6-3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8:56.7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23 8494,'-6'-5'1375,"2"4"-1179,8-3 1,2 3-87,5 1 0,1-4-5,3 1 1,-1-1-173,4 4 1,-3 0-289,3 0 0,-1 0-44,2 0 1,0 0-404,-4 0 0,3 0 802,-3 0 0,0 5 0,-4 1 0</inkml:trace>
  <inkml:trace contextRef="#ctx0" brushRef="#br0" timeOffset="164">1 188 8772,'5'-6'215,"2"1"-320,8 5 1,2 0-181,5 0 1,0 0 284,0 0 0,35-5 0,7-1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9:08.8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1 287 7764,'0'-11'-527,"0"5"1,1 1 535,2 5-11,-1-5 0,7 4 7,-1-3 1,2 3-1,1 1 1,3 4-9,1-1 0,3 2-4,-3-1 1,5-3-10,-2 3 1,4 1 14,4-2 1,-2 1-4,6-4 0,-5 0 2,5 0 0,3 0 1,4 0 1,1 0 1,-2 0 0,0 0 0,4 0 1,0 0 6,0 0 0,2 0 1,-6 0 1,6-4 41,-2 1 0,2-1 7,-1 4 1,0 0-16,-4 0 1,1 0-40,-1 0 0,1 0-3,2 0 0,-1 0-11,-2 0 0,-1 0-7,4 0 1,0 0 6,4 0 0,-3 0-9,-1 0 1,4 0-23,4 0 0,0 0-3,-4 0 0,4 0 44,0 0 1,-1 0 36,-3 0 1,1-1 6,-1-3 1,-4 3 1,0-3 0,-3 3 11,4 1 0,-6 0-36,2 0 1,-3 0 8,-1 0 1,2 0-18,1 0 1,0 0-9,4 0 1,-4 0-108,1 0 1,-2 0 115,2 0 1,-3 0-13,3 0 0,-2 0-45,2 0 0,-3 0 13,3 0 0,-3 0 89,0 0 1,-3 0 11,-1 0 1,2 0-47,-3 0 1,2 0-13,-2 0 0,2 0-8,-6 0 0,6 0-4,-2 0 1,0 0-10,0 0 1,-1 0-10,2 0 0,3 0-9,0 0 1,-1 0 16,1 0 1,1 0-4,-1 0 0,0 0 3,4 0 1,-4 0 19,-4 0 1,3 0 0,-2 0 0,4 0 11,-1 0 1,2 0 4,-5 0 1,2 0 4,1 0 0,4-4 3,-1 1 1,1-1 6,-4 4 1,0-4 7,0 1 0,4-1-7,0 4 0,-1-1-15,-2-3 0,2 3-27,1-3 0,5 3-5,-2 1 1,-1 0-5,2 0 1,-2 0-20,1 0 0,3 0-10,-2 0 0,-2 0 16,1 0 1,-1 0-16,2 0 1,4-4 23,-4 1 0,4-1-3,-5 4 1,2 0-6,-2 0 0,7-4 40,-3 1 1,3-1 7,-3 4 0,0 0 12,0 0 1,-1 0 10,-3 0 0,2 0-37,-5 0 0,1 0 5,-2 0 1,-1 0-2,1 0 1,2 0 4,-1 0 0,1 4-156,-1-1 0,1 1 115,2-4 1,3 0-11,-2 0 1,1 0 13,2 0 1,4 0-6,0 0 0,0 0 16,-4 0 1,1 0 3,3 0 1,-6 0 32,2 0 1,-8 0 9,1 0 0,2 0-6,2 0 0,1 0-34,-2 0 1,3 0 2,-3 0 1,8 1-26,3 3 0,3-3-4,1 3 0,2-3-17,2-1 1,7 0-103,7 0 1,-2 4-25,-1-1 0,-3 1 131,0-4 0,4 0 37,2 0 0,-7 0-42,-3 0 0,-6 0-8,-2 0 1,2-1 113,2-3 0,-4 3 196,0-3 1,4 3-120,-4 1 0,7 0-26,1 0 1,-2 0-82,1 0 1,-4 0-29,1 0 1,-3 0-5,-1 0 1,-9 0 12,-6 0 1,-9 4 94,-6-1 1,-6 1-136,-5-4-202,-6 0-185,-3 5 408,-5-4 0,-25-16 0,-5-9 0</inkml:trace>
  <inkml:trace contextRef="#ctx0" brushRef="#br0" timeOffset="2101">56 199 7851,'0'-6'-975,"5"-4"983,1 9 1,5-4-28,0 5 0,1-1-23,3-3 1,2 3 21,5-3 1,0 3-100,0 1 1,5 0 93,2 0 0,0 0-21,0 0 1,0 0 25,4 0 0,-3 0 18,-1 0 1,-1-4-1,2 0 1,2 1-21,-3 3 1,-1 0 7,2 0 1,-1-4 92,4 0 0,-2 1 149,2 3 0,-6 0-158,6 0 1,-3-1-34,3-3 0,1 3-74,-1-3 1,0 3 50,0 1 0,-1 0-6,-3 0 0,4 0-37,0 0 1,-3 0-15,3 0 1,-2 0 32,6 0 0,-1-4-5,4 0 1,-4 1 43,0 3 0,2-4 4,-1 0 0,1 1 93,-1 3 1,-3-4-84,3 0 0,-2 1 11,2 3 1,-3-2-20,3-1 0,-2 2-4,-2-3 0,0 3-28,0 1 1,3 0-4,1 0 1,0 0-23,-4 0 0,4 0-121,0 0 0,1 0-22,-2 0 0,-1 0 87,1 0 0,2 0 31,-1 0 1,1-2 11,-1-1 1,-4 1 5,0-1 1,0 2 22,-4 1 0,1 0 89,3 0 0,-6 0-41,6 0 1,-6 0 125,2 0 0,-3 0-88,3 0 0,-4 0-70,1 0 1,1 0-3,-2 0 0,6 0-23,-2 0 0,3 0-10,1 0 1,-1 0 9,-3 0 0,7-4-19,-3 0 1,-1 1 9,-3 3 0,1 0-1,3 0 0,-4 0 66,1 0 0,-5 0-12,5 0 0,-6-2 7,2-1 1,2 1-33,1-1 0,0 2 3,0 1 1,-3 0-10,3 0 1,4 0-2,4 0 1,0-2-48,-4-1 0,1 1-14,3-1 0,-3 2 50,3 1 1,-3-2 37,-1-1 1,-3 1 5,-1-1 0,-1 1 8,2 2 1,-3 0 11,-5 0 0,0 0-28,0 0 1,5 0 11,2 0 0,-1 0-33,2 0 1,-3 0-8,6 0 0,-3 0-139,7 0 1,-3-3 82,-1-1 0,2 0 40,1 4 0,-1 0 30,1 0 1,-2-1 4,-5-2 1,2 1 6,-6-1 1,5 1 16,-5 2 0,2 0-34,-1 0 1,-1 0 12,4 0 0,-5 0-74,2 0 1,2 4 13,2 0 1,2-1-18,1-3 1,0 2 53,0 1 0,0-1-5,0 1 0,-4-2 20,1-1 1,-2 2 8,1 1 1,-2-1-40,-5 1 1,0-1 60,0-2 1,-1 0 156,-2 0 1,1 0-135,-1 0 1,-2 1-46,1 2 1,0-1-12,0 1 1,3-1-9,-3-2 1,3 0-1,1 0 0,0 0-12,0 0 0,1 0 16,3 0 1,-3 0-8,3 0 1,-3 0 96,-1 0 0,0 0-42,0 0 0,-2 0 11,2 0 1,-2 0-51,5 0 0,-1 0 5,-2 0 1,1 0-54,3 0 0,-2 0-11,6 0 0,-2 0 35,1 0 1,4-2-15,0-1 0,0 1 13,4-1 0,-3 2 59,0 1 0,-1 0 3,0 0 1,0 0-6,0 0 1,-1 0 14,-3 0 1,3 0-51,-3 0 0,0 0 6,0 0 1,-3 0-47,3 0 0,3 0-12,1 0 1,6 0-30,-6 0 1,6 0 48,-2 0 0,7 0-18,-3 0 0,0 0 42,-4 0 1,-3 0-3,3 0 1,-3 0 34,0 0 1,-1 0 123,0 0 0,-4 0-116,0 0 0,5 0 20,2 0 1,1 0-46,-4 0 1,4 0-10,0 0 0,4 0-8,0 0 0,-2 0-4,1 0 0,1 0-10,3 0 0,-1 0 27,-3 0 1,-2 0-10,-5 0 1,-1 0 19,-3 0 0,3 0 8,-2 0 0,-3 0-39,-2 0 1,-1 0-9,-2 0 0,3 0-3,1 0 1,0 0 30,-4 0 1,1 0-1,3 0 0,-3 0-56,3 0 1,1 0-18,-1 0 1,-1-2 232,-3-1 0,3 1-110,-3-1 1,1 0 552,-8 0-30,-1 1-276,-2-7-248,-1 7 1,-4-3 16,0 5 0,-4-1-145,0-2-192,3 1 1,-3-3-61,4 5 0,-3 0-759,3 0 1078,1 0 0,8 5 0,1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9:20.3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111 143 7990,'0'-11'1516,"0"0"0,-3 6-1215,-1 5 0,0 6 121,4 9 1,-1 2-208,-3 5 0,2 4 14,-6-1 1,5 6-81,-5-2 1,5 3-150,-5 1 0,5 0-93,-5 0 1,2 0-431,-1 0 1,-2-1 422,6-2 0,-5 0-599,5-4 0,-5-5-2241,5-6 1951,-1-3 989,4-6 0,44-65 0,11-20 0</inkml:trace>
  <inkml:trace contextRef="#ctx0" brushRef="#br0" timeOffset="316">541 187 8013,'5'-15'279,"2"0"1,0 1-68,0 3 1,-5-4 392,2 0 0,-3 1-188,-1 3 0,0 0-5,0 0 0,-1 0-165,-3-1 1,-2 3-66,-5 1 1,0 2-120,0 3 0,4 1 75,-1-1 0,1 6-102,-4 5 1,0 3 59,0 3 0,1 4-168,3 4 0,-2 5 30,6 2 0,-5 3-68,5 1 0,-5 1-2,5 3 1,-5-2-267,5 6 0,-5-6-87,5 2 1,-5-1 112,4 0 0,-4-1-58,1 1 0,-3-6 159,-1-4 1,0-4-103,0-4 1,3-3-37,1-8 1,3-2-589,-3-5 977,5 0 0,2-29 0,6-8 0</inkml:trace>
  <inkml:trace contextRef="#ctx0" brushRef="#br0" timeOffset="457">354 507 8013,'0'-12'605,"1"5"176,3 0 1,-3 3-403,3-3 1,2 3-272,1-3 0,3 4-217,1 0 1,0-2 57,0 1 0,1-3-224,3 3 0,1-3 275,2 3 0,37-14 0,5-1 0</inkml:trace>
  <inkml:trace contextRef="#ctx0" brushRef="#br0" timeOffset="892">1379 121 7984,'-5'-6'569,"4"-4"568,-3 2-524,3 3-184,1 5 0,0 10-74,0 5 1,0 5-69,0-2 0,0 4-168,0 4 0,0-2-116,0 6 0,-4-2 49,1 1 1,-2 3-152,1-3 1,2 0-765,-6 0 0,5-4 437,-5 0 1,5-1-598,-5-2 0,5-5-425,-5-3 1448,6-6 0,-3-23 0,5-9 0</inkml:trace>
  <inkml:trace contextRef="#ctx0" brushRef="#br0" timeOffset="1666">1214 374 7984,'-2'-7'317,"-1"0"1,2 3-43,-3-3 0,3 3-14,1-4 0,1 2-65,3-1 0,-1-3-86,8 3 0,-2-2 18,5 2 1,4-4-145,0 0 0,3 0-13,1-4 1,4 2 34,-1-2 1,6 2-140,-2-6 0,3 6 138,1-2 0,0 3 39,0 1 0,-6 1-35,-5 3 0,-1 2 60,-6 5-91,0 0 0,-9 5 1,-3 2 0,-1 4 144,-2 4 1,-5-2-153,-3 5 1,2 1-6,-1 3 0,1 0-50,-2 0 1,0 0-203,4 0 1,-3-4 112,3 1 1,1-1-99,3 4 0,-4 0 109,0 0 1,-1-3-96,2-1 0,1-1 204,-1 2 0,-2-3-107,1-5-19,0 0 104,4 0 0,5-6 117,3-5 1,3-5-186,3-6 0,4-2-85,4-1 0,0-2 103,0-3 1,-1-1-118,-3 1 1,3 3 213,-3 2 1,-2 1-33,-1 2 0,-3 0 90,-1 0 0,0 1 59,0 3 1,-4 2 312,1 5-46,-6 0 225,3 0-419,-5 0 1,1 5-72,3 2 1,-3 0-108,3 0 1,-3 0 109,-1 4-26,0 0 1,1 0 164,3 0 209,-3 0-325,9 0 0,-4-5 124,5-2 0,1-3-241,3-1 1,-1 0-132,4 0 1,0-4-94,4-4 1,-3-2 152,-1-1 1,1 0 126,3 0 1,-2-3-24,-1-1 1,-3 0-23,-5 4 1,0 0 26,0 0 0,-1 4 88,-3-1-69,-2 1 1,-5-4 136,0 0-144,-5 5 0,-1 1-29,-5 5 0,0 0-14,0 0 0,-4 1 68,0 3 0,1 2 72,3 5 0,0 0 67,0 0 1,0 4 245,0-1 0,3 2-111,1-1 0,3-3 82,-3 3 1,4-3-138,0-1 1,3 0-143,3 0 0,8-1-136,8-2 1,3 0 53,4-4 0,-2-2-230,5-5 0,1 0-275,3-4 1,-4-1-643,1-3 0,-7 0 379,-1 0 698,-5 0 0,-11-14 0,-1-5 0</inkml:trace>
  <inkml:trace contextRef="#ctx0" brushRef="#br0" timeOffset="2283">2867 209 7986,'0'-11'124,"0"0"257,0 0 627,0 0-704,0 5 0,2 6 35,1 7 1,-2 8-103,3 3 1,-3 4-65,-1 4 0,0 2-131,0 5 1,0 0-86,0 0 1,-3 2-344,-1 1 1,0-1-95,4 1 1,0-5-464,0-2 1,-3-4-674,-1 1 1616,0-3 0,14-45 0,2-11 0</inkml:trace>
  <inkml:trace contextRef="#ctx0" brushRef="#br0" timeOffset="2591">2900 253 7986,'11'-11'95,"0"0"1,4 1 168,0 3 0,1 1-16,-2 2 1,2 3 28,3-3 0,0 7-306,-4 0 1,0 6-74,-4-2 0,-1 3-119,-3 1 0,-2 0 201,-5 0 1,0 0-64,0 0 1,-9 0 79,-2 0 0,-7 0-175,-1 0 1,2 3 126,-1-3 1,0 2 68,-4-6 1,4 2 260,4-2 1,1 2 232,2-5-35,5 4-255,1-2-77,5 5 0,9-1-47,2-3 1,7 3-95,1-2 1,0 1-49,0 2 1,2 0-262,-3 1 1,6-1-384,2 0 0,-1 0 88,-7 0 0,2 0-660,-6 0 1260,6-5 0,-3-11 0,5-7 0</inkml:trace>
  <inkml:trace contextRef="#ctx0" brushRef="#br0" timeOffset="2927">3319 264 7986,'-10'-17'892,"3"2"0,-1 3-277,4 1 1,-1 4 295,1-1-578,3 6 0,-3-2-30,8 8 1,-1-2-50,4 6 1,0 3-15,4 3 1,0 5-92,0-5 0,2 6-136,1-2 0,-1 3-483,1 1 0,-2 4-21,-1 0 1,-1-1-181,-2-3 0,1 2 302,-1 1 1,-2-1-81,1 1 1,-3-5 315,3-2 0,-3-5 317,3-2 0,-3-5-183,3-6 0,1-5 200,3-3 0,0-7 425,0-7 1,1-5-279,3-7 1,-2 0 324,6-3 1,-6 3-385,2-3 1,-2 3-401,2 1 1,-3 1-344,3 3 0,-7 3-909,0 8 0,-2 5 1363,1 6 0,8 24 0,-3 3 0</inkml:trace>
  <inkml:trace contextRef="#ctx0" brushRef="#br0" timeOffset="3484">4267 385 8059,'-6'-5'1170,"1"3"618,5-5-1411,0 4 0,0-1-188,0 8 1,0 2-117,0 5 1,0 0-44,0 0 0,0 2-275,0 1 0,0 0-121,0 4 1,0-3-422,0 3 0,0-4-489,0 0 1,0 2 1275,0-1 0,0-20 0,0-8 0</inkml:trace>
  <inkml:trace contextRef="#ctx0" brushRef="#br0" timeOffset="3642">4278 220 8059,'0'-11'0,"-3"0"272,-1 0 1,0 0 1214,4 0-1107,0 5-617,0 1 0,2 5-881,1 0 1,0 1 172,4 3 945,0 2 0,63 39 0,-27-18 0,-1 0 0</inkml:trace>
  <inkml:trace contextRef="#ctx0" brushRef="#br0" timeOffset="3976">4576 297 9207,'-11'0'750,"4"0"-555,-1 0 1,1 0-136,-4 0 1,4 4-50,-1-1 0,1 5-156,-4-5 0,4 6 127,-1-2 1,5-1-304,-5 2 325,6-1 0,-3 4-208,5 0 140,0 0 0,0 0 14,0 0 0,1-1 43,3-3 0,-2 3-73,6-2 0,-1 0-102,4 0 1,4 0 30,-1-4 1,1 4-214,-4 0 0,1-2 164,3 1 0,-3-3-350,3 3 436,-3 1 0,-2 3 102,-3 0 1,-2-4 590,-5 0 0,-1-1-58,-3 2 0,-3 0 201,-8-4 1,2 3-452,-6-3 1,1 0-88,-4-4 1,4 0-128,-1 0 1,6-2-627,-2-1 569,3 2 0,25-24 0,7 1 0</inkml:trace>
  <inkml:trace contextRef="#ctx0" brushRef="#br0" timeOffset="4709">5381 330 7920,'0'-6'106,"0"-4"0,0 3 428,0-3 0,-5 4-232,-2 2 1,-1 3-54,-3 1 1,3 0 82,-7 0 0,-1 1-117,1 3 1,-3 2 0,3 5 0,-1 1-43,2 3 1,5-1-77,-2 4 0,2 0-57,-2 4 0,5 0-284,3 0 0,1-3-26,2-1 0,5 1-274,3 3 1,3-5-216,3-3 1,0-1 208,4-2 0,1-5-14,3-3 0,3-1 221,1-2 0,0 0 343,-4 0 0,34-30 0,9-6 0</inkml:trace>
  <inkml:trace contextRef="#ctx0" brushRef="#br0" timeOffset="4960">5789 418 7920,'5'-11'0,"-3"2"240,5 1 590,-4-2-443,2 4-192,-10 0 1,-5 1-136,-5 5 1,-1 1 109,2 3 0,2 1 16,-3 2 1,-1 3-91,1-2 1,0 1-141,4 2 0,0 0 15,0 0 0,2 2-239,1 1 0,0-1-215,4 1 1,0-1 146,4-2 0,0 0-392,0 0 517,0 0 1,9-5 45,2-3 0,4-1-59,-1-2 0,2-2-10,3-1 0,0-7 90,-4-5 0,3-1 144,-3 2 0,5-28 0,-3-11 0</inkml:trace>
  <inkml:trace contextRef="#ctx0" brushRef="#br0" timeOffset="5363">5844 341 9737,'7'8'488,"1"-1"1,-5 0-299,5 4 0,-2 4 28,1 0 1,3 3-367,-3-3 1,-2 4 14,-1 0 0,1-2-158,-2 1 1,1-4 199,-4 0 1,0-5-167,0-2 12,0 1-60,0-2-68,0-1 255,0-15 1,0 1 55,0-9 1,4 4 5,-1 0 1,2 0 1,-1 0 0,-2 0 2,6-4 1,-5 3 95,5-3 1,-2 4-56,1-1 1,3 3 16,-3 1 1,3 0 3,1 0 1,0 1 5,0 3 1,0 2 148,0 5 0,0 0 11,0 0 0,-1 5-92,-2 2 1,1 3-94,-1 1 1,0 4-122,0 0 1,0 1-20,-4-2 1,3-2-281,-3 3 0,3-3 144,-3-1 1,3 0-443,-3 0 107,4 0 620,-1-4 0,33-32 0,8-12 0</inkml:trace>
  <inkml:trace contextRef="#ctx0" brushRef="#br0" timeOffset="5593">6318 154 7920,'0'-11'0,"-4"0"572,1 0 962,-1 0-591,4 5-641,0 1 0,0 7-38,0 5 0,1 1-119,3 6 0,-2 4-98,6 0 1,-2 4 0,1 4 1,3-3-170,-3 3 0,-1-2-106,2 2 0,-5-3-376,5 3 0,-5 1-261,5-1 1,-6-1 282,2-3 1,1 0 21,-2 1 1,2-8-125,-1-4 683,-3 0 0,19-44 0,-2-5 0</inkml:trace>
  <inkml:trace contextRef="#ctx0" brushRef="#br0" timeOffset="5835">6230 363 7920,'-6'-11'1717,"1"4"-1553,5-1 1,6 6 38,5-2 1,1 2 12,6-2 1,2 3-45,6-3 1,-2 3-141,6 1 0,-1 0 101,4 0 1,-3 0-141,-1 0 1,-5 1 49,2 3 0,-3 2-24,-1 5 1,-3 0-126,-1 0 0,-8 1 30,1 3 0,-7-3-191,-1 3 1,2-3-285,-1-1-628,0 0 673,-4 0 506,0-4 0,0-3 0</inkml:trace>
  <inkml:trace contextRef="#ctx0" brushRef="#br0" timeOffset="5977">6594 143 7978,'-7'-22'1012,"-2"5"-995,1 2-1211,3 3 390,0 5 804,5 3 0,15 28 0,4 7 0</inkml:trace>
  <inkml:trace contextRef="#ctx0" brushRef="#br0" timeOffset="6527">6803 319 8398,'6'1'1855,"-2"3"-1517,-3 2 1,-1 9-289,0 0 1,1 0 76,3 0 0,-3-1-251,3 4 0,-3-3-26,-1 3 0,0-3-36,0 3 0,0-4 59,0 0 0,0-5-55,0-2 1,0-3 3,0 3 67,0-4-123,-5 2 0,4-7 32,-3-1 0,3-3 112,1-5 0,0-2 55,0-1 1,0 1 106,0-1 1,0-2-65,0 1 1,4-1 131,-1 1 1,5 3-66,-5-3 0,6 3 103,-2 1 0,3 0-52,1 0 1,0 1-40,0 3 0,0-2-12,0 6 0,0-1-2,0 4 1,2 1-15,1 3 1,-5 2-137,2 5 1,-3 4-197,3 0 0,-1 3-161,-2-3 0,0 3-375,-4-3 0,1 3 809,-2-3 0,-1 4 0,3-2 0</inkml:trace>
  <inkml:trace contextRef="#ctx0" brushRef="#br0" timeOffset="6936">7189 341 8013,'-6'-17'-241,"2"2"900,3 3 1080,1 1-785,0 5-200,0 1-609,0 15 0,0-3 36,0 8 1,0-3-79,0-1 1,3 4-68,1 0 0,3 3-288,-3-3 1,1 3 9,-1-3 0,-2 1-296,6-2 1,-6-1 189,2 1 1,1-2-726,-2 0 720,6-1 0,-3-2-67,5-1 177,0-3 1,0-7-31,0-1 0,0 0-53,0-4 1,0-4 194,0-4 0,-1-1 50,-3 2 1,2 0 183,-5-4 0,-1 3 42,-3-3 1,0 3 333,0-3 0,0 3 218,0-4-258,0 6 0,0-3 81,0 5-148,0 5-182,0 1 1,0 6 1,0 3 1,1 2-77,3 5 1,-1 4-146,4-1 1,-3 2-273,3-1 0,-3 1-47,3 2 0,-1 0-248,1-4 0,3 0 218,-2 4 0,1-4-559,2 0 937,0-1 0,15-7 0,4-1 0</inkml:trace>
  <inkml:trace contextRef="#ctx0" brushRef="#br0" timeOffset="7237">7751 341 8013,'-7'-5'98,"-1"-2"1,5 1 199,-5-2 0,5 6-12,-5-2 1,1 3-1,-4 1 1,0 0-7,0 0 1,0 5-29,0 2 0,0 3-80,0 1 0,0 0 28,0 0 0,0 1-275,0 3 0,3-1-34,1 4 0,5-5-50,-2 2 0,3 1 12,1-1 0,1-2-109,3-5 0,5 0 155,6-4 1,5 3 26,-2-3 1,2-2 60,-2-5 0,2-3 198,-6-5 1,5-2-62,-5-1 1,1 1-229,-4-1 0,-4-2-264,1 1 1,-6-3-192,2 3 0,-3 0-1299,-1 4 1858,-5 0 0,-16 0 0,-8 0 0</inkml:trace>
  <inkml:trace contextRef="#ctx0" brushRef="#br0" timeOffset="7680">7894 319 8109,'6'-5'621,"4"4"790,-4-4-968,5 5 0,-1 1-169,-2 3 0,-2 2-88,-3 5 0,-1 0-1,1 0 1,2 4-320,-1 0 1,3 3-90,-3-3 0,1 3-110,-2-3 0,0 3 129,4-3 0,-3-1-134,3-2 1,-3-1 134,3 0 0,1-4-50,3 0 1,-4-4 24,0 0 0,1-1 34,3-2 1,0-5 88,0-3 0,-1-1 18,-3-2 0,3-2 129,-3-1 0,-1 0-59,2-4 1,-5 4 123,5 0 1,-6-2-17,2 1 0,-3 0 167,-1 4 0,0 0 218,0 0 341,0 0-265,0 0-325,0 5 1,1 1-64,3 5 0,-3 5-85,3 2 1,-2 1-129,2 3 1,-3-3 16,3 7 0,1-3-165,-2-1 1,2 2-9,-1 1 0,-3-2-157,3 3 0,1-1-168,-2 0 1,1-1-65,-4 1 1,5-3-743,2-3 1336,-2 1 0,30-22 0,1 0 0</inkml:trace>
  <inkml:trace contextRef="#ctx0" brushRef="#br0" timeOffset="8089">8567 308 8697,'0'-11'2131,"-1"5"-1266,-3 2-566,3-2 1,-5 5-68,2-3 1,1 3 13,-4 1 1,0 0-29,-4 0-327,0 5 0,0 1-229,0 5 0,-4-4 223,0 1 1,1-1 20,3 4 0,3 0-104,1 0 0,0-3-147,-5-1 0,6 0-328,3 4 266,-3 0 1,4 0 33,-1 0 1,3-3-87,3-1 1,3-3 39,5 3 0,1-3 322,-1 3 1,0-3 234,0 3 1,0-1-171,0 2 0,0 0 119,0-4 0,0 3 47,0-3 1,-4 4 195,0 0 0,-4-2 181,1 1-207,-3 1 1,-1 3-25,0 0 0,-1-4-88,-3 0 1,-2-1-265,-5 2 1,-4 0-40,0-4 1,-4 3-62,0-3 1,2 0 153,-1-4 0,1 0 18,-2 0 0,-6-5 0,1-1 0</inkml:trace>
  <inkml:trace contextRef="#ctx0" brushRef="#br0" timeOffset="10524">232 870 8260,'0'-6'1227,"0"-4"-936,0 9 1,0-5 145,0 2-203,0 3 0,5-4 32,3 5 0,2 0-17,1 0 1,1 0 167,3 0 1,2-1-212,5-3 0,1 3-16,3-3 1,1 3 33,2 1 0,4-1-95,0-3 1,1 3-60,7-3 1,-1 3-235,4 1 1,-2 0 44,2 0 1,-7 0-154,3 0 1,0 0 101,-4 0 0,2 0 145,-1 0 1,-3 0 238,3 0 0,-3 0-160,-1 0 0,1-1 124,-1-3 1,0 3-145,0-3 1,0 2 38,0-2 1,0 3 29,0-3 1,0 3-62,0 1 0,0 0 34,0 0 1,2 0 27,1 0 1,-5-1-3,2-3 1,0 3-24,0-3 1,4 3 1,-4 1 0,-4 0-40,4 0 0,-6-4 14,3 1 0,-2-1-26,1 4 0,3 0-142,-2 0 1,-2 0-22,1 0 1,3 0 51,1 0 0,3 0 53,-7 0 1,2 0 65,-2 0 0,3 0 12,-3 0 0,-1 0-39,2 0 0,-4-4 11,3 1 1,-1-1 39,2 4 0,-2 0 14,-3 0 0,-1 0 28,1 0 0,2 0-97,-1 0 0,1-1-7,-1-3 0,1 3 42,2-3 0,3 3-12,-3 1 1,2 0 0,-2 0 1,2 0 4,-5 0 1,3 0-96,-3 0 0,3 0-154,-3 0 1,0 0 77,-4 0 0,1 0 161,3 0 1,-3 0 36,3 0 0,-2-4-159,2 1 1,-1-1-149,4 4 1,-5 0 106,2 0 1,1 0 13,-1 0 1,3 0 78,-3 0 1,0 0-13,-4 0 0,-1-1 6,-3-3 1,6 3 223,-2-3 0,3 3-89,-3 1 1,0 0-68,0 0 1,4 0 19,0 0 0,3-1-54,-3-3 1,6 3-17,1-3 0,-4 3 15,4 1 1,-2 0-14,2 0 1,-4 0-36,1 0 1,-6 0 111,2 0 1,-3 0 157,-1 0 1,0-4-126,0 1 1,-1-2 21,-3 1 0,3 3-98,-2-3 0,3 3 3,3 1 0,-1-4-9,1 1 0,-1-1-3,-2 4 1,3 0-115,1 0 1,0 0 106,-4 0 1,0 0-25,0 0 0,-4 0 88,1 0 0,-1 0 6,4 0 1,-3 0-53,-1 0 1,0 0 14,4 0 0,-3 0-60,-1 0 1,-1 0 2,2 0 1,3-4 22,0 1 0,-4-1-11,4 4 0,-2 0-14,2 0 0,0 0 71,0 0 1,-4 0 0,1 0 0,-2 0-32,1 0 1,-1 0 10,-2 0 0,-2 0-6,6 0 0,-6 0 5,2 0 1,1 0-4,-1 0 0,4 0-2,0 0 0,-2 0-72,1 0 1,0 0 43,5 0 1,-5 0-7,0 0 1,-1 0 42,2 0 1,2 0 1,-3 0 1,-2 0 29,-1 0 1,1 0 121,-2 0 0,1 0-154,-4 0 0,4 0 12,-1 0 1,1 0-51,-4 0 0,4 0-13,-1 0 0,2 1-152,-1 3 1,-1-3 140,4 3 1,-1-3-134,1-1 0,3 1 168,-2 3 0,-2-3-18,1 3 1,-1-3 164,2-1 1,2 0-66,-3 0 1,-1 0-46,1 0 0,1 0-81,3 0 0,-4 0 14,1 0 1,-1 0 6,4 0 1,-1 0-119,-3 0 1,3 4 89,-3-1 0,2 1-29,-2-4 0,6 0 90,-6 0 0,4 0-42,-7 0 1,3 4-8,-3-1 0,4 1 34,0-4 0,-3 0 18,-2 0 0,4 4 22,0-1 0,2 1 10,-2-4 1,3 0-8,-3 0 1,3 0 8,1 0 1,-4 4-2,1-1 1,-2 1-31,1-4 1,3 0 10,-2 0 0,-2 4-9,1-1 1,-3 1 0,3-4 0,0 1 32,5 3 1,-5-3-2,0 3 1,-3-3 8,3-1 1,-3 0 8,3 0 1,0 0-68,0 0 1,2 0-21,-6 0 0,6 0-114,-2 0 0,-1 0 106,2 0 1,-5 0-111,5 0 1,-4 4 51,3-1 1,-1 1-105,1-4 1,2 4 149,-5-1 0,1 1-17,-2-4 1,2 1 120,3 3 1,0-3-39,-4 3 0,5-3-22,-2-1 0,3 0-14,1 0 1,-4 0 1,1 0 1,0 0 49,7 0 0,-3 0-19,3 0 0,-7 0 45,0 0 1,-1 0 4,4 0 1,-1 0-38,-3 0 0,2 0-72,-5 0 0,4 0-4,0 0 1,0 0 22,0 0 1,1 0-10,-1 0 0,2 0 33,1 0 0,0 0-7,0 0 1,1-1 60,3-3 0,-2 3 152,6-3 0,-6 2-58,2-2 0,1 3-115,-1-3 0,4 3 0,0 1 0,-2-1 28,1-3 1,-4 3 19,0-3 1,1 3-62,-4 1 1,1 0-39,-8 0 1,4 0-29,-5 0-2,6 0-527,-8 0-480,4-5-594,-10 4 848,-1-4 1,-11 1 804,-5 1 0,-39-6 0,-15 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9:33.1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56 122 8244,'-11'0'-9,"0"0"325,0 0 169,0 0-80,4 0-50,2 0-2,5 0-307,5 0 0,2 0-6,4 0 1,1 0 150,2 0 1,0-4-18,4 0 0,-3 1-55,3 3 1,0-4-95,0 0 0,3 1 85,-3 3 0,3-2-6,1-1 0,1 2-17,3-3 1,-2 1-121,6 0 0,-2 2 9,1-3 1,3-1-21,-2 1 1,3-1 29,4 2 0,-7 1-33,3-1 1,-2 2-133,2 1 1,0 0 83,0 0 0,-5 0 19,-2 0 0,1 0 46,-1 0 0,-1 0-2,-3 0 1,0 0 196,1 0 0,-1 0-74,0 0 0,0 0-41,0 0 1,3 0-23,1 0 1,0 0 9,-4 0 0,1 0 13,3 0 1,-3-2 7,3-1 0,1 1 9,-1-1 0,-1 2-14,-3 1 1,2 0-71,1 0 0,-1 0 48,1 0 0,-1 0-71,-2 0 1,3 0 25,1 0 0,0 0-8,-4 0 1,4 0 28,-1 0 1,5 0-6,-5 0 1,2-2 27,-1-1 0,-1 1-1,4-1 0,-4 2 101,0 1 1,2 0-107,-1 0 0,3 0-155,-3 0 0,1 0 102,-1 0 0,-3 0-119,3 0 1,1 0 113,-2 0 1,5 0-14,-5 0 0,1 0 7,-4 0 0,4 0-11,0 0 1,-1 0 83,-3 0 0,1 0-82,-1 0 1,3 0 143,1 0 1,-4 0-46,-4 0 1,1 0 1,3 0 1,2 0-29,-2 0 0,3-2 2,-7-1 0,3 1-19,1-1 0,4 1-6,0 2 0,-1 0 11,-3 0 0,0-3-37,0-1 1,4 0-9,0 4 0,0 0 9,-4 0 1,0 0-8,0 0 0,0 0 21,0 0 1,-4 0 2,1 0 1,-2-1-11,1-2 1,3 1 2,-3-1 0,0 1-66,0 2 0,-2 0-3,6 0 1,-6 0-138,6 0 1,-3 0 159,3 0 1,1 0-17,-1 0 1,0 0 56,0 0 0,1 0-5,3 0 1,-3 0 0,3 0 0,-3 0 112,-1 0 0,1 0-11,3 0 1,-3 0-84,3 0 1,-3 0 163,-1 0 0,2 0-108,1 0 0,-1 0-42,1 0 0,2 0-45,-1 0 1,0 0-9,-4 0 1,3 2 36,1 1 1,1-1-17,-1 1 1,-3-2 98,3-1 1,-3 0-28,-1 0 0,0 0 4,0 0 1,0 0-9,0 0 1,0 0 18,0 0 1,1 0-45,-1 0 1,0 0 7,0 0 1,0 0-28,0 0 0,0 0-10,0 0 1,4 0-42,-1 0 0,2 0 51,-1 0 1,-3 0-15,3 0 1,-3 0 2,-1 0 1,0 0-2,0 0 1,0 0 47,0 0 1,1 0 4,-1 0 1,0 0-41,0 0 0,0 0 3,0 0 1,0 0-31,0 0 0,0 0 33,0 0 1,0 0-28,0 0 0,0 0 11,0 0 1,0 0-8,0 0 1,0 0 51,0 0 0,-1 0 0,-2 0 1,5 0-39,-2 0 1,-1 0 5,-3 0 0,2 0 139,6 0 0,-3 0-104,3 0 1,-3 0-39,-1 0 1,0 0 15,0 0 0,3 0-6,-3 0 0,2 0-9,-6 0 1,2 0-9,-2 0 0,6 0 87,-6 0 0,4 0 4,-7 0 1,4 0-124,0 0 0,4 0 8,-1 0 1,3 0-100,-7 0 0,7 0 131,0 0 0,1 0-10,-4 0 1,0 4 35,0 0 0,0-1-11,0-3 1,0 0 35,0 0 0,-1 0 10,-3 0 0,3 0-139,-2 0 0,0 0 6,0 0 0,1 0-4,-1 0 1,-2 0 45,1 0 1,1 0-16,3 0 1,-1 0 12,-3 0 1,3 0-32,-3 0 1,3 0 67,1 0 0,-1 0-6,-3 0 1,3 0 132,-3 0 0,2 0-77,-2 0 1,2 0-36,-5 0 0,3 0-41,-3 0 0,4 0-109,0 0 1,-2 0 87,1 0 1,1 0-14,3 0 1,0 0-15,0 0 1,0 0-20,0 0 0,1 0 22,3 0 0,-4 0 74,0 0 0,0 0 12,-4 0 1,3 4-23,1 0 0,0 0 17,0-4 1,-3 0-29,-1 0 1,1 0 10,3 0 1,0 0-82,0 0 0,0 0-174,0 0 0,-3 1 220,3 2 1,-6-1 57,6 1 1,-3-1 6,-1-2 1,3 0-3,-3 0 0,2 0 25,-2 0 0,3 0-57,-2 0 1,-2 0 23,1 0 1,0 1-59,4 2 1,1-1-28,-1 1 0,0-1 60,0-2 0,0 0-5,0 0 1,0 0 172,0 0 0,0 3-67,0 1 1,-4 0 51,1-4 1,-1 0-126,4 0 0,-1 0 3,-3 0 0,3 0 8,-2 0 1,0 0 2,-1 0 1,6 0 22,-6 0 0,5 0 6,-4 0 1,-2 0-3,1 0 0,-1 0 15,2 0 1,-2 0 14,-2 0 1,-3 0-91,3 0-9,2 0 1,-5 0 31,3 0 1,-3 0 29,-1 0-211,0 0-95,0 0-8,0 0 1,0 0-371,0 0 62,-5 0 0,0 0-826,-2 0-718,-3 0 2107,4 0 0,-20 4 0,-3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9:36.3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99 485 8393,'-5'-6'1449,"4"1"1,-7 6-1147,4 3 0,0 2-206,4 5 0,-3 2-195,-1 1 0,-1 0 40,1 4 1,3-3-153,-3 3 1,-2 1-944,-1 3 0,1-4 223,-1 0 930,4-4 0,-12 12 0,3-3 0</inkml:trace>
  <inkml:trace contextRef="#ctx0" brushRef="#br0" timeOffset="164">165 342 7993,'2'-21'572,"1"3"1,-1-2-313,1 5 0,2 1-24,-1 3-1724,4 5 961,-1 1 527,4 5 0,0 39 0,0 10 0</inkml:trace>
  <inkml:trace contextRef="#ctx0" brushRef="#br0" timeOffset="466">254 629 7993,'-8'11'-622,"1"0"0,1 3 767,-2 1 0,-1 0 602,1-4 0,2-4-329,-1 0 0,4-3 7,0 3-403,-3-4-9,4 2 1,-3-10-183,5-2 0,2-3 102,1-1 0,4-5-64,4-3 1,-2 2 111,-1-1 0,5 1-184,-2-2 1,3 0 159,-3 4 0,0-3 94,0 3 1,2 0 142,-2 4 1,3 2-102,-7 1 0,4 0 65,4 4 1,-3-3-156,3 3 1,-3 1-101,-1 7 1,0 6 16,0 5 1,-1 1-204,-3-2 0,2 0-343,-6 4 0,2-1 188,-1 2 1,-3 0 124,3-4 0,-3 0 313,-1-4 0,5-5 0,1-1 0</inkml:trace>
  <inkml:trace contextRef="#ctx0" brushRef="#br0" timeOffset="774">1069 199 7993,'7'-27'-429,"1"-1"509,-4-6 1,0 10 487,-4 2 1,-2 7-74,-1 0 1,-4 3 63,-4 1 0,-3 5-172,-1 2 0,-1 3 18,1 1 1,3 5-244,-3 2 0,3 4-131,1 4 1,1 2-159,3 5 0,-3 2 85,3 1 0,-2 4 20,2 4 1,-3 1 60,3 3 0,-3 2-48,-1 5 1,-1-4-149,-3 1 1,2-2-386,-6 1 0,0 6 330,-7-6 0,3 4 26,-3-7 0,-1 0-194,1-4 0,2-3 5,5-4 0,3-5-538,5-10-226,0-5 232,0-1 907,5-5 0,11-15 0,7-3 0</inkml:trace>
  <inkml:trace contextRef="#ctx0" brushRef="#br0" timeOffset="990">628 673 7798,'7'-17'-486,"1"1"696,-4 5 1,4 0 499,0 0 1,5 1-227,2 2 0,5-1-134,-2 1 0,3 3 116,1 2 0,0-2-235,0 1 1,0 0-71,0 4 0,-4 0-24,1 0 0,-6 5-203,2 3 0,-4 1 156,-4 2 1,-2 0-87,-5 1 0,0 0-203,0 2 0,-5-1-321,-2 1 1,-3 2-593,-1-1 0,0 0 60,0-4 1052,5 0 0,-4 0 0,4 0 0</inkml:trace>
  <inkml:trace contextRef="#ctx0" brushRef="#br0" timeOffset="1123">1047 298 7959,'-9'-17'1335,"1"2"-362,-2 3-2382,9 1 1409,-4 5 0,20 25 0,3 12 0</inkml:trace>
  <inkml:trace contextRef="#ctx0" brushRef="#br0" timeOffset="1799">1136 562 9956,'-2'11'230,"-1"0"0,1 0-161,-1 1 1,-2 2-62,1 1 1,-3 3-18,3-3 0,-3 1-213,3-1 0,-3-3 113,3 3 0,-3-3-308,3-1 208,0-5-145,4 4 117,0-9 0,4-1 56,0-7 0,4-3 43,0-1 1,3 0-12,3 0 1,-1-4-133,1 0 1,0-3 216,1 3 1,-2-3-9,5 3 1,-3-3 343,4 3 1,-5 0-166,5 4 1,-6 0 213,2 0 1,-3 5-103,-1 3 1,-4 1-16,1 2-111,-6 0 1,2 9 99,-8 2 1,2 4-133,-6-1 0,2 0-509,-1 4 1,1-1 283,2 2 1,3-2-249,-3-2 1,-1-3 411,2 3 0,14 2 0,7 0 0</inkml:trace>
  <inkml:trace contextRef="#ctx0" brushRef="#br0" timeOffset="1982">1499 551 7980,'5'-6'611,"-3"1"0,2 4 270,-4-3-589,0 3 1,0-2-47,0 6 0,0 3-116,0 5 1,0 0-211,0 0 0,-1 0 69,-2 0 0,0 4-133,-4 0 0,3 3 211,-3-3-67,-1 0 0,-8 10 0,-1 5 0</inkml:trace>
  <inkml:trace contextRef="#ctx0" brushRef="#br0" timeOffset="2141">1610 232 8134,'0'-22'481,"0"3"-291,0 1 0,0 4 606,0 0-940,0 6-819,0 3 963,5 5 0,6 25 0,6 6 0</inkml:trace>
  <inkml:trace contextRef="#ctx0" brushRef="#br0" timeOffset="2476">1852 166 7998,'0'-11'1519,"0"3"184,0 1-1188,0 4 1,4 8-57,0 10 0,-1 5-220,-3 2 0,0 1-150,0 3 0,-1 2-41,-3 5 0,-2 0-309,-5 0 0,-1 1-121,-3 3 0,2-3-425,-6 3 0,2 1 78,-1-1 0,-2-5 48,6-7 0,-1-3-1064,4-3 1745,0 2 0,14-29 0,5 0 0</inkml:trace>
  <inkml:trace contextRef="#ctx0" brushRef="#br0" timeOffset="2926">1720 485 7965,'0'6'-659,"0"-1"1291,5-5 1,1 4-226,5 0 0,4 1-165,-1-2 1,6-2-76,-2 3 1,4 1-88,4-1 0,1 3 131,2-3 0,-2-1-180,-5-3 0,0 0-236,1 0 1,-1 0 129,0 0 1,-5 0-59,-3 0 1,2-5 63,-1-2 0,0 1-122,-4-1 0,0-1 94,0-3 0,-5-1 26,-2-3 0,-3 3 363,-1-3 0,-1 3-44,-3 1 0,-6 4-47,-5-1 0,-4 6-91,1-2 0,-3 3 34,-1 1 1,3 1 12,1 3 0,4 2 131,0 5 1,1 1-24,2 3 1,4-1 158,0 4 1,3-3-204,-3 3 0,4-3 116,0 3 0,1 0 208,2 4 0,5-3-180,3-1 1,3-1 14,3 2 1,5 0-305,6-4 0,4-1-215,4-7 0,0-2-9,0-5 1,0 0-261,0 0 0,-5-5-937,-2-2 0,-8 0 1,-3 0 1,-4 0-1813,-4-4 3156,-2 5 0,-29-4 0,-7 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9:34.5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253 71 7998,'0'-11'-159,"0"0"0,0 0 1352,0 0-296,5 0-71,-4 5-552,4-4 1,-10 10-29,-2 0 1,-3 5 60,-1 6 0,-4 5 134,1 3 1,-6 6-180,2 5 0,-3 3-22,-1 3 1,-2 5-137,-1 7 1,5 2-128,-2 5 1,11-4-215,0 1 0,7-2-228,1 2 0,11-5-570,7-6 1,6-8 241,4-7 0,4-8-1361,4-3 2154,0-8 0,24-27 0,7-10 0</inkml:trace>
  <inkml:trace contextRef="#ctx0" brushRef="#br0" timeOffset="477">628 93 7998,'0'-17'0,"0"0"941,0 2 1,-1 8 203,-3 0-867,3 4 0,-4 9 58,5 5 0,-1 5 129,-3 6 0,3 5-230,-3 3 0,3 2-77,1 1 1,0 5-325,0 2 0,-4 2 224,0-2 1,-3 7-450,3-3 0,-4 2 132,0-2 0,-1-3 44,-2-1 1,0-2-1,0-1 1,3-5-60,1-10 0,4-5-65,0-2 196,-3-8 265,4-2 1,-1-10-62,6-2 1,0-4-40,4-4 0,-3 2-54,3-6 1,-1 4 11,2-3 1,2 0-6,-3-4 1,3 0 5,1 0 0,0 0-54,0-1 1,3 1-123,1 0 0,4 4-24,-5 0 0,6 0 68,-2 0 0,2 2 48,-2 5 0,2 1-25,-6 3 1,5 2-27,-4 5 0,-1 5 88,-3 2 1,-5 4 6,-2 4 0,-3 2-55,-1 5 0,0 0 25,0 0 0,-1 0 19,-3 0 0,3-3-21,-3-1 1,0-1-115,0 2 1,0 0 204,4-4 0,10-10 0,2-6 0</inkml:trace>
  <inkml:trace contextRef="#ctx0" brushRef="#br0" timeOffset="954">1157 391 7962,'0'-11'891,"0"0"1,0 4-215,0-1-440,0 6-79,-5-3 1,-1 6 13,-5 3 0,4 3 4,-1 8 1,1-2-135,-4 6 0,-4-1-179,0 4 1,1 0 169,3 0 1,0 0-362,0 0 0,3 2-19,1 1 1,1-1 8,-1 1 0,2-1 73,5-2 0,0-5 93,0-2 0,0-3 72,0-1 1,5-5 3,2-2 1,3-4 138,1-4 1,3-2-95,1-5 0,0-1-120,-4-3 0,4-2 45,-1-5 1,1 0-2,-4 0 1,0 0 88,0-1 0,0 1 81,0 0 0,0 0-82,0 0 0,0 1 89,0 3 1,-4-2 25,1 6 0,-6-5 266,2 5 0,1 3 847,-1 3-767,-1 6 0,-4-3-77,-3 5 1,2 5-78,-5 2 0,3 7-8,-4 0 1,5 6-128,-5-2 1,6 0-146,-2 0 1,2 0-15,-2 4 0,3 0-57,-3 0 1,3-3-179,1-1 1,0-3-145,0 3 1,0-1-333,0 2 0,1-7 99,3-5 0,-2-3-1042,6 3 1680,-1-4 0,19-28 0,3-11 0</inkml:trace>
  <inkml:trace contextRef="#ctx0" brushRef="#br0" timeOffset="1312">1554 314 7960,'-6'-11'386,"-3"4"181,5-1 0,0 6-302,0-2 1,1 3-150,-4 1 1,0 0 167,-4 0 1,-2 1 137,-1 3 0,2 2-60,-3 5 1,3 0-157,1 0 0,0 1-145,0 3 1,3-3-30,1 3 0,4-3-294,0-1 1,1 0 31,2 0 0,5-1-156,3-3 0,3 2 139,3-5 0,0 3-8,4-3 0,1 0 320,3 0 0,-1-3-32,-3 3 0,2-1 87,-6 0 1,5 0-43,-5 4 1,1-3 230,-4 3 0,-1-3-35,-3 3 1,2 0 72,-6 4 1,-1 4-120,-10 0 1,0-1-25,-11-2 1,0 0-566,-7 2 1,-1-1 209,-2 1 0,-3-5-1242,2-2 1,0-1 211,0 2 1181,8-3 0,46-25 0,14-4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19:40.0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144 287 8069,'0'-6'1213,"0"11"0,-1 3-906,-3 11 1,2 3-28,-5 4 0,-1 8-185,-3-1 0,0 7-169,0 1 1,0 2-43,0 1 0,0-5-295,0-2 1,0-4-307,0-4 1,4-3 239,-1-8 0,6-5-473,-2-6 497,3-5 1,1 2 452,0-8 0,5-2 0,6-24 0,6-6 0</inkml:trace>
  <inkml:trace contextRef="#ctx0" brushRef="#br0" timeOffset="225">78 530 7918,'4'-33'-614,"-1"0"1,5 4 734,-4 4 1,4-1 566,-1 4 0,4 2-306,4 9 0,-1 0-157,4 0 1,-1 1-8,2 3 1,1 2 13,-1 5 0,2-4 0,1 1 0,0-1-72,0 4 0,-4 5-18,0 2 1,-4 7-105,1 1 0,-4 3-276,-4-3 0,-2 4 148,-5 0 1,-5 1-43,-2 2 1,-8-1 100,-3-2 1,-4 0-90,-4-4 0,1 0-49,-4-4 1,4 0-290,0 0 0,1-5-372,2-2 1,4-3 829,0-1 0,48-44 0,9-11 0</inkml:trace>
  <inkml:trace contextRef="#ctx0" brushRef="#br0" timeOffset="644">773 386 7973,'0'-16'169,"0"4"763,0-3-634,0 3 1,0 1-29,0 0 1,-2 5-224,-1 2 83,-3 3 0,-9 2-176,0 3 0,-1 2-1,2 5 0,0 4-87,-4 0 1,1 4 131,-2 0 0,0 5-159,4 2 1,0 0 86,4-4 0,4 3 18,0 1 0,4 0-35,-1-4 1,4-4-116,4 1 0,3-7 283,8-1 0,2-5 41,5-6 1,0-9 220,0-2 0,0-8-290,1-3 0,-5 0-236,0-4 0,-3-1-23,3 1 1,-4-3-272,1 3 1,-8 0 123,-3 4 1,-3 4-502,-1 0 858,5 4 0,-9 3 0,3 6 0</inkml:trace>
  <inkml:trace contextRef="#ctx0" brushRef="#br0" timeOffset="969">1070 287 7979,'6'-11'511,"-1"0"-204,-5 0 357,0 5 1,-1 1-224,-3 5 0,-2 0-199,-5 0 1,0 1-87,0 3 1,-3-2-133,-1 6 0,0-1 43,4 4 0,1 0-233,3 0 1,-2 1-170,6 3 1,-1-1 175,4 4 0,0-5-18,0 2 0,4-3 3,-1-1 0,6 2-108,-2 1 1,7-1 219,0 1 1,1-1-38,-4-2 1,-3 0 99,-1 0 0,-5 0 223,2 0 0,-3 0-3,-1 0 0,-5-1-237,-2-3 1,-8 3-40,-3-3 0,-4-1-164,-4 1 1,4-4-342,0 1 1,1-3 147,7-1 412,4 0 0,15-10 0,7-2 0</inkml:trace>
  <inkml:trace contextRef="#ctx0" brushRef="#br0" timeOffset="1303">1291 276 8314,'0'-11'1553,"0"0"-1231,0 5-149,-5-4 0,-1 9 28,-5-3 0,3 8-56,1 3 0,0 3-119,-4 1 0,3 0 187,1 0 0,0 0-121,-4 0 1,3 1-558,1 3 0,4-3 298,0 3 0,-2-1-58,1 0 1,1-1 136,3 1 0,0-2-75,0-1 0,1 0 151,2 1 1,0-1-4,4 0 0,1 0 124,3 0 1,0-2-34,0-1 1,-4 2 64,0-3 1,-4-1-113,0 1 1,-1 1 19,-2 3 1,-5-1-106,-3-3 1,-1 3-156,-2-3 1,-4-1-125,0 2 0,-3-5-403,3 5 1,-1-6 737,2 2 0,16-18 0,0-4 0</inkml:trace>
  <inkml:trace contextRef="#ctx0" brushRef="#br0" timeOffset="1501">1467 364 12986,'0'11'930,"-3"4"-1218,-1 0 0,-1 3-322,1-3 0,3 3-764,-3-3 0,-1 4 690,2 0 684,-1-3 0,-1 14 0,-1 0 0</inkml:trace>
  <inkml:trace contextRef="#ctx0" brushRef="#br0" timeOffset="1651">1511 199 7926,'-3'-17'306,"-1"2"1,0 3 1321,4 1-1665,-5 0-734,4 5 0,-4 2 771,5 8 0,25 26 0,5 12 0</inkml:trace>
  <inkml:trace contextRef="#ctx0" brushRef="#br0" timeOffset="2268">1765 89 7952,'0'-17'158,"0"1"1,0 5 306,0 0 0,0 3 1679,0 1-1644,0 4 1,-4 3-76,1 8 1,-2 6-273,1 5 0,3 2 82,-3 1 1,2 6 0,-2 5 0,1 0-275,-4 4 1,3-2-320,-3 2 1,3-1 144,-3 4 0,0-4-209,-4 0 0,0-1 225,0-2 1,0-5-60,0-2 0,1-8-28,2-3-31,-1-8-56,7-2 241,-2-5 1,4-5 3,0-2 0,3-4-43,1-4 0,4 3-152,0-3 1,2-1 213,1 1 1,-2-4 0,-1 0 0,2 2 184,-3-1 0,3 4-86,1 0 0,1-2 21,3 1 1,-3 0-51,3 4 0,2 2-16,1 1 0,7 0 9,0 4 0,5 0-1,-5 4 1,1 5 55,-4 2 0,-5 8-6,-2 4 1,-8-2-65,-3 1 1,-8 0 161,-3 4 1,-8-1 251,-3-2 0,-6 0-148,-2-4 1,-5 0-77,2-4 1,2-1-335,1-3 0,4-1-389,4-2 0,2-3 201,5 3 391,5-8 0,25-32 0,12-11 0</inkml:trace>
  <inkml:trace contextRef="#ctx0" brushRef="#br0" timeOffset="2501">2085 111 11089,'0'11'1067,"0"5"-636,0 2 1,0 8-280,0 3 0,-4 4-251,0 4 1,-3-1 123,3 4 0,-4-3-119,0 3 0,0-4-321,0 0 0,-1-6-722,1-4 1,3-4-539,2-4 664,1-7 0,7-6 1011,3-5 0,26-30 0,8-6 0</inkml:trace>
  <inkml:trace contextRef="#ctx0" brushRef="#br0" timeOffset="2888">2195 464 8546,'0'-7'2266,"0"2"-1565,5 5-318,-4 0-206,9 0 0,-4 2-270,5 1 1,0-1-114,0 1 0,0-1-136,0-2 0,0 0 123,0 0 1,1-2-184,3-1 0,-3-2 182,3-3 0,-7-1-48,0 1 1,-2-2 66,1-1 0,-2 0 209,-5 0 0,0 0 83,0 0 0,-1 0 62,-3 0 1,-2 4 55,-5 0 0,-4 4 6,1-1 0,-6 4 152,2 4 1,1 2 30,-2 5 0,2 2 168,-1 1 1,-2 2-236,5 3 0,1 1 44,3-1 0,5 2-121,2 1 1,3 0-40,1 0 1,6-2-1,5-1 1,6-3-190,9-5 1,2-1-325,5-3 0,0-2-150,0-5 0,0-1-609,0-3 1,0-2 384,0-5 1,-6 0-1041,-5 0 1712,-4 0 0,-32-10 0,-6-2 0</inkml:trace>
  <inkml:trace contextRef="#ctx0" brushRef="#br0" timeOffset="3719">2812 331 7920,'0'-6'651,"1"1"-451,3 5 1,-3 1 126,3 3 1,-3 2-170,-1 5 0,4 5-223,0 3 1,3 1 108,-3 2 0,3 4-99,-3 0 1,4 3 62,0-3 0,-2 0-233,1-4 1,-3-5 135,3-2 1,-3-3 156,3-1 0,-3-5 155,3-2 1,-3-4-186,3-4 1,-3-2 28,3-5 0,0-1 34,4-3 0,1 1 27,-1-4 1,0-2-60,0-5 0,1 1-39,3-1 0,-2-2-456,5 1 0,1-3-179,3 3 1,0 1-419,0 7 1,-1 2 1022,-3 5 0,3 15 0,-4 3 0</inkml:trace>
  <inkml:trace contextRef="#ctx0" brushRef="#br0" timeOffset="5031">3418 353 7920,'10'-11'497,"-2"0"1,-3 4-11,-5 0 1,0 3 198,0-3-552,0 4 0,-2-2-99,-1 5 0,-3 1-2,-6 3 0,-2 2-196,-1 5 1,-3 1 16,3 3 1,-3 1-37,3 2 0,-1 3-102,1-2 1,3 1 75,-3 3 1,3-3-131,1-1 1,5 0 77,2-4 0,3 3-385,1-3 420,0 0 0,5-9-2,2-2 1,4-4 31,4-4 1,1 0 167,2-7 1,3 3 26,-2-7 0,0-1 0,0 1 0,1-3 0,-1 3 0,-3-3 22,-2 3 1,-1-3 29,-2 3 0,-2 0 76,-1 4 1,-3 0 616,-5 0-173,0 0-393,0 0 0,-2 5-199,-1 2 0,2 8 74,-3 4 0,-1 1-186,1 2 1,-1 0 118,2 0 0,1 0-100,-1 0 1,2 0 114,1 0 0,0 0-23,0 1 0,0-1 23,0 0 0,0 0-8,0 0 1,1-2 29,2-1 1,4-2-34,4-2 1,0-3-2,0 2 1,1-1-37,3-2 0,-2-5-11,5-3 0,0-1 50,0-2 0,3-4-7,-3 0 1,3-4 4,1 0 0,-4 2 7,1-1 1,-2-1-1,1-3 0,0-3 132,-4-1 1,-2-4 206,3 5 0,-4-5-1,-3 5 0,1-5 163,-1 4 0,-3 1 164,-2 3 46,3 5-807,-4 1 154,2 10 0,-5 9 185,-2 8 1,0 4-157,-4 0 0,-1 2-258,-3 5 1,4 1 81,0 3 1,-1-2-54,-3 6 0,2-6 110,1 2 1,-2 1-1,3-1 0,1 1-118,-1-2 0,3-1 36,-3 1 0,4-1-104,-1-2 0,3-2 108,1-1 33,0 2 0,3-10 55,4 0 1,0-5 99,8-6 0,2-1-249,2-3 1,1-6-182,2-5 1,0-4 49,1 0 0,-1-1 195,0-2 0,0 1 130,0 2 0,-1-1-88,-3 1 1,2 2 91,-6-1 0,1 4 2,-4-1 0,-1 0 257,-3 0 1,2 4 132,-6 3 187,1 6-508,-4-3 0,-1 6-50,-3 3 0,2 2 7,-6 5 1,2 4-20,-1 0 0,-3 0-18,3 0 0,1-1-17,-2 4 0,5-3-159,-5 3 0,5-3 140,-5 3 1,6-4-10,-2 0 1,2 2 231,-2-1 18,3 0-46,-4-4-216,10 0 1,1-5-116,5-2 0,1-8 99,3-4 1,-2-1-161,6-2 0,-2 0 3,1 0 1,3-4-242,-3 0 1,3-3 132,1 3 0,0-3 153,0 3 0,-3-1 230,-1 1 0,-1 3-43,2-2 1,-3 1 189,-5 2 0,-4 4 25,0 0-170,-4 4 0,2-1 48,-5 8 1,-2 0 64,-1 7 1,-3-3-78,-5 7 1,0-3-1,0-1 1,-1 4-12,1 0 0,2-1-97,1-3 0,0 4 0,4 0 0,-1 0 69,1-4 1,3 0-1,-2 0 0,3-2-74,3-1 0,3 2-17,5-3 1,2-2-71,1-2 1,0-1-10,4-2 1,2-4-71,6 0 0,-3-4 52,3 0 1,0-5 19,0-2 0,4 1 26,-5 3 0,5-4-3,-5 0 1,1-1 31,-4 2 0,-3 1 2,-1-1 1,-5-2 153,2 1 1,-8 0-43,-3 4 0,-3 0 75,-1 0 0,-1 5-70,-3 2 1,-5 3 135,-6 1 0,-3 0-55,3 0 0,-3 5 170,3 2 1,0 3-119,4 1 1,-1 1 56,-3 3 0,7-3 57,-3 3 0,3 1-45,1-1 1,-2 1-222,6-2 0,-1 0 69,4 4 0,0-3-122,0 3 0,5-4-267,2 0 0,4-1-497,4-2 1,2-1 346,5-3 1,1-2-664,3-5 1086,-3 0 0,29-20 0,1-4 0</inkml:trace>
  <inkml:trace contextRef="#ctx0" brushRef="#br0" timeOffset="5355">5083 287 7920,'0'-11'0,"0"0"319,0 0 1,0 0 1311,0 0-603,5 5-247,-4-4-624,4 9 1,-10-4 88,-2 5 0,-3 0-28,-1 0 1,0 1-75,0 3 0,-4 2-85,1 5 0,-1 0-117,4 0 1,1 0-288,3 0 1,2 0 75,5 0 0,0 4-297,0 0 0,4-1 222,-1-3 0,6 4 57,-2 0 1,3-1 16,1-3 1,4 4 231,-1 0 0,1 1 230,-4-2 0,0-1-24,0 1 0,-1 0 206,-3 1 0,-1-3 84,-2 2-203,-3-1 0,-1-3-948,-7-3 1,-8 1 388,-3-4 1,1 0 137,-2-4 166,1 0 0,-14-5 0,-2-1 0</inkml:trace>
  <inkml:trace contextRef="#ctx0" brushRef="#br0" timeOffset="5830">5359 23 7923,'1'-8'0,"3"2"906,3 1 0,8 2-156,3 3 0,3 11 20,1 7 1,6 8-275,5 7 1,0 5-79,4 2 1,-6 7-160,-2 0 1,-9 5 26,-2-4 1,-6 2-321,-4-6 1,-14-2-316,-13-9 1,-4-5-353,-10-2 1,2-8 47,-6-3 1,4-4-274,4-4 1,-2 2 44,6-6 0,0 1-1165,7-4 2046,2 0 0,24-20 0,6-4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07.4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34 7852,'-11'0'1247,"5"-5"-906,1 4 1,10-4 88,2 5 1,9 0-65,6 0 1,10 0 97,8 0 0,4 0-147,4 0 1,2-1 33,5-3 0,-1 3-323,-2-3 0,-9 3-213,-10 1 1,-10-4-964,-8 0 376,-8 1 1,-3 3 771,-8 0 0,-22 0 0,-9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05.7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55 458 7844,'-6'0'129,"-4"0"1,3 0 0,-3 0 799,-1 0-400,5 0-60,1 0-248,15 0 0,-1 0-73,9 0 1,2 0-113,5 0 0,0 0 19,4 0 0,-4 0-165,0 0 0,2-1-255,-1-3 0,0 3-465,-4-2 1,-4 1 311,1 2 518,-6 0 0,-7 0 0,-7 0 0</inkml:trace>
  <inkml:trace contextRef="#ctx0" brushRef="#br0" timeOffset="189">11 613 7844,'-6'-5'1154,"1"4"-1070,5-4 0,1 5-1,3 0 0,6 0-59,5 0 0,8 0-135,-1 0 1,7 0-520,1 0 0,2 0 630,1 0 0,54-5 0,-37 2 0,0 0 0</inkml:trace>
  <inkml:trace contextRef="#ctx0" brushRef="#br0" timeOffset="840">1621 61 7844,'0'-7'0,"0"0"1,0-2 184,0-1 1,4 3 340,-1 0-161,1 4 1,-3-2 109,3 5 226,-3-5-176,4 4 0,-5 1-89,0 8 0,-1 3 10,-3 3 1,-3 7-193,-8 5 0,1 4-21,-4 0 0,0 5-122,-4 2 0,0 4-320,0-5 1,-4 6-64,0-2 0,-3 6 149,3-2 1,0-3-28,4-7 1,5-6-135,2-3 0,1-3-751,3-3-37,-3-3-709,13-10 461,-4-1 0,14-17 1320,2-3 0,22-42 0,2-3 0</inkml:trace>
  <inkml:trace contextRef="#ctx0" brushRef="#br0" timeOffset="1131">1345 106 7844,'-11'-22'0,"0"4"379,0 4 0,4 1 71,-1 2 1,6 4 466,-2 0-190,3 4 250,1-2-321,0 5-394,0 5 0,5 1 264,2 5 0,4 2-121,4 1 0,-1 3-83,4 6 0,2 0-177,5 3 1,0 2-119,4 5 0,1 1-87,3 3 0,0-3-246,0 3 1,0-3 183,0-1 0,-9-1-190,-2-3 1,-7-3-143,0-7 0,-7-3-1251,0-5-986,-6 0 1519,3-5 1172,-5-1 0,0-30 0,0-6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10.0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44 8602,'-4'-7'0,"0"0"1661,2-2-1102,0 4 0,7-4-169,3 6 1,8-1 98,6 4 1,6 0-113,9 0 0,3 0 113,8 0 1,3 0-807,8 0 1,-4 0 245,0 0 0,-6 1-3142,-8 3 3212,-8 2 0,-26 5 0,-9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09.2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387 88 8073,'0'-17'147,"3"1"1,2 5 541,1 0 1,-3 3-173,1 1 0,1 3 681,-2-3-807,1 5 0,-4-2 65,0 8 0,0 3-182,0 8 0,-6 3 93,-5 8 1,-2 3-283,-5 8 1,0 1-67,-4 2 0,0 3-118,0-2 1,-2 5-52,-1 2 1,0 0-288,-4-4 1,3 0 70,-3 0 1,4-1-339,-1-3 1,4-8 271,4-10 0,2-2-680,5-9-480,5 2 1093,1-11 1,5 1 498,0-6 0,20-33 0,4-12 0</inkml:trace>
  <inkml:trace contextRef="#ctx0" brushRef="#br0" timeOffset="256">12 187 8073,'0'-16'0,"-4"4"1097,1-3-145,-1 3 38,4 6-608,0 1 1,0 6 106,0 3 1,6 6-76,5 4 1,1 6 70,7-2 0,-1 8-250,4 3 0,3 1-50,4 3 0,0-1-137,8 8 0,-1-3-240,0 3 1,-1-4-332,1 1 1,-2-3-58,-5-1 0,-6-6-658,-4-5 1,-10-1-543,2-6 1780,-2-1 0,-3-22 0,-1-6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08.6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34 8114,'3'-8'449,"1"1"0,8 5-188,-1-2 0,8 1-45,-1 0 0,3 2 30,1-3 0,4 3-217,-1 1 0,1 0-270,-4 0 1,-4 0-724,1 0 1,-6 0-189,2 0 1152,-8 0 0,-21 9 0,-11 4 0</inkml:trace>
  <inkml:trace contextRef="#ctx0" brushRef="#br0" timeOffset="158">0 177 8054,'11'-5'744,"4"4"-889,0-3 1,4 3 85,0 1 0,7 0-351,3 0 410,-2 0 0,24 5 0,2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13.8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34 210 8080,'-7'-8'116,"3"1"1,0-2 1399,0 0-373,0-3 188,0 1-398,2 0-66,-3 5-554,5 1 1,5 7-23,3 1 1,2 5-65,1 6 0,1 5-136,2 6 0,-1 4-201,1 4 1,2 5 286,-1 2 1,0 3 56,-4 1 1,0 0-540,0 0 1,-1 3-577,-3-3 1,2-2 555,-6-9 0,2-6-149,-1-5 472,-3 0 1,5-15 117,-2 0 1,-3-5 209,3-6 1,1-6-98,-2-5 0,6-5 65,-2-2 0,7-2-43,0-5 0,2-4 82,-1-4 1,-2-5-112,6 2 1,-4-3 35,3-1 1,-5-4-430,2 0 1,-4 1-281,-4 3 0,2 6-1141,-5 5-75,-1-1 133,-3 21 0,0 0 1534,0 16 0,-4 33 0,-3 12 0</inkml:trace>
  <inkml:trace contextRef="#ctx0" brushRef="#br0" timeOffset="640">772 419 8013,'-1'-11'0,"-2"-1"229,0-3 0,-1 6 385,4-2 1,-4 3 39,1-3 0,-2 4-244,1-1 1,2 6 87,-6-2-311,1 3 0,-5 2 0,-3 3 1,3 2-62,-3 5 0,3 1-139,1 3 0,0 2 64,0 5 0,0 0-181,0 0 1,1 1-292,3 3 0,1-3 231,2 3 1,3-3-335,-3-1 0,3-1 81,1-2 1,1 0-11,3-4 0,2-2 134,5-5 1,0-3 23,0-5 1,0 0 100,0 0 1,0-5 178,0-3 0,0-3-93,0-3 0,0 0 284,0-4 0,-1 1-12,-3-2 0,3-2-42,-3 3 1,2-3 179,-2-1 1,2 0-125,-6 0 0,5 1 91,-4 3 0,-1-3 407,-3 3 465,0 2-226,0 0-592,0 10 0,0 2-285,0 8 1,0 2 90,0 5 0,0 4-235,0-1 1,0 6 97,0-2 0,4 3-136,0 1 1,3 4-208,-3 0 1,3-1-329,-3-3 0,3 0-511,-3 0 1,3-1 399,-3-2 1,3-3-95,-3-5 884,-1-5 0,12-21 0,3-9 0</inkml:trace>
  <inkml:trace contextRef="#ctx0" brushRef="#br0" timeOffset="949">949 441 8013,'0'-18'269,"0"-1"0,-4 6 69,0-2 1,1 3 629,3 1-639,0 0 1,1 5 473,2 2-554,-1 3 0,6 2-69,-4 3 1,3 2-82,-3 5 1,5 1-37,-2 3 0,-1-2-238,1 6 0,-3-1 8,3 4 1,-3 0-203,3 0 1,-4 0 177,1 0 0,-3-1-119,-1-2 0,3 1-31,1-1 1,0-3 273,-4-2 0,0-1 570,0-2-37,0-5 129,0-1 0,-4-10-360,0-3 0,1-6-17,3-5 1,0-3 441,0-3 0,5-4-128,2-4 0,3 0-415,1 0 1,4-4-416,-1 1 0,9-1-587,0 4 1,2 5-59,1 2 1,1 8 942,2 3 0,18 22 0,-1 7 0</inkml:trace>
  <inkml:trace contextRef="#ctx0" brushRef="#br0" timeOffset="1524">1731 110 8053,'8'-5'662,"-1"-2"184,-5-3 1,2 4-342,-8 3 1,-2 1-156,-5 2 1,-5 0-95,-2 0 0,-2 0 0,2 0 0,-3 0-233,3 0 0,1 2 84,-2 1 0,5 0-69,-5 4 1,6-5 12,-2 2 0,4-1-490,4 0 298,-3-2 1,7 8-237,-4-5 132,5 4 199,-3-2 0,5 5 146,0 0 1,0 0-124,0 1 0,0 0 13,0 2 0,0 4-56,0 4 0,3 1 2,1 3 0,0 2-15,-4 5 1,0 4-153,0-1 1,-1 1 151,-3-4 0,3 2 0,-3 1 0,-1-5 226,1 2 0,1-11 23,3 0 0,-4-4 501,0 1-348,1-3-132,3-5 0,1-5-55,3-2 1,2-3-147,5-1 0,3 0-222,1 0 1,6 0-516,1 0 0,0-1-2052,4-3 2799,2 3 0,39-29 0,15 0 0</inkml:trace>
  <inkml:trace contextRef="#ctx0" brushRef="#br0" timeOffset="1841">2227 188 8008,'5'-11'258,"-3"-1"385,1 1 304,-2 5 1094,-1 1-1125,0 20 0,-4-4-332,-4 15 0,-7-4-138,-3 7 1,1 1-247,-1 3 0,-1 4-157,-3-1 1,-4 8 82,1-3 0,0 4-152,7-4 0,-3-3-217,3-2 0,2 1-665,1-4 1,3-6-554,1-9 0,1-4-874,3 1 201,-3-3 1420,4-6 714,-5-1 0,9-20 0,4-3 0</inkml:trace>
  <inkml:trace contextRef="#ctx0" brushRef="#br0" timeOffset="2067">1952 276 7971,'-5'-26'246,"-2"0"0,2 2 307,1 5 0,3 7 2195,1 5-1825,0 4 1,1-2-175,3 5 1,2 5-242,5 3 0,3 6-33,1 5 0,4 2-291,-5 1 0,6 5-165,-2 2 1,-1 8-183,2 3 1,-2-2 207,1-1 0,-2 1-1037,-5-1 0,0-1-108,0-3 0,0-1-504,0-2 0,-5 0 574,-2-4 1030,-3-5 0,-1-15 0,0-7 0</inkml:trace>
  <inkml:trace contextRef="#ctx0" brushRef="#br0" timeOffset="2708">2327 33 7964,'-7'-5'396,"3"4"1,4-5-153,0 2 0,1 3-55,2-3 0,0 3-20,4 1 1,4-4 56,4 1 0,1-1-6,-1 4 1,-2 0 141,5 0 0,0 0-79,0 0 0,2 0-23,-6 0 0,1 5-40,-4 2 1,0 7 14,0 1 0,-1 5-63,-3 2 0,2 2-143,-6 5 0,1 4 55,-4 4 1,4 6-218,-1 1 0,1 0 39,-4 4 1,-1 1-78,-3-1 1,-1-1-4,-2-3 1,-2-4 149,6-4 1,-6-3 85,2-3 1,1-3-33,-2-5 0,2-5 132,-1-2 0,-2-3-98,6-1 0,-2-4 156,1 1-351,3-1 115,-9-1 0,4 3-149,-5-6 0,0 1 108,0-4 0,0 0-69,0 0 1,-5 0-1,-3 0 1,2-4-131,-1 1 0,3-6-297,-3 2 0,4 1-1285,0-2 1838,1 1 0,22-24 0,5-4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26.2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56 772 8543,'-6'0'2099,"1"0"-1690,5 0 0,6 0-169,5 0 0,1-1 0,7-3 0,-5 3-161,5-3 1,-2 3-197,1 1 0,3 0-868,-3 0 0,0 0 135,0 0 1,-3 0-1173,3 0 2022,-4 0 0,-3 10 0,-7 2 0</inkml:trace>
  <inkml:trace contextRef="#ctx0" brushRef="#br0" timeOffset="173">45 937 8226,'-7'0'-1013,"-1"0"1,1 0 2168,-4 0 2017,5 0-1952,1 0-1151,15 0 1,6 0-467,9 0 1,6-1-5,-2-2 1,4 0 399,4-4 0,13-3 0,8-2 0,7-3 0,0 0 0</inkml:trace>
  <inkml:trace contextRef="#ctx0" brushRef="#br0" timeOffset="658">761 519 8186,'-3'-16'-215,"-1"-3"1,0 7 924,4 1 1,0 2-212,0-2 1,4 4-34,0 0 1,4 4-126,0 0 1,-2 0 253,1-1-300,1 3 0,1 2 114,-1 10 1,-3 2-262,-5 5 1,0 0 96,0 4 1,0 5-263,0 3 0,-5 2-108,-3 1 1,-1 0-181,-2 0 1,3 0 206,1 0 1,-1 0-126,-3 0 1,2-3 22,1-1 0,2-8-14,2 1 1,3-7 15,-2-1 1,3-3 94,3-3 1,3-4 16,5-4 1,5 0-179,3 0 1,2 0-234,1 0 1,5-1 61,2-2 0,3 0-138,1-4 1,0 3 572,0-3 0,10-10 0,2-7 0</inkml:trace>
  <inkml:trace contextRef="#ctx0" brushRef="#br0" timeOffset="982">795 463 8164,'-10'-7'613,"2"0"0,3 3 11,5-3-326,0 4 0,9-2-71,2 5 0,7 0-1,1 0 1,3-3-17,4-1 0,1 0-160,2 4 1,2 0-186,-6 0 1,5 0-496,-5 0 0,5 0-91,-4 0 0,-4 0 133,-4 0 588,-5 0 0,-11-5 0,-10-1 0</inkml:trace>
  <inkml:trace contextRef="#ctx0" brushRef="#br0" timeOffset="1157">750 640 8164,'-11'0'0,"4"0"1245,0 0-774,4 0 0,1 0-186,9 0 1,2 0-344,9 0 1,5 0-411,7 0 0,2 0 316,1 0 152,0 0 0,59-15 0,-39 6 0,0 0 0</inkml:trace>
  <inkml:trace contextRef="#ctx0" brushRef="#br0" timeOffset="1741">1610 243 8227,'5'-6'111,"0"-4"1,4 4 454,-2 0 1,-4 0 174,0 2-454,-2 3 0,-5-4-92,-4 5 0,-3 0-77,-4 0 0,2 0 69,-5 0 1,-1 1-124,-3 3 1,5-3 146,2 3 1,-1-2-172,2 2 1,-1-3-153,4 3 1,4-2 3,-1 2 1,5-3 52,-5 3 0,6-2 137,-2 2 1,3-2 11,1 6 0,0-1-19,0 4 0,0 0 4,0 0 1,0 1-96,0 3 0,1 2 0,3 5 0,-2 1-115,6 3 0,-6 2 70,2 5 0,1 2-43,-2 1 0,1 0 71,-4 4 0,0-3-20,0 4 1,0-5 12,0 5 1,-4-6 14,1 2 1,-6-6 30,2-2 1,1-2 178,-2-1 0,5-2 22,-5-9 0,5 3-109,-5-3 0,6 0 11,-2-4 1,3-4-113,1 0-13,0-4-3,0 7-2,0-9 1,5 4-359,2-5 0,3 0-258,1 0 0,5 0-496,2 0 1,3 0 1132,1 0 0,44-20 0,11-4 0</inkml:trace>
  <inkml:trace contextRef="#ctx0" brushRef="#br0" timeOffset="2269">2051 342 8199,'6'-11'-539,"-1"0"2050,-5 0-432,0 5-586,0 1 1,-5 6-168,-2 3 0,-4 3-65,-4 8 1,2 7 124,-5 7 1,-1 4 224,-3 4 0,0 2-336,0 6 0,5 0-199,2 3 1,7 1-341,0 2 0,7 2-167,1-5 0,6-2-480,9-6 1,2-2 369,5-4 1,4-6-344,-1-3 0,5-4 884,-4-6 0,19-20 0,1-13 0</inkml:trace>
  <inkml:trace contextRef="#ctx0" brushRef="#br0" timeOffset="2633">2669 463 8243,'5'-6'1408,"-4"1"0,2 7-1100,-6 1 0,0 7 80,-4 5 1,-4 6 136,-4 1 0,-1 1-288,2 6 0,0 2-155,-4 6 0,1 1-79,-2 2 0,0 2-309,4-6 0,0 1-809,4-4 1,-3-1 166,-1-2 1,0-7-1301,4-5 1797,0-4 0,0 0 451,0-6 0,0-3 0,15-30 0,3-6 0</inkml:trace>
  <inkml:trace contextRef="#ctx0" brushRef="#br0" timeOffset="2867">2448 507 8196,'-5'-17'442,"3"1"800,-6 5-286,6 0 20,-8 5-567,9 1 0,-3 10 100,8 3 1,-2 6-214,6 5 0,-1 1-35,4 3 1,4 3 77,0 4 1,4 2-452,0 1 1,-2 0-127,1 0 0,0 1-245,5 3 0,-1-3-701,0 3 0,-2-4 199,-1-3 1,0-2 984,-4-3 0,10-21 0,-2-1 0</inkml:trace>
  <inkml:trace contextRef="#ctx0" brushRef="#br0" timeOffset="3394">2911 772 8134,'0'-11'567,"0"5"1,5-3-395,2 6 1,4-1-118,4 4 1,2 0-228,5 0 1,4 0-1251,0 0 1421,4 0 0,23 5 0,11 1 0</inkml:trace>
  <inkml:trace contextRef="#ctx0" brushRef="#br0" timeOffset="3783">3650 496 8196,'-1'-7'464,"-3"0"921,3 4-920,-9-2 1,7 7 22,-4 1 1,0 8-284,-4 8 1,0 3-82,0 3 0,-2 5-65,-1 7 0,-2 2-318,-3 5 0,2 0-529,3 0 1,1 0 253,-1 0 0,1-4-133,2-4 0,2-8 249,1-6 1,0-4-628,4-7 458,-5-5 587,8-1 0,-4-10 0,5-3 0,10-26 0,2-8 0</inkml:trace>
  <inkml:trace contextRef="#ctx0" brushRef="#br0" timeOffset="4025">3330 563 7960,'-5'-11'-593,"4"0"1165,-3 0 327,3 0 1,1 3 12,0 1-456,0 4 33,0 8 0,5 4-88,2 9 0,8 1-92,3 3 1,3 5-146,1 2 1,5 3-148,3 1 1,1 4-161,3-1 0,-1 5-445,0-4 0,-1 1 236,-3-2 0,-2-6-345,-5-1 1,-6-6-1780,-5-4 2476,-5-8 0,-16-16 0,-2-7 0</inkml:trace>
  <inkml:trace contextRef="#ctx0" brushRef="#br0" timeOffset="4402">3628 331 8163,'6'-11'1075,"-2"0"106,-3 5-678,-1-4 1,-1 5-248,-3-2 1,-3 2-100,-8 5 1,-4 0-106,-6 0 0,-3 0-238,-5 0 0,-1 1-1370,1 3 1,2 2 1555,1 5 0,13 15 0,7 3 0</inkml:trace>
  <inkml:trace contextRef="#ctx0" brushRef="#br0" timeOffset="4951">3903 474 8194,'-6'-4'620,"3"-4"327,1-2 1,4 4-487,1 3 0,3 3 50,5 3 1,2 5-188,1 6 0,4 0-48,4 4 1,-4 4-48,0 4 0,-1 5-126,2-2 1,-3 6-47,-5 2 0,-5 1-206,-2-1 1,-3 1-755,-1 2 1,-5-7 33,-2-7 1,-4-3-341,-4-1 0,3-2 329,-3-5 880,8-1 0,-3-32 0,4-2 0</inkml:trace>
  <inkml:trace contextRef="#ctx0" brushRef="#br0" timeOffset="5743">4047 44 8283,'0'-6'313,"0"0"-26,0 3 1,0 0 223,0-4-309,0 4 1,1-2-72,3 5 0,-2-1 69,5-3 0,-3 3-96,3-2 0,1 1-63,3 2 0,-4 2 36,1 1 0,-1-2-93,4 3 1,0 2 110,0 2 0,-4-2-119,1 1 0,-6 0 3,2 4 1,-3 1-231,-1-1 1,-1 0 157,-3 0 1,2 1-130,-6 3 1,1-3 162,-4 2 0,-4-1 88,1-2 0,-1 0-6,4 0 0,0 0-38,0 0 1,1 0 17,3 0 0,-2-4-2,5 1 1,-3-5 35,3 5-111,1-6 1,5 4-174,5-2 1,2-3-725,9 3 1,1-2 970,3 2 0,27-1 0,12 0 0,5 3 0,0-1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32.9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 45 8204,'0'-6'-1130,"0"0"1035,0 2 600,0 3 0,0-5 134,0 2-335,0 3 1,5-4-78,2 5 1,-1-1-1,1-3 1,1 3 93,3-3 1,0 3 39,0 1 0,0 0 19,0 0 0,0 0-102,0 0 0,-4 0-31,1 0 0,-5 1-40,5 3 0,-5 2-48,5 5 0,-5 5-26,5 2 1,-5 8-189,5 3 1,-5 8-38,5 4 1,-5 3-367,5 3 0,-2 0-124,1 4 1,2 0 267,-5 0 1,3 1 6,-3-8 1,-1-3 221,-3-8 0,0-4-48,0-4 1,-1-1 57,-3-2 0,2-5 189,-5-3 1,3 0-99,-4 1 1,1-3 166,-4 3 1,4-7 157,-1-1 0,1 0-89,-4 0 1,0 2-41,0-6 1,-1 1-193,-3-4 0,2 0 19,-6 0 1,1 0-205,-4 0 1,3 0-357,1 0 1,5-5 187,-2-2 333,8-3 0,16-16 0,10-3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1:20:42.5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177 365 8195,'0'-7'1179,"0"3"0,-1 4-900,-3 0 1,3 1-44,-3 2 0,3 7 14,1 5 0,-4 6-119,0 1 0,-4 1-10,1 7 0,-3-1-137,-1 4 0,0 4-108,0-1 0,0 1-306,0-4 1,0-1 82,0-2 1,0-1-344,0-7 1,3 1-99,1-8-328,4-5 500,-6-5 0,7-7 616,-1-1 0,1-5 0,2-6 0,0 0 0,0-4 0,0-1 0,20-56 0,5-15 0</inkml:trace>
  <inkml:trace contextRef="#ctx0" brushRef="#br0" timeOffset="393">122 420 7930,'5'-22'-307,"-3"0"1,4 1-1,0 2 1374,0 5-768,2 1 0,-1 7 112,0 3-286,-4 1 1,2 4-129,-5 1 1,1 0 121,3 4 0,-3 4-28,3 4 0,-3 1-118,-1-2 1,0 4 142,0 4 1,0-4-27,0 0 1,0 0-170,0 0 1,0 3-279,0-3 0,1-2 115,3-1 0,1 1-43,2-2 0,3 0 97,-3-7 0,7-2 126,0-5 0,2-1-9,-1-3 1,-2-3 9,6-8 1,-6 2 77,2-6 0,-2 0-54,2-7 0,-3 6 32,3-2 1,-5 3-72,1-3 1,-5 0 37,9 0 0,-9 1 42,5 2 0,-4 0 33,1 4 0,0 0 129,-4 4 0,1 5 34,-2 3 7,-1 1 0,1 7-23,-6 3 0,0 3 139,-4 3 1,-1 4-120,-3 4 0,4 1-71,0 3 0,1-3-201,-2 3 0,2-3 33,3-1 0,1 1-89,-1 3 0,1-3-127,2 3 1,0-7-365,0 0 0,5-2 218,3 1 0,1 2-470,2-5 867,0-6 0,20-18 0,5-10 0</inkml:trace>
  <inkml:trace contextRef="#ctx0" brushRef="#br0" timeOffset="725">596 618 7930,'0'-6'232,"-1"1"141,-3 5-298,3 0 131,-4 0-282,5 0 1,5 0 59,2 0 0,3 0-157,1 0 0,0-1-1,0-3 1,1 2 115,3-6 0,-3 5 69,3-5 1,-3 2-205,-1-1 0,4-3 128,-1 3 0,0-4-8,-7-4 0,3 3 15,-3-3 1,-2 3-22,-1 1-2,-3 0 351,-1 0 1,-5 5-81,-2 2 0,-3 3 39,-1 1 0,-1 5 49,-3 2 1,2 4 22,-6 4 0,6-2-146,-2 6 0,3-5-17,1 5 0,0-1-97,0 4 1,5 4-179,2 0 1,3-1-407,1-3 0,1-1 277,3-2 1,2-1-455,5-7 0,5 1-18,2-8 738,3-1 0,40-37 0,10-9 0</inkml:trace>
  <inkml:trace contextRef="#ctx0" brushRef="#br0" timeOffset="1151">1037 442 7930,'-8'-8'0,"1"1"0,3 3 452,-3-3 1,3 5-109,-3-2 1,3 3-159,-3 1 0,1 5-23,-2 2 1,-1 3-120,1 1 1,-1 5 59,-2 2 1,-1 3-116,1 1 1,0 0 94,0 0 0,4 0-81,0 0 1,1 0-382,-2 0 0,3 0 83,5 0 0,0-3-19,0-1 0,0-4 62,0 0 0,5-6-50,3-5 135,1-2 1,4-2-73,1-2 1,-1-7 32,1-5 0,-1-4-11,-2 0 1,0-2 70,0-1 1,0 1 145,0 3 0,0-3 155,0 3 1,-4-2 85,0 2 1,-4-2 79,1 6 1,-2-1 219,2 4-176,-3 0 1,4 3 11,-5 1-213,0 5 0,-4-2-35,0 8 1,0 2-32,0 5 0,1 1-124,-4 3 1,3 1 9,-3 2 0,5 3-70,-2-3 0,-1 3-28,1 1 0,-3 0-145,3 0 0,1-1-28,3-3 0,-4 2-251,0-5 1,1 3 164,3-3 0,1-2 373,3-5 0,11-18 0,9-9 0</inkml:trace>
  <inkml:trace contextRef="#ctx0" brushRef="#br0" timeOffset="1467">1213 497 7930,'-1'-11'115,"-3"0"0,3 3 314,-3 1 0,2 3-247,-2-3 258,3 5-202,-4-3-19,5 5-272,-5 0 1,3 3 135,-6 1 0,5 5 13,-5-2 1,6 3 3,-2 1 0,3-4-196,1 1 1,0-1-17,0 4 0,0 0 90,0 0 0,0-2 40,0 2 0,4-7-14,-1 8 0,6-4-120,-2 3 1,2 0 213,-2 0 0,2 0 110,-6 0 1,5 0-89,-5 0 0,1 4 120,-4 0 1,0-1-506,0-3 1,-5 2-101,-2 1 1,-7-1-115,0 1 1,-2-1 478,1-2 0,-12-15 0,-7-3 0</inkml:trace>
  <inkml:trace contextRef="#ctx0" brushRef="#br0" timeOffset="2191">1345 519 7930,'4'-7'98,"0"-1"900,-2 0-768,-1-2-71,-1 4 1,0 2-90,0 8 37,-4 2 0,1 5-108,-4 0 1,4 1 78,0 3 1,0-3 34,-1 3 0,3 2-49,-2 1 1,1-1-258,2 2 1,0-4-182,0 3 0,0-3 131,0 3 0,0-3-294,0 3 359,0-4 1,2 1 31,1-4 0,0-4-17,4-4 1,0-1 1,4-2 0,0-5 67,0-3 0,1-6 22,-1-5 0,0 2 47,0-1 1,0-1 118,0-3 1,-4 0 41,0 0 1,-1 0-66,2 0 0,2 1 60,-3 3 1,-2-2-68,-1 6 1,0-1 135,0 4 1,0 3 24,-4 1 4,5 5 38,-4-3 0,4 6-69,-5 3 0,0 3-58,0 8 1,0-2-109,0 6 1,-4-1-178,0 4 1,1 0-6,3 0 0,-4 1-245,0 3 0,1-3 96,3 3 1,0-3-113,0-1 1,0-4-312,0-4 722,0 3 0,5-24 0,1-2 0</inkml:trace>
  <inkml:trace contextRef="#ctx0" brushRef="#br0" timeOffset="2800">1621 508 7923,'0'-11'122,"0"0"1,0 4 328,0-1 0,1 6-174,3-2 1,-2 3-1,6 1 1,-5 5-179,5 2 1,-6 3-16,2 1 0,1 5-80,-2 2 0,1 3 48,-4 1 1,0 0-233,0 0 1,0 0 106,0 0 1,0 0-191,0 0 0,-4-1 123,1-2 1,-5-4-130,5-4-55,-1 1 138,4-6 1,0-3-143,0-6 0,1-3 117,3-6 1,-2-3-81,6-4 0,-1-2 200,4-1 0,0 0 49,0 0 1,0 1-133,0 3 0,-2-3 136,2 3 1,-5 2 494,9 1 1,-6 3-74,6 1-200,-3 0 0,-1 5-71,0 2 1,0 3 63,1 1 0,-5 1-80,0 3 0,-1 2 1,2 5 1,1 0-13,-1 0 0,-2 0 2,1 0 1,-1-4-95,2 1 1,2-2 47,-3 1 1,-1 2-3,1-6 0,-3 2-38,3-1-141,1-3 1,3 4 78,0-5 0,-4-4-168,1 1 1,-1-6 92,4 2 1,-4-3-125,1-1 1,-1-1 168,4-3 0,-4 3-31,1-3 1,-6 2-41,2-2 0,1 3 94,-2-3 258,1 3 1,-5 2 208,-3 3 1,-2 2 524,-5 5 1,-4 1-453,1 3 1,-5 3 58,5 8 0,-5-2 58,4 6 0,-3-5-184,3 5 1,1-5-320,3 5 1,0-1 48,0 4 0,4-4-35,4 1 1,2-2 53,1 1 0,1 2-181,2-5 0,5-1-176,7-3 1,0-1-435,4-2 0,2-4-1048,-3-4 1,3 0 205,1 0 1478,-5-4 0,9-17 0,-3-9 0</inkml:trace>
  <inkml:trace contextRef="#ctx0" brushRef="#br0" timeOffset="3692">2569 464 7884,'0'-11'-516,"0"0"0,0 0 2581,0 0-1611,0 5 0,-4-1 362,1 4-721,-6 2 0,3 1-214,-5 7 1,1 3 95,3 1 0,-3 1 141,3 3 0,-3 2-452,-1 5 0,4-1 82,-1-3 1,5 3-163,-5-3 1,6 2 184,-2-2 1,3-2-24,1-5 1,1-1 149,3-3 1,-2-2 200,6-5 0,-1-1-41,4-3 0,4-2-136,-1-5 1,1-1 108,-4-3 1,0 3-94,0-3 0,0-1-73,0 2 1,-4-1 23,1 4 0,-2 0-186,1 0 0,2 4 148,-5-1 0,3 5-81,-3-5 54,-1 6 134,2-3 0,-2 1 316,4 0 1,-3 1-35,3 3 1,-3 0 110,3 0 0,0 0-73,4 0 0,0 0 38,0 0 0,2-1-35,1-3 0,0-1 24,4-2 0,2-4-29,6 0 1,-3-2-90,3-5 1,0 3 74,0-3 0,0 0-144,-4-4 1,0-1-189,0 1 1,-5-1 41,-2-3 1,-3 2-155,-1-5 0,-5 3 75,-2-4 1,-3 6-67,-1-2 0,-5 8 233,-2 3 0,-6 0-75,-2 4 1,-5 3 36,2 8 1,2 1-19,1 3 0,-1 3 31,2 8 1,-1-2 55,4 6 1,1 0 127,3 7 0,-2 1-85,5 2 1,1 4 59,3 0 1,-4 2 87,0 5 0,1-1-67,3 2 0,0 2 31,0-3 1,0 7-177,0 0 1,0 0-123,0-7 0,3-2-76,1-5 1,0-4-741,-4-4-183,0-1-801,0-7-746,0-6 2598,0-6 0,0-35 0,0-7 0</inkml:trace>
  <inkml:trace contextRef="#ctx0" brushRef="#br0" timeOffset="3833">2801 629 7884,'-6'-16'569,"-3"8"899,5-3-1010,1 2 1,3 2-174,0-1 1,1 6-276,2-2 1,7 2-244,5-2 1,5 3-2394,-2-3 2626,3 3 0,50 11 0,12 2 0</inkml:trace>
  <inkml:trace contextRef="#ctx0" brushRef="#br0" timeOffset="4459">3694 431 7873,'7'-5'358,"0"-3"1,-5 0-20,-2 1 0,-5 2-154,-6 5 0,0-4-84,0 0 0,-2 1 21,-1 3 1,1 1-132,-1 3 1,-2-2 56,1 5 1,-1-3-282,1 3 277,3 1 1,-4 2-158,5-3 1,4 1-130,0-4 177,4 5 66,-2-3 1,5 1 28,0 1 1,1-5-8,3 5 0,2-6-78,5 2 1,0 1-130,0-2 1,4 5 130,0-5 0,3 6-120,-3-2 1,1 2-5,-2-2 1,-1 3 112,1-3 1,-1 3 177,-2 1 0,0 0-102,0 0 0,-5 4 175,-3 0 0,-1-1-20,-2-3 0,0 0 170,0 0 0,-9 0-96,-2 0 1,-7-3 12,-1-1 0,2-3-156,-1 3 1,1-4-164,-2 0 1,0-2-622,4-1 1,0 0-4,4 0 0,4-4-983,0-4 1672,4-2 0,13-15 0,8-5 0</inkml:trace>
  <inkml:trace contextRef="#ctx0" brushRef="#br0" timeOffset="4692">3782 431 7873,'7'0'439,"0"0"148,1-5 1,-1 4 176,1-3-367,-6 8 0,7 3 168,-6 8 0,1-2-182,-4 6 1,4 0-92,-1 7 1,2 3-181,-1 8 0,-3-1-153,3 4 0,-3-3-27,-1 3 1,0-1-327,0 2 0,-4-7-470,1-5 0,-5-4-300,5 1-86,-6-3 56,3-6-93,0-6 1287,-4-6 0,14-39 0,-3-9 0</inkml:trace>
  <inkml:trace contextRef="#ctx0" brushRef="#br0" timeOffset="4909">3848 508 7873,'0'-15'521,"0"1"1,0-1-195,0 4 0,0 3-153,0 1 0,5 5 87,2-2 0,8 3 67,3 1 1,3 0-159,1 0 1,0 5-74,0 2 1,0 4 28,0 4 1,-5-3-174,-2 3 1,-7 1-166,-5-2 1,-3 5-157,-3-5 0,-5 5-269,-7-5 1,-5 2 178,-6-1 1,-5-3-823,2 3 1280,2-8 0,-20-7 0,1-6 0</inkml:trace>
  <inkml:trace contextRef="#ctx0" brushRef="#br0" timeOffset="5643">4190 475 7873,'6'0'194,"4"0"1,-8 1 337,5 3 0,-4 2-251,1 5 1,-3 1-80,-1 3 0,3 2-75,1 5 1,0 0-129,-4 0 0,0 0-263,0 0 1,-4 0 178,0 0 1,0-5-19,0-2 0,1-4 69,-4-3 1,3-4 43,-3-4 0,5-1-22,-2-2 1,3-4 11,1-4 0,0-3 2,0-1 1,0-5 11,0 2 1,5 1-268,2-1 0,3-1-40,1-3 1,0 4-84,0-1 0,1 6 193,3-2 0,-3 3-36,3 1 1,1 4 124,-2-1 0,1 6 130,-4-2 1,0 3-105,0 1 0,-1 1 86,-3 3 0,2 2 137,-5 5 0,0 1-22,0 3 1,-1-3 26,4 3 1,-3 1-91,3-2 1,-3 1-50,3-4 1,-3 0-29,3 0 1,-3-3-13,3-1 0,-1-3 118,1 3-53,3-5 1,-4 2-75,5-8 1,-1 2-2,-2-5 0,0-2-103,-4-6 1,3 3 33,-3-3 1,3-1 32,-3 2 0,0-1 92,-4 4 0,0-4 119,0 1 0,0 3-126,0 3 81,-5 6 0,-2-3 43,-4 5 0,0 0 63,0 0 0,-3 5 140,-1 2 0,0 7-86,4 0 1,4 2-90,0-1 0,0-2-145,0 6 1,-1-1-229,4 4 1,0 0 104,4 0 0,1 0-151,3 0 0,2-3-776,5-1 1,5-1 108,3 2 914,1-8 0,42-26 0,9-10 0</inkml:trace>
  <inkml:trace contextRef="#ctx0" brushRef="#br0" timeOffset="6493">4829 530 7872,'-11'-11'182,"0"0"0,4 1 352,-1 3 1,1 2-213,-4 5 1,0 1-38,0 3 0,0 2-111,0 5 0,0 1 40,0 3 0,0 2 26,0 5 1,0 0-170,0 0 0,3 0-189,1 0 0,3 0 41,-3 0 0,5-1-206,-2-2 0,3 0-13,1-4 0,1 0-159,3-4 1,2-5-139,5-3 0,0-1 208,0-2 1,3-2 20,1-1 1,4-3 55,-5-5 0,5-4 136,-5 0 0,1-3 160,-4 3 1,4-5 11,-1 2 0,1 1 72,-4-1 1,0-1 44,0-3 1,-3 4 219,-1-1 0,-5 6-148,2-2 0,-2 4 30,2 4 0,-3 1-29,3 2 0,-4 3 125,-4-3 1,2 8-58,-5 3 1,0 4 94,0 4 0,-3-2-214,3 6 1,1-1-157,-2 4 0,6-3-233,-2-1 1,3-3 126,1 3 0,0-3-46,0 3 0,1-3-9,3 3 1,2-4-230,5 0 1,4-5 2,0-2 0,4-4-109,0 0 1,1-3 512,2-3 0,2-5 0,1-6 0,-1 0 0,1-4 0,-5-1 0,-2-3 0,1-3 0,3-1 0,-4-1 0,1 1 0,-6 2 0,2-6 0,-3 3 0,-1-6 0,-1 6 0,-3-6 0,-1 4 0,-2 0 0,-3 2 0,3 5 0,-3 1 716,-1 2 1,-1 3 42,-3 5 1,3 4 1048,-3 0-962,3 4-55,1-2-629,0 5 1,0 5-143,0 3 0,0 1 275,0 2 1,0 2-27,0 1 1,0 4-189,0 4 1,0 0 82,0 0 0,0 5-162,0 2 1,0-1-23,0 2 1,0-1-118,0 4 1,-1 0-67,-3 0 0,2-3-362,-6-1 0,6-8-159,-2 1-238,-2-3 149,0-1 310,0-7 0,1-11-96,5-8 1,0-3 223,0-3 1,1-4 101,3-4 0,-3 2 101,3 1 0,-2-2 84,2 3 1,-3 1 115,3-2 1,-3 2 14,-1-1 0,-5 3 476,-2 8 0,1-2-56,-2 6 1,-3-5 230,-3 5 1,-2 0-216,1 7 0,1 6 169,-4 4 1,5 6-236,-2-2 0,4 3-169,4 1 0,2 0 9,5 0 0,0 0-27,0 0 1,1-3-240,3-1 0,2-6-346,5-1 0,0-1-540,0-6 0,0 0-4,0-4 0,0-2 903,0-1 0,29-43 0,8-14 0</inkml:trace>
  <inkml:trace contextRef="#ctx0" brushRef="#br0" timeOffset="7713">5887 552 7852,'-1'-11'83,"-1"0"1,-3 0 1347,-1 0-621,3 5-4,-2-4-254,0 9-460,-1-4 0,-5 10-181,0 2 0,0 7 207,0 0 0,0 6-87,0-2 0,-2 3 17,2 1 0,-3 4-247,7 0 0,-2-1-135,2-3 0,-2-3 105,6-1 0,-1-4-351,4 0 409,5-1 0,2-7-119,8-3 0,-2-1 3,6-2 1,-4-9-163,3-2 0,-3-6 170,3 2 0,-3-4 92,3 0 1,-4 0 373,0 0 0,-3-2 71,-3 3 0,0-3 249,-4-1 0,3 1-271,-3 3 1,0-2 140,-4 6 1,0-1 297,0 4 85,0 5-554,0 1 0,0 6-297,0 3 0,-4 2-59,0 5 1,1 1 122,3 3 0,0 2-104,0 5 0,0 0-18,0 0 0,0 0-37,0 0 0,0 0 93,0 0 0,1-3-113,2-1 0,2-4 102,3 0 1,1-2-132,-1 0 1,2-6 157,1-3 0,0-1-62,0-2 1,1-5-101,3-3 0,-3-5 97,3-2 1,-3-4-18,-1 0 0,1-3 90,3-4 0,-7 3 12,3-3 0,-2-1 92,2 2 0,-4-5 220,1 5 1,-6-5 357,2 4 0,1-3-115,-2 3 1,2 1 92,-1 3 1,-3 1-244,3 2 1,-3 7 424,-1 5-492,0 4-247,0-2 0,-4 12 66,1 4 1,-5 1-165,5 6 1,-5-3-119,5 3 1,-2 2 80,1 6 0,3 1-65,-3 2 1,3-1 49,1-2 1,-1-2-58,-3 6 0,3-2 101,-3 1 0,3 2 1,1-5 1,0-1-32,0-3 0,0-1-16,0-2 1,0-7 35,0-5 304,0-4-207,0 2 1,0-7-121,0-1 0,0-3-140,0-5 1,5-1 251,2 1 0,-1-3 72,2-1 0,-5-3-75,5 3 1,-2-3 92,1 3 1,3-3 55,-3 3 1,-1 0-89,2 4 1,-1-4-172,4 1 0,0 0 22,0 7 0,0-2-201,0 6 1,0-5 150,0 5 0,4 0-93,0 7 1,-1 2 107,-3 5 0,-1 4 18,-2-1 1,0 6 254,-4-2 1,0 7-110,-4 1 0,0-1 243,0-3 0,-5-3-125,-3-1 0,-5-3-99,-2 3 1,-4-8-249,0 1 0,-2-7-395,-1-1 1,4-1 151,0-2 0,4 0 427,-1 0 0,33-30 0,7-7 0</inkml:trace>
  <inkml:trace contextRef="#ctx0" brushRef="#br0" timeOffset="8252">6648 662 7852,'11'-11'274,"-5"4"149,-2 0 0,1 3-50,-1-3 1,-1 3 699,-3-4-699,0 6-373,0-3 1,-5 5-156,-2 0 145,-3 0 1,-5 1 52,1 3 1,-1 2 4,4 5 0,-1 4-340,-3 0 0,3 3 46,-3-3 0,7 1-145,0-2 1,2-1 191,-1 1 0,2 2 134,5-1 1,0-4 303,0-4 1,5-4-108,2 0 0,4-1-65,4-2 1,2-2-148,5-1 0,-4-3-144,1-5 0,-6-1-153,2 1 1,1-1-436,-1-2 1,-2 1 810,-6-1 0,-7-8 0,-6-2 0</inkml:trace>
  <inkml:trace contextRef="#ctx0" brushRef="#br0" timeOffset="8862">6769 596 7852,'0'-6'1563,"0"-4"-1198,0 9 1,0-3-101,0 8 1,2 2-460,1 5 1,-1 0 21,1 0 0,-2 4-108,-1 0 1,0 3 166,0-3 0,0 3-30,0-3 1,0-1 109,0-3 0,2 0-111,1 0 0,-1-3-139,1-1 198,3-4 1,0 2-122,5-5 0,0-4 171,1 0 0,-1-6-9,0-1 0,-4 0 72,0-3 1,1 1 162,3 2 0,-2 0-150,-1 0 0,2 0 76,-3 0 0,-2 0-36,-1 0 1,-2 4 352,2 0-501,-3 4 52,4-2 1,-5 6 25,0 3 25,0 2 1,0 5-13,0 0 1,-1 1-29,-3 3 0,3-3-6,-3 3 1,3-3-44,1-1 0,0 0 12,0 0 1,1 0-54,3 0 1,2-4 32,5-4 1,0-1-15,0-2 0,4 0-5,-1 0 0,5-2-102,-5-1 1,6-5 106,-2-6 1,-1 0 2,2-4 0,-6 1 31,2-2 0,-3-5 75,-1 2 1,-3-4 299,-1 0 0,-5 2 4,2-6 1,-3 5 158,-1-5 1,4 2-194,0-1 0,-1-2 101,-3 5 1,0 1-90,0 3 1,4 1 161,0 2-130,-1 8-223,-3 6 1,-1 7-189,-3 1 0,3 5 27,-2 6 1,-2 3 159,1 6 0,0 2-64,4 1 0,-1 5-68,-3-2 1,3 3 44,-2 1 1,1-1-104,2-3 1,0 3 61,0-3 0,4 0-112,0 0 0,1-1-775,-2 2 0,2-7-15,2-5 0,3-4-315,-2 0 1,1-6 1220,2-5 0,15-31 0,4-9 0</inkml:trace>
  <inkml:trace contextRef="#ctx0" brushRef="#br0" timeOffset="9036">7122 475 7852,'0'-17'919,"0"1"1302,0 5-2059,0 0 0,9 5-105,2 2 1,7 3-128,1 1 0,1 0-506,2 0 1,4 0-2201,0 0 2776,0 5 0,30 6 0,9 6 0</inkml:trace>
  <inkml:trace contextRef="#ctx0" brushRef="#br0" timeOffset="9903">7982 530 7852,'0'-17'0,"0"1"592,0 5 1,-1 0-155,-3 0 1,2 3-183,-6 1 1,1 5-86,-4-2 1,0 3-109,0 1 1,-4 5 33,1 2 0,-5 6-159,4 2 0,0 5-120,0-2 1,3 3 151,-3 1 1,4 0-211,4 0 1,-3 0 33,2 0 0,3 0-8,2 0 0,2-3 80,1-1 1,0-4-34,0 0 0,4-5 129,4-2 0,2-4-13,1 0 0,0-3-111,0-3 1,1-4-132,3-4 1,-3 0-13,3 0 0,-3-3 286,-1-1 1,0-1 177,0 1 1,-4-1 27,1-2 0,-2-3 324,1 3 1,-2 1-259,-5-2 1,0 6 115,0-2 1,0-1 776,0 2-479,0-1-537,0 4-83,-5 5-273,4 1 0,-4 10 71,5 2 1,1 4-147,3 4 0,-3 1 125,3 2 0,1 3-122,-2-3 1,5 3-382,-5 1 0,2-3 89,-1-1 1,-2-5 84,6 2 0,-5 0 505,5-4 0,-6 2 0,28-31 0,0-2 0</inkml:trace>
  <inkml:trace contextRef="#ctx0" brushRef="#br0" timeOffset="10765">8092 541 7852,'0'-18'0,"0"-1"0,0 6 0,0-2 747,0 3 1086,0 6-1373,0 1-288,0 5-260,0 5 0,0 1 58,0 5 1,4 1-111,0 3 1,-1-2 96,-3 6 0,4-2-251,0 1 0,-1 3 79,-3-3 1,4 3-87,0 1 0,1-3 135,-2-1 0,0-5-83,4 2 1,-3-3-39,3-1 292,0 0 0,4-4 191,0-4 0,1-3-182,-1-3 1,0-4 70,0-4 1,0-4-134,0-4 0,0-2 20,0-1 0,-4 0-53,0 0 0,-4 0 78,1 0 0,0 0-165,0 0 1,0 5-75,-4 2 0,0 3-113,0 1 1,0 3-62,0 1 416,0 5 0,0-2 0,0 8 0,0-2 0,0 5 0,3 1 107,1 3 1,0-4 75,-4 1 9,0-1 1,3 4 71,1 0 0,1-4 45,-1 1 0,-2-2 92,6 1-142,-1 3-75,4-4 0,0 4-26,0-3 1,0-2-145,0-5 84,0 0 1,0 0-110,0 0 1,0 0 16,0 0 0,-4-5-135,1-2 1,-2-3 110,1-1 0,-2 0-49,-5 0 0,0 0 121,0 0 1,0 0-18,0 0 0,-5 1-250,-2 3 138,-3-3 0,-1 9 30,0-3 1,0 4 36,0 4 1,1 2-4,3 5 1,-3 4-46,3-1 1,-2 6-112,2-2 1,1 2 111,2-2 1,3 3-4,-3-3 1,3 2-88,1-2 0,1 0 12,3-4 0,6-2-116,4 3 0,2-7 99,-1-5 0,-2-2 16,6-1 0,-2 0 83,1 0 1,2-4 105,-5-4 1,-1-5-60,-3-2 0,0-1 178,0 1 0,-3 2 226,-1-5 0,-3 3-108,3-4 1,-1 6 66,2-2 1,0-1-107,-4 2 0,3-1-63,-3 4 0,3 4 14,-3-1-231,4 6 84,-6-3 0,4 6-238,-3 3 0,-1 2-2,1 5 0,-1 1-23,-2 3 0,-4-2 3,0 6 0,-3-2 47,3 1 1,-4 3-120,0-3 0,2-2 161,-1-1 1,3 1 13,-3-1 1,4-1 134,0-3 1,0-4 534,0-4-526,1 3 1,-1-6 328,6 0 1,0-1 582,4-6 1,0-4-712,4-4 0,0-1-383,1 1 1,0 2 304,2-5 0,0 3 70,4-3 0,1 4-907,3-1 0,-4 4 670,0 4 0,20 2 0,9 5 0</inkml:trace>
  <inkml:trace contextRef="#ctx0" brushRef="#br0" timeOffset="11471">8974 541 7852,'0'-11'0,"0"4"-5,0-1 0,0 5 18,0-5-56,0 6 128,-5-3 0,0 6-154,-2 3 0,-3 2 151,3 5 1,-3 0 42,-1 0 1,-1 5-32,-3 2 0,7-1-2,-3 2 1,2-4-164,-2 3 0,1-1-62,3 1 1,2 2-83,5-5 1,0-1 130,0-3 0,0 0-77,0 0 1,8-3 46,4-1 0,1-4 18,-2 0 1,1-1 39,3-2 1,-3-5 5,3-3 0,-3-2 96,-1-1 1,-1 0 4,-3 0 0,2-3 95,-5-1 1,3-3-41,-3 3 1,3-3 178,-3 3 0,-1-1-181,-3 1 0,2 3 56,1-3 266,-2 3 0,4 5 221,-5-1-398,0 6 0,0-2-172,0 8 0,0-2-303,0 6 1,0 0 100,0 7 1,-3-3-95,-1 3 0,0 2-36,4 1 1,0 0-185,0 0 0,0-5 165,0 2 1,4-3-121,0-1 1,3 0 159,-3 0 0,4-1 234,0-2 0,-2-4 0,1-4 0,2 0 0,5 0 0,-1 0 0,1 0 0,0-3 0,0-1 0,-1-4 0,1 0 0,2-2 0,-1-1 0,0 0 0,-4 0 0,0 0 115,0 0 1,-4-3 261,1-1 1,-6 0 210,2 4 1,-3 0-201,-1 0 0,0 0 16,0 0 0,-1 0-248,-3 0 0,-2 4-145,-5-1 0,0 6 11,0-2 0,3-1-149,1 2 1,0-1-38,-4 4 1,3 1 15,1 3 1,5-2-65,-2 6 0,-1-1 77,1 4 0,1 0 78,3 0 0,0 0 17,0 0 0,1 4 12,3 0 1,-2 3 44,5-3 0,-3 4 15,3 0 0,1-2 94,3 1 0,-4 0-79,0 5 1,0-1 96,0 0 1,1 0-68,-4 0 0,0 0 122,-4 0 1,0-4-198,0 1 1,-5-6-122,-2 2 1,-4-3 11,-4-1 1,1-5-239,-4-2 0,1-3-475,-2-1 0,-1-1 370,1-3 1,3-2 449,2-5 0,6 0 0,13-25 0,7-5 0</inkml:trace>
  <inkml:trace contextRef="#ctx0" brushRef="#br0" timeOffset="11847">9393 717 7852,'11'0'0,"0"0"0,0 0 19,0 0 1,0 0 338,0 0-170,0 0 1,0 0-74,0 0 1,-3 0-42,-1 0 1,-3-3 62,3-1 1,-3-5 111,3 2-135,-4-3 0,1-1 3,-4 0 0,0 0-74,0 0 0,-4 0-62,-4 0 0,-2 1 81,-1 3 0,0 2-146,0 5 1,-3 0 149,-1 0 1,0 1 65,4 3 0,0 2 103,0 5 0,0 1-99,0 3 1,1 1 18,3 2 1,2 4 29,5 1 1,0-1 130,0 3 1,5 0-262,2 0 0,8-1-118,3 1 1,4-2-264,4-5 1,-3-3-201,3-8 0,-3 2-466,0-6 1,-1 1 486,0-4 505,-5-10 0,-6-12 0,-6-12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09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300 89 7818,'6'-5'453,"-1"4"0,-2-6 330,1 4-614,0 2 1,-4-3 51,0 8 1,-5 2-57,-2 5 1,-5 5 42,-2 2 1,-3 3-110,-5 1 0,0 0-36,-1 0 1,5 4-226,0-1 0,-1 1-102,-3-4 1,1 4 151,3 0 0,2-6-772,5-5 1,0 1-111,0-1-74,-5-1 1068,4-7 0,6-12 0,7-8 0</inkml:trace>
  <inkml:trace contextRef="#ctx0" brushRef="#br0" timeOffset="411">300 78 7818,'7'-11'281,"0"0"0,-3 1-206,3 2 1,-4 2 235,1 3-261,-3 1 123,-1 2 0,-1 8-292,-3 7 1,-1-2 95,-2 5 0,-3-3-102,2 3 1,-1 0-8,-2 0 0,1 2 14,3-6 1,-2 5-33,5-5 0,1 2 95,3-1 1,0-3-146,0 3 0,0-7 84,0 0 1,1-2 11,2 1 1,5-2 32,7-5 1,-2-3 67,5-1 1,2-8-14,6 1 0,-2-7 11,6 4 1,-5-6 71,5 2 0,-7-2-101,-1 2 0,0-2 128,-4 5 0,-2-3-98,-1 3 0,-8 4 232,-3 4-166,-3 5 0,-1-2 109,0 8 0,-5 2-30,-2 5 0,-6 3-18,-2 1 1,-1 5 30,1-2 1,3 3-79,-3 1 0,4 2-67,4-1 1,-2 5 82,6-6 0,-1 1-227,4-5 1,1 2 59,3-5 0,3 3-327,8-3 1,-2-5 7,6-7 0,-1-2-444,4-1 838,0 0 0,15-24 0,3-7 0</inkml:trace>
  <inkml:trace contextRef="#ctx0" brushRef="#br0" timeOffset="668">884 78 7818,'0'-11'239,"0"3"-239,0 1 666,0 5-269,0-3 1,0 6 48,0 3 1,-1 2-248,-3 5 1,-1 5-29,-2 2 1,-3 3-160,3 1 0,-4 1 60,-4 3 1,3 1-13,-3 2 0,-1 3 53,1-3 1,1-2-134,3-1 1,3 0 58,1-4 1,5 1-26,-2-8 1,5-2-10,6-5 0,2-3-130,9-5 0,2-2-702,6-1 0,-2-3 412,6-5 1,-6-1-700,2 1 0,0-1 1114,-4-2 0,7-4 0,-6-4 0</inkml:trace>
  <inkml:trace contextRef="#ctx0" brushRef="#br0" timeOffset="1961">1579 243 7818,'0'-7'1181,"0"-1"-834,0 1 222,0 1 147,0 1-575,0 15 1,-2-2 92,-1 11 1,1-5-212,-1 5 1,-3-1 73,-2 4 1,2 0-195,-1 0 1,1-1-37,-2-2 0,-1 0-30,1-4 1,3 0-265,2-4 1,-2 0 224,1 0 1,-1-5-293,1-3 250,3-1 1,-4-4 21,5-1 1,2-5 87,1-6 0,0 0-72,4-4 1,4-1 104,4-3 1,1 4 72,-2 0 1,0-1 10,4-3 1,1 1-92,3 3 1,0 2 190,0 5 1,0 0-102,0 0 0,-1 1 182,-3 3 0,2 2-61,-6 5 1,-3 0 89,-3 0 0,-6 6 43,2 5 1,-3 0-18,-1 4 0,-5 2-93,-2 1 1,-7 0-25,0 0 0,-1-1-10,4 1 1,-4 2 24,0-5 0,1 3-6,3-3 1,0-1-159,0-2 0,3-4-522,1 3 165,5-7-174,-8 10 436,9-12 0,-3-1 65,8-5 1,2-4-74,5 0 1,0-5 30,0-2 0,0-1-112,0 2 0,3-4 111,1-4 1,5 3-58,-2-3 0,3 6 136,1-6 0,0 3-12,0 1 1,4-2 69,0 6 0,-2 0-126,-6 7 1,-2 2 331,-5 5 1,-3 0-123,-1 0 0,-4 5-66,0 2 0,-5 3 20,-2 1 1,-4 4 345,0-1 0,2 2-155,-1-1 1,3-3-137,-3 3 1,4 1-37,0-1 0,1 1-19,2-2 1,0-2-31,0 3 0,0-3 31,0-1 1,5-3-56,3-1 1,5-4 49,2 0 1,4-1-117,0-2 0,-1 0 8,4 0 1,-2-5-160,5-3 0,2-5 42,-1-2 0,0-1 107,-4 1 0,0 0 6,0-4 0,-4 0-13,1 4 1,-9-3 145,1 3 0,-4-4-101,0 5 1,-2-1 267,-5 4 1,-1 4-38,-3-1 1,-3 6-138,-8-2 0,3 3 138,-3 1 0,-1 5-82,2 2 0,-5 3-30,5 1 0,-1 0 7,4 0 0,4 0 195,-1 0 1,4 0-50,-3 0 1,5 4-112,-2 0 0,-1-1-81,1-3 1,2 4-127,6 0 1,2 3-307,5-3 1,1-1 222,3-3 1,2 1-140,5-1 1,0-2 111,0-1 1,4-3-373,0-5 1,0-5 138,0-3 1,1-5 416,3-2 0,36-53 0,-31 28 0,1 1 0</inkml:trace>
  <inkml:trace contextRef="#ctx0" brushRef="#br0" timeOffset="2178">2659 1 8172,'-6'0'986,"-4"0"1,9 1-621,-3 2 0,3 7-96,1 5 0,0 5 55,0-2 1,0 6-121,0 2 1,-1 6-150,-3 1 1,2 0-421,-6 4 1,1 1 277,-4-1 1,0-2-581,0-5 1,1-4 353,3-4 1,-2-4-825,5-4 326,1-6 810,3-3 0,9-30 0,4-6 0</inkml:trace>
  <inkml:trace contextRef="#ctx0" brushRef="#br0" timeOffset="2611">2527 276 7818,'5'-17'859,"-4"1"-461,2 5 0,4 0-211,0 0 0,3 0 21,1 0 1,5 0 52,2 0 0,4 0-53,4 0 1,-2 1-202,6 3 1,-5-3 30,5 3 0,-6 2-19,2 1 0,-8-1-263,-3 1 0,-3 1 200,-1 3 1,-5 5-181,-2 2 1,-3 3 90,-1 1 0,-1 3 79,-3 1 0,-2 5 16,-5-2 1,0 3-73,0 1 0,0 0 52,0 0 1,1 4 6,3 0 1,-3-1-82,3-3 1,1-3 88,-2-1 1,5-1 50,-5 2 0,6-3-56,-2-5 1,4-5 22,4-3 0,2-1-20,5-2 1,4-2-111,0-1 1,4-3 60,0-5 1,1 0-48,2-1 0,-1 1 207,-2 0 1,0 0-92,-4 0 1,0 0 418,-4 0-280,0 5 1,-2 0 575,-1 2-467,2 3 0,-6-2 41,4 6 0,0 0-2,-4 4 0,1 0 21,-1 4 1,-3 0-326,3 0 1,0 0 81,0 0 0,3 4-803,-3 0 0,1-2 412,-1-5 0,-2 1-1533,6-1 1884,-1-3 0,4-10 0,0-7 0</inkml:trace>
  <inkml:trace contextRef="#ctx0" brushRef="#br0" timeOffset="2978">3387 364 7818,'0'-11'2347,"0"0"-1461,4 0-348,-2 5-592,3 1 46,-5 5 0,-5 1 28,-3 3 0,-2 2 6,-1 5 1,-3 2 65,-1 1 1,0-2-241,4 3 0,0 1 78,0-1 1,1-1-65,3-2 1,2-1 39,5 0 329,0 0 1,6-5-55,5-3 0,4-3-116,3-3 0,3-3-419,-2-5 0,0-4 186,0 0 1,-3-1-1122,-5 2 0,-5 1 1289,-3-1 0,-21-8 0,-6-2 0</inkml:trace>
  <inkml:trace contextRef="#ctx0" brushRef="#br0" timeOffset="3560">3761 56 8136,'0'-11'349,"0"0"0,0 3 1011,0 1-883,0 4 0,0 0 120,0 6 0,0 5-207,0 6 1,0 4-8,0 4 1,0 1-256,0 3 0,4-2-214,0 6 0,-1 0 246,-3 7 0,0-4 48,0 0 1,-1 0-1167,-3-3 0,0-3 484,-4-2 1,0-6-240,4-5 0,-3-5-233,3-2 366,-5-4 1,4-3 117,-2-8 0,2-3-72,5-3 0,-3-4 299,-1-4 1,0 4 234,4 0 0,-1 1 16,-3-2 1,2 0-17,-6 4 0,2 4 146,-1 3 1,-3 6-169,3-2 0,-7 3 563,0 1 0,-2 3-240,1 4 0,3 2-48,-3 9 0,0 0 563,4 4 1,-1 0-281,8 0 1,1 0-13,3 0 1,6-1-168,5-2 1,5-3-95,6-5 0,1-5-29,3-3 1,1-1-532,2-2 0,-1-5-334,-2-3 1,-3-3-745,3-3 0,-5-2 1375,-6-3 0,-25-26 0,-15-3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0:59.5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298 332 8681,'4'-11'0,"-1"0"0,1 1 0,0 1 1223,-1 2-1025,1-1 30,-4-3 1,-5 4-103,-2 0 0,1 3-16,-2-3 1,-4 4-141,-6 0 0,0 1-92,0 2 1,0 0 75,-4 0 1,-2 2-92,-1 1 0,1 2 15,-1 3 0,3 1-54,3-1 1,3-2 5,5 1-2,0 1 1,5 3 73,2 0 0,3-4 40,1 0 0,5-1 30,3 2 0,6 2-35,5-3 1,-1-1-87,4 1 0,-1 1 89,8 3 1,-3-4 70,3 0 0,-3 0-75,3 0 0,0 3 17,0-3 1,-1 2 6,-2-2 1,-6 3-10,2-3 0,-4 3 123,0 1 1,-3 0-67,-8 0 0,-2 0 209,-5 0 0,-2 4-63,-6-1 1,-1 1 208,-13-4 1,1-1-115,-9-3 1,1 2 185,-4-5 0,0-1-307,0-3 1,0 0-288,0 0 1,0 0-219,0 0 0,6-1 245,5-3 1,6-2-1149,8-5 0,5 0 1280,6 0 0,52-15 0,18-3 0</inkml:trace>
  <inkml:trace contextRef="#ctx0" brushRef="#br0" timeOffset="931">518 420 8157,'0'-11'2945,"0"0"-2392,0 5-390,0-4 168,0 9-133,0-4-13,0 14 0,2-1-362,1 7 1,0 0-22,4 0 0,-1 1-154,2-1 1,1-3 57,-1 3 1,2-3 104,1-1 0,-4-1-115,0-3 1,1 2 76,3-6 1,-4 1-54,0-4 0,1 0 72,3 0 0,-4 0 47,0 0 0,0-5 74,0-2 0,3-3 146,-3-1 0,-2 0-1,-1 0 0,-2 0 253,2 0 0,-3 0-63,3 0 1,-3 0-117,-1 0 1,0 3 407,0 1-109,0 5-767,0-8 118,0 9 80,0 6 0,4-2 3,-1 8 0,6-2-158,-2 2 1,-1 4 23,2-1 0,-1 1 65,4-4 0,-4-4-34,1 1 0,-1-2 61,4 1 0,-4-1 226,1-2-146,-1-3 0,4 3 148,0-8 140,-5-2 0,3-9-115,-5 1 0,3-1 65,-3 4 1,-1 0-76,-3 0 0,0 0 327,0 0 0,0 0 131,0 0 436,0 0-463,-5 0-230,4 0-164,-4 5 0,5 2-149,0 8 0,0-1 8,0 8 1,5-1 85,2 8 1,0 2-266,0 6 1,0-2 30,4 6 1,-3-1-156,-1 4 0,-5 0 39,2 0 1,-3-1 52,-1-2 1,0-5 282,0-6 1,0 0-190,0-4 104,0-5-134,0-5-46,0-5 1,0-5 118,0-3 1,0-3-233,0-3 0,0 1 10,0-1 1,0-2 333,0 1 0,0-3 0,0 3 0,-1-5 0,-3 2 0,3 1 0,-2-1 0,-4-1 0,0-3 0,1 0 0,-1 0 0,-1 1 0,-3 3 0,0-3 274,0 3 1,4 0 64,-1 0 0,6 5 80,-2-2 0,3 6-270,1 2 0,1 5 20,3-2 0,2 3-135,5 1 1,4 0 82,0 0 0,5 5-75,2 2 0,0 1 48,4 0 1,-3 5-212,0-2 1,-1 3-68,0-3 0,-5 0-64,-3 0 1,-2 0 80,-5 0 1,-2 0 136,-5 0 1,-9-1-116,-2-3 0,-8 2 86,-3-6 1,-2 2-211,-5-1 1,4-3-99,0 3 371,-4-3 0,31-16 0,1-3 0</inkml:trace>
  <inkml:trace contextRef="#ctx0" brushRef="#br0" timeOffset="1192">1136 420 8971,'0'-6'632,"0"1"0,3 10-297,1 2 0,3 4-497,-3 4 1,5 2 132,-2 5 1,-2 4-376,-1-1 0,-3 2 244,-1-1 0,0-3-57,0 3 1,0-4 70,0-4 0,0 2-114,0-5-85,-5-1-317,4-7-543,-4-3 1205,5-4 0,0-6 0,0-5 0,0-24 0,0-12 0</inkml:trace>
  <inkml:trace contextRef="#ctx0" brushRef="#br0" timeOffset="1392">1147 398 7858,'1'-11'59,"1"0"0,2 0 239,-1 0 0,3 3-309,1 1 0,7 4 55,0 0 1,2 2 56,-1 1 0,2 1 4,5 2 1,0 4 0,0 4 1,0 0-149,0 0 1,-6 3 93,-5 1 1,-1 1-79,-6-1 0,-2-3 55,-6 3 0,-5-3-71,-6-1 0,-8-1 85,1-3 1,-4 2-732,0-6 1,3 5 687,-3-5 0,-2-14 0,0-7 0</inkml:trace>
  <inkml:trace contextRef="#ctx0" brushRef="#br0" timeOffset="1733">1577 431 8230,'6'0'772,"-1"0"1,-6 0-602,-3 0 1,1 3 8,-4 1 0,0 5 27,-4-2 0,0 3-271,0 1 0,1 0 104,3 0 0,-2 0-389,5 0 201,1 0 1,4-1 276,2-3 1,5-2-61,7-5 0,-2 0 335,5 0 0,-4-5-139,1-2 1,-3-4-84,-1-4 0,-4 2-414,1-6 1,-7 5 174,-1-5 1,-3 6-1056,-8-2 0,3 4 550,-7 4 1,3-2 561,1 5 0,0 11 0,0 5 0</inkml:trace>
  <inkml:trace contextRef="#ctx0" brushRef="#br0" timeOffset="2042">1907 420 7858,'8'-11'0,"-2"0"569,-1 0 0,-1 3 265,-4 1-361,0 5 0,-5-5-69,-3 4 0,-2 2-137,-1-3 1,-1 3-109,-2 1 0,1 1-105,-1 3-13,1 2 0,4 5 82,1 0 0,2 0-386,2 0 1,3 0 133,-3 0 0,8 1-77,3 3 1,0-2 83,0 6 0,0-6 55,4 2 1,-1 1 18,-3-2 1,2 1 29,-5-4 0,-1 0-5,-3 0 1,-1-3 18,-2-1 1,-5-3-475,-7 3 1,-2-5 204,-5 2 1,4-3-1526,0-1 1798,-1 0 0,-8-14 0,-1-5 0</inkml:trace>
  <inkml:trace contextRef="#ctx0" brushRef="#br0" timeOffset="2409">2029 541 7854,'11'-7'-2,"0"-1"0,0 6 667,0-2 0,0-1-323,0 2 1,-4-2-325,1 1 0,-1 3-241,4-3-4,0-2 1,0 1-34,0-2 1,-4-3 142,1 3 1,-6 1 157,2-2 1,2 1-401,-5-4 0,4 0 72,-5 0 1,-5 5 287,-2 2 1,-4 3 277,-4 1 0,2 0-132,-6 0 1,1 0 359,-4 0 0,1 5-228,3 2 1,-2 3 107,5 1 0,2 0-31,6 0 1,2 1 352,5 3 0,0-3-173,0 3 0,9 1 6,6-2 0,8-3 77,3-3 0,5-2-235,-2 1 1,3-2-436,1-5 0,-1-5 111,-3-2 0,2-2-452,-5 2 0,-5-3 302,-7 3 1,-6-3 89,-5-1 0,-41-5 0,-11-1 0</inkml:trace>
  <inkml:trace contextRef="#ctx0" brushRef="#br0" timeOffset="3132">2834 288 7810,'-7'-5'0,"4"-3"1221,-3-2-728,4-1 1,-3 4 404,5 0 59,0 4-246,0-2 69,0 5-471,5 5 1,1 3-142,6 6 0,-5 3 52,0 6 1,1-1-392,3 0 1,-4 1 38,0 3 0,-3-2-171,3 6 1,-3-2-942,3 1 1,-3-2 571,3-5 0,-3 0-544,3 0 0,-4-1 1216,1-3 0,-3-21 0,-1-11 0</inkml:trace>
  <inkml:trace contextRef="#ctx0" brushRef="#br0" timeOffset="3832">2734 431 7810,'-3'-11'803,"-1"0"465,0 0-852,4 0 1,0 0-99,0 0 1,5 3-204,3 1 1,1 3 91,2-3 1,4 3-297,0-3 0,3 1 96,-3-2 1,4 2-479,0 3 0,-2 1 145,1-1 1,-3 2-103,3 1 1,-4 0 145,1 0 0,-3 0 30,-1 0 0,-1 4 169,-3 4 1,3 2-94,-3 1 0,-1 1 208,2 3 1,-2-2-34,1 5 0,3 1 9,-3 3 0,-1 0-66,2 0 1,-5 0-34,5 0 0,-2-4-77,1 1 0,2-2 29,-6 1-20,6 3 1,-8-9-45,3 3 398,2-8-228,-5-2 0,5-6 84,-2-3 0,-3 2-116,3-5 1,-2-1-365,2-3 463,-3 0 0,8 0-86,-5 0 1,0 4 95,0-1 1,-1 6-156,4-2 471,-5-2-262,8 5 0,-4-4 114,5 5 1,-3 0 20,-1 0 0,0 0-29,4 0 0,2 4 9,1-1 0,0 5-95,4-5 1,1 5-50,3-5 1,-4 5 52,0-4 1,1 3-220,3-3 0,-4-1 59,1-3 1,-5 0-113,5 0 1,-5 0-69,5 0 0,-5-1-70,5-3 1,-5-2 18,5-5 0,-4 0 93,3 0 0,-1 0 70,1 0 0,-2-1-44,-5-3 1,0 3 124,0-3 1,-3 3-92,-1 1 0,-4 4 116,0-1 0,-2 6 0,-5-7 0,-4 5 0,-2 2 216,-1 6 1,-1-2-89,-3 6 0,2-1 135,-5 4 1,4 0-66,-1 0 1,2 0 470,-2 0 1,4 1-249,0 3 0,1-3 233,7 3 1,-1-3-192,4-1 1,1 0-44,3 0 1,11 0-242,7 0 1,11-3 41,0-1 0,7-5-198,1 2 0,0-8 86,0-3 1,-3-3-981,-5-1 0,-5 0 154,-2 0 717,-8 0 0,-31-19 0,-13-6 0</inkml:trace>
  <inkml:trace contextRef="#ctx0" brushRef="#br0" timeOffset="4683">4509 541 7726,'8'-10'-239,"-1"3"0,-1-3 1422,1 3-722,3 2 0,-7-4 414,4 6-613,-5-1 0,3 3 137,-5-3-493,0 3 1,-5-3 134,-2 8 0,-3 1-230,-1 2 1,-1 3 158,-3-3 0,3 7 58,-3 0 1,3 1-185,1-4 1,0 0 4,0 0 1,4 0-117,-1 0 0,6 0-92,-2 0 372,3 0 0,6-1-56,2-3 1,8-2-328,3-5 0,3-3-2,1-1 0,0-5-95,0 2 0,-1-6 145,-3-2 0,2-1 322,-5 1 0,-1 3 0,-2-3 0,-6-12 0,-1-2 0</inkml:trace>
  <inkml:trace contextRef="#ctx0" brushRef="#br0" timeOffset="5250">4708 508 7736,'-5'6'233,"4"4"1,-4-4-66,5 5 0,-4 0 0,0 0 1,1 0-143,3 0 0,0 4 99,0 0 1,0-1 75,0-3 0,3 0-200,1 0 1,5-1 67,-2-3 0,3 2-115,1-5 1,0 3 14,0-3 0,0-1-269,0-3 0,1-1 87,3-2 1,-3-4-57,3-4 1,1-1 174,-2-3 0,1 2 6,-4-5 1,-1 0 355,-3 0 0,2-2-137,-6 6 0,5-5 92,-5 5 0,2-1-40,-1 4 0,-3 4 30,3-1-159,-3 6-191,-1-3 1,0 6 123,0 3 1,0 2-95,0 5 0,0 4 5,0-1 0,0 5 24,0-5 1,0 2-62,0-1 1,4-3 78,0 3 0,3-2-86,-3 2 96,4-3 0,-2 3 177,5-8 1,0-2-161,0-5 1,0-1-43,0-3 1,2-3-66,1-8 1,-1-2 76,1-5 0,0 0-100,0 0 1,-1-4 107,1 1 0,-3-6 100,-3 2 0,2-3-84,-3-1 1,-2 0 155,-2 0 1,-1 1 39,-2 2 1,0 5 190,0 6 0,0 7 217,0 5-355,-5 4 0,2 0-205,-4 6 0,5 7 130,-2 5 0,1 4 31,0 0 1,2 3-90,-3 3 1,3 2-125,1 3 0,1 2-136,3-3 0,-3 2 94,2-2 1,0 3-20,1-3 1,-3-2 68,2-1 1,2 0-84,-1-4 1,0-3 42,-4-8 0,1-1-424,3-2 0,-2-4-10,5-4 513,-4-4 0,16-27 0,0-11 0</inkml:trace>
  <inkml:trace contextRef="#ctx0" brushRef="#br0" timeOffset="5542">5105 464 7736,'0'-7'227,"0"-1"1,3 5-16,1-5 1,4 6-6,0-2 1,5 3-2,2 1 1,6 0-171,1 0 1,0 0 20,4 0 0,-3 1-62,-1 3 1,0 2-105,0 5 0,-5 1 74,-2 3 0,-7-2-39,0 6 0,-6 0 71,2 7 1,-3-3 13,-1 3 0,-1 1-13,-3-1 1,2-1-14,-6-3 1,6-1-29,-2-2 0,-1 0-85,2-4 0,-1-4-124,4-4 1,0-3-99,0 3-324,0-4 0,-4-7 412,1-7 0,-1-4 262,4 1 0,0 0 0,0-4 0,-10-25 0,-2-10 0</inkml:trace>
  <inkml:trace contextRef="#ctx0" brushRef="#br0" timeOffset="5725">5325 453 7736,'0'-11'1775,"0"0"-1527,0 0 0,5 5-28,2 2 0,8 3-20,3 1 1,4 0-19,4 0 1,-1 5 17,4 2 0,-6 3-430,-1 1 0,-2 0 240,-9 0 0,1 0-64,-8 0 0,-2 0-160,-5 0 1,-8 4-72,-8-1 0,-6 1-978,-5-4 0,2 0 1263,-1 0 0,-16 0 0,-6 0 0</inkml:trace>
  <inkml:trace contextRef="#ctx0" brushRef="#br0" timeOffset="6484">5678 530 7778,'0'-7'-1089,"0"-1"2477,0 0-485,0 3-726,0 0-177,-5 5 1,4 5 72,-3 2 0,3 7-197,1 0 0,0 1 78,0-4 0,0 4-215,0 0 0,1-1 152,3-3 1,-3 0-511,3 0 398,2 0 1,-4 0-233,5 0 236,1-5 0,3-1 80,0-5 0,1 0 99,3 0 0,-3-5-57,3-2 1,-3-3 186,-1-1 0,1 0-134,3 0 1,-6-3 144,2-1 1,-4 0-81,0 4 0,2 0 603,-5 0-159,-1 0 12,-3 0-592,0 5 178,0 1-126,0 15 0,0-3 61,0 8 1,1-3-96,3-1 0,-1 0 88,4 0 0,-3 0 21,3 0 1,0-1 21,4-3 1,-3 2 159,-1-5 0,0 3-69,4-3 0,2-1-45,1-3 1,-1-5-132,1-2 0,2-3 108,-1-1 0,5-5-132,-2-2 0,-1-3 110,1-1 1,0-4 22,0 1 0,2-6-81,-6 2 0,5-3 31,-5-1 1,0-4 49,-7 0 0,-2 5-41,-5 7 0,0 3 343,0 3 0,-1 1-134,-3 7 0,-2 2-5,-5 9 0,0 3 6,0 4 0,0 2-40,0 9 0,0 0-130,0 4 1,1 4 121,3 0 0,-2 4-262,5 0 1,1 2 63,3 1 1,0 0-373,0 0 0,1 0 165,3 0 1,2 0-272,5 0 0,4-5 152,-1-2 1,6-4-6,-2-3 1,2-8 15,-2-8 0,4-3 58,0-3 1,0-5 273,4-6 0,2-33 0,0-12 0</inkml:trace>
  <inkml:trace contextRef="#ctx0" brushRef="#br0" timeOffset="6634">6020 376 7794,'-8'-2'1265,"1"-1"0,4 0-708,0-4 1,4 5-602,6-2 1,8 3 5,14 1 1,2 0 132,9 0 0,2 0-2340,6 0 2245,-3 0 0,19 0 0,-2 0 0</inkml:trace>
  <inkml:trace contextRef="#ctx0" brushRef="#br0" timeOffset="7678">7067 486 7731,'11'-11'0,"-1"0"526,-3 0 0,-2 4-126,-5-1 1,0 4 365,0-3-478,0 5 0,-5-3-32,-2 5 0,-7 1-184,0 3 1,-5-2 80,4 5 0,-3 2-297,3 6 0,-1-3 178,2 3 0,1-2-204,-1 2 1,5-3 66,2 3 1,4-3-428,0-1 1,2 0 221,1 0 1,4-1 164,4-3 0,5-2-97,2-5 0,5-1 113,-2-3 1,-1-2-143,1-5 1,0 0 108,0 0 0,-2 0-29,-5 0 1,-4 0 41,1 0 0,-6 0-4,2 0 0,1 4-43,-2-1 144,1 6 106,-4-3-60,0 5 0,5 0 165,2 0 0,3 0-52,1 0 0,0 0 57,0 0 1,4 0-14,-1 0 0,5 0 3,-4 0 0,4 0-27,0 0 1,1 0 154,2 0 1,2-5-250,1-2 0,0-7 71,4-1 1,-1-4-196,2 1 1,2-7 52,-3-1 0,-6-4-72,-1 0 0,-8 2 88,-3-1 0,-5-1 127,-6-3 1,-6 4 9,-5-1 1,-1 7 189,-7 1 1,2 1-15,-1 7 1,-2 0-83,5 7 1,-3 2-263,3 5 1,1 6 123,3 5 0,0 1 85,0 7 1,0 4-65,0 6 1,1 4-195,2 4 1,2 2 171,3 5 1,1 2-5,-1 2 1,2 1-131,1 2 0,0 3 80,0-3 1,-2 0-87,-1 0 1,-4-9 118,-4-2 0,0-11-105,0-7 1,-1-4 68,-3-7 0,7-5-190,-3-3-181,2-1 0,-1-7-439,3-3 0,2-5-809,5-2 1604,0-4 0,10-13 0,2-9 0</inkml:trace>
  <inkml:trace contextRef="#ctx0" brushRef="#br0" timeOffset="7785">7265 640 7731,'0'-11'393,"0"4"491,0 0-310,0-1 1,4 1-182,0 0 1,4 3-429,0-4 0,5 6 26,2-2 1,4 3-1045,0 1 1,2 0 101,1 0 951,0 0 0,24 15 0,7 3 0</inkml:trace>
  <inkml:trace contextRef="#ctx0" brushRef="#br0" timeOffset="8196">8335 596 7877,'0'-11'302,"0"0"0,0 4-56,0-1 0,-2 6-16,-1-2 0,-3-1-178,-5 2 0,0-1 101,0 4 1,-5 0-188,-3 0 1,0 4 71,0-1 1,-2 6-174,3-2 1,-2 7 46,2 1 0,-1 0 23,4 0 1,1-3-66,7 3 0,-2-3 66,6-1 1,-1 0 175,4 0 1,1-3-70,3-1 0,3-4-38,8 0 0,2-3-131,5-3 0,0-4-215,0-4 0,0 3-327,0-3 0,-1 6 284,-2-6 1,0 2 383,-4-2 0,0 0 0,-14-5 0,-2-1 0</inkml:trace>
  <inkml:trace contextRef="#ctx0" brushRef="#br0" timeOffset="8537">8456 541 7778,'6'0'1429,"-1"0"-288,-5 0-1067,0 5 1,0-3-67,0 6 0,0-1 60,0 4 0,-4 1-54,1 3 1,-1-1 56,4 4 0,0-5-375,0 2 0,0-3 138,0-1 0,0 0-156,0 0 1,5-4 109,2-4 0,3-2-300,1-1 0,1 0 145,3 0 0,-2-4 164,6-4 0,-1-2 146,4-1 0,-3-3-92,-1-1 1,-1-3 495,1 3 1,-2 0-233,-5 4 1,0 0 851,0 0-398,1 0-68,-6 5-474,3 1 0,-7 6 50,1 3 1,-1 2-420,-2 5 0,-4 1 165,0 3 0,-1 1-124,2 2 0,0 2 51,-4-5 1,4 3-293,0-3 1,-2-1 541,1-3 0,0 0 0,9-9 0,1-4 0</inkml:trace>
  <inkml:trace contextRef="#ctx0" brushRef="#br0" timeOffset="8854">8897 574 7778,'0'-11'453,"5"0"0,-4 4-39,3-1-5,2 6-210,0-3 1,1 5 30,1 0 0,-6 5-138,2 2 1,-2 3-34,2 1 0,-3 0-101,3 0 1,-3 4-198,-1 0 1,0 0 191,0 0 1,-4-1-246,1 4 1,-5-3 132,5 3 0,-5-4 105,5 0-76,-6-1 1395,3-2-684,-5-5 1,4-1 166,-1-5 0,6-5-66,-2-3 0,4-3-260,4-3 1,-1-4-307,8-4 0,3 0 41,8 0 0,1-3-300,3-1 0,3 4 180,8 3 0,-1 2-1205,4-1 0,-6 2 552,-1 5 0,-1 4-2433,-6-1 3049,-5 6 0,-25 2 0,-9 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15.4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144 187 7442,'5'-6'-447,"-4"0"951,3 2-223,-3 3 1,-1-3-102,0 8 0,0-2-173,0 6 1,-1 0 84,-3 7 1,2-1-166,-5 4 0,-1-3 107,-3 3 1,-3 0-41,-1 4 1,0 0-81,4 1 1,0-3-161,0-1 1,0 0 455,0-4-146,0 0 472,5-9-338,1-1 1,14-14 140,2-2 1,3-7-62,1-1 1,1-1-22,2-2 0,3-1-224,-3 1 0,3 0-131,1 0 0,2 4-580,1 0 1,2 4 386,3-1 1,2 7-499,-3 0 1,2 6 282,-2-2 1,2 3 505,-6 1 0,1 0 0,-4 0 0,-1 4 0,-3-1 0,-2 2 0,-5-1 0,0-3 500,0 4-48,-5-5 460,-1 0-554,-15 5 0,-1-2-139,-7 4 1,-3-3 4,3 3 1,-3 0-138,-1 4 1,0 2 45,0 1 0,0-2-114,0 3 0,3-1-158,1 0 1,5-1 85,-2 1 0,4-1-281,4-2 1,2 0 163,5 0 1,1-2-130,3-1 1,7-3 100,7-5 0,3 0-276,1 0 1,4-2 150,-1-1 0,2-3 323,-1-5 0,-3-2 0,3-1 0,-4 0 0,-4-4 0,2 3 9,-5-3 0,-4 1 28,-4-2 1,-1 2 634,1 2 0,-2 7 357,-5-3 6,0 2-783,0 3 0,-3 2-52,-1 8 1,-1 2-165,1 5 1,3 1 59,-2 3 1,-2 1-292,1 2 1,-1 3 121,1-2 0,3 1-584,-2 3 1,-2-3 309,1-1 1,0 0-1364,4-4 1710,0 5 0,15-33 0,3-1 0</inkml:trace>
  <inkml:trace contextRef="#ctx0" brushRef="#br0" timeOffset="375">806 231 7775,'0'-11'1570,"0"0"-1331,0 5 1,0 2-10,0 8 0,0 2-35,0 5 0,-1 4-58,-3 0 0,1 4-81,-4 0 1,5 1 103,-2 2 1,-1-3 32,1-1 0,-3-4-161,3 0 0,1 2-14,3-1 0,0-4-1127,0-4 244,0-4 420,0 2 1,6-5 201,5 0 0,0-5-56,4-3 1,0-1 238,0-2 0,1-4-96,-1 0 1,1-1 281,2 2 1,3-2-86,-3-3 1,-1 3 296,2 5 1,-5-3-151,5-1 1,-2 4 174,1 4 0,-2 4-85,-5 0 1,0 1-11,0 2 0,-5 5-86,-2 3 0,-3 1-12,-1 2 0,-1 5-206,-3 3 0,2-2 48,-5 1 1,4-3-714,0 3 0,1-3 369,2 3 0,2-8-1547,1 1 1879,3-2 0,74-33 0,-32 9 0,1-1 0</inkml:trace>
  <inkml:trace contextRef="#ctx0" brushRef="#br0" timeOffset="793">1544 55 7778,'0'-11'0,"0"0"667,0 0 1012,0 5-1203,0-4 0,0 10 34,0 0 1,0 5-69,0 6 1,0 5-105,0 2 0,0 7-222,0 0 0,0 5 88,0-5 1,-5 6-259,-2-2 0,-3 3-83,-1 1 1,0-1-71,0-2 1,-3 0 71,-1-4 1,1-2-142,7-5 1,-2-7-783,6-5 452,-6-4 234,8 2 0,-4-11 56,5-5 0,0-2-500,0-5 1,4 3 254,-1-3 0,1 1 155,-4-2 1,0-1 361,0 1 0,0 2-16,0-1 0,-5 4 488,-2 0 0,-8 3-384,-3 3 0,-3 3 713,-1 5 1,4 1-368,-1 3 0,2 6 164,-1 5 0,3 4-121,8 0 1,2 1 27,5 2 0,5-1-176,2-2 1,8 0-254,3-4 0,8 2-872,3-6 1,-1 1 533,2-8 1,-2 0-1172,1-4 1,3-1 1476,-2-3 0,31-37 0,9-12 0</inkml:trace>
  <inkml:trace contextRef="#ctx0" brushRef="#br0" timeOffset="1076">1908 319 7778,'0'-6'1469,"0"0"-1501,0 3 203,0 1 10,0-3 1,-5 5 27,-2 0 1,-7 2 11,0 1 1,-6 3-104,2 5 1,-3 0 52,-1 0 1,1 1-245,3-1 0,-2 1 41,5 2 0,2-1 106,6 1 0,2-5 51,5-2 0,6-4-78,5 0 0,10-1-79,8-2 0,2-3-168,-2-4 1,3 0-101,-3-8 0,-2 1-257,-1 0 1,-6 1-506,-2-1 1,-8 0 90,1 0 971,-3 6 0,-26-11 0,-8 6 0</inkml:trace>
  <inkml:trace contextRef="#ctx0" brushRef="#br0" timeOffset="1674">2040 286 7778,'0'-6'3700,"0"1"-3240,0 5-370,0 5 1,0-2 11,0 4 0,0 2-70,0 5 0,0-1-499,0 1 1,0-1 268,0-2 1,0 0-238,0 0 1,0 0 158,0 0 1,0-4-354,0 0 120,0-4 258,5 2 1,1-5 76,6 0 1,-1-2 33,0-1 1,0-3 63,0-5 0,3-2 119,1-1 1,3 1 235,-3-1 1,5-2-166,-2 1 0,-2 0 48,-1 4 1,-3 4-52,-1 0 0,0 4 18,0 0 0,-4 1-69,1 2 0,-6 2 100,2 1 1,-3 3-40,-1 5 0,0 0-40,0 0 0,0 2-106,0 1 1,-1-1 78,-3 1 0,3-1-113,-3-2 1,3-4 175,1 0 24,0 1-103,0 3 0,1-5-108,3-3 1,2-1-6,5-2 1,0 0-88,0 0 1,1-5 46,3-3 0,1-1 52,2-2 1,2 0 18,-5 0 0,3-2-12,-3-1 1,3 1-18,-3-1 0,3 5 6,-3 2 0,0 3-6,-4-3 39,0 4 24,0-2 0,-4 5 280,0 0 1,-4 5-103,0 3 1,-1-2 362,-2 1 1,0 0-192,0 4 0,5 1 254,2-1 0,3-2-155,1-1 0,1 1-132,3-1 0,2-2-187,5 1 0,5-4-113,2 0 0,4 2 168,4-1 1,-4 0 130,0-4-306,0-5 0,5-21 0,8-9 0</inkml:trace>
  <inkml:trace contextRef="#ctx0" brushRef="#br0" timeOffset="2709">3452 231 7599,'0'-11'737,"0"0"-418,0 5-80,0 1-103,0 5 0,0 5-5,0 2 1,1 4-214,2 4 1,-1-1 73,1 4 1,-1-1-20,-2 2 0,1 0 72,2-4 1,-1 0-92,1-4 1,2 0 614,-1 0-199,0 0 40,1-5-122,1-1-383,5-5 1,0-2 151,0-1 1,0-3 86,0-5 0,0 0-383,0 0 0,4-4-544,-1 0 0,6-1-277,-2 2 0,3-2 206,1-3 854,0-2 0,25 4 0,5-5 0</inkml:trace>
  <inkml:trace contextRef="#ctx0" brushRef="#br0" timeOffset="3102">4014 220 7758,'-11'-7'180,"0"0"0,3 4-200,1-1 0,0 3 191,-4 1 1,-4 1-69,0 3 0,-1 2-60,2 5 1,1 0 17,-1 0 1,3 0-194,3 0 0,0 2 71,4 1 0,0-1-96,4 1 1,0-2 12,0-1 0,2 1 85,1-1 0,3-4 45,5 0 0,2-4-40,1 0 0,0-1 18,4-2 0,-1-2-16,2-1 1,0-2 50,-4-3 1,3-5-26,-3 2 1,0-3 107,-4 3 1,0 0 3,0 0 0,-4-1 96,1-3 1,-6 3 245,2-2 1,-3 5-158,-1 2 1,0 3 356,0-3-405,0 4 0,-1-2-241,-3 5 0,3 5 162,-3 2 1,3 3-293,1 1 1,0 2 27,0 1 0,1-2-76,3 3 0,1 1-499,2-1 0,3-1 304,-3-2 0,3-1-307,1 0 1,0-4 697,0 0 0,0-4 0,15-18 0,3-9 0</inkml:trace>
  <inkml:trace contextRef="#ctx0" brushRef="#br0" timeOffset="3643">4322 264 7758,'0'-11'1452,"0"0"-1053,0 5-169,0 1 0,2 5 0,1 0 1,0 4-81,4 0 0,-3 8 65,3-1 0,-1 4-287,2-1 1,0-1 91,-4 1 1,3 2-222,-3-1 1,3 1 28,-3-2-77,0-1 1,-1 3 28,1-5 1,0-4-400,-4 0 179,0-4 138,0 2-626,0-5 603,-5-5 0,4-1-13,-3-5 0,4 0 338,4 0 0,-2 0 0,5 0 0,-3 0 56,3 0 1,-3-1 54,3 1 0,-3 2 425,3 1 0,0-1-264,0 1 1,3 3 102,-3 2 0,3-2-104,1 1 1,4 0 276,-1 4 0,5 0-170,-5 0 1,2 4-71,-1 0 0,-3 4-172,3 0 0,-3 1-162,-1 2 1,0 0-509,0 0 1,-1 1 378,-3-1 1,2 0-478,-5 0 0,1-4 87,-2 0 545,-2-4 0,4-8 0,-5-7 0</inkml:trace>
  <inkml:trace contextRef="#ctx0" brushRef="#br0" timeOffset="3767">4620 44 7762,'-17'-11'389,"1"0"45,5 0 1,4 5-1028,-1 2 0,6 4 140,-2 4 1,7 2 452,0 5 0,40 24 0,6 7 0</inkml:trace>
  <inkml:trace contextRef="#ctx0" brushRef="#br0" timeOffset="4228">4951 286 7767,'0'-11'811,"0"0"-90,0 0-588,0 5 0,-4 0 95,1 2 1,-6 3-187,2-3 1,-4 4 107,-4 4 0,3 2-234,-3 5 1,-2 0-66,-2 0 0,3 2-46,2 1 1,2-1-158,1 1 1,4 2 142,4-1 1,1 0-111,2-4 0,2 0 72,1 0 1,5-4 36,6 0 1,0-4 16,4 0 0,1-3-90,3-3 1,0-3 475,0-5 1,-5-2-159,-2-1 1,-4 0 502,-4-4 0,2 3-295,-6-3 0,1 3 278,-4-3 1,0 4-197,0 0 1,-4 5 222,1 2-197,-1 4-379,4-2 0,0 6-36,0 3 0,4 2 79,-1 5 0,6 4-334,-2 0 1,3 4 166,1 0 1,0-2-612,0 1 0,0 1 307,0 3 1,0-4-320,0 0 775,0-9 0,5-4 0,1-11 0</inkml:trace>
  <inkml:trace contextRef="#ctx0" brushRef="#br0" timeOffset="4695">5160 99 7767,'0'-11'565,"-3"0"-396,-1 0 0,-3 4 1254,3-1-934,0 6 0,3-3-64,-3 5 1,3 6-154,-3 5 0,3 1-56,1 7 0,5-1 278,3 4 0,1 0-104,2 0 0,0 4-696,0 0 0,0-1 248,0-3 1,-1 0-591,-2 0 0,1-3 362,-1-1 0,0-4-567,0 0 278,-3-1 101,-1-7 609,-2-1 1,3-7-142,-5-1 1,0-3 42,0-5-11,0 0 1,3 0-213,1 0 1,0-1 118,-4 1 1,1 4-47,3 0 1,-2 1 58,5-2 0,-3-2-63,3 3 110,1 2 0,3-3-84,0 4 1,0 0 192,0 4 0,1 0-84,3 0 0,-2 0 59,6 0 0,-5 5-41,5 3 0,-1-1-43,4 4 0,-1-2 16,-3 5 1,2-2-96,-5-1 1,2 4 80,-6 0 1,-3 0-8,-8-4 0,-1 0 282,-3 0 1,-12-4-96,-9 0 1,-7-4-369,-5 0 1,2-1 89,-6-2 0,6-4-501,-2 0 1,8-3 54,3 3 549,7-4 0,38-13 0,13-8 0</inkml:trace>
  <inkml:trace contextRef="#ctx0" brushRef="#br0" timeOffset="4911">5458 110 7797,'1'-11'406,"3"0"0,-3 4 938,3-1-756,2 6 0,0 2-47,5 7 1,-2 4-238,2 4 1,-3 6-86,7 4 1,-2 6-308,2-2 0,-1 3 130,4 1 1,-3-3-1146,3-1 0,-4-4 633,0 0 0,3-3-938,2-3 1,-2-5 1407,1-6 0,1-28 0,3-10 0</inkml:trace>
  <inkml:trace contextRef="#ctx0" brushRef="#br0" timeOffset="5261">5855 330 7797,'6'0'1435,"4"0"1,-8 0-1118,6 0 1,-5 0-238,5 0 1,-5 0-399,5 0 347,-1 0 1,4 0-82,0 0 0,0 0 66,0 0 1,-4-1-386,1-2 178,-1-4 0,3-4-48,-3 0 1,-2 0 42,-5 0 0,0 0 106,0 0 1,-6 0 141,-5 0 1,0 4-98,-4 0 1,-2 4 198,-1-1 0,2 3-77,1 1 1,-1 1 480,2 3 0,-1 6-238,4 5 0,1 4 147,3 0 1,2 1-130,5 2 0,0 0-256,0 1 0,6-5-143,5 0 1,6-1-327,9 2 1,-2-3-892,6-5 1,-1-4 625,4 0 1,0-4-907,0 1 1559,0-8 0,0-22 0,1-9 0</inkml:trace>
  <inkml:trace contextRef="#ctx0" brushRef="#br0" timeOffset="6228">6483 99 7365,'-11'0'1373,"4"-4"-314,0 1-42,4-1-641,-2 4 1,5-1-200,0-3-32,0 3 1,5-4-102,2 5 1,3 0-22,1 0 1,4 0 73,0 0 1,4 0-33,0 0 0,-2 0-17,1 0 0,-1 0 121,2 0 1,0 0-52,-4 0 0,3 0 137,-3 0-80,0 0-166,-4 0-287,0 0 155,-5 0-70,-1 0 300,-5 0 1,-1 4 101,-3-1-125,3 6 0,-8-3-60,5 5 0,-3 0 18,3 0 1,-4 0-220,0 0 1,2 4 96,-1-1 1,0 6-194,-4-2 0,0 0 97,0 0 0,0-1-33,0 1 1,0 0 144,-1-4 0,3-1 209,1 1 1,-1-3-102,1-3 193,-2 1 371,-1-2-228,5-1 532,1-1-598,5-5 1,5 0 363,3 0 1,6 0-263,5 0 1,1 0-205,3 0 1,3 0-109,4 0 1,2 1-176,1 3 0,0-3-1169,0 2 1,0 0 700,0 1 1,0-2-3361,0 5 3899,-5-4 0,-6-3 0,-6-6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14.0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72 188 7766,'7'-10'1363,"1"3"-462,-6 2-230,3 5-445,-5 0 0,-1 5-23,-3 2 0,-1 7-206,-2 1 0,-3-1 66,3-3 1,-3 2-733,-1 1 0,1-1 403,3 1 1,-2-2-1593,6-1 1858,-6-4 0,13-17 0,-3-9 0</inkml:trace>
  <inkml:trace contextRef="#ctx0" brushRef="#br0" timeOffset="134">116 56 7974,'0'-11'70,"0"0"-70,0 0 0,0 4 0,0-1-1559,0 6 1559,5-3 0,21 20 0,9 3 0</inkml:trace>
  <inkml:trace contextRef="#ctx0" brushRef="#br0" timeOffset="427">392 122 7766,'5'-6'699,"-4"0"-31,2 2-532,-1 3 172,-2-4-67,-5 5-74,-1 0 1,-4 1-383,3 3 1,-3-2 9,2 6 1,-1-1-182,-2 4 0,3 0 172,1 0 0,3 0 32,-3 0 0,4 0 119,0 0 0,2 0-12,1 0 1,1 0 118,2 0 1,4 0-69,4 0 0,0 0 178,0 0 1,0-1 228,0-2-152,0 6 1,-5-6-21,-3 6 0,-3-5-91,-3-2 0,-5-4-595,-6 0 0,-3 2 244,-5-1 0,0 0-617,-1-4 848,1 0 0,5-20 0,1-4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26.3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34 7985,'6'-5'2178,"-1"3"-1870,-5-6 0,1 6-1180,3-2 203,-3 3 669,4-4 0,-25 4 0,-4-4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28.5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282 44 7815,'0'-7'80,"0"0"0,0 3-80,0-3 1422,0-1-455,0 2-285,0 1-299,0 5-162,0 5 0,-3 1-305,-1 5 0,-4 2 100,0 1 1,-2 3-79,-1 5 1,0-3 48,0-1 0,-1 1-658,-3 3 0,3 0-15,-3 0 1,2 0-269,-2 0 0,3-5 519,-3-2 1,1-3 434,3-1 0,-3-29 0,8-8 0</inkml:trace>
  <inkml:trace contextRef="#ctx0" brushRef="#br0" timeOffset="192">62 88 7815,'-4'-11'800,"1"0"-189,-1 0-965,4 0 399,0 5 1,1 1 365,3 5 0,2 4-115,5 0 1,1 5-86,3 3 0,-2 0-340,6 6 1,-1-1 95,4 2 1,-3 1-637,-1-1 0,-1 2 368,2 1 0,0-4-268,-4 0 0,0-4 569,-4 1 0,-15-23 0,-3-5 0</inkml:trace>
  <inkml:trace contextRef="#ctx0" brushRef="#br0" timeOffset="383">7 199 9298,'-6'-6'2403,"6"-3"-1952,7 5 1,9 1-187,6 3 0,3 0-157,8 0 0,-1 0-1298,8 0 1,-3 1 246,3 3 943,1-3 0,17-6 0,5-7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27.4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298 1 8074,'-6'0'602,"-4"0"1,8 1-491,-5 3 1,-1 2 104,-3 5 1,0 4-354,0-1 1,0 6-19,0-2 1,0 3-36,0 1 1,-4 0-48,1 0 0,-1 0-400,4 0 0,0-5-285,0-2 921,5-3 0,1-15 0,5-5 0</inkml:trace>
  <inkml:trace contextRef="#ctx0" brushRef="#br0" timeOffset="200">111 56 7910,'-5'-11'1668,"4"0"-1618,-4 5 128,5 1 0,1 6 11,3 3 0,2 2-171,5 5 1,0 1 146,0 3 1,4 1-463,-1 2 1,6 3 206,-2-3 1,-2 3-855,-1 1 0,1-1 419,-1-3 1,-4 2 524,-4-5 0,-24-10 0,-3-7 0</inkml:trace>
  <inkml:trace contextRef="#ctx0" brushRef="#br0" timeOffset="359">12 177 7910,'-5'-6'0,"4"-4"802,-3 3 1,3 1-266,1-1 0,1 4-414,3-1 1,2-1-6,5 2 0,6-1-428,5 4 1,1 0-50,7 0 0,3 0 359,3 0 0,45 20 0,8 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31.5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138 122 7867,'0'-11'279,"0"5"-159,0-4 277,0 4-88,0 0 1,0-1 114,0 4-51,0 2-90,0 5 1,0 5-78,0 9 0,0 1-123,0 3 0,-4 5 97,1 2 1,-5 3-334,5 1 0,-5 1-102,5 3 0,-6-6-228,2 2 1,2-4-181,1 1 0,-1-8-34,1-8-414,1-1 1111,3-7 0,19-45 0,6-17 0</inkml:trace>
  <inkml:trace contextRef="#ctx0" brushRef="#br0" timeOffset="383">502 34 7867,'5'-8'-24,"2"1"817,3 4 185,1-6-235,-5 7-626,-1-2 0,-10 4 96,-2 0 1,-9 0-99,-6 0 0,-5 1 74,-6 2 0,-5 0-138,-3 4 1,-3-3-15,-4 3 0,3-3-149,-3 3 1,8-3-749,3 3 0,8-3 450,3 3 0,8-3-691,3 3 0,9-4 1101,6 0 0,73-11 0,24-4 0</inkml:trace>
  <inkml:trace contextRef="#ctx0" brushRef="#br0" timeOffset="784">369 78 8614,'0'-6'691,"0"1"1,0 6-431,0 3 0,0 2-48,0 5 1,-1 5-95,-2 2 0,0 4 94,-4 4 1,1-2-160,-2 6 0,-2-2-134,3 1 1,1 2-92,-1-5 0,1 2-296,-2-6 0,2 1 213,2-8 0,3 0-1005,-3-4 536,-2-5-18,5-1 0,-3-7 741,8-1 0,-3-3 0,24-30 0,-1-6 0</inkml:trace>
  <inkml:trace contextRef="#ctx0" brushRef="#br0" timeOffset="1084">325 309 7867,'0'-11'-585,"0"0"1,0 4 545,0-1 0,0 5 367,0-5 0,0 5 287,0-5 1,5 6-470,3-2 1,-1-1-193,4 2 0,-2-1 91,5 4 0,0 0 56,0 0 0,-1 0-207,1 0 0,-1 5 70,-2 2 0,-2 3-96,-1 1 0,0 0 96,-4 0 0,1 0 102,-1 0 1,-3 1-58,3 3 1,-3-6 11,-1 2 0,0-3-39,0 3 1,0 0 35,0 0-487,0 0 182,0 0-413,0 0 459,0-4 1,5-2-43,2-5 0,3 0 283,1 0 0,0-2 0,0-1 0,29-13 0,8-8 0</inkml:trace>
  <inkml:trace contextRef="#ctx0" brushRef="#br0" timeOffset="1434">645 386 7866,'6'-1'250,"-2"-3"192,2 3-175,-5-4 1,5 5 537,-2 0-571,2 0 1,5 0-22,0 0 0,1 0-77,3 0 0,-3 0 42,3 0 1,1 0-136,-1 0 1,1 0 88,-2 0 0,-1 0-224,1 0 1,-1-1-66,-2-3 1,0 3-140,0-2 1,3-2-187,1 1 1,-4-1 219,-4 1 1,1 2 2,3-5 1,-4 3-78,0-3 53,-4-1 92,2-3 0,-5 0 221,0 0 1,-1 5-40,-3 2 1,-2-1 82,-5 2 0,-4-1 244,0 4 0,-4 1-169,0 3 0,2-2 99,-1 6 1,1-1-62,-2 4 0,2 0 230,2 0 1,7 0-98,-3 0 1,4 0 116,-1 0 0,0 2-126,4 1 1,1-1-61,7 1 1,4 2-250,6-1 1,3-2 89,5-5 0,4 0-252,0-4 0,3 0 103,-3-4 0,3 0-930,-3 0 1,5-2 143,-2-1 843,-2-3 0,15-35 0,-2-7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34.3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45 7547,'0'-11'512,"0"0"1,0 3 57,0 1-149,0 5-198,0-3 1,1 5 0,2 0 0,-1 1 135,1 3 0,-1 7-120,-2 7 0,0 3-50,0 1 1,-4 1-361,0 3 0,-3-2 182,3 6 1,-3-2-219,3 1 1,-3 2 145,3-5 1,-3 3-682,3-3 0,-3-1 342,3-3 0,-1 1 108,2-1 0,0-5-243,-4-3 0,3-5-608,-3-2 1143,4-4 0,-7 2 0,14-25 0,-3-4 0</inkml:trace>
  <inkml:trace contextRef="#ctx0" brushRef="#br0" timeOffset="275">0 287 7839,'5'-6'-123,"-4"0"202,3 2 0,2 3 157,2-3 1,1 0-27,2 0 1,2-1-107,1 1 1,3 2-27,6-6 1,-1 2-252,0-1 0,-4 1 211,0 2 1,0 3 124,0-3 1,-2-1-2084,-5 2 1408,0-1 1,-4 4 511,1 0 0,-6 0 0,8 0 0,-9 0 0,4 0 0</inkml:trace>
  <inkml:trace contextRef="#ctx0" brushRef="#br0" timeOffset="1286">320 243 9515,'0'11'371,"0"0"0,0 0-202,0 0 0,0 1-55,0 3 0,-4-1-186,1 4 1,-2 0-68,1 4 0,2-3 115,-6-1 0,6-4-61,-2 0 1,-1-1 36,2-2 0,-1-4-200,4 0 155,-5-4-67,4 2 63,-4-5 0,5-5-123,0-3 1,5-1 71,2-2 0,-1-2 79,2-1 0,-1 1-119,4-1 0,1 0 92,3 0 1,-3 1-142,3-1 1,1 1 128,-2 2 0,5 0 45,-4 0 0,4 0-3,0 0 1,-4 1 111,0 3 1,1 1 118,-1 2 1,-1 3-70,-2-3 1,-5 3 423,0 1-136,-4 0-175,2 0 0,-5 1 65,0 3-6,0-3-213,0 9 1,0-7 42,0 4-225,0-5 156,0 8-177,-5-4 142,3 5 0,-4 0-62,3 0 1,0-1 74,-4-3 0,4 3-25,0-2 0,-2 1 9,1 2 0,-3 0 0,3 1 1,0-1 63,4 0 1,0-4-50,0 0 121,0 1 0,2 1-65,1-1 0,3 0-67,5-4 1,1 0 35,-1-4 1,3-2-212,1-1 0,3 0 11,-3-4 0,3 0-12,-3-4 1,1 0-41,-1 0 0,-3 0 48,3 0 0,-3-1 14,-1 1 0,0 0 4,0 0 1,-1-3 214,-3-1 1,2 0-165,-6 4 287,6 0 1,-7 0 151,6 0-157,-6 5-12,3 1-83,-5 5 220,-5 0 0,4 5 169,-3 2-380,-2 3 0,5 1 95,-3 0 1,3 4 26,1 0 1,0-1-145,0-3 1,0 0-128,0 0 1,0 0-15,0 1 1,0-1 35,0 0 0,5-4 117,2 0 1,3-4-69,1 0 1,1-1-207,3-2 1,-1 0 54,4 0 0,0-4-86,4 0 1,-1-4 31,-2 0 1,1 2 104,-1-1 0,-2 0 8,1-5 1,1 1-28,3 0 1,-4 4 49,0 0 1,0-1-48,0-3 1,-2 0 184,-5 0 1,0 2-84,0 1 1,-4-2 709,1 3-196,-6 2-243,3-5 1,-10 9-200,-2-3 1,-7 3 40,0 1 0,-6 1-136,2 3 0,-3-1 100,-1 4 0,3 0 200,1 4 1,3 0-73,-3 0 0,4 0 153,0 0 0,1 0 3,2 0 0,5 0 57,3 0 1,1 4-12,2 0 1,7 0-135,4-4 1,9 0-37,10 0 0,2-4-27,1 0 1,1-4 143,3 0 0,-3-5-69,3-2 0,0-4-1201,-4 0 0,1-1-171,-8-2 1,-6 1-2470,-5 2 3556,-3-1 0,-45 7 0,-11-2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39.6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199 133 7820,'3'-11'171,"1"0"1,0 4 334,-4-1 0,-2 6-350,-1-2 1,-3-1 64,-5 2 1,0-1-256,-1 4 1,-2 0 109,-1 0 1,-3 5-196,3 2 1,-3-1 88,3 2 0,0-1-29,4 4 0,1 0-74,3 0 0,-2 1-101,6 3 1,-1-3 236,4 3 1,1-3-22,3-1 0,2 4 381,5 0 1,4 0-149,0 0 1,3-3 69,-3 3 0,-1-3-60,-3-1 0,-4 0 30,-4 0 1,2 0-157,-1 1 0,-5-5-47,-7 0 0,-3-3-900,-4 3 1,2-4 446,-5 0 1,3-1 400,-3-2 0,-1-10 0,-3-2 0</inkml:trace>
  <inkml:trace contextRef="#ctx0" brushRef="#br0" timeOffset="427">397 12 7820,'6'-6'1886,"-1"1"-848,0 5 0,-4 5-453,3 2 0,-3 8-69,-1 3 0,-1 3-214,-3 1 1,2 5-282,-6 2 1,5-1-85,-5 2 1,1 3 145,-4 4 0,4-1-374,-1-3 1,1-1 176,-4-2 1,5-3-587,2-5 1,-1-5-108,2-2-925,-1-3 1071,4-6 1,5-2 108,2-8 1,3-6 313,1-5 0,4-1 16,-1 2 0,1-3 349,-4-5 0,0 0-162,0-1 1,0 3 627,0 1 1,0-2-364,0 3 1,0 2 365,0 1 0,0 3-205,0 1 1,2 5-94,1 2 1,-2 3-218,3 1 0,-3 1 118,-1 3 1,0 3-172,0 8 0,-1-1 55,-2 4 0,0-1-385,-4 1 0,0 3 130,-4-2 0,0-3-746,0-2 0,0 2 178,0-1 0,0 0-584,0-4 1324,0-5 0,44-16 0,11-8 0</inkml:trace>
  <inkml:trace contextRef="#ctx0" brushRef="#br0" timeOffset="686">970 309 7820,'6'-7'0,"-2"0"969,-3-1-579,-1-3 0,-1 5-183,-3 2 1,-2 3-33,-5 1 0,-1 5-26,-3 3 0,-1-1-130,-2 4 0,-2-3 152,6 7 1,-5-1-165,5 0 0,-1-1 122,4 1 1,5 2-416,2-1 1,-1 0 147,2-4 1,0-5 278,7-3 1,3-1-73,8-2 0,2 0-239,5 0 1,0-5-675,0-3 1,-4-3 423,1-3 0,-1 1-360,4-1 0,-3 1 780,-1 2 0,-5 0 0,18-14 0,-1-5 0</inkml:trace>
  <inkml:trace contextRef="#ctx0" brushRef="#br0" timeOffset="1259">1114 243 7820,'0'-6'-1132,"1"0"2099,2 2-184,-1 3 101,3-4-510,-5 5 0,3 5-39,1 2 0,0 3-157,-4 1 1,0 0 43,0 0 0,0 4-269,0 0 0,0 1 115,0-2 1,0-1-27,0 1 1,0-1-18,0-2 1,0 0-377,0 0 0,0-4-72,0 0 1,5-3-272,2 3 1,3-4 165,1 0 0,0-1 163,0-2 0,1-2 317,3-1 1,-3-3-65,3-5 1,1-4 81,-2 0 1,1-1-55,-4 2 1,0 1 446,0-1 1,0 0-55,0-1 0,-4 7 504,1-3-319,-6 7-342,3-6 1,-1 10-154,-1 0 1,1 2 69,-4 5 1,0 0-76,0 4 0,-4 4 68,1 0 1,-1-1-149,4-3 1,0 0 75,0 1 0,0-1-15,0 0 1,4 0 0,-1 0 0,6 0 22,-2 0 1,3-4 29,1 0 0,1-4-17,3 0 0,-1-1-143,4-2 0,-3-5 83,3-3 1,-3-3-103,3-3 0,-3-2 95,3-3 1,-4-1 29,0 1 1,-5-5 364,-2-2 0,-1-1-164,2 1 1,-2 3 427,-2-3 0,-3 7-271,3 0 1,-3 6 307,-1-2 0,0 3 203,0 1-474,-5 5 0,2 1-163,-4 5-262,5 0 1,-3 5 296,5 2 1,-4 3-34,0 1 1,1 1-112,3 3 1,0-2 59,0 6 0,0-1-316,0 4 1,0 0 89,0 0 1,1 0-136,3 0 1,-3 4-399,2 0 1,-1-4-509,-2-4 0,0-1-2091,0 2 3201,5-3 0,35-25 0,14-4 0</inkml:trace>
  <inkml:trace contextRef="#ctx0" brushRef="#br0" timeOffset="1810">1973 45 7828,'-6'-11'398,"1"3"498,5 1 308,0 5-403,0-3-215,0 15 1,0-2-169,0 10 1,5 2-40,3 6 1,2-2-42,1 6 0,0-1-548,0 4 1,-2 0 54,-1 0 1,0-3-53,-4-1 1,0-2-635,-4-1 0,0-2-34,0-9 580,0 0 0,-2-9-109,-1-3 0,0-1-366,-4-2 1,4-5 269,0-3 1,-2-5 109,1-2 0,-3-1 262,3 2 1,-3 0 127,3-4 0,-4 4-66,0 0 1,-2 1 65,-1 2 0,0 2 282,0 1 0,0 0-224,0 4 0,-1 0 879,-3 4 1,3 0-405,-3 0 0,3 5 474,1 3 0,1 1-362,3 2 1,2 4-95,5 0 0,1 3-211,3-3 1,3 1-132,8-2 1,7-1-393,8 1 0,1-1 183,2-2 1,-1-5-1235,-2-3 0,0-1 213,-4-2 1021,0-5 0,-14-16 0,-2-8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37.0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232 407 7820,'0'-6'-661,"0"-3"786,0 7 0,0-4 158,0 2-34,0 3 1,0-4 406,0 0-260,0 4 75,0-9-274,0 9 1,0-5-264,0 2 37,0 3 1,-5-4 6,-2 5 0,-7 2-2,-1 1 0,-4 3 102,0 5 1,-1 0-152,-2 0 1,1 5 46,2 3 1,0-3-125,4-2 1,0 0-60,4 0 49,5-1 140,1 3 0,15-10 64,5-3 0,1-3-130,2-3 0,0-3-8,5-5 0,-1-2-245,0-1 1,-2 3 94,-1 0 1,-3 0-266,-5 3 0,0-2 158,0-1 0,0 4 351,0 0 0,-5 4 0,9-2 0,-3 5 0</inkml:trace>
  <inkml:trace contextRef="#ctx0" brushRef="#br0" timeOffset="558">386 352 7820,'5'-6'229,"-3"-2"314,6 4-265,-6-5 130,8 8-291,-9-4 128,4 5-230,-5 5 0,0 1 82,0 5 0,0 0-168,0 0 0,0 0-28,0 0 1,0 4-48,0 0 1,0-1-249,0-2 200,0-1 0,0 0 37,0 0 1,1-4 96,3 0 0,-1-4 38,4 0 0,0-1-69,4-2 1,4-2-33,0-1 1,-1-2 99,-3-3 1,4-1 22,0 1 1,0-3-36,-4-3 1,0 1-18,0-1 1,3 1 0,1 2 1,0 0 3,-4 0 0,-1 0 97,-3 0 1,3 4-126,-3 0 266,-2 4-125,0-2 0,-5 6 39,0 3 0,0 2-95,0 5 1,-4-2 15,0 2 0,1-3-113,3 7 1,-4-3 67,0-1 0,1-3-42,3-1 0,0 0 62,0 5 1,1-5-111,3 0 1,2-4 53,5 0 1,0-1 6,0-2 1,4 0-134,-1 0 0,5-5 80,-5-3 1,6-3-63,-2-3 0,3-2 61,1-3 0,-3-5 30,-1 2 0,-1-4 72,1 0 0,2 2 86,-5-6 1,-1 2 19,-3-1 0,0-1 175,1 8 1,-5-1 481,0 8-270,-4 1 85,2 8-388,-5 1 1,-2 13 64,-1 3 0,0 4-64,-4 0 0,1 2-103,-2 5 1,0 0-28,4 0 0,-4 0-117,0 0 1,2 0-373,-1 0 0,-1 4 242,-3 0 0,4 1-669,0-2 1,1-3 126,-2 0 728,-2 0 0,4-14 0,-5 2 0</inkml:trace>
  <inkml:trace contextRef="#ctx0" brushRef="#br0" timeOffset="1125">794 330 7820,'0'-11'443,"0"0"0,1 4-50,3 0 1,-2 4-105,6-1 0,4 2-80,6-2 0,3 3-129,1-3 0,6 3-23,5 1 0,1 0-143,2 0 1,-1 0-676,-2 0 0,-4 0 476,0 0 0,-5 1-164,-2 3 1,-3-2 129,-8 6 1,2-4 289,-10 3 1,1 1-112,-4 7 1,-1-1 170,-3 4 0,-2 0 139,-5 4 0,4 0 171,-1 1 0,1 0-36,-4 3 1,0 0-51,0 4 1,1 0-227,3-4 0,-2 1 88,5-1 1,1-3-57,3 3 1,-1-8 108,-3-3-222,3-3-95,-4-1-106,5-5 0,0-2-281,0-8 0,3 1 228,1-8 0,1 1-43,-1-9 0,-3 5 118,3-5 1,0 1 230,0-4 1,3 0-1,-3 0 0,4 0 5,-5 0 0,5-4 167,-5 0 0,2 1 228,-1 3 1,-2 0 212,6-1 1,-5 1-268,5 0 1,-5 5 43,5 3 0,-2 1-23,1 2 0,7 4-421,-3 0 1,3 4 96,1-1 1,2 3-26,5 1 0,4 0-18,0 0 0,-2 0-110,-5 0 0,0 5-45,-4 2 0,2 3 96,-6 1 1,-2 0 351,-9 0 1,0 0-103,0 0 0,-7 4-221,-4 0 1,-2-1 107,-9-3 0,2 1 42,-5-1 0,-2-4 96,1 0-216,0 1 0,-11-12 0,-3-3 0</inkml:trace>
  <inkml:trace contextRef="#ctx0" brushRef="#br0" timeOffset="1935">1654 286 7820,'6'-1'505,"-2"-3"-623,-3 3 162,-1-4 1,0 6 253,0 3 0,-1 2-106,-3 5 1,2 1-229,-6 3 0,6-1 118,-2 4 0,-1-1-426,2 2 0,-1 0 95,4-4 1,0 0-61,0-4 0,0 0 30,0 0 1,5-2 123,2-1 1,3-3-159,1-5 1,4 0 312,-1 0 0,6-5-164,-2-3 0,-1-1 164,2-2 0,-6-2 155,2-1 1,-3 1 72,-1-1 0,0-2 150,0 1 0,-1 0 108,-2 4-318,1 0 0,-6 1-166,4 3 288,-4-3-130,1 9 0,-4 1-51,0 7 1,0 0-182,0 0 0,0 2 5,0 5 1,0-2 54,0 3 1,2-3 4,1-1 0,-1 0 94,1 0-360,3 1 240,1-1 1,4-2-2,0-1 1,0-3 28,0-5 1,3-3-182,1-4 0,6-1 61,1-6 1,1-5 52,7-3 0,-2-1 238,1-6 0,2-1-77,-6-3 0,5-4 104,-4 1 1,-2-1-69,-6 4 1,-2 1 236,-5 3 0,-4 2-102,-4 5 1,-2 8 679,-1 3-701,0 7 0,-1 1-259,-2 6 1,0 4-46,-4 4 1,-1 5 99,-3 2 1,3 3-55,-3 1 0,5 1 64,-9 3 1,9 1-275,-5 2 1,-1 4 22,-3 0 1,0-2-39,4 6 0,4-6 92,-1 6 0,2-2 97,-1-2 0,2-2 348,5-1 1,5-8-147,2-7 0,8-3-107,3-1 1,4-6-53,4-5 0,2-6-735,5-9 0,0-3 122,1-8 625,-1-2 0,24-35 0,7-7 0</inkml:trace>
  <inkml:trace contextRef="#ctx0" brushRef="#br0" timeOffset="2093">2183 220 7820,'-15'0'3041,"1"0"-1876,-1-5-770,9 4 0,7-4-265,10 5 0,5 0 58,6 0 1,1 4-1205,3-1 0,6 1 1016,5-4 0,44-5 0,7-1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43.8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45 7821,'-6'0'1334,"-4"0"-583,9-5-529,-4 4 0,6-4-54,3 5 1,2 0 9,5 0 0,5 0-1,2 0 1,3-1-57,1-3 1,1 3 112,3-3 1,2 3-152,5 1 1,-3 0 37,-1 0 1,-4-4-117,0 1 0,-6-1 239,-4 4-78,-3 0 1,-2-1-35,-3-3 122,-2 3-431,-10-4 0,-1 5 111,-5 0 1,3 4-23,1-1 0,-1 6 85,-7-2 1,3 4-138,-3 4 0,-2-2-39,-2 6 1,-1-1-70,-3 4 0,0 5 33,-3 3 0,2-2 129,-5 1 1,8-1 229,-1 2 0,3-3-82,1-5 0,2-1 366,5-3 1,5-2 45,2-5-196,3-5 0,2-1-3,3-5 1,7 0 59,7 0 1,3 0-534,1 0 0,4 0 154,0 0 0,1 0-895,-2 0 0,0-4 498,4 1 0,-1-1-1076,2 4 0,-3-4 122,-5 1 1395,0-1 0,-10-11 0,-2-3 0</inkml:trace>
  <inkml:trace contextRef="#ctx0" brushRef="#br0" timeOffset="477">729 310 7821,'-2'-11'348,"-1"0"1,-3 1-25,-5 2 0,3 4 43,1 4 1,-4 0-115,-4 0 0,-1 1-196,1 2 1,3 0 126,-2 4 1,-2 4-292,1 4 1,0 3-1,4-3 0,1 5 5,3-2 0,-2 2-361,6-2 1,0 2 205,7-6 0,7 1 277,7-4 1,4-1-73,4-3 1,-1-2 248,4-5 1,-4-5-94,0-2 0,1-4 100,-4-4 0,-4-1-60,-10-2 0,0-3-81,-4 3 0,-2-2-991,-5 2 1,-5-1 927,-6 8 0,-23-2 0,-10 7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1:42.6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67 7805,'0'-11'943,"0"0"-534,0 0 1,0 3-41,0 1 1,0 3 144,0-3 332,0 5-201,0-3-271,0 5-279,5 5 1,-3 2 124,6 8 0,-4 2-418,3 5 0,-1 5 186,1 2 0,-1 4-422,-2 4 0,-1-3 158,4 3 1,-5 1-11,2-1 1,-3 1-27,-1-2 1,0-6-100,0-1 0,0-9 171,0-5-143,0-3 463,0-6 1,0-6-76,0-7 0,-1-3-153,-3-1 1,3-5 64,-3-3 0,0 2 90,0-1 0,0 1 47,4-2 0,0 0 54,0 4 0,0-1 11,0 2 1,0 1-97,0-1 1,5 3-114,2 3 0,3 0 100,1 4 1,5-3 94,3 3 1,1 0-20,2 4 1,2 5 42,1 2 0,-2 7-62,-1 1 1,-5 1 106,-6-2 1,-5 0-24,-2 4 0,-6-1-70,-5 2 1,-5-3-98,-10-5 1,-2 0 120,-1 0 1,0-2-735,-4-1 0,4 0 102,0-4 0,6 0-704,4-4 1231,-2 0 0,30-20 0,1-4 0</inkml:trace>
  <inkml:trace contextRef="#ctx0" brushRef="#br0" timeOffset="376">309 331 7805,'7'0'561,"1"0"1,-5 0 284,5 0-456,-1 0 0,4 0-243,0 0 1,0 0-107,0 0 0,0 0-301,0 0 1,0 0 169,0 0 0,0-1-211,0-2 1,4 1 73,0-1-34,-1-4 1,-4 1 58,-3-5 1,2 0 71,-5 0 0,-1 0 61,-3 0 1,-1 0-29,-3 0 0,2 4 164,-5-1 0,-4 5-75,-4-5 1,-4 6 164,5-2 0,-6 4-46,2 4 1,-2 2 344,2 5 1,-2 0-170,6 0 1,-1 4 383,4 0 0,1 4-190,3 0 0,2 3-10,5 3 1,10-1-10,4 1 0,8-1-143,8-2 1,0-1-251,11-3 1,-4-6 100,3-5 0,-6-4-651,-1 1 1,-5-8-341,-5-3 1,1-3-860,-2-1 1,-6 0 1679,-9 0 0,-24-10 0,-2-2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00.0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130 165 11107,'0'11'444,"0"0"0,0 5-274,0 3 1,-4 3-338,0 3 0,-4 0 161,0 4 1,2-3-673,-1 4 1,-1-6 404,-3 2 1,4-4-1866,0-4 1173,4-2 965,-2-10 0,25-50 0,4-17 0</inkml:trace>
  <inkml:trace contextRef="#ctx0" brushRef="#br0" timeOffset="275">681 11 7772,'-8'0'984,"1"0"0,3-4-611,-3 1 1,0-1-119,-4 4 0,-5 0 202,-3 0 1,-8 1-76,-6 3 0,-10 2-63,-8 5 1,-4 0-128,-4 0 1,-1 0-113,-2 0 0,4 3-791,10-3 1,8 2 479,14-6 0,7 3-1569,11 1 1,0-3 1799,4-1 0,20-9 0,8 0 0</inkml:trace>
  <inkml:trace contextRef="#ctx0" brushRef="#br0" timeOffset="1040">482 132 7962,'2'-9'1232,"1"1"-989,-2-2-74,4 9 0,-5 2 165,0 10 1,0 5-131,0 6 0,0 0-153,0 0 1,-3 5 65,-1 3 1,-1 0-318,1 0 1,2 0 30,-5-4 0,3 4-196,-3-5 1,4 1 131,-1-4 1,0-5 66,0-2 1,0-7-625,4 0 495,0-6 0,1 2-92,3-8 0,3-2 66,8-5 1,-1-4 320,4 1 0,0-6 0,4 2 0,1-3 0,-1-1 0,0 4 0,0-1 0,-4 6 0,0-2 0,-4 3 0,1 1 0,-4 3 0,-4 1 367,-2 5-143,-5-3 0,0 10 795,0 2-652,0 3 0,1 4-122,3 1 1,-3 0-175,3-4 1,1 0 163,-2 0 0,6 0-261,-2 0 0,2 0 52,-2 0 1,3-4-125,-3 1 0,7-2 48,0 1 0,2-2-222,-1-5 1,2 0 22,5 0 1,0-5-97,0-2 1,2-7 110,1 0 1,-1-5 82,1 5 0,1-5 114,-4 4 1,1-3-98,-8 3 1,0-3 297,-4 3 0,-5 1 388,-2 3-139,-3 0 1,-7 1-66,-5 2 1,0 4-128,-4 4 1,-2 1 42,-2 2 1,2 1-31,-1 7 0,1-2 53,-2 5 1,0 2-48,4-1 0,4 3-19,4-3 0,1 3-109,-2-3 0,5 4-129,6-5 0,5 5-91,6-5 1,5 0 94,6-7 0,7 2-591,5-6 0,5 1 318,-2-4 0,2-5-193,-2-2 0,-2-4 175,-5-4 1,-6 3 303,-5-3 0,-15-12 0,-8-2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04.0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132 419 7757,'26'-11'0,"0"-1"580,-2-3 1,4 3-158,2-2 0,-3 0 125,-1-1 1,0 2-193,0-6 0,-4 1-158,-3-4 0,-10 4-106,2-1 1,-7 1 126,0-4 0,-3 0-1,-1 0 1,-1 3-13,-3 1 0,2 1-907,-6-1 1,1-2 381,-4 5 0,0 2-27,0 5 1,0 4 101,0 4 0,-1 0 28,-3 0 1,3 8 184,-3 3 1,3 9-83,1 2 0,0 1 287,0 6 0,3 1-60,1 3 1,3 1 100,-3 3 1,3 2-38,-3 5 0,3-3-55,-3-1 1,3 4-47,-3 4 0,-2 0 36,-5-4 0,-2-3-171,-3-4 1,-2-1 83,3-11 1,-2-4 106,2-6 0,-1-8-58,4-3-266,0-3 1,5-2 73,3-3 0,2-2-394,5-5 0,5 0 125,2 0 0,3 0-16,1 0 1,5-1 100,2-3 0,2 3 58,-2-3 1,7 2 140,-3-2 0,2 3-90,-2-3 0,1 2 300,-1-2 0,3 3-66,1-3 1,0 3 285,-4 1 0,-1 0 52,-3 0 0,-2 4 19,-5 4-127,0 2 1,-5 2-52,-2 2 0,-4 5 4,-4 7 0,-1-3-84,-2 2 1,-3 2-74,3-1 1,-2 3 24,2-3 0,-2 0-103,6-4 1,-1 0-20,4 0 0,0 0 108,0 0-180,0 0 0,1-5 95,3-2 1,2-3-166,5-1 1,1-1 42,3-3 1,1 0-165,2-7 1,3 3 37,-3-7 1,2-1 35,-2 2 0,2-2 200,-5 1 1,3 3-66,-3-3 1,-1 4 524,-3 4-213,0-3-46,0 4 33,-4 0-65,-3 6 1,-4 6-237,0 5 1,0 3-219,0 1 0,-3 0-432,-1-4 1,-3 4 363,3-1 0,0 1-357,4-4 728,-4 0 0,7-5 0,-2-1 0</inkml:trace>
  <inkml:trace contextRef="#ctx0" brushRef="#br0" timeOffset="410">827 530 11938,'-5'11'437,"3"0"-417,-6 0 0,6 1 87,-2 3 1,-1-2-80,1 6 0,-3-2-119,3 1 1,0 2-160,0-6 1,3 1-52,-3-4 0,2 0 154,-2 0 0,3-4 181,-3 1-148,3-6 167,1 3 0,0-6-80,0-3 1,5-2-93,2-5 0,3 0 22,1 0 1,0 0-163,0 0 1,4-4 32,-1 1 0,2-1 107,-1 4 0,-2-4 141,6 1 0,-1-1-135,4 4 1,-5 1 403,-2 3 0,-2-2-160,2 5 0,-6 1 199,2 3-204,-3 0 0,-2 5-65,-2 2 1,-3 3-80,-1 1 0,0 1-140,0 3 0,0-3-423,0 3 0,0 1 304,0-2 0,-3 1-1652,-1-4 1050,0 0 879,4 0 0,20-19 0,4-6 0</inkml:trace>
  <inkml:trace contextRef="#ctx0" brushRef="#br0" timeOffset="1042">1334 508 7793,'-5'-7'0,"-2"4"0,1 2 471,-2 1 0,1 0-70,-4 0 0,4 1 47,-1 2 0,1 4-52,-4 4 0,3 0-81,1 0 1,0 1-228,-4 3 0,3-2 91,1 5 1,5-3-282,-2 4 0,3-2 115,1 1 1,1-2-405,3-5 1,2 0 217,5 0 1,5-1-428,2-3 0,3-2 215,1-5 1,1-5 70,3-2 0,-3-8 96,3-3 0,1-3 209,-1-1 1,-1-1-16,-3-3 1,0-2-71,0-5 0,-3 0 193,-1 0 1,-3-5-35,3-3 1,-3 0 218,3 0 0,-4 3-115,1 5 0,-7 6 240,-1 5 1,-3 6 130,3 9-262,-4 2 0,2 6-122,-5 3 0,-5 6 15,-2 4 0,0 6-159,0-2 1,0 7 100,-4 0 0,1 5-180,3-4 0,-3 4 42,2 0 1,-1 1 50,-2 3 1,0-3 50,0-1 0,0 2 12,0-3 1,-1 2-23,1-2 1,0-2-10,0-5 0,0-5 1,0-2 0,5-7 99,3 0-448,1-6 1,4-2 156,1-7 1,3-3-509,5-1 0,4-4 244,0 1 0,3-6 45,-3 2 0,3 1 220,-3-2 0,5 4-99,-2-3 0,-2 5 354,-1-2 0,2-1-110,1 1 1,-1 4 281,2 4 1,-6 4-134,2 0 0,2-2 264,1 1 1,-1 2-136,2 5 0,-6 0-16,2 4 1,-4 4-184,-4 4 0,2 3 52,-5-3 1,-1 5-4,-3-2 1,-5 2-16,-2-2 1,-3 2-250,-1-6 0,0 1-329,0-4 0,0 0-1319,0 0-309,0 0 2080,5-5 0,11-35 0,7-14 0</inkml:trace>
  <inkml:trace contextRef="#ctx0" brushRef="#br0" timeOffset="1175">2018 320 7793,'-7'-11'0,"-1"-1"2226,4-3-951,-4 8-2666,6-3 685,-3 10 706,5 0 0,0 25 0,0 5 0</inkml:trace>
  <inkml:trace contextRef="#ctx0" brushRef="#br0" timeOffset="1868">2271 552 7793,'-11'-8'242,"0"1"1,-4 5 319,1-2 1,-5 3-183,5 1 0,-5 0-292,4 0 1,-3 5 81,3 2 1,-3 4-114,3 4 1,2-3 110,6 3 1,-2-2-319,5 2 0,1-3-163,3 3 1,1-3-177,2-1 0,5-1-54,7-3 1,-2 2 232,5-6 1,-3 1-79,3-4 0,1-1 28,3-3 1,0-2 308,0-5 1,-4 2 50,1-2 0,-1 3-39,4-7 0,-3 3 100,-1 1 0,-5-1 34,2-3 1,-3 3 255,-1-3 1,-1 3-154,-3 1 1,-2 3 270,-5 1-112,0 5 296,0-3-392,-5 10 0,4 1 14,-2 5 1,-2 3-61,1 1 0,-3 0-23,3-4 1,-1 1-120,1 3 1,3-3 55,-2 3 1,0-3-149,-1-1 1,3 0 227,-3 0-230,3 0 133,1 0-151,0-5-15,0-1 1,4-6-160,0-3 0,4 2-139,0-6 1,1 1 148,2-4 1,2-4 153,1 1 0,0-2-34,4 1 1,-1 2 234,2-6 0,1 6-94,-1-2 0,2 2 107,1-2 0,-1 6 126,-3-2 1,2 8 148,-6-1 1,1 3 131,-4 1 0,0 8-209,0 3 1,-4 6 379,1-2 1,-6 5-278,2-2 1,-2 2-319,2-2 0,-3 2 71,3-6 0,-2 5-238,2-5 0,-2 0-1035,6-7-124,-1-2 0,5-5 1178,3 0 0,7-44 0,6-11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02.2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139 66 7757,'0'-16'650,"4"4"-333,-1-3 1,2 4 279,-1 4 176,-3 2-484,4 5 0,-5 5 47,0 2 0,0 4-89,0 4 0,-4 2 55,1 5 0,-6 5-100,2 3 0,-3 0 0,-1 0 1,0 1-362,0-1 0,0 0-550,0 0 1,0 0-374,0-4 0,1 0 557,3-4 1,-3-1-246,2-3 1,2-3-69,-1-8 838,4-2 0,13-39 0,9-9 0</inkml:trace>
  <inkml:trace contextRef="#ctx0" brushRef="#br0" timeOffset="309">381 221 7757,'5'-11'438,"3"0"-731,-3 4 0,3 1-227,-4 3 1093,0 1 1,-4-1-219,0 6 0,-5 3-343,-3 6 0,-2-1 21,-1 0 1,0 3-91,0 1 1,0 3 60,0-3 0,0 5 43,0-2 0,0-1-110,0 2 1,4-5 53,0 5 1,4-5-39,-1 5 1,3-6 46,1 2 0,1-7 116,3 0 0,2-6-17,5 2 0,4-5 82,0-7 0,3 0-277,-3-11 0,1 1 93,-2-4 1,-1-4-489,1 0 0,-1 1 222,-2 3 1,2-3-251,-2 3 1,1-1 518,-8 8 0,0 5 0,-4 6 0</inkml:trace>
  <inkml:trace contextRef="#ctx0" brushRef="#br0" timeOffset="634">734 154 7757,'8'-11'0,"-1"0"253,0 0 1,1 5 51,-1 3 285,-5-4 1,2 6-301,-8-2 0,-2 5-283,-5 2 1,0 4 77,0 0 0,0-2 35,0 1 1,0 0-172,0 4 1,0 0 112,0 0 1,0 0-145,0 1 1,1-1 83,3 0 1,2 0-275,5 0 0,0 0 75,0 0 0,1 0-14,3 0 0,2 3 216,5 1 0,4-1-77,-1-7 0,1 3 334,-4-3 1,-4 3 65,1 1-174,-6 0 1,2-1-10,-8-3 1,-3 3-170,-8-3 0,3-2 90,-3-1 1,-1-3-1742,2-1 1675,-1 0 0,9-20 0,1-4 0</inkml:trace>
  <inkml:trace contextRef="#ctx0" brushRef="#br0" timeOffset="959">1010 132 7757,'11'-5'0,"-4"1"534,1-4 158,-6-2 323,3 9-597,-5-4 0,-5 7-111,-2 1 0,-3 3-218,-1 5 1,-4 0 125,0 0 0,-3 0-298,3 0 1,1 0 103,3 0 1,0 2-104,0 1 1,0-1 2,0 1 1,4-1 39,4-2 1,2 0-58,1 0 0,0-4 57,0 0 1,6 1-12,5 3 1,0-1 42,3-3 0,0 3-167,1-3 164,-3 3 0,2 1 174,-6 0 0,-3 0-143,-5 0 0,-6 0-137,-5 0 0,-5 0-872,-6 0 0,0-4 85,0 1 903,-5-6 0,3-12 0,-3-8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09.3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238 88 7833,'6'-11'551,"-2"0"0,-3 4 275,-1 0-425,0 4 1,0 0-85,0 6 0,-5 5 35,-2 6 1,-3 3-126,-1 6 1,0-1-5,0 0 0,-4 1-311,0 3 1,-3 1 111,3 2 0,-3-1-597,3-2 0,-3-3 309,3 3 0,-3-4-681,3-4 1,2-2-679,5-5 306,-2-5 1317,9-1 0,11-39 0,8-9 0</inkml:trace>
  <inkml:trace contextRef="#ctx0" brushRef="#br0" timeOffset="425">282 55 7833,'6'-11'0,"3"0"209,-6 0 422,6 5-367,-8 1 0,4 7 98,-5 1 1,-5 5-379,-2 6 0,-3 2 131,-1 3 0,-4 1-114,1-1 0,0-2 88,7 1 0,-3-3-317,3 3 1,2-3 116,1 3 1,3-4-437,1 1 331,0-3 1,6-2-95,5-3 1,5-2 53,6-5 0,1-1 82,3-3 1,1-3 88,2-8 0,3 1-39,-2-4 0,-2 3 146,1-3 0,-1 0-76,2-4 1,-3 3 95,-5 1 0,-2 4 24,-1 0 0,-4 1 385,-8 2-11,3 5 0,-10 1-195,0 5 0,-5 2 78,-6 1 1,-4 7-73,0 5 1,-3 4-9,3 0 0,-3-2-38,3 1 0,-1 1-92,2 3 0,1 0-57,-1 0 0,3 0-224,3 0 1,0 0-420,4 0 1,0-1 328,4-3 1,0 2-568,0-6 1,5-4 346,3-6 0,5-3-89,2-1 567,4 0 0,38-54 0,14-13 0</inkml:trace>
  <inkml:trace contextRef="#ctx0" brushRef="#br0" timeOffset="900">1021 66 7833,'11'-7'8,"-2"0"0,0-1 580,-2 2 1,-1-4 41,2 3 95,-3 2-463,-5 0-87,-5 5 0,-5 2-193,-5 1 0,-1 0 101,2 4 0,-2-1-153,-3 1 1,0 3 17,4-2 0,-3 0 116,3 0 1,-3 1-38,3-1 0,0 2-145,4 1 1,0 0-181,0 0 0,5 0 101,2 0 1,4 0-134,4 0 1,3 0 79,8 0 1,6-1-173,5-3 1,4 1 103,0-4 1,-2 3 173,1-3 1,-4 3 219,0-3 0,-5 5 295,-2-2 0,-5-1 536,-2 2 1,-5-5-489,-6 5 0,-3-2 425,-4 1 0,-3 3-259,-12-3 0,1 2-648,-8-2 0,-4 3 83,-4-3 1,-3 2-346,3-2 1,-2 2-408,6-6 0,-2 1 732,10-4 0,23-19 0,11-6 0</inkml:trace>
  <inkml:trace contextRef="#ctx0" brushRef="#br0" timeOffset="1242">1406 111 7833,'0'-8'1420,"0"1"-1196,0-1 0,-1 2-1,-2 3 0,0 1 203,-4 2 1,-2 3-95,-6 4 0,2 2-9,-5 9 0,0 1-100,0 3 0,-1 0-267,4 0 1,-2 0-78,6 0 1,-2 0-97,10 0 0,-1 0 2,4 0 0,10-4 131,5 1 1,5-7-486,6-1 1,2-5 241,5-6 0,5 0-557,3 0 0,-2 0 331,1 0 0,-5-5 203,-2-2 0,-1-7 350,-7 0 0,1-21 0,-4 0 0</inkml:trace>
  <inkml:trace contextRef="#ctx0" brushRef="#br0" timeOffset="1499">1351 111 7833,'-6'-8'819,"3"1"0,1 3-311,2-3 0,0 3 229,0-3 1,9 4-294,2 0 0,9-2-203,2 1 1,6-1-239,8 2 1,4 0-289,4-4 0,-4 4-1172,1 0 0,-6-2 867,2 1 1,-13-1-912,-5 1 1501,-6 3 0,-21-9 0,-6 4 0</inkml:trace>
  <inkml:trace contextRef="#ctx0" brushRef="#br0" timeOffset="1690">1296 199 7833,'8'0'754,"-1"0"0,-2-4-346,6 0 0,-1 1 239,8 3 1,7 0-210,8 0 1,5-4-749,6 0 1,-4-1 192,0 2 0,-4 2 117,1-3 0,-3-12 0,-1-2 0</inkml:trace>
  <inkml:trace contextRef="#ctx0" brushRef="#br0" timeOffset="2034">2112 386 8236,'-11'5'830,"0"2"0,-1 1 314,-3 3 0,3-3-642,-3 7 1,-1-1-118,1 0 1,1 2-1725,3 2 1,-3 2 298,3-5 1040,-2-1 0,16 2 0,-1 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08.4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105 166 7833,'0'-11'1449,"0"5"-911,0-4-118,0 9-91,0-4 1,0 6-192,0 3 1,-1 2-109,-2 5 1,0 0-253,-4 0 0,1 5 208,-2 2 0,-2-1-668,3 2 0,-3-1 352,-1 4 1,0 0-668,0 0 1,1-5 996,3-2 0,17-47 0,8-12 0</inkml:trace>
  <inkml:trace contextRef="#ctx0" brushRef="#br0" timeOffset="149">172 22 7833,'-2'-7'1258,"-1"0"-2656,1 4 857,-2-2 541,4 5 0,19 20 0,6 4 0</inkml:trace>
  <inkml:trace contextRef="#ctx0" brushRef="#br0" timeOffset="508">513 100 7833,'-1'-7'348,"-3"4"1,2 2-305,-5 1 0,-1 0 35,-3 0 0,0 0 7,0 0 1,0 1-136,0 2 0,0 0 120,0 4 1,0-1-254,0 2 0,0 1 84,0-1 0,0 2-133,0 1 0,1 0 69,3 0 0,2-4 1,5 0 0,0 1 104,0 3 1,1-4-59,3 0 0,3 0-75,8 0 0,1-1 56,2-2 1,3-2 32,-3 6 1,-2-5 10,-1 5 0,-3-5 369,-1 5 0,-5-5-165,-2 5 0,-3-1 595,-1 4 0,-9-4-265,-6 1 0,-5-1-38,-2 4 0,-1-1-388,-3-3 1,2 3 118,-6-3 1,6 0-1144,-2 0 0,4-1 1006,4 1 0,31-21 0,13-11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12.5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110 341 7493,'6'-6'373,"-1"-4"1,-5 7 155,0-4-114,0 5 384,0-3-67,0 5 1,-4 5-723,0 2 1,-3 3-147,3 1 0,-4 4 153,0-1 1,-2 6-79,-1-2 0,0 3 33,0 1 1,0 0-454,0 0 0,4 4 223,0 0 0,4-6-335,-1-5 0,6-3 270,5-1 1,3-4 283,12-4 1,-1-4-246,8-6 1,2-2 38,6-9 0,-3-1 7,3-3 0,-7 0 112,0 0 0,-7 0 69,-1 0 0,-1-2 57,-7 2 0,-4-3 185,-6 7 1,-3 2 172,-1 1-93,0 3 1,-5 6-88,-2 2 1,-3 3-8,-1 1 1,4 5-107,-1 2 0,2 3 54,-1 1 0,-2 1-20,6 3 1,-5 1-36,5 2 1,-5 3-12,5-3 0,-5 2-37,5-2 1,-1 6-67,4-6 0,0 4 164,0-7 1,5-1-60,2-3 0,8-1 122,3-2 1,7-5-125,0-6 1,6-8-53,-2-8 0,6-5 64,-2-2 0,1-5-416,-8 2 0,-5 1-41,-7-2 0,1 6-216,-4-2 1,1 0 607,-8 4 0,-5-7 0,-5 6 0</inkml:trace>
  <inkml:trace contextRef="#ctx0" brushRef="#br0" timeOffset="598">815 32 7812,'6'-7'388,"-2"-1"1,1 5 590,-2-5 0,2 6-217,-1-2 0,-3 4-326,3 4 0,-3 2-357,-1 5 0,0 6 29,0 5 1,-1 2-217,-3 5 0,-1 0 127,-2 4 1,-4 2-101,0 2 0,0-3-84,-4 3 0,4-4-103,4-4 0,-3 2 68,3-6 1,-3 0-42,-1-7 0,4-2-244,-1-5 218,6-5 57,-3-1 0,10-6 63,2-3 1,3-2-71,1-5 1,5-1 66,2-3 1,-1 3-151,2-3 0,-1-1 84,4 2 0,-3-2 48,-1 1 1,-5 3 190,2-3 0,-3 3-66,-1 1 1,0 0 265,0 0 1,-3 3-57,-1 1 46,-4 5 0,3-3-69,-3 5 0,-1 1 152,1 3-262,-2 2 0,3 8 9,0 1 1,-1 0-165,-3-4 0,0 1 46,0 3 0,0-3-48,0 3 1,0-3-1,0-1 29,0 0 20,5 0 1,2-5-17,4-2 0,3-3-84,1-1 1,3-5-196,-3-2 1,5-3-149,-2-1 1,6-4 516,2 1 0,-4-2 0,-3 1 0,-2 3 0,1-3 0,2 3 0,-6 1 0,-3 3-4,-3 1 1,-5 1 83,5-1 352,-6 2 720,3 5 178,-5 0-913,0 5 1,0 1-147,0 5 0,0 0-37,0 0 0,0 4-360,0-1 1,0 2 166,0-1 0,-3-3-207,-1 3 1,-1 1-750,1-2 0,3 1 85,-3-4 830,3 0 0,6-24 0,1-7 0</inkml:trace>
  <inkml:trace contextRef="#ctx0" brushRef="#br0" timeOffset="739">1421 98 7812,'-11'-17'0,"0"2"1224,0 3-1152,0 6 0,4 1-630,0 5 1,4 1-698,-1 3 1255,3 2 0,6 40 0,1 7 0</inkml:trace>
  <inkml:trace contextRef="#ctx0" brushRef="#br0" timeOffset="1065">1664 264 7812,'-11'-5'463,"0"0"148,0-2 1,0 2 25,0 5 1,0 0-212,0 0 1,0 5-226,0 2 0,1 6 7,3 2 0,0 1-44,4-1 1,2 2 43,-3 5 0,3-4-397,1 1 0,3-1-123,1 4 0,6-1-396,1-3 0,1-2-385,6-5 0,1-1 496,3-3 0,4-2 193,-1-5 0,1-5-150,-4-2 554,5-8 0,26-51 0,-21 24 0,-1 1 0</inkml:trace>
  <inkml:trace contextRef="#ctx0" brushRef="#br0" timeOffset="1459">1962 87 7812,'0'-6'1818,"-5"1"-1281,3 5 0,-6 5-136,4 3 0,1 6-81,3 5 0,0 1-99,0 2 0,0 2-143,0 1 1,0 4 81,0 4 1,-2 0-323,-1 0 1,0 0-45,-4 0 1,3-6-246,-3-5 0,4-1 82,0-6 1,1-4-47,2-4 122,0-5 1,5 2 74,3-8 1,2-2-89,1-5 0,3 0 98,1 0 1,0 0-123,-4 0 0,0-1 173,0-3 1,0 3 168,0-3 0,-1 3 362,-3 1 1,3 0-253,-3 0 0,-1 1 294,2 3 1,-5 2-28,5 5 85,-6 0-201,8 0 1,-5 5 43,2 2 1,-1 7 75,-2 0 1,1 1 111,2-4 0,2 4-491,-6-1 1,6 1 103,-2-4-690,3 0 0,1-1 160,0-3-237,0-2 0,0-5 649,0 0 0,20-34 0,4-9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15.6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66 281 7812,'7'-5'0,"1"2"587,-4-4-253,4 0 0,-3-1 445,3 1-292,-3 5-45,-5-3-353,0 5 1,-2 5 74,-1 2 0,-3 3-216,-6 1 1,1 4 102,0-1 0,0 6-244,0-2 0,0-1-56,0 2 1,4-5-152,0 5 0,4-5 8,0 5 0,1-6 155,2 2 0,2-6 7,1-2 1,5-5 79,6 2 0,3-4-163,5-4 1,0-2 15,1-5 0,-1-5 252,0-2 1,0 1-8,0-2 0,0 2 212,0-1 1,-5-2 15,-2 6 0,-3-1-106,-1 4 1,-4 0-20,1 0 1,-5 3-97,5 1 332,-6 5-105,3-8-250,-5 9 0,-1 1 33,-3 7 1,-1 3-24,-2 1 1,-3 0-68,3 0 1,-2 4 104,2-1 1,-3 5 7,3-5 1,2 5-25,1-5 0,3 1 165,1-4-157,0 5 0,5-5 187,2 0 1,4-5-156,4-6 1,-2 0-47,6 0 0,-1-5-157,4-2 1,-4-4 64,1-4 1,-1 2-21,4-6 1,-5 6 94,-2-2 0,-3-1 59,-1 2 0,0-5 0,0 5 0,-1-1 0,-2 4 0,1 0 0,-7 0 97,7 5 24,-7 1 0,3 6 379,-5 3-299,0 2 0,0 5 8,0 0 0,3 0-125,1 0 0,4 0 10,0 0 0,2-4-16,1 1 1,1-2-152,3 1 0,-3 2-2,3-6 0,2 1 40,1-4 1,2 0-41,-2 0 1,3 0 51,-3 0 1,3-4-109,1 1 1,-5-6 105,-2 2 0,1-3-183,-1-1 1,-1 0 50,-3 0 0,-3 0 84,-1 0 1,-5 0 315,2 0 0,-3 0-106,-1 0 1,-5 1 137,-2 3 0,-4 2-74,-4 5 1,-2 0 17,-5 0 1,0 1 162,0 3 0,0 3 185,0 8 1,0-2-94,0 5 0,5-3 12,2 4 0,0-5-349,4 5 1,-1-1 37,8 4 0,2 0-470,6 0 1,8-3 263,10-1 1,6-6-434,9-1 0,2-1-392,5-6 0,-1-6 856,-3-5 0,4-16 0,4-8 0,3-2 0,-1 0 0</inkml:trace>
  <inkml:trace contextRef="#ctx0" brushRef="#br0" timeOffset="534">1753 226 7812,'0'-11'221,"0"0"1,-1 3-70,-3 1 0,-2 5 431,-5-2 1,0 3-162,0 1 1,-4 0-53,1 0 1,-6 5-186,2 2 0,-2 4-24,2 4 0,-3-2-193,3 5 1,2-3 87,1 4 1,4-2-511,4 1 1,-2 3 281,5-3 1,1-1-695,3 2 1,8-6 371,3 2 1,8 1-335,-1-1 0,3-4 828,1-4 0,5-5 0,11-11 0,7-10 0</inkml:trace>
  <inkml:trace contextRef="#ctx0" brushRef="#br0" timeOffset="909">2073 281 7812,'6'-8'0,"-2"1"394,-3 0 0,-2-3-38,-3 3 1,0-2 47,-7 5 1,3 1-92,-7 3 0,-2 0-220,-2 0 0,-3 5-30,-3 2 1,3 4 121,0 4 1,0-3-103,3 3 1,0 1 82,0-2 0,3 5-458,5-5 1,1 5 142,3-5 1,2 1-422,5-4 1,0 0 151,0 0 0,5-1-28,2-3 0,5-2 166,2-5 1,2-1 38,3-3 1,4-1 187,-5-2 0,5-6-121,-4 2 1,2-3 284,1 3 0,-4 0-86,0 0 1,-4-4 367,1 1 0,-3-1 250,-1 4 178,0 0-645,-5 0 61,4 0-277,-9 5 0,3 6 110,-8 7 1,2 7-292,-6 0 0,1 5 108,-4-5 0,1 5-327,3-5 0,-3 5-45,3-5 0,2 5-40,1-4 0,-1-1 525,1-3 0,25-10 0,10-2 0</inkml:trace>
  <inkml:trace contextRef="#ctx0" brushRef="#br0" timeOffset="1319">2271 270 7812,'0'-11'1274,"0"5"0,2 1-713,1 5 0,-2 1-119,3 3 0,-3-2-175,-1 5 1,0 4-47,0 4 0,-3 0-203,-1-4 1,-1 4 139,1-1 0,0 2-679,-4-1 1,-2-3 326,3 3 1,1-4-317,-1-4 1,3 3-356,-3-3 377,4 3 0,-2-2-149,5-1 257,0-5 296,0 3 0,5-8-100,2-1 0,3-5 138,1 2 0,0-3-59,0-1 0,4-1 201,0-3 1,1 3-18,-2-3 1,3 3-17,6 1 1,-5 0 66,0 0 0,1 0-51,3 0 0,-2 1 266,-1 3 1,-3 2-136,-5 5 0,0 0 368,0 0-353,-5 0 0,-1 5 305,-5 2 0,-1 3-158,-3 1 0,-1 0-128,-2 0 1,1 4-554,2-1 1,3 1 233,-3-4 1,3 0-852,1 0 1,0 0 500,0 0 1,5-1-1560,2-3 1984,3-2 0,40-15 0,10-2 0</inkml:trace>
  <inkml:trace contextRef="#ctx0" brushRef="#br0" timeOffset="2093">3109 281 7784,'5'-6'494,"-4"-4"991,4 9-1029,-5-4 1,0 6-131,0 3 1,0 2-309,0 5 1,-3 0 139,-1 0 0,-5 5-277,2 2 1,1-1-20,-2 2 1,5-5-8,-5 5 1,6-5-475,-2 5 0,3-6 280,1 2 0,0-3-99,0-1 1,1-5 110,3-2 0,2-3 22,5-1 1,1 0 51,3 0 1,-1-5 91,4-2 1,-3-4 160,3-4 0,-1 2 0,1-5 0,2-1 3,-5-3 0,-1 4-65,-2-1 1,-1 5 340,0-5 1,0 6 10,0-2-132,-5 3 0,0 6 30,-2 2-82,-3 3 0,2 1-67,-6 0 0,0 5 9,-4 2 1,0 7-63,-4 0 0,1 2 40,2-1 1,-1-2-166,1 6 1,2-6 88,-1 2 0,4 1-113,0-1 1,1-1 86,2-3 1,2 0 277,1 0 0,3-5 71,6-2 0,3-3 122,4-1 1,2-5-188,1-2 1,0-4-64,0-4 1,-1-1-185,-3-2 0,2-3 149,-6 3 0,0 1-469,-7-2 1,2 6 212,-6-2 1,2-1-1535,-1 2 1680,-3-1 0,9 4 0,-4 0 0</inkml:trace>
  <inkml:trace contextRef="#ctx0" brushRef="#br0" timeOffset="2470">3649 270 7245,'8'3'604,"-1"1"1,-3 1-88,3-1 0,-3-2 101,3 6 1,-4-1-230,0 4 0,2 0-234,-1 0 1,-1 4-21,-3-1 1,0 1-130,0-4 1,0 0-205,0 0 1,-1-1 270,-2-3-211,1 3 0,-4-5-62,3 2-987,1-2 668,-3-5 0,5-1-61,0-3 0,2-1 269,1-2 1,0-3 75,4 3 1,0-4 437,4-4 0,1 3-214,-1-3 0,3-1 263,1 2 0,3-1-160,-3 4 0,0 0 669,-4 0 1,1 1-352,3 3 0,-3-2 171,3 5 0,-7 1-102,0 3 0,-1 1-219,4 3 0,-5 2-272,-2 5 0,1 4 113,-2-1 1,1 5-57,-4-5 0,0 2-6,0-1 0,0-3-762,0 3 1,1-3-12,3-1-568,-3 0 1,5-5 1301,-2-2 0,17-32 0,8-9 0</inkml:trace>
  <inkml:trace contextRef="#ctx0" brushRef="#br0" timeOffset="2610">3947 82 7812,'-11'-17'913,"0"3"0,0-1-663,0 4-208,5 2-719,1 9 0,6 1 0,3 3 677,-3 2 0,38 35 0,4 6 0</inkml:trace>
  <inkml:trace contextRef="#ctx0" brushRef="#br0" timeOffset="2878">4112 49 7815,'0'-16'1658,"0"8"-622,0-3-587,0 2 1,0 4-104,0 5 1,2 10-8,1 9 1,2 3-93,3 3 1,1 3-186,-1 6 1,1 0-184,2 3 1,1-2-322,-1 6 0,-5-6-861,-3 2 1,-1 1 677,-2-1 0,0-6-958,0-5 1583,-5-8 0,-6-11 0,-7-9 0</inkml:trace>
  <inkml:trace contextRef="#ctx0" brushRef="#br0" timeOffset="3262">4101 303 7815,'11'0'1207,"0"4"-988,0-1 1,0 2 14,0-1 1,5-2-220,3 6 1,3-2 86,4 1 1,2 3 8,5-3 0,0-1-230,0 2 1,0-6 108,0 2 1,-4-3-170,1-1 1,-7-1 17,-1-3 0,-5 2-30,-6-6 1,-5 1 38,-2-4 0,-3-4 258,-1 1 1,-1-1-151,-3 4 1,-2 0 384,-5 0 0,-5 0-91,-2 0 1,-2 5 40,2 2 0,-3 3-108,3 1 1,1 0 4,-2 0 0,6 5 49,-2 2 1,3 3 149,1 1 0,1 4 613,3-1 1,2 5-458,5-5 1,0 6 299,0-2 0,8-1-386,3 2 0,13-5-229,1 5 0,6-7-1058,2-1 0,5-1 559,3-6 0,1-1-1701,3-3 0,-5 0 893,0 0 0,-8-5 1079,1-2 0,-17-17 0,-1-6 0</inkml:trace>
  <inkml:trace contextRef="#ctx0" brushRef="#br0" timeOffset="4144">5546 314 7730,'6'-5'288,"-1"-1"1,-5-5 903,0 0-770,0 5 0,-5-3-111,-3 5 1,-5 1-156,-2 3 1,-8 0 55,1 0 0,-4 0-83,0 0 0,-1 5 70,-2 2 1,-2 3-227,6 1 0,0 4-74,7-1 1,-1 2-121,8-1 1,-1-3-220,8 3 1,1 1 239,3-2 0,6 1-181,5-4 1,6-3 114,9-1 1,-2-5 22,6 2 0,-2-3 63,1-1 1,2-5 88,-5-2 1,1 1-1,-2-1 0,-6-1 91,-1-3 0,-4-1 172,-3-3 1,-4 3 12,0-3 279,-4-2 1,2 5-229,-5-3 1,0 7 292,0 0-85,0 6-388,0-3 0,0 6-76,0 3 1,1-2-253,2 6 0,0-1-536,4 4 1,-1 0 405,2 0 0,0 4-351,-4-1 1,3 1 752,-3-4 0,34 5 0,5 1 0</inkml:trace>
  <inkml:trace contextRef="#ctx0" brushRef="#br0" timeOffset="4530">6108 237 7730,'0'-11'699,"0"0"-355,-5 0 1,-1 1-50,-5 3 1,0-2-97,0 5 1,-5 1-10,-3 3 1,0 1 22,0 2 1,0 0-1,4 4 1,-3 1-398,3 3 187,0 0 0,9 0-481,3 0 429,1 0 1,7 0-154,3 0 0,3-4 54,3 1 1,0-5-20,4 5 1,0-6 41,5 2 0,-5 1-50,0-2 1,1 2 165,3-1 0,-1-3-57,-3 3 1,3-2 79,-3 2 1,-1-2-71,2 6 1,-6-6 476,2 2-290,-3 2 0,-2 0 146,-3 5 0,-3-4-59,-8 1 1,-7-5 24,-7 5 0,-5-2-349,-7 1 1,1 2 72,-8-6 1,-2 5-848,-2-4 1,3 0 436,2 0 1,6-3 442,5 3 0,31-17 0,8-6 0</inkml:trace>
  <inkml:trace contextRef="#ctx0" brushRef="#br0" timeOffset="4913">6604 457 8127,'6'0'2961,"0"0"-2437,-2 0-1354,-3-5 660,4 4-2259,-5-4 2429,5 5 0,-9-14 0,3-5 0</inkml:trace>
  <inkml:trace contextRef="#ctx0" brushRef="#br0" timeOffset="5044">6560 303 7812,'0'-11'1310,"-5"0"-1697,4 0 1,-4 3-122,5 1 508,0 5 0,5 7 0,1 7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23.7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34 8739,'11'0'735,"0"0"0,1-4-489,3 1 0,2-1-201,5 4 0,5 0-383,2 0 0,2 0-565,-2 0 1,-1-4 503,-2 1 399,-8-1 0,-2-1 0,-11-1 0</inkml:trace>
  <inkml:trace contextRef="#ctx0" brushRef="#br0" timeOffset="174">0 188 8565,'13'0'1328,"1"0"1,12-3-1108,7-1 1,9-3-1419,2 3 1,0-4 299,4 5 897,2-6 0,10-12 0,7-8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21.8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276 56 7808,'6'-8'741,"-2"1"-50,-3 4-48,-1-2-367,0 5 1,0 5-15,0 3 0,-5 3-27,-2 3 1,-7 5 13,-1 7 0,-1-2-212,2 5 0,-3-3 109,-5 4 1,0-5-443,-1 5 0,4-1 207,-3 4 1,6-3-643,-6-1 0,7-6 114,0-1 1,4-5-863,4-6 988,2 0 1,5-6 187,0-5 1,0-6 302,0-8 0,0-4 0,25-43 0,5-10 0</inkml:trace>
  <inkml:trace contextRef="#ctx0" brushRef="#br0" timeOffset="385">243 89 7808,'7'-11'0,"0"0"0,0 3 508,0 1-67,-2 4-175,-5-2 1,-1 10-89,-3 3 0,-2 3-84,-5 3 0,0 0-19,0 4 0,3-3 101,1 3 1,0-3-98,-4 3 1,3-4 68,1 1 1,4 1-372,0-2 0,2 1 56,1-4-89,0 0 1,4-4 100,4 1 0,5-6-32,2 2 0,6-7-10,1 0 0,1-7 74,7-1 1,-1-5-11,4-6 0,4 0 47,0 0 0,-2 1 105,-6 3 1,2-3-91,-5 2 1,-2 3 228,-5 2 1,-5 5 272,-6 2-117,-3 4 1,-8 0 61,-4 6 0,-1 5-117,-6 6 1,-2 0-159,1 4 1,-4 1 38,0 3 1,3 0-84,2 0 1,-1 0 101,4 0 1,-1-4-385,8 1 0,0-2-126,4 1 1,0 3-307,0-3 1,1-2 164,3-1 1,0-3-327,7-1 1,-3-1 817,7-3 0,-3-2 0,43-39 0,12-9 0</inkml:trace>
  <inkml:trace contextRef="#ctx0" brushRef="#br0" timeOffset="760">1048 11 7808,'-8'-3'87,"1"-1"-87,-1 0 0,-3 4 656,0 0 1,0 0-228,0 0 0,2 5-209,1 3 1,-2 1-222,3 2 0,-3 2 118,-1 1 0,1-1-271,3 1 1,-1 0 108,4 1 1,0-2-188,4 5 1,0-4 78,0 1 0,0-3 15,0-1 0,5 0-14,2 0 1,4-5-118,4-2 0,1 1 21,2-2 1,3 1 124,-2-4 1,-3 1 280,-2 3 0,-1-3-86,-2 3 0,0 1 425,0-2 0,-5 6-251,-3-2 0,-1 3 101,-2 1 1,-5 0-39,-3 0 1,-6 4-35,-5-1 1,-2 2-573,-1-1 0,-5-1 228,-2 4 1,1-5-979,-2 2 1,6-6 197,-2-2 849,3-4 0,16-18 0,3-10 0</inkml:trace>
  <inkml:trace contextRef="#ctx0" brushRef="#br0" timeOffset="1134">1477 155 7822,'5'-8'0,"3"2"463,1 1 374,-2-3-116,-2 7 0,-7 1-150,-1 7 0,-5 6-195,-6 2 1,0 5-249,-4-2 0,-2 3 93,-6 1 1,3 1-425,-3 3 1,4-3 218,4 3 1,-2-2-457,6 2 1,4-4 142,6 0 0,5-1-48,7-6 1,4-1-312,10-3 1,5-4 235,2-4 1,7-1-406,1-2 0,1-2 422,-2-1 0,-1-4 403,1-4 0,9-24 0,0-7 0</inkml:trace>
  <inkml:trace contextRef="#ctx0" brushRef="#br0" timeOffset="1392">1422 155 7968,'11'-6'365,"2"-4"162,1 2 0,1 2-151,7-1 0,0 1 196,11-1 1,-1-3-182,8 2 1,0 2-739,0-1 1,-2 4 292,-5 0 1,-6-2-1182,-5 1 0,-5 1 210,-6 3 1025,-5 0 0,-25 4 0,-12 3 0</inkml:trace>
  <inkml:trace contextRef="#ctx0" brushRef="#br0" timeOffset="1567">1378 265 7822,'-6'0'1374,"1"0"0,6-4-1282,3 1 0,7-1-122,8 4 1,7-4-154,8 1 0,2-5-1271,5 5 0,2-6 1454,-3 2 0,42-8 0,11-2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24.7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138 154 7814,'0'-11'651,"0"0"0,2 5 197,1 3-595,-1 1 0,6 4 139,-4 1 0,-1 5-114,-3 6 1,4 0-80,0 4 1,0 4-76,-4 4 0,-5 1-145,-3-1 0,2-2-97,-1 6 1,-4-5 137,-4 5 1,-3-5-61,3 5 0,-3-6 43,3 2 0,-3-8-104,3-3 0,4-3-1,3-1-6,6-5 0,2-1 40,7-5 0,9 0-105,6 0 1,2-1-230,5-3 0,4 2 156,4-5 0,6 3-185,1-3 1,0-1 138,4-3 1,-3 4-1219,-1 0 1510,-5-1 0,14-18 0,-2-3 0</inkml:trace>
  <inkml:trace contextRef="#ctx0" brushRef="#br0" timeOffset="302">293 99 7814,'-6'0'1371,"1"0"1,6-3-853,3-1 1,7 0-384,7 4 1,8 0 52,3 0 0,4 0-559,4 0 1,1-1 266,2-3 1,2 3-503,-5-2 0,-2 1 384,-5 2 1,-5 0 220,-6 0 0,-23-5 0,-9-1 0</inkml:trace>
  <inkml:trace contextRef="#ctx0" brushRef="#br0" timeOffset="475">194 276 7814,'-8'0'2405,"1"0"-2609,4 0 223,13 0 0,5 0-32,14 0 0,2-1-332,6-3 0,6 1-1231,4-4 1576,6 5 0,32-23 0,-36 13 0,0 0 0</inkml:trace>
  <inkml:trace contextRef="#ctx0" brushRef="#br0" timeOffset="969">1395 11 6204,'-11'-1'293,"0"-3"1,-5 3 96,-2-3 1,-3 3 50,-1 1 1,-4 0-123,1 0 0,-5 0-57,4 0 0,1 0-126,3 0-1,1 1 74,2 3 0,7-2-241,5 6 0,4-5 122,0 5 1,1-1-41,2 4 0,2 0 48,1 0 1,-1 5-206,1 3 0,2 6-41,-1 5 1,0-1-9,-4 4 0,-2-2-33,-1 6 1,-3 1-132,-6-2 0,1 1 122,0-4 1,-1-1 96,-2-3 1,1 2 357,-1-5 1,1-4-149,2-4 1,4-6 194,0-1 0,4 0-104,-1-3 0,4-3-22,4-2 1,7-1-108,8-2 1,3 0-219,3 0 1,3 0-957,6 0 0,4-2 554,2-1 0,2 0-212,-2-4 761,-2-1 0,5-12 0,2-4 0</inkml:trace>
  <inkml:trace contextRef="#ctx0" brushRef="#br0" timeOffset="1546">304 110 9705,'-11'0'1198,"0"0"-933,0 0 0,-4 0-173,0 0 1,-3 0-850,3 0 0,1 0 268,3 0-644,4 0 1133,-2 0 0,32-5 0,3-1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27.8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23 7818,'-2'-6'26,"-1"2"389,1 3-313,-3-4 106,5 4 0,5-4 18,3 5 1,2 0-3,1 0 1,4 0-32,4 0 1,2 0-91,1 0 1,3 0 74,1 0 0,0 0-220,-4 0 1,0 0 72,0 0 1,-1 0-127,-3 0 1,-2 0-23,-5 0 1,0 0-105,0 0 109,-5 0 48,-1 0 221,-5 0-33,-5 0-95,4 0 75,-4 0-88,0 0 0,3 3 89,-5 1 1,-1 3-76,-3-3 0,3 5 202,-3-2 1,2 3-65,-6 1 0,-2 1-51,-1 3 0,-3-2-106,-1 6 0,0-2 81,0 1 0,-1 3-120,-3-3 1,7-1 62,1 2 0,2-6-32,5 2 1,-2-3 37,5-1 0,3-3 60,2-1 96,1-5 14,2 3-10,5-5 1,2 0-74,4 0 0,0 0-128,0 0 1,0 0 89,0 0 0,5 0-256,2 0 1,4 0 77,4 0 1,-3 0-1018,3 0 0,-2 0 101,2 0 0,-3 0 1004,3 0 0,7 0 0,1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39.0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252 0 7718,'-11'0'601,"0"0"0,-4 0 52,1 0 0,-6 5-216,2 3 0,-3 6 279,-1 5 0,-2 10-271,-1 4 1,5 8-98,-2-1 0,9 3-333,2 1 1,7 0-100,11 0 1,6-3-1284,9-1 1,6-4 339,5 0 1027,0-6 0,59-8 0,-42-14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37.4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22 464 7865,'-11'0'2560,"5"0"-843,1 0-718,5 0-579,5 0 0,6 0-155,7 0 1,1 0-94,3 0 1,-3 0-387,7 0 1,-3 0-503,-1 0 0,1 0-70,-1 0 0,-2 0 786,-1 0 0,7-10 0,-3-2 0</inkml:trace>
  <inkml:trace contextRef="#ctx0" brushRef="#br0" timeOffset="648">717 332 7718,'-8'0'-184,"2"-2"228,1-1 1,0 2 1287,2-3-507,2 3-72,-4 1-252,5 0-303,5 0 0,1 0-179,5 0 0,5 0 76,2 0 1,3 0-226,1 0 0,0 0 92,0 0 1,1 0-34,3 0 0,-4 0-135,0 0 0,-1 0 57,-6 0 0,3 0-37,-3 0 134,-1-5 107,-3 4-108,-5-4 138,-1 5 0,-6 1-18,-3 3 1,-2-2 70,-5 5 1,0 1-123,0 3 0,-1 0 16,-3 0 0,2 0-62,-6 0 1,1 4 60,-4-1 0,0 6 6,0-2 1,0 1-19,0 3 0,0-6 160,0 6 0,1-4-41,3 0 1,2 2 79,5-5 1,1-1 313,2-3-295,4-5 0,5 3-116,2-5 0,5-1 35,7-3 0,-1-1-700,8-2 0,-1 0 331,8-4 1,-3 1-1111,4-2 0,-5-2 363,5 3 1,-5 1 959,5-1 0,14-11 0,7-5 0</inkml:trace>
  <inkml:trace contextRef="#ctx0" brushRef="#br0" timeOffset="992">1290 530 7718,'6'-1'896,"-2"-3"-509,2 3 0,-1-5-23,2 2 178,-2 3-319,-5-4 0,-1 5-61,-3 0 0,-2 4 36,-5-1 1,-1 5-113,-3-5 1,3 6 65,-3-2 1,-1 3-147,1 1 1,1 0-33,3 0 0,-3 0-110,3 0 1,-1 0-83,8 0 223,-4 5 0,8-1-136,0 0 0,5-2 69,6-9 0,5 0 94,2-4 1,3-2-58,1-1 1,0-4 210,0-4 0,-5 0-80,-2 0 0,-3-3-94,-1-1 0,-5 0-197,-2 4 0,-8-3 98,-3-1 0,-8 0-1206,-3 4 1,-3 4 1292,-1-1 0,-44 6 0,-11-3 0</inkml:trace>
  <inkml:trace contextRef="#ctx0" brushRef="#br0" timeOffset="2199">1455 255 7812,'5'-7'1259,"3"3"-779,6 4 1,0 6-48,4 5 1,4 5-84,4 6 0,5 5-136,-2 2 0,2 3-151,-2 1 1,-3 0 104,-8 0 1,-2 4-907,-5 0 0,-6-6 472,-5-5 1,-5-6 220,-6-2 0,-1-6 45,-3-1 0,-7-14 0,-6-10 0</inkml:trace>
  <inkml:trace contextRef="#ctx0" brushRef="#br0" timeOffset="2691">1775 23 7750,'7'-7'551,"1"-1"1,-5 6-395,5-2 1,-5 3-180,5 1 1,-1 0 48,4 0 0,0 0-151,0 0 0,0 1 57,0 3 14,0 2 91,0 5 0,-5 0-104,-2 0 0,-3-4 127,-1 1 0,-1-5 402,-3 5-192,-2-1 0,-8 4-141,-1 0 0,0-3 77,4-1 0,1-3-23,3 3 1,-3-3-141,3 3 0,-2-3 112,2 3 0,1-3-259,2 3-266,3-5-266,-4 8-325,5-9 0,5 8 458,2-5 1,8-1-466,3-3 967,3 0 0,24 0 0,11 0 0,4 0 0,0 0 0</inkml:trace>
  <inkml:trace contextRef="#ctx0" brushRef="#br0" timeOffset="3601">2271 155 7761,'-6'-5'1832,"-4"4"-1617,9-4 1,-3 2 40,8-1 1,2 0-43,5 4 1,5 0-1,2 0 1,3 0-54,1 0 0,0 1 54,0 3 1,0-1 23,0 4 1,-3-3-38,-1 3 1,-4 0-42,0 4 0,-3 4 43,-3 0 1,0 6-238,-4 1 0,0 1-64,-4 6 0,0 2-76,0 6 0,0-2 6,0 6 0,-4-6 76,0 2 1,1-3-64,3-1 0,0-5 44,0-2 1,0-7 770,0-5-482,0 3 1,-5-9 322,-3-1 1,-1-4-243,-2-3 1,-5 0-154,-3 0 0,-2 0-163,-1 0 0,-5-4 145,-2 0 1,-2-3-855,2 3 0,3-3 40,8 3 725,2-4 0,44-8 0,10-8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48.2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165 10 7768,'6'-5'866,"-1"4"0,-5-3-632,0 8 0,-1 2-76,-3 5 1,2 5 51,-5 2 0,-4-1-165,-4 2 0,0-1 81,4 4 0,-3 0-301,-1 0 1,0 0 147,4 0 1,0 0-624,0 0 0,1-4-585,3-4-198,-3-1 1433,9-7 0,-4-31 0,5-12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48.4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39 7768,'0'-11'565,"0"0"-151,0 5-503,0-4 0,0 10 269,0 0 0,5 5 309,2 6 0,4 1-406,4 3 1,2 2 46,5 5 0,0 0-500,0 0 1,4 4 230,0-1 0,-4 1-726,-4-4 1,-2-3 37,-1-1 827,-1-5 0,-22-6 0,1-9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48.6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33 7768,'-6'-5'1879,"2"-2"-1881,-2-3 1,6 4 59,0 2 0,6 3-157,9 1 0,2 0-111,5 0 0,1 0-274,3 0 1,4 1 483,6 3 0,16-1 0,9 0 0,7 3 0,0-1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51.6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56 176 9157,'0'7'424,"0"1"0,0 3-390,0 3 0,-4 6 1,0-2 0,-1 3 12,2 1 1,-2 0 19,-3 0 0,0 0-248,4 0 0,-1-5-197,2-2 1,1-3-107,-1-1-38,2-4 125,1-3 105,0-13 1,1-4 62,2-9 0,0 0 103,4 0 0,1-3 230,3-1 1,-4-4-75,0 5 1,-1-5 257,2 5 1,0-2-147,-4 1 0,5 4 257,-2 0 1,-2 5-148,-1 6 1,2 5 76,1 2 0,-1-1-152,1 1 1,1 6-164,3 5 0,1 4 16,3 4 1,2 2 59,5 5 1,0 0-309,0 0 1,0 1 117,0 3 0,-1-3-632,-3 3 1,-3-3 336,-8-1 0,2-3-575,-5-1 970,-1-5 0,-12-11 0,-4-10 0</inkml:trace>
  <inkml:trace contextRef="#ctx0" brushRef="#br0" timeOffset="175">100 264 7752,'-8'-4'0,"1"1"627,5-6 0,-3 7-175,5-6 1,6 6-419,5-2 0,6 3-367,9 1 1,2 4-427,5-1 0,1 1 759,3-4 0,27 0 0,10 0 0</inkml:trace>
  <inkml:trace contextRef="#ctx0" brushRef="#br0" timeOffset="384">464 165 7752,'0'-6'942,"0"1"-281,0 5-208,4 5 1,-1 1-459,4 5 0,1 4 23,3-1 1,-2 5-63,-1-5 0,2 6 100,-3-2 1,-2 3-809,-2 1 1,-1-3 412,-2-1 1,0-5-1263,0 2 1601,0-3 0,-5-25 0,-1-7 0</inkml:trace>
  <inkml:trace contextRef="#ctx0" brushRef="#br0" timeOffset="626">375 121 7752,'0'-12'210,"0"-3"62,0 3 0,2-3-102,1 8 0,8-2 188,8 5 1,3 5-62,3 7 1,5 2-325,7 1 0,2 5 3,5 2 1,0 4-35,0 4 1,-10-3-185,-4 3 1,-7-7 115,-5 0 1,-7-1 38,-7 4 0,-5-5 39,-6-2 1,-6-3 18,-9-1 1,-5-3-37,-2-1 0,-7-3-230,0 3 0,-1-5 72,4 2 0,5-3 223,2-1 0,37-19 0,10-6 0</inkml:trace>
  <inkml:trace contextRef="#ctx0" brushRef="#br0" timeOffset="900">916 198 7764,'0'-11'0,"1"0"909,2 0 1,-1 4 178,1-1 53,-1 6-756,2-3 1,3 13-283,4 3 0,0 4 25,0 0 0,1 2-178,3 5 1,-3 0-549,3 0 0,-4 0 488,-4 0 0,1-1 84,-4-3 0,1 2-141,-1-5 1,-3-1-1619,3-3 0,-4-4 422,-4-4 1363,3-2 0,-24-35 0,1-9 0</inkml:trace>
  <inkml:trace contextRef="#ctx0" brushRef="#br0" timeOffset="1143">916 154 7764,'0'-11'0,"0"0"677,0 0 0,0 3-186,0 1 0,1 5-38,2-2 1,4-1-132,4 1 0,6 2-298,5 6 0,5 5 56,6 6 1,5 5-39,2-2 1,2 7-99,-2 0 0,-3 5-268,-8-5 1,-4 1-152,-10-4 1,-6-3 205,-9-1 0,-6-5 248,-5 2 1,-8-6-98,-7-2 0,-5-5-111,2 2 1,-2-3 142,2-1 0,2 0-795,5 0 1,5 0 880,2 0 0,52-9 0,13-4 0</inkml:trace>
  <inkml:trace contextRef="#ctx0" brushRef="#br0" timeOffset="1689">2172 385 7819,'0'-11'1622,"-1"0"-1008,-3 0 0,-2 4-100,-5 0 1,-1-1-254,-3-3 1,-2 0-54,-5 0 1,-5 0-125,-2 0 0,1-4 109,-2 1 1,2-5-374,-1 5 0,2-5 194,5 5 0,4-5-531,4 4 1,2 1-256,1 3 332,4 0 1,4 1 101,6 3 1,4 0 100,4 4 0,0 2 249,0-3 0,1 3-159,3 1 1,-2 0 282,5 0 1,-4 0-74,1 0 1,0 0 125,0 0 1,0 3-44,-4 1 1,-4 3-18,1-3-102,-6 5 0,2-3 16,-8 5 0,-3 0-77,-8 0 0,-2 4 55,-5-1 0,0 5-71,0-5 1,0 5 42,0-5 0,1 6-341,2-2 0,-1 7 25,1 1 1,3-1-87,2-3 0,6 0 329,5 0 0,1-1-76,2-2 1,10-8 582,5-8 0,4-1-277,3-2 1,5-2 162,3-1 1,0-3-141,0-6 0,0-2-496,-4-1 1,4-3-179,-5 3 0,0-5-922,-7 2 1423,3-3 0,-9-11 0,4-2 0</inkml:trace>
  <inkml:trace contextRef="#ctx0" brushRef="#br0" timeOffset="2243">2790 110 7888,'5'-11'357,"-1"0"198,4 0 0,0 0-185,-4 0 0,0 3 61,-4 1-279,0 4 0,-5-5 63,-3 4 1,-5 1 21,-2 3 1,-4 0 4,0 0 1,-1 0-211,-3 0 1,1 0 8,0 0 1,0 4-96,0 4 1,1-2-246,3 1 1,-2-3 58,6 3-102,-1 1 0,5 3-90,3 0 255,2 0 0,7 0 8,6 0 0,0 0-63,11 0 1,-1 0 62,4 0 1,0 0-134,0 0 1,2 0 287,1 0 0,-1 0-82,1 0 0,-1-1 139,-2-3 1,-2 3-90,-1-3 0,-2 3 83,-2 1 0,-7-1-40,3-3 1,-7 3 358,0-3-225,-3 3 0,-11 0 151,-5-3 0,-4 2-117,-3-5 1,-5-1-98,-3-3 0,-5 0-738,-2 0 1,2 0 355,5 0 0,1 0 314,7 0 0,27-14 0,14-5 0</inkml:trace>
  <inkml:trace contextRef="#ctx0" brushRef="#br0" timeOffset="2660">2977 231 7903,'6'-1'1211,"-2"-3"-526,-3 3-263,4-4 0,-3 5-307,6 0 0,-6 5 81,2 2 0,2 7-294,1 0 0,0 5 118,0-5 0,-3 5-365,3-4 0,-1 3 183,1-3 0,3-1-19,-2-3 1,-2-1-27,1-3 0,-3 2 28,3-5 1,-3-1-35,3-3 0,-3 0 112,3 0 0,-3-4-129,3-4 0,-1-2 138,2-1 0,0 0 150,-4 0 1,3 4 55,-3 0 0,4-1 164,0-3 0,-3 4-36,-2 0 1,2 3-112,-1-4 0,1 6 728,-2-2-508,-1-2 0,4 5 311,-2-3-399,-3 3 0,7 6-515,-4 2 0,3-1-152,-3 2 1,1 0-394,-1 7 1,-2-3 83,5 3 0,-3-3 308,3-1 0,-3-1 405,3-3 0,25-2 0,10-5 0</inkml:trace>
  <inkml:trace contextRef="#ctx0" brushRef="#br0" timeOffset="3112">3308 99 7903,'-5'-17'837,"-2"2"1,0 3 244,0 1-73,5 4-632,-3 3 1,5 5 57,0 2 0,5 4-74,2 4 0,3 1-78,1 3 0,1 2-252,3 5 0,-3 0-220,3 0 1,1 0-428,-2 0 1,0 0 367,-7 0 0,3 0-60,-3 0 0,-2-3 62,-1-1 0,-3-5-154,-1 2 1,0-3-318,0-1 678,0-5 101,0-1 0,-1-5 105,-3 0 1,3-1-115,-3-3-105,3-2 0,2-5 60,3 0 0,-3 0-18,3 0 1,1 4 75,-2 0 0,2-1-88,-1-3 1,-2 4 203,6-1 0,-5 2-117,5-1 1,-1-2-51,4 6 1,0-2-128,0 1 1,0 3-238,0-3 0,4 4 280,0 4 0,1 2 47,-2 5 0,-1 0-688,1 0 1,-1 4 248,-2 0 0,-5 3 362,-3-3 0,-3 3-105,-3-3 1,-8-1 620,-8-3 1,-6-3-193,-5-1 1,-2-4 16,-1 0 1,1-2-439,3-1 0,-2-1 58,6-2 138,-1-4 0,23-18 0,6-5 0</inkml:trace>
  <inkml:trace contextRef="#ctx0" brushRef="#br0" timeOffset="3403">3639 88 7903,'0'-11'2378,"0"0"-1357,0 5-452,0 1 0,4 13-420,4 3 0,5 11 68,2 0 0,5 8-250,-2-1 0,-1 3 127,1 1 1,-4 0-1075,1 0 0,-4-5 203,-4-2 1,2-3-205,-6-1 0,1-4-579,-4-4 1560,0-6 0,15-33 0,3-12 0</inkml:trace>
  <inkml:trace contextRef="#ctx0" brushRef="#br0" timeOffset="4077">3672 220 8064,'5'-11'401,"1"5"31,5 2 1,0 2-92,0-2 1,5 3 72,2-3 1,3 4-80,1 4 1,-4 2-79,1 5 0,-1 0-27,4 0 1,-5 1-185,-2 3 0,-3-2-119,-1 6 1,-1-5-168,-3 5 0,2-6 59,-5 2 1,-1-3 85,-3-1 0,0 0-101,0 0 83,0 0 295,0-4-136,0-3-135,0-4 1,0-4 120,0-4 1,0-2-524,0-1 0,0 0 185,0 0 1,0 0 25,0 0 0,1 0 311,3 0 1,2 0-110,5 0 0,0 0 95,0 0 0,2 0-74,1 0 0,0 4-32,4-1 1,1 6 62,3-2 0,-2 3 63,-1 1 1,3 0-150,0 0 0,0 1-258,4 3 0,-3-2 250,-1 6 1,-1-2 5,-3 1 0,2 3 408,-6-3 1,1-2-168,-4-1 0,-3-2 791,-1 2-618,-5-3 1,-2 4-24,-7-5 0,-3 0-57,-1 0 0,-5 0 64,-2 0 0,-2 0-316,2 0 0,-2 4 133,6-1 0,-5 2-327,4-1 0,1 1 112,3 2 0,1 3-106,3-3 1,-2 0-126,5 0-47,1 0 231,3 4 1,1-3-111,3-1 1,2-5 273,5 2 1,3-3-106,1-1 1,0 0 165,-4 0 1,4-3-78,-1-1 0,1-3 94,-4 3 0,0-5-28,0 2 0,-4 1 53,1-1 1,-1-1 58,4-3 0,0 4 170,0 0 1,0 0-107,0 0 0,-1 1-75,-3 2 0,3 3-441,-2-3 245,1 3 1,-3 6-272,-2 2 1,1 1 24,-1 3 0,-1-5-106,-3 9 1,0-6-14,0 6 0,0-3 88,0-1 1,2-3-496,1-1 814,-2 0 0,9 0 0,-4-3 0</inkml:trace>
  <inkml:trace contextRef="#ctx0" brushRef="#br0" timeOffset="4377">4730 242 7891,'-11'0'-324,"4"-4"270,-1 1 0,1-1 795,-4 4 1,3 0 269,1 0-402,0 0 1,-4 5-150,0 2 0,5 7-186,2 0 0,3 5-352,1-5 0,0 5 101,0-4 1,5 3-163,2-3 1,3 3 203,1-3 1,0 3-897,0-3 0,0-2 398,0-5 0,4 0-472,-1-4 0,6 0 222,-2-4 1,2 0 294,-2 0 0,4-2 388,0-1 0,0-5 0,4-6 0,27-43 0,6-14 0</inkml:trace>
  <inkml:trace contextRef="#ctx0" brushRef="#br0" timeOffset="4569">4984 143 7891,'-12'-22'368,"1"0"1,0 0-46,0 0 1,4 4 88,0 4 1,3 5 308,-3 2-506,4 4 1,-2 0 116,5 6 1,0 5 272,0 6 1,5 5-347,3 7 0,0-2-304,0 5 1,5 5-180,-2 2 0,4 5 233,-1-5 0,-1 1-375,1-4 1,-1 0 180,-2 0 1,0-4-1220,0-4 1,-4-5 31,0-2 1372,-4-9 0,26-34 0,2-18 0</inkml:trace>
  <inkml:trace contextRef="#ctx0" brushRef="#br0" timeOffset="4744">4862 220 7870,'-6'-16'0,"1"7"1393,5-2 0,6 8-612,5-1 1,5 4-370,6 4 0,2 1-973,1 2 0,0 3-518,4-3 1,-4 2 1078,0-2 0,4-7 0,-1-6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2:57.9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0 199 7740,'0'-6'-529,"0"-1"607,0 4 1012,0 2-241,0-4-544,0 0 0,1 4 50,3-3 1,2 3-95,5 1 0,0 0 37,0 0 1,5 0-86,2 0 1,7 3-98,1 1 0,3 0-34,-3-4 0,3 0-165,-3 0 1,0 0 85,-4 0 0,-4 0-366,0 0 31,-4 0 227,2 0 0,-10-2 143,-2-1-115,-3 2 248,-1-4 446,0 5-622,-5 0 0,4 1 50,-3 3 1,2-3-94,-2 2 0,2 2 82,-6-1 0,4 5-28,-3-2 0,3-1 26,-3 1 0,1 1 0,-1 3 1,-3-1-41,2-3 1,-1 6 24,-2-2 0,0 3-37,0-3 1,0 0 35,0 0 0,1 1-28,2 3 1,-1-3 24,1 3 0,-2-3 12,-1-1 1,4-1-30,0-3 1,3 2-7,-3-5 133,4 4-104,-2-7 365,5 4-114,0-5 60,5 0 1,-2 0-73,4 0 1,-3 0-6,3 0 1,0-1-11,4-3 0,0 3-39,1-3 1,0 0-312,2 0 0,4-1 100,4 1 1,3 3-526,1-3 0,7-1 291,-3 2 1,4-2-1050,-5 1 0,-2 3 568,-1-3 0,-4 2-136,-4-2 0,-5 3 97,-6-3 761,-5 3 0,-21-9 0,-12-2 0</inkml:trace>
  <inkml:trace contextRef="#ctx0" brushRef="#br0" timeOffset="460">88 44 7981,'-3'-7'776,"-1"0"0,0 3-270,4-3 0,6 4-151,5-1 1,5 3 41,6 1 0,5 0-94,3 0 0,6 0-679,5 0 1,2 0 313,1 0 0,-1 0-2813,-3 0 2875,-7 0 0,-21-5 0,-8-1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02.3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55 111 7567,'6'-11'-479,"0"5"1545,-2 2-264,-3 3-389,9 1 0,-9 1-92,3 3 0,-3 2-136,-1 5 1,4 1-37,-1 3 0,0-2 26,-7 5 0,2 4-283,-6 4 0,1 0 117,-4-4 0,0 0-198,0 0 1,0 0 93,0 0 1,3-3-43,1-1 0,5-5 77,-2 2 0,4-6 64,4-2 1,3-5-71,8 2 0,3-3-91,8-1 1,2 0-240,5 0 0,0-3 158,0-1 1,0-3-469,0 3 0,3-3 15,-3 3 691,-2-5 0,-5-7 0,3-7 0</inkml:trace>
  <inkml:trace contextRef="#ctx0" brushRef="#br0" timeOffset="279">99 89 7784,'0'-7'927,"0"-2"0,5 4-709,2-3 0,4 4 185,4 4 0,0-4-87,7 0 1,2 1-325,9 3 1,2 0 89,1 0 1,-1 0-663,1 0 0,-3 0-905,-3 0 1,-7 0 370,-5 0 1114,-9 0 0,-43-10 0,-21-3 0</inkml:trace>
  <inkml:trace contextRef="#ctx0" brushRef="#br0" timeOffset="421">99 188 8638,'5'-6'765,"2"1"-879,8 5 0,7 0-519,7 0 1,3 0 632,1 0 0,40 0 0,9 0 0</inkml:trace>
  <inkml:trace contextRef="#ctx0" brushRef="#br0" timeOffset="881">1113 11 8921,'-15'0'655,"1"0"1,-2 0-347,1 0 1,-2 0-105,-5 0 0,1 0 40,3 0 0,-2 0-125,5 0 1,1 0-127,3 0 0,1 2 78,3 1 0,-2 0-153,5 4 0,1-3-60,3 3 0,1-3 80,3 3 1,-2 1-60,5 3 0,-1 3 86,2 1 0,0 1-112,-4-1 1,3 2 80,-3 5 0,0 0-172,-4 0 1,0 0 53,0 0 0,-5-1 104,-2-3 1,-2 2 186,2-6 0,-3 5-121,2-4 0,2-2 669,-1-6-290,5 3-166,-3-4 0,6 0-11,3-2 1,2-3-67,5-1 1,5 0-286,2 0 1,4-1-404,4-3 1,1 3-934,2-2 0,3-4 1498,-3 0 0,23-17 0,5-6 0</inkml:trace>
  <inkml:trace contextRef="#ctx0" brushRef="#br0" timeOffset="1430">1466 89 7784,'-6'-5'-705,"-4"3"1,8-6 867,-6 4 108,6 1 0,-3 1 35,5-1 1,5 1-43,2-1 1,3 2-102,1 1 1,5 0-201,2 0 0,7 0 97,0 0 0,5 0-177,-4 0 1,3 0 142,-3 0 0,3 3-138,-3 1 0,-2 0 37,-5-4 1,-3 0 324,-5 0-156,0 0 228,0 0-125,-5 0 1,-2 0-70,-8 0 1,1 0-40,-4 0 0,3 3 36,-3 1 1,0 4-181,-4 0 0,0-1 97,0 4 1,0-2-181,0 5 0,-2 2-8,-1-1 0,0 3 18,-4-3 0,4 4 82,0-5 0,-2 5 12,1-5 0,0 1 291,4-4 1,4 0-103,0 0 0,4-4 450,-1 1-395,3-6 0,10 7-72,2-6 1,3 1-71,1-4 0,2 0-142,5 0 1,2 0-586,1 0 1,0 0 337,4 0 0,-3-4-744,3 1 1,-3-5 1064,4 5 0,33-25 0,13-3 0</inkml:trace>
  <inkml:trace contextRef="#ctx0" brushRef="#br0" timeOffset="2197">2083 22 7665,'-6'-4'1315,"1"2"-793,5-3 1,5 4-107,3-2 0,3 1-209,3-1 0,0 1 10,4 2 1,4 0-73,4 0 0,1 2 60,-1 1 1,-3 0-111,3 4 0,-7 0 11,0 4 0,-6 1-179,2-1 1,-4 0-26,-4 0 0,-1 1 73,-2 3 1,-3 2-165,3 5 0,-3 0 75,-1 0 1,1 1-141,3 3 1,-3-4 64,3 0 0,1-1 99,-2-7 1,2 2 81,-1-1 0,-3-6 233,3 2 53,-3-3 1,-6-2-135,-2-2 0,-8 1 208,-3-1 1,-3-1-86,-1-3 1,-4 0-249,0 0 1,-3 0 84,3 0 0,2 0-467,5 0 0,4-3-1326,3-1 1689,6 0 0,46-6 0,15-2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01.6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12 213 7481,'6'-1'-1592,"-3"-3"1592,-1 3 0,-2-4 0,-10-9 0,-2-5 0</inkml:trace>
  <inkml:trace contextRef="#ctx0" brushRef="#br0" timeOffset="132">45 26 7784,'0'-11'-1356,"-2"3"1356,-1 1 0,11 10 0,0-2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00.8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11 199 7784,'-3'-8'588,"-1"1"-270,0 5-330,4-3 160,0 5 1,5 0 56,3 0 0,3 0-150,3 0 1,5 0 102,6 0 1,0 0-167,4 0 0,1 0 4,3 0 1,-4 0-42,1 0 0,-6 0-154,2 0 0,-4 0 19,-4 0-3,-2 0 177,-5 0 202,-5 0-149,-1 0 90,-15 0 1,7 0-59,-8 0 0,2 1-20,-2 3 0,1-2-46,3 5 1,-3 0 45,3 0 0,-3 3-116,-1-3 1,0 4 96,0 4 1,0-3-108,0 3 0,-4 1 78,1-2 0,-5 6-12,4-2 0,-3-2 3,3-1 1,-3 1 115,3-1 0,1-1 204,3-3 296,4 0-285,3-5 0,6-1-92,5-5 0,2 0-266,9 0 1,4 0 135,4 0 0,5 0-582,-2 0 1,-1 0 291,2 0 0,-1 0-397,4 0 1,-5 0-180,-2 0 1,-3-1 754,-1-3 0,-9-12 0,-4-7 0</inkml:trace>
  <inkml:trace contextRef="#ctx0" brushRef="#br0" timeOffset="390">100 33 7915,'-8'-5'219,"1"-2"864,4 2-678,-1-5 1,8 9-188,4-2 1,7 1-641,3 2 0,3 0 246,1 0 0,5 0-407,2 0 1,3 0 582,1 0 0,59 5 0,-39-2 0,0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10.8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209 67 7773,'5'-6'-1610,"-4"-4"3458,4 4-672,-5-5-190,0 0-678,0 5 1,-1-3-129,-3 5 0,1 1 161,-4 3 1,-1 1-97,-7 3 1,1 2 54,-4 5 0,3 5-83,-3 2 0,3 4-125,-3 4 0,3 2 124,-3 5 1,4 1-467,0 3 0,3-3-181,3 3 1,5-3-431,6 0 0,5-1-453,6 0 0,3-6 628,5-5 1,5-3 685,3-8 0,31-12 0,9-11 0</inkml:trace>
  <inkml:trace contextRef="#ctx0" brushRef="#br0" timeOffset="1002">573 155 8344,'11'0'224,"-4"0"-127,0 0 0,1 0-139,3 0 1,3 0 115,1 0 1,5 0-98,-2 0 0,-1 0 105,2 0 1,-5 0 1,5 0 0,-6-4-19,2 1 0,-7-1 76,0 4 42,-1 0-5,-1 0-249,4 0 236,-9 0-271,4 0 126,-5 0-66,-5 0 99,4 0-159,-4 0 124,0 5 0,4-3-14,-3 6 0,-1-5 51,2 5 1,-2-5-38,1 5 1,2-2 18,-6 1 0,5 3-18,-5-3 1,5 3 47,-5 1 1,2 0-41,-1 0 0,-2-2-42,6 2 1,-5-6 44,5 6 0,-6 0-8,2 0 1,2 2 14,1-5 0,-1 1-10,1 3 1,-3-5 11,3 0 1,0-1 5,0 2 26,3 1-19,-9-2 57,9 4 50,-4-5 170,5 4-110,0-9-100,0 4 1007,0-5-1145,5 0-22,1 0 0,5 0-147,0 0 0,-4 1-39,1 3 1,-1-3 98,4 2 1,4-1-727,-1-2 0,6 0 344,-2 0 1,4 0 509,4 0 0,51-10 0,18-2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08.7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100 199 7816,'0'-11'1672,"0"5"-885,0 1-96,0 5-541,0 5 1,0 5 57,0 4 0,0 6-153,0-2 1,-1 3 45,-3 1 0,-2 4-38,-5 0 0,0 4-61,0 0 1,-2 0-162,2 0 1,-3-3 23,7-5 0,2-5-81,1-3 79,3 4 0,6-7 88,2 0 0,4-5-165,4-6 1,3 0 59,8 0 1,-1 0-613,4 0 0,-1-4 108,2 0 1,1-4-533,-1 0 1190,-3 4 0,19-26 0,1 0 0</inkml:trace>
  <inkml:trace contextRef="#ctx0" brushRef="#br0" timeOffset="314">100 166 7816,'-5'-6'1160,"4"0"-293,-3 2-487,3 3 1,2-4-130,3 5 0,3 0-26,8 0 0,6-4-164,5 0 1,4 1-213,0 3 0,2 0-287,1 0 1,3-4 331,1 0 0,-5 1-1254,-6 3 0,-4 0 1360,-4 0 0,-22 5 0,-9 1 0</inkml:trace>
  <inkml:trace contextRef="#ctx0" brushRef="#br0" timeOffset="489">111 298 9674,'16'0'-86,"3"0"-541,6 0 1,5 0 84,6 0 542,-1-5 0,52-16 0,7-8 0</inkml:trace>
  <inkml:trace contextRef="#ctx0" brushRef="#br0" timeOffset="1101">1026 34 8213,'4'-8'1129,"0"1"-845,-1 4-76,-3-6 0,-2 7 17,-6-1 1,0 1-5,-10 2 0,-1 0-9,-3 0 1,4 2-32,-1 1 1,1-1-1,-4 1 0,5 2-294,2-1 0,3-1 91,1-3 1,0 4-126,0 0 0,5 1 48,2-2 133,3-1 0,1 7-1,0-1 0,0 2-34,0 1 1,0 1-6,0 3 1,1-2-65,3 5 1,-3 4 51,3 4 0,0 5-65,0-2 1,0 3-9,-4 1 1,0 1 83,0 3 1,-1-3-141,-3 3 0,-3 1 64,-8-1 1,3-2 64,-3-5 0,3-3 101,1-5 1,3-5 475,1-2-48,4-8 287,-1-2-495,4-5 0,4-1-51,4-3 1,7 2-477,3-6 0,3 6 179,1-2 1,0-1-1160,0 2 1,0-1 283,0 4 0,4-4 920,-1 1 0,6-21 0,-3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08.0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12 7816,'-6'0'1605,"1"0"-1124,5 0 0,5 0-508,2 0 1,7 0-144,1 0 0,4-4 145,0 0 1,1 1-953,3 3 1,-1 0 185,0 0 791,0 0 0,5 0 0,1 0 0</inkml:trace>
  <inkml:trace contextRef="#ctx0" brushRef="#br0" timeOffset="182">11 122 8984,'-6'0'512,"1"0"0,6 0-314,3 0 1,2 0-570,5 0 0,5 0-755,3 0 1,3 0 1125,3 0 0,57-24 0,-31 8 0,-1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13.3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23 365 7917,'-6'0'1346,"-4"0"-942,9-5 63,-4 3-149,5-3 98,0 5-480,5 0 0,1 0 91,5 0 0,1 2-1071,3 1 0,2-1 1044,5 1 0,64-1 0,-35-2 0,-1 0 0</inkml:trace>
  <inkml:trace contextRef="#ctx0" brushRef="#br0" timeOffset="885">409 155 6340,'-6'0'2152,"1"0"-852,5 0-1289,5 0 1,1 0 95,5 0 1,3 4-200,1-1 1,1 1 66,-1-4 0,-2 0 14,6 0 1,-5 0 16,5 0 0,-6 0 13,2 0 1,-3 0 85,-1 0-39,0 0 61,0 0-30,0 0-156,-5 0 182,-1 0 31,-5 0-159,0 5 31,0 1 1,-3 5-80,-1 0 1,-3-4 74,3 1 1,-5 0-127,2 7 1,-3-3 110,-1 3 0,1-1-115,3 0 1,-3-2 38,3 3 0,-3 1 22,-1-1 1,1 0 131,3-4 0,-2 0-116,6 0 0,-5 0 208,5 0 1,-1-4-46,4 0 222,0-4-144,0 2 243,0-5-271,5 0 1,1 0-44,5 0 1,0 0-160,0 0 0,0 0 130,0 0 1,1 0-278,3 0 1,-2 0 73,6 0 0,-4 0-485,3 0 0,-3 0 269,3 0 0,-5 0-798,2 0 0,1 0-10,-1 0 1117,-1 0 0,7 0 0,3 0 0</inkml:trace>
  <inkml:trace contextRef="#ctx0" brushRef="#br0" timeOffset="1435">409 45 7812,'-4'-8'253,"0"1"537,1 5-340,3-3 1,0 4 119,0-3-260,0 3 0,5-4-55,2 5 0,8 0 53,3 0 0,3 0-153,1 0 0,0 0-373,0 0 1,0 0-228,0 0 1,0 0-556,0 0 0,-5 0-121,-2 0 0,-2 0 1121,2 0 0,-12-5 0,0-1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16.8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284 618 7462,'11'-2'-614,"0"-1"1190,-5 1 1,-1-4 66,-5 3-587,0 1 0,-6-3-43,-5 5 0,-5 0 78,-6 0 1,0 2-209,0 1 1,-2-1 66,-1 1 1,1 0-335,-1 0 0,1-1 195,2 1 1,1-1-399,3-2 0,-2 3 587,6 1 0,14-10 0,7-6 0</inkml:trace>
  <inkml:trace contextRef="#ctx0" brushRef="#br0" timeOffset="215">162 540 9020,'0'6'1032,"0"4"1,0-4-853,0 5 0,0 0-569,0 0 1,0 1 248,0-1 1,0 3-988,0 1 0,0 0 1127,0-4 0,5 19 0,2 6 0</inkml:trace>
  <inkml:trace contextRef="#ctx0" brushRef="#br0" timeOffset="857">438 430 8333,'-6'0'976,"1"0"-527,5 0-366,5-5 0,-3 4 99,6-3 0,-1 3-115,4 1 0,4 0 81,0 0 0,4 0-283,0 0 0,1 0 46,2 0 0,0 0-25,0 0 0,-3 0 66,-1 0 1,-4 0 86,0 0 0,-1 0-105,-2 0 1,-4 0 110,0 0 2,-4 0 3,2 0 149,-5 5-81,0-4-56,0 9 1,-2-5-76,-1 2 0,0 3 52,-4-3 1,3 0-84,-3 0 1,0 1 78,-4 7 0,0-3-92,0 3 1,0 1 66,0-1 1,0 1-139,-1-2 1,-2 0 107,-1 4 1,0-4 45,4 0 0,4-1 156,0-2 0,1-4-44,-2 0 346,3-4-299,5 2 1,2-5-132,1 0 1,7 0 37,5 0 1,4 0-91,0 0 0,1-4-157,3 0 1,2 1-269,1 3 1,3-2-664,-3-1 1,0 2 506,-4-3 0,-1 3-439,-3 1 1018,3 0 0,-19-5 0,2-1 0</inkml:trace>
  <inkml:trace contextRef="#ctx0" brushRef="#br0" timeOffset="1267">427 309 7847,'-6'-11'1633,"1"5"-1437,5-4 1,0 7 155,0-4 1,5 5-99,2-2 0,8 3-231,3 1 0,4 0 80,4 0 1,-1 0-821,4 0 0,4 0 234,4 0 483,0 0 0,25 10 0,8 2 0</inkml:trace>
  <inkml:trace contextRef="#ctx0" brushRef="#br0" timeOffset="1600">1066 618 7815,'0'-11'367,"0"3"716,0 1-896,0 4 0,5-2-336,3 5 1,3-3-312,3-1 0,4 0 123,4 4 337,0 5 0,29 1 0,8 5 0</inkml:trace>
  <inkml:trace contextRef="#ctx0" brushRef="#br0" timeOffset="2174">1474 408 8601,'11'-4'227,"0"1"0,4-1-82,0 4 1,4 0 13,0 0 0,5 0-100,2 0 1,3 0 96,-3 0 0,4 0-92,-5 0 0,0 0 0,-7 0 1,2-1-5,-6-3 0,-3 3-166,-3-3 215,-6 3 47,3 1 0,-6 1-78,-3 3 0,-2-2-53,-5 6 1,1-1 36,3 4 0,-3 0-192,3 0 1,-3 0 57,-1 0 0,-1 4-100,-3 0 1,3 3-6,-3-3 1,2 3 42,-2-3 0,3 3 80,-3-3 0,-1 3-14,1-3 1,1 0 106,3-4 1,1 0-86,2 0 653,4-5-330,4-1 1,1-5 83,2 0 1,5 0-328,7 0 1,-2-2 98,5-1 1,-3 2-746,3-3 1,1-1 336,3 1 0,0 1-328,0 3 0,1 0 236,3 0 0,-3-2 367,3-1 0,32 1 0,6-2 0</inkml:trace>
  <inkml:trace contextRef="#ctx0" brushRef="#br0" timeOffset="2483">2125 584 7847,'6'-6'524,"-1"1"73,-5 5-401,-5 0 0,-1 2-25,-5 1 1,0 3-13,0 5 1,0 1-213,0-1 1,1 0 75,3 0 1,-3 0-76,2 0 22,3 0 1,1 0-69,4 0 1,4-5-39,4-3 1,5-1 81,2-2 0,3 0 266,-3 0 1,3-4-88,-3 0 0,4-4-45,-5 0 0,-3-3-21,-3-3 0,-6 1-192,2-1 1,-4-2 1,-4 1 0,-3 0-150,-8 4 0,-3 0-1528,-8 0 1809,8 0 0,-23 15 0,6 3 0</inkml:trace>
  <inkml:trace contextRef="#ctx0" brushRef="#br0" timeOffset="3183">2290 287 7866,'-6'-11'514,"1"3"140,5 1 0,1 5-57,3-2 1,2 3-204,5 1 1,5 1-31,2 3 0,5 5-117,2 6 1,0 8-25,4-1 0,-1 8-10,2-1 0,-1 3-301,-7 1 1,0-1-199,-11-3 0,-2 2-327,-9-5 0,-1-2-530,-3-5 1,-2-3 531,-5-5 0,-1-5-297,-3-3 1,6-1 907,-2-2 0,12-25 0,1-6 0</inkml:trace>
  <inkml:trace contextRef="#ctx0" brushRef="#br0" timeOffset="3726">2522 33 8027,'0'-11'506,"0"5"1,0 0-224,0 2-151,5 3 1,1-4 59,5 5 1,0 0-112,0 0 0,0 4 105,0 0 0,0 3-316,0-3 0,0 0 76,0 0 0,-4-1-16,1 4 1,-5-3 43,5 3 1,-6-3-126,2 3 0,-3-3 61,-1 3 1,0-3 74,0 3 1,-5-3-8,-2 3 0,1-3 0,-2 3 0,5-1 177,-5 2 1,1 0-89,-4-4 0,4 3 101,-1-3 0,2 1 39,-1-2-87,-3-1 0,7 6-159,-4-4 1,5 1 100,-2-2-981,3-1 668,1 3 0,5-2-1559,2 1 1810,3 0 0,45 0 0,11 3 0</inkml:trace>
  <inkml:trace contextRef="#ctx0" brushRef="#br0" timeOffset="4534">2996 155 7919,'0'-8'715,"0"1"-393,0 4 0,0-3-144,0 3 1,1 1-2,3-1 0,2 1-57,5 2 0,3 0 95,1 0 0,5 0-1,-2 0 1,-1 4-122,2 0 0,-5 1 97,5-2 0,-6 0 80,2 4 0,-4 1-104,-4 3 0,2 1 2,-5 2 1,3 5-441,-3 7 1,-1 2 217,-3 5 0,0 5-454,0 2 1,0 2 272,0-2 0,0 2-10,0-5 0,1 2-1,3-6 0,-3 1 209,3-8 1,-2-4 54,2-4 247,-3-4 0,3 1 305,-8-8 1,-2-2-287,-5-5 0,-5 0-287,-2 0 1,1-4 94,-2 0 1,1 0-385,-4 0 1,0 3 114,0-3 177,5-2 0,6-10 0,6-7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23.6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133 243 7898,'7'-4'22,"1"1"0,-5-1 344,5 4-85,-6 0-65,3 0 1,-5 5 37,0 2 1,0 7-103,0 0 0,-5 6-134,-2-2 1,-3 4 65,-1 4 0,-4 2 55,0 5 0,-3-3-156,3-1 0,1-1 43,3 2 1,-3-3-25,3-5 1,-1-1 68,8-3 1,1-2-27,3-5 0,1-5-42,2-2 0,7-3-117,5-1 0,6 0-65,1 0 1,1-5 67,7-2 1,-5-2-795,5 2 0,-2-3 13,1 3 892,3-3 0,21-21 0,10-4 0</inkml:trace>
  <inkml:trace contextRef="#ctx0" brushRef="#br0" timeOffset="254">100 232 7898,'-6'-6'2065,"1"-4"-1873,5 9 1,6-4 238,5 5 1,2 0-170,9 0 1,-1-1-275,9-3 1,-1 3-258,4-3 0,-1 3-552,-3 1 0,2 0-422,-5 0 0,-2 0 1243,-5 0 0,-13 5 0,-8 1 0</inkml:trace>
  <inkml:trace contextRef="#ctx0" brushRef="#br0" timeOffset="438">89 375 7898,'-11'0'2371,"5"0"-1710,1 0-445,19 0 1,1 0-1013,15 0 1,-5 0 501,5 0 0,-2 0 294,1 0 0,37-19 0,5-6 0</inkml:trace>
  <inkml:trace contextRef="#ctx0" brushRef="#br0" timeOffset="1330">982 23 7905,'6'-5'-391,"-1"3"1,-2-4 1676,1 3-398,0 1-570,-4-2-256,-5 4 1,-5 0 68,-5 0 1,1 0-33,3 0 0,0 0 81,0 0 0,0 3-89,0 1 1,0 0 59,0-4 1,-1 0-177,1 0 0,4 3 11,0 1-167,4 0 264,-6-4-12,7 4 1,-3-1 170,5 4-191,0-4 0,0 7 140,0-3 0,0-1-85,0 1 1,5 4 89,3 4 0,-2 5-152,1-2 0,-4 4-143,0 4 1,2-2 57,-1 6 0,-1 3 68,-3 4 0,-4 3-161,-4-3 0,-2 3 81,-1-3 0,-3 3-5,-1-3 0,0-1 25,4-7 1,0-2 212,0-5 0,5-1-22,2-3 0,0-2 168,0-5-156,0-5 0,9-1-56,2-5 1,3 0-140,1 0 1,2 0 122,1 0 1,0 0-882,4 0 1,-3-4 402,3 1 0,-3-5-2016,3 5 2396,-4-6 0,7 3 0,-4-5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22.8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22 8932,'6'-6'1518,"4"1"-1194,-2 5 0,1 0-109,2 0 1,2 0-116,1 0 0,0 0 86,4 0 0,-1 0-564,2 0 0,0-3-85,-4-1 0,3 0-479,-3 4 1,0 0-23,-4 0 1,-4 0 246,1 0 717,-6 0 0,-17 0 0,-9 0 0</inkml:trace>
  <inkml:trace contextRef="#ctx0" brushRef="#br0" timeOffset="183">0 155 7895,'0'-6'1301,"0"1"1,5 5-1060,3 0 0,1 0-1148,2 0 0,5 0 494,3 0 1,1 0 411,3 0 0,48-10 0,12-2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3:27.5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232 265 7895,'-6'0'665,"1"-1"-305,5-3-173,0 3 128,0-4-6,0 5 0,5 0-243,2 0 0,3 0 22,1 0 0,1 0-93,3 0 0,-2 0 103,6 0 1,-1 1-94,4 3 1,-4-3-121,1 3 1,-2-3 51,1-1 1,-1 0-95,-2 0 90,-3 0 164,4 0 1,-8 0-102,-1 0 21,-5 0-7,3 0-29,-5 0 70,-5 0-81,4 0 0,-4 1 37,5 3 1,-3-2 54,-1 6 1,-3-5-64,3 5 1,-1-5 133,1 5-85,-2-1 1,-5 4 8,0 0 0,4 0 44,0 0 0,-1 0-57,-3 0 0,0 4-16,0 0 0,0-1 19,0-3 0,1 0 47,3 1 1,-3 0-34,3 2 0,-2-5-1,2 2 1,-2-2-12,6 2 0,-5-4 46,5 0 180,-1-4-149,4 2 452,0-5-577,5 0 1,-3 0-90,6 0 1,-5 0-241,5 0 0,-1 0-103,4 0 0,4 0-358,-1 0 1,6 0-31,-2 0 0,7 0-78,1 0 897,4 0 0,57-10 0,-34 4 0,1 0 0</inkml:trace>
  <inkml:trace contextRef="#ctx0" brushRef="#br0" timeOffset="332">849 397 7857,'-7'0'1232,"-1"0"-327,6-5-468,-3 4-210,5-4 1,3 2-481,4-1 1,1 0 177,11 4 0,0 0-1642,7 0 1717,-3 0 0,48 0 0,7 0 0</inkml:trace>
  <inkml:trace contextRef="#ctx0" brushRef="#br0" timeOffset="1006">1202 243 7874,'-7'-4'469,"-1"1"-255,6-1 1,-7 3 224,5-3-11,1 3-254,3-4 67,0 5 0,5 0-152,2 0 0,4 0-2,4 0 0,-2 0-180,6 0 0,-1 0-85,4 0 1,0 4 84,0-1 1,0 1-12,0-4 0,-1 0 72,-3 0 1,2 0-37,-5 0 0,-1 0 62,-3 0 115,0 0 0,-3 0-18,-1 0 148,-4 0-195,2 0 1,-7 0 14,-1 0 0,1 1-58,-1 3 0,-2-2 48,1 6 0,-3-5-126,3 5 0,-3-1 68,3 4 1,-4 0-42,0 0 0,2 0 47,-1 0 0,-1 1-58,-3 3 1,0-3 62,0 3 1,0 1 6,0-1 0,-3-1 188,-1-3 0,0 2-58,4 1 0,0-5 84,0 2 0,4-4-82,-1 1 0,5 0 214,-5-4-152,6 0-92,-3-4 0,10 0-26,2 0 0,3 0-17,1 0 1,0 0-130,0 0 0,1 0 75,3 0 1,-1 0-377,4 0 1,-3-2 167,3-1 0,-3 2-737,3-3 1,-4 3 209,0 1 0,0 0-585,0 0 1306,-1 0 0,-7 0 0,-7 0 0</inkml:trace>
  <inkml:trace contextRef="#ctx0" brushRef="#br0" timeOffset="1555">1235 34 8166,'-4'-8'1766,"1"1"-1126,-1 4 0,4-3-236,0 3 1,1 1-99,3-1 0,3 2-78,8 1 0,2 0-223,5 0 0,0 0 76,0 0 0,4 0-1059,0 0 0,3 0 261,-3 0 717,4 0 0,-1 4 0,4 3 0</inkml:trace>
  <inkml:trace contextRef="#ctx0" brushRef="#br0" timeOffset="2099">144 166 6963,'0'-6'2431,"-5"2"-1798,-3 8 0,-1 3-223,-3 8 1,-2 0 19,-1 7 0,-3-2-143,3 10 1,-3 0-43,3 7 1,5 2-18,6 5 0,3-3-14,1-1 1,11-4-495,8 1 0,6-4 254,8-4 0,4-3 26,0-8 0,54-17 0,-41-4 0,0-1 0</inkml:trace>
  <inkml:trace contextRef="#ctx0" brushRef="#br0" timeOffset="2649">1720 210 7879,'-1'-7'-765,"-3"-1"1433,3 6 1,-4-4 268,5 2-440,0 3 1,1-4-139,3 5 0,0 5-16,7 2 0,-2 3-106,10 1 0,-3 5-112,6 2 0,-3 3-65,7 1 0,-4 4 116,-4 0 1,2 4-409,-5 0 1,-5-2 166,-7 1 0,-2-4-583,-1 0 0,-4-1-71,-4-2 1,-2-5-344,-1-2 1,0-4-88,0-4 1149,0-2 0,0-25 0,0-4 0</inkml:trace>
  <inkml:trace contextRef="#ctx0" brushRef="#br0" timeOffset="3091">1963 56 7879,'0'-11'642,"0"0"1,0 3-460,0 1 0,1 4 58,2 0 1,0 2 15,4 1 1,-3 0 171,3 0-422,1 0 0,3 0-38,0 0 0,0 3-25,0 1 1,0 4-153,0 0 0,-4-2-59,0 1 135,-4 1 1,2 3 157,-5 0-37,0 0 1,-1 0-26,-3 0 106,-2 0 0,-5 0-1,0 0 0,0-1 155,0-3 0,0 2-47,0-6 1,0 6-113,0-2 1,3-1 130,1 2-14,4-6-288,-6 8 0,7-8 126,-1 6-118,2-6 1,3 4 20,5-2 0,3-3-1627,12 3 1704,-2-3 0,75-6 0,-41 2 0,0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7:39.0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55 265 8210,'-6'-5'1144,"3"-2"-1265,1-3 1,4 3 86,1 0 0,5 3 133,6-4 0,3 6-10,6-2 0,0 3-23,3 1 1,-2 0-26,5 0 1,-4 1 4,1 3 1,-1 3-336,-3 8 0,-2-1 129,-9 4 1,-5 0-66,-2 4 0,-4 0 116,-4 0 1,-3 2-38,-8 1 0,-2-1 51,-5 1 0,-4-1 208,0-2 0,-3-5 53,3-2 1,1-3-152,3-1 1,-3-1 114,3-3 0,-1 2-42,8-6 1,0 1-122,4-4 1,2-1 74,1-3 0,3-2-264,5-5 164,0 0 0,5 0-55,3 0 1,5 1 168,2 3 1,4-2-101,0 5 0,2 0 282,1 0 1,0 3-82,0-3 0,0 3 78,0 1 0,-1 0-38,-3 0 0,2 3-660,-6 1 1,1 3-61,-4-3 0,-1 1-949,-3-1 1472,-2-3 0,-5-16 0,0-9 0</inkml:trace>
  <inkml:trace contextRef="#ctx0" brushRef="#br0" timeOffset="617">772 166 7608,'0'-11'652,"0"0"1,-1 5-184,-3 2 1,2 3-25,-6 1 1,0 1-102,-7 3 0,2 2-11,-6 5 1,1 5-96,-4 2 0,3 4 90,1 4 0,1 1-309,-2 2 1,5 3 74,6-2 0,4-2-439,4 1 1,0-1 244,0 2 0,6-3-1259,5-5 0,5-5 194,6-2 1165,0-3 0,14-16 0,5-3 0</inkml:trace>
  <inkml:trace contextRef="#ctx0" brushRef="#br0" timeOffset="1201">970 221 7792,'-7'-1'817,"0"-3"-100,4 3 122,-2-4-201,5 5-498,0 0 1,6 0 24,6 0 1,0 0-126,6 0 0,-3 0-101,3 0 1,-1 0 151,2 0 1,2 0-92,-3 0 1,-2 0 41,-1 0 0,0 0-105,0 0 1,0 0-10,-4 0 1,-4 0-155,1 0 148,-6 0 0,7 1 17,-6 3 28,1-3 31,-4 9 1,-5-5-44,-2 2 0,1 3 29,-2-3 0,1 3-128,-4 1 0,-1 4 118,-3 0 1,3 1-56,-3-2 1,-1 0 43,1 4 0,-3-1 44,3 2 1,-3 0 8,3-4 0,-1 1 122,2-1 1,1-3-42,-1 3 0,1-3-53,2-1 0,5-4 341,3 1-59,1-6-89,2 3 0,5-5-96,3 0 0,1 0-254,2 0 1,2-1-152,1-3 0,0 3-425,4-3 0,-1 2-168,2-2 0,0 3 857,-4-3 0,24-2 0,3 0 0</inkml:trace>
  <inkml:trace contextRef="#ctx0" brushRef="#br0" timeOffset="1509">1400 387 7792,'-6'0'2156,"1"-5"-1357,5 3-690,0-2 0,5 4 43,3 0 1,6 0-1109,5 0 1,1 0 297,3 0 658,-1 0 0,54 0 0,13 0 0</inkml:trace>
  <inkml:trace contextRef="#ctx0" brushRef="#br0" timeOffset="2085">1786 199 8583,'5'-6'640,"-2"1"-458,4 5 1,-1-1-186,1-3 1,7 3 123,-3-3 1,4 3-66,-1 1 0,3 0 57,5 0 0,-3 0-25,-1 0 1,1 0 4,3 0 1,-2 0-55,-1 0 1,-3 0 67,-5 0-145,0 0 1,-5 1-29,-2 3 1,-3-2 85,-1 6 0,0-1-82,0 4 1,-5 0 22,-2 0 0,-3 0 28,-1 0 1,0 4-80,0 0 1,-2 3 47,-1-3 1,2 3 18,-3-3 1,1 3 7,0-3 1,1 3 158,-1-3 0,5 0-95,2-4 0,-1-2 437,-3-1 22,5 2-8,1-4-91,5 0-274,0-1 0,2-5-153,1 0 1,3 0 114,5 0 0,4 0-509,0 0 0,4 0 217,0 0 0,2 0-786,1 0 1,1 0 138,3 0 0,-3 0-731,3 0 1573,2 0 0,20-5 0,9-1 0</inkml:trace>
  <inkml:trace contextRef="#ctx0" brushRef="#br0" timeOffset="2527">1808 34 7793,'-6'-5'642,"-4"4"0,8-8 284,-5 5 195,4 1-740,-2-2 1,8 4-193,4-3 0,2 3 29,9 1 1,-2 0-449,6 0 1,-1 0-414,8 0 1,-3 3 642,3 1 0,45 5 0,14-3 0</inkml:trace>
  <inkml:trace contextRef="#ctx0" brushRef="#br0" timeOffset="2971">2315 188 9438,'16'11'701,"-1"0"-386,7 0 0,-1 5-3,8 2 0,1 8-201,3 4 1,0 1 107,0 3 0,-10-3-371,-4-1 1,-11 0 183,-4-4 0,-8 0-371,-3-4 1,-8-5 234,-3-2 0,-3-7-867,-1 0 1,-4-2-9,0 1 979,6 3 0,4-19 0,5 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7:38.0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0 155 8689,'2'-6'608,"1"2"0,3 3-388,5 1 1,5 0-265,3 0 1,3 0 92,4 0 0,-2 0-377,5 0 0,-3 0-53,4 0 1,-2 0-335,1 0 0,-6 0 345,-4 0 1,-5 0 369,5 0 0,-15-15 0,-1-3 0</inkml:trace>
  <inkml:trace contextRef="#ctx0" brushRef="#br0" timeOffset="333">265 0 9454,'-4'11'872,"1"0"0,-5 5-665,5 3 0,-6 1-175,2 3 1,1 2 54,-2 1 0,2 1-515,-1-1 1,-2-7 328,5 3 0,-3-7-795,3 0 894,1-3 0,22-50 0,6-12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7:43.6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76 133 7149,'-6'-6'1402,"-3"1"0,6 10-1098,-4 2 1,3 4-98,-3 4 0,3 2-10,-3 5 1,3 0 34,-3 0 1,3 4-267,-3 0 0,4 3 96,-1-3 0,4 5-690,4-2 0,2-2-52,5-1 1,6-4-1129,6-4 1808,-1-2 0,63-25 0,11-4 0</inkml:trace>
  <inkml:trace contextRef="#ctx0" brushRef="#br0" timeOffset="551">341 166 7806,'-7'0'593,"-1"0"10,6-5-68,-3 4-436,5-4 0,1 5 67,3 0 1,3 0-99,8 0 1,-2 0 70,6 0 0,-1 4-162,4 0 0,0-1 67,0-3 1,0 0-73,0 0 0,-1 1-35,-2 3 1,0-3-131,-4 3 0,0-3-81,-4-1-99,-5 5 330,4-4-2,-9 9 0,-1-5 91,-8 2 1,-1 3-86,-2-2 1,-4 1 57,0 2 0,0 0-23,4 0 1,0 4 51,0 0 1,0 1-38,0-2 1,0-1-2,0 1 1,4-1 130,0-2 1,4 0-31,-1 0 143,3 0-179,1 0 1,5-1 14,3-3 1,5-2-26,2-5 1,4 0-115,0 0 1,0 3-171,0 1 0,1 0-281,-1-4 1,-2 0-536,1 0 0,-1-4 195,2 0 840,2 1 0,-14-7 0,3-2 0</inkml:trace>
  <inkml:trace contextRef="#ctx0" brushRef="#br0" timeOffset="984">308 34 7815,'-4'-7'-612,"1"-1"1382,-1 6 1,4-4 259,0 2 93,0 3-756,0-4 1,6 5-336,5 0 0,1 0-251,7 0 0,-1 0-490,4 0 0,0 0-782,0 0 1491,0 5 0,40 1 0,9 5 0</inkml:trace>
  <inkml:trace contextRef="#ctx0" brushRef="#br0" timeOffset="1310">848 332 8000,'0'-7'879,"5"3"-987,2 4 0,3 0-746,1 0 0,5 0 40,3 0 814,6 0 0,47-5 0,17-1 0</inkml:trace>
  <inkml:trace contextRef="#ctx0" brushRef="#br0" timeOffset="1848">1278 166 7693,'-6'-5'788,"1"4"-387,5-4-201,0 0 1,1 4-114,3-3 1,2 3 71,5 1 1,1 0-44,3 0 0,2 0 113,5 0 1,0 0-185,0 0 1,0 0 59,0 0 1,0 0 4,1 0 0,-3 0-175,-1 0 0,-3 4-27,-5 0 1,-4-1-283,0-3 283,-4 5 1,2 1-50,-5 5 1,-1 0 78,-3 0 1,-2 0-105,-5 0 0,-2 0 120,-1 0 1,0 4 22,-4 0 1,3 4 3,-3 0 1,1 0 7,-2 0 0,0 2 20,4-3 0,-3-1 8,3 1 0,4-5 133,4-2 0,4 0-44,-1-4 0,3-1 50,1 2 1,5-6-73,2 2 1,7-3-214,1-1 1,4 0 67,0 0 1,1 0-177,2 0 0,1 0-296,-1 0 1,0 0-390,0 0 1,3-4 920,1 1 0,19-11 0,2 2 0</inkml:trace>
  <inkml:trace contextRef="#ctx0" brushRef="#br0" timeOffset="2110">1884 398 7815,'-11'0'-8,"0"0"0,4 0 315,0 0 65,-1 0 0,-3 0-101,0 0 1,1 5 14,3 2 0,-3-1-141,3 1 1,-2 1-113,2 3 0,-2 0-155,6 0 0,-1 0 156,4 0 0,0 0-44,0 0 0,6 0 10,5 0 0,2-5-229,5-2 0,0-3 65,4-1 0,-3 0 31,-1 0 1,-4-5 44,0-2 0,-3-4 15,-3-4 0,0 2-571,-4-6 1,-2 6 249,-5-2 1,-8-1-235,-8 1 628,-2 1 0,-40 3 0,-10 0 0</inkml:trace>
  <inkml:trace contextRef="#ctx0" brushRef="#br0" timeOffset="2596">2028 67 8295,'0'-11'722,"0"0"0,1 4-317,3-1 0,2 6 50,5-2 0,0 3-108,0 1 0,6 6-109,5 5 1,1 1-31,7 7 1,-2 0 38,1 7 1,3-2-89,-2 6 0,-4-1-138,0 4 0,-4 2 102,-3 1 0,-7-1-169,-5 1 1,-6-2-45,-1-5 0,-4-3-248,-7-8 0,-1-2-551,1-5 1,0-1 436,0-3 0,4-2 452,0-5 0,-6-10 0,-4-2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7:48.0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348 497 7604,'6'-5'-492,"-1"2"1218,-5-4-432,0 5 1,-1-3 107,-3 5 1,-6 0-137,-4 0 0,-6 0-144,2 0 0,-4 0-47,-4 0 0,1-4 112,-4 0 0,3 1-555,-3 3 1,4 0 242,0 0 1,5 0-603,2 0 1,4 0 363,0 0 1,3-2 362,3-1 0,28-13 0,10-7 0</inkml:trace>
  <inkml:trace contextRef="#ctx0" brushRef="#br0" timeOffset="198">150 375 7828,'-5'-6'2456,"4"1"-1877,-4 5 0,5 5-191,0 3 0,1 1-163,3 3 1,-2-1-444,5 0 1,-1 3 200,2 1 0,0 3-397,-4-3 0,3 1 320,-3-1 0,3-3-2240,-3 3 2334,0-3 0,6-1 0,2 0 0</inkml:trace>
  <inkml:trace contextRef="#ctx0" brushRef="#br0" timeOffset="864">899 254 7579,'-6'-5'737,"-4"4"199,9-9-179,-4 9-602,5-4 1,1 5 66,3 0 1,2 0-43,5 0 1,0 0 54,0 0 1,0 0-213,0 0 0,5 0 103,3 0 0,-2 0-116,1 0 0,1 4-50,3 0 0,0-1-38,0-3 0,-1 0-40,-3 0 0,2 0 120,-6 0 1,1 0-176,-4 0 240,-5 0-122,4 0 60,-9 5 1,0-2 43,-4 4 1,-6-1-24,2 1 0,1 3 8,-2-3 0,1 3-50,-4 1 1,0 2 36,0 1 0,0-1-135,0 1 1,-1 3 123,-3 2 1,3-2-49,-3 1 1,-1-3 26,1 3 1,1-3-16,3 3 0,0-4 86,-1 1 248,1-3 66,5-1-233,1-5 1,7-1 13,1-5 0,3 0-27,5 0 1,4-1-84,0-3 1,4 3 63,0-3 1,2-1-358,1 2 1,0-1-647,0 4 1,-4 0 445,1 0 0,-2 0-821,1 0 1,2 0 1268,-6 0 0,-4-5 0,-5-1 0</inkml:trace>
  <inkml:trace contextRef="#ctx0" brushRef="#br0" timeOffset="1674">1539 420 7828,'11'0'888,"1"0"-1306,3 0 0,-2 0 128,6 0 0,-1 0-659,4 0 949,0 0 0,29-10 0,8-2 0</inkml:trace>
  <inkml:trace contextRef="#ctx0" brushRef="#br0" timeOffset="2214">2013 221 8067,'0'-6'342,"0"0"-173,0 2 1,5 3-1,2-3 1,3 3-179,1 1 1,5 0 39,2 0 1,3 0 85,1 0 0,1 4 21,3-1 1,1 1-129,2-4 0,-3 4 24,-8-1 0,3 1 49,-2-4 0,-7 0-125,-1 0 1,-7 1 108,-1 3-48,-2-3 0,-2 9 30,-2-3 0,-7 3-91,-5 1 0,-1 0 77,1 0 1,2 5-109,-5 3 0,4-2 49,-1 1 0,-2 0-106,-1 5 0,2-5 123,1 0 1,3-1-8,1 2 0,4-2 215,-1-2 0,5-4-86,-5 0 1,6 0 145,-2-4 1,4-2-60,4-1 0,-2-3-257,6-1 0,-1 0-164,4 0 0,5 0-355,2 0 0,-1 0 244,2 0 0,-2 0-197,1 0 0,3-1 527,-2-3 0,41-7 0,11-6 0</inkml:trace>
  <inkml:trace contextRef="#ctx0" brushRef="#br0" timeOffset="2465">2630 442 7828,'0'-7'149,"0"-2"0,-1 7 87,-3-1 0,-1 3-24,-2 3 0,-3 0-3,3 4 1,-4 1-91,-4 3 0,3 3 83,-3 1 1,4 1-278,4-1 1,-2-3 13,6 3 0,-1-3-67,4-1 1,1 0 51,3 0 0,6-5 93,4-2 1,6-3 56,-2-1 0,-1-1-58,2-3 1,-5-2-86,5-5 1,-7-4 90,-1 1 0,-5-6-539,-6 2 0,0 0 63,0 0 454,-5 5 0,-50-18 0,-17 2 0</inkml:trace>
  <inkml:trace contextRef="#ctx0" brushRef="#br0" timeOffset="3011">723 188 7828,'-1'-7'661,"-2"-1"924,0 0-1368,-6 3 1,3 1-9,-5 8 1,1 3 425,3 8 0,-2 3-108,5 8 1,-3 0-15,3 7 0,1-1-408,3 8 0,1 1 31,3 3 1,5 1-1002,6 3 0,8-4 575,-1 0 1,8-5-1413,-1-6 1702,3 0 0,16-25 0,11-7 0,3 0 0,1 0 0</inkml:trace>
  <inkml:trace contextRef="#ctx0" brushRef="#br0" timeOffset="3458">2751 232 7847,'5'-6'222,"-2"0"-4,4 2 0,-3 3 348,3-3 0,2 3-15,5 1 0,5 6-145,6 5 0,1 5-156,7 6 1,-2 6-40,6 5 1,1 2-4,-2 5 1,0 1 15,-7 3 1,-8-5-604,-10-2 1,-5-4-142,-6-4 1,-6-3-498,-5-8 0,-4-2-247,-3-5 0,-3-5 274,3-2 990,-3-3 0,-16-30 0,-3-8 0</inkml:trace>
  <inkml:trace contextRef="#ctx0" brushRef="#br0" timeOffset="3876">3126 34 7847,'6'-5'974,"4"-1"0,-4-4-729,5 3 1,-3 2-35,-1 5 1,0 0 25,4 0 1,0 0-27,0 0 0,-3 3-232,-1 1 0,0 5-55,4-2 0,-3 3-135,-1 1 1,-4 0-108,0 0 0,-1 0 203,-2 0 0,0 0-36,0 0 1,-5 0 64,-3 0 1,-2 0 135,-1 0 1,0-4-73,0 1 0,-3-2 319,-1 1 1,0 3 26,4-3 0,0-1 157,0 2 1,4-6 118,0 2-409,4 2 0,-2-4-393,5 6 1,6-6 175,5 2 1,5 1-1058,6-1 0,5-1 556,3-3 1,0 1-442,0 3 1,0-3 967,-4 3 0,-20-13 0,-8-3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7:55.9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12 7802,'-6'0'1569,"0"0"-1313,2 0 0,3-1 158,-3-3-141,3 3 1,2-4-110,3 5 1,2 0-1,5 0 1,0 0-56,0 0 0,4 0 55,0 0 0,3 0-166,-3 0 0,3 3 59,-3 1 0,3 0-144,-3-4 1,0 3 42,-4 1 1,-4 5 6,0-2 0,-4 3 18,0 1 0,2 1 30,-1 3 1,0 2-167,-4 5 1,0 1 99,0 3 0,0 1 54,0 2 1,1 3-6,3-2 1,2 1-508,5 3 0,0-5 182,0 0 0,0-4 150,0 1 0,-1-3 109,-3-1 1,-2-5 204,-5-2 448,0-3 1,-5-2-296,-2-3 1,-4-1 350,-4-2 1,-2-3-231,-5 3 1,0-3-176,0-1 0,0 0 30,0 0 0,0 0-726,-1 0 0,6 4-405,3-1-364,1 1 1233,7-4 0,21 0 0,9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20.4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23 8080,'-5'-6'-339,"3"1"321,-6 5 316,6-5 48,-3 4 14,5-4 498,0 5-699,5 0 0,-3 0 36,6 0 1,3 0-84,3 0 1,6 0 61,-2 0 1,3 0-189,1 0 1,2 0 8,1 0 1,0 0-86,4 0 1,-4 0-96,0 0 0,2 0 87,-1 0 1,-5 0-231,-6 0 0,-3 0-141,-1 0-123,0 0 49,-5 0 543,-1 5 0,-10-4 0,-1 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23.2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342 1 8004,'-7'0'728,"-1"0"0,1 5-762,-4 2 1,0 3 36,0 1 1,-4 1 38,0 3 0,-4 2 79,0 5 1,0-1-436,0-3 0,0 3 171,4-3 1,0-2-579,4-1 1,0 1 126,0-1 594,0-6 0,15-9 0,3-6 0</inkml:trace>
  <inkml:trace contextRef="#ctx0" brushRef="#br0" timeOffset="215">143 23 7933,'-7'-8'136,"0"1"1274,4 5-906,-2-3 0,5 6-217,0 3 1,4 2-20,0 5 1,8 1-36,-1 3 1,4-2-301,-1 6 1,-1-6 100,1 2 0,2 1-1024,-1-2 0,0 2 559,-4-1 1,-1-3-1395,-3 3 1825,3-3 0,-19-20 0,2-6 0</inkml:trace>
  <inkml:trace contextRef="#ctx0" brushRef="#br0" timeOffset="381">55 144 7933,'-17'-6'0,"1"-3"2215,5 6-927,5-6-812,1 8 0,8-4-126,4 5 1,5 1-218,10 3 0,5-3-502,3 3 1,5 1-1842,2-2 2210,0 6 0,35-18 0,10 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28.0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0 232 8063,'0'-11'1980,"0"5"-1548,0 1 0,0 6-148,0 3 1,4 2-515,0 5 0,1 0 216,-2 0 1,-2 4-377,3-1 1,-1 1 252,0-4 0,-1 4 197,1-1-60,-2-4 0,4-5 0,1-5 0</inkml:trace>
  <inkml:trace contextRef="#ctx0" brushRef="#br0" timeOffset="134">44 67 7932,'-6'-16'0,"-2"3"160,4-1-191,0 1-951,4 7 982,0 1 0,15 20 0,3 3 0</inkml:trace>
  <inkml:trace contextRef="#ctx0" brushRef="#br0" timeOffset="553">375 188 7573,'0'-11'1034,"0"0"-609,-5 0 1,-1 5-218,-5 2 0,0 3-138,0 1 0,4 0-248,-1 0 0,1 3-162,-4 1 292,0 5 0,4-4-307,-1 2 166,6 3 219,-3-4-90,5 0 233,0 4-19,0-9-87,5 9 0,0-8-250,2 6 173,3-6 0,-4 7-296,5-6 1,-4 2 102,1-1 1,-1-2-62,4 6 0,-4-2 26,1 1 1,-1 3 87,4-3 1,-3-1 55,-1 2 0,-3-1 102,3 4 0,-5 0 334,2 0 0,-3-3-174,-1-1 1,-1-1 516,-3 1 1,-2 2-289,-5-5 1,0 3 111,0-3 0,-4-1-131,1-3 0,-5 0-473,5 0 1,-1 0-91,4 0 1,0-3-553,0-1 737,5-5 0,50-16 0,17-11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25.4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100 122 8784,'0'-7'1670,"0"3"-904,0 4-541,5 0 24,-4 0 0,4 1-288,-5 2 0,0 4-76,0 4 0,-5 5-47,-2 2 0,-3 3-96,-1 1 0,0 0 140,0 0 1,0 0-10,0 0 1,1-4 101,3 1 0,-2-6 40,6 2-33,-1-3 1,9-2 9,2-3 0,4-2-182,4-5 0,2 0 113,5 0 0,1 0-354,3 0 1,-1 0 156,4 0 0,-3-4-551,3 1 0,-4-2 116,0 1 709,-1 3 0,-2-14 0,0 3 0</inkml:trace>
  <inkml:trace contextRef="#ctx0" brushRef="#br0" timeOffset="358">100 100 7943,'-6'-5'471,"1"3"1,6-6-44,3 4 1,3 0-324,8 4 0,-1-3 116,4-1 0,2 0-174,5 4 0,-1 0 115,1 0 1,1 0-987,-4 0 0,3 0 210,-7 0 614,-2 0 0,-10 0 0,-7 0 0</inkml:trace>
  <inkml:trace contextRef="#ctx0" brushRef="#br0" timeOffset="532">67 232 7943,'-6'-5'0,"1"2"584,5-4 0,0 3-127,0-3 1,6 3-507,5-3 1,3 5-69,8-2 0,-1-1 10,8 1 1,0 1-1074,4 3 1,-3 0 1179,-1 0 0,10 0 0,7 0 0</inkml:trace>
  <inkml:trace contextRef="#ctx0" brushRef="#br0" timeOffset="1124">773 22 7961,'11'-1'295,"0"-3"0,-5 2-59,-3-5 1,-3 4-47,-3 0 1,-5 1 45,-6 2 1,0 0-190,-4 0 0,0 0 62,-5 0 1,5 2-125,0 1 1,3-2-38,-3 3 1,5-1-67,2 0 1,0 0 39,4 4 0,1-3 114,-1 3 39,4 0 0,-2 6-49,5 1 1,0-1 83,0 1 1,0 3-75,0 2 1,0 3-34,0 4-1,-3-2 51,-1 5 0,0 1-148,4 3 0,-4 0 89,1 0 1,-2-1 24,1-3 1,3-3 219,-3-8 0,3-2-40,1-5 393,0 0-366,0-4 1,1-4-243,3-6 0,6 0 149,5-4 0,0 4-1055,0 0 1,-1-2 53,4 1 1,0-3 867,4 3 0,54-19 0,14-2 0</inkml:trace>
  <inkml:trace contextRef="#ctx0" brushRef="#br0" timeOffset="2025">1158 22 7961,'-6'0'615,"1"-1"-94,5-3 3,0 3-274,0-4 1,5 5-190,3 0 1,5 0 120,2 0 1,3 0-110,-3 0 1,5 0-87,-2 0 1,-1 4-186,1 0 1,-4 4-14,1 0 0,-3 1 52,-1 2 0,-1 2 209,-3 1 1,-1 4-56,-2 4 0,-3 0-79,3 0 1,-3 1 30,-1 3 1,0 1 3,0 2 1,0 2 64,0-6 0,0 0 13,0-7 0,0-1-172,0-2 0,0-6-41,0 2 705,0-8 1,-5 2-213,-2-5 1,-4 0-93,-4 0 0,-2 0-154,-5 0 0,-1 0 49,-3 0 0,1 0-853,-4 0 1,6 0 166,1 0 574,0 0 0,39 0 0,4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29.7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56 7870,'7'-10'449,"1"3"129,-6-3-53,8 4-193,-9-5 149,9 5-387,-9 1 1,-1 5 118,-7 0 1,-3 0-90,-1 0 1,-4 5 83,1 2 0,-5 3-44,5 1 1,-5 1-340,4 3 1,1-3-66,3 3 0,0 1-149,0-2 0,1 2 204,3-1 1,-2-3-168,5 3 0,1-3 105,3-1 1,1 0 7,2 0 1,4-5 63,4-2 0,0-3 20,0-1 0,3-1-26,1-3 1,3-2 23,-3-5 0,4 0 217,-5 0 0,1-3-73,-4-1 1,0-4 267,0 5 0,-1-2-137,-3 1 1,2 3 301,-6-3 1,5 3-181,-5 1 0,1 4 385,-4-1 10,0 6-285,0-3 1,0 6 11,0 3 0,0 2-112,0 5 0,0 0-270,0 0 0,0 0 94,0 0 0,0 0-807,0 0 0,0 0 422,0 0 1,5 0-930,2 0 1240,3-5 0,55-6 0,13-6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0.3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66 7884,'0'-11'0,"0"0"759,0 0-387,0 0 1,1 2 482,3 1-170,-3 3-467,9 5 0,-8 2-3,5 1 0,-4 5-105,1 6 0,-4 3 53,-4 5 1,1 2-80,-4 1 1,0 0-172,-4 4 1,3-3 105,1 3 1,1 0-422,-2 0 1,0-2 188,4-5 1,1 0-227,3 0 1,0-1 177,0-3 0,0-2-82,0-5 1,4-5 55,4-2 1,3-3 62,4-1 1,-2-8-87,5-3 1,-3-3 98,3 3 1,-4-5 141,1-2 1,-3 1-75,-1-2 0,0 5 241,0-5 1,0 5-64,0-5 1,-4 6 176,1-2 0,-5 2-3,5-2 0,-6 6 102,2-2 0,-3 6 145,-1-2-50,0 5-255,0-3 0,-4 10-27,1 2 0,-5 3 122,5 1 0,-2 0-117,1 0 0,3 4-106,-3-1 1,3 2-54,1-1 1,0-2-170,0 6 0,0-6-118,0 2 1,0-3-9,0-1-1204,5 0 1529,1-5 0,49-40 0,11-15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0.5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66 7884,'-6'-11'272,"-2"0"161,4 0 1,-3 0-780,3 0 339,0 5 1,5 1-1500,3 5 1506,2 5 0,10 11 0,1 7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0.9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55 100 7679,'-4'11'520,"2"-4"361,-1 1-756,-3-1 1,4 4 27,-1 0 1,-2 0-140,1 0 1,-1 0 59,1 0 1,3-4-96,-2 1 1,1-5-116,2 5 152,-5-6-87,4 8 160,-4-9-239,5 4 0,2-10 55,1-2 1,0-3-96,4-1 1,0-1 2,4-3 0,-1-1 88,-2-2 0,5-2-85,-2 6 0,3-5 55,-3 4 1,0-3 141,0 3 1,1 2-119,3 6 0,-3-3 418,3 2-132,-3 4-6,-1-1 0,-1 10-39,-3 2 0,-2 6-91,-5 2 1,0 3-53,0-3 1,-4 5 5,0-2 0,-3-2-298,3-1 1,-3 1 102,3-2 0,0 1-407,0-4 0,3 0 603,-3 0 0,17-10 0,6-2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1.2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0 166 7911,'0'-7'692,"0"-1"-351,5 6 0,-3-3-303,6 5 0,-4 0 64,3 0 0,-3 0-468,3 0 0,-3-1 72,3-3 1,0 3-114,4-3 0,0 3 145,0 1 0,0-1 125,0-3 1,0 1-179,0-4 1,0 1 314,0-1 0,1-3 0,-1 3 0,-2-3 0,-1-1 0,-2 0 52,-3 0 1,-1 0 207,1 0 0,-3 3 138,-3 1 0,-7 4 10,-5 0 0,-3 2-122,3 1 1,-3 4 399,3 4 1,-3 2-181,3 1 0,-3 5-30,3 2 0,0-1-164,4 1 0,4-3-119,-1 4 1,6-1-133,-2 4 0,4-4-196,4 1 0,3-2-294,8 1 1,3 2-706,8-5 0,-1-4-690,4-4 1824,-4-5 0,41-11 0,5-10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1.6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34 7911,'-5'-11'-301,"-1"3"874,-5 1 0,4 5-150,-1-2 0,1 3-18,-4 1 0,0 0-130,0 0 1,0 5-87,0 2 1,0 4 41,0 4 1,0-3-165,0 3 0,0 1-106,0-2 1,1 6-209,3-2 1,-3-1-343,3 2 0,2-2 319,1 1 0,3-2 29,1-5 1,1-3-22,3-1 1,2-5-164,5 2 0,5-4 21,2-4 0,0 1-17,4-8 0,-6 2 326,6-6 0,-2 3 95,2 1 0,-4-1 16,1-3 1,-6 3-87,2-3 1,-3 3 453,-1 1 1,-1 0-255,-3 0 1,2 4 215,-5-1 1,-1 4 112,-3-3 674,0 5-339,0-3-556,-5 5 1,1 5-95,-4 2 1,0 3-175,4 1 0,0 0-64,4 0 1,-3 0-314,-1 0 1,0 4 62,4-1 0,0 1 157,0-4 1,2 0-422,1 0 1,0 0 1,4 0 606,-5 0 0,18 0 0,-2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2.0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67 11334,'6'11'492,"-3"0"0,2 0-440,-1 0 0,1 0-44,-1 0 1,-3 4-111,3-1 0,0 5-166,0-4 0,0-1 158,-4-3 1,0 0-210,0 0 174,0 0 1,0-3 196,0-1 1,-1-5-139,-3 2 230,-2-3 1,-2-6 106,1-2 0,3-6 243,-3-2 0,5-5 18,-2 2 0,4 1-126,4-2 1,2 1-445,5-4 1,0 1 111,0 3 1,3-2-900,1 6 0,6-1 469,1 4 1,0 1-1516,4 3 1,-3 2 1890,-1 5 0,5 14 0,1 5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3.0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67 7813,'0'-8'-106,"0"1"0,0 3 453,0-3-139,5 5 0,-3-7 599,6 5-478,-6-4 1,7 5 215,-6-4-240,1 5 110,-4-3-260,0 5 35,-5 0 1,-1 0-143,-5 0 1,0 5-34,0 2 0,-4 3-132,0 1 0,0 0-21,0 0 0,1 5-88,-4 2 0,5-1-201,-2 2 1,3-1 178,1 4 0,4-5 248,4-2 0,2-3-61,1-1 0,1-5 191,2-2 1,7-4-70,5-4 1,1-3-31,-1-8 0,0-2-16,4-5 1,-2 0 37,-2 0 1,-3 0-465,3 0 0,-3 5 197,-1 2 0,0 0-1377,0 4 823,0-2 768,0 7 0,-10 9 0,-2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33.2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 1 7813,'8'0'874,"-1"0"-498,-5 0 1,5 3 26,-4 1 1,-2 6-74,3 1 1,-3 4-148,-1 3 0,0 6-61,0-2 0,0 8-147,0-1 0,-1 2 102,-3-2 1,2 3-69,-5-2 1,0-2-593,0 1 0,-1-8 310,4 1 1,-3-7-651,3-1 0,-3-5 361,3-2 1,-1-4-245,1 0 806,3-6 0,1-33 0,6-12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40.3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6 177 7913,'6'-5'0,"-1"2"-130,-5-4 0,2 5 112,1-2 0,-2 1 138,3 0 0,-1 2 178,0-3 1,-2 1 168,3 0-386,-3 2 1,1-4 270,1 5-307,-2 0 1,4-2 118,-5-1-342,0 2 198,0-4-253,0 5-33,5 0 232,-3 0 0,7 0-16,-1 0 1,-2 0 49,1 0 1,0 3 13,5 1 0,-1 1-13,0-1 1,0-2 1,0 5 1,0 1-161,0 3 1,0 0 93,0 0 0,-4-1 48,0-3 0,-4 3-13,1-3 1,-4 4 211,-4 4 1,-2-7-131,-5 3 0,-2-2 158,-1 2 1,-3 0-58,-5 0 1,3 0-89,1 0 1,1-4-330,-2 1 1,0-2 136,4 1 0,4-2-1629,4-5 1754,4 0 0,52-24 0,19-7 0</inkml:trace>
  <inkml:trace contextRef="#ctx0" brushRef="#br0" timeOffset="537">381 265 7934,'0'-7'-1357,"0"-1"1017,0 6 1,0-4 425,0 2 0,1 3 163,3-3-72,-3 3 0,5 1-119,-2 0 13,2 0 1,5 0-9,0 0 0,-3 0 8,-1 0 1,0 0-63,4 0 1,0 0 15,0 0 0,-3-1-99,-1-3 0,0 3 75,4-3 0,-3-1-14,-1 1-78,-4-4 0,1 2 90,-4-5 0,0 3 206,0 1-149,0 0 0,-4-3 107,-4 3 1,-2-2-16,-1 5 1,0 1-54,0 3 1,-3 0 86,-1 0 0,-3 3-60,3 1 0,0 5 28,4-2 0,0 6-37,0 2 0,4 3-82,-1-3 0,6 4-14,-2-5 0,4 6-158,4-2 0,2-1-319,5 2 0,5-6 229,2 2 0,3-7-348,1 0 0,0-6 327,0 2 0,0-3 252,0-1 0,1-5 0,-1-2 0,-5-3 0,-6-16 0,-6-3 0</inkml:trace>
  <inkml:trace contextRef="#ctx0" brushRef="#br0" timeOffset="799">635 188 7934,'0'-17'-529,"0"1"0,1 5 1,1 0 1567,2 0-542,0 4-338,1 3 0,-3 4-176,5 0 0,-3 4-46,3 4 1,-3 2 86,3 1 1,-3 3-333,3 1 1,0 5 182,0-2 0,2-1-147,-6 2 1,2-1 70,-1 4 1,-3-4 45,3 1 0,-3-5 155,-1 5 0,0-6 0,0 2 631,0-3-455,-5-1 0,3-5 511,-6-2 1,6-8-308,-2-3 1,3-3 322,1-1 1,0-5-231,0-2 1,0 1-188,0-2 1,1 2-246,3-1 0,6-2-286,4 6 1,6-1-1048,-2 4 1,4 1 719,4 3 0,-2-2 572,6 5 0,38 11 0,15 5 0</inkml:trace>
  <inkml:trace contextRef="#ctx0" brushRef="#br0" timeOffset="1432">1131 232 7934,'-11'-4'-50,"0"0"1,0 1 7,0 3 0,0 0 275,0 0 0,0 1 0,0 3 1,0-2 56,0 6 0,0-1-57,-1 4 1,0 0-236,-2 0 1,1 0 79,-1 0 1,5 0-476,2 0 0,1 4 190,-2-1 0,3 1-240,5-4 187,0 0 1,5-3 34,3-1 1,3-5-151,3 2 0,0-3 64,4-1 0,-3-3 248,3-1 0,-3-5 63,3 2 0,-4 1 33,0-2 1,-1 1-34,-2-4 0,0 4 0,0-1 0,-4 1-19,0-4 0,-3 4 19,3-1 0,-4 1 279,1-4 0,-3 4 85,-1-1-174,0 1 0,0 0 29,0-1-213,0 6 1,-1-3 169,-3 5-95,3 0 1,-4 1 108,5 3-219,0 2 0,0 5-86,0 0 1,3 0 82,1 0 0,4 0-206,-5 0 1,6 0 77,-2 0 1,3 0-168,1 0 0,0-1 327,0-3 0,0-2 0,0-5 0,4 0 0,-1 0 0,2 0 0,-1 0 0,-3-6 0,3-5 0,-3-1 0,-1-7 0,0 1 0,0-4 0,0 0 0,0 0 0,-3-1 0,-1-3 0,-4 1 0,0-4 0,-2 5 125,-1-2 0,0 4 155,0 3 1,0 0 252,0 4 117,-4 0 0,1 9 251,-4 3-674,4 1 0,-5 4 17,4 1 0,0 5-201,4 6 0,0 3 109,0 5 0,4 1-342,0-1 1,3 1-31,-3 3 1,-1-2-159,-3 5 0,4-3 42,0 4 0,-1-5 119,-3 5 1,0-6-270,0 2 0,0-8 140,0-3 0,0-3 40,0-1 0,-1-5 306,-2-2 0,6-27 0,-2-8 0</inkml:trace>
  <inkml:trace contextRef="#ctx0" brushRef="#br0" timeOffset="1825">1263 232 7934,'4'-8'-250,"-1"1"1,6 1 99,-2-1 0,4 2 91,4 5 0,2 0 43,5 0 0,5 0-186,3 0 0,-2 1 37,1 3 1,-3-3-57,3 3 0,-3 0 221,3 0 0,-5 0 0,-2-4 0,0 1 0,-4 3 0,-2-3 0,-1 3 0,-3-3 0,-1-1 0,-4 0 46,1 0 1,-6 1 12,2 3 9,-3-3 0,-2 9 147,-3-3 0,-2-1-81,-5 2 0,0-1-66,0 4 0,-1 0-167,-3 0 0,3 4 100,-3-1 1,4 1-92,4-4 1,-2 1 68,5 3 0,1-3-330,3 3 393,0-3 0,8-2 225,3-3 1,11-2 314,1-5 0,5-5-256,-3-2 1,5-6 159,-4-2 0,-1-5-110,-3 2 1,-6 1-118,-5-2 0,-5 2-166,-6-1 0,-1-2-264,-3 6 1,-7 3 240,-7 3-70,-3 6 0,-6 21 0,-1 12 0</inkml:trace>
  <inkml:trace contextRef="#ctx0" brushRef="#br0" timeOffset="2400">1958 254 7911,'-4'-11'561,"0"0"920,1 0-731,3 5-533,0 1 1,1 5-137,2 0 0,2 5 82,3 2 1,2 3-332,-3 1 0,1 1 190,0 3 1,0 1-147,-4 2 0,1 2-427,-1-6 0,-3 5 273,3-5 0,-3 5 154,-1-4 1,0-1 27,0-3 0,-1-3 450,-3-1 1,1-5-199,-4 2 1,3-3 369,-3-1 1,5-5-193,-2-2 0,-1-4 273,1-4 0,1 2-164,3-5 0,1 0-37,3 0 1,2-3-568,5 3 1,3 2 189,1 1 0,6 3-1373,1 1 0,1 1 203,7 3 1141,-1 2 0,34 15 0,6 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54.1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332 144 8084,'-8'0'493,"1"0"0,-2 5-86,-5 2 1,1 0-356,-1 5 0,-3-3 36,-2 10 1,-2-1 146,-1 4 0,2 4-595,1 0 0,0-4 287,4-4 1,0-1-790,4 1 0,5-2 862,2-5 0,3-9 0,1-4 0</inkml:trace>
  <inkml:trace contextRef="#ctx0" brushRef="#br0" timeOffset="200">67 199 8084,'0'-11'2178,"0"0"-1928,0 5 0,5 1 202,2 5 1,3 5-73,1 2 1,0 7-566,0 0 1,1 5-184,3-5 0,-3 6-427,3-2 0,-3 0 185,-1 0 0,0-5 610,0 2 0,-4-12 0,-3-5 0</inkml:trace>
  <inkml:trace contextRef="#ctx0" brushRef="#br0" timeOffset="374">45 276 8084,'-11'-7'398,"0"-1"0,4 5 569,-1-5 727,6 6-1157,-3-3 1,14 5-81,2 0 0,7 0-700,0 0 0,4 0 224,4 0 1,2 0-717,5 0 0,0 0 735,0 0 0,35 5 0,8 1 0</inkml:trace>
  <inkml:trace contextRef="#ctx0" brushRef="#br0" timeOffset="844">894 67 8097,'4'-11'-403,"-1"0"2315,6 0-1325,-8 0 0,3 4-205,-8 4 1,-3-2 74,-8 1 0,2 1-89,-6 3 1,1 0-346,-4 0 0,0 1 68,0 2 0,1 0-311,2 4 0,0-3 268,4 3-506,0 1 206,9 3 0,1 0-122,5 0 0,0 0 89,0 0 1,0 0 110,0 0 1,0 5 88,0 2 0,0 3-28,0 1 0,0 1 133,0 3 1,-3-2-61,-1 6 0,-4-6 137,0 2 1,2-3-86,-1-1 1,4-1 264,0-2 0,1 0-41,2-4 0,0-4-43,0-4 1,2-3-161,1 3 0,3-4 9,5 0 0,2-1-811,1-2 1,0-4 391,4 0 0,-3-3-650,3 3 1,-3-3 55,3 3 971,-4-4 0,12-13 0,-3-9 0</inkml:trace>
  <inkml:trace contextRef="#ctx0" brushRef="#br0" timeOffset="1109">640 287 8097,'-5'-11'0,"1"4"1019,-4-1 1,3 5 184,5-5-723,0 6 0,6-7-328,5 6 0,5-5-463,6 5 1,7-2-530,4 1 0,1 3 211,6-3 628,1-2 0,47 5 0,11-4 0</inkml:trace>
  <inkml:trace contextRef="#ctx0" brushRef="#br0" timeOffset="1594">1412 56 8069,'0'-6'1143,"-1"-3"-700,-3 5 0,-2 1-84,-5 3 0,-1 0-90,-3 0 1,2 0-22,-6 0 0,2 0-15,-1 0 1,-2 3 14,5 1 1,1 3-512,3-3 0,1 1 222,3-1 1,-2-2-678,5 5 407,1-4 109,3 7 1,0-4-11,0 5 1,3 0 104,1 0 0,1 1-4,-1 3 0,-3-2 11,2 6 1,-1 0 58,-2 7 0,0-2-7,0 6 0,0-6 144,0 2 1,-4-1-102,0 0 1,1-5 285,3 2 1,0-7-33,0-1 1,0-1 194,0-2-453,0 0 0,1-2-114,3-1 1,-2-2-206,5-2 1,2-3 141,6 2 1,2-1-1752,5-2 1937,5 0 0,17-16 0,9-7 0,6-2 0,0 1 0</inkml:trace>
  <inkml:trace contextRef="#ctx0" brushRef="#br0" timeOffset="2061">1787 243 8069,'0'-11'181,"0"0"0,-4 0 901,1 0 24,-1 0-735,-1 5 0,-1 1 43,-5 5 0,0 0-92,0 0 1,-5 6-96,-3 5 1,-1 1 5,-2 7 1,3-5-150,1 5 1,4-2-63,0 1 0,3 2-140,3-5 1,0 3-335,4-3 1,0-1 256,4-3 1,2 0-331,1 0 1,2-3 229,3-1 0,5-4-183,-2 0 0,4-1 81,-1-2 0,0-5 6,4-3 0,-1 2-20,2-1 0,0-2-56,-4-5 0,1 1 291,-1-1 1,-4-2 159,0 1 0,0-5 240,-4 2 0,-1 1-201,2-2 0,-6 6 555,2-2 1,-3 3-337,-1 1 1,0 4 532,0-1-484,0 6 1,0-2 227,0 8 0,-4 2-147,1 5 1,-1 0-125,4 0 1,0 5-387,0 2 1,0 0 138,0 0 1,1-3-614,3 3 0,-3-3 350,3 3 0,2-5-689,1 2 1,-1-3 443,2-1 0,-1-4 507,4-4 0,20-31 0,4-9 0</inkml:trace>
  <inkml:trace contextRef="#ctx0" brushRef="#br0" timeOffset="2545">1974 100 8247,'5'-6'923,"1"-3"-695,5 5 1,2 0-3,1 0 1,3 3-262,6-3 1,-3 3 82,-1 1 1,0 0-332,-4 0 1,3 1 244,-3 3 1,-1-1 139,-7 8 1,3-2 9,-3 6 0,-1-2-54,2 2 1,-5-2-38,5 6 0,-2-5 37,1 5 1,2-1-114,-6 4 1,5 0 150,-5 0 1,5 0-181,-5 0 0,5 0 81,-5 0 1,2-1-142,-1-2 0,-3 0 117,3-4 1,-3 0 179,-1-4 1,-1-4 144,-3 0 0,-3-3-89,-8 3 0,-2-4-273,-5 0 1,-4-1 104,0-2 1,1 0-1656,3 0 1614,0-5 0,9-16 0,4-8 0</inkml:trace>
  <inkml:trace contextRef="#ctx0" brushRef="#br0" timeOffset="3011">2757 342 7993,'11'-9'401,"0"1"0,0 0 24,0 4 1,1-3 9,3 3 0,1-1-549,2 1 0,3 3 135,-2-3 1,1 3-988,2 1 1,-1 0 201,-2 0 764,-3 0 0,4 10 0,4 2 0</inkml:trace>
  <inkml:trace contextRef="#ctx0" brushRef="#br0" timeOffset="3176">2713 486 9029,'11'-4'287,"0"0"1,6 1-723,5 3 1,5 0 434,6 0 0,44-10 0,12-2 0</inkml:trace>
  <inkml:trace contextRef="#ctx0" brushRef="#br0" timeOffset="3852">3793 320 7984,'6'-11'0,"-2"0"0,-3 0 1124,-1 0-225,0 5-594,0-4 1,-5 9-81,-2-3 0,-4 3 183,-4 1 1,-1 5-132,-2 2 0,-3 3 92,3 1 0,-7 0-73,0 0 0,-1 5-77,4 3 1,1-2-232,3 1 1,-2-3 100,5 3 0,1-1-528,3 2 0,5-3 290,2-5 0,3 0-528,1 0 0,5-2-25,2-1 0,4 0 298,4-4 0,-2 0 25,5-4 0,1-5 56,3-3 1,-4-1 31,1-2 1,-2 0 51,1 0 0,2 0 139,-6 0 1,5 0 30,-4 0 1,-1-4 175,-3 0 0,3 0 120,-3 4 0,2 0-156,-5 0 1,0 4 29,-1 0 1,2 3 2,-5-3 605,-1 4-251,-3-2 599,0 5-705,-4 5 1,2-2 311,-1 4 0,-2 0-140,1 4 1,0 0-161,4 0 1,0 0-63,0 0 0,0-3-77,0-1 0,0 0-130,0 5 1,0-1 95,0 0 0,2-2-621,1-1 1,0 2-368,4-3 1,-3-1-1867,3 1 2663,0-4 0,63-23 0,15-10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48.9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264 97 7905,'0'-11'0,"0"0"0,0 0 0,0 4 1266,0 0-360,0 4 0,0 10-589,0 8 0,0 7-135,0-3 0,0 5-20,0 2 0,0 3-103,0-3 0,0 5-62,0-2 1,0 2 122,0-2 0,-1 3-451,-3-3 1,2-2 199,-5-1 1,3-3-222,-3-1 1,0-5-51,0-2 144,-3-8-40,4-2 1,-4-10 75,3-2 0,-2-4-7,6-4 1,-1 2 70,4-6 1,-4 1 38,1-4 1,-5 0-13,5 0 0,-6 4 78,2-1 0,-3 6-83,-1-2 0,0 4 358,0 4 1,-1 2 149,-3 5 0,3 0-180,-3 0 1,4 5 31,4 2 0,-2 6-115,5 2 0,0 5 195,0-2 0,3 3-114,-3 1 0,4-1-191,4-3 0,-2 3-96,5-3 0,1-3 62,3-4 1,1-1-500,3-6 1,1 3 267,2-3 1,3-2-689,-3-6 0,3-2 408,1-5 1,0-1 545,0-3 0,25-41 0,5-15 0</inkml:trace>
  <inkml:trace contextRef="#ctx0" brushRef="#br0" timeOffset="158">452 285 7905,'0'-6'169,"0"-4"1905,0 9-1342,5-4 1,-4 6-302,3 3 0,-3 2-194,-1 5 0,0 3-20,0 1 0,0 5-690,0-2 1,1 3 406,3 1 0,-3 0-681,3 0 1,-3-4 260,-1 1 486,0-6 0,5-7 0,1-7 0</inkml:trace>
  <inkml:trace contextRef="#ctx0" brushRef="#br0" timeOffset="283">518 97 7905,'0'-11'-652,"0"0"1,1 1-54,3 3 705,-3 2 0,19 25 0,-2 4 0</inkml:trace>
  <inkml:trace contextRef="#ctx0" brushRef="#br0" timeOffset="627">749 208 7905,'-11'0'-74,"0"0"1,0 0 120,0 0 1,0 0 505,0 0 1,0 0-146,0 0 0,-4 3-175,1 1 0,-1 1 56,4-2 200,0-1-632,0 7 1,1-2 122,3 4 1,3-4-172,8 0 1,2-3 109,5 3 1,5-1-485,2 2 0,4 2 41,4-3 0,2 3-148,5 1 0,0 0 373,0 0 0,-3 4 299,-1-1 0,-5 1-65,-2-4 1,-6 0 64,-9 0 0,-2-4 642,-5 1 0,-6-5-378,-5 5 1,-10-6 194,-9 2 0,-1-3-427,-3-1 1,-2 4-532,-1-1 0,4 1 499,4-4 0,9 10 0,-1 2 0</inkml:trace>
  <inkml:trace contextRef="#ctx0" brushRef="#br0" timeOffset="967">937 108 7908,'0'-7'0,"0"0"0,0 3 1485,0-3-399,0 4-655,0-2 1,5 14-338,2 2 0,8 8 77,3 3 0,-1 2-575,2 5 0,-1 1 266,4 3 1,-1 5-567,-3 2 0,-2-2 417,-5-1 0,-5-8 287,-2-3 0,-17-3 0,-6-1 0</inkml:trace>
  <inkml:trace contextRef="#ctx0" brushRef="#br0" timeOffset="1411">970 296 7908,'6'-11'0,"4"0"0,-3 0 0,3 1 391,1 3 0,5 0-56,2 4 0,-1 1 34,2-1 1,-1 3-320,4 3 1,4 4 102,0 4 0,-4 3-319,-4 1 0,-1 5 200,2-2 0,-3 3-391,-5 1 0,-2 0 229,-1 0 0,-3-4-49,-5 1 0,0-6 11,0 2 0,-4-3 64,0-1 0,-3-3 195,3-1-225,-4-5-245,6 3 282,-2-5 1,4-1-146,0-3 1,1 2 52,2-5 1,0-1 83,4-3 1,-3 0-22,3 0 1,-3 0 194,3 0 0,-3 0 149,3 0 0,-4 0 228,0 0 1,2 4 798,-1-1-536,5 1-410,-3-4 0,5 5-35,0 2 0,1 3-179,3 1 1,-3 0 101,3 0 1,-3 5-396,-1 2 1,1 4 28,3 4 1,-4-3-109,0 3 1,0 1-357,-4-2 0,-1 6 302,2-2 0,-6 2-1088,2-2 1427,2-2 0,0-10 0,5-1 0</inkml:trace>
  <inkml:trace contextRef="#ctx0" brushRef="#br0" timeOffset="1567">1488 152 7908,'-7'-14'0,"-1"-1"651,6 0-370,-3 4 0,6 5-1711,3 2 1430,-3 8 0,38 37 0,4 12 0</inkml:trace>
  <inkml:trace contextRef="#ctx0" brushRef="#br0" timeOffset="2110">1631 130 7935,'-1'-11'0,"-3"0"1475,3 0-972,-4 0 1,5 6-93,0 5 0,0 9-254,0 6 1,5 4 62,3 0 0,1 5-24,2 2 1,4 7 23,0-4 0,-1 7-389,-3-3 1,1 0 98,-1 4 1,-2-1-499,-1-2 1,0 0 306,-4-8 0,0-1 7,-4-3 0,-2-5 128,-1-2 0,0-7-129,-4-5 287,4-2 0,-1-2-144,4-2 0,0-4-366,0-4 1,4-1 158,4-3 1,-2 2 296,1-5 0,1 4-19,3-1 0,0-2 137,0-1 1,-4 2 294,0 1 1,0 3-245,0 1 0,3 0 51,-3 0 1,-1 4-34,1-1 0,1 6 40,3-2 0,0 3 13,0 1 1,4 5-454,-1 2 1,5 3 16,-5 1 1,1 4-38,-4-1 0,-1 5 64,-3-5 0,-2 2 109,-5-1 0,-5-3 153,-2 3 0,-9-6-97,-6-2 1,-1-5 135,-7 2 0,5-3-70,-5-1 0,6 0-1004,-2 0 964,8 0 0,21-5 0,11-1 0</inkml:trace>
  <inkml:trace contextRef="#ctx0" brushRef="#br0" timeOffset="2742">2105 395 7917,'5'-6'141,"-4"-4"1,6 9 180,-4-3 1,-1 4-47,1 4 0,2 2-169,-1 5 0,-1 1-44,-3 3 1,0-2 7,0 6 1,4-5-169,0 5 0,-1-4 90,-3 3 1,0-5-7,0 2 0,2 1-29,1-1 0,-1-1-138,1-3 0,0-1-394,0-2 392,4 1 1,4-7-301,0 1 0,0-2 142,0-1 0,3-4 62,1-4 0,0-5 144,-4-2 1,3-1 133,1 1 0,-1 2 0,-7-5 0,2 4 193,-6-1 1,1-1 445,-4 2 0,0-1-37,0 4-85,0 0-98,0 5-480,0 1 0,0 6 136,0 3 0,0 2-126,0 5 1,1 0-12,3 0 1,-2 1-15,6 3 1,-5-3-51,5 3 1,-5 1 103,5-1 1,-1-1-8,4-3 0,0 0 17,0 0 1,0-3 84,0-1 0,0-4-76,0 0 1,0-2-410,0-1 1,0-1 97,0-2 0,0-4-58,0-4 0,0-1 372,0-3 0,-5 2 0,-2-5 0,-3-1-165,-1-3 0,0-1 165,0-3 0,0 2 309,0-6 0,0 1-175,0-4 0,-5 0 590,-2 0 0,-1 5-182,0 2 0,-2 4 62,3 3 1,1 3 318,-1 5-650,4 5 0,-2 3-41,5 6 0,0 5 0,0 6 0,5 5-222,2 6 1,3 0 96,1 4 1,2 4-283,1 4 0,-2 0 104,3-4 0,-6 0-111,-2 0 0,0 0-590,4 0 1,-3-5 391,-1-2 1,-4-7-1589,0-5 919,3-2 1049,1-5 0,18-42 0,5-14 0</inkml:trace>
  <inkml:trace contextRef="#ctx0" brushRef="#br0" timeOffset="3101">2513 384 8351,'0'-11'1216,"1"5"-1201,3 2 1,2 3 203,5 1 0,5 5-78,3 2 1,3 3-220,3 1 0,4 0 74,4 0 0,-2 0-253,-1 0 1,0 0-26,-4 0 1,0-5-41,-4-2 0,-4-3-35,1-1 1,-6 0 116,2 0 1,-3 0-31,-1 0 0,0-1 50,0-3 0,-1-2 150,-3-5 0,0 4-106,-4-1 0,-2 1 302,3-4 0,-4 0 12,-4 0 1,-2 5 98,-5 2 0,-3-1 279,-1 2 1,-5-1-239,2 4 1,2 0 162,1 0 1,-1 4-132,2-1 0,3 6 154,3-2 0,5 4-85,-5 4 0,6-2-328,-2 6 1,4-5-72,4 5 1,6-4-81,4 3 1,6-3-772,-2 3 0,8-5 510,3 2 1,3-3-1003,1-1 1363,5 0 0,41-9 0,14-4 0</inkml:trace>
  <inkml:trace contextRef="#ctx0" brushRef="#br0" timeOffset="3645">3494 384 8464,'0'-11'1776,"0"5"-1555,0 1 0,2 5 149,1 0 1,0 6-178,4 5 0,0 1-236,4 7 0,-3-2-120,-1 1 0,-1 2-360,2-6 1,1 5 496,-1-4 0,-2-1 26,1-3 0,1-14 0,3-5 0</inkml:trace>
  <inkml:trace contextRef="#ctx0" brushRef="#br0" timeOffset="3769">3461 174 7941,'-3'-14'0,"-1"-1"0,-3-1 560,3 1 892,0 8-2107,4-3 1,0 12 303,0 1 0,2 3-903,1 5 1254,3 0 0,25 5 0,4 1 0</inkml:trace>
  <inkml:trace contextRef="#ctx0" brushRef="#br0" timeOffset="4010">3682 97 7997,'0'-7'174,"0"0"1168,0 4-865,0-2 0,4 10-54,-1 2 1,6 6-244,-2 5 1,7 2-168,0 9 1,6 4-13,-2 4 0,3 7 88,1-4 1,-1 6-900,-3-6 0,2-2 486,-5-1 0,-1-4-1629,-3-4 1953,-5-2 0,-6-24 0,-6-6 0</inkml:trace>
  <inkml:trace contextRef="#ctx0" brushRef="#br0" timeOffset="4210">3660 263 7997,'-5'-11'1135,"-1"0"0,1 1-977,5 2 1,5 4 29,6 4 0,3 3-472,1 1 1,8 4-262,0 0 0,5 3-589,-3 4 0,7-3 1134,1 2 0,49 4 0,-32-10 0,0 1 0</inkml:trace>
  <inkml:trace contextRef="#ctx0" brushRef="#br0" timeOffset="4419">4057 53 7997,'0'-16'0,"1"5"433,3 0 0,2 1 655,5 7 0,6 2-63,5 8 1,6 6-455,9 13 1,3 3-51,8 8 1,-1 7-155,4 8 1,-6 3-369,-1 4 0,-7-4 105,-11 0 0,-11-5-1378,-15-6 0,-11-9-9,-11-6 1,-7-7 1282,-7-7 0,-38-15 0,-13-13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47.4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45 7940,'0'-8'59,"0"1"224,0-2 0,-5 4-180,-3 2 1,2 0 116,-1 0 1,0 1 25,-4-1 0,-2 1 9,-1 2 0,1 5-1,-1 3 1,-2 2-6,1 1 0,-3 0-28,3 0 1,0 1-207,4 3 0,0-2 121,0 5 0,1 0-382,3 0 0,-1 3 172,4-3 0,0 2-581,4-2 0,0 2 55,0-6 1,6 4-211,5-7 1,2 2 239,5-6 1,0-2 569,4-1 0,35-18 0,8-4 0</inkml:trace>
  <inkml:trace contextRef="#ctx0" brushRef="#br0" timeOffset="401">562 89 7911,'0'-11'0,"0"0"803,0 0-411,-4 0 1,-3 4-130,-4 4 0,0 2-285,0 1 0,-1 1 62,-3 2 0,2 4 70,-5 4 0,0 0 55,0 0 1,-2 3-160,6 1 1,-1 0 1,4-4 1,0 3-116,0 1 0,1 1-14,3-1 0,1-3-180,2 3 0,3-3-153,-3-1 1,4-1 185,4-3 1,-2 2-4,6-6 1,-1 1 78,4-4 1,1 0 93,3 0 1,-2-1-103,6-3 0,-5-2 237,5-5 0,-6 0 90,2 0 0,-3 0 73,-1 0 1,4-4 154,0 1 0,-2-2-153,-6 1 0,3 3-61,-2-3 1,1 4 7,2 4 164,0-3-195,1 9 0,-5-4-50,0 5 0,-4 1-44,0 3 1,-1 3-149,-2 8 0,0-2-143,0 5 1,-4-3 92,0 4 1,-1-5-354,2 5 0,0-5 231,-4 5 1,3-5 295,-3 5 0,9-1 0,-1 4 0</inkml:trace>
  <inkml:trace contextRef="#ctx0" brushRef="#br0" timeOffset="820">772 122 7905,'6'-11'2255,"-1"5"-1515,-5 1 0,0 17-685,0 3 0,0 3-54,0-3 1,0 1 29,0 2 0,0 3-244,0-3 0,-4-1 28,1 2 0,-2-6 71,1 2 1,3-3-98,-3-1 0,3 0-72,1 0-207,-5-5 180,4 4 207,-4-9 1,6 3-17,3-8 1,-2-1-25,6-2 1,-2-3 156,1 3 0,3-3-89,-3-1 1,7-4 210,0 1 1,2-1-45,-1 4 1,-2 0 147,6 0 0,-4-1-64,3-3 0,0 4-23,4 0 1,-3 1 24,-1 6 0,-1-3 111,2 3 0,0 1-25,-4 3 0,-2 5 85,-5 2 0,1 3-139,-1 1 1,-3 4-32,-2-1 0,-1 6-402,-2-2 0,0-1 159,0 2 1,0-1-929,0 4 1,-4-3 535,0-1 0,-1-3 456,2 3 0,21-9 0,2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45.8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286 66 7965,'1'-13'0,"1"-1"266,2 1 0,0 7 1128,-4-5-942,0 7 1,-6-1-159,-5 5 0,-2 9 59,-5 2 0,0 11-73,-4 0 1,-5 12 11,-3 3 0,3 1-69,2 2 0,1 4-156,2 4 0,5 5 113,2-2 1,4-2-871,4-1 0,3-8-114,8-3 1,7-11-1655,7-4 2458,8-12 0,56-35 0,-32 4 0,1-1 0</inkml:trace>
  <inkml:trace contextRef="#ctx0" brushRef="#br0" timeOffset="940">605 287 7965,'0'-11'0,"0"3"-767,0 1 0,0 3 767,0-3 0,0 4 102,0-1 0,-3 5 131,-1 2 0,-3 7 10,3 5 1,-3 5-130,3-2 1,-3 3-185,3 1 0,-3 0 146,3 0 0,-3 0-327,3 0 1,0-4 184,4 1 0,0-5-633,0 5 190,0-6 509,5 3 0,3-10 0,6-2 0,-1-4 0,1-4 0,2-2 0,-1-5 0,4-3 0,0-1 0,-2-5 0,1 2 0,-4-3 0,1-1 0,-3 1 0,-1 3 0,-1-3 0,-3 3 0,2 2 0,-6 1 0,5 3 0,-5 1 0,2 0 0,-1 0 0,-3 5 0,4 1 0,-5 5 0,0 1 0,0 3 0,0 2 0,0 5 0,-4 0 0,1 0 0,-5 3 0,5 1 0,-5 5 0,5-2 0,-5-1 0,4 2 0,1-6 0,3 2 0,0 1 0,0-2 0,0 1 0,0-4 0,0 0 0,5-5 0,2-2 0,4-3 0,4-1 0,-2-6 0,6-5 0,-2-1 0,1-7 0,3 1 0,-3-4 0,-1 0 0,2 0 0,-4 3 0,3 1 0,-5 1 0,2-1 0,-3 2 0,-1 5 0,-3 0 0,-1 0 0,-4 4 0,1 3-53,-4 4 1,0 1 56,0 2 0,0 0 75,0 4 0,0 1-47,0 3 100,0 0 1,2 0-89,1 0-17,3 0 1,5 0-23,1 0 0,-1-4 36,0 0 0,0-4-64,0 1 1,-3 1 48,3-2 0,-2 1-107,5-4 0,-1 0 86,-2 0 0,1 0-217,3 0 0,-3-5 212,3-2 0,1-3 0,-2-1 0,0 0 0,-7 0 0,3 0 0,-3 0 0,-2-2 0,-1-1 0,-3 2 0,-1-3 0,-1 4 0,-3 3 0,-2 0 0,-5 4 0,-4 1 0,1 3 0,-6 1 103,2 2 0,-3 1 222,-1 7 0,3-2 315,1 5 1,3 4-261,-3 0 0,4 1 11,0 0 1,5 2-39,2-3 1,4 3-221,0 1 1,1 4 41,2-1 1,9-3-162,2-3 0,6-6-389,-2 2 0,8-4-614,-1-4 0,3-2 989,-3-5 0,24-24 0,7-7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06.7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33 194 8629,'11'4'1379,"0"0"0,-3 4-1425,-1 0 0,-1 1 95,2 2 0,0 5-1339,-4 3 0,3-2 168,-3 1 1122,4-4 0,-1 2 0,4-5 0</inkml:trace>
  <inkml:trace contextRef="#ctx0" brushRef="#br0" timeOffset="131">11 18 7861,'-6'-5'-36,"1"3"396,5-6-360,0 6 0,20 26 0,4 13 0</inkml:trace>
  <inkml:trace contextRef="#ctx0" brushRef="#br0" timeOffset="484">342 150 7861,'-11'-6'-59,"0"1"0,0 5-112,0 0 0,4 1 20,-1 3 302,1-3 0,0 9 22,-1-3 1,6 0 175,-2 0-375,3 0 0,1 4 97,0 0 0,5-3-164,2-1 1,4 0 98,4 4 1,-2 0-334,6 0 1,-1 0 149,4 0 1,0 4 21,0 0 1,0 4 131,0 0 0,-1-2 127,-2 1 1,0 0 245,-4 0 0,-2-2-172,-5-5 0,-3 0 230,-5 0 1,-5-5-118,-3-2 0,-8-3 383,-6-1 0,0 0-185,-3 0 1,-2 0-774,1 0 1,1 0 172,7 0 111,2 0 0,59-29 0,13-8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03.9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232 221 7848,'0'-7'-860,"0"0"2025,0-1-319,0-3-26,0 0-609,0 0 1,0 4-111,0-1 1,-1 6 51,-3-2 1,1 3 9,-4 1 1,0 0 14,-4 0 0,-4 5 53,0 2 0,-4 3-172,0 1 0,-2 4 64,-1 0 0,2 4-98,1 0 0,1 1 69,7 2 0,-1 0-490,8 1 1,0-1-81,4 0 1,6-4-343,5 0 0,7-8-344,7 1 0,3-7 1162,6 0 0,10-15 0,8-7 0,5 0 0,-1 0 0</inkml:trace>
  <inkml:trace contextRef="#ctx0" brushRef="#br0" timeOffset="583">596 188 7848,'0'-11'221,"0"0"1,-2 4 223,-1-1-191,-3 6 1,-9-3-28,0 5 1,-1 5-216,2 2 0,-4 4 85,-4 4 1,1-1-83,3 4 0,-1-3 121,4 3 1,-4 0-221,5 4 0,0-3 31,7-1 0,2-4-52,5 0 1,0-1-91,0-2 1,5-2-127,2-1 0,4-3-250,4-5 1,2 0 256,5 0 1,-3-5-135,-1-3 0,-3-5 448,3-2 0,-3-1 0,3 2 0,-3 0 0,3-4 0,-4 4 0,0 0 0,-1-2 0,-2 1 0,-2 0 0,-1 4 0,2-2 81,-3 2 0,-1-3 223,1 7 617,-4 2-345,7 0-54,-9 5 1,5 5-147,-2 2 1,-3 7-38,3 1 1,-3 3-112,-1-3 0,0 4-132,0 0 1,0-2-15,0 1 1,-1 1-107,-3 3 1,1-4-8,-4 0 1,5-4-74,-2 0 1,-1-1-174,1-2 0,-1-5-14,2-2-444,2-3 502,-4-1 0,5-1-53,0-3 1,3-3 95,1-8 0,1 3 57,-1-3 1,-2-2 121,5-2 0,-3 2 253,3-1 1,-3 1 31,3-2 1,1 0-138,3 4 1,0 0-51,0 4 0,4 0-14,-1 0 1,5 1 129,-5 3 1,6 2-2,-2 5 0,2 1-65,-2 3 0,-2 2-66,-5 5 0,-3 1 33,-1 3 1,-5 1-204,2 2 1,-3 3 79,-1-2 0,-1 2-566,-3 1 1,3 0-73,-3 0 1,0-4 656,0 0 0,20-19 0,8-1 0</inkml:trace>
  <inkml:trace contextRef="#ctx0" brushRef="#br0" timeOffset="893">1224 166 7848,'0'-11'0,"0"4"296,0-1 0,-1 2 19,-3-1 0,2 2-33,-6 5 0,1 0-58,-4 0 0,0 4-13,0-1 1,0 6-80,0-2 0,3 3 92,1 1 1,3 0-288,-3 0 0,5 1 111,-2 3 1,3-3-139,1 3 1,3-3 13,1-1 1,5 0-28,-2 0 1,3 0 49,1 0 0,0-1 80,0-2 1,4 1 54,-1-1 1,1 0-59,-4 0 0,-5 2-1,-2-3 0,1-1 23,-2 1 1,0-4-132,-7 0 1,-3 2-216,-8-1 0,-2 3-467,-5-3 0,2 1 767,-2-1 0,-2-8 0,-9 3 0</inkml:trace>
  <inkml:trace contextRef="#ctx0" brushRef="#br0" timeOffset="1192">1478 56 7861,'-7'-11'0,"-2"0"2008,1 0-665,3 5-802,0 1 0,5 7 84,0 6 0,2 0-237,1 11 1,3-1-302,5 4 1,1 4 12,-1-1 0,0 6-300,0-2 0,-2 3 232,-1 1 1,0 0-1054,-4 1 0,3-1-47,-3 0 0,0-5-339,-4-2 0,0-4 1407,0-4 0,-10-36 0,-2-14 0</inkml:trace>
  <inkml:trace contextRef="#ctx0" brushRef="#br0" timeOffset="1678">1356 221 7861,'0'-7'327,"0"0"257,0-1 1,1 2-420,3 2 0,7 3-523,8 1 1,6 1-504,5 3 1,6 2 382,5 5 0,4 0 478,7 0 0,-6 0 0,6 0 0,-7-3 0,-5-1 0,-2-4 0,-5 0 0,-6-2 0,-5-1 0,-9 0 0,-8-1 0,-5-2 0,-2 0 101,-1-4 1,-2 3 105,-3-3 1,-1 4 83,1 0 0,-2 1-52,-1 2 0,-3 0-5,-1 0 1,-1 4-77,1 0 0,-1 4 23,-2 0 1,-2 1 32,6 2 0,-2 2 73,1 1 1,3-1-321,-3 1 0,4-1 128,4-2 0,1 0-773,2 0 534,3 5 0,1-4-405,7 3 0,3-7 221,1-1 1,1-4-136,3 1 0,-2-8 182,6-3 1,-2-3 280,1-1 0,2-4 73,-5 0 0,1-3-107,-2 3 0,-2-4 495,3 0 1,-4 2-225,-3-1 1,1 4 168,-1 0 1,-2 3 192,1 3-697,-4 3 82,2 5 1,-5 5-45,0 3 0,0 5-178,0 2 1,0 3 95,0-3 1,0 3-242,0-3 0,0 3 128,0-3 1,0 0-344,0-4 598,0 0 0,14-10 0,5-2 0</inkml:trace>
  <inkml:trace contextRef="#ctx0" brushRef="#br0" timeOffset="2053">2051 254 7687,'6'-5'1830,"-1"4"-1242,0-4 0,-3 5-182,5 0 1,-4 5-108,1 3 0,1 5-87,-2 2 1,5 4 200,-5 0 1,2-2-188,-1 1 1,-3 1-315,3 3 1,-2-5 26,2-2 1,-3 0 134,3 0 0,-3-4-451,-1-3 0,1-6 6,3 2-434,-3-3 0,8-2 189,-6-3 1,5-6-18,-5-5 1,2 0 314,-1 0 1,-2 1 130,6-4 1,-5 3 108,5-3 0,-5 1-99,5-2 1,-5 3 238,5 5 1,-2 0-123,1 0 0,3 5 439,-3 3-238,3-4 0,1 6 12,0-2 1,-1 6-89,-3 5 0,2 1-53,-5 2 1,3 2-104,-3 1 1,-1 0-165,-3 4 0,4-4-30,0 0 1,-1 2 126,-3-1 0,2 0 158,1-4 0,23-10 0,10-2 0</inkml:trace>
  <inkml:trace contextRef="#ctx0" brushRef="#br0" timeOffset="2268">2426 1 7861,'-8'0'1285,"1"0"-804,4 0 0,-1 1 37,4 3 1,0 7-60,0 7 0,4 4 9,4 4 0,5 3-339,2 8 0,3-1 41,-3 4 0,5 0-884,-2 4 0,2-1 498,-2-2 0,-2-4-1177,-5-8 0,0-7 133,0-7 1260,0-3 0,0-26 0,0-5 0</inkml:trace>
  <inkml:trace contextRef="#ctx0" brushRef="#br0" timeOffset="2434">2426 243 7861,'-7'-5'0,"-1"3"2820,4-5-2057,1-1 1,4 2-681,2 2 0,5 3 92,6 1 1,7 0-640,5 0 1,3 0 463,-3 0 0,59 10 0,10 2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8:58.7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319 121 7892,'10'-11'-216,"-3"0"0,-1 4 1323,-2 4-642,-3 2 1,-2 1 13,-10 0 1,-3 6-39,-8 5 1,2 5-178,-10 6 1,1 1 334,-4 3 1,0 3-165,-1 8 0,3 2-303,1 5 0,5-1 43,6-3 0,8 3-796,7-2 0,9-3-139,6-2 0,11-6-581,11-4 1,5-9-550,7-6 1890,-1 0 0,44-35 0,-39 12 0,1-1 0</inkml:trace>
  <inkml:trace contextRef="#ctx0" brushRef="#br0" timeOffset="467">804 440 7935,'-5'-11'700,"4"0"-356,-9 0 1,5 0-7,-2 0 0,-3 5-79,3 2 1,1 3-22,-2 1 0,0 0-30,-7 0 0,3 5 12,-3 2 0,3 1-107,1 3 0,0-3 81,0 7 0,0-1-260,0 0 1,1 0 69,2 4 1,0-3-360,4 3 1,1-3 2,3 3 1,0-4-200,0 0 0,4-3 21,4-3 0,3 0 201,4-4 1,-2 0-60,5-4 1,-3-5 13,3-3 1,-3-1 214,3-2 0,-4 0-6,1 0 0,1-4 358,-2 0 1,0 1 153,-7 2 9,3-3 1,-8 2 600,6-1-465,-6 1-97,3 2-119,-5 5-152,0 1 32,0 5 0,4 2-425,-1 1 60,1 3 1,0 5-52,-1 0 0,2 0-357,-1 0 0,-3 0 282,3 0 0,1-3-367,-2-1 702,6 1 0,7-7 0,7-2 0</inkml:trace>
  <inkml:trace contextRef="#ctx0" brushRef="#br0" timeOffset="760">991 374 7935,'4'-11'306,"0"0"1,-1 4 145,-3-1-246,5 6 0,-2-3-120,4 5 0,-4 1 134,0 3 0,2 2-284,-1 5 1,1 1 83,-2 3 1,-1-1-219,1 4 0,2-3 86,-1 3 1,3-3 23,-3 3 1,3-4 119,-3 0-3,5-1 0,-5-2 463,4 0-324,2-5 0,-4-1 181,5-5 1,0-5-72,0-3 1,0-5-75,0-2 0,0-4-23,0 0 1,4-2-202,-1-1 0,1 2-212,-4 1 0,0 0-419,0 4 1,0 0-664,0 4 0,-4 4 1314,1-1 0,9 30 0,6 4 0</inkml:trace>
  <inkml:trace contextRef="#ctx0" brushRef="#br0" timeOffset="1384">1410 451 8841,'11'0'-91,"0"0"1,0-3 111,0-1 1,0 0-93,0 4 1,4-3 83,0-1 0,0-3-144,-4 3 1,-2-5 79,-1 2 1,0 1-64,-4-1 1,0-1 81,-4-3 1,-2 4-107,-1 0 1,-5 4 133,-6-1 1,0 3 3,-4 1 0,4 1 335,0 3 1,-1-1-154,4 4 0,-5 0 288,9 4 1,-6 0-174,6 0 0,1 4-206,-1 0 1,4 4 88,0 0 0,1-2-534,2 1 1,2-1 139,1 2 0,3-3-65,5-5 0,5-2-444,3-1 0,1-3 273,3-5 0,2-5 117,1-3 0,3-6 333,-3-5 0,-1-1 0,-7-3 0,2 1 0,-6 0 0,0 4-94,-7 0 0,2 1 325,-6-2 44,6-2 1,-7 9 211,6-3-78,-6 8 109,8-3-317,-4 9 1,1 0 55,1 4 0,-6 6-104,2-2 0,-3 4 2,-1 4 1,0-3-1,0 3 1,0 1-196,0-1 0,-4 4 74,1 0 1,-2-1 47,1 4 1,3-6-21,-3 6 1,2-6 30,-2 2 1,3-4 348,-3 0 1,3-5 179,1-2 1078,0-4-1157,0-8 1,1-4-146,3-9 0,2 0-163,5-4 1,-2-2-139,2-1 0,-3 1-762,7-1 0,2 1 483,1 2 0,3 4-1881,1 0 0,5 4 2063,3-1 0,31 28 0,9 6 0</inkml:trace>
  <inkml:trace contextRef="#ctx0" brushRef="#br0" timeOffset="2168">2193 418 7935,'-1'-11'0,"-3"0"0,2 1 1044,-6 3-625,6-3 0,-8 9-115,3-3 1,-3 3-404,-1 1 0,0 1 103,0 3 1,4 2-99,-1 5 1,1 1 64,-4 3 0,1-3-73,3 3 1,-2 1 124,5-1 1,0 3-131,0-3 0,3 0-102,-3-4 1,3 0-73,1 0 1,3-4-160,1 0 1,8-4 147,-1 0 0,3-1-29,-3-2 1,0-2 43,0-1 1,0 0 245,0-4 1,0 0 30,0-4 0,-4 0 0,1 0 0,-5-1 0,5 1 0,-6 0 0,2 0 0,-3 0-5,-1 0 1,4 4-38,-1 0 648,1 4-236,-4-7 230,5 9-379,-4 1 1,4 6-182,-5 5 1,0 0-16,0 0 0,0 0-147,0 0 0,4 0 48,-1 0 0,5 1-147,-5-1 1,6 0-38,-2 0 0,4-4 55,4 0 0,-3-4 119,3 0 1,2-1-15,2-2 0,1 0 214,2 0 0,1-5-47,-1-3 0,0-1 100,0-2 1,-2 0 97,-1 0 0,0-1-62,-4 1 0,4 0-11,-5 0 1,1 0 87,-4 0-62,-5 0 1,-1 0 85,-5 0-298,0 5 1,-5 0 121,-2 2 1,-3 3-118,-1-3 0,-4 3 49,1 1 0,-5 4-80,4 0 1,0 1 70,0-2 0,6 2 66,-2 2-238,3 3 0,2-4 48,2 5 1,3 0-147,1 0 0,1 0 42,3 0 0,2 0 26,5 1 1,3-1 367,1 0 1,3 3-135,-3 1 1,1 0 672,-1-4 0,-4 1-355,0 3 1,-5-7 317,-6 3 0,0-2-222,0 2 1,-10-4-434,-5 1 1,-4-6-82,-3 2 1,-5-3-214,-3-1 0,2 0-411,-1 0 0,6 0 639,1 0 0,14-25 0,9-5 0</inkml:trace>
  <inkml:trace contextRef="#ctx0" brushRef="#br0" timeOffset="2552">2843 462 7935,'12'0'0,"-1"0"333,0 0 1,0 0-93,0 0 1,0-1-85,0-3 1,0 2-336,0-5 0,-1 3 134,-3-3 0,3 3 9,-3-3 0,-2-1 88,-1-3 1,-3 0-220,-1 0 0,-1 4 75,-3 0 1,-2 0 269,-5 0 1,0 2-15,0 5 1,-5 0 232,-3 0 1,2 1 304,-1 3 0,3 2-260,-3 5 0,3 0 34,-3 0 0,5 1-89,2 3 1,0-1-19,4 4 0,2-3-150,2 3 0,3-1-107,3 2 0,5 1-100,6-1 0,7-3-199,5-2 1,6-3-1114,1-3 0,0-3 699,4-5 0,-3 0-1473,-1 0 2073,-5 0 0,14-30 0,-2-6 0</inkml:trace>
  <inkml:trace contextRef="#ctx0" brushRef="#br0" timeOffset="3602">3759 518 7864,'1'-12'0,"1"1"82,2 0 1,0 0 172,-4 0 1,1 0 244,2 0 1,-1 0-123,1 0 0,-3 4 39,-3 0 0,-3 3-127,-5-3 0,-1 4-208,1-1 0,-4 3 144,-4 1 1,-2 5-110,-1 2 1,1 3-47,3 1 0,-2 5-110,6 3 1,-5-2-319,5 1 0,-1 0 175,4 5 1,5-6-201,2-3 1,3 2-68,1-1 227,0 0 1,5-5 66,2-3 1,4-2-32,4-5 1,1-5 9,2-2 1,3-5-16,-3-2 0,2 0-145,-2-4 0,2 3 120,-5-3 0,1 3 166,-2-3 1,-1 3-114,1-3 0,-5 4 411,-2 0 0,-4 1-136,0 2 488,3 0-303,-4 5-140,7 1 0,-2 5-16,4 0 1,1 0-11,3 0 1,1-1 158,2-3 1,6 3-71,-2-3 1,4-2 134,0-1 0,-3-4-63,3-4 1,1 2-323,-1-6 0,-1 2-57,-3-1 0,-5-3-224,-2 3 1,-3-3 59,-1-1 0,-4 3 139,-4 1 0,-3 1-139,-3-1 1,-4-3 45,-4 2 0,0 3 236,0 2 1,0 1-134,0 2 0,0 2 294,0 1 0,0 5-59,0 6 0,0 5 26,0 6 1,1 0 36,3 4 1,-2 2-73,6 5 0,-5 0 191,5 4 1,-5 4-68,5 4 0,-5 1-5,5-1 0,-5-2-48,5 6 1,-6-1-242,2 4 0,-3-3-110,-1-1 0,0-8-301,0 1 0,4-8-532,-1-3 421,6-5-1280,-8-11 1848,9-1 0,6-39 0,7-9 0</inkml:trace>
  <inkml:trace contextRef="#ctx0" brushRef="#br0" timeOffset="3752">3869 473 7864,'0'-11'0,"3"4"1664,1 0-1219,5-1 0,-2-1-269,8 1 0,2 3-584,5 5 1,5 0 286,2 0 0,3 0-1356,1 0 1477,0 0 0,40 5 0,9 1 0</inkml:trace>
  <inkml:trace contextRef="#ctx0" brushRef="#br0" timeOffset="4292">4894 407 7864,'0'-11'-1302,"0"0"1355,0 0 0,0 4 1542,0 0-1072,-5 4 1,-1-2-89,-5 5 1,0 5-377,0 2 0,-1 4 61,-3 4 1,-1-1-176,-2 4 1,2-3 107,5 3 0,-4-1-118,0 2 1,1 1-214,3-1 1,1-2-286,2 1 0,0-3 157,4 3 0,1-4-851,3 1 980,0-3 0,1-6 277,2-2 0,5-3 0,6-1 0,0-5 0,4-2 0,-1-4 0,2-4 0,2 1 0,-3-4 0,2 0 0,-2-4 0,-1 3 0,-2 1 0,-3-1 0,3-3 0,-7 2 0,0 1 0,-5 3 0,5 5 993,-6 0-608,3 5 0,-5 2 227,0 8 1,0-1-225,0 4 0,0 4 36,0 4 0,0 1-202,0-2 0,0 0-72,0 4 0,0-4-697,0 0 0,0 2 380,0-1 0,1 3-1948,3-3 2115,-3 0 0,24-4 0,-1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08.3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33 7240,'-8'-9'481,"1"1"1,4 2-13,0 2 0,-3 3-162,-2-2 0,-1 1-81,-2 2 1,-2 2-49,-1 1 0,1 0-49,-1 4 0,-2 4-153,1 4 1,-3 1-170,3-2 0,0 2 165,4 3 1,1 0-101,3-4 0,2 0 30,5-4 1,0 0-284,0 0 0,9-1 118,2-3 1,6-2-211,-2-5 0,4-1 148,0-3 0,1-2 110,2-5 1,-3-4 395,-1 0 1,-4 1-146,0 3 1,-3-2 70,-3-1 0,0 1-36,-4-1 0,0 1 440,-4 2 0,0 0 101,0 0 395,0 5-248,0-4-251,0 9-487,0-4 74,5 10 1,-3 5-218,5 5 1,-3-1 77,3-3 1,1 4-935,3 0 0,0 3 978,0-3 0,59 9 0,14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08.8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209 385 7953,'-1'-10'0,"-2"2"276,-1 0 0,-4 2 76,0-1 0,-1 2-84,-2 5 1,0 0-5,0 0 0,-2 1 112,-1 3 0,0 2-257,-4 5 0,4 1 95,0 3 0,1-1-125,2 4 0,2 0-91,1 4 1,2 0-233,2 0 1,3-1-129,-2-2 0,6 1-443,5-1 0,3-3-194,3-2 0,3-5 545,5-2 0,2-4 454,1 1 0,38-28 0,13-6 0</inkml:trace>
  <inkml:trace contextRef="#ctx0" brushRef="#br0" timeOffset="548">484 473 7876,'0'-11'-264,"0"4"-66,0 0 1,-1 3 385,-3-3 1,2 4 292,-5 0 1,-1 1-222,-3 2 0,0 2-8,0 1 1,0 0-150,0 4 0,0 2 85,0 5 0,-1-1-103,-3 1 1,7 2 32,-3-1 1,2 0-93,-2-4 94,5 4 1,-3-2-94,6 1 1,0-3-180,7-3 0,2-3 81,5-5 0,1 0-110,3 0 0,-2-4 60,6 0 1,-1-5 252,4-2 0,-5 0 80,-2-4 0,1 3 32,-1 1 0,-1-4-51,-3 0 1,0 0 187,0 4 0,-1 0 324,-2 0 0,0 0-212,-4 0 0,3 4-100,-3 0 0,1 4 228,-2-1-530,-1 3 0,6 3 100,-4 1 0,0 3-13,-4 5 1,3 0-43,1 0 0,1 2 11,-1 1 0,-3-1-35,2 1 0,2 2 60,-1-1 1,3 3-37,-3-3 1,1 3 67,-1-3 0,-3 0-139,2-4 0,-1 0 73,-2 0-319,0-5 12,0 4-128,0-9 1,0-5 306,0-7 0,0-2 82,0 2 1,0-4-67,0 0 0,3-1 204,1 2 1,3 1-67,-3-1 1,5-2 231,-2 1 1,3 0-59,1 4 0,0 0 42,0 0 0,0 5-12,0 3 1,4-2-75,-1 1 1,2 2-97,-1 5 0,-3 0 57,3 4 0,-3 2-613,-1 5 1,-3-1 243,-1 1 1,-3 2-632,3-1 0,-1 0 56,1-4 821,3 5 0,-9-4 0,4 4 0</inkml:trace>
  <inkml:trace contextRef="#ctx0" brushRef="#br0" timeOffset="881">1168 418 7876,'-6'-5'554,"-4"3"-72,3-5-145,-3 4 1,-1-2 173,0 5-250,0 0 0,0 0-47,0 0 0,5 5-245,2 2 0,3 0-1,1 0 1,0 0-88,0 4 1,0-3 41,0-1 1,5 0-17,2 4 0,1 0-125,0 0 1,5-3 65,-2-1 0,3 0-15,-3 5 0,1-3 78,3-1 0,-7 1-90,3-1 1,-3-2 123,-1 1 1,-2-3 38,-5 3 0,0-3-167,0 3 1,-6-4 98,-5 0 0,-1 2-695,-7-1 0,-3 1 779,-4-1 0,-24-8 0,-2 3 0</inkml:trace>
  <inkml:trace contextRef="#ctx0" brushRef="#br0" timeOffset="1149">1344 264 7876,'-5'-11'0,"4"0"1621,-3 0-486,3 0-708,1 5-1,0 2 175,0 8 0,1 7-175,3 7 0,2 0-183,5 5 1,0-3-17,0 10 1,0-1-640,0 4 1,0-1 306,0-3 0,0 3-956,0-2 0,-3 0 303,-1 0 0,-4 0-40,0-4 1,0-5 797,0-6 0,-6-23 0,2-5 0</inkml:trace>
  <inkml:trace contextRef="#ctx0" brushRef="#br0" timeOffset="1315">1289 418 7876,'1'-7'275,"3"0"0,2 4-144,5-1 0,6 3-80,5 1 1,3 5-838,8 2 0,1 0 361,7 0 1,2 0 424,-3 4 0,32 0 0,9 0 0</inkml:trace>
  <inkml:trace contextRef="#ctx0" brushRef="#br0" timeOffset="1642">1829 451 7876,'-9'-7'0,"1"0"0,-2 4 60,3 0 0,-3-2 181,-1 1 0,-3 0-17,-1 4 0,0 2-10,4 1 0,0 3-145,0 5 1,-4 0 18,1 0 1,0 4-89,7 0 0,-2 1-3,6-2 1,-5 0 100,5 4 1,-1-4-557,4 0 1,1-1 217,3-2 0,2-2-246,5-1 1,4-3 187,-1-5 0,6 0-108,-2 0 0,-1-1 406,2-3 0,-2-2 0,1-5 0,-1 0 0,-2 0 0,-3-4 0,3 0 0,-3-1 188,-1 2 0,-3 1-49,-1-1 0,-4 1 1177,0 2-530,3 5-26,-4 1-427,2 5 1,-4 2-70,0 1 1,0 7-867,0 5 0,0 1 385,0-2 1,0 0-74,0 4 1,0-4 105,0 0 0,5 2-1152,3-1 1336,2 0 0,20 1 0,6 1 0</inkml:trace>
  <inkml:trace contextRef="#ctx0" brushRef="#br0" timeOffset="2026">2039 495 7876,'-5'-11'0,"4"0"532,-3 0 0,3 4 268,1 0-18,0 4-512,0-2 0,0 7-77,0 1 0,0 3 34,0 5 1,3 2-175,1 1 1,3-1-101,-3 1 1,1-1-88,-1-2 0,-3 3-165,3 1 0,1-4 38,-2-4 5,1 1-29,1 3 76,-4 0 0,5-5-58,-2-2-643,-3-3 565,9-6 1,-8-1-38,6-5 0,-6-4 406,2 0 1,1 1-63,-2 3 0,5-4 308,-5 0 0,5-3-168,-5 3 1,2 0 107,-1 4 1,1 4-35,2 0 1,3 4 74,-3 0 0,3 1-100,1 2 0,1 2-93,3 1 0,-3 3-379,3 5 0,-4 2 159,-4 1 1,2 0-388,-5 4 1,3-4 254,-3 0 0,3 2-148,-3-1 1,3-4 441,-3-4 0,19-14 0,2 0 0</inkml:trace>
  <inkml:trace contextRef="#ctx0" brushRef="#br0" timeOffset="2241">2347 187 7876,'-3'-8'1223,"-1"1"-546,0 0 144,4 1 1,2 6-306,1 7 1,5 8-153,6 3 0,0 7-78,4 0 0,1 7 116,3 1 1,0 0-1066,0 4 0,-4-3 496,1-1 0,-6 4-1132,2 0 1,-3-5 685,-1-7 1,-1-6-1245,-3-5 1857,-2-6 0,0-38 0,1-12 0</inkml:trace>
  <inkml:trace contextRef="#ctx0" brushRef="#br0" timeOffset="2390">2447 374 7876,'-8'-7'0,"1"-1"597,5 6 0,-2-7-152,8 6 1,3-1-518,8 4 0,1 5 114,2 2 1,3-1-2101,-3 2 2058,3-1 0,35 14 0,9 2 0</inkml:trace>
  <inkml:trace contextRef="#ctx0" brushRef="#br0" timeOffset="2666">2733 32 7935,'0'-11'1139,"5"0"1,3 5-482,6 3 1,1 7-226,7 8 1,3 8 366,8 10 1,5 6-309,2 5 0,2 7-41,-2 3 0,2 7-181,-6 0 0,-5 1-795,-9-4 1,-10-8-93,-8-3 0,-13-10-562,-5-4 0,-11-5-72,-4-10 0,-2-4 1251,2-3 0,-13-21 0,2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19.5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38 144 7999,'-7'0'57,"0"0"0,-1-1 1187,2-3-793,-3 3 0,9-4-174,0 5 0,4 0 29,7 0 1,5 0-53,3 0 1,6 0-214,5 0 0,2 0 123,1 0 1,4-4-461,-1 0 0,5 1 2,-5 3 0,0 0-141,-7 0 1,1 0 262,-8 0 0,1-4-147,-8 0-1637,-5 1 1956,-6 3 0,-48-5 0,-11-1 0</inkml:trace>
  <inkml:trace contextRef="#ctx0" brushRef="#br0" timeOffset="255">27 265 7999,'-6'-1'1546,"3"-3"-1305,1 3 0,4-5 170,1 2 1,8 3-129,8-3 1,4 2 60,6-2 0,2 3-103,9-3 0,0 2-595,0-2 0,1 3-135,-8-3 0,1 3-508,-8 1 1,-6 0-1134,-5 0 1335,-3 0 795,-6 0 0,-10-10 0,-9-2 0</inkml:trace>
  <inkml:trace contextRef="#ctx0" brushRef="#br0" timeOffset="662">402 23 7999,'-11'-7'1145,"5"-2"-379,1 7-497,5-3 1,5 5-98,2 0 0,5 0 30,2 0 0,7 2-136,5 1 1,3 0-208,-3 4 0,5 1 157,-2 3 0,-2 0-368,-1 0 0,-3 1 193,-1 3 1,-6-3 37,-5 2 0,-5 0-28,-6 1 1,-2-3 227,-6 3 0,-4-2-110,-10 2 1,-5-3 342,-2 3 0,-2-3-105,2-1 1,-2-1 31,5-3 0,0 3-451,4-3 1,6-1-1026,5 2-138,5-6 1375,6 3 0,49-20 0,13-3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21.8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199 132 7915,'6'-7'-653,"-2"0"1218,-3 4-72,-1-2 87,0 5-383,-5 0 0,3 6-153,-6 5 1,1 2-29,-4 5 1,0 0-97,0 5 1,0-1-49,0 0 1,-4 1 95,0 3 1,-1-3-407,2 3 1,2-7 178,-3 0 0,3-2-229,1 1 1,3-3-185,1-8 672,4-2 0,-2-5 0,20-49 0,4-12 0</inkml:trace>
  <inkml:trace contextRef="#ctx0" brushRef="#br0" timeOffset="403">265 77 7915,'4'-7'0,"-1"0"42,1 4 326,1-2-425,-4 5 1,3 6-35,-8 5 1,2 0-22,-6 4 0,5 1-13,-5-1 0,2 3 131,-1-3 1,1 1-44,2-2 1,3-1 85,-3 1 0,3-1-220,1-2 0,0-4 61,0 0 1,1-3 2,3 3 1,2-4-2,5 0 0,1-1-2,3-2 0,-2-5-1,6-3 0,-1-1 49,4-2 0,4-4 11,0 0 0,1-4-23,-2 0 1,-1 2 139,1-1 0,-1 3-85,-2-3 1,-4 4 160,0-1 0,-5 3 184,-2 1 74,-5 5 18,-6 1-367,0 5 0,-4 5 112,0 2 1,-3 7-72,3 1 0,-4 3-102,1-3 1,0 4 105,0 0 1,3 0-157,-3 0 1,3 1 74,-3-1 1,5 2-267,-2 1 0,-1-1-79,1-3 1,1-2-470,3-5 799,5 0 0,30-30 0,13-6 0</inkml:trace>
  <inkml:trace contextRef="#ctx0" brushRef="#br0" timeOffset="803">982 44 8483,'0'-11'0,"-2"0"266,-1 0 0,0 5-140,-4 2 0,3 3 184,-3 1 0,0 1-130,-4 3 1,0-2-41,0 6 0,-1-1-184,1 4 0,0 0 71,0 0 1,0 0-121,0 0 0,5 0 56,3 0 0,-2-3-173,1-1 0,0 0-81,4 4 115,0 0 1,5 0 9,3 0 0,1-3-134,2-1 1,4-1-54,0 2 1,3 0 77,-3-4 1,3 1 346,-3-2 1,3 0-87,-3 4 427,0-4 1,-4 5-7,0-4-115,-5 5 0,-1-7 70,-5 5 0,-1-1 104,-3 2 1,-7 2-423,-8-3 0,-1-1 115,-2 1 1,-2 1-918,-1 3 0,1-4 424,-1 0 0,3-3 334,3 4 0,33-26 0,11-1 0</inkml:trace>
  <inkml:trace contextRef="#ctx0" brushRef="#br0" timeOffset="1169">1334 110 7947,'2'-9'-777,"1"1"802,-1 3 205,2 0 0,-5 4 55,-2-3 0,-4 8-36,-4 4 0,0 5-75,0 2 1,-3 3 46,-1-3 1,0 4-305,4 0 0,0 2 85,0 1 1,1 0-287,3 0 1,2-1 40,5-3 1,3 1-123,4-4 1,3 0 35,12-4 0,-1-1 99,8-3 0,0-2-11,4-5 0,1-1 241,-1-3 0,0-2 0,0-5 0,0-30 0,0-6 0</inkml:trace>
  <inkml:trace contextRef="#ctx0" brushRef="#br0" timeOffset="1420">1257 99 7255,'-11'-3'-858,"0"-1"1909,5 0-255,1 4-517,5-5 0,5 4-148,2-3 0,9 3 104,6 1 0,5-3-559,6-1 1,1-3 230,-1 3 1,3-1-776,1 1 1,0 2 150,-4-5 717,-5 4 0,-6-7 0,-6 4 0</inkml:trace>
  <inkml:trace contextRef="#ctx0" brushRef="#br0" timeOffset="1603">1213 176 7944,'-7'0'-360,"-1"0"117,6 0-268,12 0 0,3 0 314,13 0 0,-1-3 197,0-1 0,-1 0 0,37-5 0,4-4 0</inkml:trace>
  <inkml:trace contextRef="#ctx0" brushRef="#br0" timeOffset="2144">2040 154 8100,'0'-7'1260,"0"0"-975,0 4 0,1-2-66,3 5 0,2-3 2,5-1 0,5 0-163,2 4 0,4-1-169,4-3 0,-1 3-308,4-2 1,-3 1-597,3 2 0,-6 0 541,-1 0 1,-1 0 473,-6 0 0,-10 5 0,-6 1 0</inkml:trace>
  <inkml:trace contextRef="#ctx0" brushRef="#br0" timeOffset="2335">1996 265 9012,'-6'0'1121,"2"0"-953,8 0 0,3 0-148,8 0 1,2 0-236,5 0 0,5-4 265,2 0 1,3-1-51,1 2 0,20-13 0,5-7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26.9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 33 7955,'8'-6'8,"-1"2"0,0 2 0,1-1 0,-1 0 387,2 0 0,-3 2-141,1 1 0,-3-1 282,3-3 92,-4 3-184,1-4-313,-4 5 0,-4 0 70,-4 0 1,-3 0-217,-4 0 0,2 0-57,-5 0 1,0 4-95,0-1 0,-1 1 189,4-4 0,-1 1-281,1 3 1,3-3 38,-3 3 1,7-3-49,0-1 0,5 4 139,-5-1 0,5 2-41,-5-1 228,6-3-144,-3 9 0,5-4 140,0 5 1,0-3-57,0-1 0,4 0-24,-1 4 1,2 4 0,-1 0 1,-3 1 0,3-2 1,-2 2-25,2 3 0,-3 1 21,3-1 0,-3 2-25,-1 1 1,-4 0 2,1 0 0,-6-1 124,2-3 1,1-2-4,-2-5 1,5 0 438,-5 0-164,6 0-250,-3-5-5,5-1 75,0-5-225,5 0 1,2 0 82,8 0 0,-2 0-455,6 0 0,-5 0-120,5 0 0,-1-4-975,4 1 1524,5-6 0,21-17 0,9-9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27.2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 56 8628,'-6'-5'864,"2"2"-673,8-4 0,3 4-327,8 0 0,2 0-277,5 0 1,5 1 412,2-1 0,17-2 0,9-1 0,4 0 0,1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28.1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45 7948,'0'-11'-710,"0"4"1824,0-1-537,0 6-136,0-3-283,-5 0 1,-1 4 47,-5-3 0,0 3-51,-1 1 1,1 0 65,0 0 1,-3 0-202,-1 0 0,4 1 21,4 3-145,-1-3 1,-3 5-234,0-2 290,5-3 1,0 8-99,2-6 163,3 6 0,-4-3 46,5 5 1,0 0-89,0 0 1,0 1 16,0 3 1,0-2-32,0 6 1,0 3 4,0 4 1,0 3 22,0-3 0,0 3 15,0-3 0,0 3-118,0-3 0,0 3 60,0-3 0,0 0 37,0-4 1,0-1-20,0-3 0,0 2 190,0-6 0,-3-3 216,-1-3 110,0-6-310,4 3-520,0-5 1,9 0-83,2 0 0,7 0 43,1 0 388,1-5 0,76-21 0,-39 9 0,0-1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28.9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33 7946,'-4'-7'14,"-4"0"0,2 4 308,-1 0 330,4 1-106,-7-3-126,9 4-96,-4-4-258,5 5 1,2 0 1,1 0 1,3 0 77,5 0 0,2 0-159,1 0 1,0 0 76,4 0 1,-3 0-122,3 0 1,-3 0 43,3 0 0,-3 0-6,3 0 0,-4 0-30,1 0 0,-3 0-217,-1 0 21,0 0 151,0 0 56,-5 5 0,4-4 120,-9 4 1,4-3-108,-5 1 109,-5-2 1,3 8-49,-6-5 1,5 1 10,-5-2 0,5 0 16,-5 4 0,5-3-28,-5 3 0,4 0-123,-3 4 1,1-2 113,-1 2 1,-3-5-159,3 9 1,-3-5 19,-1 4 0,3 0 36,1 1 0,0-3 29,-4 2 0,0 2-3,0-1 1,3 1 140,1-1 1,1-7-134,-2 3 0,2-2 210,3 2 0,1-4 73,-1 1 222,1-6-268,2 3 0,2-5-118,1 0 1,0 0-137,4 0 0,1 0 156,3 0 1,1 0-860,3 0 0,2 0 380,5 0 1,1 0-1458,3 0 1839,2 0 0,49-10 0,11-2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29.2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23 7946,'-8'0'69,"1"0"1,4-2 855,0-1-77,2 1-684,1-2 0,1 4 39,2 0 1,8 0-309,8 0 0,3 0-264,4 0 0,1 0-318,2 0 0,3 0 687,-3 0 0,28-5 0,6-1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29.8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22 7252,'-4'-6'-1027,"2"1"1168,-3 0 0,7 4 88,1-3 0,3 3-103,5 1 0,2 0-34,1 0 1,4 0-85,4 0 0,0 0 88,0 0 1,1 0 25,3 0 1,-3 0-26,3 0 1,-8 0 362,-3 0-308,2 0 1,-5 0 122,3 0-136,-8 0-86,-2 0-279,-5 0 146,-5 0 1,3 5 58,-6 2 0,5 0-83,-5 0 1,2 4 46,-1 4 1,-3 1-82,3-2 0,-3 0-21,-1 4 1,0-3-95,0 3 0,0-1 163,0 2 0,0 0 30,0-4 0,3 0 213,1-4 0,1 0-12,-1 0 78,-3 0 0,9-4 107,-3 1-85,3-6 0,6 3-12,2-5 1,3 0-178,1 0 0,3 0-101,1 0 1,4 0-288,-5 0 0,5 0-597,-5 0 0,6 0 199,-2 0 734,3-5 0,26-6 0,5-6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35.2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1 7903,'-11'0'710,"0"0"-480,0 5 1,0 1 146,0 5 1,1 1-66,3 3 1,-2 3-36,6 8 0,-1 3-226,4 8 0,0-1 58,0 4 0,5-3-406,2 3 1,8-3 246,3 3 0,7-5 60,0-2 0,6-5 152,-2-6-162,3-5 0,41-20 0,9-11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37.5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352 111 7911,'6'0'725,"-1"0"0,-6 0-507,-3 0 0,-5 0-41,-6 0 1,-8 0 53,1 0 1,-8-1-224,1-3 0,-7 3-186,0-3 1,-1 3-257,4 1 1,5-4-700,2 0 0,7 1 1133,5 3 0,16 0 0,6 0 0</inkml:trace>
  <inkml:trace contextRef="#ctx0" brushRef="#br0" timeOffset="216">121 23 8397,'0'-8'2079,"0"1"-1467,0 4 600,0-1-800,0 4 0,0 4-2,0 4 1,1 5-257,3 2 1,1 1-128,2-1 0,3-2-805,-3 5 0,-1 0 516,2 0 1,-2-2-1535,1-5 1,2 0 1795,-6 0 0,11-15 0,-2-3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34.3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11 122 7704,'-6'0'1275,"1"0"-1133,5-5 1,2 4 74,1-3 0,3 3-118,6 1 0,0 0 55,2 0 1,4 0-73,4 0 1,3 0-187,1 0 1,4 0-238,-5 0 0,5 0-641,-5 0 0,1 0 982,-4 0 0,15-15 0,3-3 0</inkml:trace>
  <inkml:trace contextRef="#ctx0" brushRef="#br0" timeOffset="1424">441 243 7790,'5'-6'954,"-2"-3"-464,4 6 1,0-1 15,5 4 1,0 6-184,2 5 1,4 2-107,4 5 0,3 2-169,1 5 1,1 0 121,-1 4 0,-4-1-900,0 2 1,-3-3 78,-7-5 1,-4-1-306,-8-3 1,-1-2 286,-3-5 0,-3-5 669,-8-2 0,-17-18 0,-8-4 0</inkml:trace>
  <inkml:trace contextRef="#ctx0" brushRef="#br0" timeOffset="1890">640 23 7786,'0'-8'622,"0"1"-165,0 5-282,0-3 1,5 5 102,2 0-152,3 0 0,1 0-239,0 0 1,0 0-37,0 0 1,0 3-41,0 1 1,-4 3 16,1-3 0,-6 1 114,2-1 1,-3-2 33,-1 5 0,0-3-32,0 3 0,-1 0 43,-3 0 0,2 1-34,-6-4 0,2 5 68,-1-2 1,-3-1-35,3 2 0,2-5 4,1 5 1,-1-5-10,2 5 3,-1-1 0,4 0-378,0 1 210,0-6-99,0 8 0,5-9-98,2 3 380,8-3 0,66-11 0,-30 4 0,-1 0 0</inkml:trace>
  <inkml:trace contextRef="#ctx0" brushRef="#br0" timeOffset="2674">1081 254 7871,'0'-7'505,"0"0"-128,0 4 86,0-2-372,0 0 0,1 4 77,3-3 0,-2 3-107,6 1 1,0 0 87,7 0 0,-3 0-112,3 0 0,1 0 2,-2 0 0,1 4 66,-4-1 1,0 6-104,0-2 1,-3 3 111,-1 1 1,-1 5-224,1 3 0,2 1 53,-5 2 1,4 2-284,0 1 1,-2 2 142,1 3 1,0 0-55,4-4 0,-1 0 140,-2-4 0,1 0 390,-1 0 86,-3-5-358,-1-1 301,-4-5 1,-1-5-97,-2-2 1,-5 1-25,-6-2 1,-4 1-41,-4-4 0,0 4-430,0-1 1,0 1-138,0-4 1,0 0-366,0 0 0,5 4-549,2-1 1332,8 1 0,41-9 0,15-1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39.0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34 199 7869,'0'-11'-804,"0"0"1434,0 0 0,0 4-192,0 0 1,0 3-84,0-3 1,0 3-144,0-3 1,3 3-27,1-3 0,6 4-141,1-1 1,1 3 137,7 1 1,-2 0-401,1 0 1,2 1 179,-6 3 1,5 2-277,-5 5 0,0 2 149,-7 1 1,-2 0-13,-5 4 1,-1-3 102,-3 3 1,-2-1 7,-5 2 1,-1 0 150,-3-4 0,-1 3-98,-2-3 1,-2 0 159,6-4 1,-1 0-31,4 0 0,0-1-147,0-3 96,0 3-424,0-9-428,5 4-565,1 0 389,5-4 961,0 4 0,19-20 0,6-3 0</inkml:trace>
  <inkml:trace contextRef="#ctx0" brushRef="#br0" timeOffset="183">23 409 7869,'-6'0'1848,"1"0"-1049,0 0-83,4 0-201,-4 0-441,14 0 1,0 0 101,9 0 0,1 0-1066,3 0 1,1 0 555,3 0 1,-2 0 333,6 0 0,38-15 0,14-3 0</inkml:trace>
  <inkml:trace contextRef="#ctx0" brushRef="#br0" timeOffset="834">938 23 7869,'11'-4'548,"0"1"81,0-1 358,0 4-732,-5-5 0,-2 4-103,-8-3 1,-3 3-124,-8 1 1,0 1 57,-7 3 0,1-3 0,-8 3 0,4 1 153,0-2 1,1 1-315,2-4 0,4 4-131,0-1 1,4 5-73,0-5 1,1 2-1,2-1 1,5-2 107,2 6 0,2-1 134,-2 4 1,3 0-20,-3 0 0,7 0-65,1 0 1,0 5 27,0 3 0,-3-2-103,3 1 0,-3 0 96,-1 4 0,-1 1 39,-3-1 0,2 0 257,-5 0 1,3-4-100,-3 0 0,0-4 580,0 1-281,2-3 84,5-1-308,0 0 0,5-5 40,2-2 1,7-3-217,1-1 0,4 0-230,0 0 0,1 0-677,2 0 1,0 0 459,0 0 1,1 0-399,-1 0 0,0 0 847,0 0 0,19-29 0,6-8 0</inkml:trace>
  <inkml:trace contextRef="#ctx0" brushRef="#br0" timeOffset="1026">651 266 7890,'-11'-5'1647,"5"2"-554,2-4-1193,3 4 1,7-3 75,5 3 0,5 1-201,6-1 1,4 1-361,0 2 1,8 0 584,-1 0 0,52-4 0,9-3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42.3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243 12 7890,'7'0'170,"1"0"1,-6-1 314,2-3-279,-3 3 226,-1-4-419,0 5 0,-5 0-14,-2 0 1,-3 0 11,-1 0 0,0 0 121,0 0 0,0 3-30,0 1 0,3 0-67,1-4 1,0 0 74,-4 0 0,3 1-47,1 3 132,0-3-145,-4 4 128,0-5-87,0 0-11,0 0-34,4 5-21,-2-4 7,7 4-42,-2-5 331,4 0-265,0 5-61,0-4 27,0 4 0,-2-5-84,-1 0 86,1 0-12,-3 0 130,5 0 227,0 5 131,0-4-123,0 4-312,0-5-79,0 5 0,0-3 48,0 6 0,0-1-31,0 4 0,0 5 11,0 2 1,0 8-19,0 3 0,0 7-5,0 1 1,0 4-51,0 0 0,-1 2 60,-2 1 1,1-1-45,-1-3 0,-2-3 29,1-8 1,-3-2 7,3-5 1,-3-1 28,3-3 1,0-5 4,4-6 1,-3-3 85,-1 3 23,0-5-25,4 3 26,0-5 164,0-5-122,0 4-32,0-4-18,0 5 108,0-5-167,0 4 0,2-4-19,1 5 0,0 0-240,4 0 1,0 0-381,4 0 1,2-1-796,1-3 1,4 3 120,4-3 1242,0 3 0,29-4 0,8-1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51.1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33 265 7658,'-6'0'437,"-4"0"23,9 0-268,-4 0 1,4 0 272,-3 0-108,3 0-30,-4 0-34,5 0-243,5 0-83,-4 0 1,9 0 123,-2 0 0,-2 0-172,1 0 1,0 0 28,4 0 1,2 0-88,1 0 0,-1-1 38,1-3 1,-1 3 25,-2-2 1,3 1 38,1 2 1,0 0 1,-4 0 0,0 0 73,0 0 1,-4-3-62,1-1 0,-5 0 132,5 4 0,-5 0-17,5 0-57,-6 0 1,4 0-5,-2 0 1,-3-1-21,3-3 16,-3 3-16,-1-4 394,0 5-355,-5 5-3,4-4 42,-4 4-59,5-5 1,0 2 93,0 1-56,-5-2 1,4 6 86,-3-4-66,-2-2-40,0 9 1,-4-4-44,3 5 0,-3-3 44,3-1 0,0 0-114,0 4 0,0 1 101,-4-1 0,1 0-97,3 0 0,-3 0 74,2 0 0,0 0-54,0 0 0,-1-2 28,1-1 0,2 2 4,-1-3 1,4-1 16,0 1 0,0-4-8,0 1 49,1 2-41,-3-5 17,5 4 2136,0-5-2182,5 0 0,2 0 98,4 0 1,0 0-326,0 0 1,0 0 128,0 0 0,3-4-564,1 0 1,5 1-81,-2 3 0,2 0-347,-2 0 1,3 0-172,-3 0 1279,-2-5 0,29-11 0,3-7 0</inkml:trace>
  <inkml:trace contextRef="#ctx0" brushRef="#br0" timeOffset="548">717 332 7855,'-11'0'317,"4"0"-105,-1 0 1,5 0 586,-5 0-96,6 0-24,-8 0-232,9 0-197,-4 0 1,7 0-75,6 0 1,0 0-58,11 0 1,-1 0-654,4 0 1,1 0 342,3 0 0,-3 0-1199,3 0 0,1 0 1390,-1 0 0,9 0 0,-1 0 0</inkml:trace>
  <inkml:trace contextRef="#ctx0" brushRef="#br0" timeOffset="1264">1180 177 7826,'7'-6'282,"1"2"1,-5 3-148,5 1 1,-1 0 0,4-4-79,0 1 0,1-1 134,3 4 1,-3 0-258,3 0 0,-2 0 77,2 0 0,-3 0-97,3 0 1,-3 0 41,-1 0 1,0 0 110,0 0 1,-3 0 257,-1 0-220,-4 0 199,1 5-145,-4-4-8,0 9 0,-1-5-43,-2 2 0,0 3-131,-4-3 0,3 3 10,-3 1 0,-1 0-86,-3 0 1,4 0-73,0 0 0,-1 4 87,-3 0 1,0-1-28,0-3 0,0 2 67,0 1 1,4-1 43,-1 1 1,2-5-102,-1-2 668,-3 1 75,4 3 50,0-5 3,1-1-140,5-5-517,5 0 0,2 0 98,8 0 0,-3 0-113,3 0 0,-2 0 84,2 0 1,-1 0-438,4 0 1,-3 0-41,3 0 1,0 0-201,4 0 1,-3 0-523,-1 0 0,-1 0 475,2 0 1,-2 0-284,-2 0 900,-3 0 0,-6-10 0,-7-2 0</inkml:trace>
  <inkml:trace contextRef="#ctx0" brushRef="#br0" timeOffset="1733">1180 12 7860,'-6'-5'820,"0"4"-67,2-3-352,3 3 0,-3 1 124,8 0 1,-2 0-147,6 0 0,4 0-292,6 0 1,-1 0 78,2 0 1,-1 1-1134,4 3 0,1-3 626,3 3 0,-7-3 341,-1-1 0,0-5 0,-1-1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55.2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21 7860,'-5'-6'88,"-2"1"579,-3 0-428,-1 4 0,0-3 103,0 8 0,4-2-116,-1 6 0,1 3 31,-4 4 1,4 4-45,-1-1 0,5 8-82,-5 4 1,6-1-17,-2 4 1,3-2-194,1 5 0,0-1-462,0-2 0,6-4 322,5 1 0,5-6-871,6 2 1,1-7 1088,3 0 0,46-20 0,16-2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55.8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67 7873,'-6'-5'877,"1"-1"-803,5 0 237,0 1 1,1 5-80,3 0 1,3 1 144,8 3 0,-2 2-99,6 5 1,-2 1-207,1 3 0,3 2-66,-3 5 0,3 2-188,1 1 1,-5 0-626,-2 4 1,-4-4 453,-4 0 0,-2-1-566,-5-2 1,0-1 92,0-3 826,-5-2 0,-6-20 0,-6-3 0</inkml:trace>
  <inkml:trace contextRef="#ctx0" brushRef="#br0" timeOffset="1371">287 12 7917,'-6'0'59,"1"0"925,5 0-525,0-5 5,0 4 75,0-4-116,0 5-341,5 0 0,1 0 68,5 0 0,-3 0-177,-1 0 1,0 0 103,4 0 0,1 0-38,-1 0 0,-2 1 59,-1 3 1,1-2-86,-1 6 0,-2-5 38,1 5 0,-3-1-83,3 4 1,-3 0 18,3 0 0,-4 5-148,0 2 1,2 4-135,-1 4 1,5 2 118,-2 5 1,-1 1-90,1-1 1,0 0 48,0 0 0,2-4 125,-6 1 1,5-6-70,-5 2 0,2-4 351,-1-4 0,-3-6 103,3-4 1,-4-6 119,-4 2 0,2 1-22,-6-2 1,1 1-96,-4-4 1,-4 0-524,0 0 0,-3 0 143,3 0 1,-3 0-222,3 0 0,1-1 151,3-3 1,0 3 152,0-3 0,19-7 0,6-1 0</inkml:trace>
  <inkml:trace contextRef="#ctx0" brushRef="#br0" timeOffset="2102">1059 34 8942,'0'-6'939,"-5"1"-796,-2 5 0,-4 0-3,-4 0 1,3 0-163,-3 0 1,-1 0 56,2 0 1,-5 1 92,4 3 0,1-3-187,3 3 0,0-2 2,0 2 10,0-3 129,0 4-171,0 0 124,0 1 1,4 1-241,4 1 122,2-1 1,1 4 28,0 0 0,0 0-12,0 0 1,0 0-121,0 0 0,0 4 143,0 0 0,3 3-21,1-3 0,0 1 23,-4-2 1,1-1-13,3 1 0,-3 2 114,2-1 1,-1 0-72,-2-4 1,0 0 22,0 0 97,0 0 0,0 0-114,0 0 1,0-4 233,0 0-121,0-4 261,0 7-251,0-9-207,0 4 0,5-1-448,2-1 0,4 1 250,4-4 1,1 0-191,2 0 0,6 0 163,-2 0 1,3 0-471,-3 0 783,0 0 0,30-20 0,6-4 0</inkml:trace>
  <inkml:trace contextRef="#ctx0" brushRef="#br0" timeOffset="2302">850 244 7912,'-5'-12'957,"4"1"1,-3 5-890,8 3 1,2 1 2,5 2 1,5 0-1216,2 0 0,3 0 1144,1 0 0,39 0 0,10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49:59.5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155 12 7839,'11'-1'-60,"0"-3"255,-5 3-339,4-4 130,-9 5 139,4 0 0,-6 0-73,-3 0 0,-2 0 87,-5 0 0,0 0-15,0 0 1,0 1 11,0 3 1,-4-3 6,0 3 1,1-3-30,3-1 0,0 0 100,0 0 1,0 0-138,0 0 0,3 0-198,1 0 231,4 0-315,-6 0 217,7 0 36,-2 0 1,4 1 91,0 3-123,0-3 1,1 4 151,2-5-88,-1 5 1,6-3 11,-4 6 1,1-5 34,-1 5 1,-2-1 113,5 4 1,-3-2-187,3 2 0,-4-3 50,0 7 1,2 2-159,-1 2 1,3 1 84,-3 2 1,0 2-188,-4 1 1,1 0 14,3 4 1,-3-4 96,3 0 0,-3-1 62,-1-2 1,0 0-8,0 0 1,0-1 150,0-3 0,-1-2-26,-3-5-42,3 5 0,-4-4 13,5 3 303,0-8 18,0 3 398,0-9-582,0 4 0,5-6-87,2-3 0,-1 3-384,1-3 1,0 2 189,0-2 0,3 3-347,-3-3 0,3 2 240,1-2 0,0 3-1050,0-3 1,4-1 158,-1 2 0,1-1 1033,-4 4 0,5-15 0,1-3 0</inkml:trace>
  <inkml:trace contextRef="#ctx0" brushRef="#br0" timeOffset="2896">408 177 7853,'0'-6'-127,"0"-4"321,0 9 44,0-4-77,0 5 0,4-1 141,0-3-7,-1 3-10,2-4-224,2 5 39,4 0 1,0 0-114,0 0 1,0 0 77,0 0 0,0 0-97,0 0 0,0 2 112,0 1 1,0-2-189,0 3 0,0-3 5,0-1 1,-4 0-101,1 0 171,-1 0 20,4 0 252,0 0-143,-5 0 113,4 0-134,-9 0-8,4 0-521,-5 0 422,-5 5 0,3-2 43,-6 4 0,6-3 1,-2 3 1,-2 0 11,-1 4 0,1 0-2,-2 0 0,1 0-16,-4 1 1,3-1-3,1 0 0,0 3 1,-4 1 1,1 0 102,3-4 0,-2 0-98,5 0 1,-3-4 0,3 0 104,-4 1 5,7 3-55,-4-5 9,5-1 765,0-5-840,5 0 0,-3 0 48,5 0-133,1 0 0,3 0-457,0 0 1,1 0 226,3 0 1,-3 0-588,3 0 0,2 0 7,1 0 895,-2 0 0,29-15 0,3-3 0</inkml:trace>
  <inkml:trace contextRef="#ctx0" brushRef="#br0" timeOffset="3506">442 56 7976,'0'-6'1707,"0"1"-169,0 5-1453,4 0 0,3 0-216,4 0 1,0 0 124,0 0 1,5 0-1062,2 0 1,3 0 1066,1 0 0,34-10 0,9-2 0</inkml:trace>
  <inkml:trace contextRef="#ctx0" brushRef="#br0" timeOffset="4495">871 277 7853,'-6'0'869,"1"0"-78,5 0-553,0-5 1,2 3-220,1-1 1,3 2-158,6 1 1,-1 0-197,0 0 1,4 0-644,4 0 1,2 0 219,1 0 757,0 0 0,34-10 0,9-2 0</inkml:trace>
  <inkml:trace contextRef="#ctx0" brushRef="#br0" timeOffset="5420">1368 144 6117,'-5'-6'2083,"3"1"-1948,-2 5 217,4-5-362,0 4 184,0-4 410,0 5-527,4 0 0,3 0-25,4 0 0,0 0 27,0 0 0,0 0-92,0 0 1,5 0 57,2 0 1,2 0-78,-2 0 1,2 0 7,-6 0 1,5 0-67,-5 0 0,1 0 72,-4 0 31,0 0 56,0 0-64,-5 0-56,-1 0-40,-5 0 117,-5 0 0,3 4 2,-6 0 1,5 0 24,-5 0 1,2-1-45,-1 4 1,-3 0 45,3 4 0,-3-1-36,-1-3 1,0 7 84,0-3 0,-4 2-66,1-2 1,-1 1 81,4-1 1,-4 0-51,0 0 1,1 0 1,3 0 0,0 0-50,0 0 81,0 0 33,0 0-37,4 0 51,3-5-55,4-1 22,0-5 1,4 0-146,4 0 0,2 0-141,1 0 1,0 0-313,0 0 1,3 0 238,1 0 0,3 0-155,-3 0 0,4-4 123,-5 0 1,5 1-587,-5 3 880,6 0 0,7-15 0,7-3 0</inkml:trace>
  <inkml:trace contextRef="#ctx0" brushRef="#br0" timeOffset="5764">1820 266 7853,'6'0'339,"3"0"-374,-7 0 24,3 0 0,-7 0-22,-1 0 0,-3 0 20,-5 0 0,0 1 126,0 2 1,0 0-125,-1 4 1,1-1 82,0 2 1,2 2-119,1-3 0,-2 1 93,3 0 1,1 2-176,-1-3 1,4 3-158,0 1 172,1 0 130,2 0 1,9-5-35,2-2 0,4-3 277,-1-1 1,0 0-84,4 0 0,-4-5-52,0-2 1,-3-3-51,-3-1 0,0 0-190,-4 0 0,0 0 129,-4 0 1,-2 0-635,-1 0 1,-7 0 619,-5 0 0,-48 0 0,-10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06.9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11 7868,'-6'-5'391,"1"4"-168,5-4 151,-5 5-138,4 0 1,-5 0-77,2 0 0,3 5 42,-3 2 1,3 7-185,1 1 1,-4 4 113,1 0 0,-1 3-274,4 3 0,0 0 96,0 4 1,5-3-472,2 3 0,4-3 131,4 4 0,1-6-395,2 2 781,3-8 0,21-2 0,11-5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07.5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12 155 7868,'-6'-5'-463,"1"3"186,5-5 863,0 4-231,0-2 0,1 5 44,3 0 1,2 5-283,5 2 1,1 3 74,3 1 1,-2 5-253,5 3 1,0 1 75,0 2 0,2 4-122,-6 0 1,1 3 57,-4-3 1,-4 0-631,1-4 0,-6-1 145,2-3 0,-4 2 533,-4-6 0,-17-14 0,-8-7 0</inkml:trace>
  <inkml:trace contextRef="#ctx0" brushRef="#br0" timeOffset="700">221 1 7928,'-6'0'693,"1"0"-572,5 0 12,5 0 1,1 0-101,5 0 0,0 0 175,0 0-131,0 0 1,0 0-26,0 0 0,0 5 26,0 2 1,-3-1-82,-1 2 1,0 0 65,4 7 1,0 2-265,0 5 0,0 1 81,0 3 0,-1 2-101,-2 5 0,0 0 51,-4 1 1,3-3 82,-3-1 0,0 0 80,-4-4 0,0-1 181,0-7 0,-2-2 294,-1-5 0,0-1-216,-4-3 0,0 2 193,-5-6 0,1 5-124,0-5 0,-1 1-253,-2-4 0,1 1-254,-1 3 0,1-3-456,2 3 0,0-3-869,0-1 1511,0 5 0,25-14 0,5 2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11.1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249 67 7740,'7'0'35,"1"0"1,0 0-1,2 0 313,1 0 0,0 0-24,0 0 0,-4 0-32,1 0 0,-5 0 110,5 0-103,-6 0 152,3 0-313,-5 0 0,-6 0 63,-5 0 0,-1 0-291,-7 0 1,-3 1-22,-3 3 0,-1-3-104,4 2 1,-4 0-271,0 1 0,1-3 258,3 2 1,1 0-516,2 1 1,0-3 299,4 3 1,0-3-360,4-1 801,5 0 0,36-15 0,13-3 0</inkml:trace>
  <inkml:trace contextRef="#ctx0" brushRef="#br0" timeOffset="308">205 23 7740,'0'-7'1106,"0"1"-437,0 3-154,0 1 110,0-2-136,0 4-144,0 4 0,0 3-275,0 4 0,0-4 83,0 0 0,0 1-367,0 3 1,0 0 189,0 0 0,0 0-1008,0 0 0,0 0 540,0 0 0,0-4 492,0 0 0,10 1 0,2 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13.4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243 55 7751,'11'-1'-1470,"0"-3"2024,0 3 1,0-4-121,0 5 0,-4 0 323,1 0-316,-6 0-241,3 0-152,-5 0 52,-5 0 1,-1 0-75,-5 0 0,-4 1 90,1 3 0,-6-3-181,2 3 1,-3-2 25,-1 2 0,3-3-39,1 3 0,5-3 4,-2-1 0,-1 4-35,1 0 0,0-1-7,4-3 1,4 1 69,0 3 1,3-3-112,-3 3 136,4 2 1,-2-3-38,5 4 1,0-3 7,0 3 0,2 0-62,1 4 1,0 0 9,4 0 0,-4 0 4,0 0 0,0 4-13,0 0 0,-1 3 39,1-3 0,-3 4 86,-3 0 0,-2 0-79,-3 0 1,0 0 81,4-4 0,-3 3-137,3-3 514,-5 0-101,8-4-261,-9 0 0,9-4 23,-2 1 385,1-6-210,7 3-232,1-5 0,5 0-98,0 0 1,4 1 68,0 3 0,1-3-366,-2 3 0,4-3 165,4-1 0,-2 0-365,-1 0 0,2 0 597,-3 0 0,-2-5 0,10-6 0,-3-6 0</inkml:trace>
  <inkml:trace contextRef="#ctx0" brushRef="#br0" timeOffset="240">55 265 8088,'-11'0'975,"5"-5"-914,1 3 1,7-4-111,1 3 0,3 1-366,5-1 0,5 2 264,3 1 1,5 0 150,2 0 0,44-10 0,7-2 0</inkml:trace>
  <inkml:trace contextRef="#ctx0" brushRef="#br0" timeOffset="1039">915 22 7761,'11'-5'558,"-3"4"-155,-1-3 220,-4 3-195,1 1-328,-4 0 63,-4 0 1,-3 0-107,-4 0 1,-1 0 91,-3 0 1,3 0-185,-3 0 0,3 0 4,1 0 1,0 0-86,0 0-11,0 0 0,0 4-6,0-1-106,5 1 194,-4-4 0,8 0-101,-6 0 98,6 5 252,-3-4-178,5 9 0,0-8 12,0 6 0,4-5 64,-1 5 1,6-2-73,-2 1 0,-1 7-11,2-3 1,-5 6 21,5-2 1,-6 5-129,2 3 1,-3 0 54,-1 6 1,0 1-127,0 3 0,-5 0 142,-2 0 1,-2 0-6,2 0 0,-3-5 61,3-2 0,-2-3-75,2-1 1,-2-5 196,6-2 1,-2-4 131,1-4-56,3 3 0,-4-7 154,5 4-65,0-5 1,1 3-124,3-5 0,-2 0-70,6 0 1,-1 0-131,4 0 0,-1-1 93,-3-3 1,7 3-713,-3-2 0,2 1 324,-2 2 1,5 0-1834,2 0 2124,-2-5 0,20-11 0,-1-7 0</inkml:trace>
  <inkml:trace contextRef="#ctx0" brushRef="#br0" timeOffset="2326">1400 187 7752,'-1'-6'37,"-2"3"507,1 1-115,-8-2 323,9 2-114,-4-3-283,0 0-75,4 4 24,-4-4-194,5 5-4,5 0 0,1 0-30,5 0 1,0 0 31,0 0 1,4 4-230,0 0 1,3-1 77,-3-3 0,4 0-120,0 0 0,-3 4 14,-2 0 0,2-1 111,-1-3 0,0 0 197,-4 0-161,0 0 0,0 4 46,0 0-50,-5-1 40,4-3-13,-9 0 0,5 0-34,-2 0 17,-3 0-16,4 0-47,-5 0 62,0 5-1,0-3 1,0 4-6,0-3 62,-5-1 0,3 6-56,-6-4 1,5 3 107,-5-3 0,5 4-63,-5 0 1,2 2-24,-1 1 1,-3 0-101,3 0 1,-3 0 100,-1 0 0,1 0-40,3 0 0,-3 3 39,2 1 58,-1 0 1,-1-4-97,3 0 411,-3 0-127,9 0-167,-4-5 19,5-1 11,0-5-155,5 0 1,1 0 77,5 0 0,1 0-166,3 0 1,-2 0 76,5 0 1,-3 0-416,4 0 1,-1 0 174,4 0 0,0 0-581,0 0 0,3-4 98,-3 1 1,2-1-671,-6 4 1425,3 0 0,-13-10 0,-5-2 0</inkml:trace>
  <inkml:trace contextRef="#ctx0" brushRef="#br0" timeOffset="2760">1445 22 7542,'-5'-6'2079,"3"-4"-1227,-3 9-553,5-4 0,2 5-245,1 0 0,4 0 90,4 0 0,4 0-265,4 0 0,2 0 182,1 0 0,3 0-2198,1 0 2137,5 0 0,51 5 0,-32-2 0,0 0 0</inkml:trace>
  <inkml:trace contextRef="#ctx0" brushRef="#br0" timeOffset="3118">2062 287 9904,'0'-6'1422,"5"-1"-1414,2 4 1,4 1 69,4-1 1,0 2-765,7 1 1,-2 0 258,10 0 427,-1 0 0,29-5 0,5-1 0</inkml:trace>
  <inkml:trace contextRef="#ctx0" brushRef="#br0" timeOffset="3732">2558 121 7763,'-1'-6'110,"-2"1"1,-2 0 839,-1-2-452,4 2-122,-3 0-51,5 5-254,0 0 1,5 0 99,2 0 1,3 0-160,1 0 0,5 0 103,2 0 1,-1 0-189,2 0 0,3 0 12,4 0 0,-4 0 56,-4 0 1,0 0 43,4 0 0,-3 0-19,-1 0 0,-8 0 119,1 0 1,-4 1-76,1 3 1,-2-3-52,-3 3 148,-1-3-257,3-1 116,-10 5 20,-1 1 1,-5 5-7,0 0 0,0 0-280,-1 0 1,1 4-167,0 0 0,0 3 184,0-3 1,-1 4-120,-3 0 0,2-2 87,-5 1 0,4-1 185,-1 2 1,0 0 25,0-4 377,0 0-138,4-4 410,0 0-254,5-5 0,6-1-121,7-5 1,3 0-297,1 0 0,5-4 116,2 1 0,3-1-327,1 4 0,2-1 131,1-3 1,-1 3-1492,1-3 1642,-1 3 0,17-9 0,6-2 0</inkml:trace>
  <inkml:trace contextRef="#ctx0" brushRef="#br0" timeOffset="4049">3175 320 8446,'0'-6'607,"0"1"1,-5 5-617,-2 0 1,-3 1-54,-1 3 0,0 2-128,0 5 0,-1 0 30,-3 0 1,4 0 181,0 0 1,0 0-198,4 0 1,2 0 31,1 0 1,4-1 107,4-3 0,3 2-32,8-6 1,2 1 217,5-4 1,-1 0 48,-3 0 0,2-1 113,-5-3 1,-1-2-199,-3-5 0,-4 0-29,-4 0 0,-2-4-765,-1 1 0,-6-1 137,-5 4 542,-5 0 0,-45-5 0,-10-1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19.3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65 44 7785,'0'-11'489,"0"0"-229,0 0 143,0 5 259,0 1-426,0 5 0,-4 9 137,1 2 1,-6 7-75,2 0 1,-2 5-1,2 2 1,-2 3-257,5 6 1,-3-1 67,3 0 1,2 0-344,6 0 1,3 4 195,8-1 0,7 6-1207,7-2 0,-1-5 204,2-2 1039,-1-8 0,9-7 0,1-9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20.0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21 243 7759,'-3'-11'370,"-1"0"1,0 4 383,4-1-63,-4 6-499,2-3 0,-1 5 10,6 0 1,0 0 72,4 0 1,0 5-61,4 2 1,4 8-175,0 3 0,8 3 77,-1 1 0,4 6-273,0 5 0,2 2-70,5 5 0,-5-3-193,-2 3 0,-3-3 11,-1 4 1,-6-11 161,-5 0 0,-5-6-671,-6-2 1,-1-5 915,-3-2 0,-17-17 0,-8-6 0</inkml:trace>
  <inkml:trace contextRef="#ctx0" brushRef="#br0" timeOffset="533">220 23 7759,'-5'-6'1235,"4"1"-826,-4 0-28,5 4-165,0-4 0,5 5-113,2 0 0,3 0 99,1 0 1,0 0-259,0 0 1,0 0 72,0 0 0,0 3-188,0 1 16,5 5 1,-4-3-80,3 5 1,-4-4-78,-4 0 102,-2 1 1,-5 3 142,0 0 1,-1-4-16,-3 0 0,-2 1 181,-5 3 0,0-4-43,0 1 1,0-2 61,0 1 0,0 2-8,0-6 54,0 6 1,4-7 124,-1 6 333,6-6-521,-3 8 1,6-9-341,3 3 0,3-3-194,8-1 0,2 0-1336,5 0 1768,5 0 0,36 10 0,12 2 0</inkml:trace>
  <inkml:trace contextRef="#ctx0" brushRef="#br0" timeOffset="1309">716 243 7776,'0'-6'722,"0"1"204,-5 0-86,4 4-454,-4-4 1,5 4-95,0-3 46,0 3-242,0-4 0,1 5 81,3 0 0,-2 0-141,6 0 0,-1 0 80,4 0 0,1 0-138,3 0 0,-3 0-32,3 0 0,-3 4-51,-1-1 0,0 2-176,0-1 269,0 2 0,0 5-120,0 0 0,-3 5 90,-1 2 1,-3 3-315,3 1 1,-3 5 117,3 3 0,-3 2-52,3 1 1,0 3 83,4 1 0,1 4 169,-1-5 0,-4 1 309,0-4 0,-1-5-177,2-2 1,-3-8 122,-5-3 0,0-3-105,0-1 0,-2-5 341,-1-2 0,-5 1-125,-6-1 1,-2-1-304,-3-3 1,-5 0-208,2 0 0,-3 0-397,3 0 1,0-3-906,0-1 1,1-1 1482,3 1 0,22-2 0,9-5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24.9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56 342 5999,'0'-6'3943,"0"-4"-3330,0 9-370,0-4 1,0 6-151,0 3 1,0 2 105,0 5 1,0 3-142,0 1 0,0 5 103,0-2 0,-2 4-436,-1 4 1,0-2 169,-4 6 0,1-6-162,-2 2 0,0 1 102,4-1 1,-3-2-24,3-5 0,0 0 17,4-4 102,0 0 1,7-6-195,4-1 0,4-3 132,8-5 0,0 0-206,3 0 1,2-2 87,5-1 1,-1 0-907,-3-4 1155,3 0 0,21-19 0,10-4 0</inkml:trace>
  <inkml:trace contextRef="#ctx0" brushRef="#br0" timeOffset="317">100 342 7717,'-6'-5'1575,"1"4"-1202,5-9 1,1 9-108,3-3 0,2 1-147,5 0 1,0 2 92,0-3 1,3 3-149,1 1 0,5 0-272,-2 0 0,3 0-480,1 0 0,0 0-474,0 0 1,0-4 162,0 0 999,-5 1 0,-11-2 0,-7-1 0</inkml:trace>
  <inkml:trace contextRef="#ctx0" brushRef="#br0" timeOffset="492">56 485 8735,'7'0'374,"0"0"1,1 0-507,3 0 1,0-4 198,0 1 0,5-1-1871,2 4 1804,3-5 0,45-16 0,11-8 0</inkml:trace>
  <inkml:trace contextRef="#ctx0" brushRef="#br0" timeOffset="1451">816 132 7857,'6'-6'1187,"-1"1"-1085,-5 5 55,0-5 0,-1 4-29,-3-3 1,2 3 257,-5 1-291,-1 0 1,-3 0 213,0 0-300,0 0 1,0 0 9,0 0 1,4 0-78,-1 0 0,2 1-85,-1 3 181,-3-3 1,5 5-175,-2-2 212,-3-3-102,9 9 0,-8-7 41,6 4 0,-1-3 142,4 3-94,0 0 0,0 6 82,0 1 0,0-1-182,0 1 0,1 3 83,3 2 0,-3 3-189,3 4 1,-2-2 111,2 5 1,-3 1-104,3 3 1,-3 0 45,-1 0 0,0 0-61,0 0 1,-4-1 142,1-3 1,-5 0 92,5-4 1,-2-3 96,1 0 0,3-1-66,-3-6 1,3 0 349,1-4-85,0 0-171,0 0 1,0-4-75,0 0 0,1-4-71,3 1-179,-3-3 1,9 0-248,-3 3 1,3-3-676,1 3 1,1-3 148,3-1 885,2 0 0,64-30 0,-33 12 0,-1 0 0</inkml:trace>
  <inkml:trace contextRef="#ctx0" brushRef="#br0" timeOffset="2318">1301 331 7435,'-11'0'696,"5"0"0,0 0-194,2 0-318,3 0 178,-4 0-267,5 0 57,5 0 1,-2 0-88,4 0 0,0 0 5,4 0 0,4 0-90,0 0 0,1 0 6,-2 0 1,2 0 59,3 0 1,0 0-13,-4 0 0,1-1 47,-1-3 1,-3 3 8,2-3 0,-5 3 52,-2 1 254,1 0-326,-2 0 0,0 0-118,-2 0 230,-3 0-300,4 0 0,-6 0 42,-3 0 0,3 1 115,-3 3 1,-1-2-156,1 5 0,0-3 59,0 3 1,1 1-105,-4 3 1,1-4 43,-1 1 0,-3 3 51,2 3 0,-1 1 0,-2-4 0,3 4-3,1-1 0,0 2 3,-4-1 0,0-3-3,-1 3 1,5 1 118,0-1 1,1-1-64,-2-3 1,0 0 148,4 0 1,-1-3 84,1-1 120,3-5 11,-4 8-261,5-9 259,0 4-126,0-5-158,5 0 0,-2 0 143,4 0-429,0 0 1,6 0 91,1 0 1,0-3 150,4-1 0,-3 0-1897,3 4 0,1 0 1874,3 0 0,39 0 0,10 0 0</inkml:trace>
  <inkml:trace contextRef="#ctx0" brushRef="#br0" timeOffset="2676">1819 452 7663,'-6'0'2236,"1"0"-1980,5 0-97,5-5 0,1 4-406,5-3 1,2 3-332,1 1 1,0 0 577,4 0 0,45 0 0,14 0 0</inkml:trace>
  <inkml:trace contextRef="#ctx0" brushRef="#br0" timeOffset="3343">2150 265 7890,'-6'-2'14,"2"-1"231,3 1 125,1-2 487,0 4-755,5 0 1,1 0-132,5 0 0,4 0 34,0 0 1,3 0 76,-3 0 1,4 0-126,0 0 1,1 0 58,2 0 1,-3 3-63,-1 1 1,-1 0 25,2-4 97,-3 0 0,-7 1-16,-1 2 6,2-1 20,-9 3-1,4 0-135,-10 1 1,-1 5 85,-5 0 0,3 0-235,1 0 0,0 1 66,-4 3 1,3-3-188,1 3 0,0 1 106,-4-2 1,0 5 78,0-5 1,-1 1 51,1-4 0,2 4-65,1-1 124,-1 1 1,4-4 210,-3 0 1,0-3 431,4-1-278,0-5 48,4 8 1,2-9-134,1 3 1,3-3 48,5-1 0,0 0-142,0 0 1,5 0-205,3 0 1,-2 0-74,1 0 0,-1 0 97,2 0 0,2 0-636,-3 0 1,2 0 310,-2 0 0,2 0-711,-6 0 1,5 0 1051,-5 0 0,-4 5 0,-5 1 0</inkml:trace>
  <inkml:trace contextRef="#ctx0" brushRef="#br0" timeOffset="3853">2150 121 7890,'0'-6'1670,"0"-4"-1251,0 9 1,0-5-73,0 2 0,5 3-88,2-3 1,8 3-368,3 1 1,3 0 147,1 0 1,4 0-1206,0 0 1,3 1 339,-3 3 825,0-3 0,5 14 0,4-3 0</inkml:trace>
  <inkml:trace contextRef="#ctx0" brushRef="#br0" timeOffset="4403">1103 287 7692,'-11'-5'-331,"3"4"949,1-3 1,3 3-141,-3 1 0,3 5-36,-3 2 0,1 8-52,-1 3 0,-2 3-130,5 1 1,1 5-233,3 2 1,1 8 58,3 3 1,2 0-623,5 0 1,5-3 394,2 3 0,8-4 140,3 0 0,27-11 0,8-4 0</inkml:trace>
  <inkml:trace contextRef="#ctx0" brushRef="#br0" timeOffset="4924">2646 254 8219,'-6'-2'1176,"2"-1"-465,3 1-167,1-2 0,1 7-214,3 1 1,3 6-119,8 1 0,1 1-290,2 6 1,3 2 122,-2 6 0,1-2-412,3 6 1,-5-1 285,0 4 0,-4 1-402,0 3 1,-5-6-177,-2 2 0,-4-8-1238,1 1 1897,-3-7 0,-21-8 0,-4-6 0</inkml:trace>
  <inkml:trace contextRef="#ctx0" brushRef="#br0" timeOffset="5461">2790 44 7626,'-4'-7'-581,"0"-1"889,1 1 0,3 0 164,0-1-280,0 6-92,4-3 7,3 5 1,4 0-103,0 0 1,-4 0 83,0 0 0,-3 4-174,3-1 157,1 6-213,3-3 1,-4 4 10,0-3 0,-4 3-102,1-3 1,-3 3-26,-1 1 149,0 0 1,0 0 412,0 0-303,-5 0 302,-1 0 0,-5-1 20,0-3-71,0 3 1,1-7-24,3 4-548,-3-5 105,8 8 0,-1-8 142,6 1 1,5-2-1286,7-1 1356,7 0 0,50 5 0,16 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24.2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22 7857,'-6'-1'1489,"2"-3"-1296,3 3 0,2-8-51,3 6 0,2-1 70,5 4 0,5 0-97,2 0 0,3 0-207,1 0 1,1 0-316,3 0 1,-6 0-50,2 0 0,-4 0-1140,0 0 1596,-2 0 0,-10 0 0,-1 0 0</inkml:trace>
  <inkml:trace contextRef="#ctx0" brushRef="#br0" timeOffset="182">45 110 7857,'-6'0'2126,"1"0"-1969,5 0 0,6 0-257,5 0 1,1-3 124,7-1 1,-1 0-1857,4 4 1831,0 0 0,54-9 0,13-4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31.3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22 7900,'0'-6'1369,"0"1"-552,0 5-210,0-5-169,0 4-196,0-4 250,0 5-454,4 0 0,3 0 72,4 0 1,0 0-33,0 0 0,1 0-40,3 0 1,-3 2-114,3 1 0,-2-2 2,2 3 0,-3-1 123,3 0-177,-3-2 0,-1 6 115,0-4 0,-4 0-63,1 4 0,-5-1 92,5 2 1,-6 1-40,2-1 1,-2 6-71,2 5 1,-3-1-160,3 4 1,1-1-22,-2 8 0,5 0 94,-5 0 0,2 3 126,-1-3 0,-2 3-59,6 1 0,-6 0 212,2 0 1,-3-5-128,-1-2 0,0-4-74,0-3 1,0 0 429,0-4 201,0 0 0,-1-4-23,-3 0 1,2-5-188,-6-3 1,1 2-157,-4-1 0,0 0 33,0-4 0,-5 1-15,-2 3 0,-3-3-290,-1 3 1,0-3-1758,0-1 1,1 0 1863,3 0 0,31-20 0,13-4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43.0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288 132 7820,'11'-3'-201,"0"-1"1,0 2 0,0 0 648,0 2 1,-4 0 599,0 0-317,1 0-464,3 0 0,-4-3 267,0-1-293,-4 0 0,1 4-19,-8 0 0,-2 0-69,-5 0 0,-5 0-22,-3 0 1,-5 0-103,-2 0 1,-4 0-328,0 0 1,0 4 216,0 0 1,0-1-836,4-3 0,0 0 454,4 0 0,1 0-635,3 0 1,2 0 1096,5 0 0,44-14 0,11-5 0</inkml:trace>
  <inkml:trace contextRef="#ctx0" brushRef="#br0" timeOffset="232">199 11 7820,'0'-6'3044,"0"1"-2177,0 5-552,5 5 0,-4-3-250,3 6 0,-3-1 42,-1 4 0,2 0-526,1 0 0,-1 0 234,1 0-1126,-2 0 0,-1 0 1311,0 0 0,10 10 0,2 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44.8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33 7834,'0'-6'-381,"0"1"0,4 4 468,0-3 430,-1 3-2,-3-4-197,0 5-62,0-5 50,0 4 94,0-4 1466,0 5-1672,0 5 0,0-2-363,0 4 175,0 0 0,4 4-123,0 0 0,-1 0 43,-3 0 1,2-1-580,1-2 0,-2 1-113,3-1 1,-3-2 765,-1 1 0,5-4 0,1 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45.5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45 7976,'0'-11'600,"0"4"-511,0-1 82,5 6 0,1-7-43,5 5 0,2 1 35,1 3 1,-1 0 8,1 0 1,3 0 0,2 0 1,-3 5-119,-2 2 0,2 3 110,-1 1 1,0 1-270,-4 3 0,-4 2-90,0 5 1,-4 0-94,1 0 1,-8 0 20,-3 0 1,-5 0 79,-2 0 1,-3 0 190,-5 0 1,0-1-72,-1-2 1,-2-3 149,-1-5 0,0 0-33,4 0 1,0-4 103,0 0 0,4-4-191,-1 0 0,6-1-126,-2-2 244,3 0-32,6 0 1,1-2-251,5-1 1,1-2 32,3-3 0,3-1 146,8 1 0,-2 2-53,6-1 0,3 1 221,4-2 1,-1 0 5,-3 4 0,-3-1 96,-1 2 0,0 1-237,4-1 1,-1 1 44,-2 2 1,-2 0-729,-2 0 1,-3 2 92,2 1 578,-1-1 0,3 12 0,1-1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47.6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232 210 7821,'11'-2'-138,"0"-1"265,0 2 0,0-4 81,0 5 1,-4 0 134,0 0 1,-3 0 180,4 0-307,-6 0 226,3 0-354,-5 0 1,-6 0 74,-5 0 1,-2 0-178,-5 0 0,0 1 7,-4 3 0,0-3 24,0 2 0,1-1-80,2-2 1,2 3 45,3 1 0,1 0-41,-1-4 1,1 1 86,2 3-151,0-3 0,1 5-45,3-2-25,2-3 171,5 9 0,0-4-6,0 5 0,4-4 3,0 0 0,0 2 6,0 6 0,-3-2-92,3 6 0,-3-5 96,-1 5 1,0-1-192,0 4 0,0 0 94,0 0 1,-3-3 59,-1-1 0,-3 0 49,3 4 0,-3-5 141,3-2 1,-1-3 277,1-1-128,3 0-141,-4 1 0,5-5-21,0 0-61,0-4 120,0 6-297,5-7 1,1 6-34,5-4 0,0 0-144,0-4 0,4 0-338,0 0 0,4 0 297,0 0 0,1 0-670,3 0 998,-1 0 0,9-15 0,4-3 0</inkml:trace>
  <inkml:trace contextRef="#ctx0" brushRef="#br0" timeOffset="215">22 441 7821,'-6'-1'83,"1"-2"586,0 0-481,4-6-30,-4 8 0,10-4-275,2 5 1,7 0 73,1 0 0,4 0-1252,0 0 1295,1 0 0,56 0 0,14 0 0</inkml:trace>
  <inkml:trace contextRef="#ctx0" brushRef="#br0" timeOffset="939">739 232 9303,'-11'0'165,"0"0"0,0 0 1,-4 0-76,0 0 1,-3 0 62,3 0 0,-1 0-244,2 0 72,1 0 0,-3 0-206,5 0-26,0 0-34,0 0 217,5 0 0,1 1 12,5 3 268,0-3-180,0 9 0,0-4 78,0 5 1,0 0-47,0 0 0,0 0-62,0 0 1,0 4-151,0-1 0,4 6 111,0-2 1,-1 7-81,-3 0 0,0 1 92,0-4 1,-3 1-176,-1 3 1,-3-3 30,3 3 0,-1-7 244,1-5 0,3 2 180,-2-1 1,1 0-128,2-4 0,-3-4 103,-1 0 1,0-3 138,4 3-70,0-4-81,0 2-210,0-5 1,5 0-232,3 0 0,1 0-375,2 0 1,2 0-518,1 0 1,0 0 1113,4 0 0,54-20 0,18-4 0</inkml:trace>
  <inkml:trace contextRef="#ctx0" brushRef="#br0" timeOffset="1832">915 309 10327,'11'0'-29,"1"0"-117,3 0 0,-1 0 74,4 0 1,0 0-169,4 0 0,0 0 108,1 0 1,-3 0 33,-1 0 0,0 0 135,-4 0 1,0 0 343,-4 0-157,-5 0 0,0 0-61,-2 0 125,-3 0-117,4 0-62,-15 0 0,4 1-183,-5 3 1,0-2 40,3 6 0,2-5-61,-1 5 1,3-2 21,-3 1 1,0 3 64,-4-3 1,0 7-92,0 0 1,0 2 85,-1-1 0,1-3-179,0 3 1,0 1 55,0-1 0,0-1 173,0-3 0,4 3-41,0-3 282,-1 7 238,2-10-180,1 3-131,5-7 1,1-4 80,3 0-79,2 0 1,9 0-66,0 0 1,-1-1-380,-3-2 1,4 1-190,0-1 0,4 1-297,0 2 1,-2-1-404,1-2 0,1 1 1125,3-1 0,19 6 0,6 3 0</inkml:trace>
  <inkml:trace contextRef="#ctx0" brushRef="#br0" timeOffset="2624">1422 232 7821,'-11'0'351,"5"0"1,0 0 17,2 0 49,3 0-318,-4 0 1,6 0 11,3 0 1,2 0 42,5 0 0,0 0-53,0 0 1,0 0 42,0 0 0,2 0-106,1 0 1,-1 0 95,1 0 1,-1 3-192,-2 1 0,0 1 156,0-1-183,0 2 0,2 6 44,-2 3 0,3-3-58,-7 3 1,3 2-157,1 1 0,0 3 96,0 1 0,-4 0-38,0 0 0,1 0 57,3 0 0,-4-1 230,1-3 1,-5-2-113,5-5 0,-6 0 217,2 0 1,-3 0-10,-1 0 0,-1-3-7,-3-1 0,-3-3-29,-8 3 1,2-3-17,-6 3 0,1-3-453,-4 3 0,0-4 186,0 0 1,1 2-655,2-1 0,4 0-65,3-4 850,1 0 0,30-10 0,7-2 0</inkml:trace>
  <inkml:trace contextRef="#ctx0" brushRef="#br0" timeOffset="2968">1896 441 7168,'-6'-5'614,"1"4"0,5-5 948,0 2-1161,0 3 0,5-4-398,3 5 0,5 0-318,2 0 0,4 0-1073,0 0 1,2 0 1387,1 0 0,49 0 0,12 0 0</inkml:trace>
  <inkml:trace contextRef="#ctx0" brushRef="#br0" timeOffset="3607">2359 221 7861,'-6'-5'1152,"1"4"-916,5-4 1,2 5-89,1 0 0,0 0 76,4 0 0,0 0-146,4 0 1,0 0 82,0 0 0,5 0-107,3 0 0,2 0 27,1 0 0,-2 0-128,-1 0 1,2 0-12,-3 0 0,-1 0 112,2 0 0,-7 1-125,-1 3 211,0-3-200,-5 4 0,0-4 76,-2 3-37,-3-3 1,-5 9 51,1-3 0,-6 3-49,2 1 0,-2 0 33,2 0 0,-3 4-148,3-1 1,-3 6-4,-1-2 1,0 2-116,0-2 1,-1 3 26,-3-3 0,6 2 104,-2-2 1,3-2 397,-3-5-170,0 5 134,0-4-107,4 4 738,3-10-320,4-1 1,6-5-223,5 0 1,1 0-430,6 0 0,-3 0 108,3 0 0,1 0-700,3 0 0,0 0 365,0 0 0,0 0-391,0 0 1,0 0 715,0 0 0,5 5 0,1 1 0</inkml:trace>
  <inkml:trace contextRef="#ctx0" brushRef="#br0" timeOffset="4093">2348 44 7490,'-11'-11'-708,"2"4"2906,1 0-845,3 4-796,5-2 1,9 2-223,2-1 0,7 0-261,1 4 0,6 0-728,5 0 1,-2 0 465,1 0 1,1 4-578,3 0 1,2-1 764,-2-3 0,-2 5 0,-9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52.6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176 10 7810,'-11'0'340,"0"-5"1,0 4 76,0-3 1,4 8-6,-1 3 0,1 8-149,-4 3 1,-4 8-162,0 3 1,1 9 61,3 7 0,0 5-181,0 9 0,3 3 37,1 8 1,5-6 21,-2 2 1,8-9-103,3-2 0,8-4 13,3-7 1,3-10-579,1-5 1,4-5 300,-1-6 0,2-3 324,-1-8 0,27-27 0,10-10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53.5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44 7791,'0'-11'335,"-1"1"228,-3 3 0,3 1 199,-3 2 37,3 3-428,1-4 1,5 5-67,2 0 1,3 5 53,1 2 0,5 7-154,2 1 1,4 8-197,4-1 1,-3 11 20,3 0 0,-3 8-34,-1-1 1,-5 8-94,-2 3 1,-7-1-330,-5 2 1,-6-3-421,-5-1 0,-7-6 401,-3-8 0,-4-10-631,-4-2 1,4-7 118,0 0 957,5-8 0,1-32 0,-1-11 0</inkml:trace>
  <inkml:trace contextRef="#ctx0" brushRef="#br0" timeOffset="352">519 77 7891,'-11'-3'0,"0"-1"317,0 2 0,0 0 282,0 2 1,0 2-25,0 1 0,0 5-193,0 6 0,0 3-258,0 6 1,1 3 38,3 4 0,2 7-269,5 3 0,0 4 162,0 4 0,3-3-602,1 3 0,8-4-10,-1-3 0,4-4-364,0-3 1,1-7 388,2-5 0,3-10 531,-3-9 0,37-36 0,10-9 0</inkml:trace>
  <inkml:trace contextRef="#ctx0" brushRef="#br0" timeOffset="949">762 221 7791,'-11'0'536,"0"0"-49,4 0-58,-2-5-76,7 4-176,-3-4 0,7 5-51,1 0 1,3 1 66,6 3 0,-1-3-181,0 2 0,3-1 80,1-2 1,5 3-54,-2 1 1,-2 0 91,-1-4 1,0 0-216,0 0 0,0 0 35,-4 0 1,0 0 42,0 0 1,-4 0 47,1 0 1,-5 0-6,5 0-20,-6 0-149,8 0 61,-9 5 128,4-4-246,-5 9 99,0-4 11,0 5 1,0 0 45,0 0 1,-4-4-51,1 1 1,-2-1 12,1 4 0,2 0-5,-6 0 1,5 0 16,-5 0 1,2 0 11,-1 0 0,-3 0 10,3 0 1,-2 0-17,2 0 1,-3 0 83,3 0 1,0 0-77,0 0 0,3-1 403,-3-3 462,5 3-364,-3-4 39,5 0-337,0 4 1,1-9-125,3 3 0,2 1 118,5-1 0,1-1-544,3-3 1,-2 4-99,6 0 0,-5 1-332,5-2 0,-6-1 199,2 1 1,1 0 621,-2 0 0,26-6 0,1 1 0</inkml:trace>
  <inkml:trace contextRef="#ctx0" brushRef="#br0" timeOffset="1358">740 121 7791,'-12'-6'0,"5"1"1571,0 5-503,4-4-678,-2 2 0,10-3-184,3 5 0,3 0-484,3 0 0,4 0 239,4 0 1,3 0-2282,1 0 2320,5 0 0,65 0 0,-36 0 0,-1 0 0</inkml:trace>
  <inkml:trace contextRef="#ctx0" brushRef="#br0" timeOffset="1625">1280 386 7973,'0'-6'1513,"5"1"-1282,2 5 1,4 0-522,4 0 1,2 0 241,5 0 1,0 0 47,0 0 0,29 5 0,8 1 0</inkml:trace>
  <inkml:trace contextRef="#ctx0" brushRef="#br0" timeOffset="2119">1688 188 7791,'-11'-5'634,"4"2"-88,4-4-283,2 4-58,1-1 1,1 4-89,2 0 0,4 0 10,4 0 0,5 0-97,2 0 0,-1 0 28,1 0 0,2 0 77,6 0 1,-3 0-102,3 0 1,-7 0 84,0 0 0,-2 0-90,1 0 68,3 4 0,-9-2-102,3 1 0,-6 0 31,-2 1 30,-5-3-27,3 9 0,-6-6-15,-3 4 1,2 2-135,-5-3 0,0 3 100,0 1 1,-3 1-101,3 3 1,-3-2 76,-1 6 1,-1-1-256,-3 4 0,-1 0 61,-2 0 1,-2 0-14,6 0 1,-1 0 172,4 0 1,0-5 313,0-2 0,1-3 197,3-1 1,2-3-22,5-1-251,0-4 1,5 1-50,2-4 0,6 0-559,2 0 1,8 0 265,0 0 1,2-3-983,1-1 1,1 0 1161,2 4 0,37 0 0,6 0 0</inkml:trace>
  <inkml:trace contextRef="#ctx0" brushRef="#br0" timeOffset="2436">2316 496 7791,'6'-1'-261,"-2"-3"0,-3 2 412,-1-5 1074,0 4-787,0-2-246,0 0 0,-1 4-212,-3-3 0,2 3 128,-6 1 1,5 4-94,-5 0 1,1 3 73,-4-3 0,4 4-68,-1 0 1,1 3-87,-4 3 0,3-1-176,1 1 0,5 2 1,-2-1 0,3 0 83,1-4 1,2 0 310,6 0 0,4 0-148,10 0 0,0-5 586,0-3 1,0-1-250,0-2 0,-4-5-14,1-3 0,-9-3-178,1-3 1,-8-2-268,1-3 0,-8 0-933,-3 4 1,-6 0 584,-2 4 1,-4 0 463,5 0 0,-16 10 0,1 2 0</inkml:trace>
  <inkml:trace contextRef="#ctx0" brushRef="#br0" timeOffset="2802">2470 177 7797,'-3'-11'0,"-2"0"1075,-1 0 1,3 3 440,0 1-177,1 4-994,2-2 0,6 5-158,5 0 0,5 5-106,6 3 1,5 6 124,3 5 1,2 7-469,1 3 0,0 3 216,0 1 1,-1 4-536,-3-1 0,-3 6 289,-8-2 0,-3-2 71,-8-1 0,-3-4-42,-8-3 0,-6-5-623,-4-6 1,-6-3-66,2-5 1,2-5 950,1-3 0,3-11 0,1-4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144 133 7812,'6'0'2001,"-1"-1"-1009,-5-3-352,0 3-198,5-4-328,-4 10 1,1 4 58,-6 6 0,-5 1-117,2-1 0,-6 3 110,-2 8 1,-4-2-399,5 6 1,-5-2 0,5 1 1,-1 3-151,4-2 1,1-4 74,3 0 0,2-4 87,5-3 0,10-3-238,4-5 0,11-2 146,4-1 0,4-3-257,4-5 1,-1-2 567,4-1 0,30-23 0,11-10 0</inkml:trace>
  <inkml:trace contextRef="#ctx0" brushRef="#br0" timeOffset="258">122 122 8235,'0'-6'1764,"1"1"-1556,3 5 0,6-4 5,5 0 1,5 1-148,2 3 0,2 0-254,5 0 1,-1 0-881,2 0 0,0 0 216,-4 0 852,5 0 0,-13 0 0,3 0 0</inkml:trace>
  <inkml:trace contextRef="#ctx0" brushRef="#br0" timeOffset="432">45 287 7427,'11'0'-284,"1"0"-92,3 0 1,7 0 375,7 0 0,17-8 0,9-4 0,4 0 0,1 0 0</inkml:trace>
  <inkml:trace contextRef="#ctx0" brushRef="#br0" timeOffset="885">916 34 7812,'-11'-7'181,"0"2"0,-1 2 315,-3-1 1,1 0-335,-4 4 1,3 0 71,-3 0 0,1 0-206,-2 0 1,4 2 267,4 1-399,0-1-20,-1 7 0,6-6-58,3 4 0,1-3 107,2 3 1,0-3-37,0 3 0,4 1 169,0 3 1,4-3-91,0 3 0,-2-2 87,1 5 0,-1 2-42,2-1 1,-2 3 12,-3-3 1,-1 8-147,1 0 1,-3 1-271,-3-2 0,0 0 238,-4 0 1,-4 4 111,-4 0 1,0-1 108,4-3 1,-3-1-124,-1-2 1,0 0 395,4-4 1,2 0-152,1-4 1,2-4 592,2 0-517,3 1 1,-4-1 236,5 0-284,5-4 0,1 5-529,5-4 1,0 3-358,0-3 1,4 0 195,0-4 469,4 0 0,43-20 0,15-4 0</inkml:trace>
  <inkml:trace contextRef="#ctx0" brushRef="#br0" timeOffset="1401">1181 155 8270,'-12'0'1245,"1"0"-1030,5-5 6,1 4 0,7-4-44,1 5 1,3 1-51,5 3 1,5-3-115,3 3 1,5 0-133,2 0 0,5 3 112,-2-3 1,3 4-122,1-5 1,-1 2 47,-3-1 0,2-3 15,-5 3 0,-2 1 60,-6-2 94,3 1-125,-9-4 325,0 0-159,-8 0-95,-8 5 0,-3-3-134,-4 6 1,0-5 87,0 5 0,0-1-43,0 4 1,-1 1 60,-3 3 1,3-2-146,-3 6 1,-2-5 53,-1 5 1,1-1 46,-2 4 1,5-1 97,-5-3 1,6 2 170,-2-5 0,4-1 237,4-2 1,-2-1 63,5 0-101,1-5 0,4-1-81,3-5 0,5 0-216,6 0 1,5 0 112,-2 0 1,7 0-723,0 0 0,5 0-223,-5 0 0,5 0-545,-4 0 0,3 0-834,-3 0 2076,4-5 0,13-6 0,9-6 0</inkml:trace>
  <inkml:trace contextRef="#ctx0" brushRef="#br0" timeOffset="1785">1269 34 7812,'-11'-12'1450,"1"5"-452,3 0 57,2 4-663,5-2 1,6 5-66,5 0 1,1 0-380,6 0 1,1 0 129,3 0 1,4 0-1186,-1 0 1,6 0 260,-2 0 846,3 0 0,36 5 0,7 1 0</inkml:trace>
  <inkml:trace contextRef="#ctx0" brushRef="#br0" timeOffset="2111">1908 331 8305,'1'-6'768,"3"2"1,-2-1-629,6 2 0,0-1-780,7 4 1,2 0 42,5 0 597,5 0 0,70-5 0,-38 2 0,1 0 0</inkml:trace>
  <inkml:trace contextRef="#ctx0" brushRef="#br0" timeOffset="2611">2459 111 7812,'-6'-5'198,"-4"4"1,8-8 926,-5 5-666,4 1-251,-2 3 0,10 0-137,2 0 0,7 0 82,1 0 1,5 0-94,3 0 0,-1 0 124,3 0 1,3 0-121,2 0 1,-2 3 18,1 1 1,-3 0-117,4-4 0,-6 1 89,2 3 1,-7-3-102,0 2 57,-6-1 1,2-1-167,-8 3 1,-2-2-150,-5 5 275,0-4 1,-1 7-9,-3-3 0,2-1 10,-6 1 0,1 1-127,-4 3 1,4 4 63,-1-1 0,-3 5-107,-3-5 0,-2 6 38,1-2 0,-1 3-55,-2 1 0,-3 0 128,3 0 1,-3 0-30,-1 0 1,1-1 118,3-2 0,-1 0-112,8-4 1,-1-4 1022,8-4-688,1 1 1,5-2 179,5-3 0,6-1-222,9-2 1,5 0-194,2 0 1,3 0-655,1 0 0,4 0 359,-1 0 0,5 0-853,-4 0 1155,-1 0 0,2 4 0,1 3 0</inkml:trace>
  <inkml:trace contextRef="#ctx0" brushRef="#br0" timeOffset="2936">3275 486 7812,'5'-7'1610,"-4"-2"-1375,4 7 112,-5-3 1,-1 5-81,-3 0 1,-2 0-48,-5 0 1,-1 4-13,-3 0 0,2 4-317,-6 0 0,5 2 165,-5 1 0,6 3-489,-2 1 1,6 0 112,2-4 0,5 3 43,-2 1 1,9 0 107,6-4 1,6-5 8,9-2 0,2 1 389,5-2 1,-1 0-146,-3-7 0,-3-2 161,-8-5 0,1-5-75,-8-2 1,-3 0-577,-8 0 0,-8 1 224,-3-2 0,-11 0-1636,0 4 1818,-8 0 0,-8 9 0,-7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0:57.3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409 155 7717,'11'-6'670,"-4"-2"-25,0 4-560,-4 0 1,1 4 29,-8 0 1,-4 0-28,-6 0 1,-5 0-68,-6 0 0,-3 4 64,-6 0 0,0 3-510,-3-3 0,2 0 252,-6 0 0,6-3-568,-2 3 1,4-3 740,4-1 0,12-19 0,7-6 0</inkml:trace>
  <inkml:trace contextRef="#ctx0" brushRef="#br0" timeOffset="209">243 12 9370,'0'-6'1143,"0"1"1,0 6-868,0 3 1,4 2-563,0 5 1,-1 1 231,-3 3 0,0 2-506,0 5 0,0 4 334,0 0 0,0-1 226,0-3 0,-9 10 0,-4 2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01.9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142 1 7812,'-6'0'1789,"-4"0"-1540,4 0 1,-5 1 319,0 3 0,0 3-175,0 8 1,0 3-34,0 8 0,-4 6-101,1 4 1,3 11-355,3 1 0,6 1-27,-2 2 1,9-3 26,6 3 1,11-5-1142,11-2 1,10-6 110,9-9 1124,1-7 0,-1-21 0,5-6 0,5-1 0,-1-1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02.5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22 188 7801,'-3'-11'0,"-2"1"1130,-1 3-293,3-3-170,-2 9-447,5-4 0,5 6 6,2 3 0,9 3-83,6 8 0,5 3 12,6 8 1,2 2-101,1 5 0,-1 5 52,2 2 1,-4 4-563,-4 4 1,-3-1 239,-8 4 0,-7-9-520,-7-2 0,-9-9 288,-6-5 1,-1-8-466,-7-3 1,2-8 911,-1-3 0,-18-28 0,1-6 0</inkml:trace>
  <inkml:trace contextRef="#ctx0" brushRef="#br0" timeOffset="426">254 44 7813,'0'-11'658,"0"4"17,0 0-416,5 4 1,0-3-53,2 2 1,3 3-83,-3-2 1,3 1 46,1 2 0,0 4-145,0 0 1,0 4-194,0 0 1,0-2 131,0 1 1,-1-3-170,-3 3 30,3 0 144,-9 5 1,4-1 44,-5 0 0,-5-4-59,-2 0 1,-3-1 45,-1 2 0,0 2-3,0-3 0,-4-1 56,1 1 0,-1-1-42,4 2 1,1 2 88,3-3 1,-2-1-79,5 1 0,1-3-150,3 3 0,0-3 94,0 4 0,10-2-773,4 1 1,6 2 193,2-6 1,4 5 609,-1-5 0,40-9 0,6-6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03.7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12 7524,'-6'-5'1240,"1"4"1,6-4-974,3 5 1,2 0-173,5 0 1,1 0 68,3 0 1,-1 0-115,8 0 1,-2 0 31,6 0 0,-3 3 108,-1 1 0,0 1-193,0-1 0,-1-2 39,-3 5 0,-2 0-48,-5 0 0,0 4 61,0 0 1,-5 1-302,-2 7 0,-3-1-23,-1 4 0,0 5-158,0 2 0,0 3 79,0 1 0,0 0 72,0 0 1,0-3 471,0-1 0,0-4-123,0 0 0,0-3 93,0-3 0,-5-3-57,-2-5 0,-3-4 221,-1 0 1,-5-4-195,-2 1 0,-4-3-193,-4-1 0,3 0-789,-3 0 0,3-1 429,1-3 1,1 3 422,3-3 0,26-7 0,12-1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12.0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779 44 7847,'-6'0'776,"1"0"-566,5 0 0,5 0-241,2 0 0,9 0 58,6 0 1,6 0-56,9 0 1,3 0 80,8 0 0,12-1 28,10-3 1,5 3-22,2-3 0,5 3-134,2 1 1,2-1 38,-1-3 0,-8 3 67,-7-3 0,-9 3-245,-6 1 1,-7 0 73,-12 0 1,-4-3-244,-10-1 1,-8 0-365,-3 4 254,-7 0 0,-1 0 259,-6 0 0,-4 0 233,-4 0 0,-24-5 0,-7-1 0</inkml:trace>
  <inkml:trace contextRef="#ctx0" brushRef="#br0" timeOffset="266">768 144 7854,'-11'0'1448,"5"-5"-1689,1 3 1,6-3 153,3 5 1,10 0 282,8 0 1,9 0-1,2 0 1,10 0 136,8 0 1,8 0 155,4 0 1,5 4-121,2 0 1,5 0-345,-2-4 0,-3 0 64,-4 0 1,-10 3-629,-8 1 0,-9 0 203,-5-4-553,-11 0 368,-12 0 1,-11-4-327,-8 0 0,-1 1-43,-2 3 890,-5 0 0,-11-5 0,-8-2 0</inkml:trace>
  <inkml:trace contextRef="#ctx0" brushRef="#br0" timeOffset="499">1319 199 7747,'0'-6'1582,"0"1"1,0 6-1224,0 3 0,0 3-175,0 8 1,1-2 27,3 5 0,-2 1-415,6 3 0,-5 0 58,5 0 0,-5 4-156,5-1 1,-5 1-590,5-4 1,-6-3 372,2-1 1,1-5-949,-2 2 1465,1-8 0,6-16 0,2-10 0</inkml:trace>
  <inkml:trace contextRef="#ctx0" brushRef="#br0" timeOffset="682">1517 364 7854,'-11'0'561,"0"0"146,0 5 1,-3 1-271,-1 5 1,0 0-160,4 0 0,-1 0-488,-3 0 0,3 4 213,-3 0 1,3 0-861,1 0 0,1-3 474,3 3 0,2-6 383,5-2 0,5-5 0,1 3 0</inkml:trace>
  <inkml:trace contextRef="#ctx0" brushRef="#br0" timeOffset="840">1198 430 7854,'-8'0'2191,"1"0"-1878,4 0 69,-1 0-332,4 0 1,4 5 85,4 2 1,7 3-1993,3 1 1856,-2 5 0,34 26 0,4 10 0</inkml:trace>
  <inkml:trace contextRef="#ctx0" brushRef="#br0" timeOffset="1251">139 882 7817,'0'-11'1411,"0"5"-1240,0 1 1,-1 6 76,-3 3 0,-1 2-40,-2 5 0,-5 5-136,5 2 0,-8 7 110,7 1 0,-6 3-123,6-3 0,-3 0 93,8-4 1,-1 1-329,4 3 0,1-8 109,3 0 0,7-5-411,7-6 1,8-2-104,3-5 1,3 0-1003,1 0 1583,0-5 0,30-31 0,7-11 0</inkml:trace>
  <inkml:trace contextRef="#ctx0" brushRef="#br0" timeOffset="1466">29 838 7817,'-11'0'1343,"4"-1"-399,-1-3-753,6 3 0,2-4 30,7 5 0,9-4 47,6 1 0,5-1-221,6 4 0,2-4-189,1 1 1,3-2-1133,6 1 1,-6 3 1273,-3-3 0,4-12 0,-1-2 0</inkml:trace>
  <inkml:trace contextRef="#ctx0" brushRef="#br0" timeOffset="1632">95 904 7817,'-11'0'951,"-5"0"-711,4 0 1,1 1-189,7 3 0,9-3-798,6 3 1,10 1-16,8-1 761,8-1 0,23-8 0,12-4 0,9-1 0,-1 1 0</inkml:trace>
  <inkml:trace contextRef="#ctx0" brushRef="#br0" timeOffset="2093">690 948 7817,'-4'-6'-63,"2"-4"63,-1 3 0,-2 1 845,1-1 0,-1 0-327,2 0 0,0 2 283,-4 5-532,-1 0 0,-3 0-330,0 0 0,0 5 7,0 2 1,-1 3-21,-3 1 0,4 0 32,0 0 1,0 4 143,4 0 1,-2-1-352,2-3 0,-2 0 75,6 0 0,-1 0-223,4 1 0,0-1 170,0 0 1,1-2-204,3-1 0,3-3 111,8-5 1,-2 0-20,6 0 0,-1-2 180,4-1 1,-1-5-77,-3-6 0,2 1 294,-5-1 0,3 1-72,-3 2 0,0-3 115,-4-1 1,0 0-48,0 4 1,-4 0 718,0 0-100,-4 0 107,2 5-434,-5 1 1,-5 10-84,-3 2 0,2 4 35,-1 4 1,0 2-52,-4 5 0,0 0-169,0 0 0,0 2 144,-1 1 0,1-1-403,0 1 1,4 0-42,0 1 1,-1-4-220,-3 0 0,2-1-332,1-7 0,0 1-43,4-4-300,0 0 684,4-5 0,2-2 430,1-8 0,28-36 0,10-14 0</inkml:trace>
  <inkml:trace contextRef="#ctx0" brushRef="#br0" timeOffset="2501">944 926 9468,'-4'11'509,"1"0"1,-2 0-658,1 0 1,2 5-38,-6 3 0,5 0-71,-5 0 0,5 1-108,-5-1 0,6-2 200,-2 1 0,3-3-15,1 3 1,0-8 25,0 1 1,1-3-65,3-1 1,-2-2 33,6-5 1,0 0 192,7 0 0,-2-5-14,6-2 1,-6-7 116,2-1 1,1-1-28,-1 2 0,3 0-74,-3-4 1,3 3 82,-3-3 1,-1 3-99,-3-3 0,0 4 20,0 0 0,-1 1-6,-2 2 0,1 2 186,-1 1-154,-3-2 94,4 9 1,-7-3 1,1 8 1,-1 4 115,-2 6 1,-4-2-300,0 3 0,-4 2 85,0 2 0,3-2-117,2 1 1,-2-3 88,1 3 0,0-3-489,4 3 1,0-4 59,0 1 416,0-3 0,30-11 0,7-2 0</inkml:trace>
  <inkml:trace contextRef="#ctx0" brushRef="#br0" timeOffset="3149">1462 1003 7817,'0'-11'322,"0"0"0,-1 2 344,-3 1-146,3-2-49,-9 9-236,4-4 1,-5 7-187,0 1 0,0 3 97,0 5 1,0 0-225,0 0 0,0 4 112,0 0 0,4 1-113,-1-2 0,5-1-5,-5 1 0,6-1-28,-2-2 1,3 0-44,1 0 0,0-4-178,0 0 1,1-3-105,3 3 1,2-4 162,5 1 1,0-3-70,0-1 1,1-1 102,3-3 0,1-2-47,2-5 1,2 0 140,-5 0 1,0-4 109,0 0 1,-3 1 139,3 3 1,-4-4 71,-4 0 1,0 2 73,-4 5 0,-2-1 664,3 1-403,-3 3-50,-1 0-510,-5 5 0,3 5 106,-5 3 0,4 1-34,0 2 0,-2 0 41,1 0 1,0 1-26,4-1 1,0 0-41,0 0 0,0 0 26,0 0 0,0 0 22,0 0 1,2-4 10,1 0 0,3-4-16,5 0 0,0-1 15,0-2 1,2-2-210,1-1 1,4-3 50,4-5 0,0-5-38,0-3 1,0-1 38,0-2 0,-1-4 36,-3 0 0,2-3 193,-6 3 0,1-5-123,-4 2 1,-1 1 462,-3-2 0,-2 6-13,-5-2 1,0 7 157,0 0 0,-5 9-271,-2-1 1,1 8-25,-2-1 0,1 4-351,-4 4 1,4 2 88,-1 5 1,2 3 216,-1 1 0,-2 5-53,5-2 1,-3 3-200,3 1 1,1 0-30,3 0 1,0 1-82,0 3 1,0-3-456,0 3 1,1-3 308,3-1 1,-2 1-296,5-1 1,-4-4 223,1 0 1,2-8-890,1 1 1,-1-4 90,2 1 1103,-1-3 0,43-49 0,10-11 0</inkml:trace>
  <inkml:trace contextRef="#ctx0" brushRef="#br0" timeOffset="3458">2069 904 6556,'6'-5'2277,"-1"4"-2047,-5-4 0,-2 5-22,-1 0 1,-5 1 12,-6 3 1,1 2-45,-1 5 1,-2 0-140,1 0 1,0 0-290,4 0 1,4 0 226,0 0 0,4 0-192,-1 0 132,3 0 0,2 0-64,3 0 0,2-1 53,5-2 0,5 0 69,3-4 0,0 3-13,0-3 0,1 3 30,-1-3 0,-2 1 97,1-2 1,-8-1-56,1 1 1,-4 0 175,1 1 0,-5-3-56,-6 2 0,-5 0-98,-6 1 1,-7-3-8,-5 2 0,-4 2-280,0-1 1,2 3-338,-1-3 1,4 1 568,-1-1 0,3-3 0,1 4 0</inkml:trace>
  <inkml:trace contextRef="#ctx0" brushRef="#br0" timeOffset="4217">2476 860 8188,'8'0'363,"-1"0"1,0-1-106,5-3 1,-1 3-250,0-3 1,1 3 105,2 1 0,4 0-188,4 0 0,0 0 86,0 0 1,0 0 27,0 0 0,0 0 30,0 0 1,-5 0 60,-2 0 0,-7 0 171,0 0 276,-6 0-227,8 0 5,-9 0 1,-1 4-182,-7-1 1,1 2-231,-2-1 1,2-2-9,-1 6 0,-2-1 49,6 4 0,-6-2-73,2 2 1,-3-3 25,-1 7 0,0-3-15,0-1 0,-4 4 51,0 0 1,0 3-48,0-3 0,3-1 56,-3-2 1,3 2 196,1 1 1,0 0-77,0-4 1,1-4 174,2 0-17,4 1-131,4-2 32,0 4 0,4-9-65,4 2 0,5-1-273,2-2 0,5 0 97,-2 0 1,4 0-789,4 0 0,-3 0-7,3 0 1,-3 0-308,-1 0 1,1 0 1177,3 0 0,7-5 0,6-1 0</inkml:trace>
  <inkml:trace contextRef="#ctx0" brushRef="#br0" timeOffset="4775">2421 662 7817,'-11'-5'2171,"5"4"-1372,1-4 0,8 5-115,4 0 1,5 0-608,10 0 1,5 0 34,3 0 0,5 0-1910,2 0 0,3 0 1798,-3 0 0,34 0 0,5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23.0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282 166 7980,'7'-11'241,"1"0"1,-6 4 1042,2 0-494,-3 4-240,-1-2-307,0 15 0,-6-1-5,-5 9 1,-2 0-160,-5 4 0,0 0 92,-4 1 1,3-1-122,1 0 0,0 1-175,-4 3 0,1-3-388,2 3 0,0-7-355,4 0 1,-3-6 429,3 2 0,1-3-1261,7-1 850,-3-5 849,9-1 0,6-34 0,7-8 0</inkml:trace>
  <inkml:trace contextRef="#ctx0" brushRef="#br0" timeOffset="402">304 100 7980,'5'-10'0,"2"3"314,-2-3 0,1 8 163,-2-6-402,-3 6 1,4 2 113,-5 7 0,-5 4-208,-2 4 0,-2-1-19,2 4 0,-3-3 3,3 3 0,1 0 101,-2 4 1,4-3-69,-3-1 0,5-3-178,-2 3 0,3-4 77,1 0 1,1-1-65,3-2 0,2-5 74,5-3 1,1-1-100,3-2 1,1-2 76,2-1 0,4-3-23,0-5 0,0-5 129,4-3 1,-3 2 9,-1-1 1,-1 1 44,-3-2 0,3 0-58,-2 4 1,-2-3 189,1 3 0,-4 0-55,0 4 1,-5 1 676,-2 3-263,-4 2-170,2 5 1,-7 0-148,-1 0 0,-3 5-72,-5 2 0,0 7-67,0 1 1,0 4 94,0 0 1,-1 0-217,1 0 1,0 1 63,0-1 0,4 2-515,0 1 0,3-4 215,-3 0 1,4-4-1644,0 1 1919,1 2 0,37-25 0,8 0 0</inkml:trace>
  <inkml:trace contextRef="#ctx0" brushRef="#br0" timeOffset="786">998 34 7968,'0'-7'842,"0"-1"1,0 5-249,0-5-407,-4 6 1,-3-3 119,-4 5 1,0 0-85,0 0 1,0 5 16,0 2 1,-3 3-4,-1 1 0,0 0-238,4 0 0,0 0-34,0 0 1,0 0-75,0 0 1,4 0-53,-1 0 0,5-1-159,-5-3 0,6 3-110,-2-2 1,3 1 201,1 2 1,4 0-43,-1 0 0,10-3 71,-2-1 1,3-1-118,1 2 1,-2 0 26,6-4 1,-4 3 25,3-3 0,-5 3 61,2-3 0,-3 4 574,-1 0 1,-4-2 73,-4 1 0,-2 1 321,-1 3 0,-6 0-259,-5 0 0,-5 0-175,-6 0 0,-5 0-265,-2 0 1,-3 0 172,-1 0 0,1 0-1260,3 0 0,3-5 1019,8-2 0,46-28 0,16-6 0</inkml:trace>
  <inkml:trace contextRef="#ctx0" brushRef="#br0" timeOffset="1177">1241 133 7968,'7'-11'-768,"1"0"473,-1 0 0,0 1 695,1 3 423,-6 2-496,3 5 1,-10 5-82,-2 2 0,-7 7-146,0 1 1,-6 5 6,2 2 1,-3 0-16,-1 4 1,0 1-48,0-1 1,0 3-171,0-3 0,4 3 14,4-3 1,6 0-226,5-4 0,3-4 143,3 1 0,8-10-98,8 2 0,8-7-96,6 0 1,5-7-12,6 0 1,-5-6 397,-2 2 0,-3-8 0,9-22 0,2-9 0</inkml:trace>
  <inkml:trace contextRef="#ctx0" brushRef="#br0" timeOffset="1460">1175 166 7739,'-6'-5'-56,"1"3"279,5-5 1,5 4 285,2 0 1,8-2-88,3 1 1,7-3-406,0 3 0,6-3 82,-2 3 1,0-1-1008,0 1 0,-5 3 318,2-3 1,-4 3-418,-3 1 1007,-4-5 0,-23 9 0,-6-3 0</inkml:trace>
  <inkml:trace contextRef="#ctx0" brushRef="#br0" timeOffset="1634">1109 321 7969,'-8'0'-174,"1"0"161,5 0 52,-3 0 0,6 0-534,3 0 1,7-4 248,7 0 1,8-1-131,3 2 376,3 2 0,50-24 0,12 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21.6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33 188 8034,'-6'0'3578,"1"0"-3020,5 0-279,5 0 1,5 0-106,5 0 1,6 0-112,1 0 0,5 0-424,6 0 1,0 0 256,0 0 0,1 0-792,3 0 1,-7 0 466,4 0 1,-6-1-502,-3-3 0,0 3-224,-10-3 446,-6 3 708,-4-4 0,-39 8 0,-9-1 0</inkml:trace>
  <inkml:trace contextRef="#ctx0" brushRef="#br0" timeOffset="275">44 287 8034,'-11'0'1809,"0"0"-1209,0 0 339,5 0-180,1 0-320,5 0 1,6 0-126,5 0 1,7 0-87,7 0 1,4 0 1,4 0 0,-4 0-226,0 0 0,1 0-355,3 0 0,-5 0-540,-2 0 1,-1 0 129,-2 0 0,1-1-1565,-6-3 2326,-2 3 0,-5-19 0,-6 2 0</inkml:trace>
  <inkml:trace contextRef="#ctx0" brushRef="#br0" timeOffset="582">386 11 8034,'-11'-3'404,"0"-1"1,4 0 397,-1 4-221,6 0-95,-8 0-256,9 0 0,2 5-92,10 3 1,5 1 91,6 2 0,5 2-297,3 1 1,0-1 121,0 1 0,1 2-476,-1-1 1,-4 3 165,-4-3 1,-3 1 13,-8-1 1,-2 1 191,-9 2 1,-6-2-28,-5-5 0,-10 0-67,-9 0 1,-5 2 58,-2-2 1,4 3-421,4-7 1,5-1 503,2 2 0,25-16 0,10 1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25.4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23 7969,'-7'-5'1457,"3"3"-1196,4-2 1,1 4-39,2 0 1,4 0-273,4 0 0,1 0 114,3 0 1,2 0-138,5 0 0,4 0-378,-1 0 1,2 0 449,-1 0 0,22-5 0,9-1 0</inkml:trace>
  <inkml:trace contextRef="#ctx0" brushRef="#br0" timeOffset="175">56 133 7969,'-13'0'0,"-1"0"0,5 0 2057,-2 0-685,7 5-923,-1-4 1,12 8-304,4-6 1,5 1 63,6-4 1,5 0-2092,2 0 1881,3 0 0,50-20 0,12-4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42.2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198 353 7736,'0'-11'-525,"0"5"2204,0-4-545,0 9-512,5-9-146,-4 9-380,4 1 0,-6 7 80,-3 8 1,-2-1-262,-5 4 1,-2 4 111,-1 4 0,-3 3-49,-5-3 1,-1 3-192,1-3 0,4 5 108,0-2 0,4-6-75,0-1 0,6-7 104,4 0 1,4-4 29,4-4 0,7-2 1,8-5 0,6 0-587,5 0 0,3-1 252,4-3 1,-3-1-981,3-2 1360,-3-3 0,4-6 0,1-7 0</inkml:trace>
  <inkml:trace contextRef="#ctx0" brushRef="#br0" timeOffset="366">165 287 8129,'-6'-5'991,"1"4"-807,5-9 0,5 9 46,2-3 0,4 3-24,4 1 1,2-1-238,5-3 0,1 3 69,3-3 0,-2 3-825,6 1 1,-2-4 786,1 1 0,13-11 0,-2 2 0</inkml:trace>
  <inkml:trace contextRef="#ctx0" brushRef="#br0" timeOffset="565">165 408 7308,'11'-6'495,"-4"1"-342,0 5 0,4-1-656,4-3 1,3 3 29,-3-2 473,5 1 0,16-3 0,11-1 0</inkml:trace>
  <inkml:trace contextRef="#ctx0" brushRef="#br0" timeOffset="1801">826 111 8014,'0'-6'800,"0"-1"-355,0 4-217,0 2 0,-1-4 241,-3 5-227,-2 0 0,-9 0-96,1 0 0,-1 0 96,4 0 1,0 0-296,0 0 0,0 0-48,0 0 0,3 0-40,1 0 1,3 0-60,-3 0 0,5 1-35,-2 3 225,-2-3 8,5 4 0,-4-4 152,5 3-161,0-3 427,0 9-243,0-4 1,0 5-89,0 0 0,3 1-150,1 3 1,0-2 86,-4 6 0,0 0-119,0 7 0,-5-2 80,-2 6 0,0-1-80,0 4 1,0-1 39,-4-3 0,0 3-23,0-2 1,-4-2 101,0 1 0,1-5 127,3-2 1,-1-2 152,1-5 0,4 2-88,0-6 1,4 3 38,0-7 1,1-1 170,2 2-357,0-6 90,0 3 0,2-5-175,1 0 0,0 0-267,4 0 0,-3 0-453,3 0 0,2 0-743,5 0 0,0 0 1481,4 0 0,35-15 0,12-3 0</inkml:trace>
  <inkml:trace contextRef="#ctx0" brushRef="#br0" timeOffset="2617">1146 265 7992,'-11'-1'249,"0"-3"0,3 3 26,1-3 0,5 2 500,-2-2-118,3 3-206,1-4 46,0 5-271,5 0 0,1 0-119,5 0 1,0 0 33,0 0 0,5 0-102,2 0 0,-1 4-42,2-1 1,-1 1 101,4-4 0,-1 0 5,-3 0 0,3 0-4,-3 0 1,0 0-291,0 0 0,-5 0 23,2 0 1,-3 0-192,-1 0 416,0 0 501,-4 0-288,2 0-123,-7 0 0,2 0-245,-13 0 77,6 0 0,-8 0 68,8 0 1,0 1-8,-4 3 1,3-2-40,-3 6 0,3-2 15,-3 1 1,-1 3-40,-3-3 0,0 7 44,0 0 1,0 2-131,0-1 0,0-1 126,0 4 1,-4-1-11,1 1 0,-1 2-53,4-5 0,0 3-7,0-3 1,0 0 284,0-4-243,5 0-24,-4 0 84,9-5-49,-4-1 0,11-5-164,5 0 1,1-2-268,7-1 0,-1 2-757,4-3 1,0-1 558,0 1 0,0-3 628,0 3 0,20 1 0,4 3 0</inkml:trace>
  <inkml:trace contextRef="#ctx0" brushRef="#br0" timeOffset="2977">1686 430 7967,'-11'-1'452,"1"-3"493,3-3 1,3 1-906,8-1 1,3 4 55,8 0 1,2 1-389,5 2 1,4 0-315,0 0 0,-1 0 606,-3 0 0,35 0 0,8 0 0</inkml:trace>
  <inkml:trace contextRef="#ctx0" brushRef="#br0" timeOffset="3734">2171 254 7979,'-7'0'-40,"1"-1"315,1-3 289,-4 3 40,8-4-127,-9 5 53,9 0-192,-4 0 0,14 0-141,2 0 0,2 0-174,-2 0 0,1 0 100,3 0 0,-2 0-178,6 0 0,-4 0-21,3 0 0,0 0 49,4 0 0,-3 0 77,-1 0 0,-1 0-33,2 0 1,0 0-491,-4 0 0,3 0 193,-3 0 0,0 0 196,-4 0 1,-4 0-67,0 0 468,-4 0-179,2 0 1,-5 1 177,0 3-93,0-3 1,-1 8-79,-3-6 1,-1 6-119,-2-2 1,-2-1 73,5 2 0,-4-1-210,0 4 0,-1 0-23,-2 0 0,0 4-66,0 0 1,-2 0 86,-1 0 0,1-3 75,-1 3 0,-2 1 85,1-1 0,0 1-104,4-2 1,2-5 262,1 2 1,0-2 67,4 2-78,0-5 1,4 0 3,0-2 1,1-3-105,3 2 1,3-1-188,8-2 0,-3 0 124,3 0 1,1 0-77,-1 0 0,3 0 50,-3 0 1,4 0-277,0 0 0,-2 0 74,1 0 1,-1-2-454,2-1 1,2 2-39,-3-3 0,-2 3-212,-1 1 1,1 0 181,-2 0 713,1 0 0,-4 5 0,0 1 0</inkml:trace>
  <inkml:trace contextRef="#ctx0" brushRef="#br0" timeOffset="4285">2237 111 7979,'-3'-8'832,"-1"1"-29,0 5 81,4-8-529,0 9 0,1-4 11,3 5 0,3 0-104,8 0 0,2 0-43,5 0 0,2 0-268,1 0 1,3 0-404,6 0 0,-5 0-1128,0 0 1,-4-2 1579,1-1 0,-8-3 0,-2-5 0</inkml:trace>
  <inkml:trace contextRef="#ctx0" brushRef="#br0" timeOffset="4869">969 177 8008,'-6'0'-17,"-4"0"0,6 1 17,-4 3 0,0 3 1454,4 8 1,0 3-617,4 8 0,0 3-457,0 8 1,2 2-155,1 5 1,7 0 28,5 1 0,6-3-592,1-1 0,1-7 226,6-4 110,1-11 0,57-8 0,-37-11 0,0-1 0</inkml:trace>
  <inkml:trace contextRef="#ctx0" brushRef="#br0" timeOffset="5411">2711 221 7960,'-6'-11'2708,"1"0"-2401,5 5 0,5 2 39,2 8 0,7 2-83,1 5 1,5 4-122,3-1 1,0 10-29,6-2 0,-3 6-74,3-2 0,-4 4-507,1 0 0,-8 0 311,-3 0 0,-8-3-727,-3-5 1,-3-4 426,-1 0 1,-5-5-707,-2-2 0,-3-2 1162,-1-5 0,-10-20 0,-2-8 0</inkml:trace>
  <inkml:trace contextRef="#ctx0" brushRef="#br0" timeOffset="5853">2932 45 7967,'-6'-11'265,"1"-1"891,5 1-299,0 5-579,5 1 1,1 5-48,5 0 0,0 0-8,0 0 0,4 0-206,-1 0 0,1 0 72,-4 0 1,0 4-195,0 0 0,0 1 106,0-2 1,-4 0-280,1 4-36,-6-4-185,8 6 148,-9-2 258,4 4-91,-5 0 118,-5 0 0,-1-2 164,-5-1 0,4 2-104,-1-3 0,0-1 130,-7 1 1,3 0-100,-3 0 0,3 3-45,1-3 1,0-1-265,0 1 1,0 0-76,0 0 152,5 3 1,3-5 81,11 2 0,5-2 125,13-5 0,26-6 0,12-3 0,8 0 0,-1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49.2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12 7411,'-6'-1'1178,"2"-3"-336,3 3-364,1-4-174,0 5 1,5 0-307,2 0 0,4 0 59,4 0 1,-2 0-2,6 0 1,-5 0 92,5 0 0,-1 0-35,4 0 0,-3 0 60,-1 0 0,-5 0-61,2 0 1,-3 0 415,-1 0-202,0 5-44,0 1 0,-3 6-62,-1 3 1,-4-2-292,0 6 1,-2-1-122,-1 4 0,4 4-139,0-1 0,1 6 148,-2-2 0,0 3 55,4 1 0,-1 0-104,2 1 0,0-6-15,-4-3 1,0 1 216,-4-4 1,0 1-233,0-8 718,0 0 1,-5-5-78,-3-3 0,-3-2 87,-3-5 0,1 0-216,-1 0 0,-3 0-39,-2 0 0,2 0-263,-1 0 0,-1-1 144,-3-3 0,0 3 101,0-3 1,5-1 117,2 2-4320,3-1 4008,6-1 0,60-6 0,19-6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51.7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121 364 7990,'0'-11'426,"1"1"-55,2 3 121,-1-3 255,7 4-297,-2 0 1,2 0 257,-1 2-540,2 3 1,-9-3 49,2 8 1,-1-2-91,-2 6 1,-2 3 51,-1 3 0,-7 2-194,-5-1 0,-4 2 15,0 5 1,2 4-234,-1 0 1,3-1 163,-3-3 0,5 1-400,2-1 0,2 0 35,5 0 1,2-4 179,5 0 0,8-4-288,8 1 0,4-8 183,6-3 0,2-3-379,9-1 0,-3 0-3,3 0 740,-4-5 0,41-26 0,5-10 0</inkml:trace>
  <inkml:trace contextRef="#ctx0" brushRef="#br0" timeOffset="275">231 265 7927,'0'-6'1484,"1"-3"-996,3 6 1,3-1-211,8 4 0,2-1-485,5-3 1,4 3 231,-1-3 0,8 3-476,-3 1 0,0 0 187,-4 0 264,-3 0 0,0-10 0,-8-2 0</inkml:trace>
  <inkml:trace contextRef="#ctx0" brushRef="#br0" timeOffset="450">110 397 7927,'11'0'-96,"0"0"0,0-3 91,0-1 1,1 0-228,3 4 0,2 0-81,5 0 313,0-5 0,59-11 0,14-7 0</inkml:trace>
  <inkml:trace contextRef="#ctx0" brushRef="#br0" timeOffset="1009">1190 166 8287,'0'-8'681,"0"1"0,-6 5-274,-5-2 0,-3 3-83,-8 1 0,1 0 51,-8 0 0,1 0-113,-2 0 0,3 0-270,5 0 0,2 0 118,1 0 0,7 0-421,5 0 0,4 1 138,0 3 1,3-2 51,3 5 0,2-3-17,2 3 0,3 1 2,-2 3 1,-4 0 44,0 0 1,1 1 19,-1 3 1,-1-2-52,-3 6 1,-4-1 89,-4 4 1,-2 0-51,-1 0 1,0 0 49,0 0 1,-3 0-21,-1 0 0,-1 0 71,1 0 1,3-1 165,-3-2 1,3 0 29,1-4 0,4 0-135,-1-4 1,2 0 52,-1 0 1,-2-4 11,6 0-191,-1 1 112,4-2 1,1 2-150,3-4 1,2 0-41,5-4 1,5 0-136,2 0 1,8-1-1748,3-3 2005,3-2 0,15-8 0,8-3 0,4-1 0,1 1 0</inkml:trace>
  <inkml:trace contextRef="#ctx0" brushRef="#br0" timeOffset="1801">1719 276 7925,'-11'0'626,"0"0"1,4 0-10,-1 0-399,6 0 1,-3 0 0,6 0-65,3 0 1,2 0-5,5 0 1,1 0-104,3 0 1,6 0 87,5 0 0,4 0-129,0 0 0,1 0-106,2 0 0,-3 0 78,-1 0 1,-1 0 206,2 0 0,-3 0-61,-5 0 0,-5 0 84,-2 0 1,-3 0-4,-1 0 80,-5 0-134,-1 0-463,-5 0 336,-5 0 0,3 0-188,-6 0 125,6 5-16,-8 1 1,4 5 50,-5 0 1,1 0 32,3 0 0,-7 0-38,3 0 1,-3 4 5,-1 0 1,1 3-189,-4-3 1,3 4 115,-3 0 0,4 0 9,0 0 1,-2 0 27,1-4 0,0 0 125,4-4 1,0 0-103,0 0 1,4-4-4,0 0 1,4-3 7,0 3-21,1-4 37,2 2 1,5-5 24,3 0 0,3 0 77,3 0 1,0 0-93,4 0 0,4-2-555,4-1 0,3 2 129,-3-3 0,1 3-30,-1 1 0,-3 0-360,3 0 1,-4-4-501,-4 0 1300,3 1 0,-4 3 0,5 0 0</inkml:trace>
  <inkml:trace contextRef="#ctx0" brushRef="#br0" timeOffset="2229">1918 111 8103,'-12'-7'0,"1"4"643,0 2 0,4-3 230,0 0 265,4 1-659,-2 3 1,7 0-196,1 0 0,5 0-134,6 0 0,5 0 83,6 0 0,0 0-822,4 0 0,-3 0 458,3 0 1,-3 0 130,4 0 0,19 9 0,8 4 0</inkml:trace>
  <inkml:trace contextRef="#ctx0" brushRef="#br0" timeOffset="2578">2502 430 7939,'-4'-7'495,"0"0"255,2-2 1,2 4-307,4 1 0,2 0-701,5 0 0,1 0 152,3 4 0,2 0-387,5 0 0,4 0 492,-1 0 0,45 5 0,7 1 0</inkml:trace>
  <inkml:trace contextRef="#ctx0" brushRef="#br0" timeOffset="3136">3020 254 7983,'-4'-7'0,"-1"0"332,-1 3 1,3-4 246,-5 5-129,6-1-337,-3 4 0,6 0 84,3 0 0,-2 0-71,6 0 0,-1 0 113,4 0 0,1 0-164,3 0 1,-2 0 88,6 0 0,-1 1-135,4 3 0,0-3-27,0 3 0,4-3-59,0-1 1,1 0 105,-2 0 1,0 0-37,4 0 0,-8 0 74,1 0 1,-6 0 1,2 0 1,-8 0 191,1 0 1,-6 0 45,3 0-321,-6 0 122,3 0 0,-6 0-149,-3 0 75,3 0 1,-8 5-145,5 2 0,-4 3-33,1 1 0,-3 1 44,-1 3 1,-2 2-380,-1 5 1,-5 0 169,-6 0 1,1 0-156,-1 0 0,1 0 214,2 0 0,0 0 197,0 0 1,5-4 219,2-4 1,4-1-115,4-2 1,2-4 228,5 0 0,1-4-136,3 0 0,3-1-108,8-2 0,2 0 39,5 0 0,0 0-685,0 0 0,2 0-68,1 0 0,-1-4-357,1 0 0,4 1 120,0 3 892,3 0 0,1 0 0,0 0 0</inkml:trace>
  <inkml:trace contextRef="#ctx0" brushRef="#br0" timeOffset="3444">3681 519 7983,'5'-7'1051,"-3"-2"-564,2 7-240,-4-3 0,-1 5-22,-2 0 0,0 0-118,-4 0 0,3 4 107,-3 0 0,-1 4-230,-3 0 1,4 2 91,0 1 1,0 0-424,0 0 0,2 0 79,5 0 1,0 0-18,0 0 1,0 0 72,0 0 1,5-1 74,2-3 1,5-1 202,2-2 1,3-3-125,5 3 1,-3-3 380,-1-1 1,-3-5-152,3-2 1,-4-3-3,0-1 1,-6 0-307,-5 0 1,-3 0-412,-3 0 1,-3-3-1056,-5 3 1602,-5-2 0,-41 7 0,-14-5 0</inkml:trace>
  <inkml:trace contextRef="#ctx0" brushRef="#br0" timeOffset="4170">1443 276 7532,'-6'0'677,"-3"0"1,6 0-85,-4 0 0,1 1-175,-2 3 0,-2 3-26,3 8 1,-6 0 87,-2 7 0,0-2 74,4 10 1,0-1-404,0 4 1,5 2 81,2 1 0,8 0-498,3 4 0,9-5 235,6-2 1,5-5-1338,6-6 1,5-4 101,3 1 1265,2-11 0,35-22 0,9-17 0</inkml:trace>
  <inkml:trace contextRef="#ctx0" brushRef="#br0" timeOffset="4945">3869 199 7843,'-6'-5'443,"1"2"791,5-4-748,0 5 0,1-3-135,3 5 0,3 0 95,8 0 1,3 6-111,8 5 0,2 5-135,5 6 1,4 1 35,0 3 1,3 1-279,-3 2 1,-7 3-103,-8-3 1,-6 3-104,-8 1 1,-5-4-98,-6-4 0,-7-5-303,-5-2 0,-4-8-565,0 1 0,0-4 118,0 1 1093,3-3 0,5-10 0,0-1 0</inkml:trace>
  <inkml:trace contextRef="#ctx0" brushRef="#br0" timeOffset="5381">4200 33 7850,'0'-7'330,"0"0"0,0 3 207,0-3-222,4 4 0,3-2-90,4 5 0,-4 0-118,0 0 1,1 0 33,3 0 0,0 0 35,0 0 0,0 4-89,0 0 1,-1 4-184,-3 0 1,-1-2-116,-2 1 1,-3-3 118,3 3 1,-4-1-5,-4 2 0,1 0 79,-4-4 0,-1 4 248,-7 0 1,3-3 13,-3-2 1,3 3 13,1 2 1,3-3 475,1-2-434,0 4 1,-3-1-238,2 5 0,2-4 132,3 0 0,1-3-255,-1 3 1,6-4 80,5 1 0,2 0-797,1 0 0,3 0 142,1-4 1,5 0-128,-2 0 1,-2 0-1110,-1 0 1869,2 0 0,5-5 0,6-1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50.9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448 166 7895,'10'-8'118,"-2"1"636,0-2 1,-7 5-341,-1 0 1,-6 3-79,-9 1 1,-2 0-223,-5 0 1,-5 0 58,-2 0 0,-4 0-226,-4 0 0,-1 0 114,-3 0 1,0 0-248,4 0 1,2 0-192,5 0 0,4 0-1227,8 0-538,2 0 2142,10 0 0,35-5 0,14-1 0</inkml:trace>
  <inkml:trace contextRef="#ctx0" brushRef="#br0" timeOffset="223">272 22 7895,'0'-7'1482,"0"0"-410,0 4-141,0-2-369,0 5 0,3 2-152,1 1 1,0 3-58,-4 5 0,0 2-96,0 1 1,0 0-359,0 4 1,0-3 132,0 3 0,-4-4-836,0 0 1,1 2 180,3-1 0,-4 0-125,0-4 1,1 0 747,3 0 0,14-15 0,5-3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1:58.5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84 12 7620,'-7'-6'1729,"3"1"-1386,4 5 0,4 0-305,4 0 0,6 0 93,5 0 1,2 0-140,1 0 0,1 0 127,3 0 1,-3 3 164,3 1 1,-7 0-37,0-4 1,-6 3 69,2 1 1,-7 1 103,0-1 0,-6-2-69,2 5 0,-3 1-169,-1 3 1,0 5 32,0 2 0,-4 3-361,1 1 0,-1 1 208,4 3 0,0 2 86,0 5 0,0 0-619,0 0 0,0-1 136,0-2 0,0-3 421,0-5 0,0-2-149,0-1 1,-4-7 368,1-5 0,-7 0-93,-1 0 0,-1-2-176,-7-5 1,0 0 83,-7 0 0,-2 0-542,-5 0 0,0-4-287,0 0 0,1 0-635,2 0 1,5 3 1340,6-3 0,33-7 0,11-1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2:30.6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 7976,'0'-7'1236,"0"-1"-1363,0 6 1,0-2 65,0 8 0,0 2 152,0 5 0,0 0-84,0 0 1,4 4 85,-1-1 0,6 5-172,-2-5 1,3 5 91,1-5 1,1 1-112,3-4 0,-1-3 66,4-1 1,0-5-109,4 2 1,4-3 63,0-1 0,6 0-51,1 0 0,1-8 87,6-3 0,-2-3 213,6 3 0,1-4-55,10 1 1,-3-1 71,7 4 1,2 1 208,2 3 1,-2 2-150,2 5 1,-7 0 48,-1 0 0,-8 5-53,-7 2 0,-6 3-16,-1 1 0,-9 0-381,-10 0 1,-1-1-19,-2-3 0,0 2 114,0-6 1,0 5 102,0-5 1,0 1-50,0-4 1,5 0 16,2 0 0,-1-1-33,2-3 1,0 2 48,7-6 0,1 5-47,2-5 1,3 6 50,-2-2 0,6-1 89,5 2 1,2-1-95,1 4 1,5 4-3,2-1 1,8 5 64,3-5 0,16 6-55,2-2 1,13-1-312,-1 2 1,-41-6-1,1 0 300,3 1 1,0 1-1,6-3 1,1 0-59,2 1 0,1 0 0,1-1 0,1 0 47,-3 1 0,1 0 0,2-1 0,2 1-33,0 1 0,1 1 1,2-1-1,1 1 122,-1 1 0,-1 1 1,-4 1-1,-2 1-60,-3-1 0,-2 1 0,-4-1 0,0 0 76,0-1 0,-1-1 0,-2 1 1,0-2 0,43 4 1,-7-4-430,-15-4 1,0 0 345,-4 0 1,-2-3-465,-10-1 0,-5-4 93,-12 0 0,-5-2-73,-6-1 0,-8 2-435,-8 1 668,-6-2 1,-8 6-524,-8-4 1,-6 3 778,-5 5 0,-46 0 1,-12 0-1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3:15.4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254 65 8419,'7'-11'627,"-4"0"1,-2 4-214,-1 0 149,0 4-347,0-2 0,-1 5-71,-2 0 0,-5 5 93,-7 3 1,2 1-28,-5 2 1,3 5-177,-3 3 0,-4 3 115,-4 4 1,0 2-304,4 5 0,4 0 105,-1 0 0,7-4-347,1 1 1,1-2 183,7 1 1,-1-5-204,4-6 0,8-9 151,3-2 0,8-5 128,-1-2 0,7-9 114,0-6 1,6-6-107,-2-5 1,2-2 92,-2-5 1,-2-4-76,-5 1 0,-1-1-114,-2 4 0,-7-3 114,-5 3 0,-6 2-181,-1 9 0,-4 5-91,-7 3 0,0 6 381,-1 5 0,-13 21 0,-5 6 0</inkml:trace>
  <inkml:trace contextRef="#ctx0" brushRef="#br0" timeOffset="475">475 198 7893,'6'-11'553,"3"0"-387,-6 0 0,2 5 1078,-1 2-345,-3 3-559,4 1 0,-5 5-220,0 2 1,-5 8 72,-2 3 0,-2-1 23,2 2 0,-3-1 13,3 4 1,-3-4-580,-1 1 1,0-2 225,0 1 1,1 2-218,3-5 0,-2 3 131,5-3 0,-3-1-274,3-3 389,1 0 0,4-5 38,3-2 1,2-8-57,5-3 1,1-6 20,3-2 0,-3-5 14,3 2 1,-2 1 15,2-2 1,-3 1 8,3-4 1,1 1 3,-2 3 1,5-2-87,-5 6 1,6-5 100,-2 4 0,3 0 122,1 0 1,-1 4-64,-3 0 0,2 1 290,-5 6 119,4 1 1,-8 4-184,0 3 1,-4 7 248,-7 7 0,-5 3-158,-3 1 0,-5 0-204,-2 0 0,0-1-255,4-3 0,-3 3-554,-1-3 0,0-2-1012,4-1 1683,5-3 0,16-20 0,8-6 0</inkml:trace>
  <inkml:trace contextRef="#ctx0" brushRef="#br0" timeOffset="1332">1555 198 7890,'0'-11'192,"0"0"0,0 3-77,0 1 1,-3 3 826,-1-3-532,-5 5 1,3-7-275,-5 5 0,0 1 79,0 3 1,-4 1-91,1 3 1,-5-2-168,5 5 1,-2 2 80,1 6 1,3-3-113,-3 3 1,-1 2 53,1 1 0,1 3-210,3 1 0,0-1 94,0-3 1,1 5-104,3-4 0,2 4-61,5-5 0,0-2-110,0-1 0,5-3 115,2-1 0,4-5 98,4-2 0,-2-4 171,5-4 1,1-2-88,3-5 0,-4-1 157,1-3 1,-6 2-103,2-5 0,1 0 174,-2 0 1,1-3 32,-4 3 0,1-3-7,3-1 0,-6 1 223,2 3 0,-3-3-148,3 3 1,-1 0 147,-3 0 1,2 8 200,-5-1-271,-1 8-99,-3-2 1,0 6-92,0 3 1,0 2 22,0 5 0,-3 5-121,-1 2 0,-1 2-288,1-2 1,3 3 150,-2-3 1,1 3 96,2 1 0,0-1 7,0-3 0,0 3-1467,0-3 0,2 0 696,1 0 0,-2-8 796,3 1 0,27-27 0,6-4 0</inkml:trace>
  <inkml:trace contextRef="#ctx0" brushRef="#br0" timeOffset="1643">1809 165 7890,'0'-11'0,"3"0"578,1 0 1,0 3 270,-4 1-31,5 4-543,-4-1 0,5 5-287,-2 2 0,-3 4-84,3 4 1,-3 3-175,-1 1 1,0 3 66,0-3 0,0 5 142,0-2 0,0 3-295,0 1 0,0 0 102,0 0 1,-4-4-115,1 1 0,-1-1 180,4 4 0,0-5 197,0-2 167,0-3 317,0-6 1,6-7-217,5-10 0,1-5-115,7-6 1,-1-5 88,4-2 1,-4-3-36,1-1 1,-2 4-469,1-1 0,-2 6 163,-5-2 0,0 8-1441,0 3 685,-5 3 845,-1 5 0,-5 22 0,0 10 0</inkml:trace>
  <inkml:trace contextRef="#ctx0" brushRef="#br0" timeOffset="2441">2106 264 7876,'12'0'-15,"-1"0"1,-4 0 107,0 0 0,1 0-113,3 0 1,-4 0 96,0 0 1,1 0-240,3 0 0,0 0 95,0 0 1,0 0 59,0 0 0,0 0 53,0 0 1,0 0-171,0 0 1,0-1 29,0-3 1,0-2-119,0-5 1,-4 4 146,1-1 0,-6 1 27,2-4 1,-3-4 96,-1 0-66,0 1 1,-5 3-2,-2 0 1,-4 1 258,-4 3 0,3 2-80,-3 5 1,-2 1 252,-1 3 0,0 2-157,0 5 0,5 0 190,-2 0 0,3 3-114,1 1 0,3 5-247,1-2 0,4 2-12,0-2 0,3 3-61,3-3 1,5-1-466,7 2 1,0-6 306,4 2 1,3-6-688,0-2 1,-4-5 357,4 2 0,-3-3-92,-1-1 1,2 0 555,-6 0 0,1-10 0,16-26 0,4-17 0</inkml:trace>
  <inkml:trace contextRef="#ctx0" brushRef="#br0" timeOffset="3166">2514 231 7914,'7'1'288,"-4"3"0,-2-2-19,-1 6 1,-3 3-56,-1 3 1,-1 5-183,1-5 1,2 6 74,-5-2 0,4-1-281,0 2 0,1-6 123,2 2 0,0-6-151,0-2 559,0-5-293,5 3 1,0-10 103,2-2 0,2-8-101,-5-3 1,4 1 283,0-2 0,-2-3-90,1-3 1,0 0-134,5 7 1,2-3-632,1 3 0,4 2 316,0 1 0,2 3-849,1 1 1,0 5 485,0 2 0,1-1 550,3 1 0,12 25 0,7 10 0</inkml:trace>
  <inkml:trace contextRef="#ctx0" brushRef="#br0" timeOffset="3568">2955 231 7876,'-5'-6'585,"4"-4"0,-5 5-325,2-2 0,2-2 10,-5 5 1,3 1-1,-3 3 0,-1 0-93,-3 0 0,-3 1 37,-1 3 1,-4 2-188,5 5 1,-1 1 98,4 3 1,0-3-346,0 3 0,1-2 154,3 2 0,-2-3-86,6 3 0,-1-3-69,4-1 0,0 0-87,0 0 1,0-4-95,0 1 1,0-4 96,0 3 1,5-5 112,2 2 1,3-3 20,1-1 0,1-5-89,3-2 1,-2-3 97,6-1 1,-2-4 106,1 1 1,3-5 49,-2 5 0,-2-5 212,1 5 1,-4-5 187,0 5 0,-2-1 17,-1 4-140,-4 0 0,-1 1 138,-3 3-213,-1 2-64,3 5 0,-9 5-258,0 2 1,0 3-35,4 1 1,0 1-37,0 3 1,0-3-290,0 3 1,0-3 195,0-1 1,0 1-174,0 3 0,0-3 209,0 3 0,4-3 251,0-1 0,3-4 0,-3 1 0,4-6 0,0 2 0,36-22 0,10-7 0</inkml:trace>
  <inkml:trace contextRef="#ctx0" brushRef="#br0" timeOffset="3977">3231 308 7876,'11'-7'-12,"0"-1"1,-1 1 181,-3-4 1,3 0 186,-3 0 0,3 4-82,1-1 0,-4 1-30,1-4 0,-4 0-43,3 0 1,-5 0 225,2 0-223,-3 0 0,-6 0 22,-2 0 1,1 5-86,-2 2 0,-3 1 85,-3 0 1,-2 2-284,1-3 0,2 4-40,-6 4 1,5 0 26,-5 4 0,6 2-8,-2-3 0,-1 3 93,1 1 0,1 0-212,3 0 0,3 0 40,1 0 0,1 0-150,-1 0 198,2 0 0,5 0-129,0 0 1,1-4 42,3 1 0,3-6-56,8 2 1,-2-3 39,5-1 0,-3 0 85,3 0 1,-3 0-27,4 0 1,-5 0 5,5 0 0,-6-1 189,2-3 1,-3 3-135,-1-3 1,4 2 166,-1-2 0,1 3-108,-4-3 259,0 3 1,0 5-27,0-1 0,-5 6 78,-2-2 0,-3 3 314,-1 1 1,-1 4-231,-3-1 0,-5 2 142,-6-1 0,-5 1-99,2 2 1,-8 2-348,-3-5 0,1-1 37,-2-3 1,2-3-590,-1-1 0,-3-4-216,2 0 0,5-2-547,3-1 0,2-4 1255,9-4 0,22-26 0,14-8 0</inkml:trace>
  <inkml:trace contextRef="#ctx0" brushRef="#br0" timeOffset="4386">3529 253 7873,'11'0'2264,"0"1"-2150,0 3 0,-4-3 206,0 3-348,1 2 0,3-5 84,0 3 0,-4-2-589,0 2 265,1-3 0,3 4-141,0-5 0,0-1 60,0-3 0,0 2 85,0-6 1,1 5 251,3-5 0,-6 1-69,2-4 0,-3-4 117,3 0 0,-4 1-97,1 3 0,-6-4 353,2 0 0,-3 1 1,-1 3 1,-1 1 128,-3 2 0,-2 0 3,-5 4 1,-5 1-97,-2 3 1,-3 4 242,-1 4 0,-4 2-164,1 1 1,2 1 36,5 3 0,1 0-162,-1 4 0,2 2-3,5-3 0,4 3-125,4 1 1,4-1-109,6-3 1,6 2-139,9-6 1,8 5-297,3-4 0,7-4-917,-4-4 1,1-5 638,-4 2 0,-1-4-107,-3-4 1,1-1 245,-8-2 0,-3-3 526,-8 3 0,-14-18 0,-5-4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3:22.9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34 7716,'-6'0'316,"1"0"269,5 0 0,5 0-416,3 0 0,1 0-173,2 0 0,0 0 111,0 0 0,4 0-88,0 0 1,4 0 14,0 0 1,-2 0-116,1 0 1,1 0 86,3 0 1,0-1-134,0-3 1,0 3 103,0-3 1,0 3 34,0 1 1,4 0 72,0 0 0,-1-4-61,-3 0 0,4 1-21,0 3 1,-1-1 25,-3-3 0,2 3 80,1-3 0,0 3-44,4 1 1,-5 0 11,-2 0 1,0 0-121,-4 0 0,2 0 81,-2 0 1,-2 0-131,-5 0 1,4 0 120,-1 0 0,2 0-44,-1 0 1,-1 0 19,4 0 0,-3 0-19,3 0 0,0 0 125,4 0 1,0 0-104,1 0 1,-1 0 47,0 0 0,-2 0-29,-1 0 1,2 0-46,-3 0 0,-1 0 50,2 0 1,-2 0-69,1 0 0,-1 0 49,-2 0 0,-2 0-9,6 0 0,-2 0-46,1 0 0,3 0 41,-3 0 0,3 0-37,1 0 0,-3 0 34,-1 0 1,-3 0 52,3 0 0,-3 0-52,3 0 1,-1 0 117,2 0 1,0 0-97,-4 0 1,1 0 5,-1 0 1,-2 0-19,6 0 1,-5 0 23,5 0 1,-5 0-191,5 0 1,-1 0 57,4 0 1,-4 0 5,1 0 0,-1 0 57,4 0 1,-1 3-23,-3 1 1,3 0-25,-2-4 1,1 0 306,3 0 1,-3 0-54,-1 0 0,2 0-125,-3 0 0,-1 0-74,1 0 1,0 0 64,0 0 0,3 0-181,-3 0 0,3 0 89,1 0 1,0 0-64,0 0 1,-3 0 69,-1 0 1,3 0 19,1 0 0,2 0 6,-5 0 1,1-4-3,3 0 0,-3 1 81,-1 3 0,2 0-78,-3 0 0,1 0-47,0 0 1,2 0 57,-3 0 1,2 0-147,-2 0 1,3 0 74,-3 0 1,3 0-18,1 0 1,0 0 83,0 0 1,0 0-59,0 0 1,0 0 27,0 0 0,0 0 16,1 0 1,-1 0 1,0 0 1,0 0-12,0 0 0,0 0-8,0 0 0,-4 0 9,1 0 1,3 0-17,3 0 1,-1 0 25,-2 0 0,-3 0-6,7 0 0,-3 0 40,-1 0 0,4 0-42,0 0 1,-1 0-122,-3 0 1,5 1 74,3 3 0,-2-3 39,1 3 0,0-3-14,0-1 1,5 0 59,-4 0 0,4 0 7,-5 0 0,7 0 137,1 0 1,4 0-179,0 0 0,2 0 45,1 0 0,3 0 212,1 0 0,-1 0-54,-7 0 1,-7 0 63,-7 0 1,-3 0 218,-1 0-1109,-5 0-176,-6 0-331,-6 0 1160,-5 0 0,-14 0 0,-5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3:56.8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155 671 7973,'0'-6'2486,"-1"2"-2232,-3 8 1,0 2-222,-7 5 1,2 0 113,-10 0 1,5 4-765,-5 0 1,6 3 366,-2-3 1,-1 1-1493,1-2 1742,1-1 0,17-12 0,5-8 0</inkml:trace>
  <inkml:trace contextRef="#ctx0" brushRef="#br0" timeOffset="615">816 208 7760,'0'-11'0,"2"1"1098,1 3-321,-1-3-574,2 9 0,-4-3 71,0 8 1,0 3 68,0 8 1,-4 3-375,-4 8 0,2-1 119,-1 4 0,-4 1-279,-4 3 1,0 0 158,4 0 1,0 0-273,0 0 0,-1 2 127,-3-2 1,3-2-86,-3-9 0,7-1 50,0-3 0,2-2-70,-1-5 291,2-5 1,5-2-121,0-8 1,5-2-82,2-5 1,3 0 111,1 0 0,0-3-56,0-1 0,4-5 54,0 2 1,3 1-107,-3-2 1,4 2 107,0-1 1,1-3 3,3 3 0,-1 2 250,0 1 0,0 1-92,0 0 1,-4 5 119,0-2 106,-4 8 1,1-1-98,-8 8 0,-2 3-72,-5 8 1,-1-2-237,-3 5 0,2 1-91,-6 3 0,4-4-178,-3 1 0,5-5 105,-2 5 1,-1-6-81,1 2 1,1-3 340,3-1 0,19-15 0,6-3 0</inkml:trace>
  <inkml:trace contextRef="#ctx0" brushRef="#br0" timeOffset="890">1268 451 7760,'5'-11'431,"-3"0"-273,1 0 0,-2 3 133,-1 1-18,0 5 0,-1-3-58,-2 5 1,0 0-222,-4 0 98,-1 5 0,-3 1-145,0 5 1,0 0 72,0 0 0,0 0-4,0 0 1,0 0-83,0 0 0,4 0 100,0 0 0,3 0-179,-3 0 0,4 0-37,-1 0 155,3 0 0,6-5 50,2-2 0,4-3-354,4-1 0,-1-6 128,4-5 1,0-1-412,4-7 0,-1 5 193,-2-5 0,-3 6 421,-5-2 0,0-2 0,0 5 0,0-4 0</inkml:trace>
  <inkml:trace contextRef="#ctx0" brushRef="#br0" timeOffset="1343">1467 396 7481,'-7'0'720,"-1"0"-396,6 0 1,-4 5-5,2 2 1,3-1-173,-3 1 1,-1 1-192,1 3 0,1 0-90,3 0 0,0 0 80,0 0 0,0-4-486,0 1 407,0-1 0,5 3-46,2-3 1,3-2 106,1-5 1,0 0-90,0 0 1,0-1 53,0-3 0,0 2-28,0-6 1,1 1 143,3-4 0,-3 0-39,3 0 0,-7 0 97,0 0 0,-1 0-73,4 0 0,-1 0 25,-3 0 0,2 3-89,-5 1-229,4 5 82,-2-8 134,0 9 1,-1-3 126,-5 8 1,0-2-96,0 5 1,0 1 107,0 3 0,-1 0-68,-3 0 0,2 3 27,-5 1 1,4 0-31,0-4 1,1 0-26,2 0 1,2-5 40,1-2 1,3-3 214,5-1 0,0 0 103,0 0 0,4-1 129,0-3 0,4-7-224,0-7 1,2-3-130,1-1 0,-4 0-444,0 0 0,-3-4 233,3 0 1,-4 1-313,1 2 0,-4 5 426,-4 0 0,-7 9 0,-6-1 0</inkml:trace>
  <inkml:trace contextRef="#ctx0" brushRef="#br0" timeOffset="2257">2459 307 7760,'17'-6'18,"-1"-3"271,-5 1 1,5 0-80,2 0 1,0 0-180,0 4 0,-1-5 110,2 2 1,1-3-208,-1-1 1,-3-3 92,-2-1 0,-3-3 186,-3 3 0,0-4-183,-4 5 0,0-6 65,-4 2 0,0 1-98,0-2 0,-5 6 155,-3-2 10,-1 3 0,-2 6-83,0 2 1,-2 8-107,-1 3 1,1 8 23,-1 3 1,0 4 11,-1 4 0,2 2-166,-5 5 0,3 4 68,-3 0 0,-1 4 99,-3 0 1,4-2-35,-1 1 0,1 1-588,-4 3 1,-1 0 200,-3 0 1,3-6 344,-3-5 0,8-6-51,3-9 0,0-5 573,4-6 1,-1-6-200,8-1 0,2-5-29,5-6 1,4-1-315,4-3 1,1 2 129,3-5 1,0 3-291,4-4 0,3 5 106,0-5 0,0 6-15,4-2 1,-7 3 32,0 1 1,3 0 38,3 0 0,2 0-14,-1 0 1,-3 3 18,3 1 1,1 1 92,-1-1 0,0 1-55,-4 2 0,0 3-144,0-3 0,-4 3 129,0 1 1,-3 0 28,4 0 1,-10 0-51,2 0 0,-6 0 436,3 0-35,-6 0-165,3 0 1,-6 0 18,-3 0 0,-2 1-55,-5 3 1,0-2-73,0 5 0,-4-3 2,0 3 0,-3 0-103,3 0 1,-3 3 123,3-3 1,-3 3-24,3 1 1,1 0 83,2 0 1,1 0-93,0 0 0,-2 0-56,2 0 1,-3-4 60,7 1 1,2-1-357,2 4 1,1-4 3,2 1 0,2-6-134,1 2 0,7-3 107,5-1 1,4 0 329,0 0 0,2-5 0,1-2 0,0-3 0,0-1 0,0-4 0,0 1 0,-1-2 0,-3 1 0,-2 3-84,-5-3 1,-1-1 792,-3 1 567,3 1-645,-9 3 37,4 5-659,-5 1 0,-4 6 104,1 3 1,-5 2-80,5 5 1,-2 1 66,1 3 0,-1-3-444,-2 3 0,-2 1-19,6-2 0,-5 2-157,5-1 0,-2-3 152,1 3 1,-1-3-14,-2-1 0,1-1 380,2-3 0,32-21 0,4-11 0</inkml:trace>
  <inkml:trace contextRef="#ctx0" brushRef="#br0" timeOffset="2576">3010 429 7792,'0'-8'195,"0"1"434,5 5 845,-4-3-1235,4 5 0,-5 1-34,0 3 1,0 2-295,0 5 0,0 1 94,0 3 1,0-3-129,0 3 0,0 1 88,0-2 1,-1 2 10,-3-1 0,2-3 120,-5 3 1,-1-3-48,-3-1 0,0-4 357,0 1-90,0-1 17,0-1 1,4-1-62,-1-5 1,7-1 96,1-3 0,5-6-35,6-4 1,5-6-419,2 2 1,3-3-30,1-1 0,4-1 14,0-3 1,7 3-223,-4-3 1,4 4-434,-7 4 0,0 2 487,-4 5 0,-5 0-2457,-2 0 2724,-8 4 0,-27 12 0,-10 8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03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177 0 9856,'0'12'1202,"0"3"1,0 2-795,0 5 1,0 2-481,0 1 1,-1 8-318,-3 8 0,-2-2-475,-5 1 0,0 0-394,0 0 1,-4 0 684,1-6 0,0-5-120,7-11 693,-3-7 0,19-35 0,-2-13 0</inkml:trace>
  <inkml:trace contextRef="#ctx0" brushRef="#br0" timeOffset="731">1 210 7785,'0'-11'1788,"0"0"-1420,0 0-137,0 0 0,8 1-16,3 2 1,8 0-11,-1 4 0,8-3-222,3 3 0,7-3-110,0 3 1,6-3-111,-2 3 0,0-3-246,0 3 1,-6-3 270,-1 3 1,-9 0-41,-10 4 77,-1 0 0,-7 2-106,-3 1 1,-3 3 63,-3 5 1,0 2 354,-4 1 1,1 3 9,-1 6 1,-3-5 7,2 0 1,2 1-20,-1 3 1,0-4-119,-4 0 0,1 0-95,2 0 1,-1 3 97,1-3 1,0-2-34,0-1 0,2-4 1,3-4-4,1 3 1,2-9-122,8 3 0,6-3-171,5-1 0,3-4 12,3 1 1,0-10-126,4 2 1,-4-2 201,1 2 1,-3-4 216,-1 1 0,-1-1 0,-3 4 0,-2 1 0,-5 3 0,0-2 0,0 5 0,0 1 53,0 3 1,-3 0-70,-1 0 391,-5 5 0,7 1 156,-5 5 1,0-1-218,0-3 1,1 3-16,2-3 0,3 2-74,-2-2 1,1 3-142,2-3 1,4-2 119,0-1 0,4-2-297,0 2 0,2-3-11,1 3 0,3-4-19,1-4 1,3 2-18,-3-6 0,5 0 115,-2-7 0,-2 3 18,-1-3 1,-3 2 7,-1-2 1,-1 3 34,-3-3 1,-2-1-26,-5 1 0,-5 1 137,-2 3-70,-3 0 1,-2 1 123,-3 2 1,-2 4 215,-5 4 0,0 0-149,0 0 0,-1 4 345,-3 4 1,2 2-213,-6 1 0,6 0 6,-2 0 1,3 1-145,1 3 0,5-3-7,2 3 0,3-3-129,1-1 1,6 0-115,5 0 0,10-1-179,8-3 1,13 2 150,6-6 0,4 1-315,4-4 0,-1-1 205,0-3 1,-6-2-791,-5-5 0,-7 4 236,-12-1 1,-4 1-779,-10-4 188,-5 0 1,-7 0 1267,-10 0 0,-44-10 0,-16-2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00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232 188 7748,'0'-11'236,"0"0"1,0 3 166,0 1 327,5 5-155,-4-8-350,4 4 0,-1-2-109,0 1 208,-1 5-386,-8-3 1,-1 5 117,-5 0 1,-1 5-190,-3 2 0,2 3 51,-6 1 1,1 0-33,-4 0 1,4 5 54,-1 2 0,2-1-151,-1 2 0,2-5-142,5 5 0,0-5 122,0 5 1,5-6 22,2 2 0,3-7 93,1 0 1,1-6 18,3 2 1,3-3-36,8-1 0,-2-1-35,5-3 0,0-2 42,0-5 1,2 0 22,-6 0 1,5 0 313,-5 0 1,5-1-133,-5-3 1,1 3 245,-4-3 1,0 3-168,0 1 1,0-4 557,0 0-454,0 1 0,-3 6 65,-1 1-91,-5 5-215,3-3 1,-5 10-241,0 2 1,0 3 117,0 1 0,-1 3-409,-3 1 0,3 1 200,-2-1 0,-2-3-391,1 3 1,0-3 179,4-1 518,0 0 0,5-5 0,1-1 0</inkml:trace>
  <inkml:trace contextRef="#ctx0" brushRef="#br0" timeOffset="467">486 166 7748,'0'-8'715,"0"1"-191,0 0-715,0 1 171,0 1-59,0 5 1,0 5 52,0 2 0,0 3 105,0 1 0,0 0-61,0 0 1,0 4-5,0-1 0,0 2-231,0-1 0,0-3 86,0 3 0,0-3-128,0-1 1,3-4-110,1 1 131,5-1 0,-2-1 64,8-2 1,-3-3 149,3-1 1,2-1-50,1-3 0,-1-2 129,2-5 1,-5-1-86,5-3 1,-6 3-34,2-3 1,-3-1 104,-1 2 0,-1-1-40,-3 4 0,2 0 232,-5 0-150,-1 0 114,-3 5-69,0 1-92,0 5 0,0 5-29,0 2 0,0 3 28,0 1 0,-3 0-99,-1 0 0,0 0 86,4 0 0,0 0 96,0 0 1,0 0-109,0 0 0,2 0 139,1 0 0,0-1 30,4-3 0,0-2 205,4-5 0,4 0 34,0 0 0,1-6-134,-2-5 0,0-5-29,4-6 0,-3-1-18,3-3 1,-4-1-779,0-2 1,2-2 380,-1 5 0,0 1 157,-4 3 0,5 14 0,1 5 0</inkml:trace>
  <inkml:trace contextRef="#ctx0" brushRef="#br0" timeOffset="1018">1257 210 7762,'0'-11'155,"0"0"301,0 0-106,-4 0 1,-3 1-30,-4 3 1,0 2-50,0 5 0,-1 0-201,-3 0 1,3 3 99,-3 1 1,0 5-202,0-2 0,-4 3 85,5 1 1,3 0-20,3 0 1,1 4-41,-4-1 1,5 1-369,2-4 1,3 0 28,1 0 0,0 0-105,0 0 1,0-4 73,0 1 0,1-6 79,3 2 1,2-3 229,5-1 0,4 0-68,-1 0 1,2-5 85,-1-2 0,-1-3-68,4-1 0,-1-1 369,1-3 1,0 3-37,-4-3 1,0 2 79,4-2 0,-4 3-38,0-3 1,-1 4 128,-2 4-423,0-3 216,0 9-243,-5-4 0,-1 13 80,-5 3 1,0 3-433,0-3 1,-4 4-29,0-1 0,1 2-169,3-1 0,0-3 610,0 3 0,9-3 0,4-1 0</inkml:trace>
  <inkml:trace contextRef="#ctx0" brushRef="#br0" timeOffset="1492">1533 133 7762,'0'-8'49,"0"1"363,0 5 15,0-3-210,0 5 0,-5 1 11,-2 3 0,1 2-283,-2 5 1,5 1 97,-5 3 0,6-3-371,-2 3 1,3 1 142,1-2 1,0 1 8,0-4 1,5-4 0,2 1 0,3-2-33,1 1 1,0-2 96,0-5 0,0 0 0,0 0 0,4-5 135,0-2 1,-1-3-59,-3-1 1,0 0 109,0 0 1,0-4-61,0 0 0,0 2 164,0 6 1,0-3 8,0 3 0,-3 2-13,-1 1 44,0 3 1,1 1-76,-1 0 1,-4 6 2,0 5 1,-1 1-36,-2 6 1,-2 5-178,-1 2 1,-3 2-1,-6-1 0,1 1-125,0 2 0,-4 4 52,-4 0 0,-2-3 90,-1 3 0,-5-4 112,-2 1 1,-3-3-114,-1-5 1,-1-5 647,-3-2 1,3-8-267,-3-3 1,3-3 192,1-1 1,9-3-243,6-4 0,9-2-99,6-9 1,8-2-86,6-5 1,9 3-200,10 0 0,2 0-618,1 3 0,5 2 413,2-1 0,2 4-851,-2 0 1,2 1 1153,-5 2 0,34-14 0,5-5 0</inkml:trace>
  <inkml:trace contextRef="#ctx0" brushRef="#br0" timeOffset="1987">2338 133 7762,'-6'0'1057,"0"0"-99,2 0 37,3 0-820,-9 5 1,5 1 39,-2 5 1,-2 3-411,5 1 0,-4 4 200,0-5 0,-1 6-1065,-2-2 1,1-2 211,2-1 848,-1-3 0,7-11 0,-2-2 0</inkml:trace>
  <inkml:trace contextRef="#ctx0" brushRef="#br0" timeOffset="2118">2382 22 7768,'1'-6'-636,"3"3"1,-2-2 387,6 1 620,-6 0 0,4 4-955,-2 0 583,-3 0 0,14 15 0,-3 3 0</inkml:trace>
  <inkml:trace contextRef="#ctx0" brushRef="#br0" timeOffset="2428">2635 78 7768,'-11'-2'51,"0"-1"1,0 1 152,0-1 1,0 2-257,0 1 0,0 0 116,0 0-51,0 4 1,0 3 61,0 4 0,4-4 10,0 0 13,4 1 0,-2 3-174,5 0 0,0 0 75,0 0 0,5 0-50,2 0 0,3 0-33,1 0 0,0 0 59,0 0-76,0 0 0,-1 0 56,-3 0 1,-2 0 188,-5 0 1,0-4-102,0 1 1,-5-5-94,-2 5 1,-8-6-34,-3 2 1,-2-3-157,2-1 0,-3 0 239,3 0 0,17-10 0,3-2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10.5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88 177 7589,'0'11'-94,"0"0"0,0 4 49,0-1 0,-1 9 63,-3 0 0,2 5-187,-5-3 0,-1 6 2,-3-2 1,4 3-35,0 1 0,-1-4 159,-3-4 1,4-3-61,0-3 273,4-3-235,-2-10 0,5-4 266,0-9 1,5-2-67,2-9 0,3 0 61,1-5 1,0-2-17,0-1 1,0 0 1,0 4 1,0 0-291,0 0 1,0 1 139,0 3 1,0-2-143,0 6 0,2 0 42,1 7 0,-1-3-411,1 3 0,0 2 478,1 1 0,7 13 0,6 3 0</inkml:trace>
  <inkml:trace contextRef="#ctx0" brushRef="#br0" timeOffset="368">309 331 7928,'6'-1'42,"-2"-3"195,-3 3 126,4-4-327,1 5 1,5 0-68,0 0 1,-4 0-129,1 0 0,0 0-51,7 0 0,-3 0 141,3 0 0,1-4-96,-2 1 1,2-5 33,-1 5 0,-3-5 6,3 5 1,-6-6 73,-2 2 1,-3 1-19,3-2 1,-5 1 40,2-4 0,-4 4 13,-4-1 1,2 5 93,-5-5 1,-1 6-112,-3-2 1,0 3 202,0 1 1,-3 0-109,-1 0 1,-1 5 64,1 2 1,3 3-57,-3 1 1,3 1 166,1 3 1,0-2-97,0 6 0,1-2-78,3 1 1,-2 3-30,6-3 1,-1 2-152,4-2 1,2 2-12,6-5 1,4-4-286,10-4 0,0-4-394,0 0 805,5-2 0,26-25 0,10-7 0</inkml:trace>
  <inkml:trace contextRef="#ctx0" brushRef="#br0" timeOffset="999">838 221 7928,'-11'0'228,"0"0"1,0 0 18,0 0 0,0 5-84,0 2 0,-4 4 4,0 4 1,1-2 27,3 6 0,-4-1-168,0 4 1,1 0-61,3 0 1,1-3-397,2-1 0,0-1 273,4 1 1,2-2-159,5-5 1,0-4 86,4-4 1,1-2 4,3-1 0,3 0 44,1 0 1,1-4-118,-1-4 0,-3-2 143,3-1 1,1-3 44,-2-1 0,1-1 107,-4 1 0,0 3 0,0-3 0,0 2 0,0-2 0,0 3 0,0-3 0,-4 3 7,1 1 0,-6 0 22,2 0 0,1 4 163,-2-1-142,1 6 0,-4-2 19,0 8 0,0 2 32,0 5 1,-5 0 80,-2 0 1,2 1-127,1 3 1,-1-3 10,2 3 1,-5 1-136,5-1 1,-1-1 121,4-3 1,0 4-127,0 0 1,0-1 100,0-3 1,0-3 10,0-1 1,5-4 27,2 0 0,3-2 150,1-1 0,0-4-332,0-4 1,5-2 110,2-1 0,0-5-335,0-2 0,-3-3 157,3-1 0,-3-1-31,3-3 0,-4-1 242,0-2 0,0-3 57,0 3 0,-1-3 90,1-1 0,-3 1-173,-3 2 0,0 5 413,-4 6 0,1 5 146,-1 6-163,-3 3 0,3 7-10,-8 1 1,1 5 49,-4 6 1,1 0-109,-1 4 0,-3 4 32,2 4 0,0 3-114,1-3 1,-3 5-32,2-2 1,2-1-78,-1 2 1,4-2 76,0 1 1,2-2-250,1-5 1,0 0-207,0 0 1,4-1-336,4-2 0,5-8-844,2-8 0,5-2 158,-2-1 1257,-2-4 0,10-32 0,-3-12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15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199 497 7805,'7'-10'-23,"1"3"0,-6 1 215,2 2 1,-3 2 378,-1-6-115,0 6-242,0-3 6,0 5-189,-5 0 0,-5 0 16,-4 0 0,-1 5 58,4 2 1,-4 1-134,1 3 0,-5-3 82,5 7 1,-2 1-130,1-2 1,3 5 54,-3-4 1,3 3-101,1-3 1,1 3-64,3-3 1,2-1-374,5-3 305,0 5 0,5-5 123,2 0 1,6-5 132,2-6 0,5-1-65,-2-2 0,2-5-41,-2-6 0,2 1 10,-6-1 0,5-4-100,-5 0 1,1 1 2,-4-1 0,-5 4-106,-2-1 1,1-1 293,-1 2 0,-1-1 0,-13 9 0,-2 1 0</inkml:trace>
  <inkml:trace contextRef="#ctx0" brushRef="#br0" timeOffset="648">331 475 7881,'7'-5'0,"1"3"-501,-4-6 524,4 6 461,-6-3 1,4 5-483,-3 0 0,-1 5 44,1 2 1,-3 3-141,-3 1 1,0 4 98,-4-1 0,3 1-61,-3-4 1,3 4 64,-3 0 0,4-1-90,0-3 1,1 0 79,2 0 0,0 0-23,0 0 1,0-3-23,0-1 1,2-5 37,1 2 1,5-3-299,6-1 1,0-1 90,4-3 1,-1-2 26,2-5 1,2-1 90,-3-3 0,-2 2 159,-1-5 1,0 3-59,0-4 0,0 5 86,-4-5 0,-4 6 315,1-2-108,-6 3-13,3 1-135,-5 5-215,0 1 1,0 6 128,0 3 1,-1-2-133,-3 6 0,3-1 55,-3 4 0,2 0-75,-2 0 0,3 4 20,-3-1 1,3 1 28,1-4 1,0 0-1,0 0 21,0 0 164,0 0 0,5-1-97,2-3 1,3-2 86,1-5 0,0-1-103,0-3 1,4-2-141,-1-5 1,5-3 78,-5-1 0,2-5-8,-1 2 0,-3-3-85,3-1 1,1-4 108,-1 1 1,-1-5-138,-3 4 1,0-3 90,0 3 1,0 1 136,1 3 0,-1 1-86,0 2 1,-5 3 527,-3 5-294,-1 5 0,-2 3-62,0 6 0,-2 3 111,-1 5 0,-3 5-27,-5 3 1,0 2-179,-1 1 1,5 3 77,0 1 1,1 1-228,-2-1 1,0-2 76,4 6 0,-3-2-99,3 1 1,-1 2-31,1-5 1,3-1 101,-2-3 0,1 0-3,2 0 1,0-4-10,0-4-439,0-6 316,0 1 1,0-9-516,0 0 0,4-6 679,0-8 0,9-28 0,-1-11 0</inkml:trace>
  <inkml:trace contextRef="#ctx0" brushRef="#br0" timeOffset="882">673 464 7881,'0'-7'-388,"0"-1"724,0 1 0,1-3-37,3 3 0,-1-2 0,4 6 0,4-1-117,4 4 1,4-4-160,0 0 1,3 1 26,3 3 1,4 0-100,4 0 1,-2 0-375,-1 0 1,0 0 234,-4 0 0,-1 0-217,-7 0 0,-6 0-90,-4 0 193,-6 5 0,2 0 13,-8 2 0,2 2 289,-6-6 0,1 5 0,-4-5 0,0 11 0,0-2 0</inkml:trace>
  <inkml:trace contextRef="#ctx0" brushRef="#br0" timeOffset="1309">1015 453 11134,'0'12'643,"0"3"0,0-2-429,0 6 0,0 3-103,0 4 0,0 4 28,0 0 0,-5 5-112,-2 2 1,-2-2-5,2-5 0,-3 0 27,3-4 0,-3 0-292,-1-4 0,0-6 141,0-5 0,3-1-1109,1-7 789,5 1 0,-3-5-42,5-3 1,0-6-74,0-4 0,1-6-240,3 2 0,-2-4 288,5-4 0,-3 1 266,3-4 0,0 1 350,0-2 1,3-2-228,-3 3 1,2-2 394,-2 2 0,3-2-296,-3 6 1,3-1 332,1 4 0,0 0 67,0 0 1,0 8 205,0 3 0,0 4-238,0 0 0,0 2-117,0 5 0,4 0-224,0 0 0,3 0 114,-3 0 1,4 3-160,0 1 1,-4 6 31,0 1 1,-3 0-16,-1 4 0,-1 1 44,-2-2 1,-3 5-6,-5-5 1,-9 5 267,-2-5 1,-9 5-81,-2-5 1,-5 1-867,-6-4 0,0-3 140,0-1 500,0 0 0,-5-10 0,-1-5 0</inkml:trace>
  <inkml:trace contextRef="#ctx0" brushRef="#br0" timeOffset="2116">1412 431 7677,'11'-6'462,"-5"1"1,-1 6-17,-5 3 0,0-2-114,0 6 1,-4 3-156,0 3 1,-3 2-74,3-1 1,-4-2-364,1 6 0,0-2 182,0 1 1,5 2-276,-2-5 0,3-1 231,1-3 0,1-1-417,3-3 1,-1-2 186,8-5 1,-2 0-235,6 0 1,1-1 584,-2-3 0,5-2 0,-5-5 0,5-3-139,-5-1 0,1-5 139,-4 2 0,0 1 271,0-2 0,-1 6-53,-3-2 1,2 3 417,-5 1-270,-1 0-61,-3 5-191,0 1 1,0 13-220,0 4 1,4 5 32,0-3 0,0 1-76,0-4 1,-1 0 9,4 0 0,-1 0 105,1 0 1,3 0 94,-2 0 0,-2-3-90,1-1 0,0-5 323,4 2-236,0 2 0,0-5-36,0 3 1,2-8-1,1-3 0,-1-3-312,1-1 0,0-3 50,1-1 1,-3-5 153,2 2 1,2-4 273,-1-4 1,0 2-105,-4-6 0,0 2 386,0-1 0,0-3-200,0 2 0,-4 2 102,1-1 1,-6 6 296,2 0 390,2 1-317,-5 10-689,4 1 0,-9 11 31,1 8 0,-5 5-14,5 2 0,-5 4-108,5 0 0,-6 1 46,2 3 0,2 3-49,1 4 0,-1 0 38,2 0 1,-5 2-383,5-3 0,-1 3 38,4 1 0,0 0-105,0 0 0,0-5 209,0-2 1,0-3 87,0-1 0,6-9 112,5-6 1,1-5-75,7-2 0,0-8-891,7-3 0,-2-9 152,6-2 855,-6 0 0,18-19 0,-2 0 0</inkml:trace>
  <inkml:trace contextRef="#ctx0" brushRef="#br0" timeOffset="2307">1831 376 7870,'0'-11'2218,"1"1"-1578,3 3 1,3-2-25,8 5 0,3-3-206,8 3 1,-1-1-198,9 2 1,-5 2-214,4-3 0,20-7 0,-1-1 0</inkml:trace>
  <inkml:trace contextRef="#ctx0" brushRef="#br0" timeOffset="3519">2525 310 9682,'11'0'407,"-2"-5"-318,2-3 0,-1 2 101,8-1 1,-1-4-120,2-4 1,1-1-72,-1 2 1,2-4-196,1-4 1,-5 0 35,-3 0 0,-1 0 94,-2 0 1,-5 4 21,-2-1 1,-3 2 49,-1-1 0,-5 3-90,-2 8 1,-4 2 18,-4 5 1,3 0-89,-3 0 1,-1 9 100,1 2 0,1 7 49,3 0 1,-1 7 119,1 1 1,0 5-91,0 2 1,4 2-31,0 5 0,4 4-5,0 4 0,1 3-127,2-3 1,-3 5 86,-1-2 1,-1-7-25,1-3 1,2-7 84,-5-4 1,1-7 155,-2-5 206,-2-9-255,9 1 1,-4-17-191,5-4 1,0-1 117,0-6 1,5-1-278,2-3 1,0 0 89,0 0 0,0-1-30,4-3 0,0 3 90,0-3 0,0 3 75,0 1 0,0 1 137,0 3 1,2-2-69,1 5 0,-1 4 12,1 4 0,-1 5-25,-2-2 0,0 3-18,0 1 1,0 5 25,0 2 0,-4 4-92,0 4 1,-3 1 3,3 2 0,-3 3-155,4-3 1,-6 3 39,2 1 0,-3-4 64,-1 1 1,0-4 44,0 3 0,0-8-65,0 1 122,0-3 1,-4 0-139,1-1 423,-1-5-272,4-2 0,0-6-100,0-5 0,4 0-47,-1 0 1,9-1 102,-1-3 1,4 3-120,0-3 0,-2 3 55,6 1 0,-2 0-2,1 0 0,3 1-8,-3 3 0,2-3-131,-2 3 0,2 1 103,-5-2 0,3 5 8,-3-5 0,3 6 140,-3-2 1,-4 3-220,-4 1 286,-4 0 0,2 1-57,-5 3 1,-2 2 122,-1 5 1,0 0-47,-4 0 0,0 1 7,-5 3 1,1-3-30,0 3 1,0 1-18,0-1 0,4 0-92,0 0 1,4-3 78,0 3 1,1-3 191,2-1 1,5-5-78,3-2 1,1-3 73,2-1 0,4-5-102,0-2 1,3-8-127,-3-3 1,0-3 123,-4-1 0,0 0-272,0 0 0,-5 4-247,-3-1 0,-1 5-326,-2-5 1,-2 6-647,-1-2 1332,-3 8 0,-15 12 0,-2 7 0</inkml:trace>
  <inkml:trace contextRef="#ctx0" brushRef="#br0" timeOffset="4084">3275 464 7771,'7'-6'6,"1"2"887,-6 3-520,3 1 0,-5 5-335,0 2 1,0 7 76,0 0 0,0 2 10,0-1 1,-4-3 10,1 3 0,-5 1-112,5-1 1,-2-1 66,1-3 1,3 0 143,-3 0 260,3 0-243,1-5-378,0-1 1,1-6 91,3-3 0,2-2-225,5-5 0,0-3 129,0-1 0,4-3-136,-1 3 1,5-1 68,-5 1 0,5 3 41,-4-3 0,0 3 64,0 1 1,-3 4-39,3-1 0,-3 5 198,-1-5 1,-3 6-118,-1-2 123,-4 3 1,1 6-53,-4 2 1,0 3 49,0 1 1,-1 1-83,-2 3 0,0-3 196,-4 3 0,3-3-52,-3-1 1,3-1 50,-3-3 1,3 3-48,-3-3 1,4 0-55,0 0 0,1-3-196,2 3 279,0-5-221,0 3 106,0-5-228,5 0 0,1-5-4,5-2 1,4-3 103,0-1 1,-1 0 63,-3 0 1,4 0-29,0 0 0,3-4 73,-3 1 0,0-1-69,-4 4 1,3 1 143,1 3 0,0-2-72,-4 6 1,-4-1 626,0 4-393,1 0 0,2 1 32,-3 3 1,-1 2 246,-2 5 0,-2 0-155,6 0 0,-2 0-400,1 0 1,3-1 97,-3-3 0,3 3-1352,1-3 0,0 3 198,0 1 1062,0-5 0,-5-11 0,-1-7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27.4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67 138 7979,'0'-11'1031,"0"0"0,0 3-184,0 1-689,0 5 1,0-2 79,0 8 1,0 2-44,0 5 1,0 6 28,0 5 1,0 5-191,0 6 0,0 1 82,0 3 0,0-1-515,0 4 1,-5-3 76,-2 3 0,-3-3-94,-1 3 1,1-8-621,3 1 1,-2-12-182,5-3 1217,1-4 0,13-62 0,2-14 0</inkml:trace>
  <inkml:trace contextRef="#ctx0" brushRef="#br0" timeOffset="209">89 105 7979,'11'-6'0,"0"-4"399,0 2 1,0 2 78,0-1 1,5 5-38,2-2 1,2 3-255,-2 1 1,3 1 65,-2 3 0,-4 5-292,0 6 0,-8 5 105,-3-2 1,-4 3-273,-4 1 0,-3 0 161,-8 0 1,1-1-283,-8-3 1,2 2-215,-6-6 0,3 1-1191,1-4 1732,5 0 0,16-24 0,8-7 0</inkml:trace>
  <inkml:trace contextRef="#ctx0" brushRef="#br0" timeOffset="834">376 303 7982,'0'-6'1045,"0"1"1,0 6-807,0 3 0,0 3-164,0 8 0,0-1 114,0 4 1,0 0-339,0 4 1,0 0 156,0 0 1,-2 1-498,-1-1 1,1 0 174,-1 0 1,2-5-456,1-2 306,0-8 225,0-2 25,0-5 0,0-6 85,0-5 0,1 0 64,2-4 1,2-2-32,3-2 0,3 2 33,0-1 0,1 1-36,6-2 1,-1 0 124,2 4 0,3 0 84,0 4 1,0 0-62,4 0 1,-8 4 140,-3 0 0,-3 4 70,-1-1-75,0 3 1,-4 2-72,1 3 1,-6-1 121,2 4 0,1-3 1,-1 3-386,4-5 1,-2 7-31,5-5 1,0-1-82,0-3 0,-3 0 139,-1 0 1,0-3 76,4-1 1,-1-5 26,-3 2 0,2 1-69,-5-1 0,-1-1 582,-3-3-310,0 0 1,-1 1 84,-2 3 0,-4 2-22,-4 5 1,-1 0-130,-3 0 0,3 5 161,-3 2 0,0 3-89,0 1 0,0 1 260,4 3 0,0-1-104,0 4 0,1-1-50,3 2 0,-2 1-160,6-1 0,-1 2 26,4 1 1,6 0-93,5 0 1,1-2-288,7-1 1,3-3-971,4-5 1,4-5 625,0-2 1,1-3 557,2-1 0,25-30 0,6-6 0</inkml:trace>
  <inkml:trace contextRef="#ctx0" brushRef="#br0" timeOffset="1462">1246 39 7982,'0'-11'756,"0"0"-164,0 4-393,0-2 0,0 9 288,0 0 0,0 6-105,0 8 0,0 4-94,0 4 1,0 5-65,0 2 1,0 3 0,0 1 0,0 0 28,0 0 0,0 4-524,0 0 1,0-1-1,0-3 0,0-1 242,0-2 0,0-5-235,0-6 1,-1-7-54,-2-5-89,1-4 1,-6 0 152,4-6 1,-1-3-450,2-5 1,0-2 185,-4-1 1,-1 0 12,-3-4 1,4 3 295,0-3 0,-2 1 155,-6-2 1,3 0 122,-3 4 0,-1 1-143,2 7 1,-5-1 515,5 4 0,-5 0-240,5 4 1,-5 5 272,5 2 0,3 8-143,3 4 1,6 1-50,-2 2 1,3 0-152,1 0 1,1-3-106,3-1 0,6-1-15,4 2 1,2-3 42,-1-5 0,-2-2-485,6-1 1,-2-3 180,1-5 0,2 0-513,-5 0 0,-1-5 326,-3-3 0,4-5 183,0-2 1,1-4 250,-2 0 0,3-36 0,5-10 0</inkml:trace>
  <inkml:trace contextRef="#ctx0" brushRef="#br0" timeOffset="1593">1357 259 7968,'6'-5'0,"0"4"274,-2-3 578,-3-2-332,4 5 0,-5 1-138,0 7 1,0 7-364,0 0 1,0 6 95,0-2 0,0 1-70,0 3 1,-4-3 62,0 7 0,1-3-1083,3 0 1,0-1 246,0 0 728,0-5 0,5-6 0,1-6 0</inkml:trace>
  <inkml:trace contextRef="#ctx0" brushRef="#br0" timeOffset="1735">1467 127 7941,'0'-22'0,"0"1"408,0 3 0,0 5 342,0 6-1341,0 5 1,0-2 590,0 8 0,15 46 0,3 16 0</inkml:trace>
  <inkml:trace contextRef="#ctx0" brushRef="#br0" timeOffset="2077">1698 281 7941,'-1'-11'519,"-2"0"1,-2 4-123,-3-1 1,-3 6-68,0-2 1,0 8-113,-3 3 0,-2 4 0,1 4 0,0-2-190,4 6 0,0 3 60,0 4 1,5-1-301,2-3 0,3 0 224,1 1 0,1 2-380,3 1 0,3-4 175,8-4 0,0-8-151,7 1 1,-3-7-11,7 0 1,-3-3 1,-1-1 1,2-6-314,1-5 0,-1-2 332,1-5 1,-5 0 332,-2-4 0,1-5 0,-7-21 0,-2-10 0</inkml:trace>
  <inkml:trace contextRef="#ctx0" brushRef="#br0" timeOffset="2252">1996 50 7931,'0'-11'1179,"0"0"-301,0 4-232,0 3 0,-4 5-220,1 2 0,-2 5-112,1 7 0,3 5-150,-3 6 0,2 5-98,-2-2 0,3 7-104,-3 0 0,3 5-358,1-4 0,0 0-632,0 0 1,0-1 488,0 4 0,-4-8-551,1 1 1,-1-11 102,4 0 987,-5-12 0,4-15 0,-4-13 0</inkml:trace>
  <inkml:trace contextRef="#ctx0" brushRef="#br0" timeOffset="2477">1864 347 7931,'4'-11'586,"-1"0"0,6 0-360,-2 0 1,8 4-7,3-1 0,4 2 146,4-1 0,1 2-107,2 5 1,2 0 153,-5 0 0,3 0-102,-3 0 1,-2 5-273,-5 2 0,-5 7-103,-6 1 1,0 4-206,-4 0 1,0 0-66,-4-1 0,0 3 200,0-2 1,-2 2-864,-1 1 1,-2 0 434,-3 0 0,-1-2 562,1-1 0,-6-18 0,-4-8 0</inkml:trace>
  <inkml:trace contextRef="#ctx0" brushRef="#br0" timeOffset="2610">2239 83 7931,'-11'-11'576,"0"0"1,3 1-1003,1 3 1,3 2 283,-3 5 0,4 1 142,0 3 0,-8 41 0,-2 15 0</inkml:trace>
  <inkml:trace contextRef="#ctx0" brushRef="#br0" timeOffset="3302">2470 303 7931,'0'-7'152,"0"-1"1,0 1 409,0-4 0,-5 5-144,-2 2 1,-4 4-24,-4 4 1,-2 2-163,-5 5 1,0 5-376,0 2 1,0 3-76,0 1 1,3 0-96,1 0 1,6 0-345,1 1 0,5-3 4,6-1 476,0 2 0,1-10 29,3 0 0,5-5 89,6-6 0,5-5-97,-2-3 0,2-6 160,-2-5 0,3 2-21,-3-1 0,-1-1-3,2-3 1,-6 4 106,2 0 1,-3 1-80,-1-2 0,-1-2 104,-3 3 0,2 2-187,-5 1 245,-1 3-107,-3 1 104,0 5 0,4 2 268,0 8-169,-1 2 1,-3 6 64,0 3 0,0-3-135,0 3 0,0 1-199,0-1 1,4 3 136,0-3 1,-1 3-123,-3-3 1,0 4 105,0 0 1,0-2-31,0 1 0,0-4 25,0 0-315,0 4 415,0-6-86,0 4-600,0-10 1,0-6 227,0-8 1,4-1-189,0-2 0,-1-4 165,-3 0 1,0-4 47,0 0 0,2 0 11,1 0 0,0-4 251,4 5 0,0-6-13,4 6 0,0 1 147,0-1 1,0 4 257,0-1 1,4 4-233,0 4 0,3-2 160,-3 6 1,3-1-101,-3 4 1,0 5-142,-4 2 1,-4 7 70,0 0 0,-3 6-326,3-2 0,-4 0-156,1 0 0,-3 0-256,-1 4 0,-4-1-461,0-2 1,-3 0 117,3-4 888,1 0 0,13-14 0,2-2 0</inkml:trace>
  <inkml:trace contextRef="#ctx0" brushRef="#br0" timeOffset="3627">3010 204 7901,'0'-7'520,"0"-1"-288,0 6 1,-1-3-35,-3 5 1,-2 5-63,-5 2 1,0 3-23,0 1 1,-1 0 125,-3 0 0,3 0-73,-3 0 0,7 0-136,0 0 0,2 0 103,-1 0 1,2 0-266,5 0 134,0 0 1,5 0-210,2 0 1,4-1 58,4-3 0,-1 3-27,4-2 0,-5-2 192,2 1-65,-3 0 0,-4 4-19,-1 0 0,-6-3-12,-1-1 0,-2-3 405,-9 3 1,0-3-115,-11 3 0,2-3-2188,-6 3 1975,-2-4 0,-20 2 0,-9-5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20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165 332 7771,'0'-8'0,"0"1"751,0 0-51,0-4-355,0 4 1,-1 4-99,-2 6 0,1 8-209,-1 8 0,-2 3 79,1 4 1,-3 2-34,3 5 1,-5 0-326,2 0 1,1 4 190,-1-1 0,-1 1-449,-3-4 1,0-1 284,0-2 1,0-4-360,0-3 1,4-4-213,-1-4 4,6 0 781,-3-14 0,30-55 0,5-20 0</inkml:trace>
  <inkml:trace contextRef="#ctx0" brushRef="#br0" timeOffset="725">33 508 7851,'-7'0'213,"-1"0"0,6 1 186,-2 3 1,-2-3 107,5 4-296,-4-5 1,10 0-330,2 0 0,7-1 158,0-3 0,7-2-366,1-5 1,2 0 209,5 0 0,2-4-121,5 1 1,0-6 19,4 2 0,-4 2-4,1 1 0,-3-1 232,-1 1 0,-6 2-89,-5 5 139,-10 4 0,-8 6-65,-8 5 0,-3 2 322,-8 9 1,2 2-120,-6 6 0,2-2 144,-1 6 1,-2-2-111,6 1 0,-1 2-91,4-6 1,0 2-25,0-1 0,5-3-280,2 3 0,3-6 69,1-2 0,0-4 23,0 0 0,1-3-219,3-3 1,2-3 109,5-5 0,3 0-18,1 0 0,4-5 59,-5-3 0,6-3 104,-2-3 1,3 0-12,1-4 0,0 1 31,0-2 1,-1 2-68,-3 2 0,2 2 28,-5-6 1,-1 10-86,-3-2 1,0 3 80,0 1 0,-3-2 310,-1 6 160,-4-1-107,1 4 0,-4 5 158,0 2-146,0 3 0,0 1-5,0 0 0,0 0-98,0 0 0,0 0-163,0 0 0,2-3 162,1-1 0,4-1-402,4 1 1,-4 2 41,0-5 1,2-1-64,6-3 1,-2 0-49,5 0 0,0 0 81,0 0 1,3-5 72,-3-2 0,3-3 31,1-1 0,-4-3 27,1-1 0,-6 0-29,2 4 1,-3 0-44,-1 0 0,-3 0 61,-1 0 1,-5 4-69,2-1 102,-3 1 0,-6 1-38,-2 2 0,-7 3 254,0 1 0,-6 4-86,2-1 0,1 7 141,-2 1 1,2 0-58,-1 4 1,-2-2 492,5 2 0,1-1-141,3 4 0,1-3 12,3 3 0,-2-3-271,5 3 0,2-3-74,6 3 1,7-4-757,7 0 1,4-1 399,4-2 0,2-5-1647,5-3 1,4-6 232,-1-5 1559,6-1 0,2-32 0,6-7 0</inkml:trace>
  <inkml:trace contextRef="#ctx0" brushRef="#br0" timeOffset="1534">1797 508 7426,'0'-11'-851,"0"0"2328,0 0-432,0 0-730,0 0 0,-5 4-90,-2-1 0,-1 6-108,-3-2 0,3 4 61,-7 4 0,-1 2-149,2 5 1,-6 1 21,2 3 1,0-2 113,0 6 0,1-1-347,-2 4 0,0 0 112,4 0 1,4 0-418,4 0 1,1 0 222,-2 0 1,3-1-199,5-2 1,0-4 215,0-3 0,5-3 129,3-1 0,5-3 58,2-5 1,3-5-134,-3-3 1,5-3 225,-2-3 1,-1 0-39,1-4 0,-3 3 36,4-3 1,-5-1-16,5-3 0,-6 1 164,2 3 1,-3-3 50,-1 3 1,0-3 52,0-1 1,-1 5-24,-3 2 1,-2 3 131,-5 1 32,0 5-123,0 1-240,-5 15 0,4-3 92,-3 8 0,2 2-252,-2 1 1,3-1-128,-3 2 1,3-2-171,1 1 0,0 2-304,0-5 1,0 3 318,0-3 0,4 3-137,-1-3 1,5-1 515,-5-3 0,16-14 0,-1-5 0</inkml:trace>
  <inkml:trace contextRef="#ctx0" brushRef="#br0" timeOffset="2401">2018 475 7851,'0'-11'761,"0"0"-334,0 5-216,0 1 1,0 6-156,0 3 1,0 2 90,0 5 0,0 5-253,0 2 0,0-1 77,0 2 0,0-1-210,0 4 1,0 0 27,0 0 0,3-1 20,1-3 1,3 2 53,-3-5 0,3-1 23,-3-3 261,4 0 0,-1-4-117,4-4 1,0-3-188,0-3 0,0-4 148,0-4 1,0-4-264,0-4 0,-3-2-2,3-1 1,-6 1 0,6 3 1,-3-3 244,-1 3 1,2 1-108,-6-2 1,5 2 585,-5-1-386,1 2 1,0 5 267,-1 0-63,1 5-34,-4 1 0,0 6 218,0 3-249,5 2 1,-4 5-138,3 0 0,2 0 41,1 0 1,-1 0-177,2 0 1,3 0 96,3 0 1,1-1-70,-4-3 0,1 2 83,3-6 0,-3 5-60,3-5 1,-3 1 42,-1-4 0,0 0-6,0 0 0,2 0-309,1 0 0,-1-1 102,1-3 1,-1 2-147,-2-6 0,-2 1 77,-1-4 0,0-4 269,-4 1 0,0-1-134,-4 4 1,0 0 109,0 0 1,-3 0 92,-4 0 1,-1 5 203,-6 2 0,-2-1 37,1 1 1,-1 2-82,2 6 1,5-2-116,-2 6 1,4 0-5,-1 7 0,0-3-192,4 3 0,0 1 53,4-2 0,2 5-23,1-5 1,0 5-6,4-5 0,-3 5-107,3-4 0,2-1-88,5-3 1,-1 0 63,1 0 0,2-1 126,-1-3 1,3-2-25,-3-5 1,5 0 17,-2 0 0,-1-6-16,1-5 0,1 0 13,3-3 0,-5-2-13,-2 1 1,-3-3 36,-1 3 1,0-5-2,0 2 0,-1 2-45,-3 1 443,3-2 1,-4 5 21,5-3 34,-5 8-208,-1 2-63,-5 5 1,0 5-28,0 2 1,0 3 2,0 1 0,4 1-162,0 3 0,-1-2 67,-3 6 1,0-6 51,0 2 1,0 1-27,0-1 1,0 3 114,0-3 0,0-1 53,0-3 1427,0 0-356,0 0-628,0-4 1,1-7-80,3-8 0,2-5-189,5-2 1,0-6-482,0-1 1,5-1 122,3-7 0,1 6-853,2-2 1,1 3-146,-1 1 1,-3 4-736,3-1 0,-6 11 543,6 0 1149,-7 6 0,6 36 0,-4 9 0</inkml:trace>
  <inkml:trace contextRef="#ctx0" brushRef="#br0" timeOffset="3176">3285 530 7631,'-7'-10'293,"0"3"0,4-3 177,-1 3 0,-2 2-110,-1 1 1,1-1-116,-1 2 1,-1-1-120,-3 4 1,-1 5 47,-3 2 1,3 3-215,-3 1 0,3 1-48,1 3 0,0-2-114,0 6 0,1-5-355,3 5 0,-2-2 299,6 1 0,-1 2-828,4-5 723,0-1 0,5-4 60,2-2 0,4-4 115,4-4 1,1-4 187,2-4 0,3-2 0,-3-1 0,2-1 0,-2-3 0,3 2 0,-2-5 0,-2 0 0,1 0 0,-4-2 131,0 6 1,-5-5-18,-2 5 1,-3-2 37,3 1 1,-4 6 88,0-2 20,-1 8 0,-6-1 11,0 8 0,-4-2-25,0 6 0,3 3-71,2 3 1,-2 2-45,1-1 1,0-2-110,4 6 1,0-6-180,0 2 0,5-2-63,3 2 0,1-3 90,2 3 0,2-4-360,1-4 0,0 2 193,4-5 0,-3-1 27,3-3 0,-1 0 269,2 0 0,0-5 0,-4-2 0,1-3-69,-1-1 1,-3-3 68,3-1 0,-3-5 49,-1 2 0,-1 1 37,-3-2 0,2 5 315,-6-5 0,5 5 112,-5-5-85,1 6 1,-5-2-47,-3 8 1,-2-2-146,-5 5 0,0 1-65,0 3 1,-1 1 10,-3 3 1,2 1 22,-6 2 1,6 3-31,-2-3 0,3 3-74,1 1 0,3 0 60,1 0 1,5 0-434,-2 0 0,3 4-296,1-1 0,5 6 340,2-2 0,6 0-54,2 0 1,4 0 46,-5 4 1,1 0 368,-4 0 1,-1-3-114,-3-1 0,-2-4 156,-5 0 1,-6-3 103,-5-3 0,-1 0 118,-7-4 0,1 0-807,-4-4 0,-4-2 237,0-1 0,4-2-888,4-3 1,4-1 1057,0 1 0,21-21 0,7-7 0</inkml:trace>
  <inkml:trace contextRef="#ctx0" brushRef="#br0" timeOffset="3518">3848 574 7851,'11'0'0,"1"-1"-123,3-3 1,-3 2 134,2-6 1,-1 6 85,-2-2 1,0-1-18,0 2 0,0-6 89,0 2-118,-5-3 1,3-1 3,-6 0 0,1 0-106,-4 0 1,-1 4 68,-3-1 0,-2 6 46,-5-2 0,0 3-20,0 1 1,-4 0 253,0 0 1,-4 1-84,0 3 1,-1 2 437,-2 5 0,1 0-191,2 0 0,0 4-59,4-1 0,-1 5 6,1-5 0,8 6-148,0-2 1,4 0 3,3 0 1,10 0-42,5 4 0,13-5-813,5-2 1,7-3 442,1-1 0,2-4-1414,1-4 0,-6-3 93,-5-3 1466,0-4 0,-29-48 0,-2-11 0</inkml:trace>
  <inkml:trace contextRef="#ctx0" brushRef="#br0" timeOffset="4594">4807 497 7739,'0'-11'607,"-5"4"-370,-3-1 0,-1 6-71,-2-2 0,-2 3 6,-1 1 0,0 1 180,-4 3 1,1 2-156,-2 5 1,0 4-209,4-1 0,0 6-107,4-2 0,1-1 134,3 2 0,2-4-298,5 3 1,0-5 152,0 2 0,9-4-28,2-4 0,7 2 81,1-5 0,1-1-12,2-3 0,-3-3-19,-1-1 0,-1-5-98,2 2 0,-3-3 44,-5-1 1,-2-3 70,-1-1 1,2 0-23,-3 4 1,-2 0 29,-1 0 0,0 0 100,0 0 1,3 0-110,-3 0 0,1 4 113,-1-1 1,-2 5 47,5-5 0,0 5 147,0-5 1,3 6 59,-3-2 0,7-1-83,0 2 0,6-6 55,-2 2 1,4 1-37,4-2 0,-1 0 36,4-7 0,0 1-112,4-4 0,4 0 92,0-4 0,-4 0-169,-4 0 1,-4-4-194,1 0 0,-9-1-234,-6 1 0,-1 2 210,-7-5 0,0 8-64,-7-1 1,-2 2 58,-5-2 0,-4 5 237,0 2 0,0 4-110,0 4 0,3 2 42,-3 5 1,3 5 6,1 2 1,3 4 115,1 4 1,1 3 153,-2 8 1,0-2-63,4 6 1,1 0-161,3 7 1,-4-3 21,0 3 1,0-1 14,4 1 0,-3 0-21,-1 4 0,0 2 131,4-3 0,0-1-152,0 2 1,0-9-17,0 1 0,0-5-493,0-2 0,0-1-43,0-6-1713,-4-8 2208,2-1 0,-3-45 0,5-8 0</inkml:trace>
  <inkml:trace contextRef="#ctx0" brushRef="#br0" timeOffset="4735">5038 541 7811,'-4'-11'0,"1"0"0,-1 0 1218,4 0 0,0 4-530,0-1 0,3 5-338,4-5 0,2 6-561,9-2 0,4 3 196,4 1 1,4 0 14,0 0 0,31 19 0,9 6 0</inkml:trace>
  <inkml:trace contextRef="#ctx0" brushRef="#br0" timeOffset="5294">5931 596 7811,'11'-7'-226,"0"1"0,0 0 677,0-1 1,0 1 435,0-1-517,0-3 1,-3 5 139,-1-2-472,-5-3 1,-2 9 125,-7-3 1,-4 3-222,-4 1 0,-2 0-43,-5 0 0,-1 5-49,-3 2 1,3-1 9,-3 2 0,3-1 53,1 4 0,4 1 6,-1 3 1,4-3 54,-3 3 0,6 1-197,1-1 0,1 1 61,6-2 0,2-2 42,6 3 1,3-7 80,8-5 0,3-2-6,8-1 1,-3-6 77,3-5 0,-3-1-57,-1-6 0,0 3-234,0-3 1,-4 0 135,1 0 1,-6 1-220,2 2 0,-3 3-122,-1-3 462,0 3 0,5 6 0,1 1 0</inkml:trace>
  <inkml:trace contextRef="#ctx0" brushRef="#br0" timeOffset="5678">6185 486 7811,'5'-6'29,"1"1"610,0 5-314,-1 0 0,-5 1-27,0 3 0,-5 2-65,-2 5 0,0 0-155,0 0 1,3 0 109,-3 0 0,3 1-327,-3 3 1,5-3 113,-2 3 0,3 1-255,1-1 1,0-1 137,0-3 1,1 0-137,3 0 1,2-3 63,5-1 1,0-5 21,0 2 1,5-4 30,2-4 1,-1-2-151,2-5 0,-1-3 300,4-1 1,0-5-115,0 2 0,-1-2 235,-3 2 0,2-2-55,-5 6 0,-2-1 227,-6 4 0,0 0 71,-4 0 37,-2 5-314,4 1 1,-8 6 9,-1 3 1,-3-2-95,3 6 0,-3-1 95,3 4 0,-1 4-270,1-1 1,3 1 64,-3-4 0,0 0-311,0 0 1,0 1 57,4 3 0,0-3-17,0 3 0,0-6 388,0-2 0,0 0 0,20-10 0,4-5 0</inkml:trace>
  <inkml:trace contextRef="#ctx0" brushRef="#br0" timeOffset="6013">6692 475 7811,'6'-11'0,"4"0"534,-3 0 1,-1 5 259,2 2 39,-6 3-578,8 1 0,-9 5-66,3 2 1,-3 3-74,-1 1 1,0 1 104,0 3 0,0 1-294,0 2 0,0 2 129,0-6 0,0 6-518,0-2 0,-4 0 246,1 0 1,-2-3-211,1 3 0,3-5 242,-3 2 0,-1-3 141,2-1 1,-2-4 409,1-4-301,3-2 0,-4-2 326,5-2 1,0-8-147,0-8 1,1-2 53,3-1 1,3 0-47,8 0 0,6-4-360,4 1 1,6-5 97,-2 5 0,3 0-269,1 7 1,0-2 131,0 5 0,0 1-260,1 3 1,-7 5-87,-5 2 1,-5 3-874,-6 1 1364,0 0 0,-25 14 0,-5 5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33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0 122 7942,'2'-11'0,"1"0"0,-1 0 410,1 0 0,2-1-37,-1 1 1,4 4-123,0 0 0,2 1-73,1-2 1,3-2-112,1 3 1,5 2 38,-2 2 0,-1 1 90,1 2 1,1 0-208,3 0 0,-5 2 22,-2 1 1,-7 5-250,0 6 1,-6 0 121,2 4 1,-4 1-80,-4 3 1,-3 0 40,-8 0 1,2 0 93,-6 0 1,6-4 174,-2 0 0,-1-3-140,1 4 1,1-6 116,3 2 1,0-3-53,0-1 0,1-4-56,2 1 1,0-5 53,4 5 1,-1-5-1064,2 5-187,1-6 1212,-2 8 0,8-9 0,3 4 0</inkml:trace>
  <inkml:trace contextRef="#ctx0" brushRef="#br0" timeOffset="223">0 607 11597,'0'-6'1685,"0"1"-4890,0 5 3205,0 5 0,5 10 0,1 9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35.5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805 298 7932,'0'-11'390,"0"0"-156,0 0 1117,0 5-823,0 1 0,2 7-69,1 1 0,-1 5-141,1 6 0,2 8 24,-1 8 1,-1 2-242,-3 1 0,-4 5 106,-4 2 1,-2 3-399,-1 1 1,-5 0 205,-2 0 0,1 0-694,-1 0 1,0-2 0,0-5 0,2-7 342,5-11 1,5-3-1708,2-5 1439,3-5 0,2-3 604,3-6 0,7-33 0,6-11 0</inkml:trace>
  <inkml:trace contextRef="#ctx0" brushRef="#br0" timeOffset="527">772 342 7932,'6'-11'0,"-1"-3"596,-5-1 0,2-3-174,1 3 0,0 0 137,4 4 1,-3 4-133,3 0 0,4 4-91,4-1 1,4 3-182,0 1 1,5 0-102,2 0 1,3 6-332,-3 5 1,3 2 247,-3 5 1,-5 0-140,-6 4 0,-4 4 68,-4 0 0,-2 0-372,-5-4 0,-6 0 175,-5 0 1,-1-1 65,-7-3 1,0 2 140,-7-6 1,1 1 160,-4-4 1,6-1-2,1-3 0,1 2-99,6-6 1,0 1-18,4-4 44,0 0 0,5-1-28,3-3 1,3 2 16,3-6 0,0 1-52,4-4 1,0 4 80,4-1 0,1 1 121,-1-4 0,0 4 55,0-1 1,0 4-53,0-3 0,0 5-42,0-2 1,0 2-42,0-2 1,0 3-44,0-3 0,1 4 80,3 4 0,1 2-305,2 5 0,2 1 22,-6 3 1,5 3 26,-5 8 1,1-2 728,-4 6 1,-1-1-272,-3 4 0,-3 0 459,-8 0 0,-3-4-321,-8-4 0,-3-1 25,-8-2 1,-3-5-69,-8-3 0,3-1-351,-3-2 1,-1-4-136,1 0 1,-4-4-276,0 1 0,8-3-281,4-1 1,5-5-778,6-2 1,3-3 1427,8-1 0,31-25 0,13-5 0</inkml:trace>
  <inkml:trace contextRef="#ctx0" brushRef="#br0" timeOffset="934">1357 387 7932,'6'-16'0,"-1"3"409,-5-1 1,3 1 351,1 2 122,5 0-194,-3 5-329,5 1 1,-2 7 25,-1 1 1,-3 5 108,-5 6 1,0 5-39,0 6 1,0 4-168,0 4 0,-1 0-338,-3 0 1,-2 1 120,-5 3 1,3-2-827,1 6 1,0-6 457,-4 2 0,1-3-1421,2-1 1,4-4-452,4-4 2167,0-1 0,29-37 0,8-7 0</inkml:trace>
  <inkml:trace contextRef="#ctx0" brushRef="#br0" timeOffset="1395">1731 342 7932,'-6'5'0,"0"-2"995,3 4 0,0 2-375,-4 5 1,3 5-72,-3 7 1,-1 3-264,-3 8 0,4 2-306,0 5 1,-1 3 185,-3-3 1,1 1 52,3-8 1,-3-1-795,3-2 1,-2-8 178,2-3-601,-3-6 689,9-11 1,-8-3-172,6-6 1,-1-5 128,4-6 1,0-3 43,0-5 0,1-4 205,3 0 0,-3-5 180,3 2 1,-2-3-14,2-1 0,-3-5-82,3-2 0,2 2 257,1 1 1,3-1-113,1 1 1,0 2 131,0 5 0,4 5-80,0 6 0,4 5 48,0 6 0,1 3 8,2 5 0,1 5 108,-1 3 1,3 6-58,1 5 0,3 2-141,-3 1 0,0 5 63,-4 2 0,-4 2-6,1-2 0,-6 6-342,2-1 0,-8-3 126,-3-1 0,1-1-388,-2 4 0,1-6 191,-4-5 1,0-1-827,0-6 1,-1-1 41,-3-3 993,3-4 0,-9-17 0,4-9 0</inkml:trace>
  <inkml:trace contextRef="#ctx0" brushRef="#br0" timeOffset="1576">1676 585 7932,'-6'-5'459,"3"-2"0,1 1 683,2-2 1,5 5-645,3-5 1,6 6-225,5-2 1,8 3-583,6 1 0,6 0 204,9 0 0,1 1 104,2 3 0,27 7 0,3 6 0</inkml:trace>
  <inkml:trace contextRef="#ctx0" brushRef="#br0" timeOffset="2116">2691 387 7910,'1'-15'-91,"2"0"1,-1 0 408,1 4 0,-1 0 493,-2 0 0,-2 2-398,-1 1 0,-7 3-150,-5 5 0,-4-3-378,0-1 1,-2 2 117,-1 5 0,-3 0-79,-1 4 0,-4 0 63,5 4 1,-5 0 2,5 0 1,0 0-20,7 1 0,-2-1-186,5 0 1,4 0 65,4 0 1,5 1-133,-2 3 1,4-3 120,4 3 1,3-3 28,8-1 1,2 0 25,5 0 0,1 1 12,3 3 0,1-5 80,2 4 0,3-6-82,-3 6 1,3-4 77,1 5 0,-3-3-45,-1-1 0,-1 1 24,2 3 1,-3-1 85,-5 4 0,-6-3 169,-5 3 1,-1 0 241,-7 4 0,0-3-210,-7-1 0,-7-4 385,-7 0 1,-6 0-257,-5 0 1,-1-5 96,-6 2 1,-3-4-47,-2 1 0,2-3-273,-1-5 1,0 0 60,0 0 1,3 0 13,8 0 0,2-4-4495,5 0 4264,5-4 0,25-18 0,12-9 0</inkml:trace>
  <inkml:trace contextRef="#ctx0" brushRef="#br0" timeOffset="2818">155 45 7937,'-16'0'0,"3"-4"323,-6 0 1,6-3-4,-2 3 0,6 0 242,2 0-163,5 3 42,-3-4-185,5 5-58,5 0 1,2 0-70,8 0 0,-3 0 105,3 0 1,2 0-174,1 0 0,4 0-86,4 0 1,3 0 0,8 0 0,3 0 94,8 0 0,7 0 43,8 0 1,13 0-117,8 0 0,13-4-166,-44 2 1,1 0 0,0 0 0,1 1 188,0 0 1,0 2-1,1-1 1,-1 0 16,2 0 1,0 0-1,2 1 1,0 1-30,3 0 0,1 0 0,-4 2 0,1-1-13,0-1 0,1 0 0,-2 2 0,1-1-73,0-1 1,1 0-1,1 2 1,0-1 62,2-1 0,0 0 0,-4 2 0,-1 0 21,2-3 0,-1 1 0,-1 2 0,-1 0 130,-3-3 0,0 1 0,-1 2 0,0 1-104,45 2 1,-16-1-50,-9 2 0,-17-5 73,-12 5 1,-8-6-884,-7 2-149,-8-3 187,-11-1 1,-7 0 159,-8 0 0,-8 0 43,-10 0 0,-5 0 669,-6 0 0,-40 5 1,-9 1-1</inkml:trace>
  <inkml:trace contextRef="#ctx0" brushRef="#br0" timeOffset="3349">111 89 7963,'0'-17'0,"0"2"0,0 3 713,0 1 0,0 3 307,0 1 109,0 5-742,0 7 0,1 7 97,3 10 0,2 6-99,5 5 1,-1 6-29,-3 9 1,2 4-138,-6 6 0,1 6-168,-4 10 1,-1 0-244,-3 11 1,-2-4 365,-5 3 0,0-8-84,0 1 1,1-13 7,3-5 1,2-13-457,5-9 0,-1-8-53,-3-3-877,3-7 1,-3-5-568,8-6-227,-3-4 2195,9-8 1,-4-22-1,5-10 1</inkml:trace>
  <inkml:trace contextRef="#ctx0" brushRef="#br0" timeOffset="3686">23 1169 7963,'-6'-1'0,"2"-3"0,1 2 1384,0-5-868,2 4 0,-4-3-127,5 2 0,5 3-243,2-3 0,4 3 104,4 1 1,3 0-178,8 0 0,2 0 100,5 0 0,5 0 267,2 0 1,8 1-155,4 3 0,1-3-182,3 3 1,5-3-3,5-1 1,10 0-177,8 0 1,6 0-234,5 0 1,-43 0-1,2 0 373,4 0 1,1 0 0,5 2 0,0 0-194,0 0 1,0 0 0,4 0-1,-1 1 65,-1-2 1,0 1-1,1 0 1,0 1-29,2 0 1,2 1 0,-1 1 0,0 0 8,0-1 1,0 0-1,0 0 1,-2 1 50,-5 1 1,-1-1-1,-1 1 1,-2-1 1,-1 1 1,-2-1 0,-1 1 0,-1-1-2,-2 1 0,-1 0 1,41 1-239,-15 0 1,-9-3 219,-10 3 1,-9-4-487,-8 0 0,-9-1-129,-14-2-1255,-7 0 1336,-6 0 0,-14-2 361,-2-1 220,-7-3 0,-19-25 0,-9-5 0</inkml:trace>
  <inkml:trace contextRef="#ctx0" brushRef="#br0" timeOffset="4037">3198 221 7948,'9'-21'0,"-1"3"0,2 1 105,-3 2 0,2 3 116,-2-3 1,1 7 1566,-4 0-1053,0 6 0,-1-2 18,1 8 1,0 3 85,-4 8 1,-4 4-333,0 11 1,0 2-50,0 12 1,3 0-149,-3 11 0,3 3-224,1 8 0,0 5 90,0 2 0,0 3-383,0 1 0,0 4 192,0 0 1,-1-10 94,-3-8 1,-2-12-698,-5-7 1,0-3 313,0-12 1,3-6-3069,1-15 2446,0-3 0,-3-10 925,2-3 0,4-31 0,4-9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44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275 109 7898,'0'-11'595,"0"0"0,-1 2 647,-3 1 1,-3 8-968,-8 8 0,-2 8 258,-5 6 1,-5 9-144,-2 10 1,2 7-287,1 3 1,0 3 100,4 1 1,-1 4-773,8 0 0,6-2 121,5-5 1,4-5-207,4-6 1,4-6-2082,11-9 2733,-1-10 0,31-38 0,12-20 0,2-1 0,0 1 0</inkml:trace>
  <inkml:trace contextRef="#ctx0" brushRef="#br0" timeOffset="299">705 209 7898,'-11'-5'114,"-3"4"-114,-1-3 0,-1 4 502,1 4 1,2 0-134,-6 4 1,6 5-171,-2-2 0,-1 6-141,2-2 0,3 5-247,3-2 1,6 3-65,-2 1 0,4 0 154,4 0 0,2-1 67,5-3 0,4 2 75,-1-5 1,1 3 110,-4-3 0,-1-1-136,-3-3 1,-2 0 376,-5 0 0,-5 0-70,-2 0 0,-8 1 81,-3-1 0,-4 0-753,-4 0 0,-1-4 224,-2 0 1,3-3-512,8 3 1,2-4 633,5 0 0,34-26 0,9-7 0</inkml:trace>
  <inkml:trace contextRef="#ctx0" brushRef="#br0" timeOffset="759">1091 341 7898,'8'-15'666,"-1"1"0,-1-1 366,1 4-174,-2 5-531,-5-4 1,-5 9-112,-2-3 1,-8 8-292,-3 3 1,-3 4-30,-1 4 1,-1-2-16,-3 6 0,3-1-101,-3 4 1,3 0 131,1 0 1,1 0-180,3 0 0,2 0 55,5 0 0,1-1 23,2-2 0,4 0-3,4-4 1,6-4-97,5-4 1,5-4 56,6 0 1,1-4-67,3-6 0,1-2 242,2-9 0,2-1-61,-6-3 1,0 0 154,-7 0 1,2 0-123,-5 0 0,3 0 132,-3 0 0,-1 4-105,-3-1 733,0 6-290,-5-3 1,-1 11 208,-5 5 1,-1 6 178,-3 9 0,-2 2-317,-5 5 0,-1 1 75,-3 3 1,2 2-126,-5 5 1,3 0-207,-4 0 0,6 4 14,-2 0 1,-1 5-191,2-2 1,-1 2-229,4-2 0,4 1-252,-1-8 1,6 1-717,-2-8 1,3-6-35,1-5-89,0-8 0,1-2 132,3-5 1161,2-9 0,20-30 0,8-13 0,2-8 0,0 0 0</inkml:trace>
  <inkml:trace contextRef="#ctx0" brushRef="#br0" timeOffset="1134">1455 264 7898,'6'0'1566,"-1"0"0,-6 2-1336,-3 6 0,-2 1-148,-5 13 0,0-1 103,0 9 0,-4-3-98,1 6 1,-1-4-63,4 4 1,1 0-172,3-3 0,-2-3-220,5-2 0,1-3 248,3-3 0,1-8-138,3-8 1,2-1 54,5-2 0,0 0-101,0 0 1,4-9 83,-1-2 1,6-4-95,-2 1 1,2-2 96,-2-3 1,3-1 33,-3 1 0,3-5 347,1-2 1,-3 0-111,-1 4 1,0 0 366,4 0 1,-3 0-202,-1 0 1,-4 5 337,0 2 1,-3 3 186,-3 1-424,1 5 0,-7 2-87,1 8 0,-3 3-1,-3 8 0,0 2-104,-4 5 1,0 0-205,-4 0 1,3 4-592,1 0 0,3-1 371,-3-3 0,4 0-914,0 0 0,1-1 1207,2-2 0,15 1 0,4-2 0</inkml:trace>
  <inkml:trace contextRef="#ctx0" brushRef="#br0" timeOffset="1698">2150 385 7923,'6'-11'319,"-3"0"1,0 1 30,0 3 1,-1-3-75,1 3 1,-1 1 265,-2-2 1,-2 2-139,-1-1 1,0 2-293,-4 5 1,-4 0 119,-4 0 1,-3 1-257,3 3 0,-5 2 110,2 5 1,-3 1-121,-1 3 1,0 1-135,0 2 1,4 3-227,-1-3 1,6 3 26,-2 1 0,3 0 146,1 0 1,1-1-303,3-2 1,2-2 187,5-3 1,0-5-40,0 2 0,5-7-18,2-1 0,4-3 140,4-3 0,2-3 100,5-5 1,0-4 129,0 0 0,4-4-24,0 0 1,-1 0-9,-3 0 1,0-2 213,0 3 1,-1-3-70,-2-1 0,-3 5 37,-5 2 0,0 4-45,0 4-5,-5-3 334,-1 9-343,-5 1 1,-5 6 60,-3 5 1,0 0-64,1 0 1,-3 4 171,2-1 0,2 2-92,-1-1 0,0-1-257,-4 4 0,3-3 147,1 3 1,3-3-483,-3 3 0,4-4 66,0 0 379,1 3 0,7-9 0,1 2 0</inkml:trace>
  <inkml:trace contextRef="#ctx0" brushRef="#br0" timeOffset="2307">2370 319 7923,'11'-1'-147,"0"-3"0,-4 3 761,1-3 0,-5 3-143,5 1 1,-6 5-258,2 2 1,-3 4 17,-1 4 1,-1-2-117,-3 6 1,-2-1-61,-5 4 0,0 0-159,0 0 1,0 0-111,0 0 0,0-5 149,0-2 1,0 0-96,0-4 1,4 2 17,-1-5 0,6-2-429,-2 1 357,3-4 1,1 0-197,0-6 0,1-3 67,3-5 0,2-1 150,5 1 0,0-3 178,0-1 1,1-5-102,3 2 0,-2-2 207,6 2 0,-5-3-79,5 3 1,-2-2 78,1 2 1,3 2-34,-2 5 0,1 0 42,2 0 1,-3 5-9,-1 2 1,-4 3-22,0 1 1,-1 5 146,-2 2 1,-5 3-119,-3 1 0,2 0 66,-1 0 1,3 1 46,-3 3 33,5-3 1,-3 4-34,5-5 1,0-3-75,0-1 0,0-5-62,0 2 1,1-3 13,3-1 0,-2 0-203,6 0 0,-6-5 61,2-2 0,1-2-107,-2 2 1,1-6 39,-4 2 0,0-3 28,0 3 1,-3 0 50,-1 0 1,-5-4-105,2 1 1,-3-1 113,-1 4 1,-1 1-2,-3 3 1,-3-2 302,-8 5 1,-2 1-90,-5 3 0,-1 6 673,-3 5 1,3 1-377,-3 7 0,3-5 305,1 5 1,5-1-266,2 4 0,0 0-262,4 0 0,-1 4-252,8 0 1,1 3-236,3-3 0,6 3-342,5-3 0,6 0 412,9-4 1,2-5-1623,5-3 0,5-2 747,2-5 0,-1-2 1032,2-5 0,9-35 0,6-7 0</inkml:trace>
  <inkml:trace contextRef="#ctx0" brushRef="#br0" timeOffset="2757">3340 98 8526,'-6'0'2800,"-3"5"-2377,6 3 1,-2 3-160,1 3 1,3 7-45,-3 5 0,3 6-116,1 1 0,0 5 130,0 6 0,0-1-358,0-3 0,0 2-24,0-5 1,0-6-391,0-5-220,0-3 354,-5-5 69,-1-7 1,-4-13 96,3-9 1,-2-1-481,6-6 0,-2-1 227,1-3 0,3 2 157,-3 1 0,-2-2 125,-1 3 0,1 1 192,-2-2 1,1 6 353,-4-2 1,0 4-267,0 4 1,-4 2 200,0 5 0,-1 1-158,2 3 1,2 6 631,-3 4 1,-1 7-266,1 1 0,4 0-33,4 4 0,4-3-201,0-1 0,4 0-242,6 0 0,2-4-823,9-4 0,-3-3 508,3-3 0,4-3-1055,4-5 0,0-2 1365,-4-1 0,39-52 0,-25 18 0,-1 1 0</inkml:trace>
  <inkml:trace contextRef="#ctx0" brushRef="#br0" timeOffset="3000">3483 43 7934,'-6'-5'2056,"1"-1"-785,5-5-659,0 0 0,7 5-218,4 2 0,8 9 225,7 6 1,8 7-198,-1 7 0,4 3-202,0 5 0,-3 5-48,3 3 0,-5 7-141,-7 3 0,-5 4-390,-13 4 1,-12-4 335,-9 0 0,-14-2-1001,-6-9 0,-6-4 505,0-10 0,-3-4-1504,-1-8 1,1 2 2022,2-6 0,-11-19 0,0-8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52.5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 7844,'1'-10'-211,"3"3"1,-3 1 829,3 2-106,-3 3-359,-1-4 0,0 6-102,0 3 1,0-2-4,0 6 1,0 3-96,0 3 0,1 1 126,3-4 1,-3 1 5,3 3 0,1-3-1,-2 3 1,6-3-180,-2-1 1,3-3 79,1-1 1,1-1-63,3 1 1,-2 2 63,6-5 1,0-1-5,7-3 0,0 4 118,7 0 0,-2-1-85,5-3 0,2 0-111,-1 0 0,5-3 105,-2-1 0,2-5-158,-2 2 1,2-3 91,-5-1 1,2 0 48,-6 0 0,2 4 60,-5 0 0,2 0 0,1 0 0,-3 2 45,-4 5 0,0 0-58,-8 0 0,2 1 112,-2 3 1,-2-1-32,-5 4-43,-5-5 1,0 7-7,-2-5 1,-2-1 1,6-3 1,-5 0-81,5 0 1,-1-1-5,4-3 1,5 2-11,3-5 1,1 0 47,2 0 1,5-1-4,3 4 1,2-4-5,1 5 0,3-1 157,1 4 1,5 0-88,-2 0 0,7 5-61,1 2 1,1 0-41,-2 0 1,4 0-112,4 4 1,8-3 27,3-1 0,9-5 111,2 2 1,7-3-320,8-1 1,-42 0 0,1 0 219,2 0 1,1 0 0,0 0 0,0 0-49,-3 0 1,0 0 0,0 2 0,0 0 86,2 0 0,1 0 0,-2 0 0,0 1 117,-1-1 1,1-1 0,46 2 259,-10 4 0,4-3-159,0 3 1,-2-5 59,-5 2 1,-8 1-60,-7-1 1,-4-1-113,-4-3 0,-11-3 83,-11-1 1,-14-5-171,-8 2 1,-6-6-247,-4-2 0,-5 0 131,-6 4 1,-8 0-1288,-8 0 1,-1 4 1422,-3-1 0,-3 1 0,-3-4 0</inkml:trace>
  <inkml:trace contextRef="#ctx0" brushRef="#br0" timeOffset="623">1842 155 8004,'-7'-11'0,"-1"0"0,6 4 1003,-2 0-152,3 4-523,1-2 0,1 5-66,3 0 1,2 9 14,5 2 0,-2 8-27,2 3 1,-7 5-24,8 6 0,-5 1-196,0-1 0,-2 5 64,-5 2 0,-10 4-381,-4 4 0,-12-3 199,-7 3 1,-10-6-166,-9-2 1,-5-6 105,-2-1 0,0-6 59,4-8 1,5-3-72,2-5 1,9-2 94,6-1 1,8 0-840,7-4 1,5 0-104,-2-4 1005,8 0 0,11-5 0,9-1 0</inkml:trace>
  <inkml:trace contextRef="#ctx0" brushRef="#br0" timeOffset="973">1324 629 7970,'0'-11'71,"0"5"223,0-4 210,0 9-278,0-4 1,1 5 448,3 0-249,-3 0 172,4 0-375,0 0 1,-4 5-118,3 3 1,-7 1 68,0 2 0,-6 2-9,2 1 0,-3 0-36,-1 4 1,-4 1 79,0 3 0,1-4 63,3 0 1,1-1-95,3 2 0,-2-2 18,5-2 0,2-3-3,6 3 0,3-8-180,8-3 1,2 1-214,5-2 1,5 1-453,2-4 0,-1 0-935,2 0 1,-6 0 741,2 0 0,-4 0 844,-4 0 0,-16-5 0,-10-1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55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22 100 7982,'-1'-6'-1627,"-3"2"2427,3-2-426,-4 0 1,2-2 572,-1 1-84,0 5-569,4-8 0,0 7 202,0-4-271,0 4 0,0-3-115,0 3 283,0 1-306,0-2 0,4 8 135,0 4 1,4 3-416,-1 4 0,3 2-23,1 5 1,-3 0-116,-1 0 0,0 4 163,4-1 1,-1 5-2,-2-5 0,1 0 59,-1-7 1,-2 2 11,1-5 0,-3-1 351,3-3-176,-4 0 184,6-5 1,-4-3-94,3-10 0,1-2 132,-1-9 0,-2 2-93,1-6 0,-3 2-122,3-6 1,-3 3-236,3 1 0,-3 0-447,3 0 0,0 1-820,0 3 1,3 3 1416,-3 8 0,22 16 0,7 10 0</inkml:trace>
  <inkml:trace contextRef="#ctx0" brushRef="#br0" timeOffset="565">651 155 7982,'-6'-5'-1784,"1"4"2209,0-4-88,4 5-275,-4 0 183,5-5 1,0 4 0,1-4 405,3 5-141,-3 0-123,4 0-99,-5 0-116,-5 0 1,2 0 48,-4 0 1,3 0-177,-3 0 0,3 0 309,-3 0-431,0 0 1,-4 0 48,-1 0 1,1 1-128,0 3 1,0 2-36,0 5 0,0 0-10,0 0 0,0 0 33,0 0 1,4 4 50,0-1 0,3 2-130,-3-1 0,4-3 115,-1 3 0,3-3 10,1-1 0,5-3 75,2-1 1,3-5 116,1 2 1,2-3-109,1-1 1,-2-3 142,3-1 0,1-5-27,-1 2 1,0-3-86,-4-1 1,2 0 141,-2 0 1,3 0-69,-7 0 1,3 0 165,1 0 1,-4 0-63,0 0 1,-4 4 47,1-1 1,0 5-159,0-5-8,0 6-188,-4-3 162,0 5 1,0 5-195,0 2 1,0 3 33,0 1 1,0 0-321,0 0 0,1 0-14,3 0 1,-2 0-181,5 0 1,1 0 645,3 0 0,0-5 0,10-6 0,2-6 0</inkml:trace>
  <inkml:trace contextRef="#ctx0" brushRef="#br0" timeOffset="891">915 111 7799,'0'-11'-432,"0"3"1368,0 1-55,0 5-292,0-3-371,5 5 1,1 1-321,5 3 0,-3 2 99,-1 5 0,-3 0 1,3 0 0,-1 3-18,1 1 0,2 5-136,-5-2 0,1 2-141,-2-2 1,-1 2 109,1-6 1,-2 1 618,-1-4-236,0 0 845,0-5-731,0-1 1,0-13 134,0-3 0,0-8-61,0 1 0,0-4-68,0-4 1,0 3-485,0-3 1,7 3 233,4 1 1,1 0 148,6 0 1,4 4-69,4 4 0,5 2-4262,-2 1 4115,8-1 0,17 21 0,8 5 0</inkml:trace>
  <inkml:trace contextRef="#ctx0" brushRef="#br0" timeOffset="1516">320 67 7958,'-6'0'0,"-4"0"103,3 0 0,1 0 147,-2 0 1,1 0-302,-4 0 1,3 1 76,1 3 1,0 0-381,-4 4 0,3 2 102,1-3 252,5 3 0,16 25 0,11 7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5:01.1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77 8038,'0'-11'8,"1"4"1099,3 0-358,-3-1-285,9-3-112,-9 0 1,7 6-52,-4 5 1,0 5-149,-4 6 0,0 5 79,0 3 0,-1 3-179,-3 3 0,1 4-118,-4 4 1,0 0-103,-4 0 0,0 1-130,0 3 1,-4-3 170,0 3 1,1-6-653,3-2 0,0-5 339,0 2 1,-1-7-1339,1-5 858,5-6 919,1-3 0,20-50 0,4-10 0</inkml:trace>
  <inkml:trace contextRef="#ctx0" brushRef="#br0" timeOffset="234">441 0 8054,'8'0'640,"-1"0"-60,-4 0-379,6 0 0,-7 2 45,1 1 1,-2 3 266,-1 5 1,-1 2-170,-2 1 1,0 5-242,-4 6 0,-1 4-267,-3 4 1,0 1 190,0 3 0,0-3-262,0 3 0,0-3 121,0-1 0,1-5 105,3-2 1,-3-4-6,3-4 0,1-3-2785,-2-8 2799,6-2 0,-3-39 0,5-9 0</inkml:trace>
  <inkml:trace contextRef="#ctx0" brushRef="#br0" timeOffset="409">56 298 8054,'-7'-11'1694,"-2"0"-1646,7 0 1,2 5 151,8 2 0,2 3-215,1 1 0,6 0-293,5 0 0,1 0-411,6 0 1,6 0-93,5 0 1,3 4 810,1-1 0,49 1 0,-40-4 0,0 0 0</inkml:trace>
  <inkml:trace contextRef="#ctx0" brushRef="#br0" timeOffset="643">761 188 8365,'-7'0'301,"-1"0"1,1 0-115,-4 0 1,2 1-86,-2 3 1,3 3 11,-7 8 0,-1-2-117,2 6 1,-5 0-34,4 7 0,-3-3 127,3 3 0,2 1-302,6-1 0,2-1 78,5-3 1,1-6 172,3-5 1,3-5 15,8-6 0,2-1 97,5-3 1,0-3-158,0-8 1,0-2-169,0-5 0,0 0-579,0 0 1,-5 0 360,-2 0 1,-3 4 389,-1-1 0,-14 1 0,-5-4 0</inkml:trace>
  <inkml:trace contextRef="#ctx0" brushRef="#br0" timeOffset="1186">915 210 8054,'2'-6'-175,"1"2"1,-1 2 1777,1-2-1043,3 3 1,-4-3-286,1 8 0,-2 2-43,-1 5 0,0 1-309,0 3 1,-3-2 84,-1 6 0,-1-5-19,2 5 0,1-2 26,-1 1 0,1 2-131,2-6 1,0 1 204,0-4 1,0 0-43,0 0 0,0-3-42,0-1 0,2-5 40,1 2 1,3-3-266,5-1 1,2-5 97,1-2 1,0-3-32,4-1 0,1 0 74,3 0 1,-4-4 31,0 1 0,-3-1 46,4 4 0,-6-4-87,2 1 1,-3-1-45,-1 4 0,0 0 31,0 0-289,0 0 294,0 0-285,0 5 234,-5 1 1,-2 10 182,-8 2 1,-1 3 6,-2 1 0,-3 1 164,3 3 0,-2-2-100,2 6 1,-2-5-27,6 5 1,-1-5 54,4 5 1,0-6 48,0 2 86,0 2 0,1-5-54,3 3 1,7-4 83,7-4 0,-1-2 99,2-5 1,3-5 99,4-2 1,-1-6-139,-3-2 0,0-6 69,0-1 1,-3-1-413,-1-7 0,-4 6 76,0-2 1,-6 0-936,-5 4 0,2-2 482,-1 6 1,-2 3-1524,-5 4 1,-3 3 1880,-5 5 0,-10 16 0,-3 1 0</inkml:trace>
  <inkml:trace contextRef="#ctx0" brushRef="#br0" timeOffset="2076">2051 199 7968,'1'-10'-39,"3"3"1,-3 0 258,3 4 1,-3 0 384,-1-4-202,5 5 1,-3-7 154,6 5-437,-6 1 142,3-2-268,-5 4 0,-1-4 105,-3 5 0,-2 0-73,-5 0 0,0 0-144,0 0 0,-4 1-83,1 3 1,-2 0-134,1 4 0,3 2 139,-3-3 0,3 3-117,1 1 0,0-1 100,0-3 1,5 3 87,2-3 62,3 3 0,2 0 102,3-3 1,2 2-75,5-6 0,5 2 156,2-1 1,3-2-166,1 6 1,0-5 49,0 5 0,-1-2 124,-3 1 1,2 3-117,-6-3 0,-3 3 262,-3 1 1,-6 0-85,2 0 0,-9-1-22,-6-3 0,-2 3-126,-10-3 1,4 0 6,-7 0 0,3-1-600,1 1 1,0-1 278,0-2 0,5-3-1136,2 3 1404,3-3 0,15-15 0,5-5 0</inkml:trace>
  <inkml:trace contextRef="#ctx0" brushRef="#br0" timeOffset="2293">2271 210 8003,'11'0'1120,"-4"5"-714,-4 2 0,2 8-46,-1 3 0,0 8-137,-4 3 1,0 4-108,0 4 1,-4-1-127,0 4 0,-4-4-248,0 0 1,-2-6 112,-1-5 1,0-1-92,0-2 1,4-6-1407,0-5 1183,4-5 0,-2-7 459,5-3 0,10-37 0,2-12 0</inkml:trace>
  <inkml:trace contextRef="#ctx0" brushRef="#br0" timeOffset="2519">2260 254 7969,'0'-15'0,"0"0"0,4 1 0,0 3 0,1 3 682,-2 1 0,0 5-88,4-2 1,0 1-191,5 0 0,0 2-260,2-3 1,4 6 92,4 2 1,0 5-147,0-2 1,-1 3 83,-3 1 0,-3 0-294,-8 0 1,-2 1 51,-5 3 1,-3 1-162,-4 2 0,-6 2-185,-13-6 1,-2 5-433,-5-5 0,0 1-638,0-4 1483,-1 0 0,26-10 0,5-2 0</inkml:trace>
  <inkml:trace contextRef="#ctx0" brushRef="#br0" timeOffset="3160">2591 298 7994,'0'-7'408,"0"-1"1,0 5 184,0-5-145,0 6 61,0-3 25,0 5 0,0 5-409,0 2 1,0 3-40,0 1 0,0 4-110,0-1 1,0 6 16,0-2 1,0-1-281,0 2 1,0-6 57,0 2 1,0-3 96,0-1 1,0-3-167,0-1-17,0-5-204,0 3 300,0-5 0,4-5 144,-1-2 1,5-6-38,-4-2 0,4-5 4,-1 2 1,3-2-34,1 2 1,0-3-35,0 3 0,2 2 380,1 1 1,-1 3-37,1 1 0,2 5-529,-1 2 0,1 3 87,-2 1 1,-1 1 238,1 3 1,0 2-115,1 5 1,-3 0 228,3 0 1,-3 0 326,-1 0 1,0 0-215,0 0 1,0 0 44,0 0 1,0-4-60,0 1 0,0-6-68,0 2 1,0-3 17,0-1 0,0 0-159,0 0 1,-1-1 85,-3-3 1,3-1-227,-3-2 1,0-6-86,0 2 1,-5-3-73,2 3 1,1-1-204,-1-3 324,-1 3 0,-8-3 172,-2 8 1,-3-2-101,-1 6 0,-5 0 294,-2 7 0,1 2-79,-2 5 1,2 0-124,-1 0 0,2 4 383,5-1 0,0 5 557,0-5 1,1 2-746,3-1 0,2 1 34,5 2 0,0 2 3,0-5 1,6 3 0,5-3 1,5-1-2554,6-3 2361,0-4 0,44-27 0,11-11 0</inkml:trace>
  <inkml:trace contextRef="#ctx0" brushRef="#br0" timeOffset="3977">3374 298 7994,'6'-11'-276,"-1"0"185,-5 0 851,0 5 1,-1-3-211,-3 6 0,-2 0-105,-5 7 1,-5 2-202,-2 5 0,-3 1-96,-1 3 0,1-2-105,2 6 1,0-1 121,4 4 1,0-4-276,4 1 1,2-1 96,1 4 1,0-3-279,4-1 1,2-4 140,5 0 1,0-3-320,4-3 1,2 0 115,5-4 1,0 0-50,4-4 1,-1-5 72,2-3 0,0-2 127,-4-1 0,5-3-100,-2-1 0,-2-3 42,-1 3 0,-3-3 279,-1 3 0,-1-5-82,-3 2 1,2 2 508,-6 1 1,1 3-180,-4 1 1,0 4-4,0-1 0,-5 6-133,-2-2 1,1 4-45,-2 4 1,6 3 58,-2 8 0,-1-3-30,2 3 1,-1-2-178,4 2 1,0-3 73,0 3 0,0-3-170,0-1 64,5 5 1,1-4-76,5 3 0,0-4 117,0-3 0,0-4 31,0-4 0,1 0-27,3 0 1,-2-1-14,6-2 0,-1-4-192,4-4 1,0-3 23,0-1 1,0-5-327,0 2 1,0-4 494,1-4 0,-1 2 8,0-6 1,-2 0 682,-1-7 1,-3 3-367,-5-3 1,-1 3 323,-3 1 0,1 6-230,-4 5 1,0 1 1754,-4 6-898,0 5-820,-5 5 1,2 7-191,-4 1 0,5 3-208,-2 5 0,3 2-29,1 1 1,-4 0 157,0 4 0,1 4-80,3 4 0,0 3 19,0-3 1,0 5-237,0-2 1,0 3 30,0 1 0,0-4-3,0 1 1,0-1 116,0 4 1,0-1 181,0-2 1,0-5-154,0-6 0,-1-3-276,-3-5-113,3 0 265,-4-5 1,5-6-460,0-8 1,0-5 220,0-2 1,-1-3-235,-3 3 1,3-4 137,-3 0 0,-1-2 79,1-1 1,-3 4 408,3 0 0,-4 0-133,0 0 0,-1-2 307,-2 6 1,0 0-161,0 7 1,-4-2 109,0 6 1,-3-1-3,3 4 0,-3 9 365,3 2 1,0 7-80,4 0 1,1 3 71,3 1 0,2-1 6,5-3 0,1 3-92,3-2 1,3 0-332,8 0 1,2-5 81,5-6 1,0 0-211,0-4 0,1 0 85,-1-4 1,-4-2-1578,0-1 0,-3-5 1522,3-6 0,-9-48 0,1-15 0</inkml:trace>
  <inkml:trace contextRef="#ctx0" brushRef="#br0" timeOffset="4703">4223 309 10001,'0'7'580,"0"1"0,0 3-520,0 3 0,-4 5 59,0-5 0,-3 6-710,3-2 1,-4 3 422,0 1 0,2-5-1714,-1-2 1882,5-3 0,-13-20 0,3-6 0</inkml:trace>
  <inkml:trace contextRef="#ctx0" brushRef="#br0" timeOffset="4845">4234 133 8339,'0'-11'649,"0"0"0,0 3 232,0 1-281,0 4-372,5-1 1,-3 5-229,5 2 0,16 28 0,6 11 0</inkml:trace>
  <inkml:trace contextRef="#ctx0" brushRef="#br0" timeOffset="5204">4620 210 7989,'-11'0'0,"2"-4"600,-2 0 0,2 1-173,-5 3 0,0 0-276,0 0 1,1 0-16,-1 0 0,-2 5-121,1 2 0,0-1 18,4 1 1,4 1-155,0 3 0,0-4-164,0 1 262,2-1 1,6 3-25,3-3 0,2 2 57,5-6 1,0 2-173,0-1 1,4-3-10,0 3 1,3 1-115,-3-2 1,1 2 164,-2-1 1,-1-2 27,1 6 1,-1-2 254,-2 1 1,-2 3-93,-1-3 0,0-1 415,-4 2 0,0-1-207,-4 4 0,-2-1 98,-1-3 1,-5 3-9,-6-3 0,-3 3 28,-5 1 0,-1-1-303,1-3 1,-1 2-295,-3-5 1,4 3-2333,0-3 1948,0-1 0,11-4 584,0-2 0,30-28 0,11-11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4:58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177 22 8040,'7'0'-1166,"1"0"874,-1 0 1,4 0 232,0 0 1,-4-1 780,1-3 1105,-1 3-703,-1-4-735,4 5 1,-10 0-251,0 0 0,-5 0 106,-6 0 0,-5 0-196,-2 0 1,1 4-15,-2 0 1,1 0-42,-4 0 0,3-3-46,1 3 1,5-3 37,-2-1 0,3 4-94,1 0 0,0-1 119,0-3 1,3 4-130,1 0 1,4 1 94,0-2 0,2 0-20,1 4 0,0-3 7,0 3 1,0 0-7,0 4 0,1 2-42,2 1 1,-1 2 66,1 3 0,2 1-130,-1-1 1,0 5 116,-4 2 1,0 1-17,0-1 0,0-3 3,0 3 0,0-3 37,0-1 1,0-1 18,0-3 0,-4-2 255,0-5 166,1 0-120,3 0-92,0-5-151,4-1 1,3-5-577,4 0 0,3-1 249,1-3 1,1 3-380,-1-3 1,2 0 634,5 0 0,44-19 0,11-2 0</inkml:trace>
  <inkml:trace contextRef="#ctx0" brushRef="#br0" timeOffset="1193">574 99 8011,'-8'0'-1993,"1"0"1993,5 0 0,-3 0 0,0 0 118,4 0 440,-9 0 347,9 0-282,-4 0 1189,5 0-1740,5 0 0,1 0-133,5 0 1,1 0 121,3 0 1,-2 0-185,6 0 1,-5 0 62,5 0 1,-1 0-9,4 0 1,0 0 38,0 0 0,-1 0-130,-3 0 1,2 0 147,-5 0 1,3-1-8,-3-2 0,-4 1 107,-4-1 0,-3 1-40,3 2 251,-4 0-155,1 0 195,-4 0-296,-4 0-24,2 0-22,-3 0 252,1 0-162,2 0 135,-7 5-176,2 1 0,-4 5 136,0 0 1,0 0-119,0 1 1,0 2-24,0 1 0,-3 5-9,-1-2 0,-1 3-107,1 1 1,3 0-32,-3 0 0,3 0 85,1 0 1,1-1-44,3-3 0,-2-2 62,6-5 1,-2 0 247,1 0-259,3-5 223,-4-1-115,5-5 0,1 0 149,3 0 1,-2-1-127,6-3 0,0 3-28,7-3 0,-2-1-311,6 2 0,-1-2 112,4 1 0,4 2-777,0-6 0,4 5 417,0-5 1,1 6-965,3-2 1432,-1-2 0,24-5 0,7-6 0</inkml:trace>
  <inkml:trace contextRef="#ctx0" brushRef="#br0" timeOffset="1951">1268 11 8000,'-11'0'265,"5"0"0,0 0 438,2 0-91,3 0-159,-4 0-166,5-5-61,0 4 1,5-4-107,3 5 0,3 0 99,3 0 0,0 0-183,4 0 1,-1 1 34,2 3 1,1-1-114,-1 4 1,0 4-79,0 4 0,2 5-50,-3 2 0,-1 3-51,2 8 1,-1-1 74,4 8 0,-5-4-187,-2 1 1,-3-3 104,-1-1 1,0-1 203,0-3 1,-5-6 135,-2-4 0,-3-6 302,-1 2 1,-5-4 254,-2-4 1,-4 0-316,-4-4 0,-3-2 31,-8 3 0,2 1 18,-6-1 1,1-1-352,-4-3 0,3 0-424,1 0 1,1 0-626,-2 0 1,5 0 996,6 0 0,47-14 0,16-5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5:08.0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45 7999,'-6'4'298,"1"-2"654,0 3-320,4-5-497,-4 0 213,5 0-242,0-5 0,5 3 71,2-1 0,3 2-113,1 1 1,1-2-21,3-1 0,2 1-178,5-1 1,0-2-84,0 1 0,0-1 108,0 2 1,0 1-32,0-1 1,-1 0 90,-2 0 1,0 1-10,-4-1 24,0 1 426,-9 2-138,-1 0-12,-5 0-89,-5 0-205,-1 0 0,-2 2 169,1 1-188,5-1 1,-5 6 98,4-4 1,0 1 67,-4-2 1,3 2-81,-3 3 1,1 1 4,-2-1 0,-1 2 88,1 1 0,-2 0-68,-1 0 0,-1 3 54,-3 1 0,2 5-37,-5-2 0,3 4-97,-3 4 1,3-3 87,-4 3 0,6-3-3,-2-1 1,3-3 29,1-1 0,5-5 254,2 2-215,3-8-2,1-2 122,0-5 1,6 0-225,5 0 1,1-3 74,7-1 0,-1-1-755,4 1 0,1 3-213,3-3 0,1 2-1627,3-2 2509,1 3 0,22-9 0,11 4 0</inkml:trace>
  <inkml:trace contextRef="#ctx0" brushRef="#br0" timeOffset="950">1170 122 7994,'0'-11'-455,"0"0"0,0 3 0,0 1 1275,0 5 0,-2-3-245,-1 5 0,-3 0-283,-6 0 0,0 1-234,-2 3 0,0 3 113,-4 8 0,1-2-183,-2 5 0,-2 1 34,3 3 1,2 0-22,1 0 1,3-4 98,1 1 0,1-2-23,3 1 0,-2-2-1368,6-5 638,-1 0 345,9 0 1,1-5 156,5-2 0,0-8-131,0-3 0,4-3 68,-1-1 1,5 0-51,-4 0 1,3-4 182,-3 1 1,3-2-9,-3 1 0,1 3 204,-2-3 0,-1 2-84,1-2 0,-1 6 361,-2-2 0,-2 3 36,-1-3 250,1 5-158,-7-4-286,8 9 1,-9 1-88,2 7 1,-5 3-17,-2 1 0,-3 4-302,3-1 0,-4 5 94,0-5 0,2 6-352,-1-2 1,3-1 170,-3 2 1,4-6-478,0 2 0,2-3 735,1-1 0,29-24 0,8-7 0</inkml:trace>
  <inkml:trace contextRef="#ctx0" brushRef="#br0" timeOffset="1260">1533 78 7994,'0'-11'322,"0"0"0,0 3 232,0 1-452,0 4-12,0-6-48,0 7-91,-5 2 1,3 7 165,-5 4 0,3 0-331,-3 0 1,3 0 122,-3 0 1,3 1 63,-3 3 0,3-3-45,-3 3 1,4 0 201,-1 0 0,0 4-162,0-5 1,0 2-4,4-1 1,0-3 165,0 3 0,4 1-99,0-2 1,-1 1 11,-3-4 0,0 0 5,0 0 0,-6 0-153,-5 0 1,-1-5 64,-7-2 1,0 1-452,-7-1 1,3-1 42,-3-3 447,3 0 0,50-24 0,12-7 0</inkml:trace>
  <inkml:trace contextRef="#ctx0" brushRef="#br0" timeOffset="1959">2316 133 7994,'-6'-5'459,"2"-2"0,3 0 351,1 0-887,-5 5 0,-1-3 48,-5 5 0,-1 6 174,-3 5 0,2 1 22,-6 6 1,-3 1-24,-4 3 0,1 5 0,3 2 1,0-2-78,0-1 1,3 1-368,1-1 0,8-4-93,-1-4 1,7-5 23,1 2 35,1-7 1,11-4 96,2-4 0,9-4-176,2-4 1,0-2 60,3-1 0,0-5 150,1-2 0,-3 1 202,3-1 0,-7 3 140,0-4 0,-6 1 666,2-4 1,-4 1-465,-4 3 0,2-2 1306,-6 6-686,1-1-741,-4 4 1,-4 6 47,1 5 1,-5 5-105,5 6 1,-2 4-25,1-1 1,3 6-98,-3-2 0,3 5-508,1 0 1,0 1 291,0-6 0,4 3-1316,-1 1 1,6-1 1487,-2-3 0,18-2 0,4-5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5:11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452 166 7669,'0'-11'-209,"0"0"174,0 0 1,0 3 952,0 1-173,0 4-2,0-6-501,0 7 1,0-1 110,0 6 0,0 4-71,0 4 0,0 6-45,0 5 0,2 2 53,1 9 0,-1 3-97,1 8 1,-1 1-98,-2 3 1,0 4 72,0 6 1,0 5-234,0 7 0,0 2 12,0 5 1,-2 0-221,-1 0 0,1-4 134,-1-4 0,-2-1 25,1-2 1,-3 1 20,3 3 0,-3-6 55,3 2 0,-4-7 35,0 0 1,2 1-28,-1-2 1,1 1 9,-2-4 1,0-3 13,4-1 1,-3-3-88,3 3 0,0-4 82,4 1 0,-3-7-12,-1 0 1,-1 0 15,1 7 0,2-1-25,-5 4 0,3-3 213,-3 3 1,3 1-202,-4 3 1,2-1-6,-1-3 0,-3-2 22,3-5 0,-2-3-9,2-1 1,-2-8 16,6 1 0,-5-6-6,5 3 0,-2-5 27,1 5 0,3-6-35,-3 2 1,-1 1 40,2-1 0,-5 5-35,5 3 0,-5-1 92,5 3 0,-5-1-70,5-2 0,-5 0 3,5 0 0,-5-3-60,4-4 1,1-1-124,3-11 0,-1 0-168,-3-7 88,3-2-439,-4-5 1,5-5 283,0-2 0,0-8-4,0-3 399,0-3 0,0-45 0,0-11 0</inkml:trace>
  <inkml:trace contextRef="#ctx0" brushRef="#br0" timeOffset="1311">320 66 7692,'0'-11'-822,"0"0"1197,0 0 0,0 4 84,0 0-43,0 4 184,0-7-90,0 9-118,0-4 66,0 15 0,0-3-114,0 8 0,-1 2-148,-3 2 0,3 3 5,-3 3 1,2 4-200,-2 4 0,3 3-9,-3 1 0,3 6 8,1 1 1,0 1-271,0 7 1,0-2 178,0 2 1,4 0-132,-1-4 1,1 0 50,-4-4 0,0-1 63,0-3 0,-4-2 41,1-5 0,-1 0 17,4 0 1,0 3-18,0-3 1,0 3 6,0-7 1,0 3-156,0 1 1,0-1 103,0-3 1,0 2 135,0-6 0,0 2-107,0-1 1,-4-3 128,1 3 0,-1 1-74,4-1 0,-4 1 89,1-2 1,-2 2-30,1 3 0,2-2-20,-6-2 1,5-3 38,-5 3 0,5-1-41,-5-3 0,6 2-33,-2-10 0,3 1 25,1-4 1,0 4-89,0 0 0,-4-1 76,1-3 1,-1 5 4,4 3 0,-1 1 2,-3 2 1,2 0 0,-6 1 0,5 3 63,-5 4 1,6-3-69,-2-1 1,-1-3 17,2-1 0,-1-4-4,4 1 1,-4-5-10,1 5 1,-1-6 8,4 2 0,0-3-18,0-1 0,0 0-25,0 0 0,-4 1-80,0 3 1,1 2 60,3 5 1,-1 0 32,-3 0 1,3 2 27,-3 1 1,-1 0-39,1 4 1,0-8 61,0 1 1,3-3-60,-3-1 0,2 2 0,-2-6 1,3 1 45,-3-4 1,3 0 76,1 0 1,0 0-76,0 0 0,-1 0-12,-3 0 0,3 4-25,-3 0 1,3 0 22,1 0 1,0-3-62,0 3 0,0-1 55,0 0 0,-4-1 24,0 1 0,1-2 9,3-1 1,-4 4 4,0 0 0,1 0-25,3-4 0,-4 3-6,0 1 1,1 1 30,3-1 1,-4-2-18,0 5 0,1-3-16,3 4 1,0-6 16,0 2 1,0 1-51,0-2 0,0 1 22,0-4 1,0 4-3,0-1 1,0 2 70,0-1 1,0-3-57,0 3 0,-2 1 102,-1-1 1,1 4-63,-1 0 0,2-3 164,1-2 1,0 2-92,0-1 0,0 3 56,0-3 0,0 0 86,0-4-159,-5 0 0,3 0 77,-1 0-49,2 0-63,1 0 0,-4 0 15,0 0 1,1-4-234,3 1 153,-5-1 0,3 4-323,-1 0-270,2-5-347,1-1 452,0-5-1304,-5 0 1788,3 0 0,-3-25 0,5-5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5:14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1 320 8034,'0'11'0,"3"1"215,1 3 1,1-2-97,-1 6 1,-3-4-168,3 3 1,0 0 95,0 4 0,4 4-59,-5 0 1,1 0 42,-4-4 0,4 0-15,-1 0 1,1 0 196,-4 0 256,0-5 130,-5-1-452,4-10 1,-5-10-21,2-7 1,3-11 15,-3 0 1,4-7-3,4-1 0,-2-3 20,6-3 0,-1 1-407,4-1 0,0 1-89,0 2 0,5 5-249,2 2 1,1 2-285,3-2 0,-1 8 380,8-1 0,0 6 487,4 2 0,25 14 0,6 5 0</inkml:trace>
  <inkml:trace contextRef="#ctx0" brushRef="#br0" timeOffset="350">563 287 8034,'-5'-6'0,"0"0"164,-2 2 1,-3 3 310,3-3 0,-3 4-199,-1 4 0,0 3-32,0 8 1,-4-2-347,0 6 0,1-1 124,3 4 0,0 0-344,0 0 1,1 0 218,3 0 1,2-1-128,5-2 0,0 0 74,0-4 1,0 0-280,0-4 0,1-2 156,3-1 1,-2-3-85,5-5 424,1 0 0,3-3-110,0-4 1,-4-1 134,0-6 1,1-3-88,3-2 1,0-2 101,0-1 1,0-1-98,0-3 1,2 3 184,-2-3 0,3 3 87,-7 1 1,2 4 114,-2-1 1,2 6 642,-6-2-339,1 8 149,-4 2-502,0 20 1,0-2-514,0 13 0,-4-3 82,1-1 0,-1 4-103,4 0 0,0-1-185,0-3 0,0 0-469,0 0 1,0-1-885,0-2 1730,0-3 0,0-10 0,0-1 0</inkml:trace>
  <inkml:trace contextRef="#ctx0" brushRef="#br0" timeOffset="750">728 265 9638,'6'12'419,"-2"3"1,-3 2-420,-1 5 1,0 0 106,0 0 1,0 0-137,0 0 1,0 4 118,0 0 0,-3-1-150,-1-3 1,-1-4-44,1-4 0,3-1 110,-2-2 0,1-4-561,2 0 240,0-4 46,0-8 1,5-2 123,3-8 1,-2-1 162,1 1 1,0-4-114,4 0 0,0-3 371,0-4 0,1 3-120,-1-3 0,0 3 31,0 1 0,0 1 34,0 3 1,0-2 45,0 6 1,3-1 312,1 4 1,0 1-193,-4 3 1,0 2 17,0 5 1,0 5-95,0 2 1,-5 4-317,-2 4 1,-2 3 109,2 8 1,-3-2-193,3 6 1,-4-4-1161,-4 3 0,3-5 656,-3 2 0,3-3 589,1-1 0,15-9 0,3-3 0</inkml:trace>
  <inkml:trace contextRef="#ctx0" brushRef="#br0" timeOffset="1261">1258 55 8020,'0'-11'0,"0"0"1835,0 0-706,-5 0-449,3 5 1,-1 1-192,6 5 1,-1 9 6,1 2 0,2 7-352,-1 1 0,3 2 29,-3 1 0,0 5-433,-4 2 1,0 3 272,0 1 0,0 4-224,0-1 1,0 1 134,0-4 1,-2 0-588,-1 0 1,-2-2 152,-3-5 1,2-2 36,3-9 1,0-4 34,-4-4 0,3-4 137,-3 0 0,4-3-79,0-3 1,-2-7 136,1-5 0,-1-3 141,2 3 0,-2-5-141,-3 2 0,-2-3 196,3-1 0,-3 0 162,-1 0 0,4 1 186,0 3 0,-1-2 224,-3 6 0,4 0-42,0 7-122,-1 2 1,-3 7-67,0 6 0,4 0-179,-1 11 0,6 0 96,-2 7 1,3-3-307,1 3 1,0-4-219,0-4 1,1 3-250,3-2 0,3-2-568,8 1 1,-1-8 128,4 1 1000,-5-7 0,52-29 0,8-12 0</inkml:trace>
  <inkml:trace contextRef="#ctx0" brushRef="#br0" timeOffset="1543">1533 232 7978,'0'-8'-280,"0"1"0,0 3 846,0-3-92,0 5-256,-5-3 1,3 8-84,-6 1 1,5 8-180,-5-1 0,2 8 111,-1-1 0,-3 4-105,3 4 0,-2-3 86,2 3 1,1 1-3,2-1 1,3-1-5,-3-3 0,4-3 10,4-1 0,-2-8 455,6 1 1,3-7-202,3-1 0,1-6-19,-4-5 0,4-8-59,-1-6 1,1 0-245,-4-3 1,-3-2-257,-1 1 1,-5 0-466,2 4 0,-3 1-1575,-1 3 2312,-5 2 0,-20 20 0,-11 3 0</inkml:trace>
  <inkml:trace contextRef="#ctx0" brushRef="#br0" timeOffset="2159">1676 265 7948,'7'0'2212,"-3"0"-1791,1 0 0,-3 5-186,1 2 0,-1 3-141,-2 1 1,0 4 15,0-1 0,0 10-84,0-2 1,0 2-56,0-2 0,0 0 167,0 0 0,0 0-340,0 0 0,-4-4 75,0-4 0,0-5-320,4-2 177,0-4-77,0 2 342,5-15 1,-2-1 102,4-8 1,-3-1-124,3 1 0,-3-2-3,3-1 1,1 0-236,3 0 1,0 0 93,0 0 1,-4 1-86,0 3 0,1 1 101,3 2 0,0 6 120,0-2 0,0 7-222,0-4 513,0 6 1,-1 2-131,-3 7 0,-2 3-7,-5 1 1,4 5 28,-1 2 1,1-1 65,-4 2 0,-1-1-270,-3 4 1,3-1 87,-3-3 1,2 2-188,-2-5 0,3 3 42,-3-3 1,3-1-44,1-3 1,-1-1-18,-3-2 72,3 1 63,-4-7 1,5 1 128,0-6 1,4-3-26,-1-5 1,5-1-71,-5 1 1,5-3 95,-5-1 1,6-1-77,-2 1 1,-1 0-2,2-4 1,-1 2 28,4 2 1,0 2 2,0-6 1,0 2 76,0-1 0,1 2-97,3 5 0,-3 0 613,3 0 1,-3 1-250,-1 3 0,-3 2 248,-1 5 0,-1 1-166,1 3 1,2 2-380,-5 5 0,1 0-311,-2 0 1,-1 4-405,1-1 1,-2 6-291,-1-2 1,0-1 170,0 2 738,0-1 0,-9 9 0,-4 1 0</inkml:trace>
  <inkml:trace contextRef="#ctx0" brushRef="#br0" timeOffset="3085">2481 298 7917,'-6'-11'105,"-4"0"1,9 0 579,-3 0 0,3 4-73,1-1 1,0 5 220,0-5-736,0 6 0,1-3 90,3 5 0,-1 1-251,4 3 0,-1 3 126,1 8 1,2 2-269,-5 5 1,3 1 97,-3 3 1,-1-3-68,-3 3 0,0 1-66,0-1 0,4 3 63,0-3 0,-1-2 184,-3-5 1,0 0-62,0-4 0,0 0 279,0-4-200,0-5 0,2-3 145,1-6 0,3-8 70,5-8 0,0-5 52,0-2 0,0-4-356,0 0 0,1 0 94,-1 0 0,0-1-1083,0 6 1,0-5 526,0 5 1,-4 0-1100,0 7 1626,1-3 0,13 28 0,2 2 0</inkml:trace>
  <inkml:trace contextRef="#ctx0" brushRef="#br0" timeOffset="3512">2867 320 7909,'6'-5'300,"-2"-2"1,1-3-38,-2-1 1,5 4-20,-5-1 1,2 1 190,-1-4 166,-3 5-357,4-4 1,-6 9-204,-3-3 0,2 4 70,-6 4 1,-3 2 132,-3 5 1,-2 4-509,1-1 1,3 6 143,-3-2 1,3-1 71,1 2 1,0-1 49,0 4 0,1 0-196,3 0 1,-2-3 63,5-1 0,1-1-207,3 2 1,1-3 24,3-5 1,2-2-85,5-1 0,1-3-8,3-5 1,-3-2 90,3-1 1,-3-5 18,-1-6 0,4 0 127,-1-4 0,-3-1 253,-3-3 0,-2 2-163,1 1 0,3-4 504,-3 5 0,-2-6-5,-1 6 1,1 1 216,-1-2 1,0 6 48,0-2-278,-3 8 1,5 2-115,-2 5 1,-3 1-92,3 3 1,-3 2-132,-1 5 1,0 4 80,0-1 1,0 6-376,0-2 1,0 2 157,0-2 0,0 3-424,0-2 1,0-4-571,0 0 0,0 1 522,0-1 1,0-1-363,0-3 896,0 1 0,15-21 0,3-5 0</inkml:trace>
  <inkml:trace contextRef="#ctx0" brushRef="#br0" timeOffset="3938">3066 309 7909,'0'-6'1283,"4"1"0,-2 6-918,1 3 1,-1 2-349,-2 5 1,0 4 71,0-1 0,0 5 156,0-4 0,0 4-63,0-1 1,3 2-71,1-2 0,0 3-44,-4-2 0,0 0-298,0 0 0,0-3-43,0-5 1,0 0 133,0 0 0,0 0-727,0 0 385,0-5 149,0-1 1,1-5-55,2 0 1,0-5-92,4-3 0,-4-5 204,0-2 0,2-3 253,-1 3 1,3-4 144,-3 0 1,3 2-140,-3-1 0,3-1 185,-3-3 0,5 1-53,-2 3 0,-1-2 7,1 6 0,1-1-7,3 4 0,-4 0 66,1 0 0,-1 5 29,4 2 228,0 3 1,-1 2-7,-3 3 0,2 2 167,-6 5 0,5 4-384,-5-1 0,2 6 13,-1-2 0,-3 3-407,3 1 1,-3-1 164,-1-3 1,0 3-289,0-2 1,1-3 135,3-2 0,-3 2-2087,3-1 2250,-3-5 0,4-30 0,1-10 0</inkml:trace>
  <inkml:trace contextRef="#ctx0" brushRef="#br0" timeOffset="4074">3363 111 7909,'-10'-15'0,"3"0"0,-3 0 2407,3 4-1319,2 5-1082,0 1 0,5 10-6,0 3 0,20 16 0,4 6 0</inkml:trace>
  <inkml:trace contextRef="#ctx0" brushRef="#br0" timeOffset="4601">3573 298 7909,'0'-11'273,"0"0"0,-4 4 135,0-1-191,-4 6 1,2-3 65,-5 5 0,0 6-38,0 5 0,0 4-254,-1 3 0,1 4-80,0 0 0,4 0-78,0 4 1,1-3-325,-2-1 0,3 0 296,5 0 1,0-1 62,0-2 1,0 0 40,0-4 1,2-5-319,1-7 0,0-1-285,4-2 423,0 0 0,3-5 271,-2-3 0,0-3 0,-4-3 0,4 0 0,0-4 0,-2 3 0,1-3 0,-3 3 0,3-3 0,-1 3 0,2-3 0,0 3 319,-4-4 0,1 6-64,-1-2 1,-3 3 378,2 1 0,-1 0 262,-2 0 44,5 5-624,-4 1 0,4 6-85,-5 3 0,3 2-453,1 5 1,0 4 197,-4-1 1,0 6 156,0-2 1,0 3-5,0 1 1,3-3-1524,1-1 1,3-1 145,-3 2 1248,5-4 0,11-4 0,10 1 0</inkml:trace>
  <inkml:trace contextRef="#ctx0" brushRef="#br0" timeOffset="5044">3760 100 7909,'0'-11'0,"0"3"1760,0 1-405,0 4-765,0-6 0,0 9-152,0 0 0,4 4-99,-1 8 1,6 3-291,-2 4 1,-1 2 58,2 1 1,-1 3-318,4 1 1,-3 4 219,-1-5 1,-5 6-114,2-2 0,-3-1-54,-1 2 1,0-6-120,0 2 1,0-3 40,0-1 1,0-4-134,0-4 94,0-2 115,0-5-212,0-2 302,0-15 0,0 2-92,0-6 0,0 0 105,0-1 0,0 3 2,0-2 0,1 0-2,3-1 0,-1 3-48,4-3 0,-3-1-80,3 2 0,0-1 93,4 4 0,0 0-162,0 0 0,4 1 103,0 3 1,3-3 23,-3 3 0,3 2 38,-3 1 1,5 3 96,-2 1 0,-2 1 464,-1 3 0,-4 3-247,-4 8 0,1 1 579,-4 2 1,-1 3-377,-7-3 0,-3 3-229,-8 1 0,-2 0 26,-5 0 0,-4-5-393,0-2 0,-1-7-308,2-5 0,1 2-587,-1-1 1,6-2 1060,4-5 0,18-38 0,4-13 0</inkml:trace>
  <inkml:trace contextRef="#ctx0" brushRef="#br0" timeOffset="5278">4135 55 7904,'6'2'346,"-2"1"1,1 0 527,-2 4 1,5 2-96,-5 5 0,6 4-311,-2 4 0,2 5-187,-2 2 0,2 8-51,-6 3 1,1 3-567,-4 1 1,0-6 269,0-5 0,0-1-945,0-6 0,0-5-283,0-7-69,0-6 1363,5-3 0,16-40 0,8-8 0</inkml:trace>
  <inkml:trace contextRef="#ctx0" brushRef="#br0" timeOffset="5639">4355 386 7881,'0'-6'0,"2"1"0,1 5 0,0 0 969,4 0 1,0 0-530,4 0 0,0 0-460,0 0 1,2 0-74,1 0 1,-1 0 96,1 0 1,0 0-221,1 0 0,-3 0 114,3 0 1,-3 0-169,-1 0 1,0-5 72,0-2 0,-1-3-160,-3-1 0,2 0 138,-6 0 1,2-4 154,-1 1 0,-3-1 54,3 4 1,-8 0-100,-3 0 0,-3 1 194,-1 3 1,-4 2-68,0 5 1,-4 0 463,0 0 1,2 5-194,-1 2 1,1 4 831,-2 4 1,0-2-243,4 6 0,0-5-10,4 5 0,2-2-282,1 1 1,3 6-210,5-6 1,3 5-205,4-4 1,7-2 67,11 1 0,7-1-857,5 2 0,0-5 456,-4-6 0,2 0-1361,-2-4 1,2 0-904,-10-4 0,-4 0 2423,-6 0 0,-18-25 0,-4-6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5:22.3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66 8037,'0'-11'2297,"0"5"-1557,0 1-221,0 5-239,5 0 1,-2 7-51,4 4 1,-3 4-157,3 7 0,-1 5 45,2 3 1,0 3-286,-4 4 0,1-2 177,-2 6 0,-1 3-532,1 3 0,-1-2 93,-2-5 1,1-6-103,2-1 1,-1-6-15,1-8 237,3-8 1,1-6 350,4-5 0,0-9-66,0-2 1,0-11 249,0 0 1,1-9-110,3-2 0,1-1 371,2-6 0,3 3-193,-3-4 0,3 1-5,1-4 0,0 1-341,0 3 0,0 3-352,0 7 0,-3 3-186,-1 5 0,-5 10 112,2 5 475,-8 4 0,-2 13 0,-5 2 0</inkml:trace>
  <inkml:trace contextRef="#ctx0" brushRef="#br0" timeOffset="597">640 133 8021,'0'-11'401,"0"0"57,0 4-6,0-2-165,-5 7 1,2 2 116,-4 8 0,3 6-15,-3 5 1,3 3-161,-3 4 0,0 2-204,-4 5 1,1 4 163,3-1 1,-6 6-347,6-2 1,-5 0 148,4 0 1,-1-4-104,-3 0 1,3-6 25,1-5 1,3-6-777,5-5 595,0-6 1,0-5 8,0-6 1,2-8 13,1-8 1,0-6-193,4-5 1,-3-3 191,3-4 1,-3 2 83,3-5 1,-1 3 71,2-4 0,1 1-72,-1-4 0,3 5 227,4 2 1,2 1 28,5 0 1,0 7 64,0 4 0,0 6 200,0 8 0,1 5-146,3 3 0,-6 4 171,2 6 0,-7 5-100,4 10 0,-6 2 83,2 1 1,-4 0-53,-4 4 0,2 1-254,-5 3 0,3 0 14,-3 0 0,-1 0-247,-3 0 1,0-4-613,0 1 1,0-6 412,0 2 1,-3-4-706,-1-4 0,-5-5 1073,2-6 0,-3-24 0,-1-3 0</inkml:trace>
  <inkml:trace contextRef="#ctx0" brushRef="#br0" timeOffset="781">552 342 8006,'-11'-11'807,"3"1"-404,1 3 462,4-3 1,0 9-305,6-3 1,10-1-350,9 2 0,5-2 29,6 1 1,6 3-1269,5-3 1,0-1 173,4 2 853,-3-6 0,34-2 0,8-6 0</inkml:trace>
  <inkml:trace contextRef="#ctx0" brushRef="#br0" timeOffset="989">1147 88 8006,'1'-6'2077,"3"3"-1431,-3 1 0,4 4 79,-5 1 0,0 8-357,0 8 1,0 3-236,0 4 1,0 3 93,0 8 1,-5 2-1,-2 5 0,-3 0-1149,-1 0 1,1-1 608,3-3 0,-2-3-1000,5-7 0,-3-8-608,3-8 524,1-1 1397,3-7 0,0-36 0,0-13 0</inkml:trace>
  <inkml:trace contextRef="#ctx0" brushRef="#br0" timeOffset="1331">1136 133 8005,'5'-22'0,"1"-1"310,5 1 0,0 5-22,0 3 0,5 5-207,2 2 1,3 1 110,1-2 0,4 3-304,0 5 0,1 0 8,-2 0 0,-1 5-18,1 3 1,-5 1 244,-2 2 0,-4 5 79,0 3 0,-6-3-120,-5-2 0,-3 3-11,-3 2 0,-7-2-70,-5 1 1,-8-3 78,1 3 0,-3-4-125,3 1 1,-5-3 80,-2-1 0,2 0-99,1 0 1,3-1 84,1-3 0,4-1 21,-1-2 1,6-3-33,-2 3 8,8-3 1516,2-1-1094,5-5 1,5 4 113,2-3 0,3 3-157,1 1 1,4 1 4,-1 3 0,6 2-306,-2 5 1,7 0-181,1 0 1,-1 1-1018,-3 3 0,0-2 635,0 6 0,2-1-1064,1 4 0,-1 3 129,1-3 1400,-6 2 0,2-11 0,-4 2 0</inkml:trace>
  <inkml:trace contextRef="#ctx0" brushRef="#br0" timeOffset="1657">1687 88 8381,'0'-11'4129,"0"5"-2783,0 1-835,0 15 0,1 2-13,3 11 1,-3 0-339,3 3 1,1 2 90,-2 5 0,1 0-949,-4 0 1,0 4 519,0-1 1,0 5-1352,0-4 0,0-2 375,0-6 1,0 1 1153,0-8 0,10-17 0,2-13 0</inkml:trace>
  <inkml:trace contextRef="#ctx0" brushRef="#br0" timeOffset="2134">2128 155 7963,'-6'5'2215,"-3"-3"-1561,6 5 0,-6 6-41,2 5 1,-3 8-171,-1 3 1,0 4-439,0 4 0,0 1-51,0 2 0,1 2-41,3-5 0,-2-1 19,5-3 1,-3-6 225,3-5-812,1-4 412,3-7 0,0-6-113,0-5 0,0-5 118,0-6 0,0-2-498,0-1 1,1-3 266,3-6 1,1 0 67,2-3 0,1 0 185,-4-4 1,5-2 51,-2 3 0,-1-4 19,2-4 1,0 3 188,7-3 0,-2 3 462,6 1 0,-5 4-329,5 4 1,-2 6 459,1 5 1,2 6-265,-5 5 0,3 8 253,-3 6 0,4 5-184,0 6 0,-2 1 18,1 3 1,-4-2-125,0 5 1,-1 1-142,-2 3 1,0-4-301,0 1 0,-2-5 159,-1 5 0,0-2-485,-4 1 0,3-2 264,-3-5 1,0-1-1383,-4-2 1,-2-5 79,-1-6 1468,-3-3 0,-15-40 0,-2-8 0</inkml:trace>
  <inkml:trace contextRef="#ctx0" brushRef="#br0" timeOffset="2273">2062 397 7924,'-5'-11'0,"0"0"1359,-2 0 1,2 4-596,5-1 1,2 6-442,6-2 1,5-1-329,13 2 0,3-1-297,8 4 1,-3 0-1594,3 0 1,2 1 1894,2 3 0,26 12 0,8 7 0</inkml:trace>
  <inkml:trace contextRef="#ctx0" brushRef="#br0" timeOffset="2626">2690 210 7911,'0'-11'893,"0"3"-63,0 1-393,-5 5 0,4-5 262,-3 4-260,3 2 0,1 1-157,0 7 0,0 4-74,0 4 1,0 3-10,0 8 1,-1-2-120,-3 6 1,-2-1-222,-5 4 1,0 0 201,0 0 0,-1 3-604,-3-3 0,3 1 309,-3-8 1,4-5-794,4-7 1,-2-1-106,6-2 314,-1-5 1,5-6-43,3-8 860,2-1 0,15-32 0,2-7 0</inkml:trace>
  <inkml:trace contextRef="#ctx0" brushRef="#br0" timeOffset="2908">2679 221 7905,'0'-11'668,"0"-5"298,0 4-158,0 1-463,5 6 1,0 6-86,2 3 0,3 5-212,-2 6 0,5 6 51,2 1 0,-1 0-241,-3 4 1,0 2 75,1 1 0,-1 3-108,0 1 1,0-3-268,0-1 0,3-5 146,1 2 1,3-4 413,-3-3 0,3-5-83,-3-6 0,4-5 209,-5-6 1,5-10-68,-5-9 0,2-2-50,-1-9 1,-3 1 92,3-8 0,-4 4-52,-4-1 0,2-1-485,-6 2 0,2-1 194,-1 4 0,-3 5-1122,3 2 0,-2 6 200,2 2 1044,-3 9 0,14 24 0,-3 16 0</inkml:trace>
  <inkml:trace contextRef="#ctx0" brushRef="#br0" timeOffset="3284">3539 210 7905,'0'-17'0,"0"-1"0,0 4 0,0 1 625,0-1 173,0 2 0,-5 5-369,-2 4 1,-8 2-213,-3 1 0,-7 6-4,0 5 1,-6 5 30,2 6 1,-6 5 190,2 2 0,-1 3-87,8 1 1,2 4-212,5-1 1,5 5 44,6-4 0,5-2-315,6-6 0,8 2-164,8-5 0,10 0-443,4-4 0,8-6-152,-1-5 0,3-2 407,1-5 1,4 0-1550,0-4 2034,-1-5 0,17-41 0,5-14 0</inkml:trace>
  <inkml:trace contextRef="#ctx0" brushRef="#br0" timeOffset="3583">3859 155 7905,'0'-7'1535,"1"3"-941,3 4 1,-3 4-172,3 4 1,-3 3-9,-1 4 0,-1 3-306,-3 8 0,2-2 108,-6 6 1,5-5-203,-5 5 0,4 0 86,-3 7 0,5-6 12,-2 2 0,4-8 76,4 1 0,2-3-180,5 0 1,5-10-63,2-2 0,4-7-199,4-1 0,7-1-462,7-2 1,0 0 371,0 0 1,-4-4-996,0 0 1,-3-4 586,-3 0 0,-3 2 750,-5-1 0,15-25 0,3-10 0</inkml:trace>
  <inkml:trace contextRef="#ctx0" brushRef="#br0" timeOffset="3833">3936 199 7881,'-4'-11'406,"1"0"1,-1 3 627,4 1 1,6 3-543,5-3 0,5 4-164,6 0 1,6 0-261,5 0 0,4 1 42,4-1 1,1 0-1020,-1 0 0,0 1 535,0-1 0,-4 2-1238,-8 1 1612,-7 0 0,-16 0 0,-7 0 0</inkml:trace>
  <inkml:trace contextRef="#ctx0" brushRef="#br0" timeOffset="4008">3870 386 7765,'7'-6'1095,"1"2"0,4 3-637,6 1 1,9-1-191,6-3 0,4 3-825,3-3 1,2 3 379,-5 1 0,0 0 177,-4 0 0,-10 5 0,-2 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9:55:28.1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 67 7983,'-6'0'787,"0"-1"-134,3-3-433,1 3 0,-4-5 251,3 2 0,1 3-522,-3-4 1,7 3 79,1-1 0,0 2 12,4-3 0,4 3 94,4 1 1,3 0-18,-3 0 1,4 0-22,0 0 1,3 0-36,4 0 0,-2 0-127,6 0 0,-5 0 102,5 0 0,-1 0-107,4 0 1,1 0 88,3 0 1,-1 0-78,4 0 1,1-2 33,3-1 0,-1 2 170,-3-3 0,2 3-95,-6 1 0,2 0-1,-1 0 1,-4 0 116,0 0 0,-1 0-111,-6 0 1,1 0-12,-2 0 0,2 0 29,3 0 0,2 0-80,-3 0 1,8 0 72,3 0 1,-1 0-209,2 0 0,-4 0 54,3 0 0,0 0 8,5 0 0,-5 0 42,0 0 1,-4 0-4,1 0 1,-3 1-1,-1 3 1,-4-2 7,1 5 1,-2-4 10,1 0 0,3 0-5,-2 1 1,1-3-32,3 3 0,2-3 41,1-1 0,5 0 9,-2 0 0,3 0-21,1 0 1,-1 0 87,-3 0 1,3 1 84,-2 3 0,-7-3-88,-1 3 1,-2-2-110,2 2 1,0-3 75,0 3 0,0-2-125,0 2 0,1-3 46,3 3 1,2-3 18,5-1 1,-3 0 58,-1 0 0,1 1-58,3 3 0,-1-3 160,-3 3 1,-1-2-90,-2 2 0,-3-3 65,3 3 1,-3 1-72,-1-2 0,0 1-11,1-4 1,0 0 12,3 0 1,1 0-13,2 0 1,-1 0-27,-2 0 1,-2 0 29,6 0 0,-3 0-79,-1 0 0,-2 0 60,-9 0 1,0 4-75,-4-1 1,0 1 66,0-4 1,0 0 5,0 0 0,1 0 2,3 0 0,2 4 4,5-1 0,4 1-15,0-4 1,3 1 0,-3 3 1,3-3 26,-3 3 1,0-3-18,-4-1 0,-1 4 8,-3-1 1,2 1-10,-6-4 0,5 0 122,-5 0 1,7 0-67,1 0 0,2 0-36,5 0 1,0 0-128,5 0 0,4 0 84,2 0 1,2 4 8,-2-1 1,2 2 16,-5-1 1,-1-2 113,-3 6 1,-4-5-119,-4 5 0,-6-6 56,-5 2 0,-5-3 20,-2-1 1,-4 0 102,1 0-58,-8 0 0,-2-1-64,-5-3 0,0 2-136,0-6 0,-4 5 85,1-5 1,-6 5-1118,2-5 1,-3 6 109,-1-2 997,-5 3 0,-50-4 0,-18-1 0</inkml:trace>
  <inkml:trace contextRef="#ctx0" brushRef="#br0" timeOffset="751">143 56 8080,'0'-11'228,"-4"0"188,2 0 0,-6 3 115,4 1 0,-1 5 277,1-2 93,3 3-585,-9 1 1,8 5 251,-5 2 0,4 4-119,0 4 1,1 7 197,2 7 1,0 8-167,0 3 1,0 8-13,0 3 0,4 11-162,0 7 0,-1 5-58,-3 11 0,0-6-101,0 2 0,0-4 101,0-3 1,0-11-60,0-11 1,0-13 58,0-13 1,0-4-390,0-4-220,0-2-479,0-10-2966,0-1-3032,0-5 5278,0-5 1559,0 4 0,0-19 0,0 2 0</inkml:trace>
  <inkml:trace contextRef="#ctx0" brushRef="#br0" timeOffset="1759">77 1103 8080,'-11'-5'617,"0"-2"0,1 1-298,3-2 0,-3 6-84,3-2 0,1 3 584,-2 1-350,6 0 215,-3 0-420,5 0 0,6 4 129,5-1 1,2 1-168,5-4 0,0 0-24,4 0 0,4 0-75,0 0 0,3 0 107,-3 0 1,3 0-189,-3 0 0,5-4 63,-2 1 1,-1-5-146,2 5 1,-1-5 45,4 5 0,0-5-59,0 5 0,2-5 15,1 5 1,0-5-17,4 5 1,1-2 13,3 1 0,0 3 86,0-3 1,-4 3-47,1 1 0,-6 0 22,2 0 0,-6 0-8,-2 0 1,-4 1-33,0 3 1,0-3-74,1 3 0,-3-3 131,2-1 1,0 0 7,1 0 0,1 0 83,2 0 1,3 0-68,-3 0 1,3 0-34,1 0 0,0 1 3,0 3 1,0-3-135,1 3 0,-4 1 144,3-2 0,-6 2-155,6-1 1,-6-3 28,3 3 0,-5-3-72,5-1 1,-1 0 112,4 0 1,-1 0-6,-3 0 0,5 0 37,-1 0 0,-2 0-35,2 0 1,1 0 145,-5 0 0,3 0-73,1 0 0,-4 0-34,1 0 1,-6 0 90,2 0 0,1 0-78,-1 0 0,3 4-45,-3-1 0,-1 1-114,-3-4 1,2 0 109,1 0 1,-1 4 16,1-1 0,-1 1 4,-2-4 1,1 4-26,3-1 1,-3 2 91,3-1 0,-3-3-75,-1 3 1,0-3 30,0-1 0,0 1-18,0 3 0,0-3-2,0 3 0,5-3 52,3-1 0,-2 0-46,1 0 0,1 0 21,3 0 0,0 0-21,0 0 0,-4 1 26,1 3 0,-2-3-17,1 3 1,2-3-11,-5-1 1,-1 0 6,-3 0 0,0 0 5,1 0 0,3 0-146,4 0 0,2 0 81,1 0 1,0 0 44,0 0 0,4-4 28,-1 1 1,1-1 0,-4 4 0,-1 0-90,-3 0 1,-2 4-102,-5-1 1,-3 2 78,-1-1 1,-4-3 42,0 3 1,2-2 67,-1 2 1,5-3-63,-2 3 1,3-3 46,1-1 1,4 0-60,-1 0 1,6 0 200,-2 0 0,0 1-58,0 3 0,-5-3 61,2 3 0,-4-3-131,-3-1 0,-2 0 18,-3 0 1,0 4-97,4 0 0,-3-1 87,3-3 1,1 1-124,3 3 1,5-3 98,2 3 0,3-3-24,1-1 0,0 1 18,0 3 1,-1-3-4,-3 3 1,-5-3 235,-6-1-189,-4 0 0,1 0 225,-4 0 1,-3 0-70,-1 0 1,1 0 60,3 0 0,4 0-91,4 0 1,7 0-21,3 0 0,4 0 1,4 0 1,-3 1-36,3 3 1,-3-1 270,-1 4 1,-5-5 227,-2 2-646,-8 2 251,-7-5-860,-6 4 254,-9-5 1,-3 0-247,-4 0 1,4 0-1256,0 0-1739,4-5 3636,-2 4 0,20-18 0,3 0 0</inkml:trace>
  <inkml:trace contextRef="#ctx0" brushRef="#br0" timeOffset="2119">5248 243 8080,'0'-6'2696,"-5"11"1,4 8-2096,-3 13 1,3 4 207,1 6 0,1 10-258,3 9 1,0 8-33,4 7 1,2 7-21,-3-3 0,2-6-193,-2-9 0,-2-7 56,-5-4 0,0-9-128,0-6 1,-5-11-254,-2-11 136,-3 0 0,-1-10-1955,0 3-1094,5-3-1693,1-1 4625,0 0 0,4-20 0,-4-4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9/15/26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9/15/26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9/15/26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9/15/26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9/15/26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9/15/26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9/15/26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9/15/26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9/15/26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9/15/26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9/15/26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9/15/26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9/15/26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9/15/26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9.png"/><Relationship Id="rId42" Type="http://schemas.openxmlformats.org/officeDocument/2006/relationships/customXml" Target="../ink/ink21.xml"/><Relationship Id="rId47" Type="http://schemas.openxmlformats.org/officeDocument/2006/relationships/image" Target="../media/image32.png"/><Relationship Id="rId63" Type="http://schemas.openxmlformats.org/officeDocument/2006/relationships/image" Target="../media/image40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53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62.png"/><Relationship Id="rId11" Type="http://schemas.openxmlformats.org/officeDocument/2006/relationships/image" Target="../media/image14.png"/><Relationship Id="rId32" Type="http://schemas.openxmlformats.org/officeDocument/2006/relationships/customXml" Target="../ink/ink16.xml"/><Relationship Id="rId37" Type="http://schemas.openxmlformats.org/officeDocument/2006/relationships/image" Target="../media/image27.png"/><Relationship Id="rId53" Type="http://schemas.openxmlformats.org/officeDocument/2006/relationships/image" Target="../media/image35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8.png"/><Relationship Id="rId102" Type="http://schemas.openxmlformats.org/officeDocument/2006/relationships/customXml" Target="../ink/ink51.xml"/><Relationship Id="rId5" Type="http://schemas.openxmlformats.org/officeDocument/2006/relationships/image" Target="../media/image11.png"/><Relationship Id="rId90" Type="http://schemas.openxmlformats.org/officeDocument/2006/relationships/customXml" Target="../ink/ink45.xml"/><Relationship Id="rId95" Type="http://schemas.openxmlformats.org/officeDocument/2006/relationships/image" Target="../media/image56.png"/><Relationship Id="rId22" Type="http://schemas.openxmlformats.org/officeDocument/2006/relationships/customXml" Target="../ink/ink11.xml"/><Relationship Id="rId27" Type="http://schemas.openxmlformats.org/officeDocument/2006/relationships/image" Target="../media/image22.png"/><Relationship Id="rId43" Type="http://schemas.openxmlformats.org/officeDocument/2006/relationships/image" Target="../media/image30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43.png"/><Relationship Id="rId113" Type="http://schemas.openxmlformats.org/officeDocument/2006/relationships/image" Target="../media/image65.png"/><Relationship Id="rId80" Type="http://schemas.openxmlformats.org/officeDocument/2006/relationships/customXml" Target="../ink/ink40.xml"/><Relationship Id="rId85" Type="http://schemas.openxmlformats.org/officeDocument/2006/relationships/image" Target="../media/image51.png"/><Relationship Id="rId12" Type="http://schemas.openxmlformats.org/officeDocument/2006/relationships/customXml" Target="../ink/ink6.xml"/><Relationship Id="rId17" Type="http://schemas.openxmlformats.org/officeDocument/2006/relationships/image" Target="../media/image17.png"/><Relationship Id="rId33" Type="http://schemas.openxmlformats.org/officeDocument/2006/relationships/image" Target="../media/image25.png"/><Relationship Id="rId38" Type="http://schemas.openxmlformats.org/officeDocument/2006/relationships/customXml" Target="../ink/ink19.xml"/><Relationship Id="rId59" Type="http://schemas.openxmlformats.org/officeDocument/2006/relationships/image" Target="../media/image38.png"/><Relationship Id="rId103" Type="http://schemas.openxmlformats.org/officeDocument/2006/relationships/image" Target="../media/image60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46.png"/><Relationship Id="rId91" Type="http://schemas.openxmlformats.org/officeDocument/2006/relationships/image" Target="../media/image54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3.xml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3.png"/><Relationship Id="rId57" Type="http://schemas.openxmlformats.org/officeDocument/2006/relationships/image" Target="../media/image37.png"/><Relationship Id="rId106" Type="http://schemas.openxmlformats.org/officeDocument/2006/relationships/customXml" Target="../ink/ink53.xml"/><Relationship Id="rId114" Type="http://schemas.openxmlformats.org/officeDocument/2006/relationships/customXml" Target="../ink/ink57.xml"/><Relationship Id="rId10" Type="http://schemas.openxmlformats.org/officeDocument/2006/relationships/customXml" Target="../ink/ink5.xml"/><Relationship Id="rId31" Type="http://schemas.openxmlformats.org/officeDocument/2006/relationships/image" Target="../media/image24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41.png"/><Relationship Id="rId73" Type="http://schemas.openxmlformats.org/officeDocument/2006/relationships/image" Target="../media/image45.png"/><Relationship Id="rId78" Type="http://schemas.openxmlformats.org/officeDocument/2006/relationships/customXml" Target="../ink/ink39.xml"/><Relationship Id="rId81" Type="http://schemas.openxmlformats.org/officeDocument/2006/relationships/image" Target="../media/image49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8.png"/><Relationship Id="rId101" Type="http://schemas.openxmlformats.org/officeDocument/2006/relationships/image" Target="../media/image59.png"/><Relationship Id="rId4" Type="http://schemas.openxmlformats.org/officeDocument/2006/relationships/customXml" Target="../ink/ink2.xml"/><Relationship Id="rId9" Type="http://schemas.openxmlformats.org/officeDocument/2006/relationships/image" Target="../media/image13.png"/><Relationship Id="rId13" Type="http://schemas.openxmlformats.org/officeDocument/2006/relationships/image" Target="../media/image15.png"/><Relationship Id="rId18" Type="http://schemas.openxmlformats.org/officeDocument/2006/relationships/customXml" Target="../ink/ink9.xml"/><Relationship Id="rId39" Type="http://schemas.openxmlformats.org/officeDocument/2006/relationships/image" Target="../media/image28.png"/><Relationship Id="rId109" Type="http://schemas.openxmlformats.org/officeDocument/2006/relationships/image" Target="../media/image63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6.png"/><Relationship Id="rId76" Type="http://schemas.openxmlformats.org/officeDocument/2006/relationships/customXml" Target="../ink/ink38.xml"/><Relationship Id="rId97" Type="http://schemas.openxmlformats.org/officeDocument/2006/relationships/image" Target="../media/image57.png"/><Relationship Id="rId104" Type="http://schemas.openxmlformats.org/officeDocument/2006/relationships/customXml" Target="../ink/ink52.xml"/><Relationship Id="rId7" Type="http://schemas.openxmlformats.org/officeDocument/2006/relationships/image" Target="../media/image12.png"/><Relationship Id="rId71" Type="http://schemas.openxmlformats.org/officeDocument/2006/relationships/image" Target="../media/image44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23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31.png"/><Relationship Id="rId66" Type="http://schemas.openxmlformats.org/officeDocument/2006/relationships/customXml" Target="../ink/ink33.xml"/><Relationship Id="rId87" Type="http://schemas.openxmlformats.org/officeDocument/2006/relationships/image" Target="../media/image52.png"/><Relationship Id="rId110" Type="http://schemas.openxmlformats.org/officeDocument/2006/relationships/customXml" Target="../ink/ink55.xml"/><Relationship Id="rId115" Type="http://schemas.openxmlformats.org/officeDocument/2006/relationships/image" Target="../media/image66.png"/><Relationship Id="rId61" Type="http://schemas.openxmlformats.org/officeDocument/2006/relationships/image" Target="../media/image39.png"/><Relationship Id="rId82" Type="http://schemas.openxmlformats.org/officeDocument/2006/relationships/customXml" Target="../ink/ink41.xml"/><Relationship Id="rId19" Type="http://schemas.openxmlformats.org/officeDocument/2006/relationships/image" Target="../media/image18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6.png"/><Relationship Id="rId56" Type="http://schemas.openxmlformats.org/officeDocument/2006/relationships/customXml" Target="../ink/ink28.xml"/><Relationship Id="rId77" Type="http://schemas.openxmlformats.org/officeDocument/2006/relationships/image" Target="../media/image47.png"/><Relationship Id="rId100" Type="http://schemas.openxmlformats.org/officeDocument/2006/relationships/customXml" Target="../ink/ink50.xml"/><Relationship Id="rId105" Type="http://schemas.openxmlformats.org/officeDocument/2006/relationships/image" Target="../media/image61.png"/><Relationship Id="rId8" Type="http://schemas.openxmlformats.org/officeDocument/2006/relationships/customXml" Target="../ink/ink4.xml"/><Relationship Id="rId51" Type="http://schemas.openxmlformats.org/officeDocument/2006/relationships/image" Target="../media/image34.png"/><Relationship Id="rId72" Type="http://schemas.openxmlformats.org/officeDocument/2006/relationships/customXml" Target="../ink/ink36.xml"/><Relationship Id="rId93" Type="http://schemas.openxmlformats.org/officeDocument/2006/relationships/image" Target="../media/image55.png"/><Relationship Id="rId98" Type="http://schemas.openxmlformats.org/officeDocument/2006/relationships/customXml" Target="../ink/ink49.xml"/><Relationship Id="rId3" Type="http://schemas.openxmlformats.org/officeDocument/2006/relationships/image" Target="../media/image10.png"/><Relationship Id="rId25" Type="http://schemas.openxmlformats.org/officeDocument/2006/relationships/image" Target="../media/image21.png"/><Relationship Id="rId46" Type="http://schemas.openxmlformats.org/officeDocument/2006/relationships/customXml" Target="../ink/ink23.xml"/><Relationship Id="rId67" Type="http://schemas.openxmlformats.org/officeDocument/2006/relationships/image" Target="../media/image42.png"/><Relationship Id="rId20" Type="http://schemas.openxmlformats.org/officeDocument/2006/relationships/customXml" Target="../ink/ink10.xml"/><Relationship Id="rId41" Type="http://schemas.openxmlformats.org/officeDocument/2006/relationships/image" Target="../media/image29.png"/><Relationship Id="rId62" Type="http://schemas.openxmlformats.org/officeDocument/2006/relationships/customXml" Target="../ink/ink31.xml"/><Relationship Id="rId83" Type="http://schemas.openxmlformats.org/officeDocument/2006/relationships/image" Target="../media/image50.png"/><Relationship Id="rId88" Type="http://schemas.openxmlformats.org/officeDocument/2006/relationships/customXml" Target="../ink/ink44.xml"/><Relationship Id="rId111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.png"/><Relationship Id="rId21" Type="http://schemas.openxmlformats.org/officeDocument/2006/relationships/image" Target="../media/image76.png"/><Relationship Id="rId42" Type="http://schemas.openxmlformats.org/officeDocument/2006/relationships/customXml" Target="../ink/ink78.xml"/><Relationship Id="rId63" Type="http://schemas.openxmlformats.org/officeDocument/2006/relationships/image" Target="../media/image97.png"/><Relationship Id="rId84" Type="http://schemas.openxmlformats.org/officeDocument/2006/relationships/customXml" Target="../ink/ink99.xml"/><Relationship Id="rId138" Type="http://schemas.openxmlformats.org/officeDocument/2006/relationships/customXml" Target="../ink/ink126.xml"/><Relationship Id="rId107" Type="http://schemas.openxmlformats.org/officeDocument/2006/relationships/image" Target="../media/image119.png"/><Relationship Id="rId11" Type="http://schemas.openxmlformats.org/officeDocument/2006/relationships/image" Target="../media/image71.png"/><Relationship Id="rId32" Type="http://schemas.openxmlformats.org/officeDocument/2006/relationships/customXml" Target="../ink/ink73.xml"/><Relationship Id="rId37" Type="http://schemas.openxmlformats.org/officeDocument/2006/relationships/image" Target="../media/image84.png"/><Relationship Id="rId53" Type="http://schemas.openxmlformats.org/officeDocument/2006/relationships/image" Target="../media/image92.png"/><Relationship Id="rId58" Type="http://schemas.openxmlformats.org/officeDocument/2006/relationships/customXml" Target="../ink/ink86.xml"/><Relationship Id="rId74" Type="http://schemas.openxmlformats.org/officeDocument/2006/relationships/customXml" Target="../ink/ink94.xml"/><Relationship Id="rId79" Type="http://schemas.openxmlformats.org/officeDocument/2006/relationships/image" Target="../media/image105.png"/><Relationship Id="rId102" Type="http://schemas.openxmlformats.org/officeDocument/2006/relationships/customXml" Target="../ink/ink108.xml"/><Relationship Id="rId123" Type="http://schemas.openxmlformats.org/officeDocument/2006/relationships/image" Target="../media/image127.png"/><Relationship Id="rId128" Type="http://schemas.openxmlformats.org/officeDocument/2006/relationships/customXml" Target="../ink/ink121.xml"/><Relationship Id="rId5" Type="http://schemas.openxmlformats.org/officeDocument/2006/relationships/image" Target="../media/image68.png"/><Relationship Id="rId90" Type="http://schemas.openxmlformats.org/officeDocument/2006/relationships/customXml" Target="../ink/ink102.xml"/><Relationship Id="rId95" Type="http://schemas.openxmlformats.org/officeDocument/2006/relationships/image" Target="../media/image113.png"/><Relationship Id="rId22" Type="http://schemas.openxmlformats.org/officeDocument/2006/relationships/customXml" Target="../ink/ink68.xml"/><Relationship Id="rId27" Type="http://schemas.openxmlformats.org/officeDocument/2006/relationships/image" Target="../media/image79.png"/><Relationship Id="rId43" Type="http://schemas.openxmlformats.org/officeDocument/2006/relationships/image" Target="../media/image87.png"/><Relationship Id="rId48" Type="http://schemas.openxmlformats.org/officeDocument/2006/relationships/customXml" Target="../ink/ink81.xml"/><Relationship Id="rId64" Type="http://schemas.openxmlformats.org/officeDocument/2006/relationships/customXml" Target="../ink/ink89.xml"/><Relationship Id="rId69" Type="http://schemas.openxmlformats.org/officeDocument/2006/relationships/image" Target="../media/image100.png"/><Relationship Id="rId113" Type="http://schemas.openxmlformats.org/officeDocument/2006/relationships/image" Target="../media/image122.png"/><Relationship Id="rId118" Type="http://schemas.openxmlformats.org/officeDocument/2006/relationships/customXml" Target="../ink/ink116.xml"/><Relationship Id="rId134" Type="http://schemas.openxmlformats.org/officeDocument/2006/relationships/customXml" Target="../ink/ink124.xml"/><Relationship Id="rId139" Type="http://schemas.openxmlformats.org/officeDocument/2006/relationships/image" Target="../media/image135.png"/><Relationship Id="rId80" Type="http://schemas.openxmlformats.org/officeDocument/2006/relationships/customXml" Target="../ink/ink97.xml"/><Relationship Id="rId85" Type="http://schemas.openxmlformats.org/officeDocument/2006/relationships/image" Target="../media/image108.png"/><Relationship Id="rId12" Type="http://schemas.openxmlformats.org/officeDocument/2006/relationships/customXml" Target="../ink/ink63.xml"/><Relationship Id="rId17" Type="http://schemas.openxmlformats.org/officeDocument/2006/relationships/image" Target="../media/image74.png"/><Relationship Id="rId33" Type="http://schemas.openxmlformats.org/officeDocument/2006/relationships/image" Target="../media/image82.png"/><Relationship Id="rId38" Type="http://schemas.openxmlformats.org/officeDocument/2006/relationships/customXml" Target="../ink/ink76.xml"/><Relationship Id="rId59" Type="http://schemas.openxmlformats.org/officeDocument/2006/relationships/image" Target="../media/image95.png"/><Relationship Id="rId103" Type="http://schemas.openxmlformats.org/officeDocument/2006/relationships/image" Target="../media/image117.png"/><Relationship Id="rId108" Type="http://schemas.openxmlformats.org/officeDocument/2006/relationships/customXml" Target="../ink/ink111.xml"/><Relationship Id="rId124" Type="http://schemas.openxmlformats.org/officeDocument/2006/relationships/customXml" Target="../ink/ink119.xml"/><Relationship Id="rId129" Type="http://schemas.openxmlformats.org/officeDocument/2006/relationships/image" Target="../media/image130.png"/><Relationship Id="rId54" Type="http://schemas.openxmlformats.org/officeDocument/2006/relationships/customXml" Target="../ink/ink84.xml"/><Relationship Id="rId70" Type="http://schemas.openxmlformats.org/officeDocument/2006/relationships/customXml" Target="../ink/ink92.xml"/><Relationship Id="rId75" Type="http://schemas.openxmlformats.org/officeDocument/2006/relationships/image" Target="../media/image103.png"/><Relationship Id="rId91" Type="http://schemas.openxmlformats.org/officeDocument/2006/relationships/image" Target="../media/image111.png"/><Relationship Id="rId96" Type="http://schemas.openxmlformats.org/officeDocument/2006/relationships/customXml" Target="../ink/ink105.xml"/><Relationship Id="rId140" Type="http://schemas.openxmlformats.org/officeDocument/2006/relationships/customXml" Target="../ink/ink127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60.xml"/><Relationship Id="rId23" Type="http://schemas.openxmlformats.org/officeDocument/2006/relationships/image" Target="../media/image77.png"/><Relationship Id="rId28" Type="http://schemas.openxmlformats.org/officeDocument/2006/relationships/customXml" Target="../ink/ink71.xml"/><Relationship Id="rId49" Type="http://schemas.openxmlformats.org/officeDocument/2006/relationships/image" Target="../media/image90.png"/><Relationship Id="rId114" Type="http://schemas.openxmlformats.org/officeDocument/2006/relationships/customXml" Target="../ink/ink114.xml"/><Relationship Id="rId119" Type="http://schemas.openxmlformats.org/officeDocument/2006/relationships/image" Target="../media/image125.png"/><Relationship Id="rId44" Type="http://schemas.openxmlformats.org/officeDocument/2006/relationships/customXml" Target="../ink/ink79.xml"/><Relationship Id="rId60" Type="http://schemas.openxmlformats.org/officeDocument/2006/relationships/customXml" Target="../ink/ink87.xml"/><Relationship Id="rId65" Type="http://schemas.openxmlformats.org/officeDocument/2006/relationships/image" Target="../media/image98.png"/><Relationship Id="rId81" Type="http://schemas.openxmlformats.org/officeDocument/2006/relationships/image" Target="../media/image106.png"/><Relationship Id="rId86" Type="http://schemas.openxmlformats.org/officeDocument/2006/relationships/customXml" Target="../ink/ink100.xml"/><Relationship Id="rId130" Type="http://schemas.openxmlformats.org/officeDocument/2006/relationships/customXml" Target="../ink/ink122.xml"/><Relationship Id="rId135" Type="http://schemas.openxmlformats.org/officeDocument/2006/relationships/image" Target="../media/image133.png"/><Relationship Id="rId13" Type="http://schemas.openxmlformats.org/officeDocument/2006/relationships/image" Target="../media/image72.png"/><Relationship Id="rId18" Type="http://schemas.openxmlformats.org/officeDocument/2006/relationships/customXml" Target="../ink/ink66.xml"/><Relationship Id="rId39" Type="http://schemas.openxmlformats.org/officeDocument/2006/relationships/image" Target="../media/image85.png"/><Relationship Id="rId109" Type="http://schemas.openxmlformats.org/officeDocument/2006/relationships/image" Target="../media/image120.png"/><Relationship Id="rId34" Type="http://schemas.openxmlformats.org/officeDocument/2006/relationships/customXml" Target="../ink/ink74.xml"/><Relationship Id="rId50" Type="http://schemas.openxmlformats.org/officeDocument/2006/relationships/customXml" Target="../ink/ink82.xml"/><Relationship Id="rId55" Type="http://schemas.openxmlformats.org/officeDocument/2006/relationships/image" Target="../media/image93.png"/><Relationship Id="rId76" Type="http://schemas.openxmlformats.org/officeDocument/2006/relationships/customXml" Target="../ink/ink95.xml"/><Relationship Id="rId97" Type="http://schemas.openxmlformats.org/officeDocument/2006/relationships/image" Target="../media/image114.png"/><Relationship Id="rId104" Type="http://schemas.openxmlformats.org/officeDocument/2006/relationships/customXml" Target="../ink/ink109.xml"/><Relationship Id="rId120" Type="http://schemas.openxmlformats.org/officeDocument/2006/relationships/customXml" Target="../ink/ink117.xml"/><Relationship Id="rId125" Type="http://schemas.openxmlformats.org/officeDocument/2006/relationships/image" Target="../media/image128.png"/><Relationship Id="rId141" Type="http://schemas.openxmlformats.org/officeDocument/2006/relationships/image" Target="../media/image136.png"/><Relationship Id="rId7" Type="http://schemas.openxmlformats.org/officeDocument/2006/relationships/image" Target="../media/image69.png"/><Relationship Id="rId71" Type="http://schemas.openxmlformats.org/officeDocument/2006/relationships/image" Target="../media/image101.png"/><Relationship Id="rId92" Type="http://schemas.openxmlformats.org/officeDocument/2006/relationships/customXml" Target="../ink/ink103.xml"/><Relationship Id="rId2" Type="http://schemas.openxmlformats.org/officeDocument/2006/relationships/customXml" Target="../ink/ink58.xml"/><Relationship Id="rId29" Type="http://schemas.openxmlformats.org/officeDocument/2006/relationships/image" Target="../media/image80.png"/><Relationship Id="rId24" Type="http://schemas.openxmlformats.org/officeDocument/2006/relationships/customXml" Target="../ink/ink69.xml"/><Relationship Id="rId40" Type="http://schemas.openxmlformats.org/officeDocument/2006/relationships/customXml" Target="../ink/ink77.xml"/><Relationship Id="rId45" Type="http://schemas.openxmlformats.org/officeDocument/2006/relationships/image" Target="../media/image88.png"/><Relationship Id="rId66" Type="http://schemas.openxmlformats.org/officeDocument/2006/relationships/customXml" Target="../ink/ink90.xml"/><Relationship Id="rId87" Type="http://schemas.openxmlformats.org/officeDocument/2006/relationships/image" Target="../media/image109.png"/><Relationship Id="rId110" Type="http://schemas.openxmlformats.org/officeDocument/2006/relationships/customXml" Target="../ink/ink112.xml"/><Relationship Id="rId115" Type="http://schemas.openxmlformats.org/officeDocument/2006/relationships/image" Target="../media/image123.png"/><Relationship Id="rId131" Type="http://schemas.openxmlformats.org/officeDocument/2006/relationships/image" Target="../media/image131.png"/><Relationship Id="rId136" Type="http://schemas.openxmlformats.org/officeDocument/2006/relationships/customXml" Target="../ink/ink125.xml"/><Relationship Id="rId61" Type="http://schemas.openxmlformats.org/officeDocument/2006/relationships/image" Target="../media/image96.png"/><Relationship Id="rId82" Type="http://schemas.openxmlformats.org/officeDocument/2006/relationships/customXml" Target="../ink/ink98.xml"/><Relationship Id="rId19" Type="http://schemas.openxmlformats.org/officeDocument/2006/relationships/image" Target="../media/image75.png"/><Relationship Id="rId14" Type="http://schemas.openxmlformats.org/officeDocument/2006/relationships/customXml" Target="../ink/ink64.xml"/><Relationship Id="rId30" Type="http://schemas.openxmlformats.org/officeDocument/2006/relationships/customXml" Target="../ink/ink72.xml"/><Relationship Id="rId35" Type="http://schemas.openxmlformats.org/officeDocument/2006/relationships/image" Target="../media/image83.png"/><Relationship Id="rId56" Type="http://schemas.openxmlformats.org/officeDocument/2006/relationships/customXml" Target="../ink/ink85.xml"/><Relationship Id="rId77" Type="http://schemas.openxmlformats.org/officeDocument/2006/relationships/image" Target="../media/image104.png"/><Relationship Id="rId100" Type="http://schemas.openxmlformats.org/officeDocument/2006/relationships/customXml" Target="../ink/ink107.xml"/><Relationship Id="rId105" Type="http://schemas.openxmlformats.org/officeDocument/2006/relationships/image" Target="../media/image118.png"/><Relationship Id="rId126" Type="http://schemas.openxmlformats.org/officeDocument/2006/relationships/customXml" Target="../ink/ink120.xml"/><Relationship Id="rId8" Type="http://schemas.openxmlformats.org/officeDocument/2006/relationships/customXml" Target="../ink/ink61.xml"/><Relationship Id="rId51" Type="http://schemas.openxmlformats.org/officeDocument/2006/relationships/image" Target="../media/image91.png"/><Relationship Id="rId72" Type="http://schemas.openxmlformats.org/officeDocument/2006/relationships/customXml" Target="../ink/ink93.xml"/><Relationship Id="rId93" Type="http://schemas.openxmlformats.org/officeDocument/2006/relationships/image" Target="../media/image112.png"/><Relationship Id="rId98" Type="http://schemas.openxmlformats.org/officeDocument/2006/relationships/customXml" Target="../ink/ink106.xml"/><Relationship Id="rId121" Type="http://schemas.openxmlformats.org/officeDocument/2006/relationships/image" Target="../media/image126.png"/><Relationship Id="rId3" Type="http://schemas.openxmlformats.org/officeDocument/2006/relationships/image" Target="../media/image67.png"/><Relationship Id="rId25" Type="http://schemas.openxmlformats.org/officeDocument/2006/relationships/image" Target="../media/image78.png"/><Relationship Id="rId46" Type="http://schemas.openxmlformats.org/officeDocument/2006/relationships/customXml" Target="../ink/ink80.xml"/><Relationship Id="rId67" Type="http://schemas.openxmlformats.org/officeDocument/2006/relationships/image" Target="../media/image99.png"/><Relationship Id="rId116" Type="http://schemas.openxmlformats.org/officeDocument/2006/relationships/customXml" Target="../ink/ink115.xml"/><Relationship Id="rId137" Type="http://schemas.openxmlformats.org/officeDocument/2006/relationships/image" Target="../media/image134.png"/><Relationship Id="rId20" Type="http://schemas.openxmlformats.org/officeDocument/2006/relationships/customXml" Target="../ink/ink67.xml"/><Relationship Id="rId41" Type="http://schemas.openxmlformats.org/officeDocument/2006/relationships/image" Target="../media/image86.png"/><Relationship Id="rId62" Type="http://schemas.openxmlformats.org/officeDocument/2006/relationships/customXml" Target="../ink/ink88.xml"/><Relationship Id="rId83" Type="http://schemas.openxmlformats.org/officeDocument/2006/relationships/image" Target="../media/image107.png"/><Relationship Id="rId88" Type="http://schemas.openxmlformats.org/officeDocument/2006/relationships/customXml" Target="../ink/ink101.xml"/><Relationship Id="rId111" Type="http://schemas.openxmlformats.org/officeDocument/2006/relationships/image" Target="../media/image121.png"/><Relationship Id="rId132" Type="http://schemas.openxmlformats.org/officeDocument/2006/relationships/customXml" Target="../ink/ink123.xml"/><Relationship Id="rId15" Type="http://schemas.openxmlformats.org/officeDocument/2006/relationships/image" Target="../media/image73.png"/><Relationship Id="rId36" Type="http://schemas.openxmlformats.org/officeDocument/2006/relationships/customXml" Target="../ink/ink75.xml"/><Relationship Id="rId57" Type="http://schemas.openxmlformats.org/officeDocument/2006/relationships/image" Target="../media/image94.png"/><Relationship Id="rId106" Type="http://schemas.openxmlformats.org/officeDocument/2006/relationships/customXml" Target="../ink/ink110.xml"/><Relationship Id="rId127" Type="http://schemas.openxmlformats.org/officeDocument/2006/relationships/image" Target="../media/image129.png"/><Relationship Id="rId10" Type="http://schemas.openxmlformats.org/officeDocument/2006/relationships/customXml" Target="../ink/ink62.xml"/><Relationship Id="rId31" Type="http://schemas.openxmlformats.org/officeDocument/2006/relationships/image" Target="../media/image81.png"/><Relationship Id="rId52" Type="http://schemas.openxmlformats.org/officeDocument/2006/relationships/customXml" Target="../ink/ink83.xml"/><Relationship Id="rId73" Type="http://schemas.openxmlformats.org/officeDocument/2006/relationships/image" Target="../media/image102.png"/><Relationship Id="rId78" Type="http://schemas.openxmlformats.org/officeDocument/2006/relationships/customXml" Target="../ink/ink96.xml"/><Relationship Id="rId94" Type="http://schemas.openxmlformats.org/officeDocument/2006/relationships/customXml" Target="../ink/ink104.xml"/><Relationship Id="rId99" Type="http://schemas.openxmlformats.org/officeDocument/2006/relationships/image" Target="../media/image115.png"/><Relationship Id="rId101" Type="http://schemas.openxmlformats.org/officeDocument/2006/relationships/image" Target="../media/image116.png"/><Relationship Id="rId122" Type="http://schemas.openxmlformats.org/officeDocument/2006/relationships/customXml" Target="../ink/ink118.xml"/><Relationship Id="rId4" Type="http://schemas.openxmlformats.org/officeDocument/2006/relationships/customXml" Target="../ink/ink59.xml"/><Relationship Id="rId9" Type="http://schemas.openxmlformats.org/officeDocument/2006/relationships/image" Target="../media/image70.png"/><Relationship Id="rId26" Type="http://schemas.openxmlformats.org/officeDocument/2006/relationships/customXml" Target="../ink/ink70.xml"/><Relationship Id="rId47" Type="http://schemas.openxmlformats.org/officeDocument/2006/relationships/image" Target="../media/image89.png"/><Relationship Id="rId68" Type="http://schemas.openxmlformats.org/officeDocument/2006/relationships/customXml" Target="../ink/ink91.xml"/><Relationship Id="rId89" Type="http://schemas.openxmlformats.org/officeDocument/2006/relationships/image" Target="../media/image110.png"/><Relationship Id="rId112" Type="http://schemas.openxmlformats.org/officeDocument/2006/relationships/customXml" Target="../ink/ink113.xml"/><Relationship Id="rId133" Type="http://schemas.openxmlformats.org/officeDocument/2006/relationships/image" Target="../media/image132.png"/><Relationship Id="rId16" Type="http://schemas.openxmlformats.org/officeDocument/2006/relationships/customXml" Target="../ink/ink6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4.png"/><Relationship Id="rId21" Type="http://schemas.openxmlformats.org/officeDocument/2006/relationships/image" Target="../media/image146.png"/><Relationship Id="rId42" Type="http://schemas.openxmlformats.org/officeDocument/2006/relationships/customXml" Target="../ink/ink148.xml"/><Relationship Id="rId63" Type="http://schemas.openxmlformats.org/officeDocument/2006/relationships/image" Target="../media/image167.png"/><Relationship Id="rId84" Type="http://schemas.openxmlformats.org/officeDocument/2006/relationships/customXml" Target="../ink/ink169.xml"/><Relationship Id="rId16" Type="http://schemas.openxmlformats.org/officeDocument/2006/relationships/customXml" Target="../ink/ink135.xml"/><Relationship Id="rId107" Type="http://schemas.openxmlformats.org/officeDocument/2006/relationships/image" Target="../media/image189.png"/><Relationship Id="rId11" Type="http://schemas.openxmlformats.org/officeDocument/2006/relationships/image" Target="../media/image141.png"/><Relationship Id="rId32" Type="http://schemas.openxmlformats.org/officeDocument/2006/relationships/customXml" Target="../ink/ink143.xml"/><Relationship Id="rId37" Type="http://schemas.openxmlformats.org/officeDocument/2006/relationships/image" Target="../media/image154.png"/><Relationship Id="rId53" Type="http://schemas.openxmlformats.org/officeDocument/2006/relationships/image" Target="../media/image162.png"/><Relationship Id="rId58" Type="http://schemas.openxmlformats.org/officeDocument/2006/relationships/customXml" Target="../ink/ink156.xml"/><Relationship Id="rId74" Type="http://schemas.openxmlformats.org/officeDocument/2006/relationships/customXml" Target="../ink/ink164.xml"/><Relationship Id="rId79" Type="http://schemas.openxmlformats.org/officeDocument/2006/relationships/image" Target="../media/image175.png"/><Relationship Id="rId102" Type="http://schemas.openxmlformats.org/officeDocument/2006/relationships/customXml" Target="../ink/ink178.xml"/><Relationship Id="rId123" Type="http://schemas.openxmlformats.org/officeDocument/2006/relationships/image" Target="../media/image197.png"/><Relationship Id="rId128" Type="http://schemas.openxmlformats.org/officeDocument/2006/relationships/customXml" Target="../ink/ink191.xml"/><Relationship Id="rId5" Type="http://schemas.openxmlformats.org/officeDocument/2006/relationships/image" Target="../media/image138.png"/><Relationship Id="rId90" Type="http://schemas.openxmlformats.org/officeDocument/2006/relationships/customXml" Target="../ink/ink172.xml"/><Relationship Id="rId95" Type="http://schemas.openxmlformats.org/officeDocument/2006/relationships/image" Target="../media/image183.png"/><Relationship Id="rId22" Type="http://schemas.openxmlformats.org/officeDocument/2006/relationships/customXml" Target="../ink/ink138.xml"/><Relationship Id="rId27" Type="http://schemas.openxmlformats.org/officeDocument/2006/relationships/image" Target="../media/image149.png"/><Relationship Id="rId43" Type="http://schemas.openxmlformats.org/officeDocument/2006/relationships/image" Target="../media/image157.png"/><Relationship Id="rId48" Type="http://schemas.openxmlformats.org/officeDocument/2006/relationships/customXml" Target="../ink/ink151.xml"/><Relationship Id="rId64" Type="http://schemas.openxmlformats.org/officeDocument/2006/relationships/customXml" Target="../ink/ink159.xml"/><Relationship Id="rId69" Type="http://schemas.openxmlformats.org/officeDocument/2006/relationships/image" Target="../media/image170.png"/><Relationship Id="rId113" Type="http://schemas.openxmlformats.org/officeDocument/2006/relationships/image" Target="../media/image192.png"/><Relationship Id="rId118" Type="http://schemas.openxmlformats.org/officeDocument/2006/relationships/customXml" Target="../ink/ink186.xml"/><Relationship Id="rId134" Type="http://schemas.openxmlformats.org/officeDocument/2006/relationships/customXml" Target="../ink/ink194.xml"/><Relationship Id="rId80" Type="http://schemas.openxmlformats.org/officeDocument/2006/relationships/customXml" Target="../ink/ink167.xml"/><Relationship Id="rId85" Type="http://schemas.openxmlformats.org/officeDocument/2006/relationships/image" Target="../media/image178.png"/><Relationship Id="rId12" Type="http://schemas.openxmlformats.org/officeDocument/2006/relationships/customXml" Target="../ink/ink133.xml"/><Relationship Id="rId17" Type="http://schemas.openxmlformats.org/officeDocument/2006/relationships/image" Target="../media/image144.png"/><Relationship Id="rId33" Type="http://schemas.openxmlformats.org/officeDocument/2006/relationships/image" Target="../media/image152.png"/><Relationship Id="rId38" Type="http://schemas.openxmlformats.org/officeDocument/2006/relationships/customXml" Target="../ink/ink146.xml"/><Relationship Id="rId59" Type="http://schemas.openxmlformats.org/officeDocument/2006/relationships/image" Target="../media/image165.png"/><Relationship Id="rId103" Type="http://schemas.openxmlformats.org/officeDocument/2006/relationships/image" Target="../media/image187.png"/><Relationship Id="rId108" Type="http://schemas.openxmlformats.org/officeDocument/2006/relationships/customXml" Target="../ink/ink181.xml"/><Relationship Id="rId124" Type="http://schemas.openxmlformats.org/officeDocument/2006/relationships/customXml" Target="../ink/ink189.xml"/><Relationship Id="rId129" Type="http://schemas.openxmlformats.org/officeDocument/2006/relationships/image" Target="../media/image200.png"/><Relationship Id="rId54" Type="http://schemas.openxmlformats.org/officeDocument/2006/relationships/customXml" Target="../ink/ink154.xml"/><Relationship Id="rId70" Type="http://schemas.openxmlformats.org/officeDocument/2006/relationships/customXml" Target="../ink/ink162.xml"/><Relationship Id="rId75" Type="http://schemas.openxmlformats.org/officeDocument/2006/relationships/image" Target="../media/image173.png"/><Relationship Id="rId91" Type="http://schemas.openxmlformats.org/officeDocument/2006/relationships/image" Target="../media/image181.png"/><Relationship Id="rId96" Type="http://schemas.openxmlformats.org/officeDocument/2006/relationships/customXml" Target="../ink/ink175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30.xml"/><Relationship Id="rId23" Type="http://schemas.openxmlformats.org/officeDocument/2006/relationships/image" Target="../media/image147.png"/><Relationship Id="rId28" Type="http://schemas.openxmlformats.org/officeDocument/2006/relationships/customXml" Target="../ink/ink141.xml"/><Relationship Id="rId49" Type="http://schemas.openxmlformats.org/officeDocument/2006/relationships/image" Target="../media/image160.png"/><Relationship Id="rId114" Type="http://schemas.openxmlformats.org/officeDocument/2006/relationships/customXml" Target="../ink/ink184.xml"/><Relationship Id="rId119" Type="http://schemas.openxmlformats.org/officeDocument/2006/relationships/image" Target="../media/image195.png"/><Relationship Id="rId44" Type="http://schemas.openxmlformats.org/officeDocument/2006/relationships/customXml" Target="../ink/ink149.xml"/><Relationship Id="rId60" Type="http://schemas.openxmlformats.org/officeDocument/2006/relationships/customXml" Target="../ink/ink157.xml"/><Relationship Id="rId65" Type="http://schemas.openxmlformats.org/officeDocument/2006/relationships/image" Target="../media/image168.png"/><Relationship Id="rId81" Type="http://schemas.openxmlformats.org/officeDocument/2006/relationships/image" Target="../media/image176.png"/><Relationship Id="rId86" Type="http://schemas.openxmlformats.org/officeDocument/2006/relationships/customXml" Target="../ink/ink170.xml"/><Relationship Id="rId130" Type="http://schemas.openxmlformats.org/officeDocument/2006/relationships/customXml" Target="../ink/ink192.xml"/><Relationship Id="rId135" Type="http://schemas.openxmlformats.org/officeDocument/2006/relationships/image" Target="../media/image203.png"/><Relationship Id="rId13" Type="http://schemas.openxmlformats.org/officeDocument/2006/relationships/image" Target="../media/image142.png"/><Relationship Id="rId18" Type="http://schemas.openxmlformats.org/officeDocument/2006/relationships/customXml" Target="../ink/ink136.xml"/><Relationship Id="rId39" Type="http://schemas.openxmlformats.org/officeDocument/2006/relationships/image" Target="../media/image155.png"/><Relationship Id="rId109" Type="http://schemas.openxmlformats.org/officeDocument/2006/relationships/image" Target="../media/image190.png"/><Relationship Id="rId34" Type="http://schemas.openxmlformats.org/officeDocument/2006/relationships/customXml" Target="../ink/ink144.xml"/><Relationship Id="rId50" Type="http://schemas.openxmlformats.org/officeDocument/2006/relationships/customXml" Target="../ink/ink152.xml"/><Relationship Id="rId55" Type="http://schemas.openxmlformats.org/officeDocument/2006/relationships/image" Target="../media/image163.png"/><Relationship Id="rId76" Type="http://schemas.openxmlformats.org/officeDocument/2006/relationships/customXml" Target="../ink/ink165.xml"/><Relationship Id="rId97" Type="http://schemas.openxmlformats.org/officeDocument/2006/relationships/image" Target="../media/image184.png"/><Relationship Id="rId104" Type="http://schemas.openxmlformats.org/officeDocument/2006/relationships/customXml" Target="../ink/ink179.xml"/><Relationship Id="rId120" Type="http://schemas.openxmlformats.org/officeDocument/2006/relationships/customXml" Target="../ink/ink187.xml"/><Relationship Id="rId125" Type="http://schemas.openxmlformats.org/officeDocument/2006/relationships/image" Target="../media/image198.png"/><Relationship Id="rId7" Type="http://schemas.openxmlformats.org/officeDocument/2006/relationships/image" Target="../media/image139.png"/><Relationship Id="rId71" Type="http://schemas.openxmlformats.org/officeDocument/2006/relationships/image" Target="../media/image171.png"/><Relationship Id="rId92" Type="http://schemas.openxmlformats.org/officeDocument/2006/relationships/customXml" Target="../ink/ink173.xml"/><Relationship Id="rId2" Type="http://schemas.openxmlformats.org/officeDocument/2006/relationships/customXml" Target="../ink/ink128.xml"/><Relationship Id="rId29" Type="http://schemas.openxmlformats.org/officeDocument/2006/relationships/image" Target="../media/image150.png"/><Relationship Id="rId24" Type="http://schemas.openxmlformats.org/officeDocument/2006/relationships/customXml" Target="../ink/ink139.xml"/><Relationship Id="rId40" Type="http://schemas.openxmlformats.org/officeDocument/2006/relationships/customXml" Target="../ink/ink147.xml"/><Relationship Id="rId45" Type="http://schemas.openxmlformats.org/officeDocument/2006/relationships/image" Target="../media/image158.png"/><Relationship Id="rId66" Type="http://schemas.openxmlformats.org/officeDocument/2006/relationships/customXml" Target="../ink/ink160.xml"/><Relationship Id="rId87" Type="http://schemas.openxmlformats.org/officeDocument/2006/relationships/image" Target="../media/image179.png"/><Relationship Id="rId110" Type="http://schemas.openxmlformats.org/officeDocument/2006/relationships/customXml" Target="../ink/ink182.xml"/><Relationship Id="rId115" Type="http://schemas.openxmlformats.org/officeDocument/2006/relationships/image" Target="../media/image193.png"/><Relationship Id="rId131" Type="http://schemas.openxmlformats.org/officeDocument/2006/relationships/image" Target="../media/image201.png"/><Relationship Id="rId136" Type="http://schemas.openxmlformats.org/officeDocument/2006/relationships/customXml" Target="../ink/ink195.xml"/><Relationship Id="rId61" Type="http://schemas.openxmlformats.org/officeDocument/2006/relationships/image" Target="../media/image166.png"/><Relationship Id="rId82" Type="http://schemas.openxmlformats.org/officeDocument/2006/relationships/customXml" Target="../ink/ink168.xml"/><Relationship Id="rId19" Type="http://schemas.openxmlformats.org/officeDocument/2006/relationships/image" Target="../media/image145.png"/><Relationship Id="rId14" Type="http://schemas.openxmlformats.org/officeDocument/2006/relationships/customXml" Target="../ink/ink134.xml"/><Relationship Id="rId30" Type="http://schemas.openxmlformats.org/officeDocument/2006/relationships/customXml" Target="../ink/ink142.xml"/><Relationship Id="rId35" Type="http://schemas.openxmlformats.org/officeDocument/2006/relationships/image" Target="../media/image153.png"/><Relationship Id="rId56" Type="http://schemas.openxmlformats.org/officeDocument/2006/relationships/customXml" Target="../ink/ink155.xml"/><Relationship Id="rId77" Type="http://schemas.openxmlformats.org/officeDocument/2006/relationships/image" Target="../media/image174.png"/><Relationship Id="rId100" Type="http://schemas.openxmlformats.org/officeDocument/2006/relationships/customXml" Target="../ink/ink177.xml"/><Relationship Id="rId105" Type="http://schemas.openxmlformats.org/officeDocument/2006/relationships/image" Target="../media/image188.png"/><Relationship Id="rId126" Type="http://schemas.openxmlformats.org/officeDocument/2006/relationships/customXml" Target="../ink/ink190.xml"/><Relationship Id="rId8" Type="http://schemas.openxmlformats.org/officeDocument/2006/relationships/customXml" Target="../ink/ink131.xml"/><Relationship Id="rId51" Type="http://schemas.openxmlformats.org/officeDocument/2006/relationships/image" Target="../media/image161.png"/><Relationship Id="rId72" Type="http://schemas.openxmlformats.org/officeDocument/2006/relationships/customXml" Target="../ink/ink163.xml"/><Relationship Id="rId93" Type="http://schemas.openxmlformats.org/officeDocument/2006/relationships/image" Target="../media/image182.png"/><Relationship Id="rId98" Type="http://schemas.openxmlformats.org/officeDocument/2006/relationships/customXml" Target="../ink/ink176.xml"/><Relationship Id="rId121" Type="http://schemas.openxmlformats.org/officeDocument/2006/relationships/image" Target="../media/image196.png"/><Relationship Id="rId3" Type="http://schemas.openxmlformats.org/officeDocument/2006/relationships/image" Target="../media/image137.png"/><Relationship Id="rId25" Type="http://schemas.openxmlformats.org/officeDocument/2006/relationships/image" Target="../media/image148.png"/><Relationship Id="rId46" Type="http://schemas.openxmlformats.org/officeDocument/2006/relationships/customXml" Target="../ink/ink150.xml"/><Relationship Id="rId67" Type="http://schemas.openxmlformats.org/officeDocument/2006/relationships/image" Target="../media/image169.png"/><Relationship Id="rId116" Type="http://schemas.openxmlformats.org/officeDocument/2006/relationships/customXml" Target="../ink/ink185.xml"/><Relationship Id="rId137" Type="http://schemas.openxmlformats.org/officeDocument/2006/relationships/image" Target="../media/image204.png"/><Relationship Id="rId20" Type="http://schemas.openxmlformats.org/officeDocument/2006/relationships/customXml" Target="../ink/ink137.xml"/><Relationship Id="rId41" Type="http://schemas.openxmlformats.org/officeDocument/2006/relationships/image" Target="../media/image156.png"/><Relationship Id="rId62" Type="http://schemas.openxmlformats.org/officeDocument/2006/relationships/customXml" Target="../ink/ink158.xml"/><Relationship Id="rId83" Type="http://schemas.openxmlformats.org/officeDocument/2006/relationships/image" Target="../media/image177.png"/><Relationship Id="rId88" Type="http://schemas.openxmlformats.org/officeDocument/2006/relationships/customXml" Target="../ink/ink171.xml"/><Relationship Id="rId111" Type="http://schemas.openxmlformats.org/officeDocument/2006/relationships/image" Target="../media/image191.png"/><Relationship Id="rId132" Type="http://schemas.openxmlformats.org/officeDocument/2006/relationships/customXml" Target="../ink/ink193.xml"/><Relationship Id="rId15" Type="http://schemas.openxmlformats.org/officeDocument/2006/relationships/image" Target="../media/image143.png"/><Relationship Id="rId36" Type="http://schemas.openxmlformats.org/officeDocument/2006/relationships/customXml" Target="../ink/ink145.xml"/><Relationship Id="rId57" Type="http://schemas.openxmlformats.org/officeDocument/2006/relationships/image" Target="../media/image164.png"/><Relationship Id="rId106" Type="http://schemas.openxmlformats.org/officeDocument/2006/relationships/customXml" Target="../ink/ink180.xml"/><Relationship Id="rId127" Type="http://schemas.openxmlformats.org/officeDocument/2006/relationships/image" Target="../media/image199.png"/><Relationship Id="rId10" Type="http://schemas.openxmlformats.org/officeDocument/2006/relationships/customXml" Target="../ink/ink132.xml"/><Relationship Id="rId31" Type="http://schemas.openxmlformats.org/officeDocument/2006/relationships/image" Target="../media/image151.png"/><Relationship Id="rId52" Type="http://schemas.openxmlformats.org/officeDocument/2006/relationships/customXml" Target="../ink/ink153.xml"/><Relationship Id="rId73" Type="http://schemas.openxmlformats.org/officeDocument/2006/relationships/image" Target="../media/image172.png"/><Relationship Id="rId78" Type="http://schemas.openxmlformats.org/officeDocument/2006/relationships/customXml" Target="../ink/ink166.xml"/><Relationship Id="rId94" Type="http://schemas.openxmlformats.org/officeDocument/2006/relationships/customXml" Target="../ink/ink174.xml"/><Relationship Id="rId99" Type="http://schemas.openxmlformats.org/officeDocument/2006/relationships/image" Target="../media/image185.png"/><Relationship Id="rId101" Type="http://schemas.openxmlformats.org/officeDocument/2006/relationships/image" Target="../media/image186.png"/><Relationship Id="rId122" Type="http://schemas.openxmlformats.org/officeDocument/2006/relationships/customXml" Target="../ink/ink188.xml"/><Relationship Id="rId4" Type="http://schemas.openxmlformats.org/officeDocument/2006/relationships/customXml" Target="../ink/ink129.xml"/><Relationship Id="rId9" Type="http://schemas.openxmlformats.org/officeDocument/2006/relationships/image" Target="../media/image140.png"/><Relationship Id="rId26" Type="http://schemas.openxmlformats.org/officeDocument/2006/relationships/customXml" Target="../ink/ink140.xml"/><Relationship Id="rId47" Type="http://schemas.openxmlformats.org/officeDocument/2006/relationships/image" Target="../media/image159.png"/><Relationship Id="rId68" Type="http://schemas.openxmlformats.org/officeDocument/2006/relationships/customXml" Target="../ink/ink161.xml"/><Relationship Id="rId89" Type="http://schemas.openxmlformats.org/officeDocument/2006/relationships/image" Target="../media/image180.png"/><Relationship Id="rId112" Type="http://schemas.openxmlformats.org/officeDocument/2006/relationships/customXml" Target="../ink/ink183.xml"/><Relationship Id="rId133" Type="http://schemas.openxmlformats.org/officeDocument/2006/relationships/image" Target="../media/image20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/>
              <a:t>Instructor: Mohammad Hasan</a:t>
            </a:r>
          </a:p>
          <a:p>
            <a:r>
              <a:rPr lang="en-US" sz="1600"/>
              <a:t>Office: 13-240</a:t>
            </a:r>
          </a:p>
          <a:p>
            <a:r>
              <a:rPr lang="en-US" sz="1600"/>
              <a:t>09/14/26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/>
              <a:t>Concepts in Supervised Learning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Statistics and Probabilities Review</a:t>
            </a:r>
          </a:p>
          <a:p>
            <a:r>
              <a:rPr lang="en-US"/>
              <a:t>Bias-Variance Decomposition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2EFEC0-9707-79AB-94FC-F8D37A92708F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905399"/>
                <a:ext cx="8318119" cy="859321"/>
              </a:xfrm>
            </p:spPr>
            <p:txBody>
              <a:bodyPr/>
              <a:lstStyle/>
              <a:p>
                <a:r>
                  <a:rPr lang="en-US"/>
                  <a:t>We look at each input as a random variable (or vector of numbers)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A random variable is associated with a probability distribution.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2EFEC0-9707-79AB-94FC-F8D37A927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905399"/>
                <a:ext cx="8318119" cy="859321"/>
              </a:xfrm>
              <a:blipFill>
                <a:blip r:embed="rId2"/>
                <a:stretch>
                  <a:fillRect l="-659" t="-7143" r="-219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Statistics and Probabilities</a:t>
            </a:r>
          </a:p>
        </p:txBody>
      </p:sp>
      <p:pic>
        <p:nvPicPr>
          <p:cNvPr id="4" name="Picture 3" descr="Medium">
            <a:extLst>
              <a:ext uri="{FF2B5EF4-FFF2-40B4-BE49-F238E27FC236}">
                <a16:creationId xmlns:a16="http://schemas.microsoft.com/office/drawing/2014/main" id="{2F580C77-E6E1-FE25-56B2-48912C003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97" y="1764720"/>
            <a:ext cx="3660205" cy="20588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F9CFE357-3882-4DCF-CE89-C010A089D1B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9998" y="1701112"/>
                <a:ext cx="4878594" cy="13130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/>
                  <a:t>An input may be discrete, in which case, the probability the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is equal to the exact value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/>
                  <a:t>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F9CFE357-3882-4DCF-CE89-C010A089D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998" y="1701112"/>
                <a:ext cx="4878594" cy="1313016"/>
              </a:xfrm>
              <a:prstGeom prst="rect">
                <a:avLst/>
              </a:prstGeom>
              <a:blipFill>
                <a:blip r:embed="rId4"/>
                <a:stretch>
                  <a:fillRect l="-1250" t="-1860" b="-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160CC627-B464-4726-C6AE-F85C04E2884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9998" y="3077736"/>
                <a:ext cx="4878594" cy="1748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Input can also be continuous. In which case, we generally think of the probability the random variable is within a band of values: 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160CC627-B464-4726-C6AE-F85C04E28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998" y="3077736"/>
                <a:ext cx="4878594" cy="1748706"/>
              </a:xfrm>
              <a:prstGeom prst="rect">
                <a:avLst/>
              </a:prstGeom>
              <a:blipFill>
                <a:blip r:embed="rId5"/>
                <a:stretch>
                  <a:fillRect l="-1250" t="-1742" r="-17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51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B71789-BD74-6A33-4428-BDCEE9E44873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Expected value of a random variable: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2135F0-DF40-09B2-ADF9-1BB3421D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Statistics and Probability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8EDF59A-56B2-E401-FE74-DB2F733EE8CF}"/>
                  </a:ext>
                </a:extLst>
              </p14:cNvPr>
              <p14:cNvContentPartPr/>
              <p14:nvPr/>
            </p14:nvContentPartPr>
            <p14:xfrm>
              <a:off x="5707450" y="1081460"/>
              <a:ext cx="523800" cy="222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8EDF59A-56B2-E401-FE74-DB2F733EE8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1970" y="1065980"/>
                <a:ext cx="5544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E6ED2E0-4FC9-741B-75BE-6EE61290E283}"/>
                  </a:ext>
                </a:extLst>
              </p14:cNvPr>
              <p14:cNvContentPartPr/>
              <p14:nvPr/>
            </p14:nvContentPartPr>
            <p14:xfrm>
              <a:off x="5076010" y="1069580"/>
              <a:ext cx="457200" cy="156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E6ED2E0-4FC9-741B-75BE-6EE61290E2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0530" y="1054136"/>
                <a:ext cx="487800" cy="186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007373A-832A-5307-CDD7-AECB05F3EE7D}"/>
                  </a:ext>
                </a:extLst>
              </p14:cNvPr>
              <p14:cNvContentPartPr/>
              <p14:nvPr/>
            </p14:nvContentPartPr>
            <p14:xfrm>
              <a:off x="6156010" y="1164620"/>
              <a:ext cx="742320" cy="138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007373A-832A-5307-CDD7-AECB05F3EE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0538" y="1149140"/>
                <a:ext cx="772905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6F18CFC-C187-EAA7-9970-BE6583411C92}"/>
                  </a:ext>
                </a:extLst>
              </p14:cNvPr>
              <p14:cNvContentPartPr/>
              <p14:nvPr/>
            </p14:nvContentPartPr>
            <p14:xfrm>
              <a:off x="7053130" y="1041500"/>
              <a:ext cx="1563840" cy="333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6F18CFC-C187-EAA7-9970-BE6583411C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37646" y="1026020"/>
                <a:ext cx="1594447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5FB03F1-C1B3-D670-9A0E-539AC7397AE8}"/>
                  </a:ext>
                </a:extLst>
              </p14:cNvPr>
              <p14:cNvContentPartPr/>
              <p14:nvPr/>
            </p14:nvContentPartPr>
            <p14:xfrm>
              <a:off x="522760" y="1715044"/>
              <a:ext cx="159120" cy="135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5FB03F1-C1B3-D670-9A0E-539AC7397A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7280" y="1699564"/>
                <a:ext cx="1897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74EEF69-B7C4-4AE2-57E3-5216E0453E8B}"/>
                  </a:ext>
                </a:extLst>
              </p14:cNvPr>
              <p14:cNvContentPartPr/>
              <p14:nvPr/>
            </p14:nvContentPartPr>
            <p14:xfrm>
              <a:off x="1912000" y="1615324"/>
              <a:ext cx="1143360" cy="203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74EEF69-B7C4-4AE2-57E3-5216E0453E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96520" y="1599844"/>
                <a:ext cx="11739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7D9B678-0390-35FB-5C55-8746DC3BEC25}"/>
                  </a:ext>
                </a:extLst>
              </p14:cNvPr>
              <p14:cNvContentPartPr/>
              <p14:nvPr/>
            </p14:nvContentPartPr>
            <p14:xfrm>
              <a:off x="896080" y="1647004"/>
              <a:ext cx="817560" cy="210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7D9B678-0390-35FB-5C55-8746DC3BEC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0607" y="1631524"/>
                <a:ext cx="848147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A206F8B-3C03-9730-064D-E21B78C608EF}"/>
                  </a:ext>
                </a:extLst>
              </p14:cNvPr>
              <p14:cNvContentPartPr/>
              <p14:nvPr/>
            </p14:nvContentPartPr>
            <p14:xfrm>
              <a:off x="3860680" y="1623244"/>
              <a:ext cx="905040" cy="2052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A206F8B-3C03-9730-064D-E21B78C608E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45206" y="1607737"/>
                <a:ext cx="935628" cy="235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A80C9F7-B429-CC95-1EF2-C5C8197E0C74}"/>
                  </a:ext>
                </a:extLst>
              </p14:cNvPr>
              <p14:cNvContentPartPr/>
              <p14:nvPr/>
            </p14:nvContentPartPr>
            <p14:xfrm>
              <a:off x="3257680" y="1662844"/>
              <a:ext cx="405000" cy="166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A80C9F7-B429-CC95-1EF2-C5C8197E0C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42186" y="1647364"/>
                <a:ext cx="435627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DA07CC4-DDE3-9B11-882C-A9355EA6E388}"/>
                  </a:ext>
                </a:extLst>
              </p14:cNvPr>
              <p14:cNvContentPartPr/>
              <p14:nvPr/>
            </p14:nvContentPartPr>
            <p14:xfrm>
              <a:off x="4959760" y="1639084"/>
              <a:ext cx="853920" cy="198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DA07CC4-DDE3-9B11-882C-A9355EA6E38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44273" y="1623576"/>
                <a:ext cx="884533" cy="229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0FB92B2-F303-949B-C6FF-13DADF9C2526}"/>
                  </a:ext>
                </a:extLst>
              </p14:cNvPr>
              <p14:cNvContentPartPr/>
              <p14:nvPr/>
            </p14:nvContentPartPr>
            <p14:xfrm>
              <a:off x="3321730" y="1222250"/>
              <a:ext cx="1302120" cy="478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0FB92B2-F303-949B-C6FF-13DADF9C252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06250" y="1206886"/>
                <a:ext cx="1332720" cy="782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BEA2F81-572E-08A4-CC74-EA7D7D5F1E53}"/>
                  </a:ext>
                </a:extLst>
              </p14:cNvPr>
              <p14:cNvContentPartPr/>
              <p14:nvPr/>
            </p14:nvContentPartPr>
            <p14:xfrm>
              <a:off x="3798010" y="745970"/>
              <a:ext cx="369360" cy="1810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BEA2F81-572E-08A4-CC74-EA7D7D5F1E5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82530" y="730521"/>
                <a:ext cx="399960" cy="211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779AB63E-5451-D88F-B750-6E902011D275}"/>
                  </a:ext>
                </a:extLst>
              </p14:cNvPr>
              <p14:cNvContentPartPr/>
              <p14:nvPr/>
            </p14:nvContentPartPr>
            <p14:xfrm>
              <a:off x="614150" y="2646522"/>
              <a:ext cx="777960" cy="2062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779AB63E-5451-D88F-B750-6E902011D27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8663" y="2631042"/>
                <a:ext cx="808574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EA97D968-67C4-EE0D-95BA-9769B077D487}"/>
                  </a:ext>
                </a:extLst>
              </p14:cNvPr>
              <p14:cNvContentPartPr/>
              <p14:nvPr/>
            </p14:nvContentPartPr>
            <p14:xfrm>
              <a:off x="1292079" y="3791879"/>
              <a:ext cx="1082160" cy="2343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EA97D968-67C4-EE0D-95BA-9769B077D48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76599" y="3776423"/>
                <a:ext cx="1112760" cy="264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F382EE14-0F08-F682-40C7-49129CC816A3}"/>
                  </a:ext>
                </a:extLst>
              </p14:cNvPr>
              <p14:cNvContentPartPr/>
              <p14:nvPr/>
            </p14:nvContentPartPr>
            <p14:xfrm>
              <a:off x="2698239" y="3616919"/>
              <a:ext cx="220320" cy="38988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F382EE14-0F08-F682-40C7-49129CC816A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82759" y="3601439"/>
                <a:ext cx="25092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0C774DB-B812-DD8C-6AE9-6A5C50546F76}"/>
                  </a:ext>
                </a:extLst>
              </p14:cNvPr>
              <p14:cNvContentPartPr/>
              <p14:nvPr/>
            </p14:nvContentPartPr>
            <p14:xfrm>
              <a:off x="2568279" y="4042439"/>
              <a:ext cx="389880" cy="835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0C774DB-B812-DD8C-6AE9-6A5C50546F7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52799" y="4026959"/>
                <a:ext cx="420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6EA9A41C-A3A7-4799-5A15-D0C769B9BB90}"/>
                  </a:ext>
                </a:extLst>
              </p14:cNvPr>
              <p14:cNvContentPartPr/>
              <p14:nvPr/>
            </p14:nvContentPartPr>
            <p14:xfrm>
              <a:off x="3013599" y="3565079"/>
              <a:ext cx="203040" cy="7956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6EA9A41C-A3A7-4799-5A15-D0C769B9BB9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98119" y="3549599"/>
                <a:ext cx="2336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8A4FE09D-60E0-326C-CDEC-802CD9963C84}"/>
                  </a:ext>
                </a:extLst>
              </p14:cNvPr>
              <p14:cNvContentPartPr/>
              <p14:nvPr/>
            </p14:nvContentPartPr>
            <p14:xfrm>
              <a:off x="3265599" y="3684599"/>
              <a:ext cx="1511640" cy="25488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8A4FE09D-60E0-326C-CDEC-802CD9963C8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50115" y="3669119"/>
                <a:ext cx="1542247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BC94C976-6209-9AA6-F565-9C4AAE2AA3CD}"/>
                  </a:ext>
                </a:extLst>
              </p14:cNvPr>
              <p14:cNvContentPartPr/>
              <p14:nvPr/>
            </p14:nvContentPartPr>
            <p14:xfrm>
              <a:off x="191199" y="4344479"/>
              <a:ext cx="123840" cy="1616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BC94C976-6209-9AA6-F565-9C4AAE2AA3C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5719" y="4328999"/>
                <a:ext cx="1544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FB385533-3F27-3BE2-9EB5-2C0CF3AAB801}"/>
                  </a:ext>
                </a:extLst>
              </p14:cNvPr>
              <p14:cNvContentPartPr/>
              <p14:nvPr/>
            </p14:nvContentPartPr>
            <p14:xfrm>
              <a:off x="342039" y="4221719"/>
              <a:ext cx="1884960" cy="2937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FB385533-3F27-3BE2-9EB5-2C0CF3AAB80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6556" y="4206258"/>
                <a:ext cx="1915566" cy="324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C527E72C-E3E4-E941-A82A-4A0A57C72DC0}"/>
                  </a:ext>
                </a:extLst>
              </p14:cNvPr>
              <p14:cNvContentPartPr/>
              <p14:nvPr/>
            </p14:nvContentPartPr>
            <p14:xfrm>
              <a:off x="2341839" y="4401719"/>
              <a:ext cx="8280" cy="820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C527E72C-E3E4-E941-A82A-4A0A57C72D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26359" y="4386239"/>
                <a:ext cx="388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A7E3A2ED-5F22-9100-8D03-2C3B6D3E0C1E}"/>
                  </a:ext>
                </a:extLst>
              </p14:cNvPr>
              <p14:cNvContentPartPr/>
              <p14:nvPr/>
            </p14:nvContentPartPr>
            <p14:xfrm>
              <a:off x="1753239" y="3779999"/>
              <a:ext cx="115560" cy="2419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A7E3A2ED-5F22-9100-8D03-2C3B6D3E0C1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37759" y="3764519"/>
                <a:ext cx="1461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AA3C3FBF-4270-6C80-97A6-FC7E7ACA1E94}"/>
                  </a:ext>
                </a:extLst>
              </p14:cNvPr>
              <p14:cNvContentPartPr/>
              <p14:nvPr/>
            </p14:nvContentPartPr>
            <p14:xfrm>
              <a:off x="1073899" y="2634591"/>
              <a:ext cx="123480" cy="25884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AA3C3FBF-4270-6C80-97A6-FC7E7ACA1E9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58419" y="2619111"/>
                <a:ext cx="154080" cy="28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A7F4882D-244F-4488-6D5D-0902D962DF2C}"/>
              </a:ext>
            </a:extLst>
          </p:cNvPr>
          <p:cNvGrpSpPr/>
          <p:nvPr/>
        </p:nvGrpSpPr>
        <p:grpSpPr>
          <a:xfrm>
            <a:off x="648976" y="1328284"/>
            <a:ext cx="8070574" cy="3199075"/>
            <a:chOff x="403189" y="1041621"/>
            <a:chExt cx="8070574" cy="3199075"/>
          </a:xfrm>
        </p:grpSpPr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E6B69634-D9BE-0C76-EC7F-7BED98DFA4E5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8302863-93D9-2379-EF9F-FC38AA209DD9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F7C77BB-00D9-0F5E-7470-67BEC164730E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59109F96-CAD3-15AA-4F75-B899975193B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83750206-EC54-6304-112C-63FE36C2E4B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4BDEEB85-E115-4D53-F7BC-92E02B2B2599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3B0A6491-6C6E-122E-EB49-4A5B75262A35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B1F1F26-3F1B-EBA1-E267-9F27380E27D3}"/>
                  </a:ext>
                </a:extLst>
              </p14:cNvPr>
              <p14:cNvContentPartPr/>
              <p14:nvPr/>
            </p14:nvContentPartPr>
            <p14:xfrm>
              <a:off x="5945770" y="1662890"/>
              <a:ext cx="147240" cy="186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B1F1F26-3F1B-EBA1-E267-9F27380E27D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30252" y="1647410"/>
                <a:ext cx="177915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7F0245E-B9EB-797F-EEF0-FD0AA73312C9}"/>
                  </a:ext>
                </a:extLst>
              </p14:cNvPr>
              <p14:cNvContentPartPr/>
              <p14:nvPr/>
            </p14:nvContentPartPr>
            <p14:xfrm>
              <a:off x="6588730" y="1593410"/>
              <a:ext cx="905400" cy="259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7F0245E-B9EB-797F-EEF0-FD0AA73312C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73244" y="1577930"/>
                <a:ext cx="936012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F92ECAE-EE67-B811-0F8B-B168CE8E111F}"/>
                  </a:ext>
                </a:extLst>
              </p14:cNvPr>
              <p14:cNvContentPartPr/>
              <p14:nvPr/>
            </p14:nvContentPartPr>
            <p14:xfrm>
              <a:off x="6263290" y="1650650"/>
              <a:ext cx="127440" cy="182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F92ECAE-EE67-B811-0F8B-B168CE8E111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247766" y="1635170"/>
                <a:ext cx="158127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D5CC0F3-8E96-F356-5BB8-4D0E6D0B0000}"/>
                  </a:ext>
                </a:extLst>
              </p14:cNvPr>
              <p14:cNvContentPartPr/>
              <p14:nvPr/>
            </p14:nvContentPartPr>
            <p14:xfrm>
              <a:off x="7684570" y="1650650"/>
              <a:ext cx="781920" cy="226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D5CC0F3-8E96-F356-5BB8-4D0E6D0B000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69090" y="1635170"/>
                <a:ext cx="8125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8C7FA6D-6079-3C85-D6AF-92039EDBCD18}"/>
                  </a:ext>
                </a:extLst>
              </p14:cNvPr>
              <p14:cNvContentPartPr/>
              <p14:nvPr/>
            </p14:nvContentPartPr>
            <p14:xfrm>
              <a:off x="2411290" y="2166890"/>
              <a:ext cx="165600" cy="202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8C7FA6D-6079-3C85-D6AF-92039EDBCD1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95776" y="2151410"/>
                <a:ext cx="196267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1916DD9-1F58-3F93-FEB6-EE2BA845208D}"/>
                  </a:ext>
                </a:extLst>
              </p14:cNvPr>
              <p14:cNvContentPartPr/>
              <p14:nvPr/>
            </p14:nvContentPartPr>
            <p14:xfrm>
              <a:off x="1842130" y="2134850"/>
              <a:ext cx="393120" cy="270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1916DD9-1F58-3F93-FEB6-EE2BA845208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26664" y="2119370"/>
                <a:ext cx="423692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978797A-4FE4-BC6B-E4BF-5156F15B4377}"/>
                  </a:ext>
                </a:extLst>
              </p14:cNvPr>
              <p14:cNvContentPartPr/>
              <p14:nvPr/>
            </p14:nvContentPartPr>
            <p14:xfrm>
              <a:off x="1163530" y="2147090"/>
              <a:ext cx="448920" cy="230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978797A-4FE4-BC6B-E4BF-5156F15B437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48050" y="2131610"/>
                <a:ext cx="4795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251E690-CC03-77DF-3417-FDC43D5B3A3A}"/>
                  </a:ext>
                </a:extLst>
              </p14:cNvPr>
              <p14:cNvContentPartPr/>
              <p14:nvPr/>
            </p14:nvContentPartPr>
            <p14:xfrm>
              <a:off x="717130" y="2087690"/>
              <a:ext cx="264240" cy="3175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251E690-CC03-77DF-3417-FDC43D5B3A3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1629" y="2072210"/>
                <a:ext cx="294882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A8E1491-F36E-F127-E512-00929E21760F}"/>
                  </a:ext>
                </a:extLst>
              </p14:cNvPr>
              <p14:cNvContentPartPr/>
              <p14:nvPr/>
            </p14:nvContentPartPr>
            <p14:xfrm>
              <a:off x="2846170" y="2107130"/>
              <a:ext cx="1014840" cy="238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A8E1491-F36E-F127-E512-00929E21760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30685" y="2091627"/>
                <a:ext cx="1045451" cy="269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E2F00DC-2D56-9AF4-2EEC-B47394E9E0E6}"/>
                  </a:ext>
                </a:extLst>
              </p14:cNvPr>
              <p14:cNvContentPartPr/>
              <p14:nvPr/>
            </p14:nvContentPartPr>
            <p14:xfrm>
              <a:off x="4739410" y="2122970"/>
              <a:ext cx="694080" cy="2570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E2F00DC-2D56-9AF4-2EEC-B47394E9E0E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23938" y="2107490"/>
                <a:ext cx="724664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8C73374-2A24-4622-C3DF-335FE4530F0F}"/>
                  </a:ext>
                </a:extLst>
              </p14:cNvPr>
              <p14:cNvContentPartPr/>
              <p14:nvPr/>
            </p14:nvContentPartPr>
            <p14:xfrm>
              <a:off x="4037410" y="2119730"/>
              <a:ext cx="543600" cy="253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8C73374-2A24-4622-C3DF-335FE4530F0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021930" y="2104250"/>
                <a:ext cx="5742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0164415-FF16-A0FD-8234-2171F0D0A5C9}"/>
                  </a:ext>
                </a:extLst>
              </p14:cNvPr>
              <p14:cNvContentPartPr/>
              <p14:nvPr/>
            </p14:nvContentPartPr>
            <p14:xfrm>
              <a:off x="5560930" y="2115770"/>
              <a:ext cx="1309680" cy="261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0164415-FF16-A0FD-8234-2171F0D0A5C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545450" y="2100290"/>
                <a:ext cx="13402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EC9A0F0-D1A5-3C26-DCB2-D1291E5E90FC}"/>
                  </a:ext>
                </a:extLst>
              </p14:cNvPr>
              <p14:cNvContentPartPr/>
              <p14:nvPr/>
            </p14:nvContentPartPr>
            <p14:xfrm>
              <a:off x="5616370" y="2726330"/>
              <a:ext cx="182880" cy="1810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EC9A0F0-D1A5-3C26-DCB2-D1291E5E90F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00890" y="2710850"/>
                <a:ext cx="2134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F6A2BE4-51CA-F1A2-61F4-4347AA82D42A}"/>
                  </a:ext>
                </a:extLst>
              </p14:cNvPr>
              <p14:cNvContentPartPr/>
              <p14:nvPr/>
            </p14:nvContentPartPr>
            <p14:xfrm>
              <a:off x="5068810" y="2616170"/>
              <a:ext cx="305640" cy="2930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F6A2BE4-51CA-F1A2-61F4-4347AA82D42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053348" y="2600709"/>
                <a:ext cx="336204" cy="323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6089FB8-26ED-C0A5-4335-88895EDBBE0E}"/>
                  </a:ext>
                </a:extLst>
              </p14:cNvPr>
              <p14:cNvContentPartPr/>
              <p14:nvPr/>
            </p14:nvContentPartPr>
            <p14:xfrm>
              <a:off x="7370650" y="2623730"/>
              <a:ext cx="1766160" cy="2739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6089FB8-26ED-C0A5-4335-88895EDBBE0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355173" y="2608250"/>
                <a:ext cx="1796754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F44A395-0AB5-1633-E12B-DB660BF896E8}"/>
                  </a:ext>
                </a:extLst>
              </p14:cNvPr>
              <p14:cNvContentPartPr/>
              <p14:nvPr/>
            </p14:nvContentPartPr>
            <p14:xfrm>
              <a:off x="5997250" y="2651810"/>
              <a:ext cx="1190880" cy="3088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F44A395-0AB5-1633-E12B-DB660BF896E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81770" y="2636330"/>
                <a:ext cx="122148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C29CB9A-D373-1B5B-7074-D8265BBDB3AC}"/>
                  </a:ext>
                </a:extLst>
              </p14:cNvPr>
              <p14:cNvContentPartPr/>
              <p14:nvPr/>
            </p14:nvContentPartPr>
            <p14:xfrm>
              <a:off x="2401930" y="2630930"/>
              <a:ext cx="1113840" cy="2786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C29CB9A-D373-1B5B-7074-D8265BBDB3A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386450" y="2615430"/>
                <a:ext cx="1144440" cy="3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6EDCE922-2322-959C-F617-873ACF91E375}"/>
                  </a:ext>
                </a:extLst>
              </p14:cNvPr>
              <p14:cNvContentPartPr/>
              <p14:nvPr/>
            </p14:nvContentPartPr>
            <p14:xfrm>
              <a:off x="1888210" y="2639210"/>
              <a:ext cx="277560" cy="4208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6EDCE922-2322-959C-F617-873ACF91E37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72750" y="2623743"/>
                <a:ext cx="308120" cy="451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ABD01F4-66C0-AF38-E0AF-EF72C0018A7B}"/>
                  </a:ext>
                </a:extLst>
              </p14:cNvPr>
              <p14:cNvContentPartPr/>
              <p14:nvPr/>
            </p14:nvContentPartPr>
            <p14:xfrm>
              <a:off x="1503010" y="2777810"/>
              <a:ext cx="103680" cy="680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ABD01F4-66C0-AF38-E0AF-EF72C0018A7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87530" y="2762248"/>
                <a:ext cx="134280" cy="98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06F5ABB-6224-AF2E-A6AC-3392657429F8}"/>
                  </a:ext>
                </a:extLst>
              </p14:cNvPr>
              <p14:cNvContentPartPr/>
              <p14:nvPr/>
            </p14:nvContentPartPr>
            <p14:xfrm>
              <a:off x="780850" y="2377130"/>
              <a:ext cx="3131640" cy="103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06F5ABB-6224-AF2E-A6AC-3392657429F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65370" y="2361704"/>
                <a:ext cx="3162240" cy="133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47411A61-150A-FC69-44E0-341A424638A7}"/>
                  </a:ext>
                </a:extLst>
              </p14:cNvPr>
              <p14:cNvContentPartPr/>
              <p14:nvPr/>
            </p14:nvContentPartPr>
            <p14:xfrm>
              <a:off x="685450" y="3191090"/>
              <a:ext cx="3084480" cy="3132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47411A61-150A-FC69-44E0-341A424638A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69968" y="3175610"/>
                <a:ext cx="3115084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FA3C84B-365C-5135-A9FE-86CDF9F53A8D}"/>
                  </a:ext>
                </a:extLst>
              </p14:cNvPr>
              <p14:cNvContentPartPr/>
              <p14:nvPr/>
            </p14:nvContentPartPr>
            <p14:xfrm>
              <a:off x="768970" y="3524090"/>
              <a:ext cx="2885760" cy="439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FA3C84B-365C-5135-A9FE-86CDF9F53A8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53490" y="3508736"/>
                <a:ext cx="2916360" cy="74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80AA2EA-8BE3-CB5A-884F-6ADA3E55D657}"/>
                  </a:ext>
                </a:extLst>
              </p14:cNvPr>
              <p14:cNvContentPartPr/>
              <p14:nvPr/>
            </p14:nvContentPartPr>
            <p14:xfrm>
              <a:off x="4789450" y="3155090"/>
              <a:ext cx="837360" cy="3020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80AA2EA-8BE3-CB5A-884F-6ADA3E55D65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73977" y="3139610"/>
                <a:ext cx="867947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DEFA796A-0EE6-798B-CD80-512DF97EAA00}"/>
                  </a:ext>
                </a:extLst>
              </p14:cNvPr>
              <p14:cNvContentPartPr/>
              <p14:nvPr/>
            </p14:nvContentPartPr>
            <p14:xfrm>
              <a:off x="4027690" y="3161210"/>
              <a:ext cx="594360" cy="2880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DEFA796A-0EE6-798B-CD80-512DF97EAA0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012210" y="3145730"/>
                <a:ext cx="6249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064768E3-1779-87E2-E4B4-1BAA2B32CCE1}"/>
                  </a:ext>
                </a:extLst>
              </p14:cNvPr>
              <p14:cNvContentPartPr/>
              <p14:nvPr/>
            </p14:nvContentPartPr>
            <p14:xfrm>
              <a:off x="5745610" y="3206570"/>
              <a:ext cx="2050560" cy="2898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064768E3-1779-87E2-E4B4-1BAA2B32CCE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730130" y="3191071"/>
                <a:ext cx="2081160" cy="320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1DE2F888-7270-9916-8862-59967B295E39}"/>
                  </a:ext>
                </a:extLst>
              </p14:cNvPr>
              <p14:cNvContentPartPr/>
              <p14:nvPr/>
            </p14:nvContentPartPr>
            <p14:xfrm>
              <a:off x="4229650" y="2591330"/>
              <a:ext cx="198360" cy="1224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1DE2F888-7270-9916-8862-59967B295E3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214170" y="2575850"/>
                <a:ext cx="2289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470C231-57F2-A84A-872D-7E28ECA96620}"/>
                  </a:ext>
                </a:extLst>
              </p14:cNvPr>
              <p14:cNvContentPartPr/>
              <p14:nvPr/>
            </p14:nvContentPartPr>
            <p14:xfrm>
              <a:off x="3836890" y="2688530"/>
              <a:ext cx="631440" cy="2368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470C231-57F2-A84A-872D-7E28ECA9662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821410" y="2673050"/>
                <a:ext cx="6620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BC34087-A576-D6B7-2DA7-362122BE21F4}"/>
                  </a:ext>
                </a:extLst>
              </p14:cNvPr>
              <p14:cNvContentPartPr/>
              <p14:nvPr/>
            </p14:nvContentPartPr>
            <p14:xfrm>
              <a:off x="5340970" y="3639290"/>
              <a:ext cx="199800" cy="162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BC34087-A576-D6B7-2DA7-362122BE21F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325490" y="3623810"/>
                <a:ext cx="2304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901DE427-F3A2-0BB1-2A71-840AD533CD12}"/>
                  </a:ext>
                </a:extLst>
              </p14:cNvPr>
              <p14:cNvContentPartPr/>
              <p14:nvPr/>
            </p14:nvContentPartPr>
            <p14:xfrm>
              <a:off x="5416210" y="3734690"/>
              <a:ext cx="178920" cy="27324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901DE427-F3A2-0BB1-2A71-840AD533CD1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400730" y="3719210"/>
                <a:ext cx="2095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8DA6DED-488B-25C9-CE94-C1CED371D733}"/>
                  </a:ext>
                </a:extLst>
              </p14:cNvPr>
              <p14:cNvContentPartPr/>
              <p14:nvPr/>
            </p14:nvContentPartPr>
            <p14:xfrm>
              <a:off x="5011570" y="3877250"/>
              <a:ext cx="117720" cy="637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8DA6DED-488B-25C9-CE94-C1CED371D73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996090" y="3861770"/>
                <a:ext cx="1483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CB2E309E-0B4A-2AF9-B48B-F747D397C778}"/>
                  </a:ext>
                </a:extLst>
              </p14:cNvPr>
              <p14:cNvContentPartPr/>
              <p14:nvPr/>
            </p14:nvContentPartPr>
            <p14:xfrm>
              <a:off x="2562850" y="4286210"/>
              <a:ext cx="929160" cy="30996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CB2E309E-0B4A-2AF9-B48B-F747D397C77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547370" y="4270730"/>
                <a:ext cx="95976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BEB178A9-8E29-F1DB-666E-1C7E0F6121FD}"/>
                  </a:ext>
                </a:extLst>
              </p14:cNvPr>
              <p14:cNvContentPartPr/>
              <p14:nvPr/>
            </p14:nvContentPartPr>
            <p14:xfrm>
              <a:off x="3594610" y="4163090"/>
              <a:ext cx="1560240" cy="3891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BEB178A9-8E29-F1DB-666E-1C7E0F6121F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79126" y="4147624"/>
                <a:ext cx="1590847" cy="419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793A3974-6D2B-4632-39E3-CBF7F971893A}"/>
                  </a:ext>
                </a:extLst>
              </p14:cNvPr>
              <p14:cNvContentPartPr/>
              <p14:nvPr/>
            </p14:nvContentPartPr>
            <p14:xfrm>
              <a:off x="5199850" y="4254170"/>
              <a:ext cx="97920" cy="3178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793A3974-6D2B-4632-39E3-CBF7F971893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184313" y="4238690"/>
                <a:ext cx="128633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20DCD8E7-3BF5-3CBC-AFDE-3EEAB2B1D7FA}"/>
                  </a:ext>
                </a:extLst>
              </p14:cNvPr>
              <p14:cNvContentPartPr/>
              <p14:nvPr/>
            </p14:nvContentPartPr>
            <p14:xfrm>
              <a:off x="5662450" y="4234370"/>
              <a:ext cx="3465360" cy="36540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20DCD8E7-3BF5-3CBC-AFDE-3EEAB2B1D7F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646970" y="4218890"/>
                <a:ext cx="3495960" cy="39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861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0E4D5-7FE0-6D43-1F03-008B343222D1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Statistical Assumptions: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u="sng"/>
              <a:t>Inputs are </a:t>
            </a:r>
            <a:r>
              <a:rPr lang="en-US" u="sng" err="1"/>
              <a:t>iid</a:t>
            </a:r>
            <a:r>
              <a:rPr lang="en-US" u="sng"/>
              <a:t> (independent and identically distributed)</a:t>
            </a:r>
          </a:p>
          <a:p>
            <a:pPr marL="0" indent="0">
              <a:buNone/>
            </a:pPr>
            <a:endParaRPr lang="en-US"/>
          </a:p>
          <a:p>
            <a:pPr>
              <a:buFontTx/>
              <a:buChar char="-"/>
            </a:pPr>
            <a:r>
              <a:rPr lang="en-US"/>
              <a:t>Triplet of: beam deformation, beam length and beam strain are </a:t>
            </a:r>
            <a:r>
              <a:rPr lang="en-US" u="sng"/>
              <a:t>not independent</a:t>
            </a:r>
            <a:r>
              <a:rPr lang="en-US"/>
              <a:t>. One should be removed.</a:t>
            </a:r>
          </a:p>
          <a:p>
            <a:pPr>
              <a:buFontTx/>
              <a:buChar char="-"/>
            </a:pPr>
            <a:r>
              <a:rPr lang="en-US" u="sng"/>
              <a:t>Identically Distributed</a:t>
            </a:r>
            <a:r>
              <a:rPr lang="en-US"/>
              <a:t>: Every row of data is assumed to be taken from the same probability distribution.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u="sng"/>
              <a:t>Data is well representative of the overall system behavior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1D21DE-1624-CCE9-906C-45CA5752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General Assumptions in 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65606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104139-D71D-4664-C1F7-B1DC2B4B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Variance-Bias Decomposition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ECAF7-B070-FD94-2066-5F11104BA91D}"/>
              </a:ext>
            </a:extLst>
          </p:cNvPr>
          <p:cNvSpPr txBox="1"/>
          <p:nvPr/>
        </p:nvSpPr>
        <p:spPr bwMode="auto">
          <a:xfrm>
            <a:off x="4611757" y="91440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C0405-8ADD-EE57-8B24-85C64DD078F2}"/>
              </a:ext>
            </a:extLst>
          </p:cNvPr>
          <p:cNvSpPr txBox="1"/>
          <p:nvPr/>
        </p:nvSpPr>
        <p:spPr bwMode="auto">
          <a:xfrm>
            <a:off x="1900362" y="164592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9F1139-A341-67E5-E750-546B0E0A797A}"/>
              </a:ext>
            </a:extLst>
          </p:cNvPr>
          <p:cNvCxnSpPr/>
          <p:nvPr/>
        </p:nvCxnSpPr>
        <p:spPr>
          <a:xfrm>
            <a:off x="572495" y="1121134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687441-ABC7-6ABF-96BD-BB376C350AA2}"/>
              </a:ext>
            </a:extLst>
          </p:cNvPr>
          <p:cNvCxnSpPr/>
          <p:nvPr/>
        </p:nvCxnSpPr>
        <p:spPr>
          <a:xfrm>
            <a:off x="572495" y="1647245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0FE635-4436-9614-FD1A-B6D7CFB69245}"/>
              </a:ext>
            </a:extLst>
          </p:cNvPr>
          <p:cNvCxnSpPr/>
          <p:nvPr/>
        </p:nvCxnSpPr>
        <p:spPr>
          <a:xfrm>
            <a:off x="572495" y="2187934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5B490D-6EAF-B1DC-579D-0423BF4E9E75}"/>
              </a:ext>
            </a:extLst>
          </p:cNvPr>
          <p:cNvCxnSpPr/>
          <p:nvPr/>
        </p:nvCxnSpPr>
        <p:spPr>
          <a:xfrm>
            <a:off x="572495" y="2714045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037BA4-9AD7-61A2-F552-473B533FA6EC}"/>
              </a:ext>
            </a:extLst>
          </p:cNvPr>
          <p:cNvCxnSpPr/>
          <p:nvPr/>
        </p:nvCxnSpPr>
        <p:spPr>
          <a:xfrm>
            <a:off x="572495" y="3253409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6EE02F-339E-DBBB-4447-D6E167620227}"/>
              </a:ext>
            </a:extLst>
          </p:cNvPr>
          <p:cNvCxnSpPr/>
          <p:nvPr/>
        </p:nvCxnSpPr>
        <p:spPr>
          <a:xfrm>
            <a:off x="572495" y="3779520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6F9FA4-B564-2087-27D5-4E562311A75D}"/>
              </a:ext>
            </a:extLst>
          </p:cNvPr>
          <p:cNvCxnSpPr/>
          <p:nvPr/>
        </p:nvCxnSpPr>
        <p:spPr>
          <a:xfrm>
            <a:off x="572495" y="4320209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C747DA4-F4AD-AD90-2224-978746F701C3}"/>
                  </a:ext>
                </a:extLst>
              </p14:cNvPr>
              <p14:cNvContentPartPr/>
              <p14:nvPr/>
            </p14:nvContentPartPr>
            <p14:xfrm>
              <a:off x="4257730" y="924530"/>
              <a:ext cx="1374480" cy="186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C747DA4-F4AD-AD90-2224-978746F701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2250" y="909050"/>
                <a:ext cx="14050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8ADDDDC-F083-CC9C-921F-8C50238EA4BE}"/>
                  </a:ext>
                </a:extLst>
              </p14:cNvPr>
              <p14:cNvContentPartPr/>
              <p14:nvPr/>
            </p14:nvContentPartPr>
            <p14:xfrm>
              <a:off x="702370" y="817250"/>
              <a:ext cx="3336480" cy="298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8ADDDDC-F083-CC9C-921F-8C50238EA4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890" y="801770"/>
                <a:ext cx="33670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F396C78-9904-A8B6-361F-D1F767BDF3B8}"/>
                  </a:ext>
                </a:extLst>
              </p14:cNvPr>
              <p14:cNvContentPartPr/>
              <p14:nvPr/>
            </p14:nvContentPartPr>
            <p14:xfrm>
              <a:off x="6202810" y="960530"/>
              <a:ext cx="2520720" cy="1742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F396C78-9904-A8B6-361F-D1F767BDF3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87328" y="945050"/>
                <a:ext cx="2551324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AF00FC1-C853-419F-1970-5675869A311F}"/>
                  </a:ext>
                </a:extLst>
              </p14:cNvPr>
              <p14:cNvContentPartPr/>
              <p14:nvPr/>
            </p14:nvContentPartPr>
            <p14:xfrm>
              <a:off x="5855770" y="972050"/>
              <a:ext cx="145080" cy="135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AF00FC1-C853-419F-1970-5675869A31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40290" y="956529"/>
                <a:ext cx="175680" cy="166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EC05E78-D1BD-82C3-E15F-E24F546E8EE6}"/>
                  </a:ext>
                </a:extLst>
              </p14:cNvPr>
              <p14:cNvContentPartPr/>
              <p14:nvPr/>
            </p14:nvContentPartPr>
            <p14:xfrm>
              <a:off x="8794450" y="1130810"/>
              <a:ext cx="16200" cy="122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EC05E78-D1BD-82C3-E15F-E24F546E8E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8970" y="1115330"/>
                <a:ext cx="468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1C5A233-35CE-93EC-E60B-28A50B3E5E1B}"/>
                  </a:ext>
                </a:extLst>
              </p14:cNvPr>
              <p14:cNvContentPartPr/>
              <p14:nvPr/>
            </p14:nvContentPartPr>
            <p14:xfrm>
              <a:off x="473770" y="1535810"/>
              <a:ext cx="149400" cy="111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1C5A233-35CE-93EC-E60B-28A50B3E5E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8290" y="1520330"/>
                <a:ext cx="1800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8456B71-AA97-BCDE-F611-6C661242858C}"/>
                  </a:ext>
                </a:extLst>
              </p14:cNvPr>
              <p14:cNvContentPartPr/>
              <p14:nvPr/>
            </p14:nvContentPartPr>
            <p14:xfrm>
              <a:off x="452170" y="979970"/>
              <a:ext cx="127440" cy="96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8456B71-AA97-BCDE-F611-6C66124285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6690" y="964490"/>
                <a:ext cx="158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ACFCAA6-3E61-50C3-66E5-E2A16E8F9F57}"/>
                  </a:ext>
                </a:extLst>
              </p14:cNvPr>
              <p14:cNvContentPartPr/>
              <p14:nvPr/>
            </p14:nvContentPartPr>
            <p14:xfrm>
              <a:off x="763930" y="1416650"/>
              <a:ext cx="407160" cy="1850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ACFCAA6-3E61-50C3-66E5-E2A16E8F9F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8436" y="1401170"/>
                <a:ext cx="437787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7B484F3-3BE5-08A6-3516-58FC3F4740AD}"/>
                  </a:ext>
                </a:extLst>
              </p14:cNvPr>
              <p14:cNvContentPartPr/>
              <p14:nvPr/>
            </p14:nvContentPartPr>
            <p14:xfrm>
              <a:off x="1357210" y="1428530"/>
              <a:ext cx="512280" cy="1792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7B484F3-3BE5-08A6-3516-58FC3F4740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41730" y="1413019"/>
                <a:ext cx="542880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0262C80-04AE-114D-8A03-886B6684DCED}"/>
                  </a:ext>
                </a:extLst>
              </p14:cNvPr>
              <p14:cNvContentPartPr/>
              <p14:nvPr/>
            </p14:nvContentPartPr>
            <p14:xfrm>
              <a:off x="3127330" y="1440410"/>
              <a:ext cx="766440" cy="1825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0262C80-04AE-114D-8A03-886B6684DCE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11850" y="1424930"/>
                <a:ext cx="7970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35B8150-CAC7-C463-7A92-8BD76217FFD4}"/>
                  </a:ext>
                </a:extLst>
              </p14:cNvPr>
              <p14:cNvContentPartPr/>
              <p14:nvPr/>
            </p14:nvContentPartPr>
            <p14:xfrm>
              <a:off x="2012050" y="1417010"/>
              <a:ext cx="909000" cy="2775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35B8150-CAC7-C463-7A92-8BD76217FF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96576" y="1401510"/>
                <a:ext cx="939588" cy="3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11A10A0-D3C3-C7B9-F6EB-089A47188B68}"/>
                  </a:ext>
                </a:extLst>
              </p14:cNvPr>
              <p14:cNvContentPartPr/>
              <p14:nvPr/>
            </p14:nvContentPartPr>
            <p14:xfrm>
              <a:off x="4571650" y="1483970"/>
              <a:ext cx="285840" cy="1792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11A10A0-D3C3-C7B9-F6EB-089A47188B6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56150" y="1468459"/>
                <a:ext cx="316479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BF9E5B4-FE8C-8C01-E72E-A24D9AA6C568}"/>
                  </a:ext>
                </a:extLst>
              </p14:cNvPr>
              <p14:cNvContentPartPr/>
              <p14:nvPr/>
            </p14:nvContentPartPr>
            <p14:xfrm>
              <a:off x="4107610" y="1440410"/>
              <a:ext cx="255600" cy="1890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BF9E5B4-FE8C-8C01-E72E-A24D9AA6C56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92130" y="1424930"/>
                <a:ext cx="2862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F14C670-0BD2-A075-180A-B63AF670124D}"/>
                  </a:ext>
                </a:extLst>
              </p14:cNvPr>
              <p14:cNvContentPartPr/>
              <p14:nvPr/>
            </p14:nvContentPartPr>
            <p14:xfrm>
              <a:off x="540730" y="1984370"/>
              <a:ext cx="487800" cy="1904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F14C670-0BD2-A075-180A-B63AF67012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5239" y="1968890"/>
                <a:ext cx="518423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E075160-BE67-F0FF-6CE7-4A8D8F756AD0}"/>
                  </a:ext>
                </a:extLst>
              </p14:cNvPr>
              <p14:cNvContentPartPr/>
              <p14:nvPr/>
            </p14:nvContentPartPr>
            <p14:xfrm>
              <a:off x="1809730" y="1900850"/>
              <a:ext cx="1020240" cy="2822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E075160-BE67-F0FF-6CE7-4A8D8F756A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94250" y="1885350"/>
                <a:ext cx="1050840" cy="312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11BA5A4-8721-AF0A-691B-AD11ABA97732}"/>
                  </a:ext>
                </a:extLst>
              </p14:cNvPr>
              <p14:cNvContentPartPr/>
              <p14:nvPr/>
            </p14:nvContentPartPr>
            <p14:xfrm>
              <a:off x="1243810" y="1992290"/>
              <a:ext cx="375840" cy="1749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11BA5A4-8721-AF0A-691B-AD11ABA9773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28330" y="1976810"/>
                <a:ext cx="4064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C0E2DEC-4C42-2853-696B-2A1845B7D60C}"/>
                  </a:ext>
                </a:extLst>
              </p14:cNvPr>
              <p14:cNvContentPartPr/>
              <p14:nvPr/>
            </p14:nvContentPartPr>
            <p14:xfrm>
              <a:off x="3327490" y="2027930"/>
              <a:ext cx="760320" cy="2106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C0E2DEC-4C42-2853-696B-2A1845B7D60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12017" y="2012476"/>
                <a:ext cx="790906" cy="241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B7BE888-AB04-221E-8FD4-079985515D92}"/>
                  </a:ext>
                </a:extLst>
              </p14:cNvPr>
              <p14:cNvContentPartPr/>
              <p14:nvPr/>
            </p14:nvContentPartPr>
            <p14:xfrm>
              <a:off x="2982250" y="2035850"/>
              <a:ext cx="185040" cy="1454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B7BE888-AB04-221E-8FD4-079985515D9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66770" y="2020370"/>
                <a:ext cx="2156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6AB9E3A-BF92-1C67-3953-B6BDE0F4D395}"/>
                  </a:ext>
                </a:extLst>
              </p14:cNvPr>
              <p14:cNvContentPartPr/>
              <p14:nvPr/>
            </p14:nvContentPartPr>
            <p14:xfrm>
              <a:off x="4294450" y="1996610"/>
              <a:ext cx="829440" cy="2217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6AB9E3A-BF92-1C67-3953-B6BDE0F4D39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78970" y="1981130"/>
                <a:ext cx="8600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CE077D3-D404-EAC4-C8C6-4EBC7CFA4F8B}"/>
                  </a:ext>
                </a:extLst>
              </p14:cNvPr>
              <p14:cNvContentPartPr/>
              <p14:nvPr/>
            </p14:nvContentPartPr>
            <p14:xfrm>
              <a:off x="5278330" y="2018210"/>
              <a:ext cx="2387160" cy="1850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CE077D3-D404-EAC4-C8C6-4EBC7CFA4F8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62852" y="2002760"/>
                <a:ext cx="2417755" cy="215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ABBF6B8E-13C9-3796-958D-52936E43B0BB}"/>
                  </a:ext>
                </a:extLst>
              </p14:cNvPr>
              <p14:cNvContentPartPr/>
              <p14:nvPr/>
            </p14:nvContentPartPr>
            <p14:xfrm>
              <a:off x="2039770" y="2603210"/>
              <a:ext cx="159120" cy="680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ABBF6B8E-13C9-3796-958D-52936E43B0B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24290" y="2587648"/>
                <a:ext cx="189720" cy="98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8C193EC-9682-35DE-B426-03AE437B3551}"/>
                  </a:ext>
                </a:extLst>
              </p14:cNvPr>
              <p14:cNvContentPartPr/>
              <p14:nvPr/>
            </p14:nvContentPartPr>
            <p14:xfrm>
              <a:off x="1178650" y="2535890"/>
              <a:ext cx="669240" cy="1828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8C193EC-9682-35DE-B426-03AE437B355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63170" y="2520440"/>
                <a:ext cx="699840" cy="213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FF4ABE34-3BAA-B686-19D3-ED57DDB1F831}"/>
                  </a:ext>
                </a:extLst>
              </p14:cNvPr>
              <p14:cNvContentPartPr/>
              <p14:nvPr/>
            </p14:nvContentPartPr>
            <p14:xfrm>
              <a:off x="2474290" y="2492330"/>
              <a:ext cx="502560" cy="2304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FF4ABE34-3BAA-B686-19D3-ED57DDB1F83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58810" y="2476874"/>
                <a:ext cx="533160" cy="260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F415EE10-C8B1-8254-5907-F4E3A4B8F5DF}"/>
                  </a:ext>
                </a:extLst>
              </p14:cNvPr>
              <p14:cNvContentPartPr/>
              <p14:nvPr/>
            </p14:nvContentPartPr>
            <p14:xfrm>
              <a:off x="3186730" y="2579450"/>
              <a:ext cx="131400" cy="1076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F415EE10-C8B1-8254-5907-F4E3A4B8F5D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71250" y="2563918"/>
                <a:ext cx="162000" cy="138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D29421F-C757-37A2-9DCE-AF39118DE5C3}"/>
                  </a:ext>
                </a:extLst>
              </p14:cNvPr>
              <p14:cNvContentPartPr/>
              <p14:nvPr/>
            </p14:nvContentPartPr>
            <p14:xfrm>
              <a:off x="3020770" y="2527970"/>
              <a:ext cx="118440" cy="2106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D29421F-C757-37A2-9DCE-AF39118DE5C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05290" y="2512516"/>
                <a:ext cx="149040" cy="241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857773A-7493-371B-47F0-525B92C1AD24}"/>
                  </a:ext>
                </a:extLst>
              </p14:cNvPr>
              <p14:cNvContentPartPr/>
              <p14:nvPr/>
            </p14:nvContentPartPr>
            <p14:xfrm>
              <a:off x="3452770" y="2468210"/>
              <a:ext cx="913320" cy="2545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857773A-7493-371B-47F0-525B92C1AD2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437290" y="2452730"/>
                <a:ext cx="9439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788433B-6C17-40FB-B51C-C97D6E2210DF}"/>
                  </a:ext>
                </a:extLst>
              </p14:cNvPr>
              <p14:cNvContentPartPr/>
              <p14:nvPr/>
            </p14:nvContentPartPr>
            <p14:xfrm>
              <a:off x="5230810" y="2611850"/>
              <a:ext cx="63720" cy="1134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788433B-6C17-40FB-B51C-C97D6E2210D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15330" y="2596370"/>
                <a:ext cx="94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511CEF3E-14F8-0494-4138-FD1F65DB9DF1}"/>
                  </a:ext>
                </a:extLst>
              </p14:cNvPr>
              <p14:cNvContentPartPr/>
              <p14:nvPr/>
            </p14:nvContentPartPr>
            <p14:xfrm>
              <a:off x="5226490" y="2597450"/>
              <a:ext cx="93240" cy="10188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511CEF3E-14F8-0494-4138-FD1F65DB9DF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11010" y="2581970"/>
                <a:ext cx="1238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4D585C6D-08ED-8535-4196-1777957F2BD7}"/>
                  </a:ext>
                </a:extLst>
              </p14:cNvPr>
              <p14:cNvContentPartPr/>
              <p14:nvPr/>
            </p14:nvContentPartPr>
            <p14:xfrm>
              <a:off x="5225050" y="2639210"/>
              <a:ext cx="153000" cy="122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4D585C6D-08ED-8535-4196-1777957F2BD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09570" y="2623730"/>
                <a:ext cx="1836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6A1DB06A-C191-CFCE-7FBD-B47E6E418E1A}"/>
                  </a:ext>
                </a:extLst>
              </p14:cNvPr>
              <p14:cNvContentPartPr/>
              <p14:nvPr/>
            </p14:nvContentPartPr>
            <p14:xfrm>
              <a:off x="5476690" y="2552090"/>
              <a:ext cx="1850040" cy="1828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6A1DB06A-C191-CFCE-7FBD-B47E6E418E1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461207" y="2536610"/>
                <a:ext cx="1880646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A4177991-5C3C-198D-BE6D-032539EEF285}"/>
                  </a:ext>
                </a:extLst>
              </p14:cNvPr>
              <p14:cNvContentPartPr/>
              <p14:nvPr/>
            </p14:nvContentPartPr>
            <p14:xfrm>
              <a:off x="7528690" y="2512130"/>
              <a:ext cx="200880" cy="1591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A4177991-5C3C-198D-BE6D-032539EEF28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513210" y="2496650"/>
                <a:ext cx="2314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D73EB749-98F2-92AB-2609-107926EAB5BD}"/>
                  </a:ext>
                </a:extLst>
              </p14:cNvPr>
              <p14:cNvContentPartPr/>
              <p14:nvPr/>
            </p14:nvContentPartPr>
            <p14:xfrm>
              <a:off x="6000850" y="3028010"/>
              <a:ext cx="873360" cy="15912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D73EB749-98F2-92AB-2609-107926EAB5B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85364" y="3012530"/>
                <a:ext cx="903973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DC8532CB-40DD-B7D8-20E3-B214EF4F0010}"/>
                  </a:ext>
                </a:extLst>
              </p14:cNvPr>
              <p14:cNvContentPartPr/>
              <p14:nvPr/>
            </p14:nvContentPartPr>
            <p14:xfrm>
              <a:off x="5802130" y="3090290"/>
              <a:ext cx="20160" cy="7704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DC8532CB-40DD-B7D8-20E3-B214EF4F001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786650" y="3074810"/>
                <a:ext cx="507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19815C04-6078-7A4C-9EDB-55CC6BCAB0E9}"/>
                  </a:ext>
                </a:extLst>
              </p14:cNvPr>
              <p14:cNvContentPartPr/>
              <p14:nvPr/>
            </p14:nvContentPartPr>
            <p14:xfrm>
              <a:off x="5456890" y="3012170"/>
              <a:ext cx="174960" cy="1630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19815C04-6078-7A4C-9EDB-55CC6BCAB0E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441410" y="2996690"/>
                <a:ext cx="205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79BBB67A-9471-18BF-BABB-3E44888AAB2D}"/>
                  </a:ext>
                </a:extLst>
              </p14:cNvPr>
              <p14:cNvContentPartPr/>
              <p14:nvPr/>
            </p14:nvContentPartPr>
            <p14:xfrm>
              <a:off x="2829970" y="3079490"/>
              <a:ext cx="361080" cy="18792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79BBB67A-9471-18BF-BABB-3E44888AAB2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814490" y="3063980"/>
                <a:ext cx="391680" cy="21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7DEB503D-8829-C326-CBC8-7495D12A6F43}"/>
                  </a:ext>
                </a:extLst>
              </p14:cNvPr>
              <p14:cNvContentPartPr/>
              <p14:nvPr/>
            </p14:nvContentPartPr>
            <p14:xfrm>
              <a:off x="2285650" y="3031970"/>
              <a:ext cx="373680" cy="2466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7DEB503D-8829-C326-CBC8-7495D12A6F4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70155" y="3016490"/>
                <a:ext cx="40431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92A72013-58C4-3201-1475-39481CBA32DF}"/>
                  </a:ext>
                </a:extLst>
              </p14:cNvPr>
              <p14:cNvContentPartPr/>
              <p14:nvPr/>
            </p14:nvContentPartPr>
            <p14:xfrm>
              <a:off x="2000170" y="3091370"/>
              <a:ext cx="103680" cy="439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92A72013-58C4-3201-1475-39481CBA32D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84690" y="3075890"/>
                <a:ext cx="1342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109CFC2-1969-D911-2C45-05737D62C79F}"/>
                  </a:ext>
                </a:extLst>
              </p14:cNvPr>
              <p14:cNvContentPartPr/>
              <p14:nvPr/>
            </p14:nvContentPartPr>
            <p14:xfrm>
              <a:off x="3238210" y="3075530"/>
              <a:ext cx="286200" cy="1594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109CFC2-1969-D911-2C45-05737D62C79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22730" y="3060015"/>
                <a:ext cx="316800" cy="190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49291C44-030A-3406-EAB1-1501D7AB8EF0}"/>
                  </a:ext>
                </a:extLst>
              </p14:cNvPr>
              <p14:cNvContentPartPr/>
              <p14:nvPr/>
            </p14:nvContentPartPr>
            <p14:xfrm>
              <a:off x="3616570" y="2988410"/>
              <a:ext cx="1169280" cy="27000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49291C44-030A-3406-EAB1-1501D7AB8EF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601090" y="2972951"/>
                <a:ext cx="1199880" cy="300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C254A5E3-53A3-D234-49AF-B7C354BA501F}"/>
                  </a:ext>
                </a:extLst>
              </p14:cNvPr>
              <p14:cNvContentPartPr/>
              <p14:nvPr/>
            </p14:nvContentPartPr>
            <p14:xfrm>
              <a:off x="2218330" y="3535970"/>
              <a:ext cx="361800" cy="2624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C254A5E3-53A3-D234-49AF-B7C354BA501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202835" y="3520469"/>
                <a:ext cx="392430" cy="293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7145FC19-27D1-B4D5-1DDC-87C5CEB3E3BD}"/>
                  </a:ext>
                </a:extLst>
              </p14:cNvPr>
              <p14:cNvContentPartPr/>
              <p14:nvPr/>
            </p14:nvContentPartPr>
            <p14:xfrm>
              <a:off x="1849330" y="3678890"/>
              <a:ext cx="95760" cy="558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7145FC19-27D1-B4D5-1DDC-87C5CEB3E3B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33850" y="3663509"/>
                <a:ext cx="126360" cy="86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D39C85B-C262-BF58-43CE-CE4F642B04D7}"/>
                  </a:ext>
                </a:extLst>
              </p14:cNvPr>
              <p14:cNvContentPartPr/>
              <p14:nvPr/>
            </p14:nvContentPartPr>
            <p14:xfrm>
              <a:off x="2655010" y="3535970"/>
              <a:ext cx="798120" cy="24480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D39C85B-C262-BF58-43CE-CE4F642B04D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39530" y="3520490"/>
                <a:ext cx="8287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2CD06A8-7E54-81CA-D783-A03832507E0C}"/>
                  </a:ext>
                </a:extLst>
              </p14:cNvPr>
              <p14:cNvContentPartPr/>
              <p14:nvPr/>
            </p14:nvContentPartPr>
            <p14:xfrm>
              <a:off x="3805930" y="3563690"/>
              <a:ext cx="936360" cy="220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2CD06A8-7E54-81CA-D783-A03832507E0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790456" y="3548185"/>
                <a:ext cx="966948" cy="251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7DEABFE-BA35-B5E9-6DB4-5A34EDF9E170}"/>
                  </a:ext>
                </a:extLst>
              </p14:cNvPr>
              <p14:cNvContentPartPr/>
              <p14:nvPr/>
            </p14:nvContentPartPr>
            <p14:xfrm>
              <a:off x="3500290" y="3663050"/>
              <a:ext cx="127440" cy="103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7DEABFE-BA35-B5E9-6DB4-5A34EDF9E17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484810" y="3647570"/>
                <a:ext cx="1580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952CCC5-9DDB-8C52-4E2E-C585707CEEE6}"/>
                  </a:ext>
                </a:extLst>
              </p14:cNvPr>
              <p14:cNvContentPartPr/>
              <p14:nvPr/>
            </p14:nvContentPartPr>
            <p14:xfrm>
              <a:off x="4782610" y="3587450"/>
              <a:ext cx="862920" cy="194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952CCC5-9DDB-8C52-4E2E-C585707CEEE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67130" y="3571970"/>
                <a:ext cx="8935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3CC11DF-00BE-60C5-DC2D-076EDB21B0ED}"/>
                  </a:ext>
                </a:extLst>
              </p14:cNvPr>
              <p14:cNvContentPartPr/>
              <p14:nvPr/>
            </p14:nvContentPartPr>
            <p14:xfrm>
              <a:off x="5768290" y="3555770"/>
              <a:ext cx="1206000" cy="266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3CC11DF-00BE-60C5-DC2D-076EDB21B0E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52810" y="3540269"/>
                <a:ext cx="1236600" cy="297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39BA2CC-D79E-FDEB-C981-9BC1F5D5653C}"/>
                  </a:ext>
                </a:extLst>
              </p14:cNvPr>
              <p14:cNvContentPartPr/>
              <p14:nvPr/>
            </p14:nvContentPartPr>
            <p14:xfrm>
              <a:off x="7060330" y="3571610"/>
              <a:ext cx="115560" cy="2145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39BA2CC-D79E-FDEB-C981-9BC1F5D5653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044850" y="3556130"/>
                <a:ext cx="1461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8E0FCAF-4DE0-0A48-F62C-DE64B23D379D}"/>
                  </a:ext>
                </a:extLst>
              </p14:cNvPr>
              <p14:cNvContentPartPr/>
              <p14:nvPr/>
            </p14:nvContentPartPr>
            <p14:xfrm>
              <a:off x="6052330" y="3571610"/>
              <a:ext cx="147240" cy="8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8E0FCAF-4DE0-0A48-F62C-DE64B23D379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036850" y="3556130"/>
                <a:ext cx="177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D0692E-D045-5BFB-CF56-746377A3F63A}"/>
                  </a:ext>
                </a:extLst>
              </p14:cNvPr>
              <p14:cNvContentPartPr/>
              <p14:nvPr/>
            </p14:nvContentPartPr>
            <p14:xfrm>
              <a:off x="1496170" y="4218530"/>
              <a:ext cx="131400" cy="90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D0692E-D045-5BFB-CF56-746377A3F63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80690" y="4202988"/>
                <a:ext cx="162000" cy="120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F446779-D9D6-D727-4C19-A4A1FC132226}"/>
                  </a:ext>
                </a:extLst>
              </p14:cNvPr>
              <p14:cNvContentPartPr/>
              <p14:nvPr/>
            </p14:nvContentPartPr>
            <p14:xfrm>
              <a:off x="2508130" y="4171010"/>
              <a:ext cx="146880" cy="1432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F446779-D9D6-D727-4C19-A4A1FC13222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492688" y="4155530"/>
                <a:ext cx="177405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86F6454-3BE2-7F71-78B0-603E5F3DBBFA}"/>
                  </a:ext>
                </a:extLst>
              </p14:cNvPr>
              <p14:cNvContentPartPr/>
              <p14:nvPr/>
            </p14:nvContentPartPr>
            <p14:xfrm>
              <a:off x="1789570" y="4151210"/>
              <a:ext cx="496440" cy="186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86F6454-3BE2-7F71-78B0-603E5F3DBBF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74090" y="4135730"/>
                <a:ext cx="5270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FACA65B-B4D7-AFB1-65E7-5211E35D0346}"/>
                  </a:ext>
                </a:extLst>
              </p14:cNvPr>
              <p14:cNvContentPartPr/>
              <p14:nvPr/>
            </p14:nvContentPartPr>
            <p14:xfrm>
              <a:off x="2877130" y="4234370"/>
              <a:ext cx="143280" cy="83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FACA65B-B4D7-AFB1-65E7-5211E35D034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861611" y="4218823"/>
                <a:ext cx="173957" cy="114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F73FA7C-EE15-3577-EBFC-30067FAA83EB}"/>
                  </a:ext>
                </a:extLst>
              </p14:cNvPr>
              <p14:cNvContentPartPr/>
              <p14:nvPr/>
            </p14:nvContentPartPr>
            <p14:xfrm>
              <a:off x="3198610" y="4159130"/>
              <a:ext cx="119520" cy="1630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F73FA7C-EE15-3577-EBFC-30067FAA83E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183083" y="4143650"/>
                <a:ext cx="150212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97588EC-4FE6-9FF9-E2BF-BABF9B341DA9}"/>
                  </a:ext>
                </a:extLst>
              </p14:cNvPr>
              <p14:cNvContentPartPr/>
              <p14:nvPr/>
            </p14:nvContentPartPr>
            <p14:xfrm>
              <a:off x="3309850" y="4147250"/>
              <a:ext cx="16200" cy="24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97588EC-4FE6-9FF9-E2BF-BABF9B341DA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94370" y="4131770"/>
                <a:ext cx="468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50B543D-5B46-1DD1-B4F5-2FE8C4932FDA}"/>
                  </a:ext>
                </a:extLst>
              </p14:cNvPr>
              <p14:cNvContentPartPr/>
              <p14:nvPr/>
            </p14:nvContentPartPr>
            <p14:xfrm>
              <a:off x="3325690" y="4210610"/>
              <a:ext cx="79560" cy="878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50B543D-5B46-1DD1-B4F5-2FE8C4932FD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310280" y="4195066"/>
                <a:ext cx="110022" cy="11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4DD4884-C977-0F8A-5D95-BEDDD2385DEF}"/>
                  </a:ext>
                </a:extLst>
              </p14:cNvPr>
              <p14:cNvContentPartPr/>
              <p14:nvPr/>
            </p14:nvContentPartPr>
            <p14:xfrm>
              <a:off x="3456730" y="4194770"/>
              <a:ext cx="103680" cy="1098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4DD4884-C977-0F8A-5D95-BEDDD2385DE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441250" y="4179239"/>
                <a:ext cx="134280" cy="140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740FD2E-B2B5-DC48-E45A-3C829720C356}"/>
                  </a:ext>
                </a:extLst>
              </p14:cNvPr>
              <p14:cNvContentPartPr/>
              <p14:nvPr/>
            </p14:nvContentPartPr>
            <p14:xfrm>
              <a:off x="3551770" y="4214570"/>
              <a:ext cx="111600" cy="95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740FD2E-B2B5-DC48-E45A-3C829720C35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36240" y="4199032"/>
                <a:ext cx="142299" cy="126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510CBA4-C466-9877-1B98-290FE15A6FDC}"/>
                  </a:ext>
                </a:extLst>
              </p14:cNvPr>
              <p14:cNvContentPartPr/>
              <p14:nvPr/>
            </p14:nvContentPartPr>
            <p14:xfrm>
              <a:off x="3710530" y="4230410"/>
              <a:ext cx="95760" cy="99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510CBA4-C466-9877-1B98-290FE15A6FD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94992" y="4214874"/>
                <a:ext cx="126475" cy="130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B1E307F-DF0D-5980-CC86-68D3A85C932B}"/>
                  </a:ext>
                </a:extLst>
              </p14:cNvPr>
              <p14:cNvContentPartPr/>
              <p14:nvPr/>
            </p14:nvContentPartPr>
            <p14:xfrm>
              <a:off x="4008250" y="4214570"/>
              <a:ext cx="80280" cy="831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B1E307F-DF0D-5980-CC86-68D3A85C932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992700" y="4199090"/>
                <a:ext cx="111018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530C8DF-DB8E-1FF6-5918-ED18519AA4A8}"/>
                  </a:ext>
                </a:extLst>
              </p14:cNvPr>
              <p14:cNvContentPartPr/>
              <p14:nvPr/>
            </p14:nvContentPartPr>
            <p14:xfrm>
              <a:off x="4109410" y="4210610"/>
              <a:ext cx="26280" cy="158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530C8DF-DB8E-1FF6-5918-ED18519AA4A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093930" y="4195095"/>
                <a:ext cx="56880" cy="189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7F05087-4B98-8E4C-448A-2B5858F2CE00}"/>
                  </a:ext>
                </a:extLst>
              </p14:cNvPr>
              <p14:cNvContentPartPr/>
              <p14:nvPr/>
            </p14:nvContentPartPr>
            <p14:xfrm>
              <a:off x="4133170" y="4159130"/>
              <a:ext cx="824040" cy="1630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7F05087-4B98-8E4C-448A-2B5858F2CE0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117690" y="4143650"/>
                <a:ext cx="8546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DB9F056-609C-AC59-3132-76C308C91D45}"/>
                  </a:ext>
                </a:extLst>
              </p14:cNvPr>
              <p14:cNvContentPartPr/>
              <p14:nvPr/>
            </p14:nvContentPartPr>
            <p14:xfrm>
              <a:off x="1468090" y="4524170"/>
              <a:ext cx="1441080" cy="1911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DB9F056-609C-AC59-3132-76C308C91D4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452610" y="4508661"/>
                <a:ext cx="1471680" cy="22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31C8823-4F2A-7A07-4DDF-C35313D16411}"/>
                  </a:ext>
                </a:extLst>
              </p14:cNvPr>
              <p14:cNvContentPartPr/>
              <p14:nvPr/>
            </p14:nvContentPartPr>
            <p14:xfrm>
              <a:off x="6326290" y="4116290"/>
              <a:ext cx="1632960" cy="2318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31C8823-4F2A-7A07-4DDF-C35313D1641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310810" y="4100810"/>
                <a:ext cx="16635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13124A5-A822-CD21-1598-74353C9E5CB8}"/>
                  </a:ext>
                </a:extLst>
              </p14:cNvPr>
              <p14:cNvContentPartPr/>
              <p14:nvPr/>
            </p14:nvContentPartPr>
            <p14:xfrm>
              <a:off x="5750650" y="4178930"/>
              <a:ext cx="408960" cy="1512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13124A5-A822-CD21-1598-74353C9E5CB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735184" y="4163450"/>
                <a:ext cx="439533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8B05A47-8E18-B523-D238-C1A8248466A2}"/>
                  </a:ext>
                </a:extLst>
              </p14:cNvPr>
              <p14:cNvContentPartPr/>
              <p14:nvPr/>
            </p14:nvContentPartPr>
            <p14:xfrm>
              <a:off x="5088250" y="4111610"/>
              <a:ext cx="476280" cy="2311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8B05A47-8E18-B523-D238-C1A8248466A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072770" y="4096130"/>
                <a:ext cx="5068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9A3706A-2E88-C312-FD95-39B1A07FED5D}"/>
                  </a:ext>
                </a:extLst>
              </p14:cNvPr>
              <p14:cNvContentPartPr/>
              <p14:nvPr/>
            </p14:nvContentPartPr>
            <p14:xfrm>
              <a:off x="6425290" y="4573490"/>
              <a:ext cx="198720" cy="1735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9A3706A-2E88-C312-FD95-39B1A07FED5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409838" y="4557978"/>
                <a:ext cx="229265" cy="204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B34D428-021E-E8C3-0308-36FEFDB77E1B}"/>
                  </a:ext>
                </a:extLst>
              </p14:cNvPr>
              <p14:cNvContentPartPr/>
              <p14:nvPr/>
            </p14:nvContentPartPr>
            <p14:xfrm>
              <a:off x="5270410" y="4563770"/>
              <a:ext cx="976680" cy="1828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B34D428-021E-E8C3-0308-36FEFDB77E1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254930" y="4548290"/>
                <a:ext cx="10072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76C7B760-FF6B-3EF9-E1B6-A0C0CF6C7DAD}"/>
                  </a:ext>
                </a:extLst>
              </p14:cNvPr>
              <p14:cNvContentPartPr/>
              <p14:nvPr/>
            </p14:nvContentPartPr>
            <p14:xfrm>
              <a:off x="3306250" y="4492850"/>
              <a:ext cx="1797840" cy="2462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76C7B760-FF6B-3EF9-E1B6-A0C0CF6C7DA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290770" y="4477347"/>
                <a:ext cx="1828440" cy="276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1538DFAA-82AD-A585-4A76-D1FA37F9B5E5}"/>
                  </a:ext>
                </a:extLst>
              </p14:cNvPr>
              <p14:cNvContentPartPr/>
              <p14:nvPr/>
            </p14:nvContentPartPr>
            <p14:xfrm>
              <a:off x="6723010" y="4647290"/>
              <a:ext cx="163080" cy="756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1538DFAA-82AD-A585-4A76-D1FA37F9B5E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707530" y="4631883"/>
                <a:ext cx="193680" cy="106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93655F0-0A19-1EF7-EC64-32F0C34BE43E}"/>
                  </a:ext>
                </a:extLst>
              </p14:cNvPr>
              <p14:cNvContentPartPr/>
              <p14:nvPr/>
            </p14:nvContentPartPr>
            <p14:xfrm>
              <a:off x="7072570" y="4488890"/>
              <a:ext cx="1138680" cy="2473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93655F0-0A19-1EF7-EC64-32F0C34BE43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057085" y="4473410"/>
                <a:ext cx="1169290" cy="27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64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F50F56-2C0B-939D-5AC3-9316493E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Variance-Bias Decomposition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DD2C28-6B1C-7CE7-963E-F680FE3D33D1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91A28-404C-E469-F08F-1D7E32FF066F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F893608-3A42-D225-85FE-4F491726292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C4F883-6FEF-95C7-B71D-80D252A838DB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A2116CD-14F4-23EB-2CD9-3DFB3562674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41B709-AEA8-4CCA-7D2B-4A8BE2EA4074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88398D3-2153-2832-02B5-AA16F916A2B3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793C850-552C-50C1-8AC8-091CEE987B02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AB8E69A-883A-1172-548A-6BF39E16C010}"/>
                  </a:ext>
                </a:extLst>
              </p14:cNvPr>
              <p14:cNvContentPartPr/>
              <p14:nvPr/>
            </p14:nvContentPartPr>
            <p14:xfrm>
              <a:off x="561610" y="916610"/>
              <a:ext cx="256320" cy="1076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AB8E69A-883A-1172-548A-6BF39E16C0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6108" y="901130"/>
                <a:ext cx="286963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F141878-2293-5410-592E-4B7A88971349}"/>
                  </a:ext>
                </a:extLst>
              </p14:cNvPr>
              <p14:cNvContentPartPr/>
              <p14:nvPr/>
            </p14:nvContentPartPr>
            <p14:xfrm>
              <a:off x="1063450" y="853250"/>
              <a:ext cx="842040" cy="159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F141878-2293-5410-592E-4B7A889713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7977" y="837770"/>
                <a:ext cx="872627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99461B6-9A6F-C84B-D322-ABE26E82AC39}"/>
                  </a:ext>
                </a:extLst>
              </p14:cNvPr>
              <p14:cNvContentPartPr/>
              <p14:nvPr/>
            </p14:nvContentPartPr>
            <p14:xfrm>
              <a:off x="2107090" y="849290"/>
              <a:ext cx="95760" cy="155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99461B6-9A6F-C84B-D322-ABE26E82AC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1552" y="833810"/>
                <a:ext cx="126475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C3A3352-89BA-2565-73B5-1754BBA2C622}"/>
                  </a:ext>
                </a:extLst>
              </p14:cNvPr>
              <p14:cNvContentPartPr/>
              <p14:nvPr/>
            </p14:nvContentPartPr>
            <p14:xfrm>
              <a:off x="2107810" y="920570"/>
              <a:ext cx="123120" cy="20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C3A3352-89BA-2565-73B5-1754BBA2C6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92330" y="905090"/>
                <a:ext cx="1537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6C1705A-95B5-09E0-4BB6-32F852B8EB5A}"/>
                  </a:ext>
                </a:extLst>
              </p14:cNvPr>
              <p14:cNvContentPartPr/>
              <p14:nvPr/>
            </p14:nvContentPartPr>
            <p14:xfrm>
              <a:off x="2321650" y="821210"/>
              <a:ext cx="103680" cy="198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6C1705A-95B5-09E0-4BB6-32F852B8EB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06170" y="805730"/>
                <a:ext cx="1342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C5E4BAF-5C51-5979-454E-BEC40613AD15}"/>
                  </a:ext>
                </a:extLst>
              </p14:cNvPr>
              <p14:cNvContentPartPr/>
              <p14:nvPr/>
            </p14:nvContentPartPr>
            <p14:xfrm>
              <a:off x="2508130" y="880970"/>
              <a:ext cx="147240" cy="115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C5E4BAF-5C51-5979-454E-BEC40613AD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92650" y="865490"/>
                <a:ext cx="177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9C26DCE-5CD7-2270-C359-D977468C23A7}"/>
                  </a:ext>
                </a:extLst>
              </p14:cNvPr>
              <p14:cNvContentPartPr/>
              <p14:nvPr/>
            </p14:nvContentPartPr>
            <p14:xfrm>
              <a:off x="2702530" y="928490"/>
              <a:ext cx="115560" cy="8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9C26DCE-5CD7-2270-C359-D977468C23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87002" y="913010"/>
                <a:ext cx="146256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7FF7460-6775-47F8-2D7C-39B0CE76E87A}"/>
                  </a:ext>
                </a:extLst>
              </p14:cNvPr>
              <p14:cNvContentPartPr/>
              <p14:nvPr/>
            </p14:nvContentPartPr>
            <p14:xfrm>
              <a:off x="2841490" y="877010"/>
              <a:ext cx="151200" cy="107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7FF7460-6775-47F8-2D7C-39B0CE76E8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26010" y="861530"/>
                <a:ext cx="18180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F7BA3C4-2BE5-194A-11FF-107A4BCC1E46}"/>
                  </a:ext>
                </a:extLst>
              </p14:cNvPr>
              <p14:cNvContentPartPr/>
              <p14:nvPr/>
            </p14:nvContentPartPr>
            <p14:xfrm>
              <a:off x="2436490" y="833090"/>
              <a:ext cx="123480" cy="189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F7BA3C4-2BE5-194A-11FF-107A4BCC1E4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21010" y="817610"/>
                <a:ext cx="1540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1396814-0202-D011-03EB-B2D6833A3156}"/>
                  </a:ext>
                </a:extLst>
              </p14:cNvPr>
              <p14:cNvContentPartPr/>
              <p14:nvPr/>
            </p14:nvContentPartPr>
            <p14:xfrm>
              <a:off x="3516490" y="936410"/>
              <a:ext cx="131040" cy="676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1396814-0202-D011-03EB-B2D6833A315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0967" y="920930"/>
                <a:ext cx="161724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ACEFFD8-9A8C-5A24-A64C-29C8DA893399}"/>
                  </a:ext>
                </a:extLst>
              </p14:cNvPr>
              <p14:cNvContentPartPr/>
              <p14:nvPr/>
            </p14:nvContentPartPr>
            <p14:xfrm>
              <a:off x="2857330" y="781610"/>
              <a:ext cx="488520" cy="246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ACEFFD8-9A8C-5A24-A64C-29C8DA89339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41850" y="766107"/>
                <a:ext cx="519120" cy="277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2AB8050-D9DA-F9FE-D41B-CADABD22FBA0}"/>
                  </a:ext>
                </a:extLst>
              </p14:cNvPr>
              <p14:cNvContentPartPr/>
              <p14:nvPr/>
            </p14:nvContentPartPr>
            <p14:xfrm>
              <a:off x="3873250" y="833090"/>
              <a:ext cx="357840" cy="1551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2AB8050-D9DA-F9FE-D41B-CADABD22FBA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57754" y="817610"/>
                <a:ext cx="388471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ED65FCB-ED11-244E-BABC-FC243FAF6E71}"/>
                  </a:ext>
                </a:extLst>
              </p14:cNvPr>
              <p14:cNvContentPartPr/>
              <p14:nvPr/>
            </p14:nvContentPartPr>
            <p14:xfrm>
              <a:off x="4309930" y="805370"/>
              <a:ext cx="95760" cy="250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ED65FCB-ED11-244E-BABC-FC243FAF6E7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94450" y="789868"/>
                <a:ext cx="126360" cy="281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EDE0913-ABAF-AB57-EE06-256A3664A2E7}"/>
                  </a:ext>
                </a:extLst>
              </p14:cNvPr>
              <p14:cNvContentPartPr/>
              <p14:nvPr/>
            </p14:nvContentPartPr>
            <p14:xfrm>
              <a:off x="4468690" y="801410"/>
              <a:ext cx="556200" cy="171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EDE0913-ABAF-AB57-EE06-256A3664A2E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53220" y="785897"/>
                <a:ext cx="586780" cy="20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85CACC9-FC55-6608-8323-C6B8C3C752D9}"/>
                  </a:ext>
                </a:extLst>
              </p14:cNvPr>
              <p14:cNvContentPartPr/>
              <p14:nvPr/>
            </p14:nvContentPartPr>
            <p14:xfrm>
              <a:off x="4385170" y="853610"/>
              <a:ext cx="95760" cy="17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85CACC9-FC55-6608-8323-C6B8C3C752D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69632" y="838162"/>
                <a:ext cx="126475" cy="202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3B83795-BD59-F02D-5D24-B7DAA0344131}"/>
                  </a:ext>
                </a:extLst>
              </p14:cNvPr>
              <p14:cNvContentPartPr/>
              <p14:nvPr/>
            </p14:nvContentPartPr>
            <p14:xfrm>
              <a:off x="5028130" y="833090"/>
              <a:ext cx="413280" cy="1908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3B83795-BD59-F02D-5D24-B7DAA03441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12637" y="817610"/>
                <a:ext cx="443907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7346214-193E-9251-581D-4323876F4AA2}"/>
                  </a:ext>
                </a:extLst>
              </p14:cNvPr>
              <p14:cNvContentPartPr/>
              <p14:nvPr/>
            </p14:nvContentPartPr>
            <p14:xfrm>
              <a:off x="5484610" y="833090"/>
              <a:ext cx="663120" cy="202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7346214-193E-9251-581D-4323876F4AA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69130" y="817610"/>
                <a:ext cx="6937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D2A35BD-5E2C-B026-65FE-2F5DB42DDED4}"/>
                  </a:ext>
                </a:extLst>
              </p14:cNvPr>
              <p14:cNvContentPartPr/>
              <p14:nvPr/>
            </p14:nvContentPartPr>
            <p14:xfrm>
              <a:off x="5580010" y="877010"/>
              <a:ext cx="67680" cy="1393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D2A35BD-5E2C-B026-65FE-2F5DB42DDED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64612" y="861530"/>
                <a:ext cx="98118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F835C23-6866-95CA-DF0F-6148135D1EE4}"/>
                  </a:ext>
                </a:extLst>
              </p14:cNvPr>
              <p14:cNvContentPartPr/>
              <p14:nvPr/>
            </p14:nvContentPartPr>
            <p14:xfrm>
              <a:off x="6147370" y="829130"/>
              <a:ext cx="155160" cy="1846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F835C23-6866-95CA-DF0F-6148135D1E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31890" y="813650"/>
                <a:ext cx="1857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AA94EB5-62D5-648A-83D2-B277FE4B5F67}"/>
                  </a:ext>
                </a:extLst>
              </p14:cNvPr>
              <p14:cNvContentPartPr/>
              <p14:nvPr/>
            </p14:nvContentPartPr>
            <p14:xfrm>
              <a:off x="6431050" y="924530"/>
              <a:ext cx="125640" cy="558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AA94EB5-62D5-648A-83D2-B277FE4B5F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15570" y="909050"/>
                <a:ext cx="1562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DEE4D1B-2AB7-EDE9-E928-D690DDEC45BE}"/>
                  </a:ext>
                </a:extLst>
              </p14:cNvPr>
              <p14:cNvContentPartPr/>
              <p14:nvPr/>
            </p14:nvContentPartPr>
            <p14:xfrm>
              <a:off x="6750730" y="841370"/>
              <a:ext cx="1159200" cy="214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DEE4D1B-2AB7-EDE9-E928-D690DDEC45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735250" y="825890"/>
                <a:ext cx="11898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6D55C63-BB41-DF45-6DC0-97B10C82E9B4}"/>
                  </a:ext>
                </a:extLst>
              </p14:cNvPr>
              <p14:cNvContentPartPr/>
              <p14:nvPr/>
            </p14:nvContentPartPr>
            <p14:xfrm>
              <a:off x="7156090" y="861170"/>
              <a:ext cx="87120" cy="2066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6D55C63-BB41-DF45-6DC0-97B10C82E9B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140610" y="845690"/>
                <a:ext cx="1177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8DD803F-AF7F-50D2-BA7F-03E3808D1310}"/>
                  </a:ext>
                </a:extLst>
              </p14:cNvPr>
              <p14:cNvContentPartPr/>
              <p14:nvPr/>
            </p14:nvContentPartPr>
            <p14:xfrm>
              <a:off x="7909930" y="773690"/>
              <a:ext cx="357120" cy="290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8DD803F-AF7F-50D2-BA7F-03E3808D13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94450" y="758191"/>
                <a:ext cx="387720" cy="320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EDE4140-0EA7-43E1-D55F-A7B5FC6DDF70}"/>
                  </a:ext>
                </a:extLst>
              </p14:cNvPr>
              <p14:cNvContentPartPr/>
              <p14:nvPr/>
            </p14:nvContentPartPr>
            <p14:xfrm>
              <a:off x="2194570" y="1329530"/>
              <a:ext cx="1083960" cy="2980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EDE4140-0EA7-43E1-D55F-A7B5FC6DDF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79090" y="1314050"/>
                <a:ext cx="111456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CA38B37-384C-68B3-94F7-91C0063B15BC}"/>
                  </a:ext>
                </a:extLst>
              </p14:cNvPr>
              <p14:cNvContentPartPr/>
              <p14:nvPr/>
            </p14:nvContentPartPr>
            <p14:xfrm>
              <a:off x="1765810" y="1516010"/>
              <a:ext cx="111600" cy="399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CA38B37-384C-68B3-94F7-91C0063B15B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50280" y="1500530"/>
                <a:ext cx="142299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F51215B-3BA3-B9BD-FBA0-50460798AD9B}"/>
                  </a:ext>
                </a:extLst>
              </p14:cNvPr>
              <p14:cNvContentPartPr/>
              <p14:nvPr/>
            </p14:nvContentPartPr>
            <p14:xfrm>
              <a:off x="3353410" y="1384970"/>
              <a:ext cx="99720" cy="2304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F51215B-3BA3-B9BD-FBA0-50460798AD9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337874" y="1369514"/>
                <a:ext cx="130431" cy="260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4C0ABAB-030B-225D-B443-C1085B8A237E}"/>
                  </a:ext>
                </a:extLst>
              </p14:cNvPr>
              <p14:cNvContentPartPr/>
              <p14:nvPr/>
            </p14:nvContentPartPr>
            <p14:xfrm>
              <a:off x="3583450" y="1504130"/>
              <a:ext cx="142920" cy="558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4C0ABAB-030B-225D-B443-C1085B8A237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67970" y="1488650"/>
                <a:ext cx="1735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E13151C-4B26-DA6B-CF44-7243256C3B7F}"/>
                  </a:ext>
                </a:extLst>
              </p14:cNvPr>
              <p14:cNvContentPartPr/>
              <p14:nvPr/>
            </p14:nvContentPartPr>
            <p14:xfrm>
              <a:off x="3647170" y="1539770"/>
              <a:ext cx="16200" cy="439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E13151C-4B26-DA6B-CF44-7243256C3B7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631690" y="1524416"/>
                <a:ext cx="46800" cy="74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EDA9616-BFD4-22FF-7BCC-FC356D986CE3}"/>
                  </a:ext>
                </a:extLst>
              </p14:cNvPr>
              <p14:cNvContentPartPr/>
              <p14:nvPr/>
            </p14:nvContentPartPr>
            <p14:xfrm>
              <a:off x="3920770" y="1456250"/>
              <a:ext cx="135360" cy="1393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EDA9616-BFD4-22FF-7BCC-FC356D986CE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905290" y="1440770"/>
                <a:ext cx="1659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57EAD1D-444C-610E-CF64-2766F4E3984D}"/>
                  </a:ext>
                </a:extLst>
              </p14:cNvPr>
              <p14:cNvContentPartPr/>
              <p14:nvPr/>
            </p14:nvContentPartPr>
            <p14:xfrm>
              <a:off x="4274290" y="1357250"/>
              <a:ext cx="992520" cy="2502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57EAD1D-444C-610E-CF64-2766F4E3984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258810" y="1341792"/>
                <a:ext cx="1023120" cy="280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A73BCB7-C7BC-D0AC-D98F-DCFEC52A6476}"/>
                  </a:ext>
                </a:extLst>
              </p14:cNvPr>
              <p14:cNvContentPartPr/>
              <p14:nvPr/>
            </p14:nvContentPartPr>
            <p14:xfrm>
              <a:off x="4187170" y="1333850"/>
              <a:ext cx="110880" cy="3196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A73BCB7-C7BC-D0AC-D98F-DCFEC52A647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71690" y="1318370"/>
                <a:ext cx="1414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51DF736-AC74-25AD-E04C-976F6E944763}"/>
                  </a:ext>
                </a:extLst>
              </p14:cNvPr>
              <p14:cNvContentPartPr/>
              <p14:nvPr/>
            </p14:nvContentPartPr>
            <p14:xfrm>
              <a:off x="5373370" y="1365170"/>
              <a:ext cx="1016280" cy="2487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51DF736-AC74-25AD-E04C-976F6E94476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57885" y="1349690"/>
                <a:ext cx="1046891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A6909009-4B59-C790-76EA-9BD2A95D8674}"/>
                  </a:ext>
                </a:extLst>
              </p14:cNvPr>
              <p14:cNvContentPartPr/>
              <p14:nvPr/>
            </p14:nvContentPartPr>
            <p14:xfrm>
              <a:off x="6845770" y="1400810"/>
              <a:ext cx="1218960" cy="2300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A6909009-4B59-C790-76EA-9BD2A95D867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830285" y="1385354"/>
                <a:ext cx="1249569" cy="260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4612FD3-B00A-7BFD-E0E6-9870B9D25B97}"/>
                  </a:ext>
                </a:extLst>
              </p14:cNvPr>
              <p14:cNvContentPartPr/>
              <p14:nvPr/>
            </p14:nvContentPartPr>
            <p14:xfrm>
              <a:off x="6496570" y="1472090"/>
              <a:ext cx="158760" cy="918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4612FD3-B00A-7BFD-E0E6-9870B9D25B9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81090" y="1456549"/>
                <a:ext cx="189360" cy="1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4655DD2-7FB3-94DB-5EEB-0426B7085125}"/>
                  </a:ext>
                </a:extLst>
              </p14:cNvPr>
              <p14:cNvContentPartPr/>
              <p14:nvPr/>
            </p14:nvContentPartPr>
            <p14:xfrm>
              <a:off x="7187770" y="1444370"/>
              <a:ext cx="162720" cy="2214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4655DD2-7FB3-94DB-5EEB-0426B708512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72290" y="1428865"/>
                <a:ext cx="193320" cy="252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A50BBF17-95EB-5B32-7DC5-48182CC94987}"/>
                  </a:ext>
                </a:extLst>
              </p14:cNvPr>
              <p14:cNvContentPartPr/>
              <p14:nvPr/>
            </p14:nvContentPartPr>
            <p14:xfrm>
              <a:off x="8032690" y="1388930"/>
              <a:ext cx="186840" cy="2617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A50BBF17-95EB-5B32-7DC5-48182CC9498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17210" y="1373471"/>
                <a:ext cx="217440" cy="292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1B64082-EFFF-49CD-1EF3-B800C2E62287}"/>
                  </a:ext>
                </a:extLst>
              </p14:cNvPr>
              <p14:cNvContentPartPr/>
              <p14:nvPr/>
            </p14:nvContentPartPr>
            <p14:xfrm>
              <a:off x="8270650" y="1436450"/>
              <a:ext cx="115560" cy="1868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1B64082-EFFF-49CD-1EF3-B800C2E6228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255122" y="1420970"/>
                <a:ext cx="146256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E0C75A64-5070-4F2E-020B-17607F20796F}"/>
                  </a:ext>
                </a:extLst>
              </p14:cNvPr>
              <p14:cNvContentPartPr/>
              <p14:nvPr/>
            </p14:nvContentPartPr>
            <p14:xfrm>
              <a:off x="4081330" y="1686650"/>
              <a:ext cx="1034640" cy="4723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E0C75A64-5070-4F2E-020B-17607F20796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065845" y="1671170"/>
                <a:ext cx="1065251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851171A-5B47-7A8D-3106-F9E343642E2D}"/>
                  </a:ext>
                </a:extLst>
              </p14:cNvPr>
              <p14:cNvContentPartPr/>
              <p14:nvPr/>
            </p14:nvContentPartPr>
            <p14:xfrm>
              <a:off x="1184410" y="2468210"/>
              <a:ext cx="534240" cy="1753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851171A-5B47-7A8D-3106-F9E343642E2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68930" y="2452698"/>
                <a:ext cx="564840" cy="205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D43F93C-09F0-6E36-1408-BED735E06759}"/>
                  </a:ext>
                </a:extLst>
              </p14:cNvPr>
              <p14:cNvContentPartPr/>
              <p14:nvPr/>
            </p14:nvContentPartPr>
            <p14:xfrm>
              <a:off x="547570" y="2524010"/>
              <a:ext cx="234360" cy="1166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D43F93C-09F0-6E36-1408-BED735E0675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2114" y="2508578"/>
                <a:ext cx="264913" cy="147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98A12F7-8AE4-7937-D7E7-292A5C7DE47F}"/>
                  </a:ext>
                </a:extLst>
              </p14:cNvPr>
              <p14:cNvContentPartPr/>
              <p14:nvPr/>
            </p14:nvContentPartPr>
            <p14:xfrm>
              <a:off x="1881010" y="2555690"/>
              <a:ext cx="123480" cy="558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98A12F7-8AE4-7937-D7E7-292A5C7DE47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65530" y="2540210"/>
                <a:ext cx="1540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22A0923-A227-756C-DB6E-5FA4B3C60673}"/>
                  </a:ext>
                </a:extLst>
              </p14:cNvPr>
              <p14:cNvContentPartPr/>
              <p14:nvPr/>
            </p14:nvContentPartPr>
            <p14:xfrm>
              <a:off x="2171170" y="2381090"/>
              <a:ext cx="1166760" cy="2502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22A0923-A227-756C-DB6E-5FA4B3C6067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155690" y="2365632"/>
                <a:ext cx="1197360" cy="280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B1C7D5B0-9FD6-6B84-F703-6CC2B017D06E}"/>
                  </a:ext>
                </a:extLst>
              </p14:cNvPr>
              <p14:cNvContentPartPr/>
              <p14:nvPr/>
            </p14:nvContentPartPr>
            <p14:xfrm>
              <a:off x="3408850" y="2432570"/>
              <a:ext cx="119520" cy="1908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B1C7D5B0-9FD6-6B84-F703-6CC2B017D06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93370" y="2417090"/>
                <a:ext cx="1501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47BE1B62-98A6-AFAD-43C0-B8DEACF94A38}"/>
                  </a:ext>
                </a:extLst>
              </p14:cNvPr>
              <p14:cNvContentPartPr/>
              <p14:nvPr/>
            </p14:nvContentPartPr>
            <p14:xfrm>
              <a:off x="4131730" y="2369210"/>
              <a:ext cx="1579320" cy="2743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47BE1B62-98A6-AFAD-43C0-B8DEACF94A3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116250" y="2353750"/>
                <a:ext cx="1609920" cy="3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6925A51A-C655-16B7-2185-93461E36A5EA}"/>
                  </a:ext>
                </a:extLst>
              </p14:cNvPr>
              <p14:cNvContentPartPr/>
              <p14:nvPr/>
            </p14:nvContentPartPr>
            <p14:xfrm>
              <a:off x="3771730" y="2527970"/>
              <a:ext cx="171000" cy="795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6925A51A-C655-16B7-2185-93461E36A5E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56250" y="2512560"/>
                <a:ext cx="201600" cy="110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C98A87E5-D015-DC91-3A03-2679D7EE878B}"/>
                  </a:ext>
                </a:extLst>
              </p14:cNvPr>
              <p14:cNvContentPartPr/>
              <p14:nvPr/>
            </p14:nvContentPartPr>
            <p14:xfrm>
              <a:off x="5776210" y="2428610"/>
              <a:ext cx="125640" cy="1789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C98A87E5-D015-DC91-3A03-2679D7EE878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60730" y="2413130"/>
                <a:ext cx="1562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29A96ECD-8B5E-22C7-35C3-888DEFD43EF9}"/>
                  </a:ext>
                </a:extLst>
              </p14:cNvPr>
              <p14:cNvContentPartPr/>
              <p14:nvPr/>
            </p14:nvContentPartPr>
            <p14:xfrm>
              <a:off x="4083490" y="2766650"/>
              <a:ext cx="1740960" cy="106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29A96ECD-8B5E-22C7-35C3-888DEFD43EF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068010" y="2751170"/>
                <a:ext cx="177156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6055776E-2758-7D01-7267-126B87DE2C46}"/>
                  </a:ext>
                </a:extLst>
              </p14:cNvPr>
              <p14:cNvContentPartPr/>
              <p14:nvPr/>
            </p14:nvContentPartPr>
            <p14:xfrm>
              <a:off x="4059730" y="3016490"/>
              <a:ext cx="1409400" cy="1785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6055776E-2758-7D01-7267-126B87DE2C4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044246" y="3000979"/>
                <a:ext cx="1440008" cy="209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8B531ABD-1655-10E1-7C0D-CECE265DF3F9}"/>
                  </a:ext>
                </a:extLst>
              </p14:cNvPr>
              <p14:cNvContentPartPr/>
              <p14:nvPr/>
            </p14:nvContentPartPr>
            <p14:xfrm>
              <a:off x="3976570" y="3246170"/>
              <a:ext cx="1480680" cy="122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8B531ABD-1655-10E1-7C0D-CECE265DF3F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961090" y="3230690"/>
                <a:ext cx="15112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B4C99B8A-01DD-B7D6-CF62-0A41C1FBCE40}"/>
                  </a:ext>
                </a:extLst>
              </p14:cNvPr>
              <p14:cNvContentPartPr/>
              <p14:nvPr/>
            </p14:nvContentPartPr>
            <p14:xfrm>
              <a:off x="5663170" y="2929370"/>
              <a:ext cx="1181520" cy="2919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B4C99B8A-01DD-B7D6-CF62-0A41C1FBCE4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647685" y="2913909"/>
                <a:ext cx="1212129" cy="3225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CAE4E2EE-D259-A9DD-38E8-B8E004AF358C}"/>
                  </a:ext>
                </a:extLst>
              </p14:cNvPr>
              <p14:cNvContentPartPr/>
              <p14:nvPr/>
            </p14:nvContentPartPr>
            <p14:xfrm>
              <a:off x="8111890" y="2988410"/>
              <a:ext cx="586080" cy="1731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CAE4E2EE-D259-A9DD-38E8-B8E004AF358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096400" y="2972930"/>
                <a:ext cx="616699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B8777813-8846-62D5-FFF9-94517E379632}"/>
                  </a:ext>
                </a:extLst>
              </p14:cNvPr>
              <p14:cNvContentPartPr/>
              <p14:nvPr/>
            </p14:nvContentPartPr>
            <p14:xfrm>
              <a:off x="6972850" y="3028010"/>
              <a:ext cx="948960" cy="22644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B8777813-8846-62D5-FFF9-94517E37963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957364" y="3012555"/>
                <a:ext cx="979572" cy="256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D57A893E-0419-52C4-2553-5EBD392D597C}"/>
                  </a:ext>
                </a:extLst>
              </p14:cNvPr>
              <p14:cNvContentPartPr/>
              <p14:nvPr/>
            </p14:nvContentPartPr>
            <p14:xfrm>
              <a:off x="3948850" y="3512210"/>
              <a:ext cx="440640" cy="2055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D57A893E-0419-52C4-2553-5EBD392D597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933383" y="3496757"/>
                <a:ext cx="471215" cy="236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4EA0B96A-E556-CAD0-1C6C-1AA3437FF8A3}"/>
                  </a:ext>
                </a:extLst>
              </p14:cNvPr>
              <p14:cNvContentPartPr/>
              <p14:nvPr/>
            </p14:nvContentPartPr>
            <p14:xfrm>
              <a:off x="4524130" y="3440570"/>
              <a:ext cx="1377360" cy="32580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4EA0B96A-E556-CAD0-1C6C-1AA3437FF8A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508650" y="3425090"/>
                <a:ext cx="140796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BF410968-4F27-9D35-F79A-1EE325CE595C}"/>
                  </a:ext>
                </a:extLst>
              </p14:cNvPr>
              <p14:cNvContentPartPr/>
              <p14:nvPr/>
            </p14:nvContentPartPr>
            <p14:xfrm>
              <a:off x="3877210" y="4026290"/>
              <a:ext cx="1083960" cy="22824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BF410968-4F27-9D35-F79A-1EE325CE595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861725" y="4010810"/>
                <a:ext cx="111457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5E084BA0-6618-3B93-00C0-274CCA7623A5}"/>
                  </a:ext>
                </a:extLst>
              </p14:cNvPr>
              <p14:cNvContentPartPr/>
              <p14:nvPr/>
            </p14:nvContentPartPr>
            <p14:xfrm>
              <a:off x="6056290" y="3428690"/>
              <a:ext cx="2563920" cy="29016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5E084BA0-6618-3B93-00C0-274CCA7623A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040812" y="3413210"/>
                <a:ext cx="2594516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FDB4FD47-6A1C-D8EB-C866-DEC6996C87D8}"/>
                  </a:ext>
                </a:extLst>
              </p14:cNvPr>
              <p14:cNvContentPartPr/>
              <p14:nvPr/>
            </p14:nvContentPartPr>
            <p14:xfrm>
              <a:off x="5135410" y="3996410"/>
              <a:ext cx="91080" cy="23040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FDB4FD47-6A1C-D8EB-C866-DEC6996C87D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19991" y="3980954"/>
                <a:ext cx="121560" cy="260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CB1D0C98-0C0A-2F3F-6957-5B4C7C6CE57D}"/>
                  </a:ext>
                </a:extLst>
              </p14:cNvPr>
              <p14:cNvContentPartPr/>
              <p14:nvPr/>
            </p14:nvContentPartPr>
            <p14:xfrm>
              <a:off x="5655250" y="3897050"/>
              <a:ext cx="1210680" cy="46476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CB1D0C98-0C0A-2F3F-6957-5B4C7C6CE57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639770" y="3881582"/>
                <a:ext cx="1241280" cy="495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6061AFBF-5F4F-9676-16D1-3F9E472443FF}"/>
                  </a:ext>
                </a:extLst>
              </p14:cNvPr>
              <p14:cNvContentPartPr/>
              <p14:nvPr/>
            </p14:nvContentPartPr>
            <p14:xfrm>
              <a:off x="7151770" y="3976970"/>
              <a:ext cx="1379520" cy="3531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6061AFBF-5F4F-9676-16D1-3F9E472443F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136286" y="3961490"/>
                <a:ext cx="1410128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8CB79355-B49C-FB41-F717-71962E38A52B}"/>
                  </a:ext>
                </a:extLst>
              </p14:cNvPr>
              <p14:cNvContentPartPr/>
              <p14:nvPr/>
            </p14:nvContentPartPr>
            <p14:xfrm>
              <a:off x="2115010" y="2793650"/>
              <a:ext cx="1424880" cy="31824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8CB79355-B49C-FB41-F717-71962E38A52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099526" y="2778152"/>
                <a:ext cx="1455488" cy="348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360CD75B-7C9F-1B45-2396-342F2B8CF4D9}"/>
                  </a:ext>
                </a:extLst>
              </p14:cNvPr>
              <p14:cNvContentPartPr/>
              <p14:nvPr/>
            </p14:nvContentPartPr>
            <p14:xfrm>
              <a:off x="694450" y="3039890"/>
              <a:ext cx="472680" cy="13428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360CD75B-7C9F-1B45-2396-342F2B8CF4D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78970" y="3024451"/>
                <a:ext cx="503280" cy="164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E4F7E837-2FC9-D6DE-01CE-181DE72ADA24}"/>
                  </a:ext>
                </a:extLst>
              </p14:cNvPr>
              <p14:cNvContentPartPr/>
              <p14:nvPr/>
            </p14:nvContentPartPr>
            <p14:xfrm>
              <a:off x="400690" y="3504290"/>
              <a:ext cx="1671120" cy="23832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E4F7E837-2FC9-D6DE-01CE-181DE72ADA2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5213" y="3488833"/>
                <a:ext cx="1701713" cy="268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9021884F-E455-CB11-1BC3-18278A09BA3B}"/>
                  </a:ext>
                </a:extLst>
              </p14:cNvPr>
              <p14:cNvContentPartPr/>
              <p14:nvPr/>
            </p14:nvContentPartPr>
            <p14:xfrm>
              <a:off x="1238050" y="2992370"/>
              <a:ext cx="583920" cy="19080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9021884F-E455-CB11-1BC3-18278A09BA3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222560" y="2976890"/>
                <a:ext cx="614539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B2B8B177-D71A-54C9-C067-7F48FD8263D7}"/>
                  </a:ext>
                </a:extLst>
              </p14:cNvPr>
              <p14:cNvContentPartPr/>
              <p14:nvPr/>
            </p14:nvContentPartPr>
            <p14:xfrm>
              <a:off x="2281690" y="3528050"/>
              <a:ext cx="853920" cy="15516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B2B8B177-D71A-54C9-C067-7F48FD8263D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266203" y="3512570"/>
                <a:ext cx="884533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C215CB29-9530-C985-9F89-147D882CDF7D}"/>
                  </a:ext>
                </a:extLst>
              </p14:cNvPr>
              <p14:cNvContentPartPr/>
              <p14:nvPr/>
            </p14:nvContentPartPr>
            <p14:xfrm>
              <a:off x="3512170" y="3012170"/>
              <a:ext cx="167040" cy="127800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C215CB29-9530-C985-9F89-147D882CDF7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496723" y="2996694"/>
                <a:ext cx="197574" cy="13085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6C4F53FB-E0D8-E8B5-453D-52EF0B96E519}"/>
                  </a:ext>
                </a:extLst>
              </p14:cNvPr>
              <p14:cNvContentPartPr/>
              <p14:nvPr/>
            </p14:nvContentPartPr>
            <p14:xfrm>
              <a:off x="293410" y="3996410"/>
              <a:ext cx="1694880" cy="24840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6C4F53FB-E0D8-E8B5-453D-52EF0B96E51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77927" y="3980952"/>
                <a:ext cx="1725487" cy="2789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041E50DE-65F6-C42D-2053-6876CF2728CD}"/>
                  </a:ext>
                </a:extLst>
              </p14:cNvPr>
              <p14:cNvContentPartPr/>
              <p14:nvPr/>
            </p14:nvContentPartPr>
            <p14:xfrm>
              <a:off x="1206370" y="4476650"/>
              <a:ext cx="1576440" cy="23436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041E50DE-65F6-C42D-2053-6876CF2728C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90890" y="4461194"/>
                <a:ext cx="1607040" cy="264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AF8212F1-7393-F1E6-2DCA-368DB381ABF2}"/>
                  </a:ext>
                </a:extLst>
              </p14:cNvPr>
              <p14:cNvContentPartPr/>
              <p14:nvPr/>
            </p14:nvContentPartPr>
            <p14:xfrm>
              <a:off x="1004050" y="4369370"/>
              <a:ext cx="1920960" cy="43668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AF8212F1-7393-F1E6-2DCA-368DB381ABF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88573" y="4353890"/>
                <a:ext cx="1951554" cy="46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385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EFD7FF-D2B5-C86B-77BD-ACC3DC6A596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3893958" cy="3650177"/>
          </a:xfrm>
        </p:spPr>
        <p:txBody>
          <a:bodyPr/>
          <a:lstStyle/>
          <a:p>
            <a:r>
              <a:rPr lang="en-US"/>
              <a:t>Bias is a measure of accuracy of our predictions.</a:t>
            </a:r>
          </a:p>
          <a:p>
            <a:r>
              <a:rPr lang="en-US"/>
              <a:t>Variance is a measure of consistency of predictions (and the nonlinearity/waviness of our prediction function)</a:t>
            </a:r>
          </a:p>
          <a:p>
            <a:r>
              <a:rPr lang="en-US"/>
              <a:t>Errors in machine learning are generally a combination of the effects of bias and variance.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8CF0AF-187A-1B4B-8ADD-9848CF38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Variance-Bias Trade-off</a:t>
            </a:r>
          </a:p>
        </p:txBody>
      </p:sp>
      <p:pic>
        <p:nvPicPr>
          <p:cNvPr id="4" name="Graphic 3" descr="Bias–variance tradeoff - Wikipedia">
            <a:extLst>
              <a:ext uri="{FF2B5EF4-FFF2-40B4-BE49-F238E27FC236}">
                <a16:creationId xmlns:a16="http://schemas.microsoft.com/office/drawing/2014/main" id="{1DF19F5D-80FB-2B2E-4002-FC09D0D55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4435" y="1304402"/>
            <a:ext cx="46863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7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9D9C3A-0E6B-3418-558F-517EA2BE6B7D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629736"/>
            <a:ext cx="8318119" cy="3650177"/>
          </a:xfrm>
        </p:spPr>
        <p:txBody>
          <a:bodyPr/>
          <a:lstStyle/>
          <a:p>
            <a:r>
              <a:rPr lang="en-US"/>
              <a:t>As models get more complex and nonlinear, we move from high bias models, to high variance models.</a:t>
            </a:r>
          </a:p>
          <a:p>
            <a:r>
              <a:rPr lang="en-US"/>
              <a:t>Usually, weak models </a:t>
            </a:r>
            <a:r>
              <a:rPr lang="en-US">
                <a:sym typeface="Wingdings" pitchFamily="2" charset="2"/>
              </a:rPr>
              <a:t> high bias  underfitting the data (we are not following the shape of the data well).</a:t>
            </a:r>
          </a:p>
          <a:p>
            <a:r>
              <a:rPr lang="en-US">
                <a:sym typeface="Wingdings" pitchFamily="2" charset="2"/>
              </a:rPr>
              <a:t>Very powerful models  high variance  overfitting the data (we are tracing the data too much and may be over-representing the effects of noise and uncertainty.</a:t>
            </a:r>
          </a:p>
          <a:p>
            <a:endParaRPr lang="en-US">
              <a:sym typeface="Wingdings" pitchFamily="2" charset="2"/>
            </a:endParaRPr>
          </a:p>
          <a:p>
            <a:r>
              <a:rPr lang="en-US">
                <a:sym typeface="Wingdings" pitchFamily="2" charset="2"/>
              </a:rPr>
              <a:t>There is a sweet spot!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3E2930-F221-DEF5-38F5-72BF7BCE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Variance-Bias Trade-off</a:t>
            </a:r>
          </a:p>
        </p:txBody>
      </p:sp>
      <p:pic>
        <p:nvPicPr>
          <p:cNvPr id="4" name="Picture 3" descr="Bias-Variance Tradeoff – ML with Ramin">
            <a:extLst>
              <a:ext uri="{FF2B5EF4-FFF2-40B4-BE49-F238E27FC236}">
                <a16:creationId xmlns:a16="http://schemas.microsoft.com/office/drawing/2014/main" id="{C70C52B2-8781-C1CC-F6EC-0C230A4A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719" y="2784090"/>
            <a:ext cx="49530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6359558-3F6A-E922-E389-3FB206BC75C8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/>
                  <a:t>In reality,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is treated as a random variable as there is a sense of stochasticity (due to noise or uncertainty). In this case, the bias-variance decomposition becomes: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irreducible error is a function of the variance of the real output (how consistently do you get to the same output with the same input)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6359558-3F6A-E922-E389-3FB206BC7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33" t="-836" r="-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0F85DC1-3155-8622-439E-821410A6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Variable as a RV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2F8EED-3521-67F9-E600-49D2B039D2D5}"/>
              </a:ext>
            </a:extLst>
          </p:cNvPr>
          <p:cNvGrpSpPr/>
          <p:nvPr/>
        </p:nvGrpSpPr>
        <p:grpSpPr>
          <a:xfrm>
            <a:off x="3271962" y="2583385"/>
            <a:ext cx="1387502" cy="688540"/>
            <a:chOff x="3271962" y="2583385"/>
            <a:chExt cx="1387502" cy="688540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B16E0051-6A58-E677-42DC-E3BB9AD1593F}"/>
                </a:ext>
              </a:extLst>
            </p:cNvPr>
            <p:cNvSpPr/>
            <p:nvPr/>
          </p:nvSpPr>
          <p:spPr>
            <a:xfrm rot="16200000">
              <a:off x="3818613" y="2036734"/>
              <a:ext cx="294199" cy="1387502"/>
            </a:xfrm>
            <a:prstGeom prst="leftBrac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37CE68-15AC-FB2D-686A-E7569DF67263}"/>
                </a:ext>
              </a:extLst>
            </p:cNvPr>
            <p:cNvSpPr txBox="1"/>
            <p:nvPr/>
          </p:nvSpPr>
          <p:spPr bwMode="auto">
            <a:xfrm>
              <a:off x="3442773" y="2877585"/>
              <a:ext cx="1019979" cy="39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r>
                <a:rPr lang="en-US" sz="2800">
                  <a:solidFill>
                    <a:srgbClr val="29551A"/>
                  </a:solidFill>
                </a:rPr>
                <a:t>Variance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0B95E1-C8CF-BA65-FC95-9101CE674E7B}"/>
              </a:ext>
            </a:extLst>
          </p:cNvPr>
          <p:cNvGrpSpPr/>
          <p:nvPr/>
        </p:nvGrpSpPr>
        <p:grpSpPr>
          <a:xfrm>
            <a:off x="4935110" y="2583386"/>
            <a:ext cx="1298137" cy="688539"/>
            <a:chOff x="4935110" y="2583386"/>
            <a:chExt cx="1298137" cy="688539"/>
          </a:xfrm>
        </p:grpSpPr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35F95DAC-56D4-CB54-FAF3-1F39F74E0311}"/>
                </a:ext>
              </a:extLst>
            </p:cNvPr>
            <p:cNvSpPr/>
            <p:nvPr/>
          </p:nvSpPr>
          <p:spPr>
            <a:xfrm rot="16200000">
              <a:off x="5397612" y="2120884"/>
              <a:ext cx="294199" cy="1219203"/>
            </a:xfrm>
            <a:prstGeom prst="leftBrac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043CC8-DCD7-D6AA-BAAE-E54A17384654}"/>
                </a:ext>
              </a:extLst>
            </p:cNvPr>
            <p:cNvSpPr txBox="1"/>
            <p:nvPr/>
          </p:nvSpPr>
          <p:spPr bwMode="auto">
            <a:xfrm>
              <a:off x="5213268" y="2877585"/>
              <a:ext cx="1019979" cy="39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r>
                <a:rPr lang="en-US" sz="2800">
                  <a:solidFill>
                    <a:srgbClr val="29551A"/>
                  </a:solidFill>
                </a:rPr>
                <a:t>Bias</a:t>
              </a:r>
              <a:r>
                <a:rPr lang="en-US" sz="2800" baseline="30000">
                  <a:solidFill>
                    <a:srgbClr val="29551A"/>
                  </a:solidFill>
                </a:rPr>
                <a:t>2</a:t>
              </a:r>
              <a:endParaRPr lang="en-US" sz="2800">
                <a:solidFill>
                  <a:srgbClr val="29551A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476C5D-A39A-2940-5766-95603FB54B99}"/>
              </a:ext>
            </a:extLst>
          </p:cNvPr>
          <p:cNvGrpSpPr/>
          <p:nvPr/>
        </p:nvGrpSpPr>
        <p:grpSpPr>
          <a:xfrm>
            <a:off x="6429959" y="2583385"/>
            <a:ext cx="1019979" cy="688540"/>
            <a:chOff x="6429959" y="2583385"/>
            <a:chExt cx="1019979" cy="688540"/>
          </a:xfrm>
        </p:grpSpPr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8CCFCABA-2A3E-807C-2A0A-373C82DE2FC0}"/>
                </a:ext>
              </a:extLst>
            </p:cNvPr>
            <p:cNvSpPr/>
            <p:nvPr/>
          </p:nvSpPr>
          <p:spPr>
            <a:xfrm rot="16200000">
              <a:off x="6455136" y="2558209"/>
              <a:ext cx="294199" cy="344552"/>
            </a:xfrm>
            <a:prstGeom prst="leftBrac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4E1387-4319-A3C1-7634-2B49B597245B}"/>
                </a:ext>
              </a:extLst>
            </p:cNvPr>
            <p:cNvSpPr txBox="1"/>
            <p:nvPr/>
          </p:nvSpPr>
          <p:spPr bwMode="auto">
            <a:xfrm>
              <a:off x="6429959" y="2877585"/>
              <a:ext cx="1019979" cy="39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r>
                <a:rPr lang="en-US" sz="2800">
                  <a:solidFill>
                    <a:srgbClr val="29551A"/>
                  </a:solidFill>
                </a:rPr>
                <a:t>Irreducible error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648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Materials from this slides (slide 6 – 10) used Machine Learning, A First Course for Engineers and Scientists by Lindholm et. al (March 4</a:t>
            </a:r>
            <a:r>
              <a:rPr lang="en-US" baseline="30000"/>
              <a:t>th</a:t>
            </a:r>
            <a:r>
              <a:rPr lang="en-US"/>
              <a:t>, 2026 version), section 4.4 as a reference. Access to this document is free at the publishers’ GitHub page.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Macintosh PowerPoint</Application>
  <PresentationFormat>On-screen Show (16:9)</PresentationFormat>
  <Paragraphs>52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Palatino Linotype</vt:lpstr>
      <vt:lpstr>Wingdings</vt:lpstr>
      <vt:lpstr>CP_ppt_standard_v1</vt:lpstr>
      <vt:lpstr>Concepts in Supervised Learning</vt:lpstr>
      <vt:lpstr>Overview</vt:lpstr>
      <vt:lpstr>Statistics and Probabilities</vt:lpstr>
      <vt:lpstr>Statistics and Probability</vt:lpstr>
      <vt:lpstr>General Assumptions in Supervised Learning</vt:lpstr>
      <vt:lpstr>Variance-Bias Decomposition</vt:lpstr>
      <vt:lpstr>Variance-Bias Decomposition</vt:lpstr>
      <vt:lpstr>Variance-Bias Trade-off</vt:lpstr>
      <vt:lpstr>Variance-Bias Trade-off</vt:lpstr>
      <vt:lpstr>Output Variable as a RV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</cp:revision>
  <dcterms:modified xsi:type="dcterms:W3CDTF">2026-09-15T21:16:59Z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