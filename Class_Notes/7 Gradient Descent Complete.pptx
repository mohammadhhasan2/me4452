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notesSlides/notesSlide3.xml" ContentType="application/vnd.openxmlformats-officedocument.presentationml.notesSlide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1"/>
  </p:notesMasterIdLst>
  <p:sldIdLst>
    <p:sldId id="315" r:id="rId2"/>
    <p:sldId id="363" r:id="rId3"/>
    <p:sldId id="364" r:id="rId4"/>
    <p:sldId id="343" r:id="rId5"/>
    <p:sldId id="353" r:id="rId6"/>
    <p:sldId id="365" r:id="rId7"/>
    <p:sldId id="366" r:id="rId8"/>
    <p:sldId id="367" r:id="rId9"/>
    <p:sldId id="368" r:id="rId10"/>
    <p:sldId id="370" r:id="rId11"/>
    <p:sldId id="371" r:id="rId12"/>
    <p:sldId id="369" r:id="rId13"/>
    <p:sldId id="376" r:id="rId14"/>
    <p:sldId id="373" r:id="rId15"/>
    <p:sldId id="372" r:id="rId16"/>
    <p:sldId id="375" r:id="rId17"/>
    <p:sldId id="374" r:id="rId18"/>
    <p:sldId id="362" r:id="rId19"/>
    <p:sldId id="360" r:id="rId20"/>
  </p:sldIdLst>
  <p:sldSz cx="9144000" cy="5143500" type="screen16x9"/>
  <p:notesSz cx="9236075" cy="7010400"/>
  <p:custDataLst>
    <p:tags r:id="rId2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61960-CB5F-F240-9C03-F1F734BAB5FA}" v="86" dt="2026-09-25T17:09:30.059"/>
    <p1510:client id="{E732F092-FB51-4C4F-BB6B-54A6AE2BF7CF}" v="341" dt="2026-09-25T17:08:27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1027"/>
  </p:normalViewPr>
  <p:slideViewPr>
    <p:cSldViewPr snapToGrid="0">
      <p:cViewPr>
        <p:scale>
          <a:sx n="200" d="100"/>
          <a:sy n="200" d="100"/>
        </p:scale>
        <p:origin x="-1120" y="-7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0:53.0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125 1 7231,'-5'4'986,"0"1"-971,5 5 1,0-1 16,0 1 1,0 0-1,0 3 1,0-1-1,0 4 1,0-4-12,0 4 0,0-1-15,0 1 1,0 2 25,0-2 1,0 2-18,0 1 0,0 1-68,0 3 1,0-2 44,0 4 1,0-3-8,0 0 1,0-2 7,0-1 0,0 1-4,0 3 1,0-4-1,0 0 0,0 0-1,0-3 1,0 2-10,0 1 1,0-1-4,0-2 0,0 2-84,0-2 0,0 2 66,0 1 0,0-1-6,0-2 1,0 2 21,0-2 1,0-1-1,0 1 0,0 0 0,0 3 0,0-3-1,0 0 0,0-2-13,0 5 1,0-5 4,0 5 1,0-2-19,0 2 0,0 0 28,0 0 1,0-1-1,0-2 0,0 2 25,0-2 1,0 2 1,0 1 0,0 0 3,0 0 0,0 1 8,0-1 0,0 1-7,0 2 1,0-2 8,0 3 0,0-3-4,0-1 1,0 4 2,0 3 1,0-3-7,0-1 1,0 2-8,0-2 1,0 1-1,0 0 0,0-3-1,0 2 0,0-2 0,0-1 0,0 4 0,0-1 0,0 0-1,0-3 0,0 1-45,0-1 0,0 0-6,0 0 1,0 1 7,0 2 1,0-1 26,0 1 1,0 2-24,0 2 1,0-3 36,0-1 1,0 2-4,0-2 1,0 5-5,0-2 1,0-2 4,0 0 0,0 0 10,0-1 1,0 4 11,0-4 1,0 4 20,0-4 1,0 0-38,0-3 0,0 0 3,0 1 0,0-1-44,0 0 1,0 0-6,0 0 1,0 1 41,0 2 1,0-1-4,0 1 0,0-2 10,0-1 0,0 4-4,0-1 0,0 0 2,0-3 1,-1 0-7,-2 0 1,2 1 5,-2-1 0,2 0 7,1 0 0,0 0-3,0 0 1,0 0-7,0 0 0,0-3 0,0 0 0,0 0 0,0 3 0,-1 0 0,-2 0 0,1 1-1,-1-1 1,2 0 2,1 0 1,0 0-1,0 0 1,0-3 2,0 0 1,0 0 0,0 3 0,-1 0-6,-2 0 1,2 0 1,-2 0 1,2 1-39,1-1 0,0 0-7,0 0 1,0 1-91,0 2 1,0-1 91,0 1 1,0 1-7,0 0 0,0-1 40,0-3 0,0 3 4,0 1 0,0-1-4,0-3 1,0 0 4,0 0 1,0 0 49,0 0 1,-1 0-39,-3 1 0,3-1 4,-2 0 0,2 0-15,1 0 0,0 0-5,0 0 1,0 0-13,0 0 0,0 2-3,0 1 0,0-2 14,0 2 0,0-1-5,0-2 0,0 0 107,0 0 1,0 1-59,0 2 1,0-1 10,0 1 0,0-1 19,0 1 0,0-1 8,0 1 1,0-2-51,0-1 0,0 0 1,0 0 1,0 1-104,0-1 0,0 0 108,0 0 1,0 0-46,0 0 0,0 0 4,0 0 0,0-3-9,0 0 0,0 0 23,0 3 0,0 0-2,0 0 0,0-3 16,0 0 0,0 0 7,0 3 0,0-3-19,0 0 1,0-1 9,0 1 0,-3 1 11,0-4 1,0 3-28,3-4 0,0 4 0,0-3 0,0 3-25,0-3 1,0 0-8,0 0 0,0-2 5,0 2 1,0-3-9,0 0 1,0 2 10,0 1 1,0 1-5,0-1 0,0-2 18,0 5 1,0-3-26,0 3 1,0-1-5,0 1 1,0 2-5,0-2 0,0-1-4,0 1 0,-4-4 5,1 4 0,0-3-2,3 3 1,0-4 70,0 0 0,-3-1-60,0-1 0,-1-1 35,4 1 1,0-1-54,0 1 0,-3-1-52,0 1 33,0-1 1,3 1-4,0 0 0,0-1 50,0 1 1,0-1 22,0 1 0,0-1 0,0 1 0,0-1 0,0 1 0,0 0 0,0-1 0,0 4-14,0 0 0,0 0-8,0 0 0,-1-2 21,-2 1 1,2-1 5,-3-1 1,3 2-6,1 1 0,-4 4 0,-1-2 0</inkml:trace>
  <inkml:trace contextRef="#ctx0" brushRef="#br0" timeOffset="105">10 5428 6998,'-5'10'-1080,"1"-4"951,4 1 129,0-5 0,4-7 0,1-5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00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 87 7755,'0'6'236,"0"1"1,0-1-189,0 4 0,0 0 5,0 3 1,0-2-99,0 1 1,0 2 67,0-1 0,0 0-89,0-4 0,3 4 16,0 0 0,0-1 24,-3-2 1,0-4 25,0 1 1,0-4-8,0 3-24,0-4 16,0 3-31,0-5 21,0-5 0,-3 0 11,0-4 0,0-2 32,3-2 1,-1 2 1,-3-5 1,3 3-12,-2-3 1,2 3 3,1-3 0,-3 0 2,0-3 1,0 3 4,3 0 1,0 1 36,0 0 1,0-2 86,0 4 1,0 3-1,0 4 1,0 3 129,0-4 123,0 5-273,0 6 0,0 7 86,0 8 1,0 1-66,0 3 1,0-2 8,0 4 1,3 1-52,0 3 1,0-1-75,-3 1 1,0 0-77,0-1 1,1 1 69,2 0 0,-2-4-94,3 1 0,-3-5 78,-1 1 1,0-2-76,0-1 0,0-4 13,0-2-56,-5-2 0,4-5-131,-2 0 171,2-4 0,1 2-138,0-8 1,0-1 119,0-4 1,0-2-17,0-2 1,0 2 63,0-5 1,0-1-1,0-6 0,-3 3 7,0-2 0,0-2 91,3 2 1,0-4 9,0 0 1,-4 2-93,1-2 1,0 1 46,3-4 1,0 4-11,0-1 0,0 5 5,0-1 1,0 2 15,0 5 0,0 1 182,0 4-80,0 1-53,0 3 0,0 6 102,0 7 1,3 5-118,0 4 0,1 2-15,-4 2 0,0 3 37,0 2 1,0 2 3,0-2 0,0 3 1,0-3 1,0 5-9,0-1 1,0 2-58,0-6 1,0 0 3,0 0 0,0-1-98,0 2 1,0-4-1,0-6 0,0 1-224,0-4 181,0 0-139,0-4 151,0-3 1,3-3-125,0-6 0,0-3 60,-3-3 0,0-2 4,0-2 1,0-2 43,0-4 1,0-1 46,0-2 0,0 1 93,0-5 1,-3 1-26,0-4 0,-4-1 155,4-2 1,-1 2-116,1-5 0,2 1-33,-2-1 1,-2 2 6,2 4 1,0 5 100,3 1 0,0 7 58,0 4-121,0 5-22,0 3 0,0 5 52,0 2 1,3 3 124,0 3 0,0 5-129,-3 2 1,0 5 6,0 1 1,4 5-8,-1-2 0,0 4 10,-3 3 0,3-2-13,0 1 0,1-1 18,-4-1 0,3 0-3,0-1 1,0 1-3,-3 0-1,0-4 2,0 1 1,0-5 0,0 1 1,0-3 0,0-3 1,0-2-11,0-5 1,0 1 3,0 0 0,0-4-34,0 0 0,0-3-78,0 4 0,0-4-127,0 3 6,0-3-134,0 1-397,0-4 668,4 0-99,-3 0-6,4 0 395,-5 0-227,0 4 46,0-3 8,0 8-21,0-8-68,0 3 1,0-3 23,0 2-43,0-2 5,0 3-25,0 1-18,0-4 5,0 7 7,0-7 0,-4 5-140,1-3 0,0-2-237,3 3-1468,0-4 716,-4 0-409,3 0 1563,-3 0 0,4-25 0,0-7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03.4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96 8583,'6'5'475,"2"-1"-413,-2-4 0,3 0-12,1 0 0,-1 0-29,1 0 0,-1 0 47,1 0 0,1 0-80,1 0 0,0 0 35,4 0 0,-1 0-14,1 0 1,2 0-18,-2 0 1,-1-3-3,0 0 0,1 0 15,3 3 1,-3 0-9,0 0 0,-1 0-35,1 0 1,2 0 97,-2 0 1,-1 0 4,1 0 1,-3-4-19,3 1 1,-1 0 7,5 3 1,-4 0-46,-1 0 0,-2-1 6,3-2 1,0 2 15,3-2 1,-3 2-1,0 1 1,0 0-45,3 0 0,0 0 19,0 0 0,0 0-52,0 0 0,1 0 34,-1 0 0,0 0-2,0 0 0,0 0-11,0 0 0,-3 0-2,0 0 1,0 0-3,3 0 1,-3 0-5,0 0 1,-1 0 26,1 0 0,2 0 3,-2 0 0,2 0 1,1 0 0,0 0-14,0 0 1,-1 0-1,-2 0 1,2 0 55,-2 0 0,2 0 9,1 0 0,-3 0-45,0 0 1,-1 0 1,1 0 0,2 0-4,-2 0 1,-1 0 4,1 0 0,-4 0-16,4 0 0,0 0 30,3 0 1,0 0-1,0 0 0,1 0-7,-1 0 0,0 0 2,0 0 0,0 0-4,0 0 0,0 0 4,0 0 1,2 0 14,1 0 1,-2 0-5,2 0 1,-2 1-16,0 2 0,-1-2-14,0 2 1,0-2-6,0-1 1,0 0-8,0 0 0,4 0-4,-1 0 1,3 0 12,-2 0 1,3 0-7,0 0 1,-2 1-11,2 2 0,-2-2-2,1 3 0,2-3-79,-5-1 1,2 0 78,-2 0 1,-2 3-5,2 0 0,-1 0 22,-2-3 1,1 0-3,2 0 1,-1 3 5,5 1 1,-2-1 2,2-3 0,2 0 24,1 0 1,0 0-12,3 0 0,-6 0 7,0 0 1,1 0-20,2 0 0,-1 0 2,-6 0 1,-1 0-5,5 0 1,-2 0-2,2 0 0,-3 0-2,-4 0 1,3 0-1,1 0 0,2 0-4,-3 0 0,2 0 4,-2 0 0,-2 0-2,2 0 1,2 0 2,-2 0 0,0 0 0,-2 0 0,2 3 0,0 0 0,5 0 0,-2-3 0,0 0 53,0 0 0,-3 1 7,4 3 1,-2-3 97,2 2 1,-2-2-132,-2-1 0,-1 0 8,1 0 0,1 0-35,0 0 1,2 0-7,-3 0 1,5 0 26,-2 0 0,3 0-12,1 0 0,3 0-29,-1 0 0,1 0-10,-3 0 1,3 3-1,0 0 0,-2 0 23,-4-3 1,1 0 2,-1 0 1,0 0 7,0 0 0,1 0 1,-5 0 0,4 0-16,0 0 0,0 0-2,0 0 1,1 0 11,-1 0 1,-2 0-2,2 0 0,-2 0 101,2 0 1,-2 0-95,-2 0 0,0 0 2,3 0 0,-3 0 50,4 0 1,-5 0 14,1 0 1,0 0-86,0 0 0,-1 0-21,5 0 0,-5 0 64,1 0 0,0 0-5,0 0 0,-2 0-1,2 0 1,2 0 34,-2 0 0,1 0-7,0 0 1,-3 0-19,2 0 0,-2 0 10,-1 0 0,2 0 46,1 0 1,-3 0 5,0 0 0,0 0-21,-3 0 0,2 0-2,1 0 1,-1 0-69,-2 0 1,2 0 25,-2 0 0,-1 0-4,1 0 0,0 0-25,3 0 1,0 0-10,0 0 1,4-3-4,-1 0 1,0 0-16,-3 3 1,4 0 64,-1 0 0,1 0 1,-1 0 0,-1 0 39,1 0 1,-2 0-68,-1 0 1,1 0 1,3 0 1,-4 0-16,0 0 0,0 0 1,-3 0 1,2 0-4,1 0 1,-1 0-9,-2 0 0,2 0 24,-2 0 0,4 0-12,-1 0 0,3 0 2,-6 0 1,2 0 4,1 0 0,3 0-7,0 0 0,-3 0 18,-3 0 0,0 0 3,3 0 0,4 0-23,-1 0 1,0 0-1,-3 0 0,0 0-1,1 0 1,-1 0-7,0 0 1,0 0 3,0 0 0,0 0 0,0 0 0,0 0-16,0 0 1,-3 0 7,0 0 1,0 0-4,3 0 0,-1 0-30,-2 0 1,2 0-5,-2 0 0,2 0-45,1 0 1,2 0-13,1 0 0,-2 0 72,2 0 0,0 0-14,0 0 1,-2 0 104,2 0 0,2 0-98,-2 0 0,-3 0-5,-3 0 0,0 3 70,3 0 1,-4 0 142,-2-3 1,-3 0-80,0 0 1,0 0-7,-1 0 1,-3 0 39,1 0 1,-4 0-77,3 0 1,-2 0 323,2 0-253,-4 0 1,2-1 57,-4-2-104,5 2 10,-4-3-272,3 4-4686,-4 0 2927,-4 0 1949,3 0 0,-8-9 0,4-1 0</inkml:trace>
  <inkml:trace contextRef="#ctx0" brushRef="#br0" timeOffset="1418">6498 10 8809,'-6'-4'1155,"0"1"-382,4 0-539,-3 3 0,5 1 13,0 2 0,5-2-237,1 3 0,2 1-113,2 1 1,4 3-148,2 0 1,5 1 204,1-1 1,8 2-163,-1 2 1,2-3 24,1 3 1,-2-2-222,2-2 1,-5 1 145,-4-1 0,-2-2-48,-8-1 479,0-4 83,-4 3 76,-4-5-219,0 0-49,-5 0 1,-5 1 49,-1 2 1,-2-2 161,-2 2 1,-1 2-109,-1 2 0,0-2-17,-4 1 0,-3 1-79,-3 2 1,-1-2 62,4-1 1,0-1 4,0 2 0,0 1-75,0-1 0,1-3-102,2-1 1,-1 1 46,4-1 0,0 2-169,4-2 0,2-2 32,1 2 1,3-2-618,-4-1-234,5 0 440,-2 0 147,4 0 1,1-3 423,2 0 3,-2-5 1,4 6 344,-5-4-130,4 0 0,-3-4 10,2 0 0,-2 4 13,-1 0 1,0-1-50,0-2 1,0-1 115,0 1 1,-1-1-45,-2 1 1,2-1-40,-2 0 0,-2 1-56,2-1 1,-1 1 16,1-1 1,2 1-133,-2-1 15,1 1 1,1 0-184,-2 3-43,2-3-417,-3 8 451,4-3 1,0 5-85,0 2 1,0-1 101,0 5 0,0-1-24,0 4 1,3-1-158,0 1 1,2-1 39,-2 1 1,-1-1-58,4 1 1,-3-2 165,4-1 1,-4 1-8,3-1 1,0-2-88,0 1 0,3 0 12,-3 0 0,2-1-56,2-2 0,3-1-3,-1 1 1,2-2 247,-1-1 1,-2 0-55,1 0 0,-1 0 146,-1 0 1,-1 0 103,1 0 93,-1 0 0,-4-1 119,-1-2-112,-3 1 0,-6-3-111,-1 2 1,-2 2 114,-2-2 1,-3 2-163,1 1 1,-1 0-27,3 0 1,-2 0 20,-1 0 0,0 0-74,4 0 1,-1 0-250,0 0 163,1 0-447,-1 0 266,5 0-282,1 0 280,4 0 1,7 1 46,3 2 1,6-2-70,0 2 0,2-2 80,1-1 0,0 3-113,0 1 1,-3-1 205,0-3 1,-1 0 178,1 0 0,-3 0-131,-3 0 0,-4 0 354,1 0 120,-5 0-365,2 0 0,-8 3 47,-3 0 1,-1 0-79,-2-3 0,-2 4 19,-1-1 0,-3 0-47,3-3 1,-3 3-14,4 0 0,-1 0-101,3-3 0,1 0 114,-1 0 1,4 0-57,-1 0 0,4 0 21,-3 0-20,4 0 13,-2 0 1,8-4 1,1 2 50,5-4 0,-1 0 13,1 0 1,-1-2 203,1 1 1,-4 2 125,1-2-53,-1 1 0,0-3-47,1-1 0,-5 4-141,1-1 0,-2 4 90,-1-3 0,-1 3 9,-2-4 1,-2 4-35,-5-3 0,0 2-15,1-2 0,-1 4-192,1-1 1,-2-2 80,-2 2 0,6 0-834,-3 3 1,3 0-1425,-3 0-1148,1 0 3312,4 4 0,9 10 0,6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09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58 8474,'-5'0'-1870,"0"0"3148,5 0-1194,5 0 0,-3 0-12,4 0 0,1 0 54,2 0 1,1 0-57,-1 0 1,1 0-20,-1 0 1,2 0-150,2 0 1,-3 0 152,3 0 0,1 0-7,-1 0 0,0 0-15,0 0 0,-2 0 9,1 0 0,0 0-11,1 0 1,-2 0-11,1 0 1,0 0 1,1 0 1,0 0 33,3 0 0,-1 0 1,-2 0 0,-2 0 24,1 0 0,2 0 0,-1 0 0,0 0 9,-4 0 1,1 0 110,-1 0 1,1 0-52,-1 0 1,1 0-21,0 0 0,-1 0 174,1 0-271,-1 0 1,1 0-11,-1 0 0,1 0 96,-1 0 0,1 0-16,0 0 0,-1 0-71,1 0 1,-1-1-168,1-2 1,-1 2 45,1-3 0,0 3 106,3 1 1,-2 0 43,2 0 1,-3 0-24,0 0 1,3 0 9,-1 0 1,2 0-34,-1 0 1,-3-3-3,3 0 0,1 0-17,-1 3 1,0 0-9,0 0 0,-1 0-1,4 0 0,-3 0-11,3 0 1,-5 0 7,2 0 1,1 0 6,-2 0 0,1 0-3,-3 0 1,0 0 38,3 0 0,-2 0 4,1 0 1,-1 0-15,-1 0 1,0 0 4,3 0 0,-2 0-21,1 0 0,0 0-6,1 0 1,-2 0 8,5 0 1,-3 0 18,3 0 0,-3 0 0,3 0 0,-4 0 29,4 0 0,-1 0 3,1 0 0,1 0-17,-4 0 1,4 0 9,-1 0 1,-1 0-67,1 0 1,-2 0 17,2 0 1,2 0-5,-2 0 1,-1 0 0,1 0 0,-1 0-7,1 0 0,-1 0 10,-2 0 1,0 0-8,3 0 0,1 0 2,-4 0 0,4 0 8,-1 0 0,-2 0 40,-2 0 0,2 0-42,-1 0 0,4 0-1,-1 0 1,-2 0-1,-1 0 0,0 0-1,0 0 1,3 0 2,-3 0 0,3 0-1,-4 0 0,2-3 46,-1 0 1,-1-1 4,4 4 0,-5 0-21,2 0 1,-2 0-50,-2 0 0,2 0-4,1 0 1,-1 0-13,2 0 0,-3-3-8,0 0 0,3 0 32,-1 3 1,2 0-7,-1 0 0,-1 0 1,4 0 0,-4 0-3,4 0 0,-4 0 48,1 0 1,1 0 15,-2 0 0,1 0 35,-3 0 1,-1-1-68,1-2 0,-1 1 18,1-1-60,4 2 4,0 1 1,1-1 20,-2-2 0,1 2-9,-1-2 1,-4 2 0,-2 1 0,-1 0 47,3 0 1,1 0 51,0 0-87,-1 0 11,1 0-34,-1 0-3,1 0 28,-5 0-14,-1 0 265,-4 0-496,-4 0-479,3 0 90,-7 0 0,5 0-270,-3 0 418,0 0 1,-4 0-37,1 0 0,2 0-149,1 0 0,-1 0 667,-2 0 0,-22 0 0,-5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14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68 7869,'5'-6'724,"0"-2"-210,-5 2 167,0-3-504,0-1 0,-1 4-101,-3 0 1,0 2 96,-2-2 0,-3 4-69,3-1 1,-6 2-1,-1 1 1,-2 0-205,2 0 0,-4 4 6,1 2 0,-3 4-40,-4 3 0,3-2-39,-2 5 1,2 3 59,1 4 1,0 3-198,0 0 1,4 1-17,2 2 1,7-1-38,2-3 1,3 2 181,1-5 0,6-1 29,3-5 0,9-5 24,8-5 0,1-4-14,2 1 0,-1-6 36,-3-3 1,2-7 390,-5-3 1,3-3 173,-2-3 1,-5 0-236,-6-3 1,-1-1 74,-1-2 0,-4 2-102,0 1 1,-4 4-91,2-2 0,-8 4-185,-2 3 1,1 2-221,-2 5 0,1 0-501,-3 3 0,-1-1 83,0 3 716,5 1 0,-8 33 0,3 7 0</inkml:trace>
  <inkml:trace contextRef="#ctx0" brushRef="#br0" timeOffset="292">58 240 7869,'-6'-1'316,"3"-3"0,3-1 0,3-1 420,4-1 1,5 5-535,4-1 1,7-1-103,2 1 0,4-1 113,3 4 1,-2-3 160,5 0-374,1 0 0,6-6 0,2-1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16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1166 54 7850,'-4'-6'418,"2"3"-318,-5 6 1,4 3-79,-3 3 0,3 1 74,-4-1 1,4 1-4,-3-1 0,3 1-16,-4-1 0,2 2-112,-2 2 0,2-3 59,2 3 1,2-2 17,-2-2 1,-2 1-203,2-1 1,0-2-88,3-1-29,0-4 149,0 3-224,-4-5 289,3 0 1,-3-2-2,4-1 1,3-2 27,0-5 1,1 0 6,-1-3 0,0 1-4,3-4 1,-1 2 20,2-2 0,1-1 86,-2 4 0,0-3-41,0 3 0,-3-1 139,4 2 0,-4 2-20,3 1 243,-4-1-163,7 5-66,-8-1 0,3 6-144,-4 7 1,3 1 24,1 2 1,0 0-12,-1 3 0,-1-1-41,4 4 1,0-4-139,0 0 0,3 2 83,-3-1 1,-1 0-86,2-4 1,-2 1 112,1-1 0,2-2-14,-5-1 1,3-3 191,-2 3-78,-1-3 29,-3 1-9,0-4 77,-5 0 1,1 1-95,-2 2 1,-3-2 85,3 2 1,-6-2-44,0-1 0,-1 0 105,3 0 1,1 1-132,-1 3 0,1-3-38,-1 2 1,0-2-186,1-1 150,-1 0-224,1 0-111,3 0-72,2 0 0,5-3 119,2 0 0,3-2-19,3 2 1,1 2 8,-1-2 1,1-1 124,0 0 0,-1-2 129,1 3 1,-1-1-90,1 1 0,-4 1 104,1-1 0,-2 1 52,1-1 272,-2 2-98,1-3 164,-4 4-133,-5 0 1,-3 0-35,-6 0 0,4 1-107,2 2 0,-1-2-8,2 2-21,-3 2-14,0-3-24,-1 2-37,5-4-212,0 0 70,5 0 193,0-4 0,2-1 11,1-1 1,-2 1-102,2 1 0,1 2-214,-1-4-337,1 4-661,-4-7 1252,0 8 0,0-3 0,0 4 0</inkml:trace>
  <inkml:trace contextRef="#ctx0" brushRef="#br0" timeOffset="780">230 63 7647,'0'-6'27,"-1"0"1,-2 1 465,0 0 1,-1-1 151,1 0-131,2 2 215,-3 0-600,-1 3 0,3-4 74,-4 5 1,3 0-244,-4 0 0,4 1-22,-3 3 0,-1 2-25,-2 7 0,-1 2 96,1 4 1,-1 5-70,1 5 1,-4 0 56,0 6 1,-1 5-167,2 4 0,0 2-86,-4-1 0,4-1 64,0-6 0,2 2 114,4-8 1,1-6 9,5-7 136,0-4-281,0-10 116,5 0 1,0-6 29,4-3 1,2 2 13,2-4 1,-2 0 41,5-4 0,0 0-12,3 1 0,1-1 93,-1 1 0,1-1-13,2 1 1,-2 0 175,3 3 0,-1-2-63,-3 5 1,2-3 149,-5 3 1,-2-1-87,-1 4-123,2 0-205,-5 5-146,0 0-518,-2 0 188,-7 0 1,5-5-1286,-3 0 1854,-2 0 0,3-13 0,-4-3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47.0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19 507 8483,'-5'0'-208,"-3"0"164,6 4 1,-2 1-50,4 5 0,0-1 93,0 1 0,1 4-109,2 2 1,0-1 127,3 1 0,0 1-123,4 5 1,-4-2 194,1 2 0,-1 2-45,4-2 0,-1 3 8,1-2 0,-1 5-37,1-2 0,-1 4 10,1-5 0,0 4 45,3 3 0,-1 1 10,4 2 1,-3-1-70,3-3 0,-4 0-6,4 4 0,-1 0 1,1 3 0,1-2 14,-4-1 0,4 0-3,-1 3 1,5 3 4,1 1 0,0 0-1,-2 0 1,2-3-10,0 2 0,5 3-2,-2 0 1,0 0-12,0 0 0,1-2 23,2 2 0,1 1-49,0 3 0,-2-4 22,-1 1 1,2 0-4,1 2 0,0 1 26,2 0 0,0-3 3,1-1 0,2 1-11,4 3 0,-4-4 1,-2 1 0,2-4-9,1 4 0,2-4 2,2 4 1,-1-5-15,0 1 1,1-1 37,3-2 0,-2 0 0,5 0 1,-5 1 0,1-1 1,3-1 1,1-2 0,1 2-7,2-2 0,0-2 3,0-1 1,-1-2-9,1-2 1,1 1 8,2 0 0,-1-4-59,4 1 1,-3-2 23,3 2 0,0-2-7,4-2 0,-4-3 7,0 1 0,0-1-3,3-3 1,2-2 3,1 2 1,-1-3-3,1 3 1,-1-4-6,-2 0 0,2-1 4,5-1 1,-8-1-16,5 1 1,-4-4 21,4 0 0,-2 0-1,5 0 0,-4 2 0,4-5 1,-4 1 0,0-1 0,3-2 15,0 2 0,2-1 3,-1-2 0,-2 0-14,-5 0 0,4-5 3,3-1 1,-2 1-45,-2-2 0,-1 1 41,-2-4 1,2 1-34,5-1 1,-7 0 31,7-3 0,-6 1-1,2-4 0,1 1 30,-4-1 1,2-2 4,-5 2 1,3-2-3,0-1 0,3-3-27,-3 0 1,-1-4 65,-5 4 1,2-5-14,5 2 0,-1-3 1,0 0 1,-3 2-13,1 1 1,-5-1 6,5-2 0,-1-1-57,3 0 1,-4-1-7,-2-1 1,1 0-9,-1-4 0,3 1-13,-3-1 0,-2-2 14,-1 2 1,-2 1 14,5-1 1,-3-4-64,0-2 1,-3-2 60,-1 2 1,-2 1-7,2-5 1,1-2 28,3 0 0,-5-2 5,-1 7 1,-2-3-25,1 0 0,2-5 4,1-1 0,0-1 0,-3 1 0,0 1-1,3-4 1,0 1-2,0-1 1,0 1-8,-3 2 0,-1-1-3,1-2 0,3-5 1,0 5 1,-1-4-129,-2 4 0,2-3 179,-2 0 0,2 0-45,-4-1 1,1 1 92,-5 0 1,3-2-34,4-1 0,-6 5 8,2-3 0,-6 4 3,0 0 0,-3 1 101,0 2 0,-1 5-56,-3-2 0,0 4 22,-3-1 1,-2 3-71,2 4 1,-6 0-2,-3 3 1,-1 2-92,1 5 1,-6-1 191,3 0 0,-4 5-269,0 2 0,2 2-181,-5 0 0,0 2-229,-3 2 1,0-1 79,0 5 428,-4-1 0,-6-1 0,-5-1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57.0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68 7283,'0'5'-228,"0"-1"188,0-4 3,0 4-16,4-2 120,-3 2-33,8-4 1,-7 0 47,4 0-33,-4 0 1,3-1 38,-1-2 20,-3 1 56,7-6 1,-7 6 26,2-5 197,-1 1-123,-2-3-168,0-1 1,0 4 22,0-1-84,0 5 0,-2-3 1,-1 2 0,1 2 2,-4-3 0,3 4-25,-4 4 1,2-2 13,-1 4-81,-3 0 0,5 4-30,-3 0-66,3-1 1,4 1-101,0-1-227,0 1 373,0-1 0,4 0-68,3-3 1,-2-1-175,1-1 1,1-3 214,2 2 1,1-2 41,0-1 1,-4-1-33,0-2 184,1 2 1,1-8-24,-2 3 0,0 0 317,-3 0-139,-2 0 1,3-4 115,-4 1-201,0-1 1,0 1-58,0-1 1,0 4 20,0-1 0,-3 4 155,0-3-127,-5 4 1,3-4-93,-4 3 1,2 2 1,1-2-72,0 2 0,-4 4 42,0 0 17,1 5 0,-1-3-9,1 4 1,2 0-9,1-3 0,1 3-41,-2-3 0,3 3-48,4 0 46,-4 1 0,3-1-111,-2 1 0,2-4-1,1 1 1,4-4-66,2 3 134,3-4 0,0 3 13,1-5 0,-1 0 57,1 0 1,-1-4 63,1 1 1,-2-4 199,-1 0 0,-2-1 16,-2-2 1,-2 4 284,3 0 1,-3-1-144,-1-2 0,-1 0-404,-3 3 0,2-2-505,-4 5 0,0-3-37,-4 3 0,0-1 534,1 4 0,-9 13 0,-2 3 0</inkml:trace>
  <inkml:trace contextRef="#ctx0" brushRef="#br0" timeOffset="542">67 240 7693,'-5'0'-581,"1"0"291,4 0 0,4 17 0,1 4 1</inkml:trace>
  <inkml:trace contextRef="#ctx0" brushRef="#br0" timeOffset="723">58 364 6732,'0'5'712,"0"4"-391,0-8-625,0 7 0,0-6-151,0 5 78,-4-5 0,3 3 377,-3-2 0,3 3 0,1 3 0</inkml:trace>
  <inkml:trace contextRef="#ctx0" brushRef="#br0" timeOffset="890">39 526 7729,'-6'0'-468,"2"5"5,4-4 0,0 4 90,0-2 373,0-2 0,4 16 0,2-1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1:59.0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115 153 7728,'0'-9'1058,"0"-1"-600,0 5-365,-4-4 1,2 8-43,-4-2 0,3 2-182,-4 1 0,4 1 75,-3 2 1,0 3 4,0 3 0,-3 1-37,3-1 1,-2 4-19,-2 0 1,4 3-4,-1-4 1,2 5 16,-1-1 0,-2 1-130,5-1 0,0 1 86,3-4 0,0 3-78,0-3 1,1-2 194,2-4 0,6-3 20,3-4 1,4 0 141,-3 0 0,3-4-61,-3-3 0,-1-5 138,-2-4 0,-2 1-63,-1-1 0,0 0 118,-4-3 1,1 0-246,-4 0 1,0 3-194,0 0 0,0 4-521,0-1 1,0 3-117,0 0 800,0 1 0,8 7 0,3 4 0</inkml:trace>
  <inkml:trace contextRef="#ctx0" brushRef="#br0" timeOffset="216">240 191 7728,'-5'6'0,"4"2"203,-2-1 0,-1-2 325,1 1 1,0 1-272,3 2 1,0 5-94,0 2 0,0-1-113,0 1 0,1 0-220,2 3 0,-2 0-19,2 0 0,1-3-247,0 0 0,-1-1-337,-3 1 0,0-3-128,0-3 900,0 0 0,0-5 0,0-1 0</inkml:trace>
  <inkml:trace contextRef="#ctx0" brushRef="#br0" timeOffset="441">249 191 7728,'0'-6'-120,"0"0"-135,0-2 1,0 3 431,0-1 203,5-1 0,-1 1-103,2-1 0,3 5-164,-3-1 0,3 2-117,0 1 0,2 0 79,1 0 0,-1 3-81,2 0 0,-3 5 46,0-2 0,-2 3-8,-1 0 1,-3 1-28,-4-1 1,0 2-109,0 2 1,-4-3-386,-3 3 0,-1-1 214,-2 1 1,-2-3 273,-1 3 0,-17 2 0,-1 0 0</inkml:trace>
  <inkml:trace contextRef="#ctx0" brushRef="#br0" timeOffset="725">479 58 7737,'0'-10'2225,"0"5"-2052,0 1-28,0 4 1,3 4-156,0 2 0,1 4 9,-1 2 0,0 3 10,3 4 0,-3 1-339,3-1 1,-3 1 41,0 2 0,1-1-205,-1 5 0,0-5 182,-3 1 0,0-1-130,0-2 0,0-3 170,0 0 1,0-5 270,0 2 0,0-2 0,-4-19 0,-1-4 0</inkml:trace>
  <inkml:trace contextRef="#ctx0" brushRef="#br0" timeOffset="993">460 201 7762,'-5'-5'652,"4"-4"1,-2 8-325,6-2 0,-1 2-280,5 1 1,0-3-213,6 0 1,-1-1 170,3 4 1,-2 0-90,3 0 1,-1 4-1,1-1 1,1 4-228,-4 0 1,3 1 140,-4 2 1,1 0-53,-3 3 0,-4-1 191,0 4 0,-4-1-75,2 5 1,0-5-103,-1 1 1,0-3 66,-3 3 1,0-4 13,0 1 0,0-6 2,0-1 123,0-4 0,0-6 0,0-6 0</inkml:trace>
  <inkml:trace contextRef="#ctx0" brushRef="#br0" timeOffset="1131">660 86 7737,'-4'-9'230,"-2"-1"-1732,-3 1 1502,4 3 0,22 23 0,9 10 0</inkml:trace>
  <inkml:trace contextRef="#ctx0" brushRef="#br0" timeOffset="1993">784 239 7420,'0'-9'1077,"0"3"0,1 2-735,3 4-311,-3 0 1,3 1 13,-4 2 0,0 3-146,0 3 0,3 1 128,0-1 1,1 1-94,-4-1 0,0 4 62,0 0 0,0 0-126,0-4 0,-4 1 54,1-1 0,0 1 50,3-1 1,-3-2-31,0-1-97,-1 1-274,4-2 296,0-1 0,0-5 19,0-2 1,0-2 80,0-5 1,1 0-15,3 1 1,-2-4 127,4 0 0,-1-3-59,2 4 0,1-2-39,-1 1 0,1 3-15,2-3 1,-4 2 17,0 2 1,1-1 11,2 1 0,1 2-12,0 1 12,-1 4 0,1-3-4,-1 5 0,-2 2-113,-1 1 0,-4 2 75,1 5 1,1-1-5,0 1 1,-1-1 32,-3 1 1,0 0-3,0 3 0,0-2 41,0 2 0,0-3 261,0 0-257,0-1 1,0 1 108,0-1 0,0-2-101,0-1 1,0-3-54,0 4 1,-1-5-195,-2 1 194,2-2-76,-4-1 1,5-1 32,0-2 1,0-3-147,0-3 1,0-2 99,0-1 1,0 1-29,0-2 0,1-1 189,3 2 0,-2-1-85,4 3 0,-3 0-35,4-3 1,-2 2 123,1-1 0,3 4 162,-3 2 0,3 1-95,0-2 0,-2 0-36,-1 4 0,0-1 21,4 4 1,-4 0 117,1 0 0,-1 4-275,4-1 1,-4 7 48,0 0 0,-3 2-114,4-3 0,-5 4 5,1 0 0,1 3-168,0-4 0,-1 4 91,-3-3 1,0 1-428,0-2 244,0-1 364,0 3 0,4-5 0,1 1 0</inkml:trace>
  <inkml:trace contextRef="#ctx0" brushRef="#br0" timeOffset="2690">1234 258 7732,'0'-9'524,"0"-1"0,0 1 27,0-1-70,0 5-168,0-4 86,0 8-493,0-3 0,-4 5 12,1 2 0,-3 3-57,3 3 1,-4 1 136,4-1 0,-4 1-60,0-1 1,2 4-38,-1 0 0,3 1-37,0-2 0,1-1 21,-1 2 0,2-3-350,-2 0 49,2-1 210,5 1 1,1-5-94,5-1 0,-1-3 55,1-1 1,-1-4-89,1 1 1,0-5 247,-1-2 0,1 1 113,-1-4 0,0 2 82,-3 2 0,1-4 127,-3 0 0,2 0 3,-3 4 0,1 0 9,0 3 0,-3-2 288,2 1-236,-2 3-301,-1 0-90,0 4 0,0 4 65,0 2 1,0 3-99,0 0 1,0 1 164,0-1 0,0 1-8,0 0 1,1-1 0,2 1 0,-2-4-9,2 0 1,2 1 21,-2 2 1,3-2-7,-3-1 8,5-4-68,-3 2 1,5-4-117,-1 0 1,-2-1-71,-1-2 1,0 0 50,4-7 0,-4 3 92,1-6 1,-2-2-10,1-1 0,3-2-18,-3-1 1,-1 0 109,-2 0 1,1-1 197,-1-2 0,1 0-18,0-3 0,-3 4-63,2-2 1,-2 6 99,-1 1 1,0 4-58,0-4 0,0 7 314,0 0-226,0 6-4,0-2-10,0 5-70,0 5 1,-3 0 132,-1 4 1,1 2-15,3 2 1,0-2-2,0 5 1,-3 4-65,0 2 0,0 3 112,3-2 0,0 3-161,0 0 0,0 0-90,0 0 1,0 0-61,0-4 0,3 4-197,0-4 1,5 0-746,-2-7 1,-1-1-137,2-4 1,-1-5-1808,4-2 2843,-1-2 0,5-43 0,1-11 0</inkml:trace>
  <inkml:trace contextRef="#ctx0" brushRef="#br0" timeOffset="3357">2027 191 7725,'4'-5'199,"-3"-3"31,7 2 0,-6 0 282,1 0-281,2-1 0,-4-2 5,2-1 0,-2 4 98,-1-1 1,0 1-136,0-4 1,0 1-1,0-1 0,-1 1 70,-2-1 1,-1 1 65,-3-1 0,-1 5-390,2 2 1,-6-2-25,-1 2 0,-1 0-85,2 3 0,0 4 126,-4 3 0,4 2-46,0 4 0,-2 3-27,1 6 0,0-1-221,4 5 1,0-1 39,3 4 0,-2 0-37,5-1 1,1-3 121,5-3 1,3-2 61,3-1 0,5-2 8,2-4 1,1-1 35,-1-9 1,2 0-18,-2-3 1,2-5 30,1-5 1,-1 0 127,-2-6 1,1 0-173,-4-3 0,-2 0-140,-4-1 1,0 1-197,-4 0 1,1 1 466,-4 2 0,-2-1 0,-1 5 0,-27-5 0,-12 2 0</inkml:trace>
  <inkml:trace contextRef="#ctx0" brushRef="#br0" timeOffset="3525">1845 211 7725,'-5'0'3468,"1"0"-3414,16 0 0,-3 0-329,10 0 1,1 0-410,2 0 1,2 0 683,-2 0 0,32-13 0,12-3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2:06.4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39 201 7925,'0'-7'682,"0"1"-687,0 4 9,0-2 0,-1 11 58,-2 3 0,2 4-141,-2-1 1,2 1 114,1-1 1,-4-2-111,1 5 0,0-3 94,3 3 0,-3-4-35,0 0 1,-1 2-65,4-1 0,-3 0 72,0-4-150,0 1 91,3-1-11,0-3 5,0-2 1,0-5-139,0-2 1,1-3 141,2-3 1,1-4-14,3 0 0,1-4 42,-1 1 0,-2-1 35,1 1 1,1-2 11,2 3 0,-2 0-7,-1-1 1,0 3 127,4-3 1,-1 5-90,1 2 1,-1-1 141,-3 4 1,2 1 151,-1-2-235,1 5 0,1-1 48,-3 6-70,3 2 1,-8 8 10,2 0 1,-2 1-85,-1-2 1,0 0-151,0 4 1,0-1 92,0 1 0,-1-1 26,-2-3 1,1-1-16,-5 2 1,5-3 26,-1 0 1,-1 0-4,0-1 0,0 0-109,1-3-9,2 2 17,-3-6-217,4 2 168,0-4-40,0-4 1,1-2 77,2-3 1,-1-2 93,4-2 1,0 2 66,0-5 0,3 3-72,-3-3 1,2 3 93,2-3 0,0 4-31,-1-4 1,1 1 125,-1-1 0,1 2-32,-1 5 0,1 0 86,-1 3 1,1-2 19,0 5 1,-4 0 10,0 3-170,-4 0 1,6 5-45,-5 5 0,0-1-149,-3 4 0,0 1 120,0-1 1,0 3-147,0-4 0,0 4-90,0-3 1,0 0-792,0-4 571,0 5 466,0-3 0,5-2 0,0-5 0</inkml:trace>
  <inkml:trace contextRef="#ctx0" brushRef="#br0" timeOffset="198">441 191 9178,'0'-5'546,"0"2"-591,0 6-196,0 2 1,0 8-53,0 0 0,0-1-320,0-2 0,0 1 308,0 1 0,0-1 305,0 2 0,4 1 0,1 1 0</inkml:trace>
  <inkml:trace contextRef="#ctx0" brushRef="#br0" timeOffset="314">498 96 7925,'-5'-10'919,"-4"0"-944,8 1-1368,-3 4 1393,4 0 0,25 14 0,7 1 0</inkml:trace>
  <inkml:trace contextRef="#ctx0" brushRef="#br0" timeOffset="940">613 229 7925,'0'-6'-100,"0"0"0,1-1 489,2 2 1156,-2-4-773,7 8-576,-7-3 1,5 5-103,-3 2 1,-2 3-220,2 3 0,-2 4-64,-1 0 0,0 1 106,0-2 0,0 0 47,0 4 1,-3-4-43,0 0 0,-1-1-54,0-2 1,3 1 16,-2 0 0,1-2 37,-1-2-86,2 3 1,-3-7-173,4 4-40,0-3 1,0-7 276,0-5 1,3-6-73,0 2 1,4-1-94,0 2 0,2-2 154,4-2 1,-2-1 148,1 4 0,-1-1 22,-1 2 1,-1 1-45,1-2 1,-1 4 57,1 2 1,-1 0-6,1 4 11,-1 0-66,1 3 0,0 0 1,-5 4 5,-2 2 1,-2 3-21,-1 0 1,0 1-23,0-1 0,0-1-27,0 1 0,0-4-264,0 4 176,0-1 1,0 1-515,0 1 531,0-5 1,1 2 118,2-3 0,-2-1 0,16-7 0,-1-2 0</inkml:trace>
  <inkml:trace contextRef="#ctx0" brushRef="#br0" timeOffset="1115">909 210 7898,'1'-5'312,"2"2"1,-2 1 27,2-2 1,-2 3-413,-1-3 1,0 12-14,0 1 0,0 3-205,0-3 0,0 4-231,0 0 0,0 0 183,0-4 1,0 1-283,0-1 620,0-3 0,5 6 0,0-1 0</inkml:trace>
  <inkml:trace contextRef="#ctx0" brushRef="#br0" timeOffset="1248">985 96 7898,'-9'-13'1473,"-1"0"-1273,5 0-624,1 4-1321,8 3 1745,1 2 0,17 8 0,4 2 0</inkml:trace>
  <inkml:trace contextRef="#ctx0" brushRef="#br0" timeOffset="2074">1119 191 9052,'-1'10'219,"-2"-1"1,2 4-243,-3 0 0,3 1 123,1-2 0,0 0-81,0 4 0,-1-4-91,-2 0 0,2-1 40,-2-2-30,2 1 0,1-4-94,0 1-283,0-5 300,0-6 0,3-3-95,0-5 1,4 0 59,-4-1 0,4-1 22,0-2 0,0-1-3,-1 5 1,3-4 62,-3 3 1,3-3 125,0 3 0,0 1-52,-3 2 0,3 4 173,-3-1 0,-1 5 60,2-1-8,-5 2 1,3 2-98,-2 2 0,-2 2-35,3 5 0,-3 0-51,-1-1 0,0 2-10,0 1 1,0-1-131,0 2 1,0 1 91,0-2 1,0 2-23,0-1 1,0-2 21,0 1-12,0-1 0,0-2-4,0 1 17,0-5-47,4 0 13,-3-5 0,6-1-89,-3-3 1,0-1 88,-1-5 0,1 1-16,3-1 1,0 0 66,-4-3 0,4 2-9,-4-1 1,3 1 25,-3 1 0,4 1 39,-4-1 80,4 1 0,-5-1 60,5 1-57,-5 3-67,2-2 0,-3 7 248,2-2-220,-2 2 18,4 1-98,-5 4 0,0 1-114,0 5 0,3-4-126,0 0 0,1 1 25,0 2 0,-2 1 11,4-1 0,-4-2 44,1-1 1,2 1-482,-2 2 498,4 1 0,-5-1 129,5 1 0,-4-4 0,3 1 0,-3-5 0,4 1 0,12-15 0,6-4 0</inkml:trace>
  <inkml:trace contextRef="#ctx0" brushRef="#br0" timeOffset="2241">1482 191 7485,'0'-5'620,"0"-4"-416,0 8 0,0-2-89,0 6 1,0 3-133,0 3 0,0 1 23,0-1 0,3 1-153,0-1 0,1 4-496,-4 0 0,3 3 183,0-4 460,4 1 0,16 10 0,8 2 0</inkml:trace>
  <inkml:trace contextRef="#ctx0" brushRef="#br0" timeOffset="2390">1511 96 7898,'-9'-15'0,"2"2"234,0 2 89,5 6 1,-2 0-1855,4 2 1531,0 1 0,30 19 0,7 10 0</inkml:trace>
  <inkml:trace contextRef="#ctx0" brushRef="#br0" timeOffset="3066">1625 201 7898,'-4'-6'131,"3"-2"508,-2 2-534,2-3 1,1 3 103,0-1-284,0 5 0,4-2 38,2 4 0,3 0-176,1 0 1,-1 0 109,1 0 1,2 0-155,1 0 0,0 0 119,-4 0 1,1 1-111,0 2 1,-2-1 68,-2 5 1,0-2 126,-3 1 0,-2 3-19,2-3 1,-2 3 42,-1 0 0,-1 1 158,-2-1 1,1 1-88,-5-1 1,4 1 183,-3 0 0,4-1-63,-1 1 1,2-1 55,1 1-140,0-1-51,0 1 0,1-2 44,2-1-69,2 1 1,5-7-121,-1 3 1,1-3 125,-1-1 0,4-4-27,0 1 0,0-4-90,-4 0 1,2-1-150,1-2 1,-1 1 30,2-1 0,-3 0 91,0-3 1,0 2 28,-1-1 1,-3-2 70,1 1 0,-5 0-9,1 4 1,-2 2 147,-1 1 0,-1 1 126,-2-2 0,-2 2-42,-5 2 1,1 2 93,-1-2 0,0 3 54,1 3 0,-1 2-29,1 5 1,2-4-11,1 0 0,1 4-139,-2 3 0,3-1 21,4-2 0,0 1-46,0 1 1,0-1-22,0 2 1,1-3-118,2 0 1,3-1-245,3 1 1,2-1-693,2 1 1,-2-5 345,5-1 0,3-3 594,4-1 0,20-22 0,3-4 0</inkml:trace>
  <inkml:trace contextRef="#ctx0" brushRef="#br0" timeOffset="3367">2132 115 7880,'-10'1'490,"1"2"0,-1-2-50,1 2 0,2 1-226,1 0 0,0 3-109,-4-1 0,1 0-128,3 0 0,2 2-306,4 4 0,0-1 209,0 2 0,0-3-86,0 0 1,4-1-159,2 1 0,6-4 175,1 1 1,0-1 248,-4 4 1,1-4 76,-1 0 743,1 1-645,-1 2 1,-2 0 143,-1-3 1,-4 3-172,1-3 0,-5-1-50,-1 2 1,-7-4-951,0 3 0,-3-3 792,1 4 0,-29-9 0,-10 1 0</inkml:trace>
  <inkml:trace contextRef="#ctx0" brushRef="#br0" timeOffset="4083">2734 67 7882,'-3'-6'0,"0"-1"0,0 0 433,2-2 176,-3 0 0,2 0 185,-4 3-400,3-3 1,-2 8-564,2-2 63,-2 2 1,-5 2 2,1 2 1,-2 4 224,-2 5 1,2 0-57,-5 4 1,3 1-131,-3 5 0,3-1-83,-3 5 0,1-2-56,-1 2 1,3 1-71,3-1 0,1 1-57,-1-2 0,1 0 134,3-5 1,-1 0 41,4-7 77,-1-1 0,9-3 124,1-3 0,2-2-159,2-4 0,3-3-1,-1 0 1,5-4 177,-1 0 1,1 2-116,-1-1 0,2 0-64,-2 0 0,2-2 89,1 5 0,-3-1-20,0 1 0,-4 2 45,1-2 1,1 1 137,-2 2 0,2 0-85,-1 0 0,-3 0 81,3 0 0,1 2 290,-1 1 1,3-2-164,-4 2 0,1-1 316,-3 1 0,2-2-239,1 3 0,-3-3-123,-4-1 0,0 0-472,4 0-1143,-5 0 1194,4-5 206,-8 0 0,7-13 0,-2-2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4:21.9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296 148 7881,'0'-10'260,"0"0"1,0 1 1099,0-1-566,0 0-365,0 0-170,-4 0 1,-1 5 26,-5 1 1,-3 4-192,-1 4 0,-3 2 37,0 7 0,-4 4-20,-2 6 1,-4 2-58,4 5 0,0 4-240,4 2 0,-1-1-26,0 1 1,5 2-240,2 2 1,6 0 101,4-7 1,2-1-83,1-6 1,4-3 157,3-6 0,5-7 175,1-7 0,4-2 88,0-1 1,2-5-180,4-5 1,-2-1 333,2-6 1,1 1-15,-1-4 1,4-2 17,-4 2 0,0 0-115,-4 6 1,-3 1 65,-3 3-15,-2 1-29,-1 3-180,-5 2 0,0 8-205,-5 3 0,1 1-22,2 2 1,-1 3-115,5 1 0,-4 2-569,4-3 1033,-1 0 0,22-3 0,3 0 0</inkml:trace>
  <inkml:trace contextRef="#ctx0" brushRef="#br0" timeOffset="283">691 375 7901,'0'-10'20,"0"0"322,0 0 162,0 5 1,-4-3-227,-3 5 1,-2 0-62,-1 3 1,1 4-318,-1 3 0,-1 1 2,-2 2 1,-2 3-1,-1 1 1,-2 3 24,5 0 0,0-2-168,3 1 0,1 1 175,3 3 0,-2-4-89,5 0 1,0-4 22,3 2 0,1-7 32,2 0 0,4-5 515,6 1 1,-2-3-194,2-3 1,2-2-144,2-5 1,0-1-341,0-2 1,0 1-440,-4-5 0,2 4 389,-2-3 311,-2 3 0,7-10 0,-2 3 0</inkml:trace>
  <inkml:trace contextRef="#ctx0" brushRef="#br0" timeOffset="1023">997 375 7881,'0'-10'856,"0"0"-597,0 0 1,-1 2-28,-3 1 1,2 3-18,-4 4 0,-1 0 26,-3 0 1,0 3-28,0 0 1,1 8-30,-1-1 0,-1 2-87,-2-2 1,2 3-135,-3 0 0,5 4-361,2-4 0,-2 1 3,3-1 71,1-2 0,1 4-49,4-6 186,0 1 1,4-4 165,3-3 1,3-2-73,3-1 0,-1-4-123,4-3 1,0-2 110,0 0 0,2-5 37,-5 1 0,1-1 44,-1 1 1,-3 2 137,0-2 1,-1 2 132,-6 1-81,5 0-71,-3 0 3,1 5-18,-2 0 0,-5 5-14,-2 0 0,2 5 3,-3 1 1,3 3-15,1 1 0,0 0-8,0 0 1,0 3 16,0 0 1,0 0-21,0-3 0,5-1-25,1-3 1,3 2-15,1-5 1,0 4-85,0-4 0,0 0 75,4-3 1,-2 0-10,4 0 1,1-7 26,2-3 1,0-3-11,-3 0 1,3-3-9,-3-4 1,0 1 4,0-1 1,-4-3-27,1 0 1,-2-3 0,-1 3 0,2-5-3,-2 2 0,1 1 66,-8-2 1,4 4 70,-4-3 0,1 9 144,-4 0 417,0 5-492,0 7 0,-5 2-32,-1 10 1,-3 1 137,-1 8 0,0 1-76,0 2 1,0 4-46,0 0 1,4 4-27,-1-4 1,5 3 20,-1-3 0,-2 4-130,2 0 0,0-3-159,3-1 1,0 1-428,0-1 1,1 0-25,2-3 1,-1-2-323,5-1 1,0-3 223,2-4 1,5-1-712,-1-3 1389,4-1 0,12-36 0,7-7 0</inkml:trace>
  <inkml:trace contextRef="#ctx0" brushRef="#br0" timeOffset="1156">1608 464 7881,'-9'-1'-43,"3"-3"529,2 3 1,0-4-892,1 2-1520,0 1 1925,3-6 0,13-2 0,3-6 0</inkml:trace>
  <inkml:trace contextRef="#ctx0" brushRef="#br0" timeOffset="1289">1638 267 7333,'0'-10'-1199,"0"0"1199,0 4 0,13-7 0,3 2 0</inkml:trace>
  <inkml:trace contextRef="#ctx0" brushRef="#br0" timeOffset="2201">2220 247 7423,'0'-6'1255,"0"2"206,0 4-778,0-4 196,0 2-567,0-2 1,0 5-225,0 2 0,0 0 14,0 3 0,-1 4-187,-3 3 0,3 1 88,-2 0 0,1 1-158,-2 5 1,2-1 130,-4 1 1,2 0-92,-2 0 1,4-4-172,-2 0 0,0-3 20,1 0 0,-4-2-87,4-1 0,-2-4 43,2 1 134,2-5 102,-3 2 0,4-5-7,0-2 1,0-3 16,0-3 0,0-1 124,0 0 1,1 0 120,2 0 0,-1-4-36,5-3 0,-2 2 25,2-1 1,3 2-170,0-2 1,1 0-185,5-4 1,-3 3 21,4 1 1,-1 1-182,4-2 0,3 0-20,0 4 0,-3-1-188,-4 4 0,0 4 185,4-1 0,-5 5 365,-1-1 0,-3 2 0,-2 1 0,0 1 0,-2 2 0,-3 16 0,-4 7 0</inkml:trace>
  <inkml:trace contextRef="#ctx0" brushRef="#br0" timeOffset="2533">2496 336 7867,'-6'4'729,"-2"1"1,7 2-278,-3 0 1,3-4-135,1 3 0,0-2-32,0 2 0,3-2-163,1 2 1,3-4 0,0 2 1,5-3-63,1-1 1,4 0-26,-4 0 0,4 0-290,0 0 1,-2-1-5,2-3 0,-4-1-277,3-5 0,-4 0 224,1 0 1,-3-3-100,-3 0 1,0 0 89,-3 3 1,-1 0 203,-3 0 0,-1 4-19,-2-1 1,-6 5 73,-4-1 1,-5 2 215,2 1 1,0 1 5,0 2 1,3 2 150,-4 5 1,5 0-97,-1 0 1,2 3 42,1 0 1,4 5-321,-1-2 1,5 3-108,-1 1 1,2-4-184,1 0 0,4 0 113,3 0 1,6 2-81,3-5 0,4-3-30,3-4 1,-1-3-360,4 0 706,0-2 0,43-32 0,10-7 0</inkml:trace>
  <inkml:trace contextRef="#ctx0" brushRef="#br0" timeOffset="2893">3048 345 7867,'6'-9'0,"-2"-5"1410,-4 1-924,0 0 0,-4 4-192,-3 3 1,1 1-75,-4 5 1,2 0-1,-5 0 1,-1 5-35,0 1 0,-2 4-135,3 3 0,0-2-13,3 2 1,0 3-229,0 0 1,0 0-67,0 0 0,1-3 7,-1 4 0,4-4-61,3 3 1,-1-4 144,0 1 1,1-5 107,3-1 0,1-5-61,2 1 1,4-2 9,6-1 1,1-1-104,3-2 1,1-3-226,-1-3 0,1-1 191,2 0 1,0 0 156,0 0 0,-4 0 132,0 0 0,-3 0-91,0 1 240,2-1 0,-4 0-162,2 0 198,-2 5-266,-5-4 28,2 8 0,-7 1-247,3 6 0,-3 3 90,-1 1 0,0 0-217,0 0 0,0-1 174,0 1 0,0 0 209,0 0 0,0 3 0,0 0 0,13 1 0,3-5 0</inkml:trace>
  <inkml:trace contextRef="#ctx0" brushRef="#br0" timeOffset="3176">3413 306 7845,'-10'-5'-132,"4"-3"0,-1 5 375,-1 0 0,0 2 456,-2 1 1,0 5-278,0 1 0,0 3-163,0 1 1,2 1 36,1 2 0,-1-1-134,5 4 1,0 0-125,3 0 1,0 3 48,0-3 1,4-1-182,3-2 1,2 1-23,0-1 1,6-3-316,1-3 0,3-5 33,0 1 0,4-2-329,0-1 0,4-3 83,-4 0 0,1-8 174,-1 1 0,-2-3 470,2-1 0,15-32 0,4-12 0</inkml:trace>
  <inkml:trace contextRef="#ctx0" brushRef="#br0" timeOffset="3535">3719 109 7837,'-10'-5'1124,"0"0"0,1-2-613,3 1 0,0 4-30,3-2 0,2 4-97,-2 4 0,2 1 60,1 5 0,0 1-117,0 2 0,0-1-152,0 4 0,0 4-26,0 3 0,0 0-117,0-3 0,0 4-197,0 2 1,0 2-122,0-2 0,0 1-403,0-4 1,0 0 299,0-3 0,0-1-199,0-3 1,0-1-317,0-6 153,0-3 542,4-2 0,1-4-32,5 0 0,0-4-294,0-3 393,0-1 1,0-6 113,0 1 1,-1 0 87,1 3 0,3 0 325,1 0 1,-1 1 273,-3-1 1,-3 3-172,3 1 0,-5 3 88,4 0 1,-1 2 168,2 1-394,0 0 1,0 1-205,0 2 1,-4 3-165,1 4 0,-4 3-299,4 0 1,-5 1-645,1-1 0,-1-2 960,2 3 0,10-12 0,7-3 0</inkml:trace>
  <inkml:trace contextRef="#ctx0" brushRef="#br0" timeOffset="4249">4459 69 7785,'-4'-10'0,"1"1"611,-5-1 1002,7 0-709,-3 4-592,4 2 0,0 5-60,0 2 0,0 4 29,0 6 0,0 4 0,0 6 0,-1 2-205,-3 4 1,2 4-28,-4 0 1,2 5-636,-2 2 1,3-4 126,-4 3 1,2-2-110,-2-1 0,-1-2-3,5-5 0,-1-5-1497,0-4 1312,3-9 756,-3-6 0,8-41 0,2-7 0</inkml:trace>
  <inkml:trace contextRef="#ctx0" brushRef="#br0" timeOffset="4917">4301 286 7785,'0'-6'132,"0"-1"1,0 4 835,0-4-359,0 5-258,0-7 1,4 5-163,3-3 0,-2 0-26,2 3 0,0-3-59,7 0 1,0-1-127,2 2 0,3-6-107,-3 2 0,3-2-20,1 2 1,3 1-128,0 3 1,0-3 106,-4 2 0,0 3-14,-2 1 114,1 2 1,-7 5 23,2 3 0,-6 2 50,-4 5 1,-5 2 144,-1 7 1,-5 1-45,1 2 1,-1 3-67,-2-3 1,0-1 11,0 2 0,1-2-5,3 1 0,-2-2-7,5-4 1,-1-4-38,4 1 1,0-5-14,0 1 1,0-5-76,0-2 1,5-3-170,1 0 0,3-2-71,1-1 0,3-1 40,0-2 1,5-3 121,-2-4 0,3 0 79,1 1 1,-5 2 111,-2 0 1,1 2-127,0-2 1,-1 0 106,-3 3 245,-5 1-162,4 3 0,-5 1 74,3 2 0,0 0-27,-3 3 1,3-3 31,0 4 0,2-1-95,1 0 1,0 2 4,-1-5 1,5 1 20,-1 0 1,4-3-5,0 2 0,-2-2-59,1-1 1,1 0-7,3 0 0,-1-4-103,1-3 1,0-1 77,-1-2 1,2-1 28,2-2 0,-5 2-152,2-3 0,-7 2-208,0-1 1,-2 2 224,-1-2 1,-5 2 59,-2 1 1,-1 4 41,-2-1 1,-2 5 120,-1-1 1,-6 2 280,-4 1 1,-4 1-19,0 2 1,2 2 123,-1 5 1,0 0-159,0 0 0,1 1 112,6 2 1,3-2-110,3 2 1,2-2-50,1-1 0,1 3-99,2 0 0,7-3 0,6-3 0,9-2-203,4 2 0,2-3-241,5-4 0,2 0-391,2 0 1,0-4-54,-7-3 1,0-3-690,-3-3 1,-2 1 1367,-2-4 0,-6-5 0,-6-4 0</inkml:trace>
  <inkml:trace contextRef="#ctx0" brushRef="#br0" timeOffset="5969">5899 69 7788,'0'-6'-555,"0"-1"1,0 1 1366,0-4 1,0 3-170,0 1 0,0 2-58,0-2 0,1 2 104,2-2-236,-2 4-252,3-3-1,-2 5-25,1 0 1,-2 6-54,2 4 0,-2 5-100,-1 8 0,0 2-41,0 5 0,-3 0-46,0 3 0,-5-1-173,1 4 0,2-1 45,-2 1 1,2-2-66,-2-4 0,-1-1 72,1-3 1,2 0-329,-2-6 172,5-3 56,-3-7 316,5-4 0,0-6-90,0-7 0,0-2-39,0 0 1,1-1 17,3 0 0,-2-3 14,5-1 0,-4-3 106,3 1 0,0 0 176,0 0 0,3 4-183,-2-1 0,2 0-42,0 0 0,1 3-60,0 1 1,3 0 59,0 6 1,5-1 1,-2 4 1,3 1 2,1 3 1,-4 1-10,1 5 1,-4 4-35,3 3 0,-8-2 2,-2 1 0,-3 1 55,-3 3 1,-6-4 6,-4 0 1,-5-3-23,-8 0 0,2-2-134,-2-1 1,-1-4-186,1 1 0,0-5 32,3 1 1,5-2-127,2-1 0,5 0 20,2 0 399,3-4 0,52-28 0,16-11 0</inkml:trace>
  <inkml:trace contextRef="#ctx0" brushRef="#br0" timeOffset="6210">6362 326 7972,'6'-6'1143,"-2"2"-983,-13 8 1,3 3-97,-8 6 0,4-2 88,0 2 0,1-2-137,2-1 0,0 3-47,3 0 1,1 0 116,3-3 0,0 0 418,0 0-334,0 0 0,8-5 124,2-1 0,2-3-200,-2-1 0,-1-8-61,1-2 0,-4-3-339,-3 0 1,-2 1-1519,-1-5 1825,0 5 0,-13-20 0,-3 1 0</inkml:trace>
  <inkml:trace contextRef="#ctx0" brushRef="#br0" timeOffset="6618">6638 79 7792,'-1'-10'1414,"-2"0"-525,2 1 148,-4-1 391,5 4-401,0 2-516,0 13 0,0 2-259,0 8 1,0 2-62,0 2 1,4 1-170,-1 3 0,4 1-216,-4-2 0,3 4-174,-2 3 1,2-3-544,-2 3 1,-1-5-4,-3-2 1,0-4 69,0 1 1,-3-3-1152,-1-4 1071,-3-6 924,1-6 0,-4-34 0,0-9 0</inkml:trace>
  <inkml:trace contextRef="#ctx0" brushRef="#br0" timeOffset="6843">6707 109 7792,'0'-16'355,"0"-1"738,0 4-71,0 0 481,0 3-842,0 4 1,0 3-223,0 6 0,0 6-20,0 4 0,1 5-89,3-2 1,-2 7 43,4 3 1,0 0-346,1 0 1,1 1-196,-1 6 1,-2-2-231,2 2 0,-2-3-525,2 0 1,-2-4-498,-1 1 0,-3-5 512,2 1 0,-2-7 177,-1-3 1,-1-3 19,-2-3 709,-3-3 0,-12-35 0,-3-7 0</inkml:trace>
  <inkml:trace contextRef="#ctx0" brushRef="#br0" timeOffset="7238">6431 276 7792,'-4'-5'314,"3"-4"394,-3 3 777,3 1-972,1-4 1,9 8-76,4-2 0,7 2-134,6 1 0,2 0 26,8 0 0,5 1-125,9 2 1,3 0 0,7 3 0,-2 0-246,-2 0 1,-4 3-295,-6-3 0,-2 0-751,-4 1 1,-10-5 322,-4 1 0,-5 1-712,-4 0 578,-3-1 396,-4-3 197,-5 0 252,-5 0 0,-5 0 71,-5 0 1,-3 0 193,0 0 1,-4 0 389,4 0 0,-3 4-239,3 3 1,-4 2-104,4 1 1,0-1-116,3 1 0,1 0-81,3 0 0,1 3 79,5 0 0,0 0-28,0-3 1,0 0 29,0 0 0,5-1 163,1-3 1,6-1-17,1-5 1,4 0-125,-4 0 1,3-1-200,-2-3 0,-1-1-215,-3-5 0,-1-3-503,1 0 1,-4-4 58,-3 4 0,1 0-1507,0 3 2195,-1 0 0,-7 0 0,-2 1 0</inkml:trace>
  <inkml:trace contextRef="#ctx0" brushRef="#br0" timeOffset="7818">7220 326 11401,'0'10'802,"0"-1"1,0-1-800,0 2 1,1-6 109,3 6 1,-2-2-40,4 2 1,-2 0-273,2-1 0,-3-2-33,4 0 1,-4-5-954,4 1 521,-1 3 257,4-5 1,0 2 158,0-6 0,-3-3 86,-1-4 0,1 0 63,3 1 0,0-1 148,-1 0 0,1 0 28,0 0 0,-3 4-12,-1-1 213,1 0-145,3 2 16,0 1 1,-4 4-102,1 0 0,-5 1 75,1 2 1,-2 2-29,-1 5 0,1 0 129,3 0 0,-3 0 67,2 0-139,-2 0 0,-1-1 415,0 1-194,5-4-123,0-2 0,5-4-206,0 0 1,0 0-191,-1 0 0,1-1 77,0-2 1,0 1-162,0-5 0,0 0-11,0-2 0,0-1 75,-1 0 0,1 3 93,0 1 1,-3 0 40,-1 0 1,-2-2-13,2 5 44,-4-5 322,3 7-235,-1-3-19,-3 4 0,4 1 44,-5 2 0,0 2-81,0 5 0,0 0 6,0 0 1,0 0 47,0 0 1,3 0 112,0-1 1,8 0 27,-1-2 1,6 0 245,1-3 1,1-1-136,2-3 1,4 0 19,3 0 0,-3-4-699,-1-3 0,-2-1-472,-2 2 1,0-5-858,-3 4 1,-1-4 1669,-6 5 0,-12-7 0,-3-3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4:31.1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158 517 7757,'6'-10'105,"1"-3"1,-3 0 941,-2 1-713,-1 1 0,2 1 45,1 0 1,-1 4-39,-3-1 0,-5 5-182,-1-1 1,-3 2-172,-1 1 0,-1 0 57,-2 0 1,1 4-109,-4 3 0,2 1 143,-2 2 1,4 1-181,-1 2 1,2-2-24,1 2 1,1-2-122,3-1 1,-2 0-283,5 0 277,-1 0 1,4 0-202,0 0 313,0-5 1,5 3-106,1-5 0,3 0 92,1-3 1,0-1-3,0-2 1,3-3-12,0-3 1,0-1-4,-3 0 1,0 0 209,0 0 1,0 1-45,-1 3 0,-2-3 118,0 2-62,-1-1 50,4-2 0,-3 4 12,-1 3 11,1 2 0,3 1-90,0 0 0,-1 0 4,1 0 0,1 0 128,2 0 1,-1 0-71,5 0 0,-1 0 269,4 0 1,0 0-32,-1 0 0,6-4 109,1-3 1,2-2-212,2-1 1,-4 1-17,1-1 0,-2-5-20,1-1 0,-3-2-247,-6 2 0,0-3-102,-4 3 1,-1-4 6,-5-3 1,0 1-76,-3-4 0,-1 3 124,-3-3 1,0 0-15,0 0 0,-1-1 126,-2 4 1,0 0 56,-3 3-35,-1 5 83,-3 0 1,2 11-71,1 4 0,2 6 31,1 7 1,0 3 85,-3 7 1,0 2-61,3 5 1,0 4 12,1 2 1,2 2-88,-3 2 1,3-1-76,1 1 1,0 3-70,0-1 0,0 4-244,0-3 0,0-1-57,0-6 1,0-3-48,0-7 1,0-3-956,0-7 292,0-1 1117,0-10 0,13-40 0,4-14 0</inkml:trace>
  <inkml:trace contextRef="#ctx0" brushRef="#br0" timeOffset="132">582 537 7757,'-10'-10'0,"2"0"903,1 0 1332,-2 1-1254,8 3-591,-3 2 0,5 4-632,2 0 0,7 0-2,7 0 1,2 0-142,4 0 1,2 0 427,5 0-43,0 0 0,26 4 0,6 2 0</inkml:trace>
  <inkml:trace contextRef="#ctx0" brushRef="#br0" timeOffset="474">1332 192 7842,'0'-16'200,"0"3"1,0 2 2189,0 2-1394,0 3-569,0-3 1,0 9-87,0 0 1,0 5 114,0 5 0,1 4-201,2 2 0,-2 7-44,3 4 1,0 2-415,-1 4 0,4 1-257,-4 2 0,2 1-543,-2-4 0,-2 5 340,2-2 1,-2-2-397,-1-1 0,0-7 497,0-3 0,0-7-532,0-3 1094,0-2 0,-4-40 0,-2-11 0</inkml:trace>
  <inkml:trace contextRef="#ctx0" brushRef="#br0" timeOffset="1108">1292 429 7842,'-3'-19'211,"0"2"1,0 3 355,3 4 1,0-3-96,0 0 1,1-1 28,2 1 0,4 2-277,6-2 0,-1-2-175,4 2 1,1-3 122,2 3 0,4-1-63,0 5 0,0 2 115,-3 0 0,0 5-274,0-1 1,-5 3-408,-2 3 0,-5 3 301,-2 4 0,0 4-23,0 2 1,-1 3 28,-5 1 1,3 4-44,0 2 1,1 1 99,-4 0 1,0 0-17,0-4 1,-4 3-145,1-3 0,-1 0 53,0-3 1,3-3-50,-2-1 0,2-4 75,1 1 0,1-5-81,2-2 1,-1-3 38,5 0 1,3-5-77,3-2 1,3-6 127,-2 0 0,2-2-16,-3 2 1,1-1 227,0-2 1,-3 5 5,2-2 0,-6 4-15,0-1 1,0-1-36,2 5 1,1 0 92,0 3 1,-3 0-76,-1 0 1,1 0-48,3 0 1,0 3 114,-1 0 0,2 4 45,3-4 0,-4 5 220,4-2 1,0 0 42,-1 0 1,1 0 202,-1 1 1,2 0-296,1-4 1,3 1-159,-3-4 1,3 0 12,1 0 1,3 0-192,0 0 1,0-1 59,-4-3 1,2-1-139,2-5 0,-2 0 9,2 0 1,-5 0-101,-2 1 1,-4-5-163,1 1 1,-2 0 162,-1 3 1,-5 0 104,-1 1 0,-8-1 172,-2 0 1,-4 4 228,-3 3 1,-2 2 45,-5 1 1,-1 4 302,-2 3 0,2 3 54,-2 3 0,6-2-260,0 2 1,6 1-63,1-1 0,2 5-64,4-2 0,2 0 171,5 0 0,7 0-191,7 0 1,7 3-84,5-3 0,5-5-191,6-1 0,-1-7-198,1 0 0,-2-1-691,-2-2 0,-3-2 181,-7-1 1,-3-6-185,-6-4 1,-1 0 286,-6 3 574,2 0 0,-24-4 0,0-1 0</inkml:trace>
  <inkml:trace contextRef="#ctx0" brushRef="#br0" timeOffset="2325">3156 448 7765,'7'-6'-61,"-1"-1"-12,-2-1 0,0 3 274,0-2 0,-2 5 336,4-1-133,-3-3 1,2 2 127,-2-3-281,-2 3 0,3 3-88,-8-2 0,-1 2-13,-5-3 1,-1 3 14,-2 1 0,1 5-103,-5 1 1,2 3 140,-1 1 0,0 1-10,3 2 1,6 2-600,-3 5 0,3 0 150,1-1 1,1 4 19,5 0 1,2 2 87,5-2 1,1-3-50,8 3 1,2-3-51,5-3 1,-2-4-208,6-7 1,-2-1 95,1-5 1,3-1-59,-3-3 0,-1-2 7,2-7 0,-7-2 409,0-1 0,-1-3 0,-6 3 0,0-3 0,-3-1 0,-1 1 0,-3-1 0,-1 4 9,-5-1 0,0 5 23,0-1 1,-4 2 425,1 1 157,-5 0 0,7 4 783,-2-1-971,2 5 0,1-1-39,0 6 1,0-1-105,0 5 1,0-1 76,0 4 1,3 1-176,1 2 1,3-1-111,0 5 1,2-4 12,0 3 1,-2-4-160,0 2 1,-1 0-1,4-1 0,0 0-255,0-3 0,0-1-742,-1-3 679,1 3 1,0-8-89,0 2 0,0-1 111,0-2 1,-2-5-68,-1-1 1,2-3 150,-3-1 0,0 0-66,0 0 0,0-3 453,1 0 0,-3 0 88,-4 3 0,0-3 94,0 0 0,0-1-9,0 5 0,0-1 942,0 0-515,0 0 167,0 0-231,0 5-367,0 0 0,1 6-247,2 3 1,-1 1-103,5 5 0,0 1-114,2 2 1,1-1-184,0 5 1,0-5-380,0 1 1,1 1 129,2-1 1,-2 0-291,2-3 1,-1-3 909,1-1 0,-2-3 0,8-8 0,-4-6 0</inkml:trace>
  <inkml:trace contextRef="#ctx0" brushRef="#br0" timeOffset="3134">3827 478 7765,'-4'-10'240,"2"1"304,-5 3-209,5-3-227,-3 8 1,7-3 65,1 8 0,1-2-96,3 5 1,2-1 51,-3 4 0,3 0-132,1 0 0,-1 0 19,-3-1 1,3 3 29,-3-2 0,2 2-155,-1-5 0,0 2 176,-3 1 1,2-4 216,-2 1 1,0-5 105,-1 1 251,-2-2-379,8-1-290,-8-4 1,4-5 10,-5-4 1,1-1-127,2 1 0,-1 1-312,5-5 0,-4 5 3,4-1 0,-1 1-493,4-1 0,4 2 440,3-2 1,-2 2 125,1 1 0,0 3 383,0 1 1,3 3-34,-3 0 0,-1 2 305,-2 1 1,-6 1-205,0 2 1,-4 2 88,4 1 0,-5 6 8,1-2 1,-2 3 67,-1 1 0,0-2-96,0 4 0,0-4-195,0 1 1,0-1 83,0 2 0,4-3-302,-1 2 267,5-2 0,-3-3 67,5-1 0,-3-3-11,-1-4 1,1 0-15,3 0 0,-1-1 117,1-2 1,-1-3-141,-2-3 0,1-1 15,-1 0 1,-2 0-15,2 0 0,-2-3-19,2 0 1,1 0-62,-5 3 0,4 0 48,-4 0 1,3 0 14,-2 0 0,0 4 6,-1-1 0,0 5-1,3-1 0,-3 2 75,4 1 45,-5 0 1,6 1-14,-5 2 0,4-1 160,-4 5 0,4-1 20,-4 4-156,5 0 0,-3 0-84,5 0 1,0-1 12,0-3 1,0 2 1,-1-5 0,1 2 32,0-2 0,3-2-17,0 2 1,4-2-45,-4-1 0,3 0-47,-2 0 0,3-3-228,0 0 1,-3-5-34,-1 1 1,1-1-60,-1-2 1,-3 3 157,-3 1 1,-5-2 83,1-5 0,-2 5 59,-1-2 0,-5 4 78,-5-1 0,-1 0 77,-5 3 1,2 1 344,-2 3 0,3 1 203,-4 2 0,5 3-261,-1 4 1,3 1 345,4 2 1,-2-1-185,5 4 1,0-3-39,3 4 1,4-1-157,3 4 0,6-4 12,3 1 0,5-4-99,5 3 0,1-5 38,5-1 0,3-1-707,2-6 1,-2 1-179,1-4 0,-9-1-529,0-3 1,-7-1-9,-3-5 1,-3 3-818,-4 1 0,-5 2 1907,-1-2 0,-30-1 0,-6-3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4:35.4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30 9007,'5'0'251,"0"4"1,-5 2-72,0 4 0,0 0-386,0-1 0,-4 2 8,1 3 1,0-3-142,3 2 0,0-2 57,0-1 0,0-1-269,0 1 0,0 0 253,0 0 1,1-5 297,2-1 0,-1-3 0,5-1 0,-4 0 0,4 0 0,-1-5 0,4-1 0,0-3 0,0-1 0,0 0 0,0 1 0,-1 0 89,1 2 0,-3 0 594,-1 3-27,-3-3 35,5 5-346,-7-2-386,4 4 0,-2 4-110,0 3 1,1 2-177,-4 1 1,0 3 326,0 0 0,17 40 0,5 6 0</inkml:trace>
  <inkml:trace contextRef="#ctx0" brushRef="#br0" timeOffset="435">523 148 7790,'0'-9'381,"0"-1"0,0 0 814,0 0-691,0 4-147,0 2 1,0 12 25,0 2 0,0 10-90,0 3 0,0 5-29,0 1 1,0 5-183,0 3 0,1 0-183,3-1 1,-3 2 59,2-2 0,-2 0-146,-1 0 0,0-6-206,0 0 0,0-5-560,0-5 0,0-5-1001,0-2 843,0-6 954,0-3 0,-4-43 0,-2-10 0</inkml:trace>
  <inkml:trace contextRef="#ctx0" brushRef="#br0" timeOffset="1117">415 375 7790,'4'-10'0,"2"1"329,4-1 1,-4 0-106,1 0 0,0 0-113,7 0 1,-2 0 37,4 0 0,1 0-114,2-4 1,1 3 130,0-2 0,-1 2-165,1 1 1,-5 2 173,-1 1 1,-3-1 21,-2 5 1,0 1-357,-2 5 1,-2 4 185,-1 6 0,-3 2 136,2 5 1,-2 4-131,-1 2 1,-1 0 9,-2 0 1,2-1-26,-3 1 0,2 3-158,-1-3 0,2-2 28,-3-1 0,3-2-168,1-1 0,0-5 81,0-2 0,4-2-282,-1-1 83,5-4 0,-3-2 44,5-4 1,1-4 66,2-3 0,-2-2-6,2-1-1,1-3 88,0 0 1,2-1 226,-3 1 0,0 2-21,-3-2 0,0 2 155,0 1-233,0 0 0,0 3 354,-1 1 176,-3 4-113,3-3 0,-7 10-90,4 1 1,-3 3 47,0 1 1,-1 0-82,1 0 0,-2 3 53,3 0 0,0 0-4,-1-3-126,5 4 0,-2-3-8,3 2 1,1-2-44,0-1 0,1-4-105,2-3 0,-1-2 72,5-1 1,-2-1-132,2-2 0,1-3-3,-1-4 1,1-3-162,2 0 1,0-4-152,-1 4 0,0-3 131,-2 3 0,0-5-12,-4 2 1,0 0 163,-3 0 0,-4 4 4,-3-1 1,-2 2-26,-1 1 217,0 4 0,-4 2-30,-3 4 0,-3 0 160,-3 0 1,1 4 393,-4 3 1,4 5-283,-2 1 0,3 1 303,2 0 1,0 0-187,2 2 1,0 2-29,3-5 1,1 3-61,3-2 0,1 2 94,2-3 0,4 4-197,6-4 0,4-1-49,6-6 0,1 2-630,2-5 0,2 0-326,-1-7 0,1-1-781,2-5 1,-4-4 783,0-3 746,-8-1 0,1-15 0,-10-3 0</inkml:trace>
  <inkml:trace contextRef="#ctx0" brushRef="#br0" timeOffset="2137">2161 365 7251,'6'-6'-562,"1"-1"1417,-5 1 1,2-1 43,-4 0-469,0 1 0,0-4-245,0 0 0,-1 4-41,-2-1 1,-3 4-97,-3-4 1,-5 5 46,1-1 0,-1-2-57,1 2 1,1 0-152,-5 3 0,2 1-294,-1 2 1,-2-1 180,5 5 1,0-1-127,3 4 0,0 0 57,0 0 0,4 0-21,-1 0 0,5 0-353,-1 0 373,1-1 304,2 1 0,5-1-123,1-2 0,3-3 112,1-4 0,1 0-16,2 0 1,-2-1 162,2-2 1,-1 0 1,1-3 0,-2 0 108,3 0 1,-3-2 10,-2 5 1,1-2 117,0 2-318,0 2 0,0-3 39,0 4 0,-4 0-10,1 0 0,-2 4 44,2 3 1,-2 2-8,-1 5 0,-3 2-86,2 7 0,1 2 7,0 5 0,-1-1-96,-3 1 1,-5 0 12,-5-1 0,-5-4 31,-4-2 1,-2-2-75,-2-1 0,2-2-204,-2-5 0,-1-1 75,1-9 0,3 0-123,4-3 0,5-7-105,1-3 0,4-7 431,6 1 0,40-42 0,9-11 0</inkml:trace>
  <inkml:trace contextRef="#ctx0" brushRef="#br0" timeOffset="2360">2338 178 7765,'0'-10'598,"0"0"164,0 0 0,0 4 203,0-1-592,0 5 0,0-1-136,0 6 1,3 4 63,1 6 0,0 2 164,-1 5 0,0 4-360,3 2 0,-3 6-239,4 1 0,-4 4-202,4-1 0,-5-1-409,1 2 0,-2-6 64,-1 2 0,0-3-473,0-4 0,0-3-61,0-6 1215,0-3 0,0-4 0,14-27 0,2-6 0</inkml:trace>
  <inkml:trace contextRef="#ctx0" brushRef="#br0" timeOffset="2627">2654 385 7765,'0'-6'262,"0"-1"142,-5 5 0,3-3-203,-4 5 0,2 0-101,-2 0 0,-1 5 38,-3 1 0,0 6-17,1 2 0,-2 3-136,-3-1 1,3 3-20,-2 1 1,6 0-172,0-1 1,5 1 143,-1 0 0,6-5 45,3-2 1,5-3 271,6-3 0,-1-4 13,7-6 1,1-4-60,-1-6 1,-3 1-214,-3-5 1,-6 0-196,-2-6 1,0 2-292,-6-2 0,-4 3-1560,-5 4 2049,-7-3 0,-38 4 0,-12-5 0</inkml:trace>
  <inkml:trace contextRef="#ctx0" brushRef="#br0" timeOffset="3235">2861 119 7938,'-6'-10'2000,"-2"0"-1329,7 5-560,-4 0 0,5 10 178,0 1 0,0 6 95,0 1 1,3 8-269,1-1 0,2 6-4,-2 1 0,2 4-211,-3 2 0,4 4 19,-4 0 1,1 0-269,-4-1 1,0 5 220,0-5 0,0-1-112,0-9 0,-5-2-98,-1-4 1,0-5-150,0-2 558,3-6-162,-1-3 0,1-8 170,-1-3 1,1-1 10,3-2 0,1 0-92,3 0 0,-3-4 49,2-3 0,1 2 115,0-1 0,3-1-77,0-3 1,-2 1-6,2-1-1,1 1-191,5 3 0,-1-2 80,4 5 1,-3 0-18,4 3 1,-2 5 94,2 1 0,1 3-6,-1 1 1,0 5-59,0 1 0,-3 7 2,-4 4 1,-4 3 6,1 3 0,-6-3 14,-1 3 0,-4-2-62,-6-1 0,-1-1-393,-2-3 0,-3 2-253,-3-5 0,0-1 214,2-6 0,0 2-15,4-5 0,0 1 503,3-4 0,31-22 0,7-6 0</inkml:trace>
  <inkml:trace contextRef="#ctx0" brushRef="#br0" timeOffset="3885">3393 415 7835,'0'-6'570,"-1"2"147,-2 4 0,-2 0-321,-5 0 1,0 1-139,0 2 1,-1 4-245,-2 6 1,1-2 20,-5 2 0,5 1 27,-1-1 0,-1 5-51,1-2 0,3-1-271,3-2 0,4 1 4,-4-1 1,5 4-341,-1-4 1,2-3 13,1-4 245,0 1 0,4-2 222,3-1 0,3-4-35,3-4 0,-1-1-23,4-5 0,1-1 74,3-2 0,-1 1 145,1-5 0,-4 2 4,1-1 0,-2-3 264,2 2 1,-3-1-34,-4-2 1,0 1 126,-1 3 0,0-1 156,-2 3-278,-3 1-390,-4 8 218,0 0 0,-3 10-8,0 1 1,-4 6-42,4 2 0,-2 3-199,2-1 0,2 0 112,-2 0 0,2 0-138,1 0 0,0 2 105,0-5 0,0 3 110,0-3 0,0 0 5,0-3 0,1 3-14,2 1 1,-1-4-1,5-4 0,-1-4 22,4 2 1,0-3 129,0-1 0,0-5-292,0-1 0,4-4-185,2-3 0,0-3-392,0-3 1,1-2 320,2-2 0,2-2-42,2-5 1,-2 0 253,2 1 0,-6-2 309,0-2 0,-2-2-181,2-4 0,-3-1 217,-4 1 1,-1-1 95,-3 1 0,-1 5 1187,-5 4-1113,0 5 0,-5 14 120,-1 5 1,0 3 19,0 3 0,2 8-187,-2 2 0,0 8 76,0 1 0,-3 5-194,2 6 1,3 3-14,1 0 0,2 4-15,1-1 0,0 0-80,0 4 1,0-6-388,0 5 1,0-5-344,0 2 1,4-6-648,2 3 1,7-10 345,0 0 0,3-8-380,-3-8 0,4-3 1307,-4-4 0,13-39 0,0-11 0</inkml:trace>
  <inkml:trace contextRef="#ctx0" brushRef="#br0" timeOffset="4990">4439 385 7270,'0'-10'-631,"0"4"2224,0-1-367,0 5-358,0-7-368,0 8 48,0-3-300,0 4 0,0 5-112,0 5 1,0 1-77,0 5 0,0 4-7,0 3 1,0 0-128,0-3 1,0 1-328,0 2 1,0-2 89,0 2 0,0-6-29,0-1 1,0-3-102,0 0-58,0-2 272,4-6 1,2-5 11,4-6 0,-1-4 50,1-3 0,0-3 12,0-4 1,1-3 213,2 0 0,-2-3 82,2 3 0,-2 0 66,-1 3 1,0 4-64,0 0 0,-1 3 305,-3 0-297,3 2 0,-7 6 150,5 2-123,-5 2 0,2 5 66,-4 2 1,0 7-140,0 0 0,0 4-42,0 0 1,0-2-132,0 1 0,0 0 65,0 0 0,1 2-183,3-5 0,-2 3 74,4-3 0,-2 1-123,2-5 0,-2 0-30,2-2 41,1-3 111,3-4 0,-1-1 53,1-2 0,-3-3 180,-1-4 1,1-4-100,3-2 1,0 0 67,0 0 0,0 0 8,-1-4 0,1 3 170,0 1 1,0 1-112,0-2 0,-1 0 64,-3 4 0,3 3 36,-2 3 1,-3 4 156,-1-4-237,-2 5 1,3-1-48,-1 6 0,0 3-116,-3 3 0,3 2-14,1 2 1,0 0-217,-1 3 0,0-1-131,3 2 1,-3 1-292,4-1 1,-4-2-50,4 2 1,-4-5 13,4 1 0,-1-2-668,4-1 1339,-4-5 0,11-9 0,0-7 0</inkml:trace>
  <inkml:trace contextRef="#ctx0" brushRef="#br0" timeOffset="5178">5080 375 7277,'10'-4'-411,"-5"3"3078,4-4-2082,-8 5 0,4 1-64,-5 3 0,0 1-313,0 5 1,0 0-117,0 0 1,0 3-144,0 0 0,0 5-268,0-2 1,0-1-557,0 2 0,-4-5 671,1 1 204,0 2 0,16-17 0,3 0 0</inkml:trace>
  <inkml:trace contextRef="#ctx0" brushRef="#br0" timeOffset="5303">5110 257 7782,'-6'-40'0,"-3"6"655,3 5 0,-2 8-325,2 8 1,1 2-287,5 1 0,1 5-475,3 1 1,1 3 430,5 1 0,17 9 0,5 2 0</inkml:trace>
  <inkml:trace contextRef="#ctx0" brushRef="#br0" timeOffset="5978">5336 326 7844,'-6'0'558,"-1"0"1,4 3-248,-4 0 0,5 5-54,-1-1 1,2 2-19,1 0 1,0 5 0,0-1 0,3 4-379,0 0 1,4 1-50,-4 2 1,4-4-241,-4 1 1,4-2 158,-4 2 1,0-3-95,-3-4 0,4-4-97,-1 1 22,0-5 299,2 2 1,-4-5 248,2-2 1,1-2-18,0-5 0,3 0-58,0 0 1,-2-4 85,2-3 1,-2 2-74,2-1 1,2 0-7,-3 0 1,3-3 28,1 3 0,0 1-6,0 2 0,-1 2-48,1 2 6,0 3 0,-3 2 189,-1 4 1,-2 1-38,2 2 0,-4 4-112,2 6 1,0-1-59,-1 4 1,5-3-135,-1 4 0,0-2 65,0 2 1,2 0-212,-3-4 0,6 0 117,1-3 1,1 0-110,-5 0 0,1-1-243,0-3 1,0-1 234,0-5 0,-4 0 275,1 0 0,-1-1 0,0-3 0,3-1 0,-3-5 0,2 0 0,-1 0 0,1-3 0,-1 0 0,1-1 0,-2 1 0,2 2 0,-5-3 0,2 4 0,-2 0 0,-2 0 362,2 0 0,-2 3 1496,-1 1-810,0 4 181,5-3-885,-4 5 1,4 1-127,-1 3 1,-3 1-224,2 5 0,-1 3 70,1 0 1,-1 1-81,1 0 1,-1-2-405,1 4 1,-2-4-594,3 1 1,0 2 1011,-1-2 0,23 0 0,1-3 0</inkml:trace>
  <inkml:trace contextRef="#ctx0" brushRef="#br0" timeOffset="6137">5830 198 7844,'-19'-24'-466,"2"4"0,3 5 2733,4 5-1687,1 0-676,3 4 0,6 2 208,7 4-112,1 4 0,29 32 0,5 13 0</inkml:trace>
  <inkml:trace contextRef="#ctx0" brushRef="#br0" timeOffset="6787">5987 405 10136,'0'11'640,"0"2"0,0-2-473,0 2 0,4 2-309,-1 2 1,4 0-42,-4 0 1,0 0-178,-3-4 1,3 1 200,1-5 0,-1 1-304,-3 0 183,0-4 71,0-2 26,0-4 1,0-5 87,0-5 1,3 0-15,1-3 1,-1-3 53,-3 0 0,3 1-9,0-2 0,5 2 39,-1-2 0,1 0 117,2 4 1,-3 0-123,-1 3 1,1 1-11,3 2 181,0-1 1,0 6-48,-1-1 0,-2 6-48,0 4 1,-2 2-24,2 1 1,1 3-10,-1 0 1,1 5 30,-2-2 0,3-2-5,-2-1 1,-3 2-43,-1-2 0,2 0-1,-2-3 1,1-1 58,0-3-32,-3 3-31,3-4-40,-4 1-64,0-2 1,0-5 44,0-2 1,1-2-17,2-1 1,0-3 151,3 3 1,-2-7 158,2 0 0,-3 0 32,4 3 1,-4-3 32,4 0 0,-4 0 84,4 3 1,-4 0-155,4 0 0,-4 0-25,3 1 0,1 2 20,3 0-270,0 5 1,0-2 17,-1 4 0,1 4-205,0 3 1,-1 2-94,-3 0 1,2 6-109,-5 1 0,5-1-297,-1 2 1,-2-2 189,2 2 0,-4 0-602,4-4 1148,-1 5 0,8 2 0,2 5 0</inkml:trace>
  <inkml:trace contextRef="#ctx0" brushRef="#br0" timeOffset="7189">6550 464 7878,'-5'-10'2493,"4"0"-1952,-3 0-257,4 5 0,0 2 543,0 6-630,0 2 0,0 9-35,0-1 0,4 0-48,3-3 1,-2 1-217,2 2 0,-1-2-264,4 2 1,-3-2 97,-1-1 1,1 0-208,3-1 1,0 0 186,-1-2 0,0 2-5,-2-3 0,2-1-434,-3-2 254,3-2 1,1-1 86,0 0 1,-4-4 133,1-3 1,-2-5-23,2-1 1,0 0 275,-3 3 0,2-3 291,-2-1 0,2 1-113,-2 3 0,2 1 186,-3-1 1,1 0 525,-4 0-18,0 5 0,0-1 252,0 3-796,0 2 0,1-3-397,2 8 0,-2 1-138,2 5 0,2 0-190,-2 0 1,4 3-73,-4 0 1,4 1-540,-4-1 1,3-2 442,-2 3 0,3-4-342,0 0 905,-3 0 0,23 4 0,0 2 0</inkml:trace>
  <inkml:trace contextRef="#ctx0" brushRef="#br0" timeOffset="7738">6924 444 9785,'0'-5'1324,"0"1"-984,0 8 1,1-2-173,3 5 0,-2-1-14,4 4 0,0 1-329,1 2 1,0-2 28,-4 2 1,5-2-135,-1-1 0,-2 0 104,2 0 1,-4 0-96,4-1 1,-4 0 164,4-2 1,-5-2 227,1-1-216,2-3 0,-2 3 27,3-4 1,-4-1-150,2-2 1,0-3 117,-1-4 1,4 0 37,-4 1 0,4-1 108,-4 0 1,5 0 382,-2 0-229,-1 0 271,4 0-389,-4 1 1,0 2 74,-1 0-62,1 5 1,-4-1-132,3 6 0,0-1-202,-1 5 1,1 0 37,-4 2 0,3 1 60,0 0 1,2 0 155,-2 0 1,-1-1 155,5-3 1,-4 2-105,3-5 1,-2 4 120,2-4 1,-2 0-122,2-3 0,-3 0-212,4 0-114,0 0 0,2-1 146,1-2 0,-3-3-128,0-3 1,-1-1 188,4 0 1,-3 0 80,-1 0 1,1 0 121,3 0 1,-1-3 358,1 0 0,-1 0-23,-2 3 1,1 4-129,-1-1 0,-2 5 62,2-2 1,-4 0-189,4 1 0,-5 1-274,1 5 1,2 2-154,-2 5 0,1 0-478,0 0 1,0 0-54,3 0 1,1 0-739,-1-1 1,3 1 1459,3 0 0,11 0 0,7 0 0</inkml:trace>
  <inkml:trace contextRef="#ctx0" brushRef="#br0" timeOffset="8038">7467 109 8504,'-5'5'1404,"4"0"-1012,-3-1-620,8 2-394,-3 4 1,7-1 174,-5 1 1,2-3-402,-2-1 1,-1-2 847,5 2 0,21 1 0,10 3 0</inkml:trace>
  <inkml:trace contextRef="#ctx0" brushRef="#br0" timeOffset="8146">7575 158 7871,'5'-5'-286,"-3"-3"-357,4 5 1529,-3-5 1,2 7 225,-2-2-557,-2 2-740,8 1 0,-4 4-553,1 3 0,0 1 528,-3 2 210,-2 0 0,8 22 0,-4 5 0</inkml:trace>
  <inkml:trace contextRef="#ctx0" brushRef="#br0" timeOffset="8338">7950 592 7846,'6'-5'-160,"2"-4"-400,-1 2 560,-3 3 0,1 4 0,-5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4:48.8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10 8093,'-10'0'0,"1"0"0,-1-3 413,0 0 0,0 0 619,0 3 1,3 0 667,1 0-482,4 0-589,6 0 0,11 0-257,12 0 1,7 0-161,5 0 1,9 0-135,8 0 1,3 0-168,4 0 1,-4 0-665,0 0 1,-6 0 752,-10 0 0,-18 0 0,-12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4:45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1 8367,'-10'0'1108,"-3"0"0,-1 0-558,-2 0 0,4 1-10,-1 2 1,-2 7-252,-2 6 1,2 7-66,-1 4 1,4 6-307,-2 3 1,8 2-107,3 2 0,1 0-134,2 3 0,8-7 120,2 0 1,10-7-87,-1-3 1,7-7-131,-3 0 1,4-7-500,-1-2 0,2-1 222,-2-6 0,3 1 695,-3-4 0,20-31 0,5-8 0</inkml:trace>
  <inkml:trace contextRef="#ctx0" brushRef="#br0" timeOffset="583">513 247 8429,'-10'-10'533,"1"5"0,-1 1-376,0 4 0,4 4-18,3 2 0,-1 7-2,0 0 1,1 3-201,3-3 0,0 5-134,0-2 0,0 0 26,0 0 1,1-3-66,2 4 1,0-5 117,3 1 1,0-6-67,0 0 1,3-5 172,-2 2 1,1-3-1,2-1 0,-1-1-30,-2-3 0,1-1 39,-1-5 1,2-1-26,1-2 1,-2 2 22,-1-2 0,2-2 6,-3 2 0,-1-3 87,-2 3 0,1 0 145,0 3 0,-1 0 31,-3 0 268,0 0-269,0 0 282,0 5-165,0 0-268,0 14 1,0-1-158,0 8 0,0-3 40,0 4 0,3-5-232,0 1 0,5 1 135,-1-1 0,2 4-64,0-4 1,1 0 120,0-3 0,0-1-9,0-3 1,-1 0 10,-3-3 1,3-2-28,-2 3 0,0-4 150,0-4 1,2-1-233,-3-5 1,0-1-187,0-2 1,0 1 112,0-5 1,2 1-169,-5-4 1,0 4 192,-3-1 1,0 1 35,0-4 0,0-3 380,0 0 0,-1 0-172,-2 3 1,-2 1-218,-5-1 1,0 0 621,0 0 1,0 2 2080,0 1-1437,0 3-76,1 4-591,3 5 1,2 8-152,4 7 1,1 7 84,2 3 1,3 1-83,3 5 1,2 4-365,3 3 1,-4 0-157,4-4 0,-2 1-190,1-1 0,-2-2-106,2-1 1,1-4-410,-1 1 1,0-6 386,-3 0 559,0-9 0,4-17 0,2-13 0</inkml:trace>
  <inkml:trace contextRef="#ctx0" brushRef="#br0" timeOffset="750">711 237 8233,'-6'-9'0,"-2"-2"454,5-3 1,1 7 692,5-3 0,4 3-913,6 1 0,3 1-426,7 5 0,-1 0 192,5 0 0,16 13 0,9 4 0</inkml:trace>
  <inkml:trace contextRef="#ctx0" brushRef="#br0" timeOffset="1034">1125 208 8281,'-10'-6'-198,"0"-1"1,0 3 510,0 2 0,0 1 623,1 1 1,-1 1-474,0 2 1,3 3-202,1 4 1,4 1-256,-2 2 0,3-1-148,1 4 0,5 1-172,1 3 1,4-1 166,3 1 0,2-1-93,5-3 1,1 2-149,2-5 0,3-3-1210,7-4 1597,-6-4 0,32-19 0,-1-11 0</inkml:trace>
  <inkml:trace contextRef="#ctx0" brushRef="#br0" timeOffset="1275">1292 40 8084,'-8'-4'-20,"1"-3"1534,-2 3-1007,8-1 0,-3 6-28,4 3 0,1 2-143,2 8 0,3 1 138,4 5 1,3 0-272,0 3 0,3-1-159,-3 5 1,1-2-248,-5 1 1,5 3-166,-1-3 1,-3 1-565,-4 0 1,-4 0 297,2-4 0,0 0-1472,-1-3 1230,1-5 876,-4-1 0,4-34 0,2-9 0</inkml:trace>
  <inkml:trace contextRef="#ctx0" brushRef="#br0" timeOffset="1492">1421 277 8281,'0'-14'0,"1"3"271,2-3 198,3 4 1,3 0-107,1 0 0,3 4-32,1 3 0,-1 2-73,-3 1 1,1 0 31,2 0 1,-2 4-164,2 3 1,-2 5 18,-1 1 0,1 1-58,2-1 0,-2 0-50,2 3 0,-6-4-341,0 1 0,0 1-186,3 0 0,-2-1-444,-1-3 0,1-1 933,-5 1 0,9-4 0,-1-2 0</inkml:trace>
  <inkml:trace contextRef="#ctx0" brushRef="#br0" timeOffset="2037">572 277 8264,'0'-10'73,"0"3"0,0 1 0,-1-1 1,-1 1 2475,-1-1-1926,-5 1 1,3-3-577,-5 2 0,0 3-504,0 4 0,-1 0 147,-2 0 1,5 4 309,-1 3 0,5 37 0,0 9 0</inkml:trace>
  <inkml:trace contextRef="#ctx0" brushRef="#br0" timeOffset="2409">1924 385 8555,'4'-10'2928,"-3"4"-3568,2-1-201,-1 5 157,-2-2 0,3 3 684,0-3 0,0 8 0,-3-3 0</inkml:trace>
  <inkml:trace contextRef="#ctx0" brushRef="#br0" timeOffset="2526">1924 237 8257,'-6'-9'0,"-1"2"105,3 0 1,1 4 656,3-4-1364,0 5 602,0-2 0,13 21 0,4 5 0</inkml:trace>
  <inkml:trace contextRef="#ctx0" brushRef="#br0" timeOffset="2918">60 622 8310,'-10'0'0,"0"-4"906,0-3 205,5 3 0,10-4-611,11 5 0,13-2-226,10 2 0,15 1-1,12-5 1,12 2 97,10-2 0,10 0-242,-46 5 0,1 0 0,-1 0 0,-1 1-8,1 1 1,-2 0 0,31 1-234,-12 2 0,-15 0 5,-11 3 1,-12 1-346,-4 3 0,-14-4-2973,-7 1 3425,-8-5 0,-34-2 0,-12-6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4:49.8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60 266 8293,'0'-6'721,"0"-1"0,0 4 6,0-4-400,4 5 0,-3-4 96,2 3-349,-2 2 0,-1-2 137,0 6 0,0 3-124,0 3 1,-1 6-116,-2 1 0,1 6-77,-5 1 0,1 4-134,-4 0 0,0 1 76,0 2 1,4-2-175,-1-1 0,5 0 171,-2-4 0,3 0-50,1-3 0,0-8 21,0-2 1,6-7 44,4 0 1,0-3 105,3-3 1,1-4-110,-1-6 0,5-2 11,-2-5 1,2 0 83,-2 1 1,-1-4 80,-1 0 0,-3-1-53,2 1 1,-3 2 11,-4-2 1,2 2-12,-5 1 1,0 4 114,-3-1 1,0 9-328,0-2 122,0 6 1,0 1-167,0 6 1,-3 6 172,0 4 0,-4 5 15,4-2 0,-4 4-76,4 3 0,-4-2 24,4 2 0,0-2-8,3-2 0,0 3 53,0-2 0,0-1 229,0-6 0,5-5 43,5 1 0,1-5 248,6-1 1,-1-6 47,4-4 0,-4-6 283,1-4 0,-1-4-280,4-2 0,-4-5 118,1 2 0,-5-2-163,1 2 0,-5-1-201,-2 4 0,-4-2-949,2 5-348,-3-2-1229,-1 7 2305,0 4 0,-9 15 0,-2 12 0</inkml:trace>
  <inkml:trace contextRef="#ctx0" brushRef="#br0" timeOffset="333">513 493 8293,'10'0'0,"-2"0"621,2 0 1,-3-3-73,6-1 1,-2 0-70,-1 1 0,3 1-378,1-5 1,0 4-266,-1-4 0,-2 1-93,2-4 0,-3 3-373,-3 1 1,1-1 232,-1-3 0,-3 0 129,0 0 0,-4 1 99,-4-1 0,-1 1-12,-5 2 1,-1 3-54,-2 4 1,-3 0 342,-3 0 1,-1 4 519,0 3 1,2 2-197,1 1 0,2 3 269,2 0 1,5 4-101,-2 0 1,4-2-136,-1 2 1,3-1-270,4 4 1,4-4 27,3 1 1,2-2-130,5 1 0,1-1-172,5-6 0,3 1-479,0 0 1,3-4-254,-3-3 1,1-2 805,-1-1 0,33-31 0,12-7 0</inkml:trace>
  <inkml:trace contextRef="#ctx0" brushRef="#br0" timeOffset="802">1519 394 8183,'7'-9'273,"-2"-1"1443,0 0-1241,-2 0 0,-4 3 14,-2 1 1,-3 4-327,-4-2 1,-1 4 81,-2 4 0,-2 1-190,-5 5 1,0 4-65,1 3 0,-1 1-37,0 2 0,0 1 51,1 2 0,3-1-288,3 4 1,3-4-73,4 1 0,1-1-347,5 1 0,3-3 30,3-1 1,5 0 228,9-6 0,4-3 443,2-3 0,29-27 0,8-3 0</inkml:trace>
  <inkml:trace contextRef="#ctx0" brushRef="#br0" timeOffset="1175">1835 434 8183,'0'-10'0,"0"0"0,0 0 281,-5 0 0,0 5 439,-5 2 0,0 2-511,0 1 0,-3 4-96,0 2 1,-4 7-232,0 0 0,0 4 113,0 0 0,3-2-164,4 1 0,0 1 156,0 3 0,0-4-108,1 0 1,3-3-90,3 0 1,2-2-100,1-2 0,0 1-113,0 0 0,7-4 124,3-3 1,3-2 14,1-1 1,-2-1 118,4-2 1,-3-3-70,4-4 0,-2 0 66,1 1 0,2-5 167,-5 1 0,1-1 214,-1 1 0,-2 1 240,3-5 1,-3 2 377,-2-1 1,1-2-295,0 5 0,-3-2 439,-1 5-213,-4-2-172,3 11-434,-5-4 1,0 11-137,0 4 0,-1 4-74,-3 6 0,2-2-389,-4-1 0,2 1-680,-2-1 1,3 1 292,-4 2 1,5-1 827,-1-3 0,1-2 0,2-4 0</inkml:trace>
  <inkml:trace contextRef="#ctx0" brushRef="#br0" timeOffset="1825">2042 444 8183,'0'-10'436,"0"3"758,0 1-67,0 3-441,0-1-517,0 13 0,0-1-36,0 8 1,0-3-191,0 4 1,0-4 171,0 3 1,0-4-56,0 1 0,0-1 36,0 2-462,0-3 1,0 3-242,0-4 53,0-1 185,4 1 1,-1-4 55,3-3 0,-3-2-156,4-1 1,0-1 159,2-2 0,5-3 75,-1-4 0,3-3 73,-3 0 1,4-3 177,-4 3 1,3-5 450,-3 2 0,4-3-111,-4-1 0,0 4 160,-3-1 0,0 5-290,0-1 1,-4 6-229,1 0 70,0 5 1,-1-3-208,1 5 1,-5 5 132,1 1 0,-2 3-7,-1 1 1,0 3-25,0 0 0,0 2 29,0-2 0,0-2 35,0 2 1,0-2-92,0-1 0,1-1-78,3 1 1,-2-3 94,4-1-85,1-3 1,3 1 47,0-4 1,0 0-24,-1 0 1,5-1-90,-1-2 1,0-3 52,-3-4 0,0-3 138,-1 0 1,1-3-102,0 2 1,3-5 176,0 2 0,0-7-75,-7 4 1,3-3 1,-3 0 0,5-2 25,-1-4 0,3 0 14,-3 3 1,-3-2 101,3 5 1,-4 1 611,1 6 465,-3 2-776,-4 8 0,-1 3 19,-2 6 1,-3 7-82,-3 7 1,-1 1 101,0 2 0,1 4-349,2 2 1,-1 0-170,1 0 1,2 0 28,-2 4 0,4-1-164,-4 1 0,5-4-234,-1 1 1,2-6-31,1 2 0,4 1-325,3-5 1,2 1 129,5-10 0,-2 1-355,4-8 0,1 0 986,2-3 0,36-43 0,9-12 0</inkml:trace>
  <inkml:trace contextRef="#ctx0" brushRef="#br0" timeOffset="1992">2476 286 8131,'-4'-10'0,"2"0"0,-1 0 0,2 0 0,10 5 396,4 2 1,9 2 615,4 1 0,0 0-1012,4 0 0,33 0 0,14 0 0</inkml:trace>
  <inkml:trace contextRef="#ctx0" brushRef="#br0" timeOffset="2626">3364 246 8060,'-10'-4'0,"0"-3"0,0 3 165,0 1 70,0 2 0,0 5 5,1 3 0,-1 3-23,0 3 1,0 0 19,0 7 1,1-3-67,3 6 0,-2 1-14,5-1 1,-4 5-3,4-2 1,0-1-11,3 1 1,-4-4-203,1 1 1,-1-6-51,0-4 1,2-2-257,-4-1 90,-1-5 0,-3 0-277,0-5 1,4 0 78,-1 0 471,5 0 0,-2-18 0,4-4 0</inkml:trace>
  <inkml:trace contextRef="#ctx0" brushRef="#br0" timeOffset="3164">3354 463 8060,'15'0'0,"0"0"157,-1 0 1,-2 0 352,4 0 1,0-3-190,4 0 1,0-2 29,0 2 0,-1 1-210,1-5 1,0 1-210,0-4 0,-5 3-295,-2 1 0,1-1 233,-1-3 1,-3 1-33,-3-1 0,-5 3 32,1 0 0,-3 5-276,-3-1 1,-6 2 150,-4 1 0,-3 0 124,3 0 0,-2 1 113,2 2 0,2 3 218,-2 4 0,2 0 66,1-1 1,4 2-86,-1 2 1,2 0-112,-2 3 1,3-3-83,4 4 1,0-4 16,0 3 0,1-3-2,2 4 1,4-5-156,6 1 0,2-3 139,5-4 1,4 2-31,2-5 0,4 1 202,3-4 1,-3-5-62,3-1 0,0-4 46,-3-3 0,2 1-122,-6-5 1,-2 4 26,-1-3 1,-2 0 30,-2 0 0,-3 0 21,-3 3 0,-5 2-305,-2-2 1,-4 2 25,2 1 0,-3 4 364,-1-1 1,-5 5-66,-1-1 1,-6 2 56,-1 1 1,-4 1-95,4 2 0,-4 3 141,0 3 1,-2 1 15,0 0 0,3 1 155,3 2 1,2-2-65,1 2 1,2 2 50,1-2 1,3 3-82,4-3 1,2 4-221,4-4 1,6 0-248,12-3 1,2-1-325,7-3 0,-2-1-683,6-5 1,-2 0 566,1 0 605,-2-5 0,0-13 0,1-9 0</inkml:trace>
  <inkml:trace contextRef="#ctx0" brushRef="#br0" timeOffset="3544">4656 128 8229,'0'-14'642,"1"2"711,2-5 0,-2 5-3,2-1-685,-2 7 1,1 1-226,1 5 0,-2 5-107,2 1 0,-2 6-112,-1 1 1,0 8 27,0-1 1,0 6-320,0 0 1,-1 3-213,-2 1 1,1 2-255,-5 1 0,4 0-107,-4-3 1,2 3-680,-2 0 1,0-2 362,3-4 0,-3-4-1389,0-7 2348,3 3 0,-1-30 0,5-2 0</inkml:trace>
  <inkml:trace contextRef="#ctx0" brushRef="#br0" timeOffset="4194">4527 217 8229,'0'-10'248,"5"-1"155,1-2 1,3 3-57,1 0 1,1 0 130,2 4 1,2-4-197,5-3 0,0 2-81,0-2 1,0 3-80,3 3 1,-1-1 28,5 5 1,-7 0-191,0 3 1,-1 1 95,-6 2 1,-3 3-168,-4 4 1,-3 1 52,0 2 0,-2 3 28,-1 7 1,-4-1 25,-3 4 1,-5-3 17,-1 4 1,0-4-78,3 3 1,0-3-57,0 3 0,4-4-248,-1 1 1,5-2-23,-2-1 1,3-2-234,1-1 0,6-4 92,4-6 0,1-3 170,5-4 1,-2 0 266,6 0 0,-6-8-81,6-2 1,-2-5 130,1 2 0,1-5-109,0 2 1,-5-2 161,-2 2 0,0-2 43,-3 5 0,5 0 462,-9 3 233,5 5-415,-10 0 0,4 7 151,-5 1 1,0 6-150,0 4 1,0 3 14,0-3 1,0 4-150,0-4 0,0 3 10,0-2 0,4 2-16,2-3 1,4 0-202,3-3 0,0 0-148,3 0 0,4-5 28,3-1 0,3-3-10,-3-1 0,1 0 9,-1 0 0,-2-5-117,2-1 0,-2-3-4,-1-1 0,-4 0-166,0 0 0,-4 1 175,2-1 1,-3-3 93,-2-1 1,-2 1-638,0 3 388,-5 1 1,-2 0 362,-7 2 0,-2 3 493,0 4 1,-5 0 945,1 0 0,0 4-728,3 3 0,0-2 128,1 2 0,3-1-274,3 4 1,-2 3-62,2 1 0,4-1-212,6-3 1,3 3 18,3 0 0,7 0-688,6-3 0,3-4-342,4 1 0,2-4-808,5 4 0,-2-5 1557,-2 1 0,7-15 0,-2-4 0</inkml:trace>
  <inkml:trace contextRef="#ctx0" brushRef="#br0" timeOffset="5564">6135 315 7521,'7'-4'134,"-1"-2"1,-3-3 727,4-1 0,0 0-253,2 0 0,2 0-139,3 0 1,1-3-168,5 0 0,3-4-79,0 0 0,0-1-30,-4-2 1,1 3-51,0 1 1,-5-1-102,-2-2 0,-3 2-18,-3 1 0,0 4-197,-3-1 1,-2 5-186,-5 1 0,-3 5 206,-4-1 0,-4 4-125,-2 6 1,-3 0 73,-1 10 0,2-1 127,1 4 1,-1 1 60,1 2 1,3-1 139,1 4 1,-1 4-189,0 2 0,1 2 22,3-1 1,2 2-179,1 5 0,-1-2 29,5-2 0,0-2 83,3-4 1,0-2 90,0-1 0,0-8-8,0-5-65,0-4 185,0-4 0,0-3-29,0-6 1,0 0 239,0-7 1,4 4-713,3-7 0,3 4-4,3-4 1,-1 2-150,4 1 1,1-1 278,2-2 1,1 2 128,0-2 1,-2 2-45,-1 1 0,2 4 77,-3-1 0,-2 4 24,-1-4 0,-2 5 328,-1-1 0,-3 2 172,-1 1 1,-3 1-100,0 2 0,-2-1 43,-1 5 0,0 1-222,0 5 1,-1-2-93,-2 2 0,1-2 15,-1-1 1,2 0-12,1-1 0,0 1-62,0 0 0,0-3-178,0-1 1,1-3-39,2 0 0,3-2 80,4-1 1,0 0 57,-1 0 0,1-3 99,0-1 0,3-3 19,1 0 0,-1-2-37,-3-1 1,3 1 94,0-1 0,0 1-79,-3 2 1,-4 0 12,1 3 1,-2 0-316,2 1 336,-3 2 1,-4-3-7,0 8 0,0 1-9,0 5 0,0 0 20,0 0-59,0 0 1,0-1 0,0 1 0,0 0 15,0 0 0,0-3 29,0-1 1,2-4 194,1 2 0,2-3-10,5-1 1,-2 0-75,2 0 0,-3-1-145,7-3 1,0-1-153,-1-5 0,1-1 206,-1-2 0,2-1 38,1-3 0,-1-1 54,-2 1 1,-2-3 242,3-3 0,0-1-32,-1-2 1,0-2-124,-3 1 1,0-1 434,0-2 0,-1 1-120,-3-1 0,2 6-6,-5 4 1,0 5-66,-3 5-454,0 4 1,-3 3 66,0 6 0,-5 7-88,2 7 1,-3 1-2,-1 2 0,0 1-144,0 2 0,4 1-197,-1 2 1,2 3-10,-2-3 0,-1 2-143,5-2 1,-4 1 108,4-4 1,-1 5-42,0-2 1,3-5 103,-2-1 1,5-4-116,2 0 0,3-2 418,0-8 0,3-2 21,3-4 1,1-4-2,2-2 0,3-4-66,-2-3 1,1-3 141,2-4 1,0 1-149,-1-1 0,-3 0 61,-3 1 0,-2-4 84,-1 0 1,1-2 25,2 2 1,-2-1 170,2-2 0,-2-3-9,-1 3 0,0 1 7,-1-1 1,0 4 97,-2-1 1,-3 10 1116,-4 3-1103,0 6 1,0 1-110,0 6 0,-1 4 40,-2 6 1,-2 4-14,-1 6 1,-2-3-194,5 3 0,-4 3 11,4 0 1,-4 2-108,4 2 1,0-4 26,3 1 0,0-2-127,0 1 0,0 3-518,0-3 1,0-2-816,0-1 0,0-3 649,0-4 781,0-2 0,22-30 0,5-7 0</inkml:trace>
  <inkml:trace contextRef="#ctx0" brushRef="#br0" timeOffset="6161">7802 355 8123,'6'-4'0,"0"-3"362,-2-2 1,3 3 1479,-4-1-784,0 0-725,-3-2 1,-1 0-217,-2 2 1,-2 3 20,-5 4 0,-3 1-181,-1 2 0,-3 3 54,0 4 1,2 3-182,-1 0 0,2 4 95,-2 0 0,7 5-217,-1 1 1,4 1 58,-1-1 1,3-1-85,4 4 0,2-4-103,5 1 1,4-5-23,8-2 1,5-4-167,3 1 0,1-6 208,2-4 1,-1-2 85,1-1 1,-4-4 313,1-3 0,-5-2 0,10-27 0,-1-6 0</inkml:trace>
  <inkml:trace contextRef="#ctx0" brushRef="#br0" timeOffset="6528">8029 463 8123,'0'-16'-580,"0"0"0,0 3 789,0 0 1,0 2 697,0 2 0,3-1 189,0 0-240,1 0-173,-4 4-462,0-2 1,0 8 222,0 0-237,0 4 1,0 6-31,0 0 1,0 3 3,0 0 0,0 5-102,0-2 1,1-1-26,2 2 1,-1-2-490,5 2 0,-1 0-136,4-4 0,-1 4 330,-3-4 0,5 0-69,-4-3 0,7-1-7,-4-3 1,2 2-93,-2-5 0,3 0 36,0-3 1,2-4-87,-2-2 0,-2-3 447,2-1 0,-3-3-81,-4 0 0,-1-5 413,-5 2 1,0 0-215,0 0 1,-1 1-83,-3-2 1,2 0 325,-4 3 1,0 1 1615,-1 3-1123,-1 5-174,7 1-580,-8 4 1,8 7-163,-3 3 0,8 3-246,2 0 1,0-1-42,0 5 1,1-1-288,3 4 1,0-4 223,0 1 1,-1-2-115,1 2 1,0-3 31,0-4 505,0 0 0,30-14 0,9-2 0</inkml:trace>
  <inkml:trace contextRef="#ctx0" brushRef="#br0" timeOffset="6856">8433 444 8103,'0'-10'-19,"0"0"757,0 0 211,4 0 0,-2 4-261,1-1-513,-2 5 0,-1-1 51,0 6 0,3 2-1,0 5 1,2 0-66,-2 0 0,-1 4-7,5 3 0,0 1-159,2 2 1,-2 0 16,0-1 1,-4 1-202,3 0 1,0-4 53,0 1 1,2-5-24,-5 1 1,2-2 214,-2-1 28,-2-5 170,8 0 1,-8-6-96,2-3 0,-2-1-250,-1-5 1,0-3 170,0 0 1,0-5 8,0 2 0,2-2-33,1 2 1,-2-3-19,2 3 0,-1 0-229,2 0 1,1 3-363,5-4 1,0 5-137,0-1 1,4 5 273,2 2 1,3 0-715,1 0 0,-1 1 82,1 5 1047,0 0 0,8 14 0,3 2 0</inkml:trace>
  <inkml:trace contextRef="#ctx0" brushRef="#br0" timeOffset="7429">8818 434 8123,'-6'0'483,"2"0"1,4 1 41,0 2-277,0 3 0,0 7-30,0 0 1,0 1-203,0-1 0,1-1 40,2 5 0,-2-2-37,3 2 1,1-3 122,2-4 0,-2-1-64,2-3-48,-1 3 0,4-8-160,0 2 0,0-2-70,0-1 0,2-4-310,-2-3 0,2-1-118,-6-2 0,4 0 248,3 0 1,-5-3 149,2 0 0,-2-2 129,1 2 1,1-1 134,0-2 0,0-2 87,0 5 1,-1 0 375,-3 3 1,2 0 93,-5 0 479,5 5-781,-7 0 1,4 5 337,-1 0-572,-3 5 1,6 0 139,-3 5 1,2 0-140,-2 0 0,3 0-51,0 0 0,2-4-210,0 1 0,1-2 144,0 2 0,1 0 75,2-3 0,-2-1-331,2-3 1,-1 0 115,2 0 0,-3 0 132,2 0 1,-2-1 37,-1-2 0,-1-2-1,1-1 0,-3-3-45,-1 2 1,-3-1 20,0-2 0,1 0-29,0 0 1,-1 0-15,-3 0 1,-1-1 161,-3-2 0,2 2 158,-4-2 0,2 5 164,-2 2 1,-1 4-60,-3-2 1,1 3-17,-1 1 0,0 0 33,0 0 1,0 5 266,0 1 1,1 4-146,3 3 1,-2-1-72,5 5 0,0-1-56,3 4 0,0 0-195,0-1 1,1-2-144,2-1 1,4 1-79,6 2 1,2-3-407,5-3 0,1-3 242,2-4 0,-1-1-183,4-5 0,-1 0-345,1 0 0,-2-5 770,-4-1 0,22-25 0,5-6 0</inkml:trace>
  <inkml:trace contextRef="#ctx0" brushRef="#br0" timeOffset="7562">9656 463 8123,'7'-6'1436,"-1"-1"1,-3 5-933,4-1 0,0-2-205,2 2 0,-2 0-1112,0 3-1671,-5 0 2484,7 0 0,-30 9 0,-2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5:04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128 158 7893,'0'-5'713,"0"9"1,-1 3-543,-2 6 1,2 2-58,-2 2 1,2 1-86,1 2 0,0 0-30,0-1 1,0 4-151,0 1 0,0-1 35,0-4 0,4-3-254,3-3 1,-2-6 66,2 0 221,-1-5 1,4-2 110,0-6 1,-1-4-27,-3-3 0,3-3 114,-2-3 1,0-1-85,0 0 0,2 4 26,-3-1 0,2 1 16,-2-4 1,3 5 22,-2 2 1,-2 5-79,2 1-25,-1 5 0,3-1 165,-2 6 0,0 7-115,-3 6 1,-1 7-3,-3 4 1,0 2-44,0 4 0,-1 3-87,-2 7 0,-4 1 22,-6 2 1,1 2-170,-5-2 1,1-1 136,-4 1 0,1-5 37,-1-2 1,-1-4 212,-2-5 0,3-6 44,1-4 0,-1-6 119,3-8 1,3-1-167,1-5 0,5-1-35,2-3 0,0-1 31,0-5 1,1-1-55,5-2 0,0-2-69,0-5 0,1 0-248,3 0 0,1 1-171,5-1 0,4-3 22,3 0 1,1-3-129,2 3 0,3-4 156,0 4 0,4-3-138,0 3 0,5-3 484,0 3 0,1 1 0,-3 5 0,-1 2 0,1 2 0,0 2 0,-1-2 0,-4 3 0,-2 3 0,2-1 0,-2 1 0,3-2 0,-3-1 0,-1 4 0,-6-1 0,2 2 0,-5-2 0,-1-2 219,-5 3 643,-3 1-591,-4 1 0,-4 4 27,-3 0 1,-3 4 106,-3 3 1,1 5-44,-5 1 1,4 4-107,-3-4 1,3 3-198,-4-3 1,4 5-202,-3-2 0,4 3 25,-1 1 1,2-4-146,1 1 1,3-1 200,1 4 1,3-5-42,0-2 0,3-3 486,3-3 0,4-3-83,6-4 1,2-1-64,5-2 0,0-7-203,0-7 1,-1-2-195,1-4 1,-5 2-72,-1-2 1,-4-1-403,0 1 0,0-1 252,0 1 1,-1 2-722,-3-2 1101,-1 6 0,-1-1 0,2 2 0</inkml:trace>
  <inkml:trace contextRef="#ctx0" brushRef="#br0" timeOffset="378">750 296 7803,'0'7'1064,"0"-1"1,0 1-645,0 3 0,-1 1-180,-3 2 1,3 3-114,-2 7 1,-1-1-107,0 5 0,1-4-174,3 3 1,0-4 119,0 1 0,0-3-235,0-4 276,0-2 0,1-8-79,3-3 1,1-2 57,5-1 1,0-2-165,0-5 0,1 0-861,2-10 0,-1 1 503,4-4 0,-4 0 158,1 1 1,2-1 127,-2 0 0,0 1 217,-3-1 0,0 0 174,0 0 1,-4 2 60,1 1 1,-2 3 281,2 4 84,-3 5 1,-4 1 53,0 8 0,-1 1-273,-2 5 1,1 4-133,-5 3 0,1 1-147,0 2 0,-2 0-289,5 0 1,-4-1-61,4 1 0,-3 0-323,2-1 0,1 0-314,3-2 185,0 1 0,0-7 730,0 2 0,0-6 0,22-25 0,5-9 0</inkml:trace>
  <inkml:trace contextRef="#ctx0" brushRef="#br0" timeOffset="668">1065 277 7803,'4'-10'118,"-1"0"1,1 4 629,0 3-533,-3 2 0,4 1-33,-1 0 0,-3 4-41,2 3 0,-2 5-86,-1 1 1,0 5-100,0-2 1,-3 3 110,-1 1 1,-2-1 64,3 1 0,-5 3-59,1 0 0,0 1-168,0-1 1,-2-2 116,3 2 0,0-6 14,0 0 1,4-5 1040,-2 1-378,3-6 147,1-3 0,5-13-307,1-4 0,4-5-98,3-5 1,-1-4-441,5-6 0,0 3-386,6-3 1,-2-2 175,2-1 1,2 0-248,1 0 0,-1 5 274,-2-2 182,-3 6 0,5 21 0,0 8 0</inkml:trace>
  <inkml:trace contextRef="#ctx0" brushRef="#br0" timeOffset="1060">1499 237 7803,'-9'-4'124,"2"3"238,0-3 1,4 3-183,-3 1 1,3 5 25,0 1 1,2 6 57,1 1 0,0 6 18,0 1 0,0 1 33,0 5 1,-3 0-47,-1 4 0,-3-2 12,0-1 0,-2 0-123,0-4 0,-2-1-119,-3-6 1,3-1-333,-2-5 0,-1-4 163,1 1-506,0-5 1,4 1 146,2-6 489,3-3 0,17-21 0,4-5 0</inkml:trace>
  <inkml:trace contextRef="#ctx0" brushRef="#br0" timeOffset="1608">1568 415 7837,'10'0'0,"0"0"608,0 0 1,0 0-164,0 0 0,0 0-95,0 0 0,0-4-180,4 1 0,-3-1-107,2 0 0,1 3-46,-1-2 0,0-2-229,-3-2 0,0-2 20,0-1 0,0 1-253,0-1 1,-5 0 231,-2 0 0,-2 0 11,-1 0 0,-1 0 154,-2 0 0,-2 5 36,-5 2 0,0 2 190,0 1 0,-1 4-85,-2 3 0,2 1 105,-2 2 1,2 4 118,1 3 1,0 0 199,0 0 0,1 1-266,3-1 0,-2 2-116,5 0 1,0 1-44,3 0 0,1-4-130,2 1 0,4-2-7,6 1 1,2-5 71,5-4 1,0-5-63,-1 1 1,1-4-6,0-5 1,-1-2-49,1-8 0,-1-1-15,-3-3 0,3-3-222,-3 0 1,-1-3-273,-2 3 0,-2-4 126,-1 0 0,-2-4-41,-1-2 1,2 0 200,-3 3 0,2-3 122,-2 1 0,2-5 185,-5 5 0,4 3 250,-4 6 1,1 7 416,-4 2 361,0 8 0,0 3-227,0 6 0,-2 6-275,-1 4 1,1 9-16,-5 1 1,4 4-214,-3 3 1,2 0-73,-2 3 0,-1-1-50,-3 4 0,4-3-64,-1 3 1,2-3-182,-2 3 1,-1-4-448,5 1 0,-3-3-1065,2-4 0,2-2 387,5-4 0,1-6-658,5-4 1856,-1-5 0,41-35 0,5-9 0</inkml:trace>
  <inkml:trace contextRef="#ctx0" brushRef="#br0" timeOffset="1858">2269 119 7837,'3'-23'-125,"0"0"1,1 1 777,-4 5 0,-2 3-133,-1 4 0,1 5-18,-5 2 0,1 1-178,-4 2 1,0 3 21,0 3 0,-1 2-65,-2 8 0,2 4 115,-2 3 1,-1 4-138,1 0 1,0 2 12,3 4 1,-1 2-172,-2 5 0,2-1-38,-3 1 0,3-1-107,2 1 0,2-1-32,0 0 1,5-3-322,-1-4 1,3-3-82,3-6 1,3-1-519,4-9 0,-1-1 198,1-5 1,0-3-1271,0-4 2068,0-4 0,17-50 0,5-16 0</inkml:trace>
  <inkml:trace contextRef="#ctx0" brushRef="#br0" timeOffset="2000">2160 336 7837,'-5'-10'0,"1"0"0,3 3 0,1 1 0,1 4 525,3-2 1,1 0 747,5 1 1,1-1-1340,2 4 0,-1 0-981,5 0 1,-5 0-916,1 0 1962,-2 0 0,-1 9 0,0 2 0</inkml:trace>
  <inkml:trace contextRef="#ctx0" brushRef="#br0" timeOffset="2470">1430 306 7754,'-5'-10'1352,"2"0"0,2 1-731,1-1 0,0 3 72,0 1 1,4 3-351,2 0 1,3-1-297,1 0 1,0 1-949,0 3 1,1 0 379,2 0 521,-2 0 0,21 9 0,-1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5:00.7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69 8067,'1'-15'0,"1"2"280,1 2 1,1 2 79,0 2 0,-2 0 212,5 3-286,-5 1 0,5 4-9,-3 3 1,-1 2 13,-3 7 0,3 6-59,1 4 0,-1 8-14,-3-2 0,-1 7-182,-3 0 1,2 4 72,-4 3 1,-2-3-93,-5 3 0,2-2-60,-2-2 1,-1-3-344,0 0 0,1-5-14,3-1 0,0-5-929,1-5-594,-1-1 775,4-3 356,2-7 792,4-9 0,17-27 0,5-10 0</inkml:trace>
  <inkml:trace contextRef="#ctx0" brushRef="#br0" timeOffset="623">297 296 10123,'0'14'331,"0"3"1,-4 1-162,1 2 0,-4 4-165,0 2 1,1 0 90,0 0 0,0-4-77,0 1 0,-2 0-209,5-3 1,-1-3-20,0-7 0,3 0-334,-2 0 129,2-5 205,1 0 1,0-6-43,0-3 1,0 1-158,0-7 1,4 2 145,3-5 1,-1-2-37,4-1 0,-2-3 30,5-1 1,-2 0 123,-1 1 0,3-2 134,0-2 1,4 3 69,-4 0 1,1 2 42,-1 5 0,-2-2-10,2 2 1,-2 7 199,-1-1 1,-3 5-77,-1 2 0,-4 1 14,2 2 0,-3 4 78,-1 6 1,0 1-108,0 3 1,0 1-133,0-1 0,-1 1 20,-3 2 0,3-3-133,-2-1 0,1-1 87,-2 2 0,3 0-29,-2-4 1,2 1-18,1-5 0,-3 1 7,-1 0 1,1-3-107,3-1 1,0-2 139,0 2-479,0-4 234,0 3 0,0-6-8,0-3 1,0-1 87,0-5 0,5-3-149,1 0 1,3-5 194,1 2 1,3-4-11,0-3 1,3 2 142,-2-2 1,2 2 104,-3 2 1,4 0 244,-4 3 1,0-1-26,-3 7 0,0-1 200,0 8 1,-4 0-192,1 3 0,-5 1 17,1 2 1,-2 3-219,-1 3 1,0 6-166,0 1 1,0 0 170,0 0 1,0 0-422,0 4 1,0-1-723,0-3 0,0 3 296,0-3 1,1 0-1151,3 0 1805,-3 0 0,21 4 0,0 0 0</inkml:trace>
  <inkml:trace contextRef="#ctx0" brushRef="#br0" timeOffset="1049">879 355 7999,'0'-6'257,"0"-1"0,-4 4-118,1-4 1,-1 5 448,0-1-455,3 2 0,-7 5-56,1 3 0,-2 2 58,-1 5 0,1 0-3,-1 2 0,0 3-6,0-3 1,0 3-81,0 1 0,0-1-5,0 1 1,4 0-81,-1 0 1,5-4-225,-1 0 1,2-2 145,1 2 1,1-7-283,2 1 189,3-7 0,3 1-98,1-4 1,0-1-33,0-2 0,0-6 107,0-4 1,1-4-119,2 0 0,-5 0 261,1 0 1,-2-2 139,0 3 1,1-3-38,-1 0 0,-3 2 351,0 1 1,0 3 199,-1-4 1,4 5-220,-4-1 1,0 5 289,-3 2-213,0 4-144,0-3-145,0 14 1,0-1-123,0 8 0,0-3-49,0 4 0,0-1-235,0 4 1,-3 0-503,0-1 0,0-2 135,3-1 1,0 1-526,0 2 1165,0-3 0,17 2 0,5-2 0</inkml:trace>
  <inkml:trace contextRef="#ctx0" brushRef="#br0" timeOffset="1544">1125 405 7999,'0'-10'1851,"0"3"-1436,0 1 1,0 2-41,0-2 0,0 2 192,0-2 0,0-1-15,0-3-410,0 0 0,-1 2-128,-2 1 1,1-1 30,-5 5 0,4 0-208,-4 3 1,1 0-23,-4 0 0,0 1-141,0 2 1,0 3-14,0 4 1,0-1-111,1 1 0,2 1 12,0 2 1,4-2 9,-3 3 0,3 0-384,0-1 341,2 0 433,1-3 0,4-1-48,3-3 0,2-1 180,1-5 0,-1-1-32,1-3 0,0 0 94,0-3 0,0-1-7,0 1 1,0-1 3,0 2 0,-4-2 7,1 5 0,-2-2 50,2 2 1,1 2-105,-2-3 1,3 5 10,-3 2 0,-1 3 32,-5 3 1,3 5 156,0-1 1,1 4-41,-4 0 0,0 0 168,0 0 0,-2 5-3,-1-3 0,1 1-124,-5 0 1,0-4-108,-6 4 0,2-1-343,-3-6 0,-1 3-524,-1-3 0,0 0-61,0-3 0,4-4-1890,-1-3 2617,2-2 0,1-18 0,0-5 0</inkml:trace>
  <inkml:trace contextRef="#ctx0" brushRef="#br0" timeOffset="1749">1273 316 7889,'6'0'0,"-2"1"1354,-4 2 0,0 0-575,0 7 1,0-1-359,0 7 1,0 1-451,0 3 0,0 4-397,0 2 0,0-1 156,0 2 1,0-6-318,0 3 0,-3-4-79,-1 0 1,-2-5 665,3-1 0,-1-3 0</inkml:trace>
  <inkml:trace contextRef="#ctx0" brushRef="#br0" timeOffset="1882">1382 118 7879,'-5'-14'804,"3"3"194,-4-2 1,3 5-1361,0 2-919,2 4 0,0-3 1281,-2 5 0,1 27 0,-2 5 0</inkml:trace>
  <inkml:trace contextRef="#ctx0" brushRef="#br0" timeOffset="2428">1470 365 7879,'0'-5'851,"0"0"0,0 6-610,0 3 1,-1 4-83,-2 6 0,2 2-154,-2-3 1,-2 5 16,2-2 0,-1 3-3,0 0 1,0 0-137,-3-3 0,-1 2 115,1-5 0,3 0-238,0-3 150,-1 0-45,4-4 0,-4-3-6,5-6 1,2-3-201,1-4 1,2-3 112,5 0 0,0-5 106,0 2 0,3-3 18,0 0 1,4-1 53,-4 0 0,4 0 124,0 1 0,1 0 27,2 3 1,-3-2 212,-1 5 0,-3 1 11,4 5 0,-9 0 175,2 3 0,-3 2-164,-1 5 0,-1 3-125,-5 4 0,0 4-227,0 2 0,-1 0-49,-3 0 1,2 1-99,-4 2 1,3 0-307,0-3 1,-1 2-606,0-5 0,1 4 1074,3-4 0,9-5 0,2-3 0</inkml:trace>
  <inkml:trace contextRef="#ctx0" brushRef="#br0" timeOffset="2784">1756 454 9315,'7'0'1242,"0"0"-969,-1 0 0,4 0 74,0 0 0,3-1-313,0-3 0,4 2-222,-4-4 1,3 2-270,-3-2 0,4-1 203,-4-3 1,0 3 1,-3-3 0,0 2 52,0-5 0,-5 2 79,-2 1 1,0 0 35,0 0 1,-2 1-168,2-1 202,-6 0 1,-4 3-4,-6 1 1,2 5 171,-2 1 0,-2 1-111,-2 5 0,2 2-55,-1 5 1,3-1 672,-4 5 0,2-4 923,-2 3 1,3-3-852,4 4 1,-1-1-141,-2 4 0,7 0-127,-1-1 0,1 1 59,3 0 0,1 3-308,5 0 1,6-1-286,4-6 1,8-1-314,-1-6 0,6-3-285,0-3 0,3-2-1020,0-1 0,0-5 681,-3-5 1040,-2 0 0,-8-35 0,-2-3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5:07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208 325 7631,'0'-10'1412,"0"1"-1090,0-1 1,0 3 30,0 1-204,-4 3 1,-2 0 24,-4 6 0,-3 3-58,0 4 0,-4 3-143,4 0 0,-4 4-86,0 0 0,0 5 25,0 1 0,2 3-20,2-3 0,3 0 44,0-3 1,1-1-213,6-3 225,0 3 1,4-13 20,2 1 0,6-5-32,4-2 1,4-8 13,-4-2 0,4-6-254,0 0 1,-3-3-112,-1-1 0,1 2-120,-1 1 1,4-2 153,-4 3 1,4 1 378,-4-2 0,9-8 0,-2-6 0</inkml:trace>
  <inkml:trace contextRef="#ctx0" brushRef="#br0" timeOffset="309">336 276 7776,'6'0'1219,"-2"0"1,-4 4-833,0 3 0,0 6-120,0 3 0,0 1-50,0 3 0,-1-2 11,-2 9 0,-2-6-102,-1 3 0,-2-4-104,5 0 0,-5-4 136,1 1-312,3-5-40,-5 2-306,8-8 226,-3-2 0,4-8-193,0-3 0,4-5 80,3-1 1,3-4 65,3 4 0,2-4 7,5 0 0,1-2 253,2-4 0,-1 3 234,4 0 0,-4 2-10,1 4 0,-2 1 338,-2 3 1,-2 5 374,-1 2-502,-4 2 1,1 6-92,-6 5 1,-3 4-300,-4 6 1,0 1-262,0 2 0,-1-1-259,-2 4 0,-1-4-1498,-3 1 2034,3-2 0,17 7 0,3 3 0</inkml:trace>
  <inkml:trace contextRef="#ctx0" brushRef="#br0" timeOffset="677">1293 29 7790,'0'-6'163,"-1"0"0,-1 1 1774,-2-1-1466,1 4 0,0-1 51,-1 6 1,1 4-107,3 6 0,-3 7 30,0 6 0,-1 3-332,4 4 0,-3 4-239,0 5 1,-5 3-306,1 5 1,-1-1-552,-2 0 0,0-3-718,0 0 1,-1-13 1698,-2-3 0,-2-16 0,-5-5 0</inkml:trace>
  <inkml:trace contextRef="#ctx0" brushRef="#br0" timeOffset="1326">1056 227 7850,'-5'-10'497,"-3"0"138,5 0 1,-1 3-289,4 1 1,2 3-111,1-4 0,0 2-16,7-2 1,-1-2 0,7 3 0,2-3-199,5-1 0,2-3-16,4 0 0,2-4 2,2 4 1,-1-3-13,4 3 0,-5-1-225,-2 4 0,-5 5 38,-7 2 1,-3 2-158,-4 1 1,-5 4 184,-1 3 0,-3 6-54,-1 3 1,-5 7 202,-1 3 1,0 3-106,0 1 0,-1-1 295,-3 1 1,4 3-55,-1 0 1,5-1-21,-1-2 0,2-4-114,1 1 0,0-7-11,0 0 0,1-1-85,2-6-105,2 0 1,5-7 73,0-3 1,3-3 83,1-3 1,0-4-242,-1-6 0,-1 1-37,4-5 0,0 4 42,0-3 1,2-1 157,-5-2 0,1 0-18,-1 2 0,-2 0 68,2 4 1,-3 0 229,-3 3-287,2 0 151,-8 4-14,3 2 1,-4 12 146,0 2 0,-1 3 149,-2 0 0,2 1-43,-3 3 1,0 0-32,1-4 0,-1 4-94,4-4 1,0 0 22,0-3 1,4 0-69,-1 0 0,5-2 0,-2-1 0,3-3-19,1-4 0,0 0-270,0 0 1,3-1-121,0-2 0,3-3 113,-3-3 0,5-1-62,-2 0 1,0-3 221,0 0 0,-4-4 20,1 4 1,2-1 66,-2 1 0,0 2 219,-3-3 0,-1 4-76,-3 0 0,0 3 724,-3 1-307,-2 3 1,2 0-196,-6 6 1,1 3 67,-5 4 0,4 3-227,-4 0 0,4 4-218,-4 0 1,5-2-440,-1 2 1,-1-2-285,0 1 1,1 2-668,3-5 1,1 0 1369,2-3 0,25-9 0,9-2 0</inkml:trace>
  <inkml:trace contextRef="#ctx0" brushRef="#br0" timeOffset="1476">1914 49 7850,'-16'-10'0,"-1"0"0,5 2 750,-1 1-950,7 3 0,1 8-1612,5 3 1812,5 1 0,31 33 0,12 7 0</inkml:trace>
  <inkml:trace contextRef="#ctx0" brushRef="#br0" timeOffset="1785">2171 197 7850,'-1'-9'1321,"-3"3"-508,3-3-583,-8 8 1,4-4-59,-5 5 1,0 2-11,0 1 1,0-1 45,1 5 0,-5-1-28,1 4 0,-1 3-48,1 0 0,2 2 13,-2-2 1,5-2-367,2 2 1,3 1-105,0-1 1,3 0-272,3-3 1,6 0 235,4 0 1,5 0-183,-2 0 1,6-4 279,1 1 0,0-1 64,-3 4 1,-5-1 75,-2-2 1,1 1 218,-5-1 1,2 2 625,-7 1 1,-2-2-375,-5-1 1,-4 2-143,-6-3 0,-2 0-6,-5 0 1,-1-3-202,-2 0 0,-24-6 0,-10-3 0</inkml:trace>
  <inkml:trace contextRef="#ctx0" brushRef="#br0" timeOffset="2401">2930 296 7846,'0'-13'145,"0"-1"383,0 2 0,0 1-152,0 1 1,-1 4 98,-2-1 1,-3 5-157,-4-1 0,0 2-90,1 1 0,-6 0-13,-1 0 0,1 5-20,-2 5 0,1 4 0,-4 6 0,1 0-75,3 0 0,2 0-123,4 3 0,0-1-95,0 5 1,5-6-375,1 3 0,8-4-244,2 0 1,5 0 359,6 0 1,-1-5-266,7-2 0,2-6 152,2-4 0,1-2 24,2-1 0,-2-2 112,-2-5 0,-1 1 332,-6-8 0,5-23 0,2-6 0</inkml:trace>
  <inkml:trace contextRef="#ctx0" brushRef="#br0" timeOffset="2785">3108 296 7846,'-5'-7'269,"-1"1"1,0 2 1127,0-2-154,3 3-837,-5-1 1,7 8-61,-3 3 0,3 3-137,1 3 1,0-1-1,0 5 1,1-1-35,3 4 0,0-1-47,2 1 0,3 3-103,-2 0 1,2-1-279,0-5 1,1 1-417,0-1 0,0-3 156,0-1 1,0-5-29,0-2 0,0-4 105,-1 2 0,5-4-131,-1-4 1,0-2 171,-3-7 1,0 1 109,-1-5 0,0 1 128,-2-4 1,-2 0 110,-1 1 0,-3-1 495,2 0 1,-2 2 85,-1 1 0,0 0 1246,0 3-1221,-4-3 0,1 6 1029,-3-2-843,4 6-504,-3 3 0,5 8-14,0 3 1,0 5-1,0 1 0,1 4-273,3 0 1,-2 2-252,4 0 1,1 1-323,3 0 1,0-2-13,0-1 0,3 1-601,0-1 1,0-3 440,-3-1 0,3-5-34,0-1 1,4-5 823,-4 1 0,9-19 0,-1-6 0</inkml:trace>
  <inkml:trace contextRef="#ctx0" brushRef="#br0" timeOffset="3079">3502 315 7846,'-4'-9'2135,"3"3"-1690,-4 2 1,5 5-120,0 2 0,0 3-153,0 3 1,1 6-103,3 1 1,0 3 4,3 0 1,0 0 138,-3-3 0,2 4-39,-3 0 0,2-1-103,-2 0 0,-2 0-197,2-6 0,2 4 206,-2-4 1,0-3 229,-3-4-119,0-4 1,0 2 156,0-8 0,0-6-315,0-6 1,2-3-234,1 0 1,-2-2-549,2-2 1,2 2 183,-2-2 1,6 2-98,1 1 0,0 1-83,7-1 1,0 1-1359,6 3 2100,-2 2 0,43-1 0,5 0 0</inkml:trace>
  <inkml:trace contextRef="#ctx0" brushRef="#br0" timeOffset="3626">3818 286 8125,'-4'6'1034,"1"1"1,0 0-776,3 2 1,-3 1-123,-1 0 1,1 3-86,3 0 1,0 5-147,0-2 0,0 3-2,0 1 1,0-2-62,0-1 0,3 0 174,1-4 0,3 0-11,0-7 0,2-1 20,0-5 1,1 0 236,0 0 0,0-3-604,0-3 1,0-2 164,0-8 0,3 2-339,0-2 1,0 0 99,-3-4 0,1 0-127,2 0 1,-2 2 265,2 1 0,-2 2 58,-1 2 0,0 2 274,0-2 0,-4 5 86,1 2 416,-5 3 998,2-1-661,-4 8 1,0 2-363,0 4 0,0 0-138,0-1 1,0 1-239,0 0 0,2-1-184,1-3 1,-1 3 309,5-2-217,-1 2 1,4-1-69,0-1 0,0 1-214,0-5 0,3 0-90,0-3 0,0 0 56,-3 0 1,4-1-64,3-2 0,-3-3 56,-1-4 1,-2 1-153,-1-1 1,1-1 127,2-2 1,-5 2-62,1-3 0,-5 0 8,-1 1 1,-2-1 34,-1 1 0,-1 3 383,-2 0 1,-3 1 197,-4 6 0,-1 0 321,-2 3 1,2 1 18,-2 2 1,-1 4 607,1 6 1,-4-1-384,4 4 0,0 0 184,3 0 0,4 3-423,-1-3 0,5 3-208,-1 0 0,3 1-35,3 0 1,3 0-91,8-1 1,2 0-407,7-3 1,2-1-352,5-5 0,3-5-533,0-2 0,1-2-118,-2-1 0,-5 0-2768,-1 0 3901,-4-4 0,-11-6 0,-2-5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5:14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217 34 8006,'0'-10'564,"0"0"152,0 1 1,0 4-281,0 5 0,0 10-43,0 10 0,0 5-210,0 8 1,0 6-15,0 7 1,0 4-162,0 2 1,0 3-68,0 4 0,0-4-159,0-2 0,0-8-49,0-6 0,0-5-338,0-8 0,0-6 134,0-7 162,0-6 0,0-4 153,0-6 1,-1-4 14,-2-6 1,1 1-139,-5-5 0,4 0 155,-4-6 1,4 2 105,-3-2 1,-1 2-43,-3 2 0,0-1 127,0 0 0,1 4-5,-1-1 1,-1 5 215,-2-1 1,1 5-28,-5 2 1,5 4 186,-1-2 0,2 8 23,1 2 1,0 7-103,0 4 1,5 1-289,2 2 1,1 0-48,2 0 1,0 4-158,0 2 1,5-2-226,1-1 1,8-2-607,2-1 1,4-5 391,3-2 1,3-6 571,7-4 0,55-46 0,-36 16 0,1-1 0</inkml:trace>
  <inkml:trace contextRef="#ctx0" brushRef="#br0" timeOffset="353">523 379 8006,'0'-15'-217,"0"2"0,0 5 950,0 2 0,-4 3-352,-3 0 0,-2 2-285,0 1 1,-2 5 76,-3 5 0,2 5-85,-4 4 0,0 4 45,-4 0 1,3 4-179,1-4 0,5 3 17,1-3 0,0 3-146,4-3 0,1-3-174,2-4 0,6-3 52,4 0 1,3-2-35,3-2 0,-2-3 148,2-3 0,1-3 15,-1-3 1,4-3-66,-4-3 0,0-5 71,-3 1 1,0-4-2,0 0 1,0 2 86,-1-1 1,0-1 141,-2-3 0,0 4 83,-3 0 0,2 0 264,-2 0 0,-1 2-138,-3 4 0,0 3 377,0 0-437,0 5 1,0-1-4,0 6 0,0 4-297,0 6 1,-1 2-136,-2 5 1,1 0-254,-1 0 1,2-1 128,1 1 0,0 0-282,0-1 1,0 1 624,0 0 0,0-5 0,13 8 0,4-2 0</inkml:trace>
  <inkml:trace contextRef="#ctx0" brushRef="#br0" timeOffset="642">701 379 8006,'0'-5'230,"1"-3"169,2 5-214,-2 0 1,7 7-81,-5 3 1,0 2-213,-3 5 0,4 1 194,-1 5 1,0-1 39,-3 1 0,0 1 122,0 2 0,0-2-93,0 2 1,-3 1 152,0-1 1,-2-1 54,2-6 0,2-2 1077,-2-4-269,-3 0-498,5-4 1,-3-6-424,4-7 1,1-6-308,2-3 0,6-3-174,4-1 1,5-3-294,-2 0 0,-1-3-686,2 3 1,1-3 171,2 3 0,1 0 1037,-8 3 0,22 0 0,2 0 0</inkml:trace>
  <inkml:trace contextRef="#ctx0" brushRef="#br0" timeOffset="1002">1056 143 7943,'-6'-7'0,"2"0"530,0 0 822,2 2-399,-2 1-523,4 4 1,3 9-17,1 4 0,2 4-131,-3 3 0,2 3-23,-2 0 1,-1 8-118,5-1 0,-5 2-151,1 1 0,-1-1-138,-2 4 1,0-3-409,0 3 0,0-5-645,0-1 1,0-3 282,0-7 0,-4 0-76,1-6 1,-1-2 991,0-6 0,3-1 0,-3-23 0,4-4 0</inkml:trace>
  <inkml:trace contextRef="#ctx0" brushRef="#br0" timeOffset="1259">1184 310 7929,'-13'-3'507,"0"0"1,-2-1-139,2 4 1,2 0 214,-2 0 1,2 5-163,1 1 0,2 3 22,1 1 1,-1 3-98,5 0 1,0 5 38,3-2 1,0 3-278,0 1 0,5-2-113,5-1 0,1 1-258,6-1 0,-1-3-116,4-1 1,4-2-481,2-1 1,1-5-16,0-1 1,0-3-1753,-4-1 2625,0 0 0,14-22 0,5-5 0</inkml:trace>
  <inkml:trace contextRef="#ctx0" brushRef="#br0" timeOffset="1392">1500 537 7930,'39'10'0</inkml:trace>
  <inkml:trace contextRef="#ctx0" brushRef="#br0" timeOffset="1844">1993 222 7981,'0'-16'0,"0"3"415,0 2 0,0 4 510,0 1-87,0 4-445,0-3 1,0 14-16,0 4 0,3 6 89,0 4 0,4 5-161,-4 5 1,4 5-25,-4-2 1,1 1-244,0-1 1,-2 2-218,4-1 0,-2-3-653,2-2 1,-3 1 79,0-3 0,1-3-298,0-7 0,0-5 460,-1-1 1,-1-8-48,5-3 1,-5-6 635,1-3 0,7-34 0,1-8 0</inkml:trace>
  <inkml:trace contextRef="#ctx0" brushRef="#br0" timeOffset="2025">2170 251 7878,'5'-5'2501,"-4"6"-1620,2 9 1,-1 5-339,2 8 1,0 2-58,2 5 0,3 5-392,-2 4 0,0-3-297,0 4 0,1-3 34,-5 3 1,4-5-183,-4-2 1,1-7-944,0-3-1625,-3-7 2919,3-1 0,-17-19 0,-4-2 0</inkml:trace>
  <inkml:trace contextRef="#ctx0" brushRef="#br0" timeOffset="2396">1973 468 7878,'-5'-4'2049,"0"-2"-1810,5-4 1,5 2-410,1 1 0,7 3 99,4 4 1,6 0-63,3 0 0,5 0-374,5 0 0,1 3 109,9 0 0,-3 4-71,3-4 0,-3 4 144,3-4 0,-10 4 325,-3-4 0,-7 0 0,-6-3 0,-8 3 0,-2 1-75,-7-1 1,-3 0-80,-7 1 1,-5 3 774,-1 0 0,0 2-171,3 0 0,-3 5 22,0-1 1,0 3-151,3-3 0,0 5-50,0-2 1,4 0-44,-1 0 0,5-3-152,-2 4 0,4-5 166,4 1 0,5-3-10,4-4 0,4 2 335,0-5 0,1-1-175,2-5 0,-4-7 191,1-6 0,-2-3-432,2-1 1,-6 1-493,-5-1 0,-4 0-206,2 1 0,-3 0-673,-1 3 0,-1 0 663,-3 3 556,-1 2 0,-18 1 0,-3 6 0</inkml:trace>
  <inkml:trace contextRef="#ctx0" brushRef="#br0" timeOffset="2813">2614 547 9011,'0'7'1930,"0"-1"0,1 1-1652,2 3 1,0 1-65,3 2 1,-2-1 88,2 4 0,0 0-214,0 0 1,2 2-250,-5-5 1,5 0-231,-2-3 0,0-2-24,0-1-135,1-3 1,3-4 210,0 0 0,0-4-55,-1-3 0,-2-1-121,0-2 1,-2-3 128,2 0 1,1-4-39,-1 4 0,1-4 3,-2 4 1,3-1 131,-2 1 1,1 5-13,2-2 232,-4 7 134,2-6 0,-6 9 366,1 0 0,-2 5 278,-1 5 0,-3 3-371,-1 0 0,0 3 87,1-3 0,2 4-168,-3-4 0,3 4-79,1-4 0,1 0 67,3-3 0,1-2 3,5-1 1,1-3 86,2-4 1,2-2 252,5-4 1,0-5-110,0-9 1,-1-1 68,1-2 0,-1 1-587,-3-4 1,-2 1-597,-4-2 1,-1-1-729,-2 2 0,-3 1 810,-4 2 552,0 7 0,-4-7 0,-2 2 0</inkml:trace>
  <inkml:trace contextRef="#ctx0" brushRef="#br0" timeOffset="3228">3738 379 7866,'-16'-10'325,"0"2"424,-2 1 0,1-1-305,0 5 1,0 1 2,3 5 0,-2 7-137,3 7 1,-4 1-136,4 2 1,0 3 13,3 0 1,0 4-45,0 0 1,2 1-135,1 2 0,3-4-75,4 0 1,1-4-322,2 1 0,6-5-18,4-2 1,6-7-381,0 1 1,6-7-25,4 0 0,1-1 29,-1-2 778,1 0 0,35-31 0,8-8 0</inkml:trace>
  <inkml:trace contextRef="#ctx0" brushRef="#br0" timeOffset="3580">4034 448 7866,'-13'-1'-176,"0"-2"1,0 2 520,3-2 1,-3 2 508,0 1 1,-5 4-469,2 2 1,2 3-127,0 1 1,0 3-3,1 0 0,0 5-70,3-2 1,1 0 13,3 0 0,0 1-108,3 2 0,2 0-215,-3-3 1,3 2-42,1-5 1,1 0-392,3-3 0,1-4 232,5-3 1,0-2-180,0-1 0,4-1-57,3-2 1,-2-6 189,1-4 0,1-2 21,2 2 0,0 1 185,-2-4 1,0 0 118,-4 0 1,1 1 16,0 1 0,-3 0 330,2-2 0,-3 2-17,-4 4 0,0 3 710,-3 1 216,-2 3-860,3-1 0,-5 9 16,-2 5 0,-1 1-174,-3 6 1,-2-1-145,3 4 0,-2-4-115,1 1 0,-1-1-492,1 4 0,2-1 454,-2-3 0,5 2-105,-1-5 206,1 0 0,11-8 0,2 0 0</inkml:trace>
  <inkml:trace contextRef="#ctx0" brushRef="#br0" timeOffset="3979">4241 448 10779,'0'11'1022,"0"2"0,-1 2-612,-2 1 1,1 3-243,-5-3 0,5 4-218,-1 3 1,-2-2 25,2 2 1,-3-6-159,2 0 1,1-5 126,3 1-240,0-2-170,0-1 86,0-5 1,0-1-277,0-8 0,0-1 205,0-5 0,4-1 184,3-2 0,2 1 150,1-5 0,-1 2 148,1-1 0,3-3-90,1 2 0,3-1 143,0-2 0,-2 0-99,1 1 1,1 2 95,3 1 0,-5 4 499,-2-1 1,-2 6-273,-1 4 1,0 2 562,0 1 0,-5 7-351,-2 3 0,-2 7 238,-1-1 0,0 6-282,0 1 0,-3 0-215,0-3 0,-4-1-503,4 1 1,-4 0-584,4 0 1,-3-2-3122,2-1 3945,-3-3 0,-3 0 0,-6 2 0</inkml:trace>
  <inkml:trace contextRef="#ctx0" brushRef="#br0" timeOffset="4727">5060 212 7874,'-9'1'718,"3"2"1,-2-1-520,5 5 1,-2 3 61,2 3 0,2 4 12,-2 0 1,2 1-126,1 2 0,3 3-111,0 0 1,5-3 22,-2-4 1,3-3-149,1 4 1,0-8-222,0 1 1,0-7 147,0 0 0,0-3 0,4-3 1,-3-4-16,2-6 1,-2-2-42,-1-5 0,1-1 114,2-2 1,-2 2 35,2-2 1,-2 3 66,-1 0 1,-2 1-77,-1 3 0,2 3-74,-3 6 146,3 3 1,0 5 132,-3 2 0,-1 7-120,-5 6 0,1 7 85,2 4 0,-2 6-100,3 3 1,-3 2 1,-1 2 0,-4-1 381,1 0 1,-8 1-43,1-1 0,-3-3 54,0 1 0,-6-7-68,-4 0 1,-3-2-104,3-5 0,0-4-63,3-6 0,1-6 35,-1-4 1,4-3-230,3-3 0,3-3-408,4-4 0,1-4-1113,5-2 1,2-3 1559,1-1 0,46-43 0,16-12 0</inkml:trace>
  <inkml:trace contextRef="#ctx0" brushRef="#br0" timeOffset="4977">5484 360 7817,'-10'9'36,"0"1"1,1 3 168,-1 1 1,0 4 297,0 2 0,0 0-93,0 3 0,5-2-90,2-2 0,1 1-54,2 0 1,5-5-13,1-2 0,4-3 61,3-3 1,-1-3 142,5-4 0,-5-4-218,1-3 1,1-6-35,-1-4 0,1-1-276,-5-2 0,-3-3-372,-3 0 0,-2-1-473,-1 1 1,0 1 51,0-4 1,0 5 862,0 1 0,-8 5 0,-3 5 0</inkml:trace>
  <inkml:trace contextRef="#ctx0" brushRef="#br0" timeOffset="5321">5652 360 12075,'3'16'825,"0"0"1,2 1-457,-2 3 1,-2 0-247,2 3 1,2-2-148,-2 2 1,4-2 66,-4-1 0,1-5-156,0-2-385,-3-2 269,8-5 1,-7-2-83,4-4 0,-2-4-127,2-3 1,-3-3-246,4-3 1,-1 2 194,0-2 0,3-2-113,-3-2 1,3 2 332,1-1 1,1 2 211,2-2 0,-2 4 167,2-1 1,-3 2 763,-3 1-913,1 0 683,-2 5 0,-1 2 880,-1 10 1,-3 1-826,-1 8 0,0 2-199,0 5 1,-1-1-507,-3 4 0,3-4-372,-2 1 1,2 1-1685,1-1 1,0-1 2060,0-6 0,9-2 0,2-4 0</inkml:trace>
  <inkml:trace contextRef="#ctx0" brushRef="#br0" timeOffset="6086">6490 340 7781,'-5'0'666,"0"0"0,5 1-456,0 2 1,0 3 70,0 4 1,0 5-1,0 5 1,0 0-139,0 7 1,0 2-97,0 4 1,0 0 29,0-3 1,0-2-192,0-1 1,0-4 114,0-7 1,0-2-77,0-4 134,0-4 0,0-6-4,0-7 0,0-3-482,0-3 1,5-6 15,1-4 0,3-4-131,1 1 1,0-2 273,0 2 1,0-1-28,-1 4 0,2 0 97,2 3 1,-2 1 41,3 3 0,-2 1 238,1 6 0,-2 3 46,2 3 0,-2-2 110,-1 2 0,-4 1-80,1 5 1,-1 3 39,4 4 1,0-1-58,0 1 1,0 0-81,0 0 0,3-3-52,0-1 0,0 0 33,-3 0 1,3-1-3,0-5 1,1 0-11,-5 0 1,1-5-18,0-1 1,0-3-11,0-1 1,-5-1 1,-1-2 1,0 2-42,-1-2 1,-1 2-120,-5 1 0,1 1 160,-5 3 0,0 1-24,-6 5 0,1 0-18,-5 0 1,4 5 219,-3 1 0,3 6 292,0 1 1,2 4-138,1-4 0,4 5 63,-1-2 0,2 3-233,-2 0 0,3 4-204,4 0 1,0 2-557,0-2 0,4-3 14,3 3 1,3-2-292,3-1 0,3-5 455,7-2 1,-1-6-225,5-4 638,-1-2 0,43-23 0,10-5 0</inkml:trace>
  <inkml:trace contextRef="#ctx0" brushRef="#br0" timeOffset="6454">7200 429 7781,'0'-10'519,"0"0"167,0 0 0,-1 5-210,-2 1 0,-3 3-119,-3 1 1,-2 6-112,-3 4 1,2 0-23,-4 7 0,1-1-13,-2 4 0,2 0-48,2 0 1,2-1-109,-2 1 1,2 0 10,1-1 1,4-2-188,3-1 0,2-4-1007,1 2 656,0-4 1,4-4-172,3-3 0,3-2 279,3-1 0,-2-1-66,2-2 0,1-4 166,-1-6 1,4 2 101,-4-2 0,0-1 38,-3 1 0,2-4 94,-2 4 0,2-3 308,-5 3 1,0-4-25,0 4 1,0 0 143,-3 3 0,0 1 104,-1 3 196,-1 1-442,2 5 0,-4 5-105,0 1 0,-1 3-32,-2 1 1,1 3-104,-1 0 0,2 4-439,1-4 0,0 3-105,0-3 1,0 2-344,0-2 0,0-2 425,0 2 1,1-2 445,2-1 0,16 4 0,7 1 0</inkml:trace>
  <inkml:trace contextRef="#ctx0" brushRef="#br0" timeOffset="6712">7486 419 7781,'0'-10'363,"0"0"148,-4 0 0,-2 5-72,-3 1 1,-1 3 174,0 1 1,0 6-197,0 4 0,0 1-42,0 5 0,4 1-149,-1 2 1,4 1-34,-4 0 0,5-1-204,-1 1 1,2 0-94,1 0 0,4-4-113,3 0 1,2-3-144,0 0 1,6-2-460,1-2 0,-1-3 139,2-3 0,-1-2-354,4-1 0,0-1 549,0-2 1,-1-6 483,1-4 0,0-4 0,-1-16 0,1-9 0</inkml:trace>
  <inkml:trace contextRef="#ctx0" brushRef="#br0" timeOffset="7115">7733 152 9277,'-6'11'923,"3"3"1,1 2-525,-1 7 0,2 7-123,-3 6 1,-1 2-73,-2 2 1,-2-1-92,0 1 0,-1-2-113,0-2 1,1 0 22,3-6 1,-2-3-272,5-7 237,-5-5-73,7-1-130,-4-8-223,5-2-39,5-12 1,-3 4 181,5-6 1,-2-1-38,2-2 1,1-1 64,-1 1 0,2 1-165,1-5 0,3 4 162,0-3 0,1-1 232,-1-2 0,-2 2 598,2 1 1,-1 4-58,2-1 0,-3 3 323,2 3 1,-2 3-532,-1 4 0,-4 0 249,1 0 0,-2 4-75,2 3 0,0 5-36,-3 1 1,0 3-409,-1-2 1,-2 3-385,3 0 1,-2-2-521,1 1 1,-1-4 877,5 1 0,4 3 0,4-1 0</inkml:trace>
  <inkml:trace contextRef="#ctx0" brushRef="#br0" timeOffset="7704">8552 222 6687,'6'-14'0,"0"1"344,-2 1 1,3 1 842,-4 1 0,1 4 55,-1-1-153,-1 5-703,2-2 1,-4 9-140,0 5 1,0 2 77,0 8 0,0 2-208,0 7 1,-3 9-193,-1 1 0,-2 3-86,3-3 1,-2 2-392,2 1 1,2-1-42,-3 2 0,0-4-550,1-3 1,0-3 423,3-7 1,-4-3-673,1-6 1391,-5-7 0,7-23 0,-3-9 0</inkml:trace>
  <inkml:trace contextRef="#ctx0" brushRef="#br0" timeOffset="8337">8482 478 7772,'-4'-10'-505,"3"0"834,-2 0 1,2 4 485,1-1 1,0 4 41,0-4-411,0 1 0,4-4-301,3 0 1,1 0 0,2 0 0,4-3 52,3 0 1,3-5-93,3 2 0,2-1-178,4 0 0,2-2 31,2 3 0,-1 2-247,4 1 0,-9 3 84,0 3 0,-7 3-36,-3 4 1,-7 9 69,-7 4 0,-3 5 75,-3 5 0,-4 6 19,-6 4 1,-2 4 3,-5-1 1,0 1 11,0 0 1,2-2-16,1-2 1,3-5 4,4 5 0,5-10 21,2 0 1,3-3-11,3-7 1,3-4 1,8-6 1,1-2-46,5-1 0,-1-4-98,1-3 0,0-2 153,0-1 1,-1-3-4,1 0 1,-4-3 3,1 2 0,-5 1 104,1 3 1,-3 1-55,-3-1 8,1 0 281,-2 0-91,-1 5 0,1 0 110,-3 5 0,-2 5-156,2 1 1,0 3-52,0 1 0,-1 3-41,5 0 1,-1 0-2,4-3 0,0 3 3,0 0 0,1-1-149,2-5 0,-1 2-35,4-3 0,-2-1-56,2-2 1,0-2-37,4-1 0,-1-3 51,-3 0 0,3-6-60,-3-1 1,-1 0 34,-2-3 0,1 1 21,-1-1 0,-3 2 54,-3-2 1,-5 2-14,1 1 1,-2 0-23,-1 0 0,-4 5 460,-3 1 1,-2 3 675,0 1 0,-5 1-375,1 3 0,0 1 278,3 5 0,0 1-297,0 2 0,5-1 22,2 4 0,2-3-172,1 0 1,0 2-121,0 1 0,5-1-302,5-2 1,4-2-350,6-1 1,4-2-435,2-1 1,0 1-160,0-5 1,0-1-2672,4-5 3587,-5-3 0,8-21 0,-3-5 0</inkml:trace>
  <inkml:trace contextRef="#ctx0" brushRef="#br0" timeOffset="9096">10051 202 7772,'5'-10'0,"-2"-1"178,-1-2 0,-2 5 914,0-2-473,0 3-289,0 1 1,0 3 84,0 6 0,0 7-100,0 6 0,-4 7-111,1 4 0,-4 6-36,4 3 0,-5 2-149,2 2 0,0-1 96,0 1 1,2 2-108,-2 1 1,0 0-66,0-4 0,-3-4-279,3-2 0,0-7 53,-1-3 1,4-4-572,-3-6 402,3-4 332,-1-9 0,4-4 46,0-3 0,0-5-2,0-1 1,1-5 21,2 2 0,0-6 63,3-1 1,0 0 118,0 3 1,3-3-25,-2 0 0,1-3-77,2 3 0,3 0-41,1 3 1,0 4-29,-1-1 0,2 6-79,5 1 1,0 5 179,-1 5 0,1 1 121,0 2 0,-4 4-129,1 6 0,-6 2 141,-1 5 0,-5 0 3,-5 0 1,0-1 261,0 1 0,-8 0-270,-1-1 1,-8-2-206,1-1 0,-4-4-295,-3 2 0,2-4-126,-2 0 1,2-1-470,2-2 0,0-2 328,2-2 1,6-1 579,5 1 0,21-15 0,3-5 0</inkml:trace>
  <inkml:trace contextRef="#ctx0" brushRef="#br0" timeOffset="9363">10445 448 7772,'6'-4'113,"-2"3"0,-3-7 668,2 5-536,-1 0 0,1 4 462,-6 2-436,-3 3 1,-4 7-20,0 0 1,0 0 122,1-3 0,-1 1-188,0 2 0,3-2-1,1 2 1,4 1-38,-2-1 0,0 1-147,1-5 1,-1 1 55,4 0 1,5-4-109,1-3 1,0-2-255,0-1 0,1-1-225,3-2 1,-4-4-518,1-6 0,-2-1 355,2-3 1,-2 0-759,-1 4 1449,-3-5 0,8-10 0,-4-9 0</inkml:trace>
  <inkml:trace contextRef="#ctx0" brushRef="#br0" timeOffset="9647">10672 212 7800,'0'-10'1749,"0"0"428,0 4-816,0 2-546,0 17 0,0 0-234,0 14 0,3-3-348,1 5 1,-1 0-400,-3 7 1,0-4 13,0 1 1,-3 1-146,-1-1 0,-2 1-238,2-2 1,-3-2-698,0 0 1,3-6 295,1-8 1,1-2-1747,2-4 1753,0 0 929,0-4 0,27-50 0,6-17 0</inkml:trace>
  <inkml:trace contextRef="#ctx0" brushRef="#br0" timeOffset="9847">10830 300 7800,'3'-23'1060,"0"0"1,1 5 77,-4 5 151,0 6-491,0-2-426,0 13 0,1 0-48,2 9 1,-1 6 113,5 0 0,-5 6-348,1 4 0,-2 1-78,-1-1 1,0 4-180,0 0 1,-1 0-161,-2-3 0,1-1-464,-5 1 1,1-2 271,-4-1 0,1-3-302,2-5 0,0 0-966,4-3-217,-5-1 2004,7-10 0,-4-18 0,5-9 0</inkml:trace>
  <inkml:trace contextRef="#ctx0" brushRef="#br0" timeOffset="10241">10465 419 7800,'-10'-5'1311,"1"0"1873,3-5-2588,-3 5 1,13 0-172,3 5 1,8 0-115,12 0 1,3 0-70,10 0 1,5 0-268,4 0 1,9 1-222,8 3 1,-4-3-287,-3 2 0,-5-2 57,-8-1 1,-3 0-520,-7 0 1,-7-1 529,-10-2 1,-2 0 103,-4-3 0,-6 4-19,3-2 345,-2-1 87,-2 4-70,-2-4 15,-4 5 0,-6 5 44,-3 1 1,-2 4-43,-6 3 1,4-1-11,-3 5 1,2-2-47,-2 2 1,0 2 77,-4 1 0,4-3 168,3 2 1,2-1-41,1 2 0,4-4 20,-1 0 1,5-3 167,-1 0 1,3-3 8,3-4 1,6-2 191,4-4 1,5-1-205,-2-2 0,3-2-38,0-5 1,1-4-352,0-3 1,-4-2-368,1 0 0,-5 2 116,1 1 0,-5-1-875,-2-2 1180,1-1 0,-6-4 0,-2-1 0</inkml:trace>
  <inkml:trace contextRef="#ctx0" brushRef="#br0" timeOffset="10782">11274 399 7800,'0'7'1385,"0"-1"0,-1 1-864,-3 3 0,3 0 12,-2-1 0,2 5-460,1-1 0,-4 4-121,1 0 0,0-2-54,3 1 0,-1-4-14,-2 2-329,1 1 214,-2-4-80,8-1 0,2-6 17,4-4 0,0-4 30,0-3 0,-1-2 260,1 0 0,0-1-72,0 0 0,1-3-11,2 0 0,-2-4 17,2 4 0,-2-3-11,-1 2 0,0 1 50,0 3 0,-4 4 103,1-1-5,-1 1 295,0 0 90,-2 2 0,-4 8-152,0 3 0,0 3 38,0 3 1,-3-2-124,0 2 0,-4-2-26,4-1 1,-4 0-161,4-1 0,0 1-211,3 0 1,0-3-231,0-1-54,0-4 0,1 3-282,2-5 0,-1 0 364,5 0 1,-1 0 169,4 0 0,0-5-8,0-1 1,0-3 167,0-1 0,3-3-57,0 0 1,0-1 247,-3 1 1,0 2 5,0-3 1,0 0 147,0 1 1,3 0 170,0 3 1,-3 1-172,-4 3 0,0 0 189,0 3 0,0 2-34,-3-2 1,-2 6 112,2 3 1,-1 3-174,-2 1 1,0 1-136,0 2 1,-2-1-130,-1 5 1,2-4-114,-2 3 0,2-4-1095,1 1 0,0-2 626,0-1 0,0 0-1344,0 0 1,1-5 1803,2-1 0,20-25 0,9-6 0</inkml:trace>
  <inkml:trace contextRef="#ctx0" brushRef="#br0" timeOffset="11055">11944 123 7800,'1'-9'414,"3"3"0,0 0 609,3 3 0,1 2-307,-1-3 0,2 3 170,1 1 1,-1 0-130,1 0 0,0 1-287,0 3 0,3 0 79,0 3 0,-1 3-281,-5-1 1,1 1-324,-5 3 0,0 2-221,-3-2 1,0 3-475,0-3 1,-5 5-34,-5-2 1,-1 6-1041,-5 1 0,-4 0 521,-3-3 1302,0 0 0,-19 39 0,-5 10 0</inkml:trace>
  <inkml:trace contextRef="#ctx0" brushRef="#br0" timeOffset="11165">11895 586 9293,'0'6'2537,"0"-2"0,1-4-3093,2 0 1,-2 1 555,3 3 0,-21 10 0,-5 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5:12.2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10 361 7779,'-5'0'2110,"1"0"-89,4 0-1740,0 4 0,0 3-228,0 6 0,0-1-189,0 4 0,0-3-225,0 4 0,0-2-560,0 2 0,0 0 473,0-4 1,0 1-959,0-5 1406,0 1 0,0-13 0,0-4 0</inkml:trace>
  <inkml:trace contextRef="#ctx0" brushRef="#br0" timeOffset="150">109 223 7781,'0'-21'202,"0"-2"297,0 6 700,4 3-1114,-3 0-606,4 4 0,-4 5 40,2 1 0,-1 6-1075,5 2 1556,-5 3 0,4-1 0,-3 4 0,7 26 0,5 7 0</inkml:trace>
  <inkml:trace contextRef="#ctx0" brushRef="#br0" timeOffset="392">168 380 7788,'0'17'121,"0"-1"0,-3-3 267,0 4 1,-1-5-107,4 1 0,-1-5 368,-2-2 322,2 1-458,-4-2-80,5 0-318,0-5 1,2-5-166,1-1 1,-1-3 109,5-1 1,-1-3-107,4 0 0,1-5-28,2 2 0,-1-3 106,5 0 0,-4-1 63,3 0 1,-3 1 10,4 3 1,-4 2 141,3 4 1,-2 1-207,2 3 0,-4 1-146,1 5 0,-3 8-138,-3 2 1,1 11-392,-1 2 1,-3 1-882,0 2 1,1 0 1512,2 4 0,45 30 0,13 8 0</inkml:trace>
  <inkml:trace contextRef="#ctx0" brushRef="#br0" timeOffset="710">1056 55 7865,'0'-14'414,"0"3"510,0-2 783,0 2-1251,0 5 0,0 6 35,0 7 0,0 6-169,0 3 1,0 7 67,0 4 1,0 1-222,0 2 0,1 3-134,2-1 1,-2 2-986,3-1 0,-3-1 51,-1 4 0,0-1-578,0 1 1,0-2 872,0-4 0,-1-5 604,-3-2 0,-6-15 0,-5-5 0</inkml:trace>
  <inkml:trace contextRef="#ctx0" brushRef="#br0" timeOffset="1342">947 252 7865,'0'-14'302,"0"-2"0,0 0 470,0 0 1,3 4-442,3-1 1,2 0-309,8 0 0,2 1 13,5-4 0,2 4-117,5-1 0,0 2 121,3 1 1,-5 1-54,1 2 1,-7 3-177,-2 4 0,-2 4 69,-4 3 0,-6 6 16,-4 4 0,-3 2 145,-1 4 1,-5 4 130,-1 6 0,-4-3-189,-3 3 1,2-1-61,-2 1 0,5-3 56,1 3 0,2-3-151,-2-4 0,3-2-161,4-4 1,1-1 122,2-3 0,3-3-104,4-6 1,1-3 2,2-4 1,1-4 117,2-3 1,3-3 48,-3-3 1,0 1 10,0-4 1,-3 0 29,4 0 1,-4-2 155,3 5 0,-4 0-133,2 3 1,0 0 131,-1 1 1,-3 3 695,-4 3-555,1 2 1,3 1 330,0 0 0,-5 4-139,-1 3 0,1 1 29,2 2 0,-2 3-164,2 1 1,-1-1-159,4-3 0,0-4-23,0 1 0,3-2-104,0 2 0,4-3-203,-4-4 1,4 0 1,0 0 1,1 0-162,2 0 0,0-4 152,-1-3 1,1-3-14,0-3 0,0 1 81,-1-4 0,-3 3-16,-3-4 0,-2 4 71,-1-3 0,-2 0 25,-1 0 0,1 2 94,-5 4 0,-1 4 64,-5 3 0,-3 2 179,-3 1 1,-2 1 152,-3 2 1,4 3 373,-4 4 1,3 3-195,2 0 1,2 3 301,0-3 1,5 5-50,-1-2 0,6 2-359,4-2 0,4 2-173,5-5 0,3 0-144,10-3 1,3-1-161,8-3 1,-2-1-154,-2-5 1,-2-1-344,-4-3 1,-5-1-362,-2-5 1,-11 0 866,-5 0 0,-23-8 0,-6-3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17.4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56 387 7911,'-5'-6'242,"3"-3"445,-6 5-220,6 1 1,-3 2 157,5-3 139,0 3-471,-5-4-206,4 5-141,-4 0 1,5 5-36,0 2 1,-4 3-41,1 1 0,-1 5-38,4 2 1,-4 3-249,1 1 0,-1 0 228,4 0 0,0-4-21,0 1 0,0-2-8,0 1 0,4-2-51,-1-5 1,6-1 151,-2-3 1,7-2 14,0-5 0,1 0 103,-4 0 0,4-8-27,-1-3 1,1-4 176,-4 0 0,0-1-13,0-2 1,0-3 146,0 3 1,-3-3-67,-1-1 0,-5 1-10,2 3 1,1-2-75,-1 5 0,-1 1-93,-3 3 1,0 3-174,0 1-7,0 5-191,0-3 0,-1 6 136,-3 3 0,3 3-51,-2 8 1,0-2 24,-1 5 0,3-3 64,-2 4 0,1-1-100,2 4 0,0-4 170,0 1 1,0-6 106,0 2 1,0-3 51,0-1 1,5-1 299,3-3 1,-2 2 25,1-5 0,0-1 257,4-3 0,2-5 44,1-2 1,-1-4-247,1-4 0,0 2-94,0-6 1,-1 0-295,1-7 0,-3 3-170,-3-3 1,2 2-309,-3-2 1,3 3-636,1-3 1,0 3 313,0 1 1,1 3 729,3 1 0,-3 19 0,4 2 0</inkml:trace>
  <inkml:trace contextRef="#ctx0" brushRef="#br0" timeOffset="426">662 332 8018,'4'-8'757,"0"1"66,-1 0 56,-3-4 0,-5 4-445,-2 4 0,1 2-87,-1 1 1,-1 0-542,-3 0 1,-1 4 26,-3 4 1,3 2-218,-3 1 0,-1 1 228,2 3 1,-5-2 10,5 5 1,-1-3-12,4 4 0,1-5-257,3 5 1,-2-6-5,6 2 0,-5 1 3,5-2 0,-1 1-341,4-4 606,5-5 1,1 3 300,5-6 1,0 0-142,0-7 0,1-2 135,3-5 1,1-4-145,2 1 0,2-5 54,-5 5 0,3-5-3,-3 5 1,2-5 18,-6 4 0,2 1 105,-5 3 0,0 0 4,0 0 1,0 0 65,-4 0 0,-1 3-66,-3 1-25,5 5-23,-3-3-76,2 5 0,-4 1-2,0 3 0,0-2-177,0 5 0,4 1-174,0 3 0,-1 3-38,-3 1 0,0 3-191,0-3 1,0 4 161,0-5 0,0 6 17,0-2 1,-1-2 345,-2-1 0,6 7 0,-2 1 0</inkml:trace>
  <inkml:trace contextRef="#ctx0" brushRef="#br0" timeOffset="1133">850 332 7218,'0'-8'2211,"0"1"-1092,0 5-122,0-3-657,5 5-361,-4 5 1,7 1 142,-4 5 1,0 0-78,-4 0 0,0 3-78,0 1 1,0 0-37,0-4 1,0 4-160,0-1 0,-1 1 7,-3-4 1,3 0-54,-3 0 1,3 0 123,1 0 1,-4-4-75,0 1 1,1-5-54,3 5-89,0-6-104,0 3 287,5-15 1,1 3-11,5-8 0,0 2 98,0-2 0,0-1 145,0-2 0,4 1-14,-1 2 1,0 3 220,-7-3 1,3-1-44,-3 1 1,3 4 104,1 4 1,-4 1-54,1-1 0,-5 0-104,5 4 0,-4 2-52,3-3 1,-5 4-14,2 4 1,1-2-126,-1 5 1,3 1 48,-3 3 0,-1 0-147,-3 0 1,0 0 12,0 0 1,1 0-133,3 0 1,-3 0-70,3 0 1,-3 0-186,-1 0 68,0 0 204,5 0 1,-2-1-181,4-3 1,0-2 122,4-5 0,0-5 284,0-2 0,5-4 0,3-4 0,-2-1 0,1-2 0,-4-4-192,0 0 0,2 0 215,-1-4 0,0-1 134,-4 1 0,0-4 105,0 0 0,-1 0 299,-3 0 0,2 0-108,-6 4 0,5 0 219,-5 4 0,5 5 232,-5 2 75,1 3-186,-4 6-310,0 1-228,0 15 0,-4-2-13,1 11 0,-6-1-14,2 4 1,1 1-66,-2 3 1,1 2-131,-4 5 0,3-1-233,1-2 0,5 1 156,-2-1 1,3-2-542,1 1 0,0 0 81,0 0 1,0-2-137,0-5 0,1-4 246,3 1 1,2-7-40,5-1 0,0-5 4,0-6 1,4-1-64,-1-3 1,5-7 41,-5-7 0,5-3 450,-5-1 0,21-44 0,0-11 0</inkml:trace>
  <inkml:trace contextRef="#ctx0" brushRef="#br0" timeOffset="1283">1269 243 8034,'-11'0'1235,"0"-4"-231,0 2 0,6-6-637,5 4 1,6-1-203,9 2 0,3 0-1148,8-4 0,2 1 983,5-2 0,34-16 0,9-1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16.3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78 106 7937,'0'-11'257,"-1"1"0,-2 2 1397,-1 1-941,1-1-162,3 2-331,0-4-276,0 9 0,0-3 144,0 8 1,0 6-129,0 5 1,-1 4-227,-3-1 0,-1 8 50,-2 4 1,-3 1-236,2 3 1,2-1 203,-1 0 0,3-1 1,-3-3 0,5 3 114,-2-3 1,3-2-21,1-1 1,0-8-301,0-3 99,0 2 395,5-10 0,1 3 1,5-10 0,0-1 52,0-3 0,0-2-122,0-5 1,3-4 21,1 1 0,4-7-4,-5-1 1,1 0 7,-4-4 0,4-1 72,-1 1 0,0-3 92,-7 3 0,3-3-93,-3 3 1,-2 0 128,-1 4 0,-3 0 53,-1 0-43,0 5-386,0 1 73,0 10 0,-4 6-155,1 7 1,-2 8 153,1 4 1,2 1-62,-6 2 1,5 4-5,-5 0 1,6 4-88,-2 0 1,3-3 80,1-1 0,0-4 43,0-4 0,1 2 298,3-6 1,2 1 112,5-4 0,0-1 106,0-3 0,0-2-93,0-5 0,4-5 71,0-2 1,1-8 65,-2-3 1,0-4 266,4-4 0,-4 3-534,0-3 0,-5-2-155,-2-2 0,-1 1-288,2-4 1,0 6-80,-4-6 1,3 6-410,-3-2 1,1 8-80,-2-1-371,4 2 465,4 3 755,-5 6 0,-1 60 0,-5 18 0</inkml:trace>
  <inkml:trace contextRef="#ctx0" brushRef="#br0" timeOffset="334">497 393 7937,'0'11'194,"0"0"0,0 0 563,0 0-550,5-5 1,-3 3-29,5-6 0,-3 1-125,3-4 1,1 0 89,3 0 1,0-1-146,0-3 0,0-2-226,0-5 0,4 0 134,-1 0 0,5-4-133,-5 1 0,1-5 54,-4 4 0,-4-3 35,1 3 1,-5-3 185,5 3 1,-6 1 152,2 3 1,-3 0-101,-1 0 1,-1 3 118,-3 1 1,-2 4-54,-5 0 0,-4 6-13,1 5 1,-6 2 128,2 1 1,1 4-118,-2 4 1,5 2 121,-5 1 0,6 3-141,-2 1 1,3 0 0,1-4 1,5 0-30,2 0 1,3-1-13,1-3 1,6-2-153,5-5 1,5-1 69,6-3 0,1-2-815,3-5 1,-2-1 104,6-3 684,-6-7 0,28-35 0,0-13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25.4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61 7794,'-8'-17'277,"1"2"2329,-2 3-2147,4 1 1,0 6 167,5 5-236,0 10 1,0 7-91,0 5 1,4 1 78,0 3 0,0 2-185,-4 5 1,3 5-102,1 2 1,0 2-66,-4-1 1,0 0-237,0-4 1,-2 3-58,-1-3 1,0-1-363,-4-7 0,3-7-21,-3-7 1,3-4-317,-3-4 507,4-2 1,-3-6 92,3-3 1,1-3-68,-1-8 0,1-2 123,2-5 0,0 0-82,0 0 0,0 0 312,0 0 0,-3-3 138,-1 3 0,-5-1 206,2 8 0,-3-3-20,-1 3 1,0 4 295,0 4 1,-1 4-255,-3 0 1,3 3 100,-3 3 1,3 5-166,1 6 0,0 4-7,0 4 1,4 0-67,-1 0 1,6 0-287,-2 0 1,3-4-516,1 0 1,5 0 66,2 0 1,4-2-180,4-5 0,2-5 351,5-2 1,0-3 409,0-1 0,0-5 0,0-2 0,20-37 0,5-10 0</inkml:trace>
  <inkml:trace contextRef="#ctx0" brushRef="#br0" timeOffset="251">485 314 7794,'6'-6'427,"-1"1"-267,-10 5 1,-1 5-14,-5 3 1,0 1-6,0 2 1,1 2-123,3 1 0,-2 0 54,6 4 1,-5-1-95,5 2 0,-1 0 41,4-4 1,0 3 78,0-3 1,1-1 17,3-7 1,-2 2 104,6-6 1,-1 1 191,4-4 0,-4-3-349,1-4 1,-1 0-365,4-8 1,-1-2-127,-3-1 0,2 0-453,-6 0 1,5 0 94,-5-4 0,5 1 782,-4 2 0,-1 3 0,7 5 0,2 0 0</inkml:trace>
  <inkml:trace contextRef="#ctx0" brushRef="#br0" timeOffset="644">628 336 7683,'0'8'1221,"0"-1"-595,0-4-228,0 6 0,0-2-28,0 4-304,0 0 1,4 0 42,0 0 0,-1 0-120,-3 0 0,2 0-181,1 0 129,-1 0-18,7 0 1,-4-4 6,3 0 1,1-4-172,-1 1 1,2-4 37,1-4 0,0-2-72,0-5 0,3 0 157,1 0 0,0-2 31,-4-1 0,0 2-148,0-3 1,0 3 23,0 1 1,-4 1-381,1 2 485,-1-1 0,0 7-123,1-1 170,-6 2 1,3 5 115,-5 4 0,0 2-28,0 1 1,0 0 366,0 0 14,0 5 1,1-2 44,3 1 0,-2 0 267,6-8 1,-5-2-212,5-1 0,0-3 210,7-1 0,-3-1-68,3-3 0,1-2 108,-2-5 0,1-5-405,-4-3 0,4 2-286,0-1 0,-2 0-1073,-6-4 0,2 3-152,-5 1 0,3 3-2738,-3-3 3897,-1 4 0,-8 13 0,-1 8 0</inkml:trace>
  <inkml:trace contextRef="#ctx0" brushRef="#br0" timeOffset="1069">1257 314 7794,'6'0'848,"-1"5"1,-5-2-341,0 4 0,0-3 11,0 3 1,-1 1-414,-3 3 0,3 0-75,-3 0 1,-1 0-177,1 0 1,-3 3 37,3 1 1,0 0-365,0-4 102,3 0-186,-9 0 239,9 0 129,-4-5 375,5-1 0,0-6 20,0-3 0,3-2 54,1-5 0,5-1-95,-2-3 1,6 1 49,2-4 0,1 3 24,-1-3 0,1 3 101,2-3 0,2 4-77,-6 0 1,5 1-48,-5 2 0,1 2 113,-4 1 1,0 3-118,0 5 1,0 2-85,0 1 1,-5 3-13,-2 5 1,-3 0-199,-1 0 1,0 4-170,0 0 1,0 4-454,0 0 1,0-2-184,0 1 0,0-3-856,0 3 0,0-4 1741,0 1 0,0-3 0,0-1 0</inkml:trace>
  <inkml:trace contextRef="#ctx0" brushRef="#br0" timeOffset="1209">1720 513 8462,'0'-6'3301,"0"0"-3456,0 2 1,1 3-1025,3-3 1179,-3 3 0,4-9 0,-5-2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24.7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144 584 8085,'0'-6'2162,"0"-4"-1093,0 4-703,0-5 0,0 3 309,0 1-754,0 4 1,-5-1 124,-3 4 0,2 1-278,-1 2 1,-4 4 24,-4 4 1,0 1-166,4 3 1,-1 0 150,-3 4 1,7 0-18,-3-4 0,4 1-29,-1-1 1,3-7-354,5 3 507,0-2 0,9-3 98,2-2 1,7-4-270,1-4 0,1-6 58,3-4 0,-1-5-59,0 4 0,-2-3 185,-1 3 1,-3-3 9,-5 3 0,-5 1 84,-2 3 1,-3 0 399,-1 0 36,0 4 1,-4 1-227,0 3 0,0 1 166,0-1-269,3 2 0,-4 2-64,5 2 0,1-1 57,3 1 1,2 2-48,5-1 1,1 1 68,3-2 1,-2-1-28,6 1 1,-1-1 42,4-2 1,0-5 227,0-3 1,1-3-23,3-3 1,-1-4-162,4-4 1,-5-1-49,2-3 1,1-2-60,-1-5 1,-5-4-194,-7 1 0,-1-1 161,-2 4 1,-5-4-105,-3 0 0,-1 2-17,-2 5 1,-5 5 41,-3 6 0,-1 3 204,-2 5 0,0 5-174,0 3 0,3 3-143,1 3 1,0 7 150,-4 5 0,-1 8 31,1-1 0,2 11 35,1 0 1,0 6 71,4-2 0,-3 5-30,3-2 0,-1 3-89,1 1 0,2 0-19,-5 0 0,3 1-4,-3-1 0,-1-4-79,-3 0 0,0-2-97,0-1 1,-3-6-362,-1-13 1,0 1-17,4-8 1,0 1-1411,0-8 819,0-1 1151,5-3 0,11-34 0,7-9 0</inkml:trace>
  <inkml:trace contextRef="#ctx0" brushRef="#br0" timeOffset="132">397 639 7750,'0'-11'0,"0"3"1039,0 1 1,0 3-366,0-3 1,1 3 278,3-3-800,-3 5 0,9-7-231,-3 5 0,4 1-324,4 3 1,-1 0-657,4 0 0,4 0 1058,4 0 0,39-5 0,6-1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20.6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44 409 7854,'-6'-1'539,"1"-2"0,2-2 451,-1-1 1,-1 4-156,1-2-192,3 3 33,-4 1-547,5 0 1,0 5-97,0 2 1,0 3-282,0 1 0,0 1-193,0 3 0,0-2-573,0 6 0,0-6 207,0 2 0,0-3 807,0-1 0,-5-10 0,-1-2 0</inkml:trace>
  <inkml:trace contextRef="#ctx0" brushRef="#br0" timeOffset="123">78 210 7854,'0'-11'1048,"0"0"-645,0 0-802,0 0 5,0 0 0,4 5 394,4 2 0,16 33 0,6 7 0</inkml:trace>
  <inkml:trace contextRef="#ctx0" brushRef="#br0" timeOffset="408">232 508 7854,'-5'11'1940,"4"0"-1136,-4 0 1,4-4 189,-3 1-445,3-6-213,-4 3-230,5 0-95,0-4 0,0 3-238,0-8 0,1-2 110,3-5 0,-2 0-180,5 0 0,1-1 40,3-3 1,0 3 145,0-3 0,4 3 126,-1 1 1,1 1-32,-4 3 1,1-2 25,3 5 0,-3 1-22,3 3 72,-3 0 0,-1 5-190,0 2 1,-1 3-484,-3 1 1,3 4-706,-2-1 0,-2 5 1318,1-5 0,10 16 0,6-1 0</inkml:trace>
  <inkml:trace contextRef="#ctx0" brushRef="#br0" timeOffset="1023">982 111 9174,'-2'-10'0,"0"2"2643,-2 0-2292,0 6 1,1-2-45,-1 8 1,0 7 143,4 7 0,0 4-299,0 4 0,4 2-178,0 5 1,1 0-198,-2 1 1,-1-1-37,1 0 1,-1 0-374,-2 0 0,3-5 324,1-2 0,0-4-73,-4-4 0,-2 0 160,-1-6 0,0 0-18,-4-9 1,3 1-20,-3-4 1,1-5-24,-2-2 1,-1-3-111,1-1 0,-2-4 206,-1 1 0,0-5 122,0 5 0,-3-1 46,-1 4 1,-3 3 234,3 1 0,-5 5-114,2-2 0,1 3 80,-2 1 0,5 0 96,-5 0 1,6 5 381,-2 2 0,7 3-206,0 1 0,6 1-208,-2 3 1,3 1-266,1 2 1,1-1-18,3-2 1,6-3-350,4 3 0,6-3-73,-2-1 1,3-5-533,1-2 0,4-3 464,0-1 0,3-5 87,-3-2 0,3-4 437,-3-4 0,-1-2 0,-2-5 0,-1 0 0,0 0 0,-5 4 0,-3-1 0,-1 2 0,-2-1 0,-5-2 401,-2 5 0,-3 1 1690,-1 3-1131,0 0 1,0 3 173,0 1-759,0 4 1,0 0-174,0 6 0,0 0-14,0 4 0,0 2-49,0 6 0,3-3-130,1 2 0,1 2-65,-1-1 1,-2 5-276,5-2 1,-4-1-1118,1 2 1,1-5 700,-2 5 0,5-6 361,-5 2 0,6-7 386,-2 0 0,32-45 0,9-7 0</inkml:trace>
  <inkml:trace contextRef="#ctx0" brushRef="#br0" timeOffset="1157">1224 188 7854,'-15'-12'588,"1"-1"1877,0-2-1470,2 5-1330,6 0-633,1 9 1,10-3 493,2 8 0,4 2 474,4 5 0,22 20 0,9 4 0</inkml:trace>
  <inkml:trace contextRef="#ctx0" brushRef="#br0" timeOffset="1433">1522 398 7854,'0'-17'267,"-4"1"1,-1 5 844,-1 0 1,2 0-547,-3 0 0,3 1 723,-3 2-845,0-1 1,-4 7-34,0-1 0,3 2-456,1 1 0,-1 4-128,-3 4 1,2 5-94,1 2 1,-1 5-40,1-2 1,3 3-441,2 1 1,1 1 79,2 3 1,0-3-439,0 3 1,7-3 618,4-1 1,1-5 61,6-2 422,1-3 0,76-40 0,-38 9 0,0 0 0</inkml:trace>
  <inkml:trace contextRef="#ctx0" brushRef="#br0" timeOffset="2199">1764 343 7854,'-5'-11'21,"0"-2"-21,-2-1 0,-1 5 2061,4-2-839,-5 7-887,3-1 0,-5 5-249,0 0 1,4 7-177,-1 4 0,1 1 65,-4 6 1,1-3-220,3 3 1,-2-3 68,6 3 0,-5 0-91,5 0 0,-1 2-219,4-6 1,0 1 113,0-4 1,0 0-95,0 0 0,5-5 125,2-2 1,7-3 85,0-1 1,2 0 76,-1 0 0,-2-5 141,6-2 1,-4-7 3,3 0 1,-5-5 189,2 5 0,-3-2 221,-1 1 0,-5 1-39,-2-4 0,1 5 327,-1-2 1,-1 3-108,-3 1-47,0 4-460,-5-2 0,3 9-220,-5 0 1,4 6-66,0 8 1,1-1 98,2 1 1,0 2-29,0-1 1,0 3-32,0-3 1,0 1-78,0-1 1,5-3 118,3 3 0,-2-7 79,1 0 1,0-2 49,4 1 1,4-2 118,0-5 0,1-5-3,-2-2 1,0-3-90,4-1 1,-4-4 31,0 1 1,2-6-3,-1 2 0,0-3 99,-4-1 1,-4 0-27,1 0 1,-5-4 135,5 0 0,-6-3 22,2 3 1,-3-1 219,-1 1 1,0 3-30,0-3 0,-4 8 764,1 3-365,-6 3-331,3 6-497,0 1 0,-3 10-1,5 2 1,1 8-20,3 3 0,0 3 13,0 1 1,0 4-179,0 0 1,3 4-160,1 0 0,1 0 11,-1 0 1,-3 0-138,3-4 1,1 1 151,-2-1 0,2-3-11,-1 3 0,-3-4 28,3-4 0,-3-2-536,-1-5 57,0-5 346,0-1 0,0-6 59,0-3 1,4-3-78,-1-8 1,2 2 263,-1-6 0,-3 5 237,3-5 1,-2 1 34,2-4 0,-3 3-86,3 1 1,-3 3 199,-1-3 0,4 5 206,-1-2 1,2 3 1389,-1 1-972,-3 0 1,9 1-377,-3 2 1,-1 3-114,2 5 0,-1 2-171,4 1 1,0 1-82,0 7 0,0-2 97,0 5 0,0 2-27,0-1 1,0 3-132,0-3 1,0 5-239,0-2 0,-1-1-1017,-3 2 0,2-2 139,-5 1 0,3-2-290,-3-5 0,1 0 1357,-2 0 0,-1-20 0,2-4 0</inkml:trace>
  <inkml:trace contextRef="#ctx0" brushRef="#br0" timeOffset="2332">2282 78 8295,'-11'-17'992,"4"-3"-679,0 6 0,4 3 599,0 3-3603,1 6 2691,2-3 0,15 29 0,3 7 0</inkml:trace>
  <inkml:trace contextRef="#ctx0" brushRef="#br0" timeOffset="2966">2569 343 7841,'0'-11'386,"-1"1"0,-2 1 492,0 2 1,-6 4-549,2 0 1,-7 3-107,0 3 0,-6 0-364,2 4 1,2 4-102,1 4 0,3 1-100,1-1 1,0-2 128,0 5 1,5-3-108,2 3 1,4-4 137,4 1 1,2-3-135,5-1 1,1-5 67,3-2 1,-2-3 81,5-1 0,1-1-3,3-3 0,-5-2 69,-2-5 1,1-4 107,-2 1 1,0-1 68,-7 4 0,2 0 302,-6 0 1,5 0-53,-5 0 1,5 0 160,-5 0 1,2 0 443,-1 0-282,-3 4-13,9-2-416,-4 7 0,4 2 2,-3 8 1,2 2-43,-5 1 1,3 0-3,-3 0 0,3 3-71,-3 1 1,3 1-202,-3-1 0,1-3-252,-2 3 1,-2-3 167,3-1 0,-3 0-35,-1 0 1,0-4 32,0 1 92,0-6 0,2 3-83,1-5 76,-2 0 1,6-1-18,-4-3 0,0-2 14,4-5 1,-1-1 487,2-3 0,0 3 174,-4-3 1,4-1 411,0 1 1,-2 1-487,1 3 1,-1 0 93,2 0 0,1 0-192,-1 0 0,2 4-154,1 4 0,1 2-95,3 1 0,-2 1-165,5 2 0,-3 4-236,4 4 1,-6 3-283,2 1 0,1 5-752,-2-2 1,1-2 156,-4-1 1,0 1-885,0-2 0,0 1 2017,0-4 0,0-10 0,0-2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19.8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67 7799,'0'-6'764,"0"-4"1,0 7 225,0-4-594,0 4 1,0-3-237,0 3 0,-1 1-139,-3-1 0,-2 2 80,-5 1 0,0 0-83,0 0 0,-2 4-190,-1 4 1,0 2-108,-4 1 0,1 5-178,-2 2 1,0-1 160,4 1 0,0 0-113,4 0 0,4 2 125,0-6 1,4 1-165,0-4 303,1 0 1,4-5-8,1-2 1,3-3 168,5-1 1,5-5-102,3-2 0,1-7-54,3 0 0,0-6 133,3 2 0,-3-3 163,3-1 1,-8 3 16,-3 1 0,-3 3 590,-1-3-218,0 4 157,-5-1 262,-1 4-488,-5 4-466,-5 3 1,4 5 76,-3 2 0,3 0-229,1 4 1,0 2 1,0 5 1,0 0-143,0 4 1,-1-3-47,-3 3 0,3 1-168,-3 3 1,2 0-25,-2 0 1,3 0 139,-3 0 1,3-1 377,1-3 0,10-2 0,2-5 0</inkml:trace>
  <inkml:trace contextRef="#ctx0" brushRef="#br0" timeOffset="421">441 78 7799,'5'-6'0,"-4"-1"597,3 4 977,-3 2-663,-1-4-332,0 5-376,0 5 0,0-3-77,0 5 1,0 2-108,0 6 0,-1-3 68,-3 3 1,3 0-191,-2 0 0,-2 1-125,1-1 1,0-3-110,4 3 0,0-3-114,0-1 1,0 0 205,0 0 1,0-4-453,0 1 207,0-1 260,0-1 29,5-1 0,1-6 21,5-3 1,0-3 20,0-8 1,4 2 9,0-6 0,1 5 311,-2-5 0,-1 2 44,1-1 0,0 2 24,1 5 0,-3-4-87,2 0 0,-5 4 21,-2 4 0,-3 3 341,3-3 258,-4 5-464,7-3 1,-9 6 98,3 3 1,-3 2-63,-1 5 0,0 0-134,0 0 1,3 0-177,1 0 0,1 0-58,-1 0 1,-2 0-314,6 0 1,-5 0 90,5 0 0,-5-1-295,5-3 1,-1 3 199,4-3 349,5-2 0,21-10 0,9-7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54.3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125 1 7231,'-5'4'986,"0"1"-971,5 5 1,0-1 16,0 1 1,0 0-1,0 3 1,0-1-1,0 4 1,0-4-12,0 4 0,0-1-15,0 1 1,0 2 25,0-2 1,0 2-18,0 1 0,0 1-68,0 3 1,0-2 44,0 4 1,0-3-8,0 0 1,0-2 7,0-1 0,0 1-4,0 3 1,0-4-1,0 0 0,0 0-1,0-3 1,0 2-10,0 1 1,0-1-4,0-2 0,0 2-84,0-2 0,0 2 66,0 1 0,0-1-6,0-2 1,0 2 21,0-2 1,0-1-1,0 1 0,0 0 0,0 3 0,0-3-1,0 0 0,0-2-13,0 5 1,0-5 4,0 5 1,0-2-19,0 2 0,0 0 28,0 0 1,0-1-1,0-2 0,0 2 25,0-2 1,0 2 1,0 1 0,0 0 3,0 0 0,0 1 8,0-1 0,0 1-7,0 2 1,0-2 8,0 3 0,0-3-4,0-1 1,0 4 2,0 3 1,0-3-7,0-1 1,0 2-8,0-2 1,0 1-1,0 0 0,0-3-1,0 2 0,0-2 0,0-1 0,0 4 0,0-1 0,0 0-1,0-3 0,0 1-45,0-1 0,0 0-6,0 0 1,0 1 7,0 2 1,0-1 26,0 1 1,0 2-24,0 2 1,0-3 36,0-1 1,0 2-4,0-2 1,0 5-5,0-2 1,0-2 4,0 0 0,0 0 10,0-1 1,0 4 11,0-4 1,0 4 20,0-4 1,0 0-38,0-3 0,0 0 3,0 1 0,0-1-44,0 0 1,0 0-6,0 0 1,0 1 41,0 2 1,0-1-4,0 1 0,0-2 10,0-1 0,0 4-4,0-1 0,0 0 2,0-3 1,-1 0-7,-2 0 1,2 1 5,-2-1 0,2 0 7,1 0 0,0 0-3,0 0 1,0 0-7,0 0 0,0-3 0,0 0 0,0 0 0,0 3 0,-1 0 0,-2 0 0,1 1-1,-1-1 1,2 0 2,1 0 1,0 0-1,0 0 1,0-3 2,0 0 1,0 0 0,0 3 0,-1 0-6,-2 0 1,2 0 1,-2 0 1,2 1-39,1-1 0,0 0-7,0 0 1,0 1-91,0 2 1,0-1 91,0 1 1,0 1-7,0 0 0,0-1 40,0-3 0,0 3 4,0 1 0,0-1-4,0-3 1,0 0 4,0 0 1,0 0 49,0 0 1,-1 0-39,-3 1 0,3-1 4,-2 0 0,2 0-15,1 0 0,0 0-5,0 0 1,0 0-13,0 0 0,0 2-3,0 1 0,0-2 14,0 2 0,0-1-5,0-2 0,0 0 107,0 0 1,0 1-59,0 2 1,0-1 10,0 1 0,0-1 19,0 1 0,0-1 8,0 1 1,0-2-51,0-1 0,0 0 1,0 0 1,0 1-104,0-1 0,0 0 108,0 0 1,0 0-46,0 0 0,0 0 4,0 0 0,0-3-9,0 0 0,0 0 23,0 3 0,0 0-2,0 0 0,0-3 16,0 0 0,0 0 7,0 3 0,0-3-19,0 0 1,0-1 9,0 1 0,-3 1 11,0-4 1,0 3-28,3-4 0,0 4 0,0-3 0,0 3-25,0-3 1,0 0-8,0 0 0,0-2 5,0 2 1,0-3-9,0 0 1,0 2 10,0 1 1,0 1-5,0-1 0,0-2 18,0 5 1,0-3-26,0 3 1,0-1-5,0 1 1,0 2-5,0-2 0,0-1-4,0 1 0,-4-4 5,1 4 0,0-3-2,3 3 1,0-4 70,0 0 0,-3-1-60,0-1 0,-1-1 35,4 1 1,0-1-54,0 1 0,-3-1-52,0 1 33,0-1 1,3 1-4,0 0 0,0-1 50,0 1 1,0-1 22,0 1 0,0-1 0,0 1 0,0-1 0,0 1 0,0 0 0,0-1 0,0 4-14,0 0 0,0 0-8,0 0 0,-1-2 21,-2 1 1,2-1 5,-3-1 1,3 2-6,1 1 0,-4 4 0,-1-2 0</inkml:trace>
  <inkml:trace contextRef="#ctx0" brushRef="#br0" timeOffset="1">10 5428 6998,'-5'10'-1080,"1"-4"951,4 1 129,0-5 0,4-7 0,1-5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54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96 8583,'6'5'475,"2"-1"-413,-2-4 0,3 0-12,1 0 0,-1 0-29,1 0 0,-1 0 47,1 0 0,1 0-80,1 0 0,0 0 35,4 0 0,-1 0-14,1 0 1,2 0-18,-2 0 1,-1-3-3,0 0 0,1 0 15,3 3 1,-3 0-9,0 0 0,-1 0-35,1 0 1,2 0 97,-2 0 1,-1 0 4,1 0 1,-3-4-19,3 1 1,-1 0 7,5 3 1,-4 0-46,-1 0 0,-2-1 6,3-2 1,0 2 15,3-2 1,-3 2-1,0 1 1,0 0-45,3 0 0,0 0 19,0 0 0,0 0-52,0 0 0,1 0 34,-1 0 0,0 0-2,0 0 0,0 0-11,0 0 0,-3 0-2,0 0 1,0 0-3,3 0 1,-3 0-5,0 0 1,-1 0 26,1 0 0,2 0 3,-2 0 0,2 0 1,1 0 0,0 0-14,0 0 1,-1 0-1,-2 0 1,2 0 55,-2 0 0,2 0 9,1 0 0,-3 0-45,0 0 1,-1 0 1,1 0 0,2 0-4,-2 0 1,-1 0 4,1 0 0,-4 0-16,4 0 0,0 0 30,3 0 1,0 0-1,0 0 0,1 0-7,-1 0 0,0 0 2,0 0 0,0 0-4,0 0 0,0 0 4,0 0 1,2 0 14,1 0 1,-2 0-5,2 0 1,-2 1-16,0 2 0,-1-2-14,0 2 1,0-2-6,0-1 1,0 0-8,0 0 0,4 0-4,-1 0 1,3 0 12,-2 0 1,3 0-7,0 0 1,-2 1-11,2 2 0,-2-2-2,1 3 0,2-3-79,-5-1 1,2 0 78,-2 0 1,-2 3-5,2 0 0,-1 0 22,-2-3 1,1 0-3,2 0 1,-1 3 5,5 1 1,-2-1 2,2-3 0,2 0 24,1 0 1,0 0-12,3 0 0,-6 0 7,0 0 1,1 0-20,2 0 0,-1 0 2,-6 0 1,-1 0-5,5 0 1,-2 0-2,2 0 0,-3 0-2,-4 0 1,3 0-1,1 0 0,2 0-4,-3 0 0,2 0 4,-2 0 0,-2 0-2,2 0 1,2 0 2,-2 0 0,0 0 0,-2 0 0,2 3 0,0 0 0,5 0 0,-2-3 0,0 0 53,0 0 0,-3 1 7,4 3 1,-2-3 97,2 2 1,-2-2-132,-2-1 0,-1 0 8,1 0 0,1 0-35,0 0 1,2 0-7,-3 0 1,5 0 26,-2 0 0,3 0-12,1 0 0,3 0-29,-1 0 0,1 0-10,-3 0 1,3 3-1,0 0 0,-2 0 23,-4-3 1,1 0 2,-1 0 1,0 0 7,0 0 0,1 0 1,-5 0 0,4 0-16,0 0 0,0 0-2,0 0 1,1 0 11,-1 0 1,-2 0-2,2 0 0,-2 0 101,2 0 1,-2 0-95,-2 0 0,0 0 2,3 0 0,-3 0 50,4 0 1,-5 0 14,1 0 1,0 0-86,0 0 0,-1 0-21,5 0 0,-5 0 64,1 0 0,0 0-5,0 0 0,-2 0-1,2 0 1,2 0 34,-2 0 0,1 0-7,0 0 1,-3 0-19,2 0 0,-2 0 10,-1 0 0,2 0 46,1 0 1,-3 0 5,0 0 0,0 0-21,-3 0 0,2 0-2,1 0 1,-1 0-69,-2 0 1,2 0 25,-2 0 0,-1 0-4,1 0 0,0 0-25,3 0 1,0 0-10,0 0 1,4-3-4,-1 0 1,0 0-16,-3 3 1,4 0 64,-1 0 0,1 0 1,-1 0 0,-1 0 39,1 0 1,-2 0-68,-1 0 1,1 0 1,3 0 1,-4 0-16,0 0 0,0 0 1,-3 0 1,2 0-4,1 0 1,-1 0-9,-2 0 0,2 0 24,-2 0 0,4 0-12,-1 0 0,3 0 2,-6 0 1,2 0 4,1 0 0,3 0-7,0 0 0,-3 0 18,-3 0 0,0 0 3,3 0 0,4 0-23,-1 0 1,0 0-1,-3 0 0,0 0-1,1 0 1,-1 0-7,0 0 1,0 0 3,0 0 0,0 0 0,0 0 0,0 0-16,0 0 1,-3 0 7,0 0 1,0 0-4,3 0 0,-1 0-30,-2 0 1,2 0-5,-2 0 0,2 0-45,1 0 1,2 0-13,1 0 0,-2 0 72,2 0 0,0 0-14,0 0 1,-2 0 104,2 0 0,2 0-98,-2 0 0,-3 0-5,-3 0 0,0 3 70,3 0 1,-4 0 142,-2-3 1,-3 0-80,0 0 1,0 0-7,-1 0 1,-3 0 39,1 0 1,-4 0-77,3 0 1,-2 0 323,2 0-253,-4 0 1,2-1 57,-4-2-104,5 2 10,-4-3-272,3 4-4686,-4 0 2927,-4 0 1949,3 0 0,-8-9 0,4-1 0</inkml:trace>
  <inkml:trace contextRef="#ctx0" brushRef="#br0" timeOffset="1">6498 10 8809,'-6'-4'1155,"0"1"-382,4 0-539,-3 3 0,5 1 13,0 2 0,5-2-237,1 3 0,2 1-113,2 1 1,4 3-148,2 0 1,5 1 204,1-1 1,8 2-163,-1 2 1,2-3 24,1 3 1,-2-2-222,2-2 1,-5 1 145,-4-1 0,-2-2-48,-8-1 479,0-4 83,-4 3 76,-4-5-219,0 0-49,-5 0 1,-5 1 49,-1 2 1,-2-2 161,-2 2 1,-1 2-109,-1 2 0,0-2-17,-4 1 0,-3 1-79,-3 2 1,-1-2 62,4-1 1,0-1 4,0 2 0,0 1-75,0-1 0,1-3-102,2-1 1,-1 1 46,4-1 0,0 2-169,4-2 0,2-2 32,1 2 1,3-2-618,-4-1-234,5 0 440,-2 0 147,4 0 1,1-3 423,2 0 3,-2-5 1,4 6 344,-5-4-130,4 0 0,-3-4 10,2 0 0,-2 4 13,-1 0 1,0-1-50,0-2 1,0-1 115,0 1 1,-1-1-45,-2 1 1,2-1-40,-2 0 0,-2 1-56,2-1 1,-1 1 16,1-1 1,2 1-133,-2-1 15,1 1 1,1 0-184,-2 3-43,2-3-417,-3 8 451,4-3 1,0 5-85,0 2 1,0-1 101,0 5 0,0-1-24,0 4 1,3-1-158,0 1 1,2-1 39,-2 1 1,-1-1-58,4 1 1,-3-2 165,4-1 1,-4 1-8,3-1 1,0-2-88,0 1 0,3 0 12,-3 0 0,2-1-56,2-2 0,3-1-3,-1 1 1,2-2 247,-1-1 1,-2 0-55,1 0 0,-1 0 146,-1 0 1,-1 0 103,1 0 93,-1 0 0,-4-1 119,-1-2-112,-3 1 0,-6-3-111,-1 2 1,-2 2 114,-2-2 1,-3 2-163,1 1 1,-1 0-27,3 0 1,-2 0 20,-1 0 0,0 0-74,4 0 1,-1 0-250,0 0 163,1 0-447,-1 0 266,5 0-282,1 0 280,4 0 1,7 1 46,3 2 1,6-2-70,0 2 0,2-2 80,1-1 0,0 3-113,0 1 1,-3-1 205,0-3 1,-1 0 178,1 0 0,-3 0-131,-3 0 0,-4 0 354,1 0 120,-5 0-365,2 0 0,-8 3 47,-3 0 1,-1 0-79,-2-3 0,-2 4 19,-1-1 0,-3 0-47,3-3 1,-3 3-14,4 0 0,-1 0-101,3-3 0,1 0 114,-1 0 1,4 0-57,-1 0 0,4 0 21,-3 0-20,4 0 13,-2 0 1,8-4 1,1 2 50,5-4 0,-1 0 13,1 0 1,-1-2 203,1 1 1,-4 2 125,1-2-53,-1 1 0,0-3-47,1-1 0,-5 4-141,1-1 0,-2 4 90,-1-3 0,-1 3 9,-2-4 1,-2 4-35,-5-3 0,0 2-15,1-2 0,-1 4-192,1-1 1,-2-2 80,-2 2 0,6 0-834,-3 3 1,3 0-1425,-3 0-1148,1 0 3312,4 4 0,9 10 0,6 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54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58 8474,'-5'0'-1870,"0"0"3148,5 0-1194,5 0 0,-3 0-12,4 0 0,1 0 54,2 0 1,1 0-57,-1 0 1,1 0-20,-1 0 1,2 0-150,2 0 1,-3 0 152,3 0 0,1 0-7,-1 0 0,0 0-15,0 0 0,-2 0 9,1 0 0,0 0-11,1 0 1,-2 0-11,1 0 1,0 0 1,1 0 1,0 0 33,3 0 0,-1 0 1,-2 0 0,-2 0 24,1 0 0,2 0 0,-1 0 0,0 0 9,-4 0 1,1 0 110,-1 0 1,1 0-52,-1 0 1,1 0-21,0 0 0,-1 0 174,1 0-271,-1 0 1,1 0-11,-1 0 0,1 0 96,-1 0 0,1 0-16,0 0 0,-1 0-71,1 0 1,-1-1-168,1-2 1,-1 2 45,1-3 0,0 3 106,3 1 1,-2 0 43,2 0 1,-3 0-24,0 0 1,3 0 9,-1 0 1,2 0-34,-1 0 1,-3-3-3,3 0 0,1 0-17,-1 3 1,0 0-9,0 0 0,-1 0-1,4 0 0,-3 0-11,3 0 1,-5 0 7,2 0 1,1 0 6,-2 0 0,1 0-3,-3 0 1,0 0 38,3 0 0,-2 0 4,1 0 1,-1 0-15,-1 0 1,0 0 4,3 0 0,-2 0-21,1 0 0,0 0-6,1 0 1,-2 0 8,5 0 1,-3 0 18,3 0 0,-3 0 0,3 0 0,-4 0 29,4 0 0,-1 0 3,1 0 0,1 0-17,-4 0 1,4 0 9,-1 0 1,-1 0-67,1 0 1,-2 0 17,2 0 1,2 0-5,-2 0 1,-1 0 0,1 0 0,-1 0-7,1 0 0,-1 0 10,-2 0 1,0 0-8,3 0 0,1 0 2,-4 0 0,4 0 8,-1 0 0,-2 0 40,-2 0 0,2 0-42,-1 0 0,4 0-1,-1 0 1,-2 0-1,-1 0 0,0 0-1,0 0 1,3 0 2,-3 0 0,3 0-1,-4 0 0,2-3 46,-1 0 1,-1-1 4,4 4 0,-5 0-21,2 0 1,-2 0-50,-2 0 0,2 0-4,1 0 1,-1 0-13,2 0 0,-3-3-8,0 0 0,3 0 32,-1 3 1,2 0-7,-1 0 0,-1 0 1,4 0 0,-4 0-3,4 0 0,-4 0 48,1 0 1,1 0 15,-2 0 0,1 0 35,-3 0 1,-1-1-68,1-2 0,-1 1 18,1-1-60,4 2 4,0 1 1,1-1 20,-2-2 0,1 2-9,-1-2 1,-4 2 0,-2 1 0,-1 0 47,3 0 1,1 0 51,0 0-87,-1 0 11,1 0-34,-1 0-3,1 0 28,-5 0-14,-1 0 265,-4 0-496,-4 0-479,3 0 90,-7 0 0,5 0-270,-3 0 418,0 0 1,-4 0-37,1 0 0,2 0-149,1 0 0,-1 0 667,-2 0 0,-22 0 0,-5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54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68 7869,'5'-6'724,"0"-2"-210,-5 2 167,0-3-504,0-1 0,-1 4-101,-3 0 1,0 2 96,-2-2 0,-3 4-69,3-1 1,-6 2-1,-1 1 1,-2 0-205,2 0 0,-4 4 6,1 2 0,-3 4-40,-4 3 0,3-2-39,-2 5 1,2 3 59,1 4 1,0 3-198,0 0 1,4 1-17,2 2 1,7-1-38,2-3 1,3 2 181,1-5 0,6-1 29,3-5 0,9-5 24,8-5 0,1-4-14,2 1 0,-1-6 36,-3-3 1,2-7 390,-5-3 1,3-3 173,-2-3 1,-5 0-236,-6-3 1,-1-1 74,-1-2 0,-4 2-102,0 1 1,-4 4-91,2-2 0,-8 4-185,-2 3 1,1 2-221,-2 5 0,1 0-501,-3 3 0,-1-1 83,0 3 716,5 1 0,-8 33 0,3 7 0</inkml:trace>
  <inkml:trace contextRef="#ctx0" brushRef="#br0" timeOffset="1">58 240 7869,'-6'-1'316,"3"-3"0,3-1 0,3-1 420,4-1 1,5 5-535,4-1 1,7-1-103,2 1 0,4-1 113,3 4 1,-2-3 160,5 0-374,1 0 0,6-6 0,2-1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54.3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1166 54 7850,'-4'-6'418,"2"3"-318,-5 6 1,4 3-79,-3 3 0,3 1 74,-4-1 1,4 1-4,-3-1 0,3 1-16,-4-1 0,2 2-112,-2 2 0,2-3 59,2 3 1,2-2 17,-2-2 1,-2 1-203,2-1 1,0-2-88,3-1-29,0-4 149,0 3-224,-4-5 289,3 0 1,-3-2-2,4-1 1,3-2 27,0-5 1,1 0 6,-1-3 0,0 1-4,3-4 1,-1 2 20,2-2 0,1-1 86,-2 4 0,0-3-41,0 3 0,-3-1 139,4 2 0,-4 2-20,3 1 243,-4-1-163,7 5-66,-8-1 0,3 6-144,-4 7 1,3 1 24,1 2 1,0 0-12,-1 3 0,-1-1-41,4 4 1,0-4-139,0 0 0,3 2 83,-3-1 1,-1 0-86,2-4 1,-2 1 112,1-1 0,2-2-14,-5-1 1,3-3 191,-2 3-78,-1-3 29,-3 1-9,0-4 77,-5 0 1,1 1-95,-2 2 1,-3-2 85,3 2 1,-6-2-44,0-1 0,-1 0 105,3 0 1,1 1-132,-1 3 0,1-3-38,-1 2 1,0-2-186,1-1 150,-1 0-224,1 0-111,3 0-72,2 0 0,5-3 119,2 0 0,3-2-19,3 2 1,1 2 8,-1-2 1,1-1 124,0 0 0,-1-2 129,1 3 1,-1-1-90,1 1 0,-4 1 104,1-1 0,-2 1 52,1-1 272,-2 2-98,1-3 164,-4 4-133,-5 0 1,-3 0-35,-6 0 0,4 1-107,2 2 0,-1-2-8,2 2-21,-3 2-14,0-3-24,-1 2-37,5-4-212,0 0 70,5 0 193,0-4 0,2-1 11,1-1 1,-2 1-102,2 1 0,1 2-214,-1-4-337,1 4-661,-4-7 1252,0 8 0,0-3 0,0 4 0</inkml:trace>
  <inkml:trace contextRef="#ctx0" brushRef="#br0" timeOffset="1">230 63 7647,'0'-6'27,"-1"0"1,-2 1 465,0 0 1,-1-1 151,1 0-131,2 2 215,-3 0-600,-1 3 0,3-4 74,-4 5 1,3 0-244,-4 0 0,4 1-22,-3 3 0,-1 2-25,-2 7 0,-1 2 96,1 4 1,-1 5-70,1 5 1,-4 0 56,0 6 1,-1 5-167,2 4 0,0 2-86,-4-1 0,4-1 64,0-6 0,2 2 114,4-8 1,1-6 9,5-7 136,0-4-281,0-10 116,5 0 1,0-6 29,4-3 1,2 2 13,2-4 1,-2 0 41,5-4 0,0 0-12,3 1 0,1-1 93,-1 1 0,1-1-13,2 1 1,-2 0 175,3 3 0,-1-2-63,-3 5 1,2-3 149,-5 3 1,-2-1-87,-1 4-123,2 0-205,-5 5-146,0 0-518,-2 0 188,-7 0 1,5-5-1286,-3 0 1854,-2 0 0,3-13 0,-4-3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6:54.3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19 507 8483,'-5'0'-208,"-3"0"164,6 4 1,-2 1-50,4 5 0,0-1 93,0 1 0,1 4-109,2 2 1,0-1 127,3 1 0,0 1-123,4 5 1,-4-2 194,1 2 0,-1 2-45,4-2 0,-1 3 8,1-2 0,-1 5-37,1-2 0,-1 4 10,1-5 0,0 4 45,3 3 0,-1 1 10,4 2 1,-3-1-70,3-3 0,-4 0-6,4 4 0,-1 0 1,1 3 0,1-2 14,-4-1 0,4 0-3,-1 3 1,5 3 4,1 1 0,0 0-1,-2 0 1,2-3-10,0 2 0,5 3-2,-2 0 1,0 0-12,0 0 0,1-2 23,2 2 0,1 1-49,0 3 0,-2-4 22,-1 1 1,2 0-4,1 2 0,0 1 26,2 0 0,0-3 3,1-1 0,2 1-11,4 3 0,-4-4 1,-2 1 0,2-4-9,1 4 0,2-4 2,2 4 1,-1-5-15,0 1 1,1-1 37,3-2 0,-2 0 0,5 0 1,-5 1 0,1-1 1,3-1 1,1-2 0,1 2-7,2-2 0,0-2 3,0-1 1,-1-2-9,1-2 1,1 1 8,2 0 0,-1-4-59,4 1 1,-3-2 23,3 2 0,0-2-7,4-2 0,-4-3 7,0 1 0,0-1-3,3-3 1,2-2 3,1 2 1,-1-3-3,1 3 1,-1-4-6,-2 0 0,2-1 4,5-1 1,-8-1-16,5 1 1,-4-4 21,4 0 0,-2 0-1,5 0 0,-4 2 0,4-5 1,-4 1 0,0-1 0,3-2 15,0 2 0,2-1 3,-1-2 0,-2 0-14,-5 0 0,4-5 3,3-1 1,-2 1-45,-2-2 0,-1 1 41,-2-4 1,2 1-34,5-1 1,-7 0 31,7-3 0,-6 1-1,2-4 0,1 1 30,-4-1 1,2-2 4,-5 2 1,3-2-3,0-1 0,3-3-27,-3 0 1,-1-4 65,-5 4 1,2-5-14,5 2 0,-1-3 1,0 0 1,-3 2-13,1 1 1,-5-1 6,5-2 0,-1-1-57,3 0 1,-4-1-7,-2-1 1,1 0-9,-1-4 0,3 1-13,-3-1 0,-2-2 14,-1 2 1,-2 1 14,5-1 1,-3-4-64,0-2 1,-3-2 60,-1 2 1,-2 1-7,2-5 1,1-2 28,3 0 0,-5-2 5,-1 7 1,-2-3-25,1 0 0,2-5 4,1-1 0,0-1 0,-3 1 0,0 1-1,3-4 1,0 1-2,0-1 1,0 1-8,-3 2 0,-1-1-3,1-2 0,3-5 1,0 5 1,-1-4-129,-2 4 0,2-3 179,-2 0 0,2 0-45,-4-1 1,1 1 92,-5 0 1,3-2-34,4-1 0,-6 5 8,2-3 0,-6 4 3,0 0 0,-3 1 101,0 2 0,-1 5-56,-3-2 0,0 4 22,-3-1 1,-2 3-71,2 4 1,-6 0-2,-3 3 1,-1 2-92,1 5 1,-6-1 191,3 0 0,-4 5-269,0 2 0,2 2-181,-5 0 0,0 2-229,-3 2 1,0-1 79,0 5 428,-4-1 0,-6-1 0,-5-1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05.9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11 303 7848,'-6'0'606,"1"0"1,6 0-177,3 0 0,2 0-213,5 0 1,6 0-39,5 0 0,3-1-99,8-2 1,-1 1-221,8-1 0,-4 1-577,1 2 1,-4 0 262,-4 0 1,2-1-1,-6-2 1,-4 1-224,-6-1 677,-3 1 0,-20 7 0,-6 1 0</inkml:trace>
  <inkml:trace contextRef="#ctx0" brushRef="#br0" timeOffset="224">33 392 8302,'0'-6'1886,"0"-1"-1705,0 4 1,5 1 163,3-1 1,3 2 182,3 1 1,7 0-453,5 0 0,4 0-358,0 0 0,2 0-405,1 0 1,0 0 90,0 0 1,-1 0-578,-3 0 0,2 0 1173,-6 0 0,6-25 0,-3-6 0</inkml:trace>
  <inkml:trace contextRef="#ctx0" brushRef="#br0" timeOffset="482">353 215 7830,'-11'-7'349,"0"1"1212,0 1-926,0-4-588,0 8 130,5-4 0,2 6-16,8 3 1,7 1-19,7 2 0,3 3 2,1-3 1,5 3-227,2 1 1,0 0-118,0 0 1,-6 0-112,-1 0 0,-1 4 176,-6 0 0,-2-1-41,-5-2 1,-5 2-20,-6 1 1,-10 5-101,-9-2 0,-5-1-95,-6 1 0,1-4-258,3 1 1,0-4 645,7-4 0,31-27 0,17-10 0</inkml:trace>
  <inkml:trace contextRef="#ctx0" brushRef="#br0" timeOffset="1222">992 39 10205,'-6'11'300,"0"5"-272,2 2 0,3 4 6,-2 4 1,-2-2-171,1 6 0,-3-1 0,3 4 1,0 0-196,4 0 0,0 1-17,0-1 0,0-5 142,0-2 0,1-8 74,3-3 0,-1-3 100,4-1 0,0-5 140,4-2 1,0-8-142,0-3 1,2-8 117,1-3 1,-1-3-118,1-1 0,2 0 17,-1 0 0,0-2 198,-4-1 0,0 1-116,0-1 0,0-2 143,0 1 0,-4 0-13,0 4 1,-4 1-93,1 3 1,0 2 226,0 5 21,0 0-265,-4 0 1,-1 5-148,-3 2 0,1 8 161,-4 3 0,3 4-408,-3 4 1,3 2-536,-3 5 0,5 4 505,-2 0 0,-1 0 34,1 0 0,1-3 6,3 3 1,0 1 75,0-1 0,0 0 186,0-4 1,0-5 242,0-2 1,5-1 301,2-3 0,3-2-66,1-9 1,1-1 400,3-3 1,-2-7-312,6-7 1,-6-5 117,2-2 1,1-3-216,-2-6 0,1 1-174,-4 0 0,0 0-55,0 0 1,-4 4-373,1-1 0,-6 2-525,2-1 0,1 3-327,-1 8-1120,-1 2 1380,-3 5 1,0 6-134,0 5 1,-1 5 887,-3 6 0,-2 5 0,5 50 0,2 17 0</inkml:trace>
  <inkml:trace contextRef="#ctx0" brushRef="#br0" timeOffset="1531">1455 303 7830,'7'5'888,"-1"-3"116,-3 1-10,-1-2-665,7-1 0,-3 0-58,5 0 1,-3 0-195,-1 0 0,1-1-153,3-2 1,0-2-4,0-3 0,1-1-170,3 1 1,-3-2-90,3-1 1,-3-1-23,-1-3 1,-1 3-116,-3-3 0,-2 3 272,-5 1 0,0 0 85,0 0 1,-1 1 41,-3 3 0,-3 2 159,-8 5 1,1 1-6,-4 3 0,3 0 190,-3 7 0,1-3 253,-2 7 1,4-2-172,3 2 0,1 1-22,0 2 1,2 3-13,1-2 0,0 1 79,4 2 1,0 1-228,4-1 0,5-5-153,3-3 0,6-1-706,5-2 1,3-5 423,3-2 1,4-4-1474,4-4 1,5-4 1739,2-6 0,27-33 0,8-12 0</inkml:trace>
  <inkml:trace contextRef="#ctx0" brushRef="#br0" timeOffset="1999">2514 127 8019,'0'-11'1956,"0"0"-1689,0 0 1,-1 4 37,-3-1 1,1 6 156,-4-2 0,-4 4-214,-4 4 0,-3 0-62,3 7 1,-4-2-135,0 10 0,-2-1-6,-1 4 0,2 0-136,1 0 0,0 4 51,4 0 0,0 3-116,4-3 1,5 1-255,2-2 1,6-5-451,5 2 0,2-6-320,9 2 0,5-9 509,7-2 1,1-4 669,2-3 0,12-16 0,7-7 0,5-2 0,-1 1 0</inkml:trace>
  <inkml:trace contextRef="#ctx0" brushRef="#br0" timeOffset="2384">2756 215 7830,'0'-11'286,"-1"0"360,-3 0 0,3 0-162,-3 0 1,2 4 589,-2-1-882,3 6 0,-9-3 18,3 5 0,-3 4-265,-1-1 1,3 10-17,-3-2 0,2 6-15,-6-2 1,3 4 207,1 0 0,0 1 57,0 2 0,4 0-512,-1 0 1,5-1-511,-5-2 1,6-2 89,-2-2 483,3-3 0,2 4 111,3-5 0,-1-5-96,8-2 0,-2-4-80,6-4 0,-3-2 181,-1-5 1,4-2 2,-1-1 1,1 0 38,-4-4 1,3 3 131,-3-3 0,2 3 103,-6-3 0,3 3 286,1-3 1,-1 4-121,-3 0 0,-2 1 504,-5 2 502,5 0-631,-4 0-495,4 5 0,-6 6-54,-3 7 1,3 8-234,-2 3 1,-2 0-28,1 0 0,-3 0-233,3 4 0,0 0-439,4 1 0,0-5 206,0 0 0,0-1-686,0 2 1297,0 2 0,25-24 0,5 1 0</inkml:trace>
  <inkml:trace contextRef="#ctx0" brushRef="#br0" timeOffset="2801">2955 193 8533,'-4'-7'1151,"0"-1"-375,1 6-141,3-3 94,0 5-602,0 5 0,0 2-111,0 8 1,0-1 13,0 4 0,0-3-161,0 3 0,0-1-109,0 2 0,0 0 174,0-4 1,-4 0-276,0-4 297,1 4 0,-1-2 32,0 1 0,-1-3-95,2-3 31,2 2 70,-4-9-102,0 4 1,3-6 58,-1-3-1,2-2 0,1-7 59,0-1 0,1 0-54,2-4 1,4 3-130,4-3 1,3-1 92,1-3 0,5 0-5,-2 0 0,0 4 135,4 0 1,-6 0 132,6 0 1,-7 6 79,0 4 0,1 6 558,-2-2 0,-3 3-75,-3 1 1,-5 5-319,5 2 0,-6 7-50,2 1 0,-2 3-303,2-3 0,-3 3-220,3-3 1,-2 3 47,2-3 0,-3-1-107,3-3 0,-2 0-1408,2 1 1,-3-5 98,3 0 1514,2-4 0,0-13 0,5-9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10.2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33 331 7820,'0'-11'-949,"0"0"2729,0 5-889,0-4-224,0 9-328,0-4-207,0 5-145,0 5 0,-1 2-45,-2 8 0,1-3-104,-1 3 1,-2 1 105,1-1 0,0 4-209,4 0 0,-3-2-6,-1 1 1,0-3-74,4 3 0,0-4 95,0 0 1,0 0 87,0 1 0,4-7 49,0 3 0,4-7 31,0-1 0,3-1 155,3-2 1,-1-2-129,1-1 0,-1-3 143,-2-5 1,3-2-69,1-1 0,0 0 110,-4-4 0,-1 3 30,-3-3 0,1 3 146,-4-3 0,3 4-40,-3 0 1,0 1 176,-4 2-147,0 0 1,0 4-93,0 0-266,0 4-7,0-2 1,0 14 45,0 2 0,0 6-132,0-2 0,-4 1-38,0-2 0,1 0 86,3 4 0,0-3 28,0 3 0,1-3-14,3 3 0,-3-4-9,3 0 1,2-1 68,1-2 0,3-1-7,1-3 1,1-2 8,3-5 0,-2 0 15,6 0 0,-5-6 24,5-5 1,-1-4-67,4-3 1,-1-7 12,-3 3 1,2-3 31,-5 3 0,3-3-4,-3-1 1,-1-5 140,-3 2 0,0 1 208,1-2 1,-5 5-42,0-5 1,-3 2 129,3-1 0,-4 3 81,0 8 0,-1 2-197,-2 5 1,0 3 95,0 1-106,0 5-282,0 6 1,-5 5 12,-3 9 1,2 1-165,-1 3 1,1 1 75,-2 3 0,0 1-71,4 2 0,-3 3 123,3-3 1,0 3-69,4 1 1,0 0-348,0 0 1,0-1 181,0-2 0,5 0-3,3-4 1,-2-1 143,1-7 0,-3-3-46,3-8 0,1-1-104,3-2 1,-4-4-66,0 0 1,-3-5-427,3-6 0,1-4 252,3 0 0,-5-4 67,-3 0 423,-1 4 0,-12-26 0,-2-1 0</inkml:trace>
  <inkml:trace contextRef="#ctx0" brushRef="#br0" timeOffset="209">463 364 7820,'-6'-5'270,"1"-1"130,5-5-205,0 0 1,2 1-3,1 3 0,3 2 12,5 5 1,0 0-11,0 0 1,5 0-17,3 0 1,2 0 158,1 0 0,1 4-227,3-1 1,-3 5-147,3-4 0,-7 4 21,0-1 1,-2 4-222,1 4 0,-6-3 91,-4 3 0,-6 1-67,2-1 1,1 1-485,-2-2 1,0-1 303,-7 1 0,2-1-868,-6-2 1259,1-5 0,-9-11 0,-1-7 0</inkml:trace>
  <inkml:trace contextRef="#ctx0" brushRef="#br0" timeOffset="350">816 133 7820,'-11'-11'105,"0"0"0,1 3 195,3 1-596,2 5-566,5-3 862,0 5 0,25 14 0,5 5 0</inkml:trace>
  <inkml:trace contextRef="#ctx0" brushRef="#br0" timeOffset="902">926 133 7829,'0'-11'306,"0"0"0,0 3 1255,0 1-603,0 5-571,0-3 1,4 11-180,0 5 0,-1 1-20,-3 6 1,0 4-303,0 4 1,0 5 48,0-2 0,4-1-27,0 2 1,1-1-174,-2 4 1,0-1-490,4-2 1,-3-4 328,3-3 0,-1-3-736,2-1 360,1-3 361,-2-10 1,4-1 439,0-5 0,-4-6 0,0-5 0,-1-2 0,2-5 0,2 0 0,-3-5 0,2 5 0,-2 0 0,1-1-101,-4-3 0,3 4-33,-3 0 0,0 4 742,-4-1 0,4 3 105,-1 1 439,1 0-423,-4 5-342,-5 1 0,3 10-197,-6 2 1,6 3-8,-2 1 0,2 4-26,-2 0 1,3 4-144,-3-1 1,3 2-7,1-2 0,0 3-216,0-2 0,3-2-102,1 1 1,1-4-969,-1 0-619,2-1 1897,5-2 0,15-25 0,3-5 0</inkml:trace>
  <inkml:trace contextRef="#ctx0" brushRef="#br0" timeOffset="1051">1136 100 7829,'-11'-5'0,"0"-1"413,0 0 114,0-4 0,3 9-1755,1-3 814,5 3 0,-3 6 414,5 2 0,34 27 0,9 8 0</inkml:trace>
  <inkml:trace contextRef="#ctx0" brushRef="#br0" timeOffset="1718">1268 276 7987,'-4'-7'579,"1"-1"1,-1 5-93,4-5-297,0 6 1,0-4 32,0 2 0,5 3-26,2-3 0,4 3-103,4 1 0,-1 0-19,4 0 1,-1 0-233,1 0 1,3 0-48,-2 0 0,0 5-308,0 2 0,1 2 134,-1-2 0,-4 7-182,-4-3 1,-2 2 252,-5-2 0,0 4 169,-4 0 0,0 0 61,0 0 0,-5-1-24,-3 4 1,-1-3 226,-2 3 0,0-4 134,0 0 9,0-1 1,4-2-59,4 0 0,2-4 41,1 0 0,1-4-259,2 0 1,5-1-72,7-2 1,-2 0-117,5 0 0,1-2 140,3-1 1,4 0 14,-1-4 1,1 1-22,-4-2 0,0-1-33,0 1 0,0-2 32,0-1 1,0 0 1,0 0 1,-3-1 26,-1-3 0,-4 3 70,0-2 1,-3 1 146,-3 2 1,0 0 30,-4 0-7,0 0 0,-9 4-95,-3-1 1,-2 6 94,-1-2 0,-3 4-105,-1 4 1,-5-2 23,2 6 1,1-1 202,-1 4 1,3 0-20,-4 0 1,6 4 17,-2 0 0,3 1-65,1-2 1,4 0 152,-1 4 1,7-3-93,1 3 1,6-3 71,9 3 0,5-5-189,9-2 1,2-2-23,9-5 1,4 0-515,4-4 0,-2-2-279,-5-1 0,-1-7-602,-7-5 0,3-3 544,-7 3 664,-7 1 0,-16-2 0,-13-2 0</inkml:trace>
  <inkml:trace contextRef="#ctx0" brushRef="#br0" timeOffset="2452">2646 78 7775,'0'-11'251,"0"0"338,0 0 0,1 0-151,3 0 0,-3 3 560,3 1-324,-3 4-118,-1-2-224,5 15 0,-4 3-128,3 9 1,-3 1-153,-1 3 1,4 2 61,0 5 1,-1 1-123,-3 3 1,0-3-210,0 3 0,0-3-532,0-1 1,0 0 163,0 0 1,0-1-426,0-2 0,0-7-1017,0-5 2027,0-4 0,0 2 0,-5-40 0,-1-7 0</inkml:trace>
  <inkml:trace contextRef="#ctx0" brushRef="#br0" timeOffset="3152">2547 298 7775,'-5'-11'177,"4"0"0,-4 0 862,5 0-35,0 5-692,0-4 0,1 5-21,3-2-174,2-3 1,5 5-106,0-2 1,4-2 93,-1 6 0,1-5-66,-4 5 1,4-6-100,0 2 0,4-2-201,0 2 0,-2-2 61,1 5 1,-4 1-72,0 3 208,3 0 1,-4 1 51,1 3 0,-3 3 10,-3 8 1,0 2 31,-4 5 0,0 1 14,-4 3 1,0 1-26,0 2 1,0 3 3,0-3 1,0 0-155,0 0 0,0-4 6,0 0 0,0-3-294,0-3 142,0 2 51,5-9 1,1-1-89,5-8 139,0-1 1,3-7-5,1-3 1,0-5-87,-4-2 0,1-3-77,3 3 0,-3-3 189,3 3 1,-3-1 217,-1 2 1,-4 5-21,1-2 0,-6 2 440,2-2-156,2 5 210,-5-4-352,4 9 0,-1-3 67,-1 8 0,2-1-36,-1 4 0,-2 0-148,6 4 1,-5 0-22,5 0 1,-1-3 74,4-1 1,0 0-13,0 4 0,0-1-55,0-2 1,0 0-75,0-4 1,2 3-7,1-3 0,-1 0-176,1-4 0,2 0 49,-1 0 0,1-4 1,-2 0 0,0-4-143,4 0 0,-4-3 66,0-3 1,0 1-60,1-1 0,-7-2 141,3 1 1,-3-1-26,-1 1 1,2 3 93,-6-3 0,1 3 122,-4 1 1,-1 4 12,-3-1 0,-2 6 58,-5-2 1,0 3 191,0 1 1,0 5 0,0 2 0,0 3 174,0 1 0,0 0-87,0 0 1,0 1 72,0 3 1,3-1-121,1 4 0,4-3-40,0 3 0,2-3-269,1 3 1,0-1-23,0 2 1,8-2 5,3-2 1,8-4 146,-1 0 0,8-2-44,3-5 0,3 0 49,1-4-180,0-10 0,15-17 0,3-13 0</inkml:trace>
  <inkml:trace contextRef="#ctx0" brushRef="#br0" timeOffset="3802">4134 254 7775,'0'-11'214,"0"0"0,0 4 929,0-1-305,0 6-703,0-8 0,-1 9-334,-2-3 263,-4 3 0,-7 1-118,-1 0 1,0 1-35,4 3 1,-1-2-225,-3 6 1,2-1 163,-5 4 1,4 0-96,-1 0 1,4-4 108,4 1 1,-2-1 21,6 4 97,-6 0 1,8 0 13,-3 0 0,8-1 21,3-3 1,8 3-28,3-3 0,3 0 2,1 0 0,4 0 70,0 4 1,3 0-76,-3 0 0,-2 0 197,-5 0 0,-1 0-84,-7 0 0,1 0-54,-8 1 1,0-5-19,-4 0 1,-6-1-9,-5 2 1,-5 0-81,-6-4 0,-4 3-187,0-3 1,-3 1-592,3-1 0,4-3 90,4 2 745,4-1 0,3-17 0,6-3 0</inkml:trace>
  <inkml:trace contextRef="#ctx0" brushRef="#br0" timeOffset="4028">4256 78 7781,'0'-11'2167,"1"1"-911,3 2-584,-3-1 41,4 7-183,-5-2 0,0 8-118,0 4 0,5 6 64,2 5 0,3 7-207,1 3 0,0 3-64,0 1 0,4 1-1458,-1 3 1,2-2 757,-1 6 0,-3-6-1186,3 2 1,-3-3 621,-1 0 1,0-6 1058,0-3 0,-5-21 0,-1-6 0</inkml:trace>
  <inkml:trace contextRef="#ctx0" brushRef="#br0" timeOffset="4321">4664 342 7781,'0'-11'1198,"0"0"-368,0 0-628,0 0 41,0 5-220,-5 1 1,0 10 181,-2 2 0,-3 3 25,2 1 0,0 4-310,0 0 0,-1 4-388,1 0 1,3 0-111,2 0 0,1 0 194,2-4 1,0 3 143,0-3 0,5-4 273,3-4 1,5-4 324,2 0 1,1-1-118,-1-2 0,-3-5 128,2-3 1,-1-5-281,-2-2 1,-4-4-14,0 0 1,-4 2-297,1-1 1,-3 1-1463,-1-2 1682,-5 3 0,-36 5 0,-12 0 0</inkml:trace>
  <inkml:trace contextRef="#ctx0" brushRef="#br0" timeOffset="4647">4873 397 7781,'-4'-11'531,"1"0"1,0 0 299,2 0 1,0 5 76,-3 2-466,3-2 1,-4 6-112,5 0 0,0 5 44,0 6 1,1 5-172,3 3 0,2 3-34,5 3 0,0 0-34,0 4 0,0 1-90,0 3 0,0 0-863,0 0 1,-1-5 445,-3-2 1,2-3-270,-5-1 0,-1-5-843,-3-2 1,-1-8-303,-3-3 1785,3-3 0,-13-55 0,1-13 0</inkml:trace>
  <inkml:trace contextRef="#ctx0" brushRef="#br0" timeOffset="4845">4840 364 7781,'-5'-16'-149,"4"4"1,-3-3 1577,3 3-916,1 1 1,5 5-102,2 2 1,3-1-147,1 2 1,5 0-37,2 7 1,3-2-47,1 6 0,4 3-118,0 3 1,-1 5-64,-3-4 1,-6 4-239,-5 0 0,-1 0-655,-6 0 0,-2 0 274,-5-4 0,-8 0-20,-8-4 0,-2 0 636,-1 0 0,-14-15 0,-5-3 0</inkml:trace>
  <inkml:trace contextRef="#ctx0" brushRef="#br0" timeOffset="5231">5127 419 7781,'11'0'532,"0"-3"0,0-1-170,0 2 1,0 0-151,0 2 0,4 0 47,-1 0 1,5 2-14,-5 1 1,1-2-82,-4 3 0,4-3-106,-1-1 1,1 0-121,-4 0 1,0-3-78,0-1 1,-3-5-109,-1 2 1,-5 1 129,2-1 1,1-2-118,-1-6 0,-2 3 123,-6-3 0,-2 4 62,-5 4 1,-1-3 39,-3 3 1,2 2 158,-6 1 1,2 3 3,-1 1 0,-2 0 182,6 0 0,-2 4-68,1-1 1,6 7 112,-2 1 1,4 0-113,0 4 0,2 2-121,5 2 0,0 1-88,0 2 1,6 0 29,5 0 1,6-1-167,9-2 0,-2 0-154,6-4 0,0-2-331,7-5 0,-1-3-50,4-5 0,-4 0-1332,0 0 1942,-6-5 0,11-26 0,0-10 0</inkml:trace>
  <inkml:trace contextRef="#ctx0" brushRef="#br0" timeOffset="5505">5722 56 8197,'0'-11'0,"0"0"2439,0 0-1149,0 4-475,0-2 1,1 7-383,3-1 0,-2 10 17,6 4 0,-1 7-571,4 1 1,0 2-576,0 1 1,0 5-326,0 2 0,0 3 402,0 1 619,0 0 0,5 20 0,1 4 0</inkml:trace>
  <inkml:trace contextRef="#ctx0" brushRef="#br0" timeOffset="5628">5876 585 8680,'-5'-6'-720,"4"1"720,-4 0 0,20-6 0,3-6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22.5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23 243 7734,'-6'-7'-338,"1"1"1,1 0 2283,0 0-1124,1 3-548,3 3 0,0 6-67,0 5 0,0 4-59,0 0 0,0 3-80,0-3 1,0 4 38,0 0 0,0-2-140,0 1 1,3-3-179,1 3 1,0-3 60,-4 3 0,0-4-220,0 1 168,0-3-18,0-1 1,0-5-20,0-1 0,0-6 77,0-3 0,0-2-102,0-5 0,0-4 138,0 0 1,3-4 46,1 0 0,1 2-1,-1-1 0,-2 3 26,5-3 0,0 3 133,0-3 1,3 4-78,-3 0 0,3 1 89,1 2 0,0 5 0,0 3 1,0 0 139,0-1 0,0 3 20,0-2 0,0 6-124,0 5 0,0 1-54,0 2 0,-4 2-20,1 1 0,-4 0-21,3 4 1,-5-3 29,2 3 1,-3-3-13,-1 3 1,0-4-45,0 1 0,0-3-1,0-1 0,0 0 282,0 0-180,0-5 22,-5-1-125,4-5 0,-5 0-9,2 0 0,3-5-11,-3-2 1,3-3-113,1-1 1,0-4 68,0 0 0,0-1-84,0 2 0,5 0 27,2-4 1,0 3 65,0-3 0,4 4 126,4 0 1,1-2-15,-2 1 1,0 2 216,4 5 0,-4 0-132,0 4 1,-1 0 84,-2 4 1,0 2-84,0 1 0,-4 7-13,0 5 0,-3 4-163,3 0 1,-4-2-138,0 1 0,-1 1-296,-2 3 0,0-4-51,0 0 1,0-3-484,0 3 0,0-4 497,0 1 0,0-7 497,0 0 0,19-31 0,6-2 0</inkml:trace>
  <inkml:trace contextRef="#ctx0" brushRef="#br0" timeOffset="394">607 243 7734,'0'-11'1986,"0"0"-1603,0 5 1,0 3-141,0 6 0,0 1 0,0 7 0,1-3-66,3 7 1,-3 1-121,3-1 1,1 3 45,-2-3 0,1 3-121,-4-3 1,4 3-283,-1-3 0,1 1 149,-4-1 1,4-3 42,-1 3 1,2-4-215,-1-4-140,-3 3-73,9-9 168,-4 4 0,5-6 101,0-3 1,0-3-1,0-8 1,0 1 149,0-4 1,-3 3 7,-1-3 0,0 3-7,4-3 1,-3 1 109,-1-2 1,-4 0 227,0 4 1,0 0 13,0 4 0,-1 0 670,1 0-553,-2 5-55,-1 1 1,0 7 320,0 1 1,0 5-237,0 6 1,0 0-123,0 4 1,4-3-138,0 3 1,1-3-109,-2 3 1,0-3-149,4 3 0,-4-4-395,0 0 0,2 2-26,-1-1 1,0-4-1646,-4-4 2197,4 1 0,7-22 0,7-5 0</inkml:trace>
  <inkml:trace contextRef="#ctx0" brushRef="#br0" timeOffset="727">1103 177 7734,'0'-6'114,"-5"0"299,-2 2-235,-3 3 0,-1-4 156,0 5 0,-4 0 139,1 0 0,-5 5-184,5 2 1,-2 3 39,1 1 1,4 0-207,0 0 0,5 0-117,6 0 1,0 0-357,0 0 0,2 3 265,6-3 0,4 2-355,10-5 0,0-2 267,0 1 1,0-1 139,0 2 1,0 0 103,0-4 1,-1 1 333,-3-2 1,1 0 106,-8 4 128,2-4-304,-12 7 1,3-6-37,-8 4 0,-3 0-704,-8-4 1,-3 1-310,-8-1 1,2-2-1838,-6 5 2550,6-4 0,-13-3 0,3-6 0</inkml:trace>
  <inkml:trace contextRef="#ctx0" brushRef="#br0" timeOffset="1026">1346 34 7734,'-5'-11'815,"0"4"1219,-2-1-1041,2 6-529,5-3 0,0 6-52,0 3 0,5 3 132,2 8 0,3-2-130,1 6 1,3 0 57,1 7 1,5-2-734,-2 6 0,2-2-60,-2 1 0,2 3-166,-6-2 1,5 2-195,-5 1 0,-3-6-2578,-3-5 2229,-6 0 1030,3-10 0,0-26 0,1-11 0</inkml:trace>
  <inkml:trace contextRef="#ctx0" brushRef="#br0" timeOffset="1200">1302 221 7734,'-10'-11'3977,"2"0"-3602,4 0 1,10 5-161,5 2 0,9 0-25,10 0 0,2 0-385,1 4 1,1 0-469,3 0 1,2 4 662,5 0 0,15-1 0,3-3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20.7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286 470 7717,'6'0'1542,"-1"0"-1220,-5-5 0,0-1 10,0-5 0,-1 0-82,-3 0 0,2-1 128,-5-3 0,0-2-148,0-5 0,-3 0 63,3 0 0,-2-2-273,2-1 0,-3-2-123,3-3 1,-2-2-123,2 3 0,-2 2 113,6 1 0,-1 1-194,4 3 1,0 2 146,0 9 1,0 4-355,0-1-99,0 6 227,0 12 0,-1 1 163,-3 14 1,2-3 173,-6 8 1,1-1-53,-4 4 0,0 0 89,0 0 0,0-3 85,0-1 0,-4-4-103,0 0 1,1-5 60,3-2 1,1-4 5,3 1 160,-3-8-292,9-2 1,-3-5-131,8 0 0,7-5-7,7-2 1,4-3 108,4-1 0,-2 0-100,6 0 0,-1 0 78,4 0 1,5 0 118,3 0 0,-4 0-52,0 0 1,-7 3 8,-5 1 1,-3 1 220,-3-2-155,-8-1 1,-12 2 436,-10-4 1,-8 4-184,-10 0 0,-2 3 353,-9-3 0,3 3-103,-3-3 0,-2 4 58,-6 0 0,8-2-172,-1 1 1,11 0-39,4 4 0,8 0-181,3 0-13,8 0 0,3 1-551,8 3 0,3 2-61,8 5 0,7 4-387,7 0 1,4 4 194,4 0 1,6 0-1142,4 0 1789,6-3 0,12 4 0,9 4 0</inkml:trace>
  <inkml:trace contextRef="#ctx0" brushRef="#br0" timeOffset="656">760 84 9322,'-6'5'372,"2"2"1,2 8-323,-2 3 1,3 4-178,-3 4 0,3-1 23,1 4 1,4 2 17,0 5 1,4-5-18,0 2 0,1-7-262,2 0 0,0-3 119,0-1 0,0-9-262,0-2 368,0-7 1,0 1 71,1-5 1,-5-5 84,0-2 0,-1-7-24,2 0 0,1-6 67,-1 2 0,0-3-72,0-1 0,0 0 98,-4 0 1,3-2-25,-3-1 0,0 5 141,-4-2 0,0 6-80,0-2 1,0 4 316,0-1-559,0 3 46,0 6-126,0 1 1,-4 10 129,0 2 1,-3 8 19,3 4 1,1 3-32,3 3 1,0-1-143,0 1 1,0 2 48,0-1 1,5 3-106,2-3 1,3-1 411,1-7 0,1-2 172,3-5 1,-2-5 247,6-2 0,-5-4-222,5-4 0,-5-7 218,5-7 1,-5-7-212,5-1 1,-6-4 65,2 0 1,-7-1-229,0-3 0,-6 3-217,2 1 1,-3 3-618,-1 5 0,0 1-10,0 3 1,0-2-1555,0 6 1303,0 4 918,0 0 0,10 33 0,2 3 0</inkml:trace>
  <inkml:trace contextRef="#ctx0" brushRef="#br0" timeOffset="966">1312 327 7734,'11'0'456,"0"0"0,-4 0-196,0 0 0,1 0 45,3 0 1,0 0-20,0 0 1,0 0-166,0 0 1,3 0-181,1 0 1,0-2-27,-4-1 1,4-2-269,-1-3 0,5-3 119,-5 0 0,1 0-103,-4-3 1,-1-2 151,-3 1 0,2-1-330,-6 1 443,1 3 0,-5-3 25,-3 8 0,-2-1 210,-5 4 0,-5 1 11,-2 7 0,-4 6 252,-4 5 0,4 1-25,0-2 0,1 0 303,6 4 0,1-1-271,3 2 0,1 1 18,3-1 1,2-2-228,5 1 0,1-1-133,3 2 1,7 0-194,7-4 0,4-1-203,4-7 1,3-2-540,8-5 0,-3 0 454,3 0 390,-3-5 0,9-26 0,2-10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24.9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55 7703,'0'-11'985,"0"0"-339,0 0 340,0 0-212,0 5 36,0 1-458,0 5 0,4 5-147,0 2 1,3 8-47,-3 4 0,4 1-57,0 2 0,2 2-160,1 1 0,-4-1-1,0 1 1,-4-1-237,0-2 0,2-1-59,-1-3 19,0 3 0,-4-9-362,0 3 8,0-8 324,0-2 0,-4-6 131,0-3 0,-1-2-40,2-5 1,2 0 151,-3 0 1,1-1 80,0-3 0,1 1-31,-1-4 1,-2 1 195,1-2 1,1 0 75,3 4 0,0-4-70,0 0 0,0 3-1,0 2 0,4 1-110,4 2 0,2 0 32,1 0 0,0 5 19,0 2 1,0 3 62,0 1 0,1 0-44,3 0 1,-3 5 108,3 3 1,-3 1-60,-1 2 0,0 4-111,0 0 0,-4 3-9,1-3 1,-2 4 36,1 0 0,2-2-100,-6 1 0,5-4 50,-5 0 1,5-1-29,-5-2-53,1 0-8,-4-5-153,0-1 42,0-5 44,0-5 0,-4-1 99,1-5 1,-5 0-2,5 0 1,-2 0 15,1 0 0,2 1-8,-6 2 1,6-5 10,-2 2 1,3-2 86,1 2 1,0-1 116,0 1 1,0 0-24,0 0 0,5 0-114,2 0 1,3 2 36,1 1 0,1 0-2,3 4 0,-3 0 39,3 4 0,1 2 135,-1 1 1,3 3-132,-3 5 0,-1 5 9,-3 3 0,0-2-35,0 1 1,-1 1-355,-2 3 0,0-4-531,-4 0 1,4-3 160,0 3 1,2-4-1524,1 1 2161,0-3 0,14-16 0,5-3 0</inkml:trace>
  <inkml:trace contextRef="#ctx0" brushRef="#br0" timeOffset="280">805 132 7703,'0'-7'267,"0"0"0,4-1 86,0-3 0,-1 4 295,-3 0-411,0 4 0,-1-2-133,-3 5 1,2 0-163,-5 0 0,-2 2 72,-6 1 1,2 3-105,-6 5 1,5 4 55,-5 0 0,5 3-100,-5-3 1,6 4 0,-2 0 0,4-2 47,4 1 1,2-4-76,5 1 1,1-3 213,3-1 1,3-5 156,8-2 0,3-4-62,8-4 1,-3-6 135,3-5 1,-4-3-276,-4 3 1,1-4-264,-8 0 1,2-1-619,-5-2 0,-4 3 298,0 1 1,-3 4 573,-1 0 0,-9 6 0,-4 3 0</inkml:trace>
  <inkml:trace contextRef="#ctx0" brushRef="#br0" timeOffset="897">949 66 7726,'1'-6'2338,"2"3"-1560,-1-4-482,3 6 1,-2-2-17,1 6 1,3 3-117,-3 5 0,3 2-72,-3 1 1,5 0-9,-2 4 1,1-1-201,0 2 1,2 0-215,-3-4 1,-1 0 235,1-4 1,0 0-118,0 0 0,-1-1-32,-2-3 1,-2-2-97,6-5 1,-5 0 68,5 0 1,-5-5-63,5-2 1,-2-5 84,1-2 1,3 2-85,-3-3 0,-1 1 209,2 0 0,-2 1 16,1-1 1,3 0 169,-3 0 1,-2 5 216,-1-2 226,2 2-275,-5-2 66,9 5-81,-9 1 0,4 7 108,-5 1 0,4 3-162,-1 5 1,5 0-5,-4 0 0,4-3-221,-1-1 0,3 0-3,1 5 1,0-5-29,0 0 0,2-1 128,1 2 0,-1-3 33,1-5 0,0 0-61,0 0 1,0 0 1,4 0 1,-4 0-54,0 0 1,2-5-97,-1-3 0,1-1-73,-1-2 0,-4-1 59,0 1 1,0 0 106,-4 0 1,-2 0 50,-1 0 1,-3 0 111,-1 0 1,-1 4-96,-3 0 1,-2 4 118,-5-1 0,-5 3 21,-2 1 0,0 0 231,0 0 0,1 5 136,-2 3 1,2 1-44,3 2 0,1 0 69,-1 0 0,3 4-110,3 0 1,0-1 53,4-2 1,0 2-148,4 1 1,7 3-20,4-3 0,6 0-115,8-4 0,4 0 0,4 0 0,1-5-223,3-2 1,-2-3-295,6-1 0,-5-5-412,5-2 0,-7-3-162,-1-1 0,-6 1-904,-8 3 0,-4-2 647,-4 5 1131,-4-4 0,-27 11 0,-11-1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27.1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11 7714,'6'0'159,"-1"0"1,-4 0 416,3 0 233,-3 0-113,4 0 63,-5 0-641,-5-5 0,-1 4-108,-5-3 1,0 3 31,0 1 1,0 0-164,0 0 1,-4 0-95,0 0 0,1 0-189,3 0 0,-2 0 70,-1 0 0,5 4 77,-2-1 0,3 2-19,-3-1 165,4-3 55,-2 9 0,7-8-17,-1 6 0,2-4 125,1 3 0,1-3-153,2 3 1,4-3 13,4 3 0,1-3 42,3 3 0,-2-1-8,5 1 1,1 3 1,3-2 1,1-2-30,3 1 1,-2-1-43,6 2 0,-1 1 101,4-1 1,-5 1 167,-2 2 1,-4 1-49,-4-1 1,-2 0 102,-5 0 1,-4-4 60,-4 0 0,-10-3 124,-4 3 0,-8-4-177,1 0-1,-4 2-104,-4-1 1,-1 0-100,-2-4 1,-2 0-4,6 0 1,-1 0-170,4 0 0,4-4-145,-1 0 1,7-1-1024,1 2 1334,5-3 0,69-15 0,17-2 0</inkml:trace>
  <inkml:trace contextRef="#ctx0" brushRef="#br0" timeOffset="276">662 110 7714,'7'-9'255,"1"1"533,-6-2-303,3 4-306,-5 0 0,-5 1 14,-2 5 1,-3 0-46,-1 0 1,-4 5-136,1 2 1,-5 3 97,5 1 1,-2 0-154,1 0 1,3 4 106,-3 0 1,6 3-157,2-3 0,5 4 21,-2 0 1,4-3-124,4-2 0,3-3 267,8-3 1,2-3-2,5-5 0,4 0-9,-1 0 1,1-9-186,-4-2 0,0-4-203,0 1 0,-8-3-92,-3-5 1,-6 3-334,2 1 1,-5 4 254,2 0 494,-8 1 0,-26 2 0,-12 0 0</inkml:trace>
  <inkml:trace contextRef="#ctx0" brushRef="#br0" timeOffset="917">772 77 8143,'11'-6'1805,"-3"0"-1350,-1 2 1,-3 3 53,3-3 1,4 7-252,4 1 0,-1 5-167,-3 2 1,0 0-83,0 4 0,1 1-135,-1-1 0,-4 3-129,0-3 1,-4 3 162,0-3 0,2 0-94,-1-4 1,0 0-36,-4 0 12,0-5 162,0 4 80,0-9-343,0 4 222,0-15 1,0 6-38,0-7 1,-4 3 60,0-3 0,1-2-28,3-1 0,0 1 71,0-1 0,0 1 73,0 2 1,0 0-23,0 0 0,-4 0 189,0 0 1,1 0-73,3 0 1,1 4-110,2 0 1,0 3 16,4-3 1,-3 4-3,3-1 0,1 3-5,3 1 0,0 1-13,0 3 1,1 2-8,3 5 1,-3 0-39,3 0 1,-4 2-6,-4 1 1,3-1 122,-3 1 0,2 2-37,-2-1 1,2 0 3,-6-4 1,2 0 0,-1 0 0,-3-4 236,3 0-255,-3-4-115,-1 7-173,0-9-500,0 4 1,0-14 142,0-2 0,0 1 226,0 3 1,-4 0 112,1-4 0,-1 0 214,4 0 0,0-1-89,0 1 0,0 0 170,0 0 0,0 0 1,0 0 0,0 0 213,0 0 0,5 2 114,2 1 0,-1 0-182,2 4 1,-1 0 136,4 4 1,0 0-51,0 0 1,-4 5-35,1 2 1,-1 5-52,4 2 0,1-2 124,3 3 1,-3 1-334,3-1 0,-3-1-256,-1-2 0,0-1 253,0 0 1,0-2-681,0-1 1,0 0-2416,1-4 3113,-1 0 0,4-14 0,3-2 0</inkml:trace>
  <inkml:trace contextRef="#ctx0" brushRef="#br0" timeOffset="1304">1467 188 7714,'5'-7'837,"1"-2"72,5 7 0,0-3-151,0 5 1,0 0-369,0 0 0,-4 0-169,1 0 1,-1 0-178,4 0 0,0 0-193,0 0 1,0 0 139,0 0 0,0 0-177,0 0-206,0-4-99,0-3 1,-3-4 79,-1 0 1,-5 4-233,2 0 416,-3-1 1,-6-1 137,-2 1 1,-3 0 146,-1 4 1,-1 0-13,-3 4 1,2 0 168,-6 0 0,5 5-90,-5 3 0,5-2 104,-5 1 0,6 2 411,-2 5 0,3-1-142,1 1 0,1 0 57,3 0 0,2 0-143,5 4 0,1-3 70,3 3 1,8-3-310,10 3 0,5-4-242,6 1 0,4-3 48,-1-1 0,2-5-129,-1-2 1,-3-3-800,3-1 0,-7 0-237,-5 0 0,-6-4-1963,-5 0 3149,-1-4 0,-37-18 0,-7-9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30.3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89 7516,'0'-16'-190,"-4"4"1380,1-3-411,-1 3-480,-1 1 1,4 3 187,-3 1-123,3 5-292,1-3 1,0 6 153,0 3 0,0 2 25,0 5 0,5 5-97,2 2 0,3 4-107,1 4 1,5 2 98,2 5 1,3 0-117,1 0 0,-3 0-208,-1 0 1,0 0-16,4 0 0,-1 3-173,-2-3 0,-3-4-53,-5-10-215,-5-3 117,-1-5 289,-5-5 1,-5-6 9,-3-7 1,-5-3 20,-2-1 1,-1-4 166,2 0 0,0-1-124,-4 2 1,3-2 18,-3-3 1,0 3 182,0 5 0,-3-1 234,3-2 0,-3 2-112,-1 1 1,1 2 59,3 5 1,-3-3-100,3 3 0,5 0 307,2 4-199,8 5 0,-2 1-109,5 5 0,0 4 106,0 0 0,5 3-147,2-3 0,6 3 4,2-3 0,4 3-118,-5-3 0,6 1-207,-2-1 0,4-3-139,4 3 0,-3-8-380,3-3 1,-3 0-249,-1 0 1,4 0 270,0-4 728,0-5 0,15-26 0,6-10 0</inkml:trace>
  <inkml:trace contextRef="#ctx0" brushRef="#br0" timeOffset="181">508 331 7729,'0'-6'855,"0"-4"926,0 9-1267,0-9 0,0 10 66,0 0 1,0 5-158,0 6 1,0 0-4,0 0 1,5 5-375,2 3 1,3-2-436,1 1 0,4-1-481,-1 2 1,1 0 467,-4-4 1,0 0-394,0-4 1,0 0 794,0 0 0,5-30 0,1-6 0</inkml:trace>
  <inkml:trace contextRef="#ctx0" brushRef="#br0" timeOffset="315">464 144 7746,'-5'-16'22,"2"4"82,-4-3 1,5 7-165,-2 0-743,8 6 803,2-3 0,29 15 0,7 2 0</inkml:trace>
  <inkml:trace contextRef="#ctx0" brushRef="#br0" timeOffset="643">839 221 7746,'-7'-5'-103,"-1"3"-46,4-6 1,-4 6 238,0-2 1,2 3 137,-1 1-189,-1 0 0,-3 0-1,0 0 0,0 4 30,0-1 1,4 5 4,0-5 0,3 6 40,-3-2 0,4 3-90,0 1 1,1-3 1,2-1 0,5 0-12,3 4 0,5 0-14,2 0 0,8 0-53,-1 0 1,4 0-159,0 0 0,2 0 148,5 0 0,-4 1 22,1-1 0,-6 0 239,2 0 0,-7-2-8,0-1 1,-11 2 24,0-3 1,-6-1-78,-2 1 0,-8-1 98,-3 2 0,-12-3-396,1-5 0,-7 0-386,0 0 1,0 0 363,0 0 183,5 0 0,-8-5 0,4-1 0</inkml:trace>
  <inkml:trace contextRef="#ctx0" brushRef="#br0" timeOffset="941">1125 78 7746,'-11'-11'674,"4"0"720,0 0 0,4 3-234,-1 1-676,3 5 1,1 2-65,0 7 1,5 4 117,2 4 1,4 3-405,4 8 0,2 2 24,5 5 1,0 0 67,0 0 1,0 4-711,1 0 1,-3 1-934,-1-2 0,0-3 478,-4 1 0,-1-3-522,-7-5 1,1-5 1460,-4-6 0,0-23 0,-4-5 0</inkml:trace>
  <inkml:trace contextRef="#ctx0" brushRef="#br0" timeOffset="1489">1026 276 7746,'0'-11'-82,"0"0"0,0 0 359,0 0 1,5 5 434,2 2 1,8 3-323,3 1 1,4 0-177,4 0 0,6 5-358,5 2 0,6 7-111,1 1 0,1 3-141,6-3 0,-4-1 241,1-3 0,-8 0 26,-3 0 0,-3-3 70,-1-1 0,-6-4-184,-5 0 0,-1-2 220,-6-1 1,-4 0-60,-4 0 0,-4-1 342,0-2 1,-1 0-1,-2-4 0,0 3 126,0-3 0,-5 3-161,-3-3 0,-1 4-3,-3 0 1,-3 1-52,-4 2 0,-2 0-129,-1 0 0,4 0 20,0 0 1,4 2-287,-1 1 183,-2 3 1,5 5-83,-3 0 0,7 0-43,0 0 0,6 1 18,-2-1 1,7-4-70,0 0 0,10 1 84,-2 3 1,7-5-58,0-3 1,3-1-36,1-2 1,0 0-206,0 0 0,-1 0 120,-2 0 0,0-4-100,-4 0 1,-2-4 451,-5 0 1,0-1 202,-4-2 0,0 0 274,-4-1 1,0 1-42,0 0-100,0 0 1,-2 2 381,-1 1 409,1 3-815,-2 5 1,4 2-188,0 1 0,4 3-206,4 5 1,-2 0-43,1 0 0,2 0-279,6 1 0,-3-1-62,3 0 1,-3 0-438,-1 0 1,1-2 316,3-1 1,-3 0 541,3-4 0,17-5 0,3-5 0</inkml:trace>
  <inkml:trace contextRef="#ctx0" brushRef="#br0" timeOffset="1883">1941 342 7259,'-5'-11'-361,"4"0"1672,-4 0 0,5 4-220,0 0-627,0 4 1,0 0-241,0 6 1,5 0-24,2 4 1,-1 0-142,2 4 1,-2 2-74,1 1 1,3-1-181,-3 1 1,-1 2 6,2-1 0,-4 0-275,3-4 1,-5 0 282,2 0 0,1 0-300,-1 0 565,-1 0-130,-3 0-88,0-5-91,0-1 60,0-5 1,0-5 74,0-2 0,-3-3-13,-1-1 1,0 3 145,4 1 1,0 0 146,0-4 1,0 0 697,0 0-663,0-5 0,0 3 144,0-1 1,5 1-78,2 2 0,3 5-91,1 3 0,4-2-49,0 1 0,4 2-12,0 5 1,-2 3-151,1 5 1,1 2-305,3 1 1,-4 0-613,0 4 0,-4-4 463,1 0 0,-7 0-750,-1 1 0,1-6 73,3 6 1137,-5-10 0,14 0 0,-2-11 0</inkml:trace>
  <inkml:trace contextRef="#ctx0" brushRef="#br0" timeOffset="2377">2580 276 7746,'-3'-11'709,"-1"0"1,-3 4-367,3 0 0,-4 4-99,0-1 0,-2 3 18,-1 1 1,0 0 47,0 0 1,-3 5-48,-1 2 1,0 3 25,4 1 0,1 1-245,3 3 1,-2-3-25,6 3 1,-1 1-84,4-1 0,0 3-61,0-3 1,5 3-149,2-3 1,8 0 152,3-4 0,3-2-138,1-1 1,2 0-14,1-4 1,0 0-74,4-4 1,1 0 139,3 0 1,-4-2 36,0-1 1,1-3 197,3-5 0,-5 0 106,-2 0 1,-3 0 127,-1 0 0,-3 0-5,-1 0 1,-6-1 140,-1 1 0,-3 0-185,-5 0 0,-2 0 51,3 0 1,-8 2-137,-3 1 1,-6-2 56,-2 3 1,-5 2-167,2 1 0,-2 3 120,2 1 0,-3 1 117,3 3 0,1 2-60,-2 5 0,6 0 118,-2 0 0,4 0-93,4 0 1,2 4 71,5 0 0,1 3 42,3-3 1,8 3 137,10-3 0,6 3-424,9-3 1,2-2-333,5-5 1,0 0-146,0-4 0,-3 0 65,-1-4 0,-5-4-157,-2 0 0,-6-3-191,-9 3 0,-6-3-1927,-4 3 1937,-6-4 1,2 7 696,-8-3 0,-32-2 0,-11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33.9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44 7001,'-6'0'1200,"1"0"248,5 0-1336,0-5 1,1 4-121,3-2 0,2 1 13,5 2 1,5 0 74,2 0 1,3 0-136,1 0 1,1-1 181,3-3 1,3 3-15,8-2 0,-1-2-3,4 1 0,1 0 102,3 4 0,-1-3-153,-3-1 0,-2 0-64,-5 4 1,1 0 1,3 0 1,-3 0 3,3 0 1,-3 0 25,-1 0 0,1 0 3,-1 0 1,-4 0-31,0 0 1,-3 0 84,4 0 0,-5 0 14,5 0 1,-6 0-85,2 0 1,1 0 5,-1 0 0,0 2-126,0 1 1,-1-2 28,4 3 1,-4-3 40,0-1 0,0 0 20,1 0 1,-4 0-26,0 0 0,-2 2 85,-5 1 0,4-2 45,-5 3-51,1-3 0,-4-1 1,-4 0-252,1 0 1,-6 2-292,2 1-151,-3-2 169,4 4 1,-3-5-1178,6 0 1662,-6 0 0,13 5 0,-3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36.7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232 277 7766,'0'-7'239,"0"-2"250,0 7 42,5-2 0,-4-1 92,4 3-163,-5-3-262,0 1-9,0 2-290,0-3 42,0 5-167,-5 0 1,-2 2 15,-8 1 0,-1 3 64,-2 6 0,-3 3 14,2 4 0,-1-2 32,-3 1 0,3-1-134,1 2 1,3 2 91,5-3 1,0-2-136,0-1 1,5-3 186,2-1 0,3-4 27,1 1 0,5-6-20,3 2 1,3-3 94,3-1 0,-2-5-42,3-2 0,2-3-56,2-1 1,-2 0 52,1 0 0,-4-1 36,0-3 1,2 3 3,-1-3 0,3 3 6,-3 1 1,0 1 7,-4 3 121,0-3-95,0 4 0,-5-2 147,-2 1-199,-3 4 0,-1 0 14,0 6 0,-4 0 21,1 4 0,-5 1 7,5 3 0,-5 0-144,4 0 0,0 0-14,0 0 1,3 0 179,-3 0 1,3-4-43,1 1 0,0-1 1,0 4 0,0-4 15,0 1 1,0-5 51,0 5-32,5-6 1,1 3 99,5-5 1,4-5-156,-1-2 1,2-4-60,-1-4 0,2 2 19,5-6 0,-1 1 113,-3-4 1,3-2 6,-3-1 1,3 0-68,1-4 0,0 4-8,0 0 1,-4-2 66,-4 1 0,-1 0 144,-2 4 1,-5 5 50,-3 2 231,3 3-285,-4 6-169,3 1 1,-9 6-9,0 3 0,-1-2 134,2 6 0,0 3-7,-4 3 0,3 5-73,-3-4 0,1 4-6,-2-1 1,-1 5-44,1 2 1,2-1-59,-1 1 0,3-1-49,-3-2 0,3-2-229,-3-1 0,4 2-509,0-3 1,1-2-77,2-1 162,0-3 1,5-2 719,3-3 0,6-2 0,28-34 0,11-8 0</inkml:trace>
  <inkml:trace contextRef="#ctx0" brushRef="#br0" timeOffset="291">849 199 7766,'0'-11'664,"0"0"1,-1 5-663,-3 3 1,2 1 100,-6 2 0,0 5-8,-7 3 0,3 3 46,-3 3 0,-1 0 14,2 4 0,-5-3-201,5 3 1,-1-1 7,4 2 0,1 2-99,3-3 1,-2-2 60,5-1 1,1 0-39,3 0 1,1-4 143,3-3 0,5-6 150,6 2 1,5-4-122,-2-4 0,3-3 132,1-8 1,-4-1-222,1-2 1,-7-3-137,-1 2 0,-1 2-290,-7-1 1,1 1-60,-4-2 1,0 3 514,0 5 0,-5 5 0,-1 1 0</inkml:trace>
  <inkml:trace contextRef="#ctx0" brushRef="#br0" timeOffset="881">1014 199 7726,'0'-6'773,"0"1"-141,0 5-495,0 5 0,0 5-229,0 5 1,0 1 26,0-2 0,0-1-3,0 1 1,0 2 31,0-1 1,-1 3-137,-2-3 1,1 0 104,-1-4 0,1 0 8,2 0 1,-1-4 71,-2 1-162,1-6 87,-3 3 0,7-5 45,1 0 1,0-5 11,4-2 0,0-3-2,5-1 0,-5-4 6,0 0 1,2-1-232,5 2 1,-1 0 28,1-4 1,0 4 221,1 0 1,-2 1-30,5 2 1,-4 0 168,1 0 0,-3 5 228,-1 3-52,0-4 0,-1 7-232,-3 0 1,-2 7-56,-5 7 0,0 0-64,0 4 1,-1-3-223,-3 3 0,3-1-262,-3 2 1,3 0 123,1-4 0,0 3-245,0-3 621,0 0 0,24-14 0,7-2 0</inkml:trace>
  <inkml:trace contextRef="#ctx0" brushRef="#br0" timeOffset="1432">1555 221 7258,'0'-11'-1143,"-2"0"1507,-1 0 0,2 4 664,-3 0 0,-1 3-540,1-3 0,-4 4-103,0 0 1,-1 1-237,-2 2 1,0 2-153,0 1 1,-2 2 5,-1 2 1,-2 7-83,-3-3 0,3 2-138,5-2 1,-3 0 88,-1 0 1,4 1-211,4-1 0,3 0-166,-3 0-192,4 0 128,-2 0 375,10 0 1,5-5-112,5-3 0,3-1 112,-3-2 1,3-2 17,-3-1 0,3-2 183,-3-2 1,-1-2 5,-2 5 1,-1-3 101,0 3 165,0-4 25,0 2 214,-5-1-31,4 3-107,-9 4-174,4 0 1,-5 4-141,0 4 1,0 2-4,0 1 1,-4 3-34,0 1 0,-1 5-171,2-2 1,0-1 110,-4 2 1,3 0-63,-3 7 0,-4-3 219,-4 3 1,-6 1-118,-1-2 1,-1 1 121,-6-4 1,-2 4 2,-6 0 0,-2-1 108,-5-3 1,0-4-5,0-4 0,2 1 139,5-4 0,3-2-19,12-9 1,4-2 97,10-1 1,5-5-426,6-6 1,6-3 54,9-6 0,2 1-210,9 0 0,4 0 20,4 0 0,0 4-72,-4 0 0,0 3-131,0-4 1,0 6-361,0-2 0,-6 7-70,-5 0 1,-1 6 732,-6-2 0,-10 18 0,-7 4 0</inkml:trace>
  <inkml:trace contextRef="#ctx0" brushRef="#br0" timeOffset="2198">2249 155 7716,'11'-11'297,"-3"4"-104,-1 0 0,-3 3 154,3-3 0,-1 3-8,1-3 1,2 3 385,-5-4-444,4 1 0,-5-4 268,4 0-387,-4 0 0,0 0-68,-6 0 0,-4 1-3,-4 3 1,-1-2-172,-3 6 1,-5-1-44,-6 4 1,-5 5-31,2 2 1,-2 4-33,2 4 1,-3 2 40,3 5 0,0 5-53,0 2 0,6 3 23,1 1 0,1 2-174,6 1 0,5-5 121,7 2 1,1-7 83,2 0 0,9-8 191,2-3 0,9-8-52,2-3 0,1-3 63,6-1 1,-3-6-30,4-5 1,-5-1 204,5-7 0,-7 1-106,-1-4 0,-1 0 21,-7 0 1,1-2-270,-4-1 0,-1 3-251,-3 0 1,-2 1-647,-5 6 1,0-3 111,0 3 904,-5 0 0,-25 14 0,-12 2 0</inkml:trace>
  <inkml:trace contextRef="#ctx0" brushRef="#br0" timeOffset="2374">1952 266 7751,'-11'-5'1604,"0"3"1,4-4-1014,4 3 1,4 1 27,6-1 0,2 0-500,9 0 0,6 0-533,5-4 0,3 3-654,1-3 0,-4 3 857,1-3 211,-1-1 0,9-12 0,1-4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45.0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254 232 7111,'6'0'-715,"0"0"910,-2 0-92,-3 0 1,5 0 172,-2 0 31,-3 0-161,9 0 0,-8 0 0,6 0 0,-5-1 84,5-2 1,-5 1 183,5-1-93,-6 1-90,8-3-217,-4 4 1,0-5 170,-2 2-202,2 3 164,-5-4-171,4 5 0,-10 0 16,-2 0 1,-4 2-117,-4 1 0,-2 3 151,-5 5 1,-1 2-88,-3 1 0,2 0 8,-6 4 1,6 1 47,-2 3 1,3-2-173,1-1 1,1 2 45,2-3 0,5-2-102,6-1 1,3-3 13,5-1 1,2-5 118,1-2 1,5-3-60,6-1 0,0-1 1,4-3 0,1-2-8,3-5 0,0 0 18,0 0 0,0-4-15,0 0 0,-1 1 96,-3 3 0,-1-2 89,-2-1 0,-3 2-23,3-3 14,-3 3 1,-2 1 124,-3 0 256,3-1 775,-4 1-518,0 0 198,-1 5-524,-5 1 0,0 7 33,0 1 0,0 3-174,0 5 0,0 0-148,0 1 1,0 0-5,0 2 1,0-1-61,0 1 0,-3 2-232,-1-1 1,0 1-151,4-1 0,0-3-378,0 3 1,0-3 786,0-1 0,39-15 0,10-3 0</inkml:trace>
  <inkml:trace contextRef="#ctx0" brushRef="#br0" timeOffset="557">772 254 7921,'0'-11'897,"0"0"-341,0 0-208,0 0-161,0 0 1,-5 2-78,-2 1 0,-4 2-183,-4 2 0,2 3 128,-6-3 1,1 4-107,-4 4 1,3 2-18,1 5 1,1 0-289,-1 0 0,0 0-4,4 0 0,3 0 129,0 0 1,1 0-8,6 1 1,-3-5-28,3 0 260,1 1-50,3 3 1,4-5 21,4-3 1,2-1 17,1-2 0,0 0 121,0 0 0,1 0-29,3 0 0,-3-2-88,3-1 0,-2 0 113,2-4 1,-3 3 4,3-3 1,1 4 78,-2 0 0,2 0-90,-1 0 1,-2 1 9,6-1 0,-6 2-69,2 1 1,-3 0 14,-1 0 0,3 4 36,-3 4 0,2 2-67,-5 1 1,-4 3-164,0 1 1,-3 5 192,-1-2 0,-6 3 174,-5 1 0,-6-1-178,-9-3 1,1 3 10,-8-3 0,1-2-29,-9-1 0,1-7 21,-4 0 0,1-6-408,2 2 0,5-4-118,6-4 1,6-2-953,9-5 1428,5 0 0,69-29 0,15-8 0</inkml:trace>
  <inkml:trace contextRef="#ctx0" brushRef="#br0" timeOffset="1059">1279 265 7812,'0'-7'648,"0"0"-285,-5 4 1,-1-2-101,-5 5 0,-4 0-92,1 0 1,-5 2-59,5 1 0,-6 3 38,2 5 0,1 1-117,-2-1 0,6 0 27,-2 0 1,3 0-164,1 0 1,1 0-252,3 0 0,-2 0 118,5 0 0,-3-4-247,3 0-64,1 1 147,3 3 1,5-1 78,2-3 0,3-2-37,1-5 1,1 0 170,3 0 1,-2-5 185,6-2 0,-1-3 0,4-1 0,0 0 0,0 0 0,-2 0 0,2 0 0,-6 0 0,6 0 0,-8 0 0,1 0 0,-3 1 97,-1 2 40,0-1 1,-3 7 829,-1-1-40,-4-3 1,0 6-503,-6 0 1,-2 5-318,-3 6 0,-2 0-240,3 0 0,-3 0 152,-1 0 1,4 3-89,0 1 0,0 1-185,0-1 1,-1-3-304,4 3 1,-3-7-324,3 0 879,0-1 0,34-16 0,6-4 0</inkml:trace>
  <inkml:trace contextRef="#ctx0" brushRef="#br0" timeOffset="1223">1511 265 9970,'-8'2'384,"1"1"0,3 4-383,-3 4 0,3 0-668,-3 0 0,0 3 48,-4 1 0,0 3 619,0-3 0,0 10 0,0-2 0</inkml:trace>
  <inkml:trace contextRef="#ctx0" brushRef="#br0" timeOffset="1357">1566 78 7812,'0'-11'590,"0"0"0,0 0-296,0 0-384,0 5 0,1-3-1631,3 6 1721,-3-1 0,19 19 0,-2 3 0</inkml:trace>
  <inkml:trace contextRef="#ctx0" brushRef="#br0" timeOffset="1693">1621 354 7812,'-11'5'-44,"0"-3"1,0 5 548,0 2 1,4 0-124,-1-2 1,5 3 294,-5-3-324,6-2-203,-3 5 30,5-9-301,0 4 0,5-10 73,2-2 1,0-3-139,4-1 1,-2 0-101,6 0 0,-2-4 116,2 0 1,-2 1 76,6 3 0,-5-4 87,5 0 0,-6 2 5,2 5 0,1-1-20,-1 1 1,3 0 116,-3 0 0,-1 3-57,-3 5-1,0 0 0,-1 5-68,-2 3 0,-4 5-89,-4 2 1,-1 3-57,-2-3 1,0 3-106,-4-3 0,1 3-237,-2-3 0,-2 0 23,3-4 494,2 0 0,10-5 0,7-1 0</inkml:trace>
  <inkml:trace contextRef="#ctx0" brushRef="#br0" timeOffset="2009">2084 188 7807,'-17'0'-45,"1"0"66,5 0 0,0 2 174,0 1 1,0 0 36,0 4 1,0-3 141,0 3 0,0 0-45,0 4 0,0 0-100,0 0 0,3 0-153,1 1 1,5-1-151,-2 0 0,4 0 103,4 0 1,2 0-54,5 0 0,5-2-53,2-1 0,-1 2-166,1-3 1,0-1 232,0 1 1,-2-3 48,-5 3 0,-1-3-137,-3 3 0,-2-3 45,-5 4 0,-1-5 36,-3 5 1,-2-2-138,-5 1 0,-5 2-688,-2-6 842,-3 6 0,-31-13 0,-6 3 0</inkml:trace>
  <inkml:trace contextRef="#ctx0" brushRef="#br0" timeOffset="2275">2238 1 12372,'0'16'541,"0"-1"-397,0 7 0,-3-2-102,-1 10 1,-5-1-56,2 4 1,-3 4-274,-1 0 0,4 3 6,0-3 0,3-2-473,-3-5 1,4-3 101,-1-5 1,4-5-52,4-2 0,2-8-791,5-3 1493,0-3 0,44-45 0,12-11 0</inkml:trace>
  <inkml:trace contextRef="#ctx0" brushRef="#br0" timeOffset="2441">2139 177 8252,'5'-6'787,"2"2"1,13 3-708,6 1 1,6 0-508,4 0 1,2 0-1656,3 0 2082,2 0 0,-4-5 0,5-1 0</inkml:trace>
  <inkml:trace contextRef="#ctx0" brushRef="#br0" timeOffset="2985">0 717 7835,'13'-4'0,"0"-3"48,2 1 0,9 0-101,2 3 1,12 1 137,10-1 1,17 1 359,16 2 1,15-3 143,-43 1 1,1 0 0,1 0 0,0 0-549,4 2 1,0 0-1,-1 1 1,0 0 151,1 0 0,0 1 1,-1-1-1,-1 1-108,-2 1 0,0 1 1,2-2-1,1-1-80,1 0 0,0 1 0,0-1 0,-1-1-47,0 1 1,-2-2 0,-3 1-1,-2 0 190,41 0 1,-13 0 185,-9 0 1,-15 0-923,-15 0-1058,-12 0 1308,-12 0 1,-11 0-119,-5 0 1,-5 0-341,-6 0 1,-1 0 817,-3 0-22,-2 0 0,-15 0 0,-2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7:55.1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210 198 7213,'0'-6'979,"0"1"-551,0 0 268,0 4-354,0-9 0,2 5-185,1-2 0,-1 1-16,1 2 0,0 3-22,0-3 1,-1 2-199,1-2 190,-2 3-151,4-4 269,-3 5-135,3 0 1,-5 6-138,0 5 1,-2 5 62,-1 6 0,-4 4-150,-4-1 0,4 6-51,0-1 0,-1 3-65,-3 3 0,0-5 77,0 2 0,4-8-129,0-3 1,3-4-157,-3-3-117,4-8-177,-2 3 189,5-10 1,0-1 558,0-3 0,0-2 0,0-20 0,0-3 0</inkml:trace>
  <inkml:trace contextRef="#ctx0" brushRef="#br0" timeOffset="857">45 297 7825,'-11'6'0,"4"-1"15,-1-5 1,5 0 181,-5 0 58,6 0-220,-3 0 146,5 0-71,5 0 1,1 0-29,5 0 1,4-1-12,-1-3 0,6 0-124,-2-4 0,4-2 111,4 3 0,-1-3-2,4-1 1,-3-4-148,3 1 0,-1-2-264,2 1 0,0 2 186,-4-6 1,-4 6 114,-3-2 0,-6 7 69,2 0-46,-3 1 20,-6 1 0,-1 2 31,-5 8 0,0-1 110,0 8 1,-4-1-85,1 9 1,-6-3 86,2 6 1,-3-3-126,-1 7 1,0-3 3,0-1 0,3 2-46,1 1 1,0-1 45,-4 1 1,3-5-5,1-2 1,5-1 22,-2 2-31,3-3 10,1-5 14,0-5-82,5-1 1,1-7-142,5-1 1,1-3 187,3-5 0,-3 0-154,3 0 0,1 0-229,-2 0 1,2-4 135,-1 0 1,-3 0-1,3 4 0,-7 2 275,0 1 1,-2-2 0,1 3 0,-1 2 9,-2 2 363,-3 1-94,4 2 538,-5 0-759,0 5 0,4 1-6,0 5 1,3-3 34,-3-1 0,4 0-6,-1 4 1,2-3-41,-2-1 1,3-1 6,-2 2 1,0 1-12,-1-1 0,3-2 31,-2 1-14,1-4 1,2 3-23,0-2-127,0-3 0,1 4 91,-1-5 1,0-4-84,0 0 1,3-4-134,1 0 1,0-1 52,-4-2 1,3-2 41,1-1 1,-4 1 108,-4-1 1,1 1 2,3 2 0,-4-1 23,1-3 1,-6 7 159,2-3 0,-3 2 10,-1-2-16,0 0-35,0 0-91,-5 5 0,-1 1-17,-5 5 0,0 5 61,0 2 0,0 3 84,0 1 0,0 0-31,0 0 0,0 4 160,0 0 0,0 1-91,0-2 1,1 2 73,2 3 1,4-2 3,4-3 1,0 0-39,0 4 0,6-4-14,5 0 0,2-3-95,9-3 0,-1-3-106,8-5 0,0 0-210,0 0 1,3-5-420,-3-3 1,-2-1-22,-1-2 0,0-4-621,-4 0 1,-1 1 1224,-7 3 0,-16-10 0,-1-3 0</inkml:trace>
  <inkml:trace contextRef="#ctx0" brushRef="#br0" timeOffset="1540">1622 319 7759,'-5'-6'903,"3"1"-548,-2 5 1,0 2 77,0 1 1,-1 5-190,2 6 1,0 3-21,-4 5 1,3 5-60,-3 3 1,3 2-84,-3 1 0,4 0-261,0 0 1,-2 4-55,1-1 1,-3-4-221,3-6 1,-3 1 131,3-1 0,-3-6-811,3-5 735,-5-3 0,7-5-589,-5-4 682,4-2 0,-2-2 304,5-2 0,0-4 0,0-4 0,0-3 0,0-1 0,5-29 0,1-4 0</inkml:trace>
  <inkml:trace contextRef="#ctx0" brushRef="#br0" timeOffset="1749">1533 507 7801,'4'-32'-5,"0"3"0,4-2 54,0 5 0,1 0 190,2 4 1,0 5-51,0 3 0,1 1 13,-1 2 1,3 5-40,1 2 0,0 0-127,-4 0 0,0 1 94,0 7 0,3-1-134,1 4 1,0 4 81,-4 4 1,-1 1-96,-3-2 1,2 3-110,-6 5 1,1-3-11,-4-1 1,-5-1 4,-2 2 1,-4-2-31,-4-2 1,3-2-180,-3 5 0,-1-4-33,1 1 1,-1-6-143,2 2 0,1-6 21,-1 6 494,2-7 0,10-14 0,4-8 0</inkml:trace>
  <inkml:trace contextRef="#ctx0" brushRef="#br0" timeOffset="2042">2085 341 7801,'4'-6'1121,"-2"-4"-945,3 9 1,-7-4-51,-1 5 0,-3 2-158,-5 1 0,-2 3 73,-1 5 1,-2 4 63,-3 0 1,-2 4-56,3 0 1,2 2-119,1 1 1,3 0 57,1 0 1,1-1-133,3-3 0,3 2 166,8-6 1,6-4 26,5-6 1,5-3 188,2-1 0,0-1-72,4-3 1,-6-7-109,-2-7 1,-1-2-174,2 2 0,-5-7-231,-6 3 1,-3-2-87,-5 2 1,0 1-384,0 2 0,-2 0 813,-1 4 0,-13 10 0,-7 6 0</inkml:trace>
  <inkml:trace contextRef="#ctx0" brushRef="#br0" timeOffset="2385">2360 297 7801,'0'-11'1624,"0"0"-1578,0 5 0,-1 1-49,-3 5 1,-2 1 25,-5 3 0,0-1-22,0 4 0,1 0 223,3 4-216,-3 0 1,5 2 31,-2 1 0,2-1-261,5 1 0,0-2 85,0-1 1,0 1 86,0-1 1,4 0 46,-1 0 1,6 0 0,-2 0 1,3 0 205,1 0 0,0 0-67,0 0 0,-4 0 70,1 0 1,-6-3-139,2 3 1,-3-6 27,-1 6 1,-5-2 61,-2 2 0,-7-4-23,0 1 0,-2-5-1220,1 5 1,-1-6 304,-2 2 0,1 1 778,2-2 0,8-14 0,-3-7 0</inkml:trace>
  <inkml:trace contextRef="#ctx0" brushRef="#br0" timeOffset="2574">2503 363 10646,'7'5'805,"-4"3"0,-1 5-864,-2 2 0,0 3-351,0-3 1,0 5-145,0-2 1,0-1-528,0 1 1,0-4 1080,0 1 0,4-13 0,3-3 0</inkml:trace>
  <inkml:trace contextRef="#ctx0" brushRef="#br0" timeOffset="2707">2570 132 7801,'-11'-16'0,"1"4"194,2-3 0,0 6 827,4 2-1521,1 5 500,3-3 0,19 19 0,6 5 0</inkml:trace>
  <inkml:trace contextRef="#ctx0" brushRef="#br0" timeOffset="3035">2768 44 7801,'0'-11'499,"-4"0"1616,1 0-1655,-1 5 0,4 2 3,0 8 0,0 2-107,0 5 0,0 5 110,0 2 0,4 6-246,-1 2 1,5 5-82,-5-2 1,5 3-101,-5 1 0,2 0-186,-1 0 0,-3 4-462,3 0 0,-3 0 12,-1-4 1,0-5-604,0-2 1,0-8 380,0-3 0,-5-4 819,-2-4 0,-18-27 0,-4-10 0</inkml:trace>
  <inkml:trace contextRef="#ctx0" brushRef="#br0" timeOffset="3275">2636 286 7801,'1'-10'149,"3"3"1,-2-1 327,5 4 0,1-3-268,3 3 1,4 0 99,-1 4 1,7 0 7,1 0 0,1 0-164,7 0 1,-2 1-95,1 3 1,2 2 30,-5 5 1,-1 0-215,-3 0 1,-4 4 173,-4 0 0,-5 3-143,-2-3 0,-4 3-290,0-3 1,-1 3 164,-2-3 1,0 3-552,0-3 1,0 0-467,0-4 1235,-5 0 0,-1-5 0,-5-1 0</inkml:trace>
  <inkml:trace contextRef="#ctx0" brushRef="#br0" timeOffset="3441">3000 132 7801,'-7'-16'407,"-2"4"-285,1-3 0,2 8 262,-1 3-628,4-2 1,0 6-622,6 0 0,4 1 242,4 6 623,-5 1 0,28 22 0,3 6 0</inkml:trace>
  <inkml:trace contextRef="#ctx0" brushRef="#br0" timeOffset="4066">3176 319 7801,'-6'11'184,"-3"-3"41,6-1 0,-5 2-119,5 5 0,-2-1-102,1 1 1,3 2 42,-3-1 1,3 3-154,1-3 0,0 3 14,0-3 1,4 0 89,-1-4 0,6-4 25,-2 0 0,-1-4-30,2 1 1,-1-3-98,4-1 1,1-1 12,3-3 0,-3-2-148,3-5 0,-3-1 134,-1-3 0,0 1 28,0-4 0,1 3 75,3-3 1,-5 1-76,5-2 0,-7 0 94,3 4 1,0 0-34,-3 4 1,-2 2 213,1 1-70,-4-2 318,1 9-290,-4-4 1,0 10 104,0 3 1,-3 1-124,-1 2 1,0 0-19,4 0 1,0 0-139,0 0 0,0 0 82,0 1 0,0-1 43,0 0 1,2-4-72,1 0 1,2-3-16,3 3 0,1-4-19,-1 0 1,2-1-14,1-2 0,0 0-117,0 0 0,3-2 59,1-1 1,3 0-98,-3-4 0,0 0 21,-4-4 0,1-4 76,3 0 1,-7-1 78,3 2 1,-7 1 120,0-1 1,-3 0-57,-1-1 0,-1 7 191,-3-3 1,-2 3-39,-5 1 1,-1 2-48,-3 5 1,3 0 96,-3 0 0,1 5 38,0 2 0,2 3 140,-3 1 1,3 2-124,1 1 1,0 0 50,0 4 0,1-1-83,2 2 1,3 1 113,5-1 0,0-2-119,0 1 0,7-1-185,4 2 0,2-3-176,9-5 1,-1 0-52,8 0 0,1-5-337,3-2 0,-4-3 223,1-1 0,-6-5-238,2-2 0,-3-3-384,-1-1 0,-5 0-1688,-2 0 2540,-3 0 0,-25-10 0,-7-2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00.2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166 198 7786,'0'-7'-72,"0"-1"123,0 1 0,-1 1-18,-3 2 0,-2 3-6,-5 1 1,0 0-16,0 0 0,0 0-8,0 0 0,-4 5-14,0 2 1,1-1-50,3 2 1,1-1 53,3 4 1,-3-4-151,2 1 113,4-1 0,-1 4-4,5 0 0,0-3 110,0-1-25,0 0 1,1 4-25,3 0 1,3-3 3,8-1 0,-3-1 125,3 1 1,2 3-32,1-2 0,-1 1 43,2 2 1,-6 0-71,2 0 0,-1 0 3,-3 1 1,2-1 13,-10 0 1,1 0-6,-4 0 0,-8-2-74,-4-1 0,-6 2-3,0-3 1,-3-1-516,-1 1 0,1-4-11,3 1 1,-2 0-656,5 0 1160,1 0 0,8-9 0,1-1 0</inkml:trace>
  <inkml:trace contextRef="#ctx0" brushRef="#br0" timeOffset="239">276 33 7786,'0'-8'395,"0"1"0,0 3 325,0-3-184,0 5 1,0-2-149,0 8 1,1 3 39,3 8 0,-1 2-221,4 5 1,0 5-40,4 2 0,0 4-199,0 4 1,0-2-374,0 6 1,-1-4-202,-2 3 1,1-6-94,-1-1 1,-3-1-550,-2-6 0,2-5 1247,-1-6 0,14-18 0,1-4 0</inkml:trace>
  <inkml:trace contextRef="#ctx0" brushRef="#br0" timeOffset="499">662 275 7786,'0'-11'1235,"0"0"-502,0 0-579,0 5 1,-5 1-57,-2 5 0,-3 5-146,-1 2 1,0 3 67,0 1 0,0 4-105,0 0 0,0 3 43,0-3 1,0 3-205,0-3 0,5 3-88,2-3 0,3 1 129,1-2 1,5-3 200,2 0 0,4-1 15,4-6 0,2 0 63,5-4 1,-4-5-216,1-3 1,-6-1-89,2-2 1,-3-5-65,-1-3 1,-5 2-757,-2-1 1049,-3-1 0,-11-22 0,-2-6 0</inkml:trace>
  <inkml:trace contextRef="#ctx0" brushRef="#br0" timeOffset="723">827 231 10679,'0'11'958,"0"0"0,0 1-656,0 3 1,5 2 34,3 5 0,-2 4-466,1 0 1,-3 8-106,3-1 1,-4-1-239,0-3 1,-1 0 142,-2 0 1,3 2-493,1-6 1,0-4-203,-4-6-386,0-3 908,0-6 0,4-1 501,4-5 0,7-29 0,2-8 0</inkml:trace>
  <inkml:trace contextRef="#ctx0" brushRef="#br0" timeOffset="981">850 253 7786,'-2'-11'656,"-1"0"1049,1 0-1284,-3 0 1,7 5-168,1 2 1,5 3 91,6 1 1,4 1-204,4 3 0,5 2-125,2 5 1,7 0 83,0 0 1,0 4-244,-7 0 1,-3 3 58,-8-3 1,-7 4-189,-7 0 0,-4 0 59,-4 0 1,-12 0 75,-9-4 1,-7 1-372,-5-2 1,3-5-136,-3 2 0,4-7-1037,4-1 1678,6 4 0,27-21 0,10 1 0</inkml:trace>
  <inkml:trace contextRef="#ctx0" brushRef="#br0" timeOffset="1598">1202 408 7738,'11'-2'-86,"0"-1"277,0 1 1,0-3 13,0 5 1,0 0 25,0 0 1,0 0-31,1 0 1,-1 0 0,0 0 0,0 0 29,0 0 0,1-1-26,3-2 0,-3 1-201,3-1 1,-2-2-301,2 1 0,-3-3 156,3 3 1,-7-3 72,0 3 1,-6-5-18,2 2 1,1 1 104,-2-1 1,-4 3-17,-6-3 0,-7 4-10,0 0 0,-10-2 18,2 1 0,-2 0 112,2 4 0,-4 1-98,0 3 1,2 2 214,5 5 1,0-3-10,4-1 0,-1 2 21,1 5 0,7 0-147,-3 4 0,7-3 8,0 3 1,4-1 105,4 2 0,7 0 76,8-4 0,6 0-406,5-4 1,3-4 87,3 0 1,-1-4-627,2 1 1,-7-3 6,0-1 1,-6-4-243,2 0 1,-7-3 318,0 3 0,-7-4 563,-1 1 0,5 2 0,-4 0 0</inkml:trace>
  <inkml:trace contextRef="#ctx0" brushRef="#br0" timeOffset="2008">1765 562 11025,'0'-6'1961,"0"1"-752,0 5-1717,4 0-1055,-2 0 1,3-1 251,-5-3 1311,0 3 0,9-4 0,4 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07.5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209 232 7665,'0'-7'136,"0"0"705,0-2-615,0 4 0,-2 0 0,-1 5 1,0 0-65,-4 0 1,3 0 11,-3 0 1,0 4-47,-4 0 0,-1 4-132,1 0 0,4 3 25,0 3 1,-1-1-155,-3 1 1,5 2 124,3-1 0,1 0-8,2-4 1,0 0-448,0 0 1,5 0 234,3 0 0,5-5 21,2-2 0,4-3 96,0-1 1,2 0-81,1 0 1,-2 0 138,-1 0 0,2-5 99,-3-2 0,-2-3 13,-1-1 1,-3 0 37,-1 0 0,0-4 150,0 0 0,-5 1-133,-2 3 0,-3-4 88,-1 0 0,0 0 11,0 4 0,-1-3 167,-3-1 1,-2 0-76,-5 4 1,0 0 18,0 0 0,0 0-156,0 0 0,-1 4-5,-3-1 0,3 6-6,-3-2 0,-1 3-30,1 1 1,-4 0-10,0 0 1,-1 5 2,-3 2 1,1 3-27,0 1 1,4 5 4,0 2 0,3 3-9,-3 1 1,5 0-195,2 0 0,2 2-60,5 1 0,1-1-76,7 1 1,2-1 35,5-2 0,5-4-110,2 1 0,7-6 127,1 2 1,1-7-42,-2 0 0,0-6-53,4 2 1,-4-4-26,1-4 1,-3-2 12,-1-5 1,-4-1 22,1-3 0,-6-1 109,2-2 0,-3-3 279,-1 2 1,-5 2 65,-2-1 0,1 0-74,-2-4 0,0 3 81,-7 1 1,-2 1 45,-5-2 1,0-2 222,0 3 1,-1 2-122,-3 1 0,2 3 106,-6 1 0,4 1-137,-3 3 0,1-2-131,-1 6 0,-2-1-139,5 4 0,-7 1 40,4 3 0,-5 3-93,4 8 0,2-1 102,-1 4 0,4-3-39,0 3 1,5 0-130,2 4 0,4 0-61,-1 0 1,3 1-68,1-1 0,5-4 67,2 0 0,8-4-110,4 1 1,1-1 14,2-3 0,2 1-147,1-8 1,-1 0 82,1-4 0,-1 0 16,-2 0 0,-4-5 176,1-2 1,-6-4-9,2-4 1,-3 1 145,-1-4 1,-4 3-33,1-3 1,-6 0 175,2-4 1,-3 3-32,-1 1 0,-1 3 169,-3-3 0,-2 3-57,-5-3 1,0 4 47,0-1 1,-1 4-14,-3 4 1,-1-1 3,-2 4 0,-3 0 49,2 4 1,0 0-154,0 0 1,-1 5 6,1 2 0,-2 4-114,-1 4 0,5-1-174,3 4 1,3 0 5,3 4 1,0 0-249,4 0 1,1 1 28,7-1 1,2 0-6,5 0 0,5-4-166,3 0 0,3-5 46,3-2 1,0-1-69,4-7 0,-4 1 138,1-4 0,-4-1 123,-4-3 0,3-2 97,-3-5 0,-2-1 119,-1-3 0,-7-1 39,0-2 1,-6-3 125,2 2 0,-3 2 251,-1-1 0,-1 1-93,-3-2 0,-2 0 258,-5 4 1,0 0-203,0 4 0,-1 2 108,-3 1 0,-1 0-122,-2 4 0,-2 0-124,5 4 0,-4 1-128,0 3 0,0 2 15,0 5 1,0 4-58,4 0 1,0 4 3,4 0 1,2 1-243,1 3 1,3-5 11,5 0 0,2-1-117,1 2 0,5 0-7,6-4 1,2 0-138,3-4 1,1-5-111,-1-2 0,2 1 192,1-2 0,-1 0 10,-3-7 0,1 2 147,-4-6 0,4-3 44,-5-4 1,0 0 56,-7 0 1,2 1 133,-6-4 1,5 1 72,-5-2 1,0 2 314,-7 3 0,2 1 294,-6-1 0,-3 1-250,-3 2 1,-2 4 31,1 0 0,2 4-135,-6 0 0,2 1-134,-1 2 1,-2 2-118,5 1 0,-3 3-96,3 5 1,-2 2-9,6 1 1,-2-1-166,5 1 1,3 2 138,2-1 0,1 3-322,2-3 1,2 0-412,1-4 1,5 0 392,6 0 0,0 0-15,4 0 0,1-5 35,3-2 1,0-3-36,0-1 1,-4-1 128,1-3 0,-6-2 46,2-5 1,-2-1 248,2-3 1,-7 3 135,3-3 0,-7-1 151,0 1 1,-3-1-114,-1 2 0,-5 1 216,-2-1 1,-3 5-204,-1 2 0,0 3 73,0-3 1,-4 4-19,1 0 0,-1 1-62,4 2 1,-4 4-289,0 0 0,1 4-22,3 0 0,1 1-32,3 2 1,-2 0-10,5 1 1,-3-1-163,3 0 0,1 0 81,3 0 1,1 0-221,2 0 175,4 0 1,7-4-93,1 0 0,0-4 138,-4 1 1,1-3 67,3-1 1,-3-1 78,3-3 0,-3-2-19,-1-5 1,0 0 173,0 0 1,-4 0 14,1 0 1,-6 0 180,2 0 0,-3 0-88,-1-1 1,-5 1 26,-2 0 1,-1 4 134,-3 0 0,6 4 66,-6 0-295,-2-4 0,-3 6 67,-2-2-271,2 6 0,5 3 70,0 5 0,1 0-154,3 0 0,-2 0 68,5 1 1,1-1-199,3 0 74,0 4 1,0-2-126,0 1 0,5-3 46,2-3 0,-1 0 129,1-4 0,1 0 48,3-4 1,-4 0-113,0 0 207,1 0-76,3 0 69,-5-5 0,-1-1 146,-5-5 0,0 3 196,0 1 133,0 0-319,0-4-103,-5 4 0,2-1-29,-4 4-203,5 1 172,-3 3-232,0 0 64,4 0 127,-4 4 1,5-1-228,0 4 288,5-4 0,-3 3 230,5-2 172,-4-3 706,7 4-637,-4-5 1,0-2 1169,-2-1-645,-3 2-496,-1-9-518,0 8 0,-1-4-343,-3 3 0,1 1-609,-4-1 0,3 2 967,-3 1 0,10 24 0,-2 7 0</inkml:trace>
  <inkml:trace contextRef="#ctx0" brushRef="#br0" timeOffset="1476">936 177 7964,'5'-6'1574,"-4"-4"-1248,4 9 1,-5-5 74,0 2-344,0 3 0,-1-4 62,-3 5 1,-2 0-103,-5 0 1,-1 1 99,-3 3 0,3-1-131,-3 4 0,3-5 62,1 2 0,-4 1-690,1-1 343,-1 4 1,4-5-26,0 4 1,4-3 68,-1 3 1,5-3-511,-5 3 398,6-5 170,-3 8 124,5-4 1,5 4-13,2-2 0,3 0 10,1-4 1,5 3 13,2-3 0,3 3 82,1-3 1,0 4 59,0 0 1,0-2-25,0 1 0,0-3-57,0 3 1,-5 1 7,-2 3 66,-3 0 0,-2 0-39,-2 0 0,-10 0 100,-9 0 1,-2-4 65,-9 0 1,2 0-37,-6 0 0,0 2-95,0-6 0,0 2-378,4-1 1,1-3 307,3 3 0,22-23 0,9-5 0</inkml:trace>
  <inkml:trace contextRef="#ctx0" brushRef="#br0" timeOffset="1691">1069 133 11136,'11'12'831,"0"3"0,3 0-716,1 7 1,5-3-245,-2 7 1,3 2-865,1 2 0,-1-3 317,-3-2 1,-2 1 3,-5-4 1,-1-2-246,-3-9 917,-2 0 0,0-25 0,1-5 0</inkml:trace>
  <inkml:trace contextRef="#ctx0" brushRef="#br0" timeOffset="1866">1057 265 7683,'0'-11'1149,"2"5"-977,1 3 0,4-2-510,4 1 1,1 0 55,2 4 0,7 0-149,5 0 1,5 0 123,-2 0 0,7 0 307,0 0 0,1 5 0,26 6 0,6 6 0</inkml:trace>
  <inkml:trace contextRef="#ctx0" brushRef="#br0" timeOffset="2210">1543 232 7683,'-11'0'0,"0"0"296,-1 0 0,0 0-82,-2 0 1,1 0-77,-1 0 0,1 4-6,2 0 0,4 4-34,0 0 0,4 1-50,-1 3 1,3 2-167,1 1 1,0 0 60,0-4 1,1 0-340,3 0 40,2 0 0,5-1-93,0-3 232,0-2 0,0-5-138,0 0 229,0 0 1,-1-1 41,-2-3 0,1-2-12,-1-5 0,-3 0 110,-2 0 1,2 0 196,-1 0 0,1 0 217,-2 0 1,-1 0-103,1 0 0,-1-1 32,-2 1 0,3 4 121,1 0-208,0 4-30,-4-2 23,0 5-216,5 5 0,-4 1-227,2 5 0,0 0-366,1 1 1,-2-1 52,5 0 0,-3 0-174,3 0 1,-3 0 137,3 0 528,1 0 0,8 0 0,1 0 0</inkml:trace>
  <inkml:trace contextRef="#ctx0" brushRef="#br0" timeOffset="2535">1675 254 7683,'-6'-4'0,"1"-3"1122,5-4-324,0 0-476,0 5 1,1 1-147,3 5 0,2 0-74,5 0 0,-4 4 6,1 0 0,-1 4-149,4 0 1,0 1-59,0 2 1,0-3 80,0-1 1,-1 1-638,-3 3 485,3 0 1,-5 0 74,2 0 1,-2-4 334,-5 0 467,0-4-96,0 2 309,0-5-619,-5 0 0,-1-5 11,-5-3 0,5-1-79,2-2 1,-1 3-36,2 1 1,-1 0 8,4-4 0,5-1-587,2 1 1,4 2-874,4 1 0,2-1 1253,5 1 0,39-2 0,11-1 0</inkml:trace>
  <inkml:trace contextRef="#ctx0" brushRef="#br0" timeOffset="2877">1928 78 7683,'0'-7'712,"0"-1"351,-4 6-209,2-3-389,-3 5 0,10 5-250,3 2 0,1 4-37,2 4 1,2 2-60,1 5 0,2 0-143,3 0 0,0 0-248,-4 0 1,3 0-539,-3 0 1,3-1 208,-3-2 1,-4-1-1303,-3-7 1903,-1 3 0,-6-18 0,-2 3 0</inkml:trace>
  <inkml:trace contextRef="#ctx0" brushRef="#br0" timeOffset="3151">2017 210 7683,'0'-11'494,"0"5"0,1-2-241,3 4 1,-2 0 93,5 4 0,1-3-185,3-1 1,5 0 11,2 4 1,3 0 14,1 0 1,1 1-12,3 3 0,-3-1-68,3 4 1,-3 0 64,-1 4 0,-1-1-227,-3-3 0,-2 3-50,-5-2 1,-3 1-71,-1 2 1,-5 0-529,2 1-647,-3-1 260,-1 0-681,0 0 1768,0-5 0,5-21 0,1-9 0</inkml:trace>
  <inkml:trace contextRef="#ctx0" brushRef="#br0" timeOffset="3275">2226 34 7683,'0'-11'880,"0"0"-1149,0 5 1,1 1 268,3 5 0,36 24 0,14 7 0</inkml:trace>
  <inkml:trace contextRef="#ctx0" brushRef="#br0" timeOffset="3745">2436 166 7683,'-7'0'25,"1"0"946,3 0-661,1 0 1,-3 1 81,5 3 1,2-1-308,1 4 1,0-1 15,4 1 1,-3 3 107,3-2 1,-3-2-154,3 1 1,-3-1-398,3 2 270,-4 1 0,5-6-82,-4 4 1,1-4-12,-1 0-7,-3-2 150,4-1 0,-4 0 91,3 0-29,-3-4 1,4-3 10,-5-4 0,3 0 2,1 0 1,0 0-55,-4 0 1,5 2-4,2 1 0,-1 0 56,1 4 0,-3-3 78,3 3 1,-3 0 21,3 4-106,1 0 0,3 4-164,0 0 1,-4 4-145,1 0 0,-1 1-287,4 2 0,-4 0 148,1 0 1,-1 0-88,4 0 0,0-1-17,0-2 504,-5 1 0,33-12 0,4 1 0</inkml:trace>
  <inkml:trace contextRef="#ctx0" brushRef="#br0" timeOffset="4178">2899 144 7709,'0'-11'1389,"0"0"-1040,-5 0 1,2 0 76,-4 0 0,3 4-112,-3-1 0,-1 6 22,-3-2 0,0 3-200,0 1 0,-3 0-99,-1 0 0,-3 1-184,3 3 0,-3 1 42,3 2 0,-4 3-56,5-3 1,-1 3-22,4 1 0,4-1-110,-1-3 1,6 3 39,-2-3 0,3 3-112,1 1 0,1-1 69,3-3 1,2 3-22,5-2 0,0-4 29,0 0 0,5 1 125,2-1 0,0-1 151,0-3 1,-5-1 27,2-2 1,1 0 216,-1-4 0,-1 3-4,-3-3 1,-3 3 626,-1-3-412,-4-1 184,1-3 54,-4 0-154,0 5-422,0 1 163,0 5 1,0 5-163,0 2 0,4 1-95,0 3 1,3-3 64,-3 7 1,4-3 1,0-1 1,0 4-92,0 0 0,2 3 44,-3-3 0,-2 3-133,-2-3 0,-1 3 31,-2-3 1,-3 0-182,-4-4 0,-2 0-288,-9 0 0,-2-5-534,-5-2 1,-2-3 1071,-3-1 0,-31-10 0,-4-2 0</inkml:trace>
  <inkml:trace contextRef="#ctx0" brushRef="#br0" timeOffset="4784">1135 762 7861,'-5'-11'1621,"4"4"-812,-4 3-294,5 4 1,1 4-182,3 4 0,-2 3-20,5 4 1,1 2-65,3 5 0,0 0 74,0 0 0,0 4-404,0-1 1,0 2-155,0-1 0,-1 1-204,-3 2 1,-2-2 68,-5-5 1,0-3-1178,0-1 483,0-5 305,-5 3 1,-1-11 757,-5-5 0,-5-58 0,-1-21 0</inkml:trace>
  <inkml:trace contextRef="#ctx0" brushRef="#br0" timeOffset="5018">1157 751 7686,'0'-11'165,"0"0"0,0 3 807,0 1-651,0-1 0,5-1 3,2 1 0,3 2-131,1 3 1,1 1 24,3-1 1,3 3-58,8 3 0,-2 5 0,6 6 1,-5 0-127,5 4 0,-6-3-105,2 3 0,-8-3-151,-3 3 0,-8-3 138,-3 3 0,-5-4-136,-6 1 0,-6-3-46,-9-1 1,-1-4-182,-3 1 1,-1-6-60,-2 2 1,2-3-264,5-1 0,5 0 768,2 0 0,22-20 0,7-4 0</inkml:trace>
  <inkml:trace contextRef="#ctx0" brushRef="#br0" timeOffset="5319">1675 784 7583,'-8'0'560,"1"0"1,3 1-304,-3 3 0,1-2-29,-1 5 1,-3 1-98,3 3 0,-3 0-4,-1 0 1,1 3-35,3 1 0,0 0-122,4-4 1,2 4 212,-3-1 0,8-3-47,3-3 1,5-6-6,6 2 1,1-4-58,7-4 1,-2-2-105,2-5 0,-7-1-122,3-3 1,-6-2-350,3-5 1,-9 3-38,1 1 1,-8 5-528,1-2 1,-4-1 1063,-4 1 0,-26 5 0,-12 6 0</inkml:trace>
  <inkml:trace contextRef="#ctx0" brushRef="#br0" timeOffset="5526">1851 784 7686,'11'0'0,"-3"3"1324,-1 1 0,0 3-576,4-3 0,0 5-324,0-2 1,0 3-363,0 1 1,-3 0-259,-1 0 0,-1 0-876,2 0-256,-3 0 1,-4-1 1327,2-3 0,-6-17 0,2-8 0</inkml:trace>
  <inkml:trace contextRef="#ctx0" brushRef="#br0" timeOffset="5659">1895 618 7686,'-6'-11'0,"-2"4"0,4 0 0,0 3-537,4-3-537,0 4 1074,0-2 0,20 25 0,4 4 0</inkml:trace>
  <inkml:trace contextRef="#ctx0" brushRef="#br0" timeOffset="6162">2039 795 10465,'11'0'855,"-2"1"-648,-1 3 1,2 0-298,-3 4 1,-1 2-23,1-3 1,-3 3-50,3 1 0,-4-4 157,1 0 0,0-3 2,0 4 1,0-5-57,-4 5-232,0-6-71,0 3-73,0-5 357,0-5 1,0-1-21,0-5 0,0 0 93,0 0 1,0 0 220,0 0-104,5 0 0,-3 0 265,6 0 1,-5 3-24,5 1 0,-5 3-96,5-3 1,-1 4-206,4 0 1,0 2 36,0 1 0,4 1-149,-1 2 0,1 0 65,-4 4 1,4 1-178,0 3 0,-1 0-147,-3 0 1,-3 0-301,-1 0 0,-3-1-435,3-3 231,-5 3 0,5-5-330,-4 2 1151,-2-2 0,4-5 0,5-10 0,2-2 0</inkml:trace>
  <inkml:trace contextRef="#ctx0" brushRef="#br0" timeOffset="6385">2413 607 7686,'0'-11'302,"0"0"0,0 4 1254,0-1-531,0 6-128,0-8-419,0 9 0,5 1-194,3 7 1,-1 4-67,4 4 0,-2 2-69,5 5 1,-1 4-1,-2 0 0,0 3-209,0-3 0,0 3-308,0-3 1,-1 0-1012,-3-4 0,3 0 325,-3 0 0,-1-5-1025,2-2 2079,-6-3 0,13-35 0,-3-9 0</inkml:trace>
  <inkml:trace contextRef="#ctx0" brushRef="#br0" timeOffset="6552">2424 717 7686,'-4'-11'503,"2"4"629,-1 0-336,1-1 0,9-1-272,4 1 0,5 3-81,6 5 0,1 0-189,3 0 1,1 0-60,2 0 1,-1 4 97,-2 0-293,-8 4 0,8 8 0,-9 7 0</inkml:trace>
  <inkml:trace contextRef="#ctx0" brushRef="#br0" timeOffset="7004">639 1225 9116,'-8'-4'0,"1"0"831,-2 2 1,3 1-493,-1 1 0,-1 6-90,-3 5 0,0 1 76,0 6 0,5 2-195,3 6 1,-2-1-111,1 8 0,5-6-447,7 6 0,6-3 166,5-1 0,3 2-80,3-5 0,4-7-143,4-8 0,0-5-522,0-6 0,-4-1 261,1-3 745,-1-2 0,14-39 0,2-9 0</inkml:trace>
  <inkml:trace contextRef="#ctx0" brushRef="#br0" timeOffset="7321">1080 1302 7660,'-11'0'-557,"-1"0"741,1 0 0,4 0 994,0 0-373,-1 0-451,-3 5 1,2 1-209,1 5 0,0-4-9,4 1 1,0-1-143,4 4 1,0 0 79,0 0 0,2 0-65,1 0 1,3 0-39,5 0 1,2-4-211,1 1 0,-1-1 66,1 4 0,2-1-63,-1-3 0,0 3 262,-4-3 1,-4 0 14,0 0 0,-3-1 472,3 1-512,-4 3 0,0-5-117,-6 2 1,-3 2-42,-5-5 0,-4 3-293,0-3 1,-1-1 448,2-3 0,1-9 0,-3-4 0</inkml:trace>
  <inkml:trace contextRef="#ctx0" brushRef="#br0" timeOffset="7763">1267 1412 10298,'0'11'962,"0"0"-972,0 0 0,5-4 85,2 1 1,-1-1 117,2 4 0,-2 0-378,1 0 1,3-3-1375,-3-1 1172,3-5 0,1 7-631,0-5 379,0-1 278,0-8 1,-1-1 254,-3-5 0,-1 3-69,-2-3 0,-3 6 264,3-6 0,1 2 40,-1-2 0,-1 0 26,-3 0 1,4 4 217,0-1 261,-1 6-437,2-3 0,-2 5 66,4 0 0,-5 1-135,2 3 1,1-2-139,-1 6 1,3-1-190,-3 4 0,4 0 234,0 0 1,0 0 13,0 0 1,1-1-426,-1-3 1,2 2 375,1-5 0,14-6 0,5-4 0</inkml:trace>
  <inkml:trace contextRef="#ctx0" brushRef="#br0" timeOffset="8196">1565 1236 7660,'-5'-11'0,"2"3"558,-4 1 868,4 4-518,-6-1-471,7 4 0,-2 1-153,4 2 0,0 5 51,0 7 0,4-2-246,4 5 1,2-3 8,1 3 0,0 1-62,0 3 0,0-4 40,0 1 1,0-2-221,0 1 1,-4-1 15,0-2 1,0-3-379,0 3 295,3 2 210,-9-5 279,9 4-249,-9-10-413,4-1 310,-5-10 0,0-1-165,0-5 174,0 0 1,0 0-157,0 0 0,0 0 125,0 0 0,0 0-49,0 0 1,1 1 116,3 3 1,-2-3-13,6 3 0,-2 1-18,1-2 1,3 6 12,-3-2 1,3-1 19,1 2 0,0-1 11,0 4 1,4 4 85,-1-1 0,1 6-15,-4-2 1,-3 3 165,-1 1 0,-5 0 29,2 0 1,-3 0-281,-1 0 0,-1 3-315,-3-3 0,-2 2-273,-5-6 1,-4 2-1594,1-2 2209,-6 3 0,-12-28 0,-8-2 0</inkml:trace>
  <inkml:trace contextRef="#ctx0" brushRef="#br0" timeOffset="8555">2226 1368 7660,'-6'-5'532,"-4"3"0,3-5-141,-3 3 1,-1 0-186,0 4 0,-1 0 22,-3 0 1,2 0 94,-6 0 0,6 4-261,-2-1 1,-1 6 2,1-2 0,2 3-59,6 1 1,-2 4 2,5-1 0,1 1-144,3-4 0,4-4 81,4 1 1,3-2-49,4 1 0,2-2 96,5-5 0,-4 0-10,1 0 0,-2-5-482,1-2 1,-2-3-101,-5-1 0,-4 0-338,1 0 0,-6 0 936,2 0 0,-13-15 0,-3-3 0</inkml:trace>
  <inkml:trace contextRef="#ctx0" brushRef="#br0" timeOffset="8846">2281 1192 7660,'-5'-11'377,"4"3"1253,-3 1-479,3 4-791,1-2 1,1 7 324,3 1 0,2 5-226,5 6 1,4 4-79,0 4 0,3 0-154,-3 0 1,4 3-23,0 1 0,-2 1-404,1-1 0,-4-4-517,0 0 1,-1-1-578,-2-7 0,-2 2-1,-1-1-1371,2-8 1638,-9 3 1027,4-10 0,-20-34 0,-3-9 0</inkml:trace>
  <inkml:trace contextRef="#ctx0" brushRef="#br0" timeOffset="9095">2292 1335 7660,'-5'-11'-543,"4"0"1890,-4 0 0,6 1-694,3 3 1,2 1-324,5 2 1,5 3-285,3-3 0,1 3 120,2 1 1,4 0-25,0 0 0,1 3-3,-1 1 1,-3 5 23,3-2 1,-4 3-60,-4 1 0,-2 1-161,-5 3 1,0-3-188,0 3 1,-1-3-189,-3-1 0,-1 0-1202,-2 0 298,-3 0-745,4 0 1410,-5-5 671,0-1 0,-5-29 0,-1-7 0</inkml:trace>
  <inkml:trace contextRef="#ctx0" brushRef="#br0" timeOffset="9195">2557 1181 7660,'-8'-12'334,"1"1"0,5 0 1363,-2 0-2194,3 0 367,1 0 130,0 5 0,19 16 0,6 8 0</inkml:trace>
  <inkml:trace contextRef="#ctx0" brushRef="#br0" timeOffset="9853">2733 1269 9032,'4'11'602,"0"0"1,-1 0-465,-3 0 1,4 0-145,0 0 0,0 0 27,0 0 1,-3 0-282,3 0-58,-3 0 286,-1 0 0,0-4-69,0 1-168,0-6-112,0 3 328,0-15 0,1 3 36,3-8 0,-3 3-41,3 1 0,-1-1-1,0-3 1,0 3-105,4-3 0,-3 3 74,3 1 0,-1 0-7,1 0 1,3 3 91,-2 1 0,-2 5 100,1-2 1,-3-1-92,3 1 1,0 1 121,4 3 1,-3 5-84,-1 2 0,-3 3 66,3 1 1,-3 0-59,3 0 1,-4 0 80,0 0 0,2 0 17,-1 0-81,0 0 0,-4 0 32,0 0 68,0-5 5,0 4-150,0-9 1,-2 4-60,-1-5 1,1-1 82,-1-3 1,-2 2-1,1-6 1,1 1 26,3-4 16,0 0 0,0 0 5,0 0 0,0-1 102,0-3 32,0 3 1,0-4-116,0 5 1,4 1 84,4 3 0,-2-2-98,1 5 1,1 1-117,3 3 0,1 0-179,3 0 0,-3 5 64,3 2 1,-7 4-79,-1 4 1,1-2 102,3 5 1,-1-4 36,-3 1 0,2 1-616,-6-2 0,6 1 683,-2-4 0,8 0 0,2 0 0</inkml:trace>
  <inkml:trace contextRef="#ctx0" brushRef="#br0" timeOffset="10520">3251 1225 7661,'0'-11'250,"0"0"1,-5 3-38,-2 1 0,1 1-12,-1-2 1,-1 3 77,-3 5 1,0 2 112,0 1 1,0 2-343,0 3 1,4 5 20,-1-2 0,6 4-92,-2 0 0,3-2 20,1 5 1,0-4-142,0 1 1,0 0-54,0 0 1,4 0-197,-1-4 0,6-1 203,-2-3 0,-1 2-284,2-6 173,-1 1 0,4-4 64,0 0 0,-1-1-9,-3-3 143,3-2 0,-5-5 119,2 0 0,-2 0-35,-5 0 1,0 0 185,0 0 0,0 0-140,0 0 1,0 0 144,0 0 294,0 0-102,0 0 23,0 0-149,5 5-45,-4 1 0,6 6 106,-4 3-153,-2 2 1,6 5 31,-4 0 0,-2 0-4,3 0 0,1 0-82,-1 0 0,4 0 7,0 0 0,-2 0-16,1 0 0,0-5-66,5-2 1,-5 1-175,0-2 0,1 1-137,3-4-81,0 0 0,0-1 80,0-3 0,-2-2-56,-1-5 1,-2 2 89,-2-2 0,-3 3 52,3-7 0,-3-1 132,-1 1 1,-1-4 0,-3 0 1,-2-1 171,-5-2 0,1-1 105,3 1 0,-3 0 255,2 0 1,0 0-139,0 0 0,2 1 197,3 3 0,1 2 36,-1 5 1,2 4 442,1-1 76,0 6-688,0-3 0,4 10-17,4 2 0,-1 4-110,4 4 0,-2 2-21,5 5 1,-1 5-83,-2 3 0,0-2-12,0 1 0,0-3-599,0 3 1,-1-3 71,-3 3 0,2-5-220,-6-2 1,5-1-110,-5-7 0,2 2-1991,-1-1 1052,-3-8 36,9 3 1617,-4-10 0,5-29 0,0-8 0</inkml:trace>
  <inkml:trace contextRef="#ctx0" brushRef="#br0" timeOffset="10771">3395 784 7661,'-6'-5'805,"-3"2"1005,5-4-898,1 4-255,3-1 1,6 8 255,5 4 1,10 8-242,8 6 0,4 2 18,4 9 1,-2 0-283,6 12 1,-2 0-191,1 6 1,-4 2-210,-10-5 0,-7 0-205,-11-4 0,-5-3-179,-6-4 0,-7-5-432,-5-10 0,-1-5-1476,1-2 1,2-3 352,-5-1 1930,4-5 0,-2-11 0,5-7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35.55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100 607 7461,'-6'0'1467,"1"-2"-451,5-1-11,0 2-780,0-4 1,0 3-33,0-1 1,-1 2 204,-3-3-283,3 3-1,-4 6 1,1 1-373,1 5 0,-5 0-65,5 0 1,-5 1 151,5 3 1,-5-2-144,5 6 0,-5-6 23,4 2 0,-3 1-8,3-2 0,0 1 7,0-4 86,3 0 215,-4 0 1,10-5-15,2-2 1,-1-3 206,1-1 1,5-1-157,2-3 1,2-2 73,-1-5 0,-2 0-82,6 0 0,-5 1 22,5 3 1,-5-3-53,5 3 1,-2-2-6,1 2 1,0-2 3,-4 6 0,-2-1-23,3 4 1,-3 0 33,-1 0 0,-1 1-16,-2 3 0,-4 2 9,-4 5 0,0 1-48,0 3 1,-2-2-93,-5 6 0,-1-1 69,-6 4 1,-2-5-129,1-2 0,-1 1-349,1-1 1,3-2 77,-3-6 0,3 2-413,1-5 872,0-1 0,15-37 0,3-9 0</inkml:trace>
  <inkml:trace contextRef="#ctx0" brushRef="#br0" timeOffset="248">166 541 8168,'-11'-12'0,"1"5"1661,3 0-419,-3 4-133,9-6-472,-4 7-393,5-3 1,5 5 24,2 0 0,-1 2 0,2 1 0,3 2-122,3 3 1,5 1-129,-4-1 1,4 3-633,0 3 0,-2-1-75,1 1 1,-3-1-374,3-2 1,-3 0 485,3 0 0,-3-4-177,3 0 1,-4 0 751,0 0 0,8-27 0,2-10 0</inkml:trace>
  <inkml:trace contextRef="#ctx0" brushRef="#br0" timeOffset="567">508 419 8135,'-6'-5'202,"1"3"184,5-5 1,-1 3 161,-3-3 23,3 4-180,-4-2-383,5 5 1,-1 0 29,-3 0 1,3 1-274,-3 3 1,2 2-27,-2 5 0,3 0 66,-3 0 1,3 4-5,1 0 0,0-1 47,0-3 0,0 4-85,0 0 1,5-2 126,2-5 1,-1 0 13,2-4 0,0 0 55,7-4 1,-3-2 152,3-1 0,1-3 161,-2-6 0,1 0 5,-4-2 0,-4 0-27,1-4 0,-6 1-239,2-2 1,-3 3-228,-1 5 1,-5 1-93,-2 3 1,-4 2-463,-4 5 1,-1 0 445,-2 0 1,-2 1 322,6 3 0,-6 17 0,3 8 0</inkml:trace>
  <inkml:trace contextRef="#ctx0" brushRef="#br0" timeOffset="815">574 364 8093,'-4'-7'299,"1"-1"0,-1 5 477,4-5 1,1 6-278,3-2 1,-2 3-42,6 1 0,-1 0-148,4 0 0,0 0-85,0 0 1,5 5-1,2 2 0,7 7-57,1 0 1,3 5-122,-3-4 1,4 3-27,0-3 1,-3 3-342,-2-3 0,-6-1-60,-4-3 1,-2-1-1263,2-2-69,-8 1 853,8-7 858,-14 2 0,-16-18 0,-9-5 0</inkml:trace>
  <inkml:trace contextRef="#ctx0" brushRef="#br0" timeOffset="1056">563 386 8091,'-10'-11'197,"3"0"0,-2 0 384,6 0 1,-1 0-370,4 0 0,5-1 85,2-3 1,4 3-30,4-3 0,-2-1-4,6 2 0,0 0 29,7 7 0,-3-3-155,3 3 1,-3 2-147,-1 1 1,0 3-12,0 1 0,-1 5-324,-2 2 0,-8 3-592,-8 1 0,-1 4 309,-2-1 0,-2 6-36,-1-2 0,-3 2 662,-5-2 0,-30 13 0,-7-2 0</inkml:trace>
  <inkml:trace contextRef="#ctx0" brushRef="#br0" timeOffset="1492">839 177 8062,'7'0'408,"0"0"0,1-4-162,3 0 1,0-3 49,0 3 1,0-4 135,0 0 1,0 2-378,0-1 1,0 3 114,0-3 1,0 1-155,0-2 0,0 2-43,0 3 1,-4-2-97,1-3 0,-5 2 59,5 3 1,-5 0-252,5-4 0,-6 3 107,2-3 1,-3 3 114,-1-3 1,0 3-111,0-3 0,0 3 63,0-3 1,-1 4-86,-3 0 1,2 0 71,-6-1 1,1 3 55,-4-2 1,0 1 28,0 2 0,-1 5 126,-3 3 0,3-2-80,-3 1 0,3 0 132,1 4 0,3 0 1,1 0 0,1 2 240,-1 1 0,2-1-14,5 1 0,0-1 95,0-2 0,5 0 97,2 0 1,8 0 9,3 0 0,7-5 141,0-2 0,6-3-237,-2-1 1,4-5-131,4-2 1,-3-7-175,3-1 1,-6-4-181,-2 0 0,-8 3-260,1 2 1,-7-2-633,-1 1 1,-5 2 932,-2 5 0,-14 8 0,0 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32.747"/>
    </inkml:context>
    <inkml:brush xml:id="br0">
      <inkml:brushProperty name="width" value="0.11429" units="cm"/>
      <inkml:brushProperty name="height" value="0.11429" units="cm"/>
      <inkml:brushProperty name="color" value="#008C3A"/>
    </inkml:brush>
    <inkml:brush xml:id="br1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34 2040 15476,'-6'0'-974,"1"0"1294,5 0 170,-5 0-244,4 0 221,-4 0 1046,5 0-1294,-5 0-18,4 0-97,-4 0-18,5 0-115,0-5 189,0 3-100,0-2 1,1 2 810,3-1 58,-3 1 11,9-7-446,-4 3 1,5-6 3,0 1 1,-4 4 27,1 0 0,-1-1-56,4-3 1,0 0 26,0 0 1,0 0-409,0 0 1,0 0 85,0 0 0,4-5-96,0-2 0,3 1 13,-3-2 0,3 2-14,-3-1 1,4-3-16,0 3 0,-3 1-22,-2-2 0,2 4 6,-1-3 0,5 1-97,-2-1 1,-1-2-12,1 5 0,-4-3 53,1 3 1,1-3-4,-2 3 1,2-3 220,-1 3 1,-3-5-135,3 2 0,2-3-2,1-1 0,3 0-25,1 0 0,1-1 46,3-3 0,1-2 58,3-5 0,0 2-16,-4-2 0,5 3 111,-2-7 1,2 3-90,-2 0 0,2 3 78,-6 1 1,2-2-57,-1 3 1,2-7-11,5 0 0,-2-1-75,2 4 0,-1-5-185,8-3 1,-1-1 112,2-2 0,-3 1-50,-5 2 1,0 0-105,0 4 0,0-2 246,0 6 0,-5-2 180,-2 10 1,-4 2-172,-4 5 1,2 2 11,-5 1 57,-5 1-65,-1 8-35,-7 0-290,2 1-976,-4 5-1516,0 0-1258,0-5 835,0 4-717,0-4 3431,0 5 0,-9-5-1,-4-1 1</inkml:trace>
  <inkml:trace contextRef="#ctx0" brushRef="#br1" timeOffset="832">1577 165 8252,'-11'-6'-304,"4"1"-261,0 5 727,4 0 104,-7 0 1,8 0 242,-5 0-291,4 0 1,-3 0 283,2 0-110,3 0 2,-4 0 309,5 0-553,5 0 0,2-3-227,8-1 0,-1-4-30,4 0 0,0-2 2,4-1 0,0 0 9,1 0 0,-1 0-140,0 0 1,0 4 111,0 0 0,-1-1 22,-3-3 1,-2 4 6,-5-1 0,0 6-62,0-2 83,0-2 1,-4 5-47,1-3 67,-6 3 1,3 2 3,-5 3 28,0-3 1,0 9-7,0-3 1,0-1-2,0 2 0,0-1 31,0 4 1,-1 4 14,-3 0 1,2 4 79,-6 0 1,1 1-58,-4 2 1,0 1 105,0-1 1,0 0-119,0 0 1,0-2 6,0-1 0,0 0-77,0-4 1,3 0-175,1-4 1,3-4 179,-3 1 1,5-5-261,-2 5-224,3-6-42,1 3-413,0-5 332,0-5 642,5 4 0,-4-9 0,4 4 0,-5-25 0,0-4 0</inkml:trace>
  <inkml:trace contextRef="#ctx0" brushRef="#br1" timeOffset="1091">1621 232 8251,'-11'0'0,"0"0"37,0 0 1,0 0 548,0 0 235,0 0-548,0 0-337,5 0 193,1 0 1,5 1 36,0 3 1,5-2-33,2 5 1,3-3-31,1 3 0,4-1-94,0 2 1,-1 2-83,-3-3 1,4-1-231,0 1 0,-4 0 53,-4 0 0,1 1-118,3-4 1,-4 3 60,0-3 0,-3 1-486,3-1 438,-4-3 1,3 4-442,-2-5 795,-3 0 0,2-5 0,-6-2 0,2-3 0,-3-1 0,-2 0 0,-15-20 0,-8-4 0</inkml:trace>
  <inkml:trace contextRef="#ctx0" brushRef="#br1" timeOffset="1690">1599 221 8251,'-11'0'-35,"0"0"0,0 0 202,0 0 293,0 0 21,0 0 0,5 0-190,1 0-306,15-5 0,-3 3 168,8-1 1,-1-3-107,0-2 0,0-1 11,4-3 0,-3 1 23,3 0 0,-1 0-36,2 0 1,0 4-25,-4 0 0,1-1-161,-1-3 0,-3 2-16,3 1-303,-3-2 90,-1 9 294,-5-9 0,-1 10 0,-5 0 70,-5 5 1,-1 6 28,-5 0 0,-4 2 11,0 1 0,1-2 28,3 3 1,0-3-23,0-1 1,-3 0 143,3 1 1,-2-1 34,5 0-23,-1-5-118,-3 3-14,6-7 67,1 3-132,15-15 1,-1-1-19,9-8 1,-3 2-9,3 3 0,-3-2-110,3-3 0,-1 0 63,2 4 0,0 0-10,-4 4 1,0 0-130,-4 0 138,0 0-32,0 5 1,-5 2 96,-2 8 1,-4 3 15,-4 8 1,0-1-22,-7 4 1,3 0 1,-7 4 0,3-1 35,1-2 1,0 0 111,0-4 0,0 3 34,0-3 0,1 0 51,3-4-106,-3 0 95,9 0-106,-9-5 0,10-2 2,0-8 1,1-4 13,6-6 1,1 0-96,3-4 0,1 0-10,3-4 0,-3-1 148,3 1 1,-3 4-10,-1 0 0,-1 4 169,-3-1 1,2 3-137,-6 1 1,5 4 463,-5 0-628,1 4 0,-5 3-186,-3 7 0,-2 3-102,-5 1 1,0 5 177,0 3 1,4 0-1215,-1 0 1,2 1 1301,-1-1 0,21-3 0,11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40.12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23 99 8238,'0'-11'368,"0"5"-255,-5 1 162,4 5-107,-4 0 1,5 5 134,0 3 1,-2 5-158,-1 2 1,2 4 26,-3 0 1,3 2-103,1 1 1,0 0-129,0 0 1,1 0-222,3 0 1,-1-1 158,8-3 1,-2 2-303,6-6 1,2 1-132,1-4 0,7-5 552,0-2 0,40-32 0,6-9 0</inkml:trace>
  <inkml:trace contextRef="#ctx0" brushRef="#br0" timeOffset="1067">375 66 8135,'2'-6'-1276,"0"1"1705,2 0 42,4 4 0,-5-5 284,4 2-251,-4 3-60,6-4-99,-7 0 60,3 4-121,-5-4-299,0 5 1,-5 4-195,-3 0 1,-1 4 77,-2 0 0,-4-2-277,0 1 0,-3 0 24,3 4 1,-3-3-194,3-1 0,0-1 206,4 2 1,0 0-16,0-4 0,0 3 386,0-3 0,15-5 0,3-5 0</inkml:trace>
  <inkml:trace contextRef="#ctx0" brushRef="#br0" timeOffset="1299">254 33 8165,'-10'-7'790,"3"0"-148,2 4-84,5-2 30,0 0-17,0 4-369,0-4 0,0 6-61,0 3 0,1-1-91,3 4 0,1-3-275,2 3 0,3 0-88,-3 4 1,3 0-424,1 0 0,0-1 302,0-2 1,0 1-684,0-1 1117,0 2 0,30 5 0,7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42.71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 23 8269,'-8'-4'559,"1"1"0,4-2-245,0 1 0,3 3 98,3-3 0,4 3-98,4 1 0,5 0-61,2 0 1,3 5-16,1 2 0,1 3-46,3 1 0,-3 1-132,3 3 0,-3 1-6,-1 2 0,-3 3-254,-1-3 1,-8 2-90,1-2 0,-8 2-340,1-5 1,-3 3-768,-1-3 1,-5-2 1395,-2-5 0,-13-13 0,-3-8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8:49.50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1465 1269 7843,'6'6'-1770,"4"-1"1677,-9-5 268,9 0 299,-9 0-233,4 0 15,-5 0 8,5 0-88,-4 0 158,4 0 3389,-5 0-3496,-5 0 0,-1 0 49,-5 0 0,-6 0-2,-5 0 0,0 0-133,-4 0 1,-2 0-145,-1 0 1,-3 0-75,-1 0 1,5 0-410,2 0 0,6 0-326,2 0-467,4 0-1168,3 0 2447,11 0 0,56-5 0,16-1 0</inkml:trace>
  <inkml:trace contextRef="#ctx0" brushRef="#br0" timeOffset="466">1520 1136 8164,'11'0'353,"0"0"0,-3 0 497,-1 0-263,-4 0-101,1 0-139,-13 0 1,-2 0 117,-8 0 1,-5 2-233,2 1 1,-8-1 29,1 1 1,-2-2-163,2-1 1,-2 4-213,5 0 0,-3-1-699,3-3 1,-2 0-19,6 0 1,-1 2-1631,8 1 1576,0-1 882,9 2 0,60-18 0,20-5 0</inkml:trace>
  <inkml:trace contextRef="#ctx0" brushRef="#br0" timeOffset="925">1278 1015 8142,'0'-11'768,"0"5"1,0 0-220,0 2 137,0 3-209,0-4 0,-1 6-271,-3 3 0,-2-2 0,-5 6 0,0-1-16,0 4 0,-5 1-151,-3 3 0,0-3-64,0 3 1,-1 1-257,1-1 0,-2 1-102,-1-2 0,2-1-84,1 1 1,3-2-341,5 0 0,0-5-353,0 0 359,5 1 0,1-1 801,5 0 0,0-4 0,0 2 0,15-15 0,3-2 0</inkml:trace>
  <inkml:trace contextRef="#ctx0" brushRef="#br0" timeOffset="1148">958 1247 8142,'-6'0'704,"-4"0"-154,9 0 44,-4 0 254,5 0-232,-5 0-220,4 0 1,-3 0-92,8 0 0,-2 5 97,6 2 0,3 3-356,3 1 0,6 0 15,-2 0 0,4 1 1,4 3 0,-3-3-379,3 3 0,1-3-693,-1-1 0,0 0 558,-4 0 452,-5 0 0,-6-10 0,-6-2 0</inkml:trace>
  <inkml:trace contextRef="#ctx0" brushRef="#br0" timeOffset="2351">197 607 7995,'0'-7'179,"2"1"287,1 1 0,-1-4-130,1 2 1,-2 1 373,-1-2-415,5 1 0,-3-4 167,1 0 0,-2 4 57,-1-1-260,0 1 1,-1-3-180,-2 3 1,0-2 14,-4 6 1,-1-1-51,-3 4 1,-3 0-82,-1 0 0,-3 1-366,3 3 1,-1 2 113,1 5 0,-1 4-253,-2-1 1,2 6 156,5-2 1,1 2-159,3-2 0,1 3 56,2-2 0,3-4 192,-3 0 0,4-3 189,4-1 1,2-1-112,5-2 1,4-3 111,-1-5 1,2 0 15,-1 0 0,-3-5 218,3-3 0,-3 2-93,-1-1 1,-1-1 140,-3-3 0,3-3 179,-2-1 1,0 0-57,-1 4 0,0 1 76,-4 3 1,-2-3 190,3 3-272,-3-3 0,-1 3 185,0-1-270,0 6 1,-1-3-101,-3 5 1,3 1-221,-2 3 0,-2-2-16,1 6 1,0-1 87,4 4 1,2 4 80,1 0 1,0 3-216,4-3 1,0 4-133,4 0 0,2 1 152,1 3 0,-1-1 62,1 0 1,-3-2 43,-3-1 0,0 0-13,-4-4 0,0 3-75,-4-3 0,-5 0-95,-3-4 1,-5-4-220,-2 1 0,-3-6 1,3 2 1,-3-3-31,3-1 0,-3-2 476,3-6 0,20-43 0,8-20 0</inkml:trace>
  <inkml:trace contextRef="#ctx0" brushRef="#br0" timeOffset="2676">451 541 8015,'7'-5'-73,"1"-2"477,-6 2 699,8-5-624,-9 9-249,4-4 1,-6 5-205,-3 0 0,-2 5 2,-5 2 0,0 3-86,0 1 1,0 0 17,0 0 1,0 4-172,0 0 0,3 0 144,1 0 0,1-3-154,-1 3 1,2-3 242,5-1 0,0 0-94,0 0 0,5-4 251,2-4 1,8-2 16,3-1 0,2-1 34,-2-2 0,2-7-90,-6-5 0,1-3-4,-4 3 0,-5-3-394,-2 3 0,-3-3-523,-1 3 0,-5 0 423,-2 4 358,-8 0 0,8 5 0,-3 1 0</inkml:trace>
  <inkml:trace contextRef="#ctx0" brushRef="#br0" timeOffset="3126">760 299 8246,'-4'-8'1282,"0"1"-507,1 4 86,3-6 13,0 7-578,0-2 0,0 5-21,0 2 1,5 5-14,2 6 0,4 0-230,4 4 1,-2 1-82,5 3 1,-4 0-66,1 0 1,1 0 166,-2 0 0,1 0-50,-4 0 1,-4-4-930,1 1 0,-2-6-3145,1 2 4071,-2-3 0,-5-20 0,0-6 0</inkml:trace>
  <inkml:trace contextRef="#ctx0" brushRef="#br0" timeOffset="3502">958 442 8066,'11'0'-948,"0"-5"1,0 4 1574,0-3 1,0 2-131,0-2 0,-3 3-79,-1-3 0,0-1-147,4 1 1,0-3-70,0 3 1,-3-3-36,-1 3 1,0-3 28,4 3 0,-1-4-16,-2 0 0,1 2 209,-1-1-467,-3 0 1,3-4-15,-4 0 0,0 3 59,-4 1 1,0 3 30,0-3 1,-5 4-98,-3 0 0,-2 2 80,-1 1 1,-1 0-10,-2 0 0,1 1 102,-1 2 1,1 0 15,2 4 0,0 1-7,0 3 0,1 0 2,3 0 0,-1-3-19,4 3 1,0-2 12,4 6 1,0-3-227,0-1 1,5 4 139,2-1 1,7 1 52,1-4 1,8 0-608,-1 0 1,4-1-858,-1-3 1,0-2 528,4-5 889,-4 0 0,31-44 0,3-11 0</inkml:trace>
  <inkml:trace contextRef="#ctx0" brushRef="#br0" timeOffset="3852">1388 100 8096,'0'-11'334,"0"0"1,1 0 71,3 0 1,-3 4 1415,3-1-1363,-3 1 1,-2-3-180,-3 3 1,-2-2-145,-5 6 0,0-1-120,0 4 0,-4 0-235,1 0 0,-2 1 31,1 3 1,3 2-17,-3 5 1,0 1 193,4 3 1,-1-2-113,8 6 1,1-2 44,3 1 0,0 7-4,0-3 0,6 2-28,5-2 0,1 4-132,6 0 1,4 3 88,4-3 1,1 0 20,-1-4 0,-3-5-19,3-2 1,-4 0 11,-4 0 0,-2-5-134,-5-6 1,-3-3-502,-1-1 51,-5 0 0,2 0 722,-8 0 0,-21-34 0,-11-9 0</inkml:trace>
  <inkml:trace contextRef="#ctx0" brushRef="#br0" timeOffset="4024">1223 343 9048,'5'-6'512,"1"-1"-324,5 4 1,5 0-140,2-4 1,3 3-66,1-3 0,5 3-366,2-3 0,2 4-734,-2 0 0,3-2 1116,-3 1 0,28-19 0,7-2 0</inkml:trace>
  <inkml:trace contextRef="#ctx0" brushRef="#br0" timeOffset="4267">1597 45 8096,'-7'-11'974,"0"0"0,4 4-85,0-1-313,-3 6 170,4-3-372,-3 5 1,10 5 184,3 2 0,3 8-334,3 3 0,2 3-178,3 1 1,1 0-56,-1 0 0,0 4-305,0 0 0,2-1 114,-3-3 1,2 0-228,-2 1 0,-1-3-931,-2-1 1,-7-3-825,3-5 591,-2 0 1590,-3-5 0,-1-31 0,-5-11 0</inkml:trace>
  <inkml:trace contextRef="#ctx0" brushRef="#br0" timeOffset="4458">1608 221 8097,'-9'-7'563,"1"0"0,3-1 111,5-3 1,3 2 439,4 1 1,7 0-637,11 4 0,5-3-166,7 3 1,-2-3-581,6 3 1,-6-3-682,2 3 1,-4 0 682,-4 4 266,-2 0 0,-15-5 0,-2-1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02.4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67 122 6786,'-6'-5'2238,"1"4"-1875,5-4-68,0 5-71,0 5 0,0 5-138,0 4 0,-4 2-40,1-1 1,-1 2-172,4 5 1,-1 0 44,-3 0 0,3 0-232,-3 0 1,-1 0 74,2 0 1,-5-3-49,5-1 0,-2-4-36,1 0 1,3-5-278,-3-2 62,3-4 121,1 2 415,0-15 0,1-1 0,3-8 0,-2-1 0,6 1 0,-5-2 0,5-1 0,-5 0-33,5 0 1,-6-1 44,2-3 1,1 3-25,-2-3 0,1 3 442,-4 1 1,4 0-84,-1 0 1,1 4 462,-4-1-474,5 6 0,-3-2-5,6 8 1,-5 2-234,5 5 1,-1 5 102,4 2 0,4 8-160,0 3 1,1 4-39,-2 4 0,3-2-145,5 6 1,-3-2-157,-1 1 0,-3-1-376,3-2 1,-4-3 436,0 3 1,2-4-52,-1-3 288,-5-8 0,-10-16 0,-6-8 0</inkml:trace>
  <inkml:trace contextRef="#ctx0" brushRef="#br0" timeOffset="206">45 243 7978,'-6'0'1239,"1"-5"1,6 4-1038,3-3 1,3 3-398,8 1 0,3 0-438,8 0 1,3 0 632,8 0 0,47-5 0,15-1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07.5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177 111 8887,'-8'0'-229,"1"0"56,5 0 74,-8 0 2,9 5 0,-5-3 93,2 6 0,3-5-4,-3 5 0,3-5-1,1 5 0,0-5-25,0 5 0,0-5 22,0 5-41,5-6 28,1 8 1,5-9 25,0 3 1,-4-3 5,0-1-8,1 0 1,3 0-4,0 0 1,-4 0 140,1 0 0,-5 0 20,5 0 0,-6-5 140,2-2 0,-3 1-111,-1-2 0,0 5 372,0-5-336,0 1 1,-5-4 34,-2 0 0,-3 4-125,-1-1 1,0 6 26,0-2 0,-1 3-201,-3 1 1,3 0 36,-3 0 0,-1 1-83,1 3 0,1 2 78,3 5 1,3 1-183,1 3 1,4-2 54,0 6 0,2-5-167,1 5 0,4-6 117,4 2 0,3-3-116,4-1 0,-2 0 37,5 0 1,0-5 140,0-2 0,1-3-22,-4-1 1,4 0 46,-5 0 1,5-5 152,-5-2 0,1-3-69,-4-1 1,-1-3 224,-3-1 0,2-1-25,-6 1 0,1-1 218,-4-2 0,0-2 100,0 6 1,0-2-184,0 1 1,-5 3 25,-2-3 1,-3 3-173,-1 1 1,-1 1 16,-3 3 1,2-2-39,-6 5 1,1 1-188,-4 3 0,1 0 89,3 0 1,-3 5-120,2 2 1,-1 6-11,-2 2 0,4 3 38,4-3 1,1 5-90,2-2 1,5 7 19,3 0 1,1 1-197,2-4 0,5 0 38,3 0 1,6-3-93,5-1 0,2-5 95,1 2 1,3-8-53,1-3 0,3 1 146,-3-1 0,0-2-2,-4-5 1,-1-4 38,-3-4 0,3-3 51,-3-1 1,-2-5 160,-1 2 1,-4-3-18,-4-1 1,2 0 207,-5 0 1,-1 4-24,-3-1 0,0 1 120,0-4 1,-5 1 130,-2 3 1,-4-2-149,-4 5 0,2 2 30,-6 6 0,1-2-181,-4 5 0,-4 1-8,1 3 0,-2 0-19,1 0 0,3 5-183,-3 2 1,6 4 154,2 4 1,4 2-120,0 5 1,3 0-453,3 0 1,0 0 170,4 0 0,2 4-92,5-1 0,5 1 130,6-4 1,4-5 22,4-2 0,1 1-25,3-1 0,-3-6-78,3-5 1,-3-3 93,-1-1 1,0 0 54,0 0 0,0-5 133,0-2 1,-5-4-12,-2-4 1,-3 2 199,-1-5 0,-1 0-196,-3 0 0,-2-3-34,-5 3 0,0-3 204,0-1 1,-5 4 214,-2-1 0,-4 5 13,-4-5 1,2 6 218,-6-2 1,2 4-199,-1 4 1,-3-2-130,3 5 0,-3 1-279,-1 3 1,1 2 88,3 5 0,-2 1-172,5 7 0,1 2 112,3 1 1,3 2-114,1-2 1,5 3-24,-2-3 1,4 3-190,4 1 1,2 0-63,5 0 1,3-5 87,1-2 1,3-4-33,-3-4 1,4 2 171,-5-5 0,6-1 49,-2-3 0,-1-3-27,2-1 1,-6-5 15,2 2 1,-3-4 34,-1-4 0,-1 3 35,-3-3 1,-1-1 93,-2 2 0,-3-5 207,3 5 1,-4-5 166,-4 5 1,-2-1-139,-5 4 1,0 1 20,0 3 0,-4-2-155,1 5 1,-5 1-56,5 3 0,-5 0 27,5 0 1,-5 1-117,5 3 1,-1 2-113,4 5 0,0 4 47,0-1 1,1 2-192,3-1 0,2-3 54,5 3 1,0 1-35,0-2 1,1 1 118,3-4 1,3-1 24,8-3 1,-3-1 2,3-2 0,1-3 18,-2 3 0,1-3-19,-4-1 1,0-1 52,0-3 0,0-2 115,0-5 1,-1 3-62,-3-3 1,-2 4 157,-5-7 0,0 4-141,0-5 1,0 3 127,0 1 1,-5 4-116,-2-1 0,-3 2 16,-1-1 1,-4-2-72,1 6 1,-2-1 13,1 4 1,3 0-111,-3 0 0,3 1 56,1 3 0,1-2-155,3 6 1,-2-1 97,5 4 1,1 0-152,3 0 1,0 0 70,0 0 0,1-1 21,3-3 0,2 3-1,5-3 0,0 0 98,0 0 1,0-3 6,0 3 1,0-5-20,0 2 1,0-3 15,0-1 0,-1-1 17,-3-3 0,2 2 104,-6-5 1,1 3 95,-4-3-145,0-1 1,-1-3 190,-3 0 0,-1 4-27,-2-1 0,-3 5-112,3-5 0,-3 6-74,-1-2 7,0 3 1,0 1-23,0 0-143,0 0 1,1 1-177,3 3 257,-3 2 0,9 5-20,-3 0 1,3-4 24,1 1-18,0-1 124,5 4 1,1-1 168,5-3 1,-4-2 114,0-5 20,1 5 0,3-4 42,0 3 1,-4-4-113,1-4 1,-6 2 73,2-5 1,-3 3-146,-1-3 0,4 3-165,-1-3 0,1 3 227,-4-4-363,0 6-322,0-8 1,-1 9-1797,-3-3 1444,3 3 770,-4 1 0,5 20 0,0 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14.32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11 7863,'0'-6'158,"0"1"-1383,0 5 1337,5 5-47,-4-4 1,8 9-24,-6-2 0,2-2-74,-1 1 35,-3 0 0,8 4-5,-6 0 1,5 0-13,-5 1 0,5 0 26,-5 2 1,6-1-11,-2 1 0,2 4 90,-2 0 1,7 3-38,-3 1 1,3 0 92,1 0 0,2 4-136,5-1 0,0 6 5,0-2 0,0 3-11,0 1 0,1 0 1,-1 0 0,0 2 22,0 1 0,0-1-13,0 2 0,0-3 29,0-1 0,5 5 26,2 2 0,-2 3 5,-1 1 1,2 2 1,1 1 1,3 0 107,1 4 1,0-4-86,1 1 0,-5-3 99,0-1 1,1-3-151,3-1 0,-1-1-91,-3 2 0,-2-5 73,-5-6 1,-1 0-129,-3-4 0,-2-4 16,-5-4 0,-1-8 100,-3 1 0,-1-7-322,-2 0-199,-3-3-432,4-1 933,-5 0 0,-5-15 0,-1-3 0</inkml:trace>
  <inkml:trace contextRef="#ctx0" brushRef="#br0" timeOffset="1534">1026 1367 7618,'0'-11'-198,"0"0"1562,0 0-935,0 0 1,4 4 153,-1 0-230,1 4-260,-4-2-257,0 5 136,0 5 1,1 1 145,3 5 0,-3 5-21,3 3 0,2 5-192,1 2 1,3 4 113,1 0 0,0 3-8,0 4 1,0-3-11,0 3 1,-1-7-134,-3 0 0,3-6 40,-2 2 1,-2-4 65,1-4 1,-4-2-26,0-5 19,-2-5 0,-2-1 6,-2-5 1,-4 0-42,-4 0 0,-5-6-109,-2-5 0,1 0 77,-1-4 1,-2-2-17,-6-1 0,2-4-116,-6-4 1,6 3 80,-2-3 1,3 7 214,1 0 1,0 6-150,0-2 0,1 3-45,3 1 211,2 5 450,9 1-266,3 5-54,4 0 0,4 0-42,4 0 1,-2 0-78,1 0 1,1 0 5,3 0 11,0 0-164,0 0 0,0 0 189,0 0-106,0-5 0,0 0 38,0-2 0,-4-3 17,1 2 0,-1 2 154,4-1 1,-4 0-108,1-4 1,-2 0-30,1-1 1,3 3 33,-3 1 0,-1-1 231,2 1 292,-6 3-231,3-5-228,-5 9-253,0-4 1,-1 7-155,-3 1 1,-2 3 9,-5 5 1,0 2-1,0 1 1,0-1 154,0 1 0,0 0-110,0 0 1,4-1 58,-1 1 0,2-1-105,-1-2 1,1-4-14,2 0-28,3 1 0,-4-1-447,5 0 433,0-4 0,3 1-81,1-8 1,5 1 89,-2-4 0,3 0-35,1-4 1,-1 0 91,-3 0 1,3 0 123,-3 0 0,3 0-46,1 0 1,-4 0 187,1 0 1,-5 0 530,5-1-383,-6 1 0,7 0 161,-6 0-210,1 0 1,-4 4 567,0 0-471,0 4-186,0-2 1,0 7-15,0 1 0,0 5-12,0 6 1,0 0-104,0 4 1,1 1 24,3 3 0,-2 1 14,6 3 0,-1-3 1,4 3 0,-1 1-6,-3-2 1,3-3 7,-3-3 0,-2-6-9,-1 2-86,2-3 39,-5-6 0,3-2 36,-8-8 0,-2-2 32,-5-5 0,0-5-3,0-2 1,0-3-14,0-1 1,-4 4-4,1-1 1,-1 2 11,4-1 1,4-2 23,-1 5-45,1 1 0,1 3 53,1 4 1,5 4-38,0 6 1,1 4 0,3 4 0,3 5-65,8 2 1,-3 3-6,3 1 0,-3 0-1,-1 0 1,0 0-133,0 0 1,0-4 99,0 1 1,-5-6-299,-2 2 415,-3-3-46,-1-6 0,-1-1 167,-3-5 0,-2-8-79,-5-3 0,-1-4 189,-3 0 0,3 2-130,-3-6 0,3 5-27,1-5 0,0 6-41,0-2 1,0 3 10,0 1-209,5 0 217,-4 0-43,9 5-13,-4 1 1,9 6-4,-1 3 1,6 2-9,-2 5 1,7 0 11,0 0 0,1 4 88,-4-1 1,0 1 6,0-4 0,0 0 79,0 0 0,0-1-167,0-3 1,-1 3 3,-3-3-19,3-2-229,-4 0 180,0-5 0,-2-5-193,-8-2 1,-2-3 208,-5-1 0,0-4-25,0 1 0,-4-2 86,1 1 0,-1 3-35,4-3 1,0-1 140,0 1 0,0 2-124,0 6 0,4-2 57,-1 5 78,6-4 15,-3 7 1,5 1-50,0 7 0,1 3 5,3 1 1,2 1-244,5 3 1,0-2-384,0 6 0,-1-6-1522,-3 2 2026,3 2 0,-4-5 0,5 4 0</inkml:trace>
  <inkml:trace contextRef="#ctx0" brushRef="#br0" timeOffset="3518">45 89 7097,'6'-2'-492,"-2"-1"0,-2 1 628,2-1 25,-3 1 87,4 2 42,-5 0-182,0-4 1,0 1 4,0-4 0,-1 4 247,-3 0-282,3-3 0,-8 3 87,6-4-55,-1 4-15,4-2 167,-5 5-32,4 0 46,-4 0-186,5 0 1,1 7 9,3 4 0,2 1-28,5 6 1,0 1-5,0 3 0,5 5 117,2 2 1,4 8 5,4 3 0,2 4-229,5 4 0,4 2 70,0 5 0,4 4-10,0 0 1,-3 0 17,-1-4 1,-3-5-2,-1-2 0,-4 2-19,1 1 1,-2-2-111,1-1 1,-2-6 39,-5-2 1,0-4-29,0 1 1,-3-8 82,-1-3 1,-4-3-71,0-1 0,-1-1-170,-2-3 1,0-2 116,0-5 0,-5-3-132,-2-1 101,2 0 2,-5-1 105,4-1 1,-6-10 14,-3-2 0,1-6 3,-4-2 0,-2-5-10,-5 2 1,2-7 241,-3 0 1,-1-5 26,1 5 0,-3-6 27,3 2 0,-4-3-95,0-1 0,-2-2 54,-1-1 1,0 1-45,0-2 0,0-5 79,0-2 0,-4-3-22,1 3 1,-5-1-53,5-3 0,-5 2 12,4-1 1,4 7-134,4 7 1,5 5-205,-2 6-81,3 5-477,5 1 120,3 10-202,4 1 0,0 14 537,0 2 0,1 7 169,2 0 1,4 4-126,4 4 1,5 4-28,2 6 1,8 5 172,3 7 0,-1-2 252,2 6 0,0 0-178,7 7 1,2 6 119,5 5 0,0 3-148,0-3 0,1 1 75,-1-1 0,-9-12-43,-2-3 1,-8-12 42,-3-7 0,-4-6 149,-3-5 0,-7-7-32,3-7 236,-7-5-331,1-6 0,-10-5 6,-2-3 0,-4-6-99,-4-5 0,-2-8-8,-5-6 1,-4-1-158,0-6 0,-4-1 27,0-3 0,-1-5 92,-3-2 1,1 0 82,0 0 1,0 0-11,0-5 1,-1 0 126,-3-3 0,3 3 282,-3-3 1,3-1 132,1 1 1,-2 1-198,-1 2 1,6 7-132,1 5 1,4 6-2,3 9 0,5 2 331,2 5-718,8 10-1010,2 2 808,5 10 1,6 8-304,5 3 1,5 9 294,6 2 1,2 6 36,1 9 1,4 2-24,4 5 0,0 2 123,0 1 1,-4 0 30,1 4 1,-2-8 80,1 1 0,-6-7 142,-4 0 1,-7-5-9,-1-7 89,-5-9 0,-7-12 3,-3-8 1,-6-4 238,-4-11 0,-6 0-63,2-11 1,-7-4-14,0-6 1,-6-3 14,2-1 1,0 0-93,0 0 0,3-4 35,-3 0 1,-1-7 47,-3 3 0,5 1 156,2 7 1,3 1-177,1 3 1,5 3 151,2 7-100,3 8-309,6 6-386,1 10 1,6 6 177,3 8 1,1 3-33,2 3 1,3 0 37,-3 4 1,4 1 61,4 3 0,-3 0-53,3 0 0,-3 0-95,-1 0 1,0-1 74,0-3 0,-3 2 1,-1-6 1,-1 5 67,1-5 1,-2-2 67,-5-5 267,0-5-244,0 3 1,-5-10 176,-2-2 1,1-4-101,-1-4 0,-1 2 161,-3-6 1,1 6 178,3-2 0,-3-1-90,3 2 1,-3-5-143,-1 5 0,4-1-65,-1 4 0,1-1-126,-4-3 0,0 3 96,0-3 1,0-1-15,0 1 1,0 1-4,0 3 0,4 3-51,-1 1-239,6 4 1,-4-2-137,2 5 225,3 0 1,-3 5 191,8 3 1,-2 3 151,6 3 0,0 4-167,7 4 1,-2 1 112,6 3 1,-1 2-134,4 5 0,0 0 53,0 0 0,1 5 34,3 2 1,2 5-80,5 2 1,-1-1-19,-2 1 1,2 2-45,-3-1 1,-1 0-14,2-4 0,-5 0 25,5 0 1,-6-3-11,2-1 0,-2 1 49,2 3 1,-3-5-6,3-2 1,-3 1 40,-1-2 0,4 1 8,0-4 0,-4-5 13,-4-2 0,-3-3-2,3-1 0,-4 0 109,1 0 0,-4-4 137,-4-4 74,3-1 1,-5-6 687,2 0-223,-2-4-323,-5 2-156,0-5-699,0-5-436,0 3 1,-1-6 517,-3 4 279,-2-4 0,-5-13 0,0-9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20.79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232 67 8072,'11'-5'528,"-5"3"-311,-2-6 1,-2 6 217,2-2 50,-3 3 29,4-4-239,-5 4-362,0-4 0,-5 5 75,-2 0 0,-4 3 64,-4 1 0,2 4-170,-6-5 0,2 5 9,-1-5 1,-3 5-30,3-5 0,1 5 95,-2-5 0,6 5-162,-2-5 1,3 5 105,1-5 0,0 5-142,0-5 1,5 6 59,2-2 0,3-1 20,1 2 129,0-1 0,8 3-17,3-3 1,4 3 8,0-3 0,-2 3-3,6 1 0,-1-3 11,4-1 1,-4 0 30,1 4 0,-2 0 112,1 0 1,2-3 9,-5-1 1,3 2-85,-3 5 0,-1-5 51,-3 2 1,-5-3-3,-2 3 1,-3-3 141,-1-1 0,-5-3-71,-2 3 0,-8-4-9,-3 0 1,-4-1-49,-4-2 0,3 0 13,-3 0 1,-1 0-354,2 0 1,-1-4-523,4 0 0,3 1-620,1 3 1382,9-5 0,14-6 0,14-7 0</inkml:trace>
  <inkml:trace contextRef="#ctx0" brushRef="#br0" timeOffset="256">342 34 8055,'-4'-11'374,"1"1"733,-4 3-368,4 2-463,-2 5 0,5 5 102,0 2 0,4 3 197,0 1 1,4 5-89,0 2 0,5 3-127,2 1 0,1 0-114,-2 0 1,-1 0-693,1 0 0,-3 1-944,-3 3 1,2-3 542,-3 3 1,-2-6-1554,-2-2 2400,-1-4 0,3-13 0,1-9 0</inkml:trace>
  <inkml:trace contextRef="#ctx0" brushRef="#br0" timeOffset="549">684 210 8037,'5'-6'917,"-4"-4"-803,4 9 1,-6-4 56,-3 5 1,-2 0 97,-5 0 1,0 4-177,0-1 0,-1 6-77,-3-2 0,3 4-42,-3 4 0,4-3-251,4 3 0,2-1 169,5 0 0,0-1-169,0 1 1,5-2 117,2-1 0,8-3 121,3-1 1,2-4-22,-2 0 1,3-3 18,-3-3 0,-2-1 110,-1-7 0,-4 2-105,-4-5 1,-2-2 37,-5 1 0,-5 0-3,-2 4 0,-37-19 0,-10-6 0</inkml:trace>
  <inkml:trace contextRef="#ctx0" brushRef="#br0" timeOffset="949">861 265 8046,'-7'-11'-4,"4"0"-4,2 0 352,1 5 1,0 0 1436,0 2-677,0 3-184,0-4-448,0 15 0,0-1-232,0 9 0,4-3-75,4 3 0,-2 0 12,1 4 1,1 2-138,3 1 0,-4-1-180,0 1 1,1-5-506,3-2 1,-4 1-44,0 3 1,0-5-1883,0-2 1342,3-3 1,-8-2 1227,5-3 0,-9-27 0,1-10 0</inkml:trace>
  <inkml:trace contextRef="#ctx0" brushRef="#br0" timeOffset="1190">894 243 8046,'0'-11'0,"0"0"227,0 0 1,0 0 384,0 0 1,5 5-169,2 2 1,3 3-170,1 1 1,0 0-48,0 0 0,1 5-70,3 2 1,-2 3-185,6 1 0,-6 1 48,2 3 0,-3-3-180,-1 3 1,-1 1-58,-3-1 0,-2 3 135,-5-3 0,-5-1-697,-2-2 1,-3-1 89,-1 0 0,-5-4-145,-2 0 1,1-4 831,-2 0 0,1-1 0,-9-12 0,-1-2 0</inkml:trace>
  <inkml:trace contextRef="#ctx0" brushRef="#br0" timeOffset="1626">1125 298 8048,'10'2'-377,"-3"1"0,3-1 422,-3 1 1,4 2 265,4-1 0,-4 1-93,0-2-103,5-1 0,-9 2 150,8-4 0,-3 0 79,-1 0-150,0 0 1,1-1-5,-1-2 0,-4 0-1,0-4 0,-3 1-67,3-2 1,-4-2-73,0 3 1,2-3-88,-1-1-26,0 0 1,-4 0-41,0 0 0,0 0 54,0 0 0,-4 4-107,0-1 0,-8 5 124,1-5 0,-4 6-23,1-2 1,0 3 87,-4 1 0,3 1 124,-3 3 0,4 2-63,0 5 1,1 1 173,2 3 0,0-1 201,0 4 0,5 0-89,2 4 1,3-3-19,1-1 1,6 2-132,5 5 0,6-5 24,9 2 1,1-7 14,3 0 1,1-3 2,-1-1 1,0-5-1093,0-2 1,0-3-427,-4-1 1,-1-1-1798,-7-3 3042,-2 3 0,-20-19 0,-3 2 0</inkml:trace>
  <inkml:trace contextRef="#ctx0" brushRef="#br0" timeOffset="2044">431 772 8683,'0'-11'564,"0"0"0,0 4 260,0 0-453,5 4 1,1-5 102,5 4 0,3 0-139,1 4 1,5 0-34,-2 0 1,3 4-641,1 0 0,0 3-285,0-3 0,-1 3-578,-3-3 0,2 3 1201,-6-3 0,-4-1 0,-5-3 0</inkml:trace>
  <inkml:trace contextRef="#ctx0" brushRef="#br0" timeOffset="2308">254 651 7999,'-7'0'85,"0"0"245,-1 0 0,-3 0 511,0 0 1,4 5-229,-1 2 0,6 1 50,-2 3 1,-1-1-278,2 8 0,-1 0-137,4 4 1,5 0-550,2 0 0,4 1-426,4-1 0,2 0 72,5 0 1,0-1-40,0-3 1,5 1 692,3-4 0,36-10 0,10-6 0</inkml:trace>
  <inkml:trace contextRef="#ctx0" brushRef="#br0" timeOffset="2591">839 629 7972,'-12'-5'1705,"6"4"1,3-4-1197,6 5 0,3 6 55,6 5 1,3 5-148,4 6 0,2 0-3,1 0 0,-1 0-230,-3 0 1,3 4-204,-3 0 1,-6 3-185,-1-3 1,-7 0-420,0-4 0,-4 0-1033,-4 0 1,-2-5 138,-5-2 1516,-5-3 0,-16-16 0,-8-3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27.6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153 507 7639,'6'-11'249,"4"5"1,-9 0 28,3 2-287,-3 3 89,-6-4 0,-1 6-12,-5 3 0,-1-1-17,-3 4 0,3-3-95,-3 3 0,3-1-87,1 1 1,0 3 52,0-2 0,0 0-90,0-1 1,4 3 122,-1-2 0,6-2-23,-2 1 0,2-1-19,-2 2 0,3 1-9,-3-1 0,8-2 6,3 1 0,7-3-6,0 3 1,6-1-49,-2 2 1,3 0 127,1-4 0,5 1-2,3-2 1,-3 2-12,-2 3 0,-1-2 80,-2-2 1,-2 0-8,-1 4 112,-3 2 0,-10-4 135,-3 5 0,-4-4-114,-6 0 1,-2 0-121,-9 0 0,0 3-110,-4-3 0,1 2-213,2-2 1,0 2 26,4-6 1,0 5 238,4-5 0,5-9 0,1-6 0</inkml:trace>
  <inkml:trace contextRef="#ctx0" brushRef="#br0" timeOffset="231">286 474 7879,'0'-6'1192,"0"1"1,1 5-786,2 0 0,4 5-288,4 2 1,5 7-95,2 1 1,3 5-238,1 2 1,1 0 106,3 4 1,-2-3-162,6 0 1,-7-1-233,-1 0 0,-1-5 498,-6-3 0,-15-16 0,-8-5 0</inkml:trace>
  <inkml:trace contextRef="#ctx0" brushRef="#br0" timeOffset="406">319 595 7879,'6'-11'610,"4"0"1,-3 0-467,8 0 1,-2 5-279,5 3 0,5-2-376,2 1 1,7 0 239,1 4 1,0-1 269,4-3 0,32-2 0,7-5 0</inkml:trace>
  <inkml:trace contextRef="#ctx0" brushRef="#br0" timeOffset="776">782 474 7879,'-11'0'163,"3"-4"235,1 1-88,0-1-163,-4 4 0,1 1 130,2 3-120,-1 2 0,6 9-227,-4 0 0,4-1 34,0-3 1,1 2-71,2 1 1,0-2-9,0 3 0,5-3-177,3-1 1,2 0 60,1 1 0,-4-3-82,0-1 1,1-3 166,3-5 1,0 0-36,0 0 0,-4-4 68,0 0 0,-3-4 79,3 0 1,-4-3 186,1-3 0,-3 1-6,-1-1 1,0 1 228,0 2 0,-4 0-76,0 0 1,0 1 181,0 3 1,1-1 126,-4 4 7,5-5-684,-3 8 3,5-4 1,1 5-37,3 0 1,2 5-50,5 2 1,1 4-272,3 4 1,-3-3 8,3 3 0,1-3-197,-2-1 0,5 0 207,-5 0 0,5-3 401,-5-1 0,16-9 0,-1 0 0</inkml:trace>
  <inkml:trace contextRef="#ctx0" brushRef="#br0" timeOffset="1084">936 474 7879,'-11'-6'0,"0"-3"434,0 6 757,0-6-431,5 8-271,1-4-215,5 5 0,5 1-167,2 3 0,4-2-194,4 6 0,-3-1 191,3 4 0,1-3-66,-2-1 0,1-1-25,-4 1 1,0 2-308,0-5 0,0 3 151,0-3 0,-1 1-244,-3-2 1008,3-2-273,-9 4 0,4-6 24,-5-3 0,-5-2-123,-2-5 1,-3-1 45,-1-3 1,0 3-178,0-3 1,1-1-52,3 2 0,-2-1-279,6 4 1,0-2-635,7 2 1,0-3 629,7 7 0,2 1-65,9-2 281,0 6 0,59 12 0,15 8 0</inkml:trace>
  <inkml:trace contextRef="#ctx0" brushRef="#br0" timeOffset="1450">1112 188 7908,'-6'-11'665,"0"1"-250,2 2 298,3 3-207,-4 5-151,10 0 1,5 5-86,5 3 1,3 5-181,-3 2 0,8 4-67,-1 0 1,4 3-256,0 4 1,-2-3 55,5 3 0,-3-3-237,4-1 0,-6 0-122,2 0 0,-8-5-1383,-3-2 1918,-3-3 0,-16-16 0,-3-3 0</inkml:trace>
  <inkml:trace contextRef="#ctx0" brushRef="#br0" timeOffset="1708">1223 342 7879,'-6'-11'768,"2"0"-143,3 0-507,6 0 1,2 1 55,8 3 0,-2-2-122,5 5 1,-3 1 139,3 3 0,5-2-72,2-1 0,2 2 24,-1-3 1,-3 4-3,3 4 0,1-2-180,-1 5 0,-1-3-42,-3 3 0,-4 1 17,-4 3 1,1 0-141,-4 0 0,2-1-413,-5-3 0,-3 3-406,-2-3-489,-1-2 1511,-2 0 0,-10-15 0,-2-2 0</inkml:trace>
  <inkml:trace contextRef="#ctx0" brushRef="#br0" timeOffset="1857">1377 132 7879,'-11'-11'334,"1"4"717,3 0-1151,2-1-435,5 2 0,6 3 535,5 6 0,39 18 0,15 8 0</inkml:trace>
  <inkml:trace contextRef="#ctx0" brushRef="#br0" timeOffset="2327">1686 210 8077,'0'-11'1685,"-4"3"-1155,0 1-182,1 4 0,3-1 81,0 4-201,0 4 0,3-1-457,1 4 1,0-3 3,-4 3-120,5 1 154,-4 3 144,9 0-33,-9 0-5,4 0 257,0-5-105,-4-1 6,4-5 76,-5 0 45,0-5 1,0 2-91,0-4 0,0 0 107,0-4 1,0 0-106,0 0 0,0 0 128,0 0-41,5 0-117,1-1 0,5 3-129,0 1 0,-4 3-77,1 5 0,-1 0-306,4 0 1,1 2-58,3 1 0,-2 3-457,6 5 1,-5 1 323,5-1 1,-2 0 625,1 0 0,18 5 0,-1 1 0</inkml:trace>
  <inkml:trace contextRef="#ctx0" brushRef="#br0" timeOffset="2777">2127 99 7879,'0'-11'6,"0"0"0,0-3 312,0-1 1,-2 4 1303,-1 4-627,2-1-724,-9-3 1,4 5-222,-5 2 0,0 3-4,0 1 0,-1 1-156,1 3 1,-3-2 24,-1 6 1,0-1-143,4 4 1,0-1 19,0-3 1,4 3-215,0-3 0,4 0 114,-1 0 1,3-3 22,1 3 0,1-3 91,3 3 1,2-5-26,5 2 1,0-3-1,0-1 0,2 0 126,1 0 1,-1 0 140,1 0 1,-2 0-30,0 0 0,-1-3 160,0-1 0,-4-1-14,0 1 1,-3 3 221,3-2 0,-4 0 302,0-1-262,4 3-248,-6-9 14,4 9-182,-5-4 0,1 6 11,3 3 1,-2-1-178,5 4 0,-3 0 82,3 4 0,2 0-132,6 0 1,-3 4 43,3 0 0,-3 1 138,-1-2 1,-1 0-8,-3 4 0,2-4 23,-6 0 0,-4-1 0,-6-2 0,-8 0-203,-3 0 1,-7-4-224,-1 0 0,-4-4 432,0 1 0,-21-18 0,-7-4 0</inkml:trace>
  <inkml:trace contextRef="#ctx0" brushRef="#br0" timeOffset="3244">1586 772 7879,'-7'-5'446,"1"-2"0,0-3 0,0 0 1078,-3 3-987,4-3-147,0 9 1,7-1-164,1 6 1,3 8-80,5-1 1,0 8-120,0-1 0,5 3-45,3 1 0,-2 0-318,1 0 1,-3 0-177,3 0 1,-4-3-551,1-1 1,-3-1 443,-1 1 1,0-2-773,0-5 1388,-5 0 0,-6-34 0,-6-9 0</inkml:trace>
  <inkml:trace contextRef="#ctx0" brushRef="#br0" timeOffset="3467">1564 739 7879,'-6'-8'236,"3"1"1,1 0 362,2-4 1,2 1-154,1 3 1,3 2-209,5 5 0,2 0-65,1 0 1,4 0-58,4 0 1,3 1-145,1 3 1,3 3-17,-3 8 0,-1-3-193,-7 3 0,-3-3 46,-8-1 0,-2 0-195,-5 0 1,-5 0-347,-2 0 0,-4-1 307,-4-3 1,-1 3-171,-2-3 1,-2-1 594,5 2 0,-14-16 0,0 1 0</inkml:trace>
  <inkml:trace contextRef="#ctx0" brushRef="#br0" timeOffset="3777">1961 706 7879,'2'-11'1476,"1"0"-1162,-2 5 0,4-1 111,-5 4-263,0 1 1,0-1-1,0 6 1,-5 0-22,-2 4 1,-3 1-179,-1 3 1,1 0-240,3 0 0,-3 0 95,3 0 0,2 3-180,1 1 1,3 0 126,1-4 1,1 0 127,3 0 1,2-5 36,5-2 0,4 1-21,0-2 0,1 1 41,-2-4 0,-2-5 130,3-2 0,-6-3-303,-2-1 0,-4 0 125,0 0 0,-2-4-675,-1 0 0,-1 1 772,-2 3 0,-13-5 0,-8-1 0</inkml:trace>
  <inkml:trace contextRef="#ctx0" brushRef="#br0" timeOffset="3958">2060 706 7878,'8'0'1288,"-1"0"1,1 0-348,3 0 0,-3 0-125,3 0 0,-2 1-649,5 3 0,-1 2-528,-2 5 0,1 0-237,3 0 1,-7 0-632,3 0 1,-2-1 16,2-3 1212,-5 3 0,-1-4 0</inkml:trace>
  <inkml:trace contextRef="#ctx0" brushRef="#br0" timeOffset="4092">2060 606 7868,'-1'-17'707,"-2"3"-967,1 1-435,-3 2 1,7 5 430,1 3 264,-1-4 0,37 26 0,4 0 0</inkml:trace>
  <inkml:trace contextRef="#ctx0" brushRef="#br0" timeOffset="4411">2248 717 7864,'6'11'-3,"4"-4"51,-3 0 0,3 1 280,1 3 0,0-1 98,0-3 0,0 3-150,0-4 0,-1 1 371,-3 1-441,-2-6-242,-5 3 1,0-10 31,0-2 0,-1 1-187,-3-2 0,-2 0 52,-5-7 1,4 3-13,-1-3 1,5 3 83,-5 1 1,5-4 173,-5 0 1,6 1 216,-2 3 0,3 0-168,1 0 1,0 3 135,0 1-259,0-1 0,1 2-118,3 3 1,2 1-198,5 2 1,0 5 106,0 3 1,1 2-14,3 1 1,-1 3-22,4 1 1,-5 1-178,2-1 0,1-3-33,-1 2 1,-1-1-120,-3-2 0,0-4 253,0 0 0,0-4 285,1 1 0,8-23 0,4-5 0</inkml:trace>
  <inkml:trace contextRef="#ctx0" brushRef="#br0" timeOffset="4634">2479 408 7864,'-9'-7'1662,"1"-1"-906,3 6-509,5-3 1,0 6 12,0 3 1,5 3 121,3 8 1,3 1-250,3 2 0,0 4-96,4 0 0,1 0-193,3 4 1,0-3-8,0-1 1,-4 0-244,0 1 0,0-1-230,0 0 0,-2-2-645,-5-1 0,0-8 1281,0-8 0,-10-21 0,-2-6 0</inkml:trace>
  <inkml:trace contextRef="#ctx0" brushRef="#br0" timeOffset="4767">2490 551 7864,'-9'-5'238,"1"-2"1,0 1 417,4-1 1,2 3-646,5-3 1,5 4-679,6-1 0,3 3 222,6 1 0,0 0 445,3 0 0,36-5 0,14-1 0</inkml:trace>
  <inkml:trace contextRef="#ctx0" brushRef="#br0" timeOffset="5102">2876 276 7864,'-6'-5'1374,"0"2"-293,2-4-497,3 0-71,-4 1-269,5 1 1,0 6-1,0 3 0,5 2-133,2 5 1,5 5-141,2 2 0,0-1-144,4 2 1,-4-1-418,0 4 1,2-4-16,-1 1 1,1-5-442,-2 5 1,-1-6-190,1 2 1235,-6-8 0,-3-12 0,-5-7 0</inkml:trace>
  <inkml:trace contextRef="#ctx0" brushRef="#br0" timeOffset="5587">2854 232 7864,'-3'-18'121,"-1"4"254,-5 2 0,8 1 561,-3-1 0,3 5-461,1 0 1,5 4-127,2 0 0,7 1-136,1 2 0,4 0-127,0 0 1,1 2-164,2 1 0,-1 0 99,-2 4 1,1 0-142,-1 5 0,-2-1 80,1 0 0,-4 0-253,1 0 1,-4 0-265,-4 0 0,-2 0 189,-5 0 1,0 0 27,0 0 0,0 0 73,0 0 0,-4-4-57,0 0 1,-4-4 208,1 1 1,0 1 131,0-2-142,0 1 231,-4-4 1,3 0 623,1 0-504,5 0 1,-5-4 244,4 1 37,2-6 132,-4 8-481,5-9 1,5 9-158,2-3 1,0 3 86,4 1 1,-2 0-25,6 0 0,2 0-96,1 0 1,3 5 26,1 2 0,4 3-77,-1 1 0,5 1 69,-5 3 0,1-2-128,-4 6 0,-8-5 66,-3 5 0,-8-5-161,1 5 0,-9-6 302,-6 2 1,-6-6 260,-9-2 0,2-5-155,-6 2 0,1-3 166,-4-1 1,1 0-738,3 0 0,2 0-41,5 0 0,5-1-647,2-3 1085,8-2 0,46-10 0,16-1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36.77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33 155 8193,'-8'0'700,"1"1"-83,-2 3-307,4-3 0,2 4 83,6-5 0,5 0-135,6 0 0,5 0 0,7 0 1,2 0-129,5 0 1,5 0 14,2 0 1,3 0-516,1 0 0,-3 0-265,-1 0 1,-6 0-469,-1 0 1,-1 0 534,-6 0 1,-5 0 567,-7 0 0,-31-10 0,-8-2 0</inkml:trace>
  <inkml:trace contextRef="#ctx0" brushRef="#br0" timeOffset="216">55 265 8186,'-8'0'590,"1"0"1,3 0-213,-3 0-227,4 0 175,8 0 0,4 0 68,9 0 1,6 0-178,5 0 0,3 0-14,1 0 0,4 0-364,-1 0 1,2 0-383,-1 0 1,-6-1-553,2-3 0,-4 2 448,1-5 647,-8 4 0,-6-21 0,-5-1 0</inkml:trace>
  <inkml:trace contextRef="#ctx0" brushRef="#br0" timeOffset="500">440 45 8186,'-6'-11'0,"-2"3"462,4 1 823,-5 5-825,8-3 0,-2 5-143,6 0 1,7 5-278,5 2 1,6 3 5,1 1 1,0 1-54,3 3 0,-1-2 87,-2 6 1,-1-2-222,-3 1 0,0 3 117,-7-3 0,2-1-149,-10 2 0,0-4 163,-7 3 1,-8-3 12,-10 3 1,-5-5-565,-6 2 1,0-6 72,0-2 0,4-1-122,4 2 1,6 0 609,5-4 0,65-20 0,18-9 0</inkml:trace>
  <inkml:trace contextRef="#ctx0" brushRef="#br0" timeOffset="1233">1267 221 8225,'6'-1'191,"-1"-1"1,-1-3 1145,0-2-115,4 0-828,-7-4 1,6 1 478,-4 3-574,-2-3 1,4 4 116,-5-5 0,0 4-340,0-1 1,-5 2-55,-2-1 1,-3-2-128,-1 6 0,-3-1 6,-1 4 1,-3 0-274,3 0 0,-4 0 61,5 0 0,-2 5-258,1 2 0,3 3 233,-3 1 1,7 0-102,0 0 0,6 0-130,-2 0 0,3 4 143,1-1 1,6 0 29,5-7 1,0 3 169,4-3 0,2-2 98,1-1 0,-1-3-1,2-1 1,-4 0 222,3 0 0,-5 0-107,2 0 1,-6 0 236,-2 0 137,0-5 1,1 3 30,-1-5-51,-5 4-147,3-2-123,-5 0-46,0 4 0,0-3-32,0 8 1,0-1 7,0 4 1,4 0-19,0 4 0,3 0 78,-3 0 0,4 0-10,0 0 1,0 0 105,0 0 1,0 4-52,-4 0 0,0 1 146,-4-2 1,0-1-105,0 1 1,-5-3 127,-3-3 0,-3 0-190,-3-4 1,-4 0-48,-4-4 0,0 0-801,0 0 0,0 0 125,0 0 635,5-5 0,6-31 0,6-12 0</inkml:trace>
  <inkml:trace contextRef="#ctx0" brushRef="#br0" timeOffset="1534">1609 210 7887,'6'0'381,"-1"0"-132,-5 0 1,-5 4 151,-2 0 0,-3 4-289,-1-1 0,1 3-225,3 1 1,-3 0 25,3 0 0,2 0 94,1 0 89,3 0 17,1 0 1,5-1 102,2-2 1,7-4-41,0-4 1,1-3 227,-4-1 0,0-4-309,0 0 1,-4-3-163,1-4 0,-6 3-1143,2-2 1,-8 1 232,-3 2 977,-3 0 0,-16 0 0,-3 0 0</inkml:trace>
  <inkml:trace contextRef="#ctx0" brushRef="#br0" timeOffset="2108">2083 177 8262,'0'-11'764,"0"0"0,0 4-297,0-1-272,0 6 0,0-2-93,0 8 1,5 2-27,2 5 0,-1 0-253,2 0 1,-5 4 197,5-1 1,-6 5-105,2-4 0,-3 4-6,-1 0 1,4-4-349,0 0 0,-1 1-229,-3-1 563,0-1 578,-5-3-145,4-4 63,-9-2 0,9-10-71,-3-3 1,3-2 121,1-1 0,0-3 346,0-1 1,4-5-232,-1 2 0,2 1-236,-1-1 1,1 4-459,2-1 0,3 3-510,-3 1 1,0 0 25,0 0 1,2 4-772,5-1 1,0 6 563,4-2 0,-3 3-821,3 1 1647,1 0 0,12 15 0,4 3 0</inkml:trace>
  <inkml:trace contextRef="#ctx0" brushRef="#br0" timeOffset="2266">2447 232 9904,'0'8'1129,"0"-1"-1171,0-5 1,0 8-109,0-2 1,0-2-411,0 1 0,0 0-606,0 4 1166,0 0 0,24 0 0,7 0 0</inkml:trace>
  <inkml:trace contextRef="#ctx0" brushRef="#br0" timeOffset="2408">2447 78 8259,'-5'-16'0,"4"0"0,-3-2 0,-2 2-27,5 10 0,-3 1 143,8 5 0,-2 3-116,6 1 0,28 44 0,12 7 0</inkml:trace>
  <inkml:trace contextRef="#ctx0" brushRef="#br0" timeOffset="2920">2778 276 8279,'11'-5'-583,"-4"1"1443,0-4 292,-4-2 1,3 5-7,-2-2-723,-3-3 1,2 5-382,-6-2 0,0 2-51,-4 5 0,0 0-226,-4 0 1,-2 0 60,-1 0 1,1 0-222,-1 0 0,-2 0 169,1 0 1,0 4-135,4 0 1,0 3-174,0-3 1,0 3 127,0-3 1,4 3-165,0-3 355,4 4 403,-2-2-66,5 0 172,5-1 0,1-1-132,5 0 1,0-1 33,0-3 0,0 0 64,0 0 0,0 0 143,0 0 0,0 0-223,0 0 0,1 0-81,-1 0 1,-4 2-140,0 1 0,1 0 115,3 4 1,0-3-135,0 3 0,0 0 79,0 4 0,0 4-34,0 0 0,-1 1-81,-3-2 0,-2-1-145,-5 1 1,-1 2-69,-3-1 1,-3 0-80,-8-4 1,-2-5-133,-5-2 1,0 0 23,0 0 0,0 0-432,-1-4 926,6 0 0,11-35 0,7-7 0</inkml:trace>
  <inkml:trace contextRef="#ctx0" brushRef="#br0" timeOffset="3474">2932 56 8279,'0'-11'228,"0"0"433,0 5 238,0-4-287,0 9-187,0-4 0,4 6-84,-1 3 0,1 2-16,-4 5 0,4 5-147,-1 2 1,5 3-139,-5 1 1,6 0-398,-2 0 1,-1 4 147,2-1 1,-5 1-82,5-4 0,-6 0-68,2 0 1,1-1-240,-2-2 1,1-4 263,-4-4 1,1-1-485,3-2 548,-3-3 316,4-5 1,-4-5-172,3-3 1,-1-2 7,4-1 0,-5-1 37,2-2 0,1 1 153,-1-1 0,3 0 229,-3-1 0,0 6-47,0-6 0,-1 9 125,4-5 1,-3 3-162,3 1 1,-5 1 73,2 2-258,2 3 1,-1-3-10,2 8 1,2 2-161,-5 5 1,3 1 161,-3 3 0,1-3-50,-2 3 0,0 1-293,4-1 1,-3 3-277,3-3 0,0-1-283,5-3 1,-5 4 872,0 0 0,1-5 0,22-5 0,6-5 0</inkml:trace>
  <inkml:trace contextRef="#ctx0" brushRef="#br0" timeOffset="3701">3340 67 8279,'-6'-11'-86,"1"0"-171,5 0 1931,0 0-1057,0 0 0,0 6 475,0 5-751,0 10 0,1 3-91,3 5 1,2 2-99,5 6 1,0-3-123,0 3 0,0 2 11,0 1 0,-1 0-198,-3 0 1,3-5-1021,-3 2 0,2 1 184,-2-1 1,2-4-231,-6-4 0,2-4 1223,-1 0 0,-3-26 0,4-7 0</inkml:trace>
  <inkml:trace contextRef="#ctx0" brushRef="#br0" timeOffset="3867">3241 188 8241,'-4'-7'1556,"0"-1"-1274,1 1 1,3 0-167,0-1 1,8 6-58,3-2 0,8 3-21,-1 1 0,6 4-1,2-1-37,5 6 0,36 7 0,15 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51.3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109 111 7734,'-6'0'-103,"1"0"-305,5 0 100,5 0 304,-4 0 1,6 0 57,-4 0 1,0 0 14,4 0 1,-3 0 61,3 0 64,-4 0 14,6 0 1,-6 0-144,4 0 0,-4-2 21,0-1 0,0 1 110,0-1 67,-1-3 15,3-1 37,-5-4-160,0 0 0,-5 4-1,-3 0 1,2 4 17,-1 0 0,-1 1-103,-3 2 0,0 0 22,0 0 0,0 4-144,0 0 0,2 4 22,1 0 0,2 0-57,2 0 1,3 1 13,-3-1 1,4 0-99,4 0 0,-1 1 96,4-1 1,4-2-111,4 1 0,1-4 80,-2 0 1,-1-1-92,1-2 0,2 0 99,-1 0 1,0-4 10,-4 0 1,-2-4 81,-1 0 1,0-1-38,-4-2 145,5 0 0,-8-1-61,2 1 1,-3 0 95,-3 0 1,-3 0-34,-5 0 1,0 2 162,0 1 0,-2 0-67,-1 4 0,1 0 53,-1 4 1,-2 0-67,1 0 1,-1 0-57,1 0 0,2 2-170,-5 1 1,4 3 105,-1 5 1,4 4-142,4 0 1,1-1 102,2-3 1,3 4-88,-3 0 0,4 3-29,4-3 0,0 0-225,7-4 1,-3-2-11,7-1 0,1 0 127,-1-4 1,3 3-64,-3-3 0,3 0 170,-3-4 0,-1-4 128,-3 0 1,-1-4-125,-2 0 1,0-3 91,-4-3 0,3 2 112,-3-3 1,0 3 66,-4 1 0,-2 0 54,-1-1 1,0 1-100,-4 0 1,0 2 39,-4 1 0,-1 0-76,1 4 1,-1 0-13,-2 4 0,1 0-37,-1 0 1,1 0 7,2 0 0,0 4-135,0 0 1,4 4 17,0 0 1,4 1-79,-1 2 0,0 0 99,0 1 0,1-1-88,7 0 0,-1 0 76,4 0 0,0-2 5,4-1 1,0-2 49,0-2 1,0-3 8,0 2 1,-3-3-160,-1-3 1,-1 0-192,2-4 0,-2 3-965,-3-3 888,-1 0 404,2-4 0,-8 0 0,-3 0 0</inkml:trace>
  <inkml:trace contextRef="#ctx0" brushRef="#br0" timeOffset="331">109 254 7775,'-6'-5'357,"0"4"-133,2-3 5,3 3-394,-4 1-385,5 0 250,0 5 0,0-3 300,0 6 0,20 18 0,4 10 0</inkml:trace>
  <inkml:trace contextRef="#ctx0" brushRef="#br0" timeOffset="480">131 375 7553,'0'6'-1439,"0"-1"1439,0-5 0,0 20 0,0 4 0</inkml:trace>
  <inkml:trace contextRef="#ctx0" brushRef="#br0" timeOffset="622">131 540 6658,'-6'15'0,"1"4"0</inkml:trace>
  <inkml:trace contextRef="#ctx0" brushRef="#br0" timeOffset="1348">220 1092 7700,'0'-11'533,"0"0"-203,0 5-175,0-4 209,0 8-170,-5-2 0,-1 8-78,-5 4 0,0 2-156,0 1 1,-1 0 80,1 0 1,0 3-133,0 1 1,0 3 113,0-3 1,2 4-84,1-5 0,2 2-146,2-1 0,3-3 55,-2 3 0,3-4-33,3-4 1,3 2 120,5-6 1,2 1 69,1-4 1,-1-1 16,1-3 0,0-6 109,0-4 0,-3-6-329,0 2 0,0-2-86,-3 2 1,-2-3-127,1 3 1,-4-2 125,0 2 1,-1 0 281,-2 4 0,0 6 0,0-1 0</inkml:trace>
  <inkml:trace contextRef="#ctx0" brushRef="#br0" timeOffset="1573">330 1103 7700,'6'0'1664,"-1"1"-1102,-5 3 1,4-2-199,-1 5 0,1 2-194,-4 6 0,1 2-128,3 5 0,-3 0-13,3 0 0,-3 4-214,-1-1 1,0 1 146,0-4 0,0 3-99,0-3 1,1 1-1329,3-8 57,-3-1-311,4-3 1719,-5-4 0,0-7 0,0-8 0,0-2 0,0-1 0,0-34 0,0-9 0</inkml:trace>
  <inkml:trace contextRef="#ctx0" brushRef="#br0" timeOffset="1773">363 1147 7719,'0'-16'0,"1"4"47,3-3 1,-2 3 148,6 1 0,-3 0 9,6 0 0,-3 1-25,7 2 1,2 0 116,1 4 0,3 1-133,1 3 0,-1 0-144,-3 0 1,2 1 144,-5 2 1,-1 4-93,-3 4 1,-4 0 21,-4 0 1,-3 1-150,-3 3 0,-7-2-45,-5 5 0,-5-4-247,2 1 1,1 1 90,-1-2 1,3-3-68,-4-3 0,6-2-1156,-2 1 1478,8-2 0,2-25 0,5-4 0</inkml:trace>
  <inkml:trace contextRef="#ctx0" brushRef="#br0" timeOffset="1998">650 860 11052,'0'11'1128,"0"0"1,1 5-896,2 3 0,0 1-186,4 2 0,1 2-206,3 1 1,-4 2-52,0 3 0,-1 0-222,2-4 1,-2 0-45,-2-4 0,-3-1-1899,3-3 123,-3-2 1474,-1-10 778,-5-1 0,4-34 0,-4-8 0</inkml:trace>
  <inkml:trace contextRef="#ctx0" brushRef="#br0" timeOffset="2232">605 1081 7719,'0'-11'0,"0"3"265,0 1 1,0 3 444,0-3 0,2 3-297,1-3 0,3 3-58,6-3 1,0 4-98,2 0 1,4-2-175,4 1 1,0 1-172,0 3 1,-1 0 195,-3 0 1,2 1-63,-6 2 25,6 4 0,-8 4-209,3 0 0,-8 0 0,-3 0 1,-3 0-137,-1 0 1,0 0-695,0 0 1,0 0-581,0 0 199,0 0 1348,-5 0 0,-1-10 0,-5-2 0</inkml:trace>
  <inkml:trace contextRef="#ctx0" brushRef="#br0" timeOffset="2356">837 904 8020,'-5'-17'679,"0"1"-270,-2 5 0,-2 0 1065,6 0-1639,-6 0-783,8 5 1,1 0 947,7 2 0,18 13 0,4-2 0</inkml:trace>
  <inkml:trace contextRef="#ctx0" brushRef="#br0" timeOffset="3115">925 1037 9077,'0'11'723,"0"0"0,0 1-582,0 3 1,0-3-148,0 3 1,0 2 67,0 1 0,4-1-79,0 2 1,-1-5-6,-3 5 1,4-6 164,0 2-179,-1-3 0,-3-1-290,0 0-277,0-5 195,0-1-19,0-5 309,0-5 0,0-2-72,0-8 0,1 3 35,3-3 0,-3 2 114,3-2 1,-2 3-15,2-3 1,-1-1-52,4 1 1,-3 1 7,3 3 0,-1 0 4,1 0 0,3 0 20,-2 0 1,-2 3-7,1 1 96,0 5 0,4-3 170,0 5 1,-3 0-23,-1 0 0,-1 5-9,2 2 1,-2 3-87,-3 1 0,-1 1 139,1 3 0,0-3-113,0 3 1,-1-3-23,1-1 1,-1 0-18,-2 0 1,0 0-101,0 0 1,0 0 85,0 0 1,0-4 1,0 1 90,0-1 1,0 0 73,0 1-117,0-6 1,-2 3 76,-1-5 21,1 0-145,-7-5 0,7-1-82,-1-5 0,2 0-25,1 0 0,0 0 68,0 0 1,0 0 25,0 0 1,3 0-17,1 0 1,3-4-2,-3 0 1,4 1 114,0 3 0,2 0 177,1 0 1,0 3-32,0 1 0,0 1 241,0-1 1,0 2-189,0 5 1,0 0-241,0 0 1,-4 1-200,1 3 0,-1 2 47,4 5 1,-4 1-121,1 3 0,-6-2-230,2 5 0,1-4-586,-2 1 0,2-3-317,-1-1 1,-3 0-32,3 0 1348,2 0 0,20-20 0,9-4 0</inkml:trace>
  <inkml:trace contextRef="#ctx0" brushRef="#br0" timeOffset="3757">1487 1092 7719,'0'-16'59,"0"4"120,0-3 0,0 6 532,0 2-449,0 4 0,-1-1-111,-2 4 1,0 0 3,-4 0 0,1 4-128,-2 4 1,-2 3 72,3 4 1,1-3-73,-1 2 0,0 0 105,0 1 0,2-3-158,5 3 1,-3-3-83,-1-1 0,0 0-12,4 0 1,0-4-107,0 1 1,0-5-72,0 5 14,5-6 0,1 3 67,5-5 0,-3 0-134,-1 0 1,0-5 99,4-2 0,0-3 43,0-1 1,0-4 7,0 1 1,0-5 10,0 4 0,-3 0 221,-1 0 0,-1 3-4,2-3 1,0-1 145,-4 1 0,0 4 34,-4 4 69,4 4-67,-2-1-16,3 4 1,-5 4-120,0 4 1,0 2-22,0 1 0,0 3 121,0 1 0,0 0-43,0-4-76,0 5 0,3-4 98,1 3 1,1-3 159,-1-1 1,0-4-141,4 1 1,2-6-20,-3 2 1,3-3-195,1-1 0,-4-1 100,0-3 0,1-2-182,3-5 0,0 0-97,0 0 1,-4-4-125,1 0 1,-5-4 78,5 0 1,-5 1-61,5-4 0,-6 5 59,2-9 1,1 5 59,-2-4 0,1-2 373,-4 1 1,1-3-14,3 3 0,-3 4 340,3 3 185,-3 6-47,-1-3 0,-4 15-176,1 4 0,-6 11 173,2 4 0,2 3-254,1 1 0,3 1-153,1 3 0,0-3 46,0 3 0,0-3-260,0-1 1,1 1-222,3-1 1,-2-4 10,6 0 0,-1-1-258,4 2 1,0-3-295,0-5 1,0-1-2056,0-3 2805,-5-2 0,-6-10 0,-6-1 0</inkml:trace>
  <inkml:trace contextRef="#ctx0" brushRef="#br0" timeOffset="4316">837 1059 7698,'6'-5'292,"-1"3"0,-4-2 379,3 4 374,-3 0-219,4 0-380,-5 0 1,1 3-320,3 1 1,-3 5-215,3-2 0,-3-1-237,-1 1 1,0 1 62,0 3 0,0 3-1901,0 1 2162,0 0 0,-20 20 0,-4 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29:56.9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232 122 7689,'10'-1'-32,"-3"-3"0,2 2 127,-6-6 1,1 5 55,-4-5 0,4 5 85,-1-5 1,1 5-62,-4-5 1,0 1 11,0-4 1,0 4 19,0-1 1,-1 1-13,-3-4 1,-1 4-103,-2-1 0,-3 6-166,3-2 0,-7 3 14,-1 1 1,-3 1-66,3 3 0,-4 2 24,0 5 1,2 4 48,-1-1 1,1 7-104,-2 1 0,0 2 119,4 5 0,0-1-17,4 1 1,5 2 58,3-5 1,1 0 71,2-4 1,3-2-57,4-1 0,2-3 15,9-5 0,0-5 17,4-2 0,1-3-28,-1-1 1,-4-9 7,0-2 1,1-4-44,3 1 0,-5-3-79,-2-5 1,-3 0-66,-1-1 0,-1-2-246,-3-1 0,-1 2 34,-2 5 1,-3 0-155,3 4 0,-4-2 261,-4 6 1,-2-2 256,-5 10 0,-1-1 0,-3 4 0,3 0 0,-14 20 0,3 4 0</inkml:trace>
  <inkml:trace contextRef="#ctx0" brushRef="#br0" timeOffset="149">44 221 7689,'-11'0'568,"0"0"882,5 0-689,1 0-430,5 0 0,6 0 0,5 0 0,5-1-346,6-3 0,2 0-341,1-4 0,2 0 19,3 4 1,0-3-1048,-4 3 1384,0-5 0,6-2 0,2-6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05.8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33 332 7804,'0'-8'817,"0"1"-65,0 4-306,0-6-26,0 7-214,0 7 1,-1 3 0,-3 6 0,3 4-277,-3 0 1,2 3-206,-2 1 1,3 0-274,-3 0 0,-1-1 267,2-3 1,-1 2-794,4-6 1074,0 6 0,5-37 0,1-4 0</inkml:trace>
  <inkml:trace contextRef="#ctx0" brushRef="#br0" timeOffset="116">110 155 7844,'0'-7'-574,"0"0"-555,-5 4 1129,4-7 0,6 9 0,7-4 0</inkml:trace>
  <inkml:trace contextRef="#ctx0" brushRef="#br0" timeOffset="367">397 1 7991,'6'0'1910,"-1"0"-1442,-5 0 1,0 6 3,0 5 1,0 5-293,0 6 1,0 9-177,0 2 0,-4 8 15,1 3 1,-5 1 91,5 2 1,-6-1-588,2-2 0,1-6 20,-2-5 0,5-3-1190,-5-8 400,6-2-206,-3-9 1452,5-5 0,0-20 0,0-11 0</inkml:trace>
  <inkml:trace contextRef="#ctx0" brushRef="#br0" timeOffset="533">265 354 7991,'-5'-11'0,"2"0"0,-4 0 0,5 3 1660,-2 1-1186,3 4 1,9-3-274,3 3 0,4 1-291,0-1 1,5 2-432,6 1 0,1 0-14,-1 0 0,-2 0 535,6 0 0,29 0 0,10 0 0</inkml:trace>
  <inkml:trace contextRef="#ctx0" brushRef="#br0" timeOffset="860">628 354 7991,'7'0'497,"2"0"0,-6 0-221,4 0 1,-3 0 73,3 0 0,-3 1-211,3 3 0,-3-3-116,3 2 0,-3-1-270,3-2 0,-3 0-28,3 0-165,1 0 0,3-5 230,0-3 1,-1 2-42,-3-1 1,1 0 6,-4-4 1,3 0-26,-3 0 1,0 0 210,-4 0 0,-5 3 166,-2 1 0,-3 4 134,-1 0 0,-5 3-117,-3 3 1,2 3 41,-1 6 1,1 0-34,-2 2 1,3 0-18,5 4 0,0 1-47,0 3 1,4 0-16,0 0 1,4-4-43,0 1 1,7-2-119,7 1 0,4-3-482,4-8 1,3 2 286,0-6 0,0 1-137,3-4 0,-1-5 437,-2-2 0,10-23 0,2-5 0</inkml:trace>
  <inkml:trace contextRef="#ctx0" brushRef="#br0" timeOffset="1168">937 277 7991,'5'-12'1141,"-4"1"-437,9 0-422,-4 5 0,2-2 285,-1 4-140,-5 0 1,7 9-389,-5 3 0,-1 1 18,-3 2 1,4 2-123,0 1 0,-1 0 83,-3 4 1,0-3-155,0 3 0,0 1 66,0 3 0,0 0-81,0 0 1,0 0 154,0 0 1,-1-4 44,-3 1 1,2-2 370,-5 1 0,3-3 87,-3-8 1121,4 3-1083,-7-9 1,9-1-90,-3-7 0,3-8-191,1-3 1,4-4-60,0-4 1,5 2-70,2-6 0,2 1-155,5-4 0,4 0-356,4 0 1,1 0-760,-2-1 0,2 3-1344,3 1 0,-1 4 2477,-7 8 0,-2 27 0,-9 10 0</inkml:trace>
  <inkml:trace contextRef="#ctx0" brushRef="#br0" timeOffset="1951">1422 299 7991,'0'-11'0,"0"0"36,0-1 0,4 5 374,0 0 307,-1-1-204,-3-3-145,0 5-179,-5 1 0,-1 7-45,-5 1 1,-1 3 7,-3 5 0,3 5-111,-3 3 0,3-2 45,1 1 0,1 1-200,3 3 1,-2-4-197,6 0 0,-5-3 92,5 4 1,-1-2-76,4 1 1,0-2-41,0-5 1,4-4-213,-1 1 1,6-6 189,-2 2 1,3-3 1,1-1 0,4-5 168,-1-2 0,1-7 185,-4 0 0,0-6 0,0 2 0,0 0 145,0 0 0,-1 0 158,-3-4 1,2 3-162,-5 1 0,3 3 219,-3-3-231,4 4 226,-7-2-297,4 10-18,-5 1-8,0 15 1,4-1-128,0 9 0,-1-1 10,-3 2 1,0 0 89,0-4 1,4 5-32,0-2 1,3-2-39,-3-1 0,4-2-3,0 2 1,1-7 0,3 3 1,-1-3-114,0-1 1,0-2 83,0-5 1,0-5 2,0-2 1,1-4-92,3-4 0,-3-2 45,3-5 0,-2 0 137,2 0 0,-7 0 0,3 0 0,-3-2 0,-1-1 0,-1 0-3,-2-4 1,-3 4 55,3-1 1,-3 0 390,-1 0 1,0 0 2,0 4 0,-1 5 701,-3 2-397,3 3-464,-4 6 0,1 2-9,1 8 1,-2 7 6,1 7 1,3 3-121,-3 1 0,3 0 0,1 0 1,0 4-147,0 0 1,1 3-164,3-3 1,-2 3-119,6-3 1,-5 0-45,5-4 0,-2 2-235,1-2 0,3 3 149,-3-7 1,-1-2-266,2-1 0,-6-3 54,2-1 603,2-5 0,-5-21 0,4-9 0</inkml:trace>
  <inkml:trace contextRef="#ctx0" brushRef="#br0" timeOffset="2184">1643 288 7523,'0'-11'-1053,"1"-1"1100,3 1 1,2 4 551,5 0 0,1 1-202,3-2 0,3 2-3,8 2 0,2 3-137,5-2 0,-4 1 0,1 2 0,-4 2 166,3 1 0,-5 3-183,2 5 1,-7 0-43,-5 0 0,-5 5-135,-2 3 1,-4-2-235,0 1 0,-1-1-129,-2 2 1,0 2-438,0-3 1,0-2 81,0-1 0,0-3-1274,0-1 1929,0 0 0,0-15 0,0-3 0</inkml:trace>
  <inkml:trace contextRef="#ctx0" brushRef="#br0" timeOffset="2309">1962 56 7991,'-6'-16'2,"-2"4"118,4-3 219,0 8-339,4 2 0,15 29 0,3 7 0</inkml:trace>
  <inkml:trace contextRef="#ctx0" brushRef="#br0" timeOffset="3236">2117 210 7984,'6'0'-36,"4"0"91,-3 0 0,-1 2 152,1 1 0,-4 3-67,1 5 1,1 5-177,-2 3 0,2 2 83,-1 1 1,-3 3-273,3 1 1,-2 0 145,2-4 0,-3-1-314,3-3 391,-3 3 0,0-14-46,3 1-15,-3-6 1,9-7-33,-3-2 1,-1-8-116,2-3 1,-1-3 19,4-1 0,0 1-113,0 3 0,0-3 303,0 2 0,0 0 0,0 0 0,-1 0 0,-3 4 0,3 0 0,-3 4 0,-2 4 44,-1 0 369,2 4-111,-5-2 0,4 10-127,-5 3 0,0 1-36,0 2 1,0 4-44,0 0 1,0 3-161,0-3 0,0 3 178,0-3 1,2 0-165,1-4 1,0 0-519,4 0 523,0 0 1,4-4 73,0 0 0,0-4-43,0 1 0,-3-3 12,-1-1 1,0-5-41,5-2 1,-1-3-100,0-1 1,-4 0 19,0 0 0,1-2-206,3-1 0,-4 0 327,0-4 0,-3 4-9,3 0 1,-4 1 45,0 2 1,-1 0-39,-2 0 1,-2 5 186,-1 3 1,-5 1-94,-6 2 1,-2 5 7,-3 3 1,0 1 70,4 2 1,-3 5 23,3 3 1,0-2 44,4 1 1,2-1-175,1 2 0,3 2-1,5-3 0,3-1 52,4 2 1,2-2 1,9 1 1,2-3 37,5-8 0,2 2-7,3-6 1,0 1-12,-4-4 1,1-5-5,-1-2 0,-3-7-9,3 0 0,-3-6-155,-1 2 1,-4-3-199,1-1 0,-6-4 10,2 0 0,-3-4-163,-1 0 1,-1 2 135,-3-1 1,2-1-21,-5-3 1,3 5 433,-3 2 1,-1 3 104,-3 1 0,0 5 724,0 2-281,0 8-221,-5 2 0,3 10-68,-5 2 0,3 3 50,-3 1 1,4 5-291,0 2 1,-2 3-9,1 1 0,0 1-64,4 3 1,-3-3 19,-1 3 0,0-3-230,4-1 0,0 4-167,0 0 1,0 0-451,0-4 1,4 3-26,0 1 0,0-1-662,0-7 1,-3 2 398,3-6 997,2 1 0,30-38 0,11-9 0</inkml:trace>
  <inkml:trace contextRef="#ctx0" brushRef="#br0" timeOffset="3705">2999 199 7507,'0'-6'1824,"0"3"-1391,0 6 1,0 3-227,0 5 0,0 2 13,0 1 1,0 0-221,0 4 0,0-1 80,0 2 1,1 2-277,3-3 0,-3-2 121,2-1 1,4-3-40,0-1 1,-1-1-20,1-3 1,1-2-204,3-5 0,0-1-28,0-3 0,0-2-136,0-5 1,1-4 291,3 0 1,-3-3 36,3 3 0,-3-4 310,-1 0 0,0 2 39,0-1 1,0 4 34,0 0 1,0 1-109,0 2 1,-3 5 91,-1 3-126,-5 1 1,7 8 208,-5 5 1,-1 5-151,-3 6 1,-1 5-46,-3 3 0,-1-1 124,-2 4 0,-3-1-12,3 9 1,-3-2 91,-1 1 0,0 2-146,0-5 0,-4 4 19,1 0 1,-6-3-51,2-2 1,-3-5-96,-1-2 0,0-5 96,0-2 1,3-6-116,1-9 0,5-2 84,-2-5 0,3-5 0,1-2 0,4-8 111,4-3 1,2-8-80,1-4 1,6 0 2,5 0 1,2-1-43,9 1 0,-2 2-103,6-1 0,2 2 136,1 1 0,-1 0-19,2 8 1,-6 2-5,2 1 0,-3 4-13,-1 4-72,-5 2 0,-10 20 0,-9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04.8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61 7361,'6'-5'428,"-1"4"1,-4-5 80,3 2-58,-3 3-40,4-4-309,0 0 204,-4 4-297,4-4 86,-5 5 0,0 5-136,0 2 0,-1 4 87,-3 4 1,-2 4-129,-5 6 0,0 5 48,0 6 1,-4 4-173,1 4 1,-1 0 20,4 0 1,0-1 69,0-3 0,1 1-69,3-8 0,2-4 85,5-11 1,1-2-10,3-5 0,2-4 81,5-4 0,0-4 17,0-6 0,5-2-76,2-9 1,-1-1 17,2-3 1,-2-3-64,1-1 0,2-5 74,-5 2 0,3-3 128,-3-1 0,-1 0-126,-3 0 0,0 0-9,0 0 0,-3 4 51,-1 4 1,-5 6 112,2 5 0,-3 5-92,-1 2 13,0 4 0,0 0-155,0 6 1,-1 3 71,-3 5 1,3 2 29,-2 1 0,0 3 9,-1 6 1,3 0-1,-2 3 0,1-2-52,2 5 0,0-3-8,0 4 1,0-5 49,0 5 1,0-2 4,0 1 1,0-3 123,0-8 0,4 2-64,0-5 0,4-2 129,0-6 0,1-2 43,2-5 0,0-5 307,0-2 1,1-4-126,-1-4 0,0-3 80,0-8 0,0-2-92,0-5 1,0 0-14,0 0 0,-4-4-518,0 0 1,0-4 48,0 0 0,1 3-134,-4 2 0,3 5-216,-3 2 0,3 8-1503,-3-1 1961,5 7 0,-3 19 0,5 9 0</inkml:trace>
  <inkml:trace contextRef="#ctx0" brushRef="#br0" timeOffset="384">618 304 10654,'7'-1'513,"1"-3"1,-4 3-656,3-3 1,0 3-235,4 1 1,0-1 82,0-3 0,2 1-122,1-4 1,-2-2 168,3-5 1,1 0-117,-1-4 1,-1 3 68,-2-3 0,-5 4 20,0 0 0,-4-2 103,0 1 1,-1 4 27,-2 4 1,-5 4 247,-3 0 0,-3 1 80,-3 2 1,0 3 58,-4 4 0,1 0-29,-2 8 1,0 2 218,4 2 0,-3 2-163,3 1 1,0 1 154,4 3 0,4-3 39,-1 3 0,6-2 179,-2 2 0,4-5-134,4 4 0,7-9-151,7 3 0,4-11-326,4-4 1,0-3-433,7-1 0,-4-5-579,4-2 0,0-11 413,-3-5 0,-3-5 564,-1 3 0,-23-26 0,-5-1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10.9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166 288 7839,'7'-13'290,"1"-1"1,-5 5 226,5-2-141,-6 2-66,3 3-128,-5 1 0,-1 7-111,-3 1 1,-3 3-230,-8 5 0,3 4 154,-3 0 1,-1 4-144,2 0 0,-5 2-186,4 1 1,-3 0 38,3 0 1,1 0-81,3 0 1,3 0 83,1 0 0,5-4-10,-2 1 1,3-6 168,1 2 1,5-8 21,2-3 1,3-3 111,1-1 0,3-5-3,1-2 0,1-4-31,-1-4 1,-3 2 48,3-6 0,-3 1 20,-1-4 1,0 4 10,0-1 0,-4 1 153,1-4 0,-1 1-105,4 3 0,-1 0-36,-3 4 0,2 5 127,-6-2 26,6 3-79,-8 1 1,4 4 17,-5 6 0,0 4 116,0 4 0,-4 1-110,1 3 0,-6-2-29,2 5 1,2-3-76,1 3 1,3 0-120,1 0 1,0 2 132,0-6 1,1 5-122,3-5 1,2 1-164,5-4 0,4-4 24,0 1 1,3-6-79,-3 2 0,3-4 173,-3-4 0,3-2 61,-3-5 0,-1-4-14,-3 1 1,0-6 91,1 2 1,-1-3-59,0-1 0,-2 1 121,-1 3 1,-2-3-114,-2 2 0,-3 2 654,2-1 713,4 4-830,-6-2-394,4 10 1,-2 3 54,1 6 0,0 8 8,-4 8 1,0 3-72,0 4 1,0-2-123,0 5 1,0 5-143,0 2 1,1 2 6,3-1 0,-3-3-72,2 3 1,-1-3 124,-2-1 0,0-1-35,0-2 1,0-3 27,0-5 0,-4-5-122,0-3 1,-1-2 10,2-5 91,2-2 0,-4-10-151,5-2 0,0-5-5,0-2 0,0-2-54,0-3 1,1-5 236,3 2 0,-3-4 129,2 0 1,-1 2-23,-2-5 0,0 3 148,0-4 1,0 1-4,0-4 1,0 0 137,0 0 1,0 1 6,0 3 1,1-2 10,3 5 1,-2 5-13,5 7 1,2 1-152,6 2 0,-2 5-49,5 3 0,0 1 6,0 2 1,3 4-78,-3 0 1,3 8 37,1-1 1,-5 3-130,-2-3 0,-6 1 74,-2 3 0,-6 0-186,-1 4 0,-10 2-18,-8-3 1,-3-1-90,-1 2 1,0-6-319,0 2 0,0-2-29,0 2 1,3-7 607,1 3 0,14-22 0,1-2 0</inkml:trace>
  <inkml:trace contextRef="#ctx0" brushRef="#br0" timeOffset="234">728 243 7840,'6'0'1349,"4"0"0,-5 2-938,2 1 1,2 7-49,-5 5 1,3 8 109,-3-1 0,3 9-316,-3 2 1,-1 1-190,-3 7 0,4-2-270,0 1 1,-1-2 38,-3-5 0,0-5-189,0-2 1,-3-6 226,-1-2 1,-1-6-82,1-1 1,2-4-686,-5-7 233,4 0 1,-2-5 224,5-3 1,0-3 532,0-3 0,5-33 0,1-12 0</inkml:trace>
  <inkml:trace contextRef="#ctx0" brushRef="#br0" timeOffset="442">783 288 7840,'0'-18'0,"0"4"0,0-2 475,0 1 0,0 4 4,0 4 1,5 4-47,3 0 1,5 1-139,2 2 0,4 0-39,0 0 0,2 2 28,1 1 1,-2 5-27,-1 6 1,0-1-69,-4 1 0,-4 3 27,-4 2 0,-4-2-202,1 1 1,-4-3-205,-4 3 1,-3-3-389,-8 3 1,-2 0-26,-5 0 0,0-2-586,0-5 0,1-4 1188,2 1 0,-6-30 0,1-4 0</inkml:trace>
  <inkml:trace contextRef="#ctx0" brushRef="#br0" timeOffset="659">1015 23 8002,'7'-10'1635,"1"3"1,-5 2-1045,5 5 1,-1 0 12,4 0 1,0 10-196,0 4 1,0 6-42,0 2 0,0 1-197,0 3 0,-4 2-140,1 5 1,-6 0-860,2 0 1,-3 1-42,-1-1 0,-1 0-491,-3 0 1,2-6 521,-6-5 0,6-1-715,-2-7 1553,3-4 0,16-20 0,3-8 0</inkml:trace>
  <inkml:trace contextRef="#ctx0" brushRef="#br0" timeOffset="1112">1268 199 10036,'0'8'865,"0"-1"1,4 2-643,0 5 0,-1 0-144,-3 4 1,0 1-60,0 3 0,4-4-259,0 0 0,3-4-142,-3 1 0,4-1 245,0-3 1,-2-2-107,1-9 1,1 0 60,3 0 1,0-1 79,0-3 1,0-6 82,0-5 1,0-3 160,0 3 1,0-4-61,0 0 0,0 2 132,0-1 0,0 4-91,0 0 0,0 1-30,0 2 0,-4 5-140,1 3 0,-5 1 136,5 2 1,-5 5-6,5 3 0,-6 6 46,2 5 0,-3 3 129,-1 3 0,0 4-24,0 4 0,0 1 162,0 3 1,-5 1-203,-2 2 1,-3 6-87,-1-6 1,0 4-325,0-7 0,-5 0 144,-2-4 0,-2-5 101,2-3 0,-3-6 143,2-4 1,-1-8 115,-2-3 0,-1-3-242,1-1 1,4-6-125,0-5 1,4-5 6,0-6 0,6-4-204,5 0 1,1 1-448,2 2 0,6 0 373,5-3 1,7 3-712,7-3 0,0 3 252,4 1 1,2 3-424,6-3 1229,-8 7 0,22-6 0,-4 10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14.7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44 221 8009,'0'-11'493,"0"0"0,0 4-626,0-1-1022,0 6-194,0-3 1349,0 5 0,-10 15 0,-2 3 0</inkml:trace>
  <inkml:trace contextRef="#ctx0" brushRef="#br0" timeOffset="158">0 22 8043,'0'-7'-525,"0"0"-482,0 4 1007,0-2 0,0 20 0,0 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19.8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23 8056,'-6'-6'1292,"1"0"-802,5 2 1,5 3-76,3-3 1,3 3-222,3 1 1,3 0-106,6 0 0,2 0-126,1 0 0,1 0-347,-1 0 1,-3 0-112,3 0 1,-3 0-556,-1 0 0,-1 0 1050,-3 0 0,-2 10 0,-5 2 0</inkml:trace>
  <inkml:trace contextRef="#ctx0" brushRef="#br0" timeOffset="217">0 177 8023,'8'0'1451,"-1"0"1,2-3-999,5-1 0,5 0-60,6 4 0,0 0-930,4 0 1,1 0-325,3 0 0,0 0-1837,0 0 2698,0 0 0,-5-5 0,-1-1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17.3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430 77 8164,'7'-11'55,"0"0"350,-4 5 92,2-4-88,-5 4-138,0-5-315,0 0 0,-5 5 113,-3 2 0,-1 3-161,-3 1 1,-2 0 157,-1 0 0,-5 5 14,2 2 0,-4 7-483,-4 0 1,2 6 200,-6-2 0,5 8 49,-5 4 1,1 5 80,-4 2 0,5 1-104,2-1 0,3 2 76,1 5 1,8-1-9,3-3 0,7-6 35,1-4 1,3-9 0,3 1 0,4-8 0,4 1 0,3-8 71,1-3 0,6-4 12,1-4 0,0-2-61,4-5 0,-2-5 10,2-2 0,-3-3 157,3-1 0,-4-5 216,-4-2 1,-1-3 13,-2-1 1,-3-1 192,3-3 1,-6 3-404,-2-3 1,-5 4-233,2 3 1,1 0-329,-1 4 0,1 1-75,-2 7 161,-1 7 1,1 6 88,-6 5 248,-4 0 0,-18 30 0,-5 6 0</inkml:trace>
  <inkml:trace contextRef="#ctx0" brushRef="#br0" timeOffset="205">66 320 8184,'-11'0'398,"0"0"221,0 0 0,3-4 40,1 0-399,4 1 1,0 3 24,6 0 0,5-2-31,7-1 0,5 0-318,6-4 0,8 1-392,-1-1 1,7-3-610,-4 2 0,5 2 1065,-4-1 0,24-10 0,3-7 0</inkml:trace>
  <inkml:trace contextRef="#ctx0" brushRef="#br0" timeOffset="972">418 540 7359,'-6'-11'794,"1"5"1,5 0-486,0 2-213,0 3 37,0-4 0,-3 10-166,-1 2 1,0 3 80,4 1 1,-3 1-144,-1 3 1,-4 2 43,0 5 0,2 0-172,-1 0 0,-1 1 114,-3-1 0,2 0-104,1 0 0,-2-5 111,3-3 0,1-1-83,-1-2-13,4 0 4,-2-5-12,5-1 41,0-15 0,5-1 91,2-7 1,3-2 23,1 5 0,0-4 25,0 0 0,2 2 104,1-1 1,-1 1-100,1-2 0,3-2 135,2 3 0,-2 2-12,1 1 0,-3 3 272,3 1 1,-4 5 123,1 2-399,-8 3 1,1 6 2,-4 2 0,0 7-117,-4 1 1,-4 4-239,0 0 1,-3 1 135,3 2 0,-4 1-162,0-1 0,2-2-60,-1-1 1,5-2 337,-2-2 0,3-8 0,1 3 0</inkml:trace>
  <inkml:trace contextRef="#ctx0" brushRef="#br0" timeOffset="1341">672 661 8180,'11'0'1240,"0"0"-981,0 0 1,0 0-240,0 0 0,-3 0 19,-1 0 1,0-3-159,4-1 0,0 0 81,0 4 1,0-1-202,0-2 1,0 0 294,0-4 1,0 1-119,0-2 1,-3-2-282,-1 3 0,-3-3-219,3-1 1,-4 4-33,0 0 289,-1-1 329,-7-3 0,-5 5-13,-5 2 0,-4 4 251,0 4 1,2 2-48,-1 5 0,0 0 208,0 0 1,2 4-86,5 0 0,-2-1 15,2-3 1,-2 4-169,10 0 0,-1 1 73,4-2 1,0 4-215,0 4 0,6-4-500,5 0 0,1-4-102,7 1 0,0-4 106,7-4 0,-3-2-946,3-5 1398,2 0 0,35-44 0,13-11 0</inkml:trace>
  <inkml:trace contextRef="#ctx0" brushRef="#br0" timeOffset="1825">1102 595 8180,'-6'0'154,"0"4"366,2 0-269,3 4 1,-8-2 15,6 5 0,-5 0-135,5 0 0,-5 0-244,5 1 0,-2 2-39,1 1 1,3 3 71,-3-3 1,3 1 103,1-1 0,0-7 2,0 3 1,5-3-152,2-1 1,-1 1 65,2-4 0,-1 0-180,4-4 1,0 0 123,0 0 0,0-5-142,0-2 1,-1 0 103,-3 0 0,3 0-74,-3-4 1,3 0 336,1 0 1,-1 0-24,-3 0 1,3-2 4,-3-1 1,0 1-150,0-1 1,-1 5 35,1 2 0,0 1 65,-4-2 45,-2-1-99,4 7-43,-5-3 1,0 10 12,0 3 0,-3 1-1,-1 2 0,-1 1-16,1-1 1,3 0 0,-2 0 1,-2 0 6,1 0 1,0 0 43,4 0 0,1 0 8,3 0 1,2-4 47,5 0 0,0-4 371,0 1 0,4-3 83,0-1 1,3-1-151,-3-3 1,4-2 105,0-5 1,-3-4-72,-2 0 0,-1-3 237,-2 3 0,-4-4-301,0 0 1,-4 2-293,1-1 0,-7 4-1189,-1 0 0,-8 1 304,1 2 850,-2 5 0,-3 6 0,-1 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20.9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496 210 8035,'11'-11'0,"0"0"167,0 0 0,0 0 351,0 0 1,0 0-53,0 0 1,-3-4 139,-1 0 1,-1 0-127,2 4 1,-3 0-180,-5 0 0,0 0-79,0 0 0,-2 2-73,-1 1 1,-7 0-144,-5 4 1,-9 0-39,-2 4 0,-6 6-239,-5 5 0,-3 5-156,-8 6 1,3 2 218,-3 1 1,3 5-115,1 7 1,1 2 38,2 5 1,6 0 12,9 0 0,3-5 106,12-2 1,2-3 3,9-1 1,3-6 53,4-5 0,2-4 2,9-7 0,2-5 37,5-3 1,3-1 132,5-2 0,4-7-13,0-4 0,5-2-18,-2-9 0,-2 1 117,-1-8 1,-3-1-192,-1-3 0,-5-1 19,-2-3 1,-8 3-172,-3-3 0,-8 4-265,-3 4 1,-3 2 2,-1 5 0,-2 4-681,-5 4 1134,-1 6 0,-47 13 0,-5 8 0</inkml:trace>
  <inkml:trace contextRef="#ctx0" brushRef="#br0" timeOffset="149">110 287 8035,'-11'0'1279,"4"0"-80,0 0-532,4 0 0,-2-1-199,5-3 0,10 3-47,5-3 1,6 2-314,4-2 1,5 2-153,7-6 0,1 5-2530,2-5 2574,3 6 0,7-9 0,8-3 0,7 2 0,-1 0 0</inkml:trace>
  <inkml:trace contextRef="#ctx0" brushRef="#br0" timeOffset="1000">794 540 7384,'0'-6'1450,"-1"-2"-1147,-3 4-124,3 0 0,-9 4-74,3 0 0,1 0-183,-2 0 1,-3 0 130,-4 0 0,-4 9-134,0 2 1,-1 4-1,-2-1 0,0 4 11,0 4 0,1-4-18,2 0 0,5 0 80,6 0 1,3-2-8,5-5 0,2-1 19,1-3 0,5-2-3,6-5 0,5-1-34,6-3 1,-1-6-99,1-5 1,-3-3-49,-3 3 1,0-3-42,-4 3 1,-1 1-512,-7 3 449,3-5 0,-9 3 282,3-1 0,-23 11 0,-5 5 0</inkml:trace>
  <inkml:trace contextRef="#ctx0" brushRef="#br0" timeOffset="1344">1081 397 8089,'0'-7'0,"0"-1"0,0 5 0,0-5 653,0 1 1024,0 1-684,0 1-665,0 15 0,-4-2 138,0 11 1,-3-1-176,3 4 0,-4 0-171,0 0 1,-2 2-80,-1 1 0,2-1-225,1 1 0,-2 0-263,3 1 0,-1-3-505,0 3 0,0-7-60,4 0 1,0-6 1011,4 2 0,20-18 0,4-4 0</inkml:trace>
  <inkml:trace contextRef="#ctx0" brushRef="#br0" timeOffset="1821">1499 320 8035,'0'-6'2634,"0"1"-2170,0 15 1,-3 2-344,-1 10 1,-3 0-11,3 0 1,-4 4-56,0 0 0,2 4 20,-1 0 0,-1 1-225,-3 3 0,4-6-4,0-3 1,1-1-744,-2-2 440,-2-5 177,9-1 0,-5-10-278,2-2 361,3-3 0,-4-6 35,5-2 1,0-3 63,0-1 0,0 0 11,0 0 1,-1-4 4,-3 0 0,3 1 3,-3 3 1,0-4 33,0 0 0,-1 4 125,1 4 0,-2 0 27,-5-5 0,0 6-90,0 3 1,-1 1 208,-3 2 0,2 2-11,-6 1 0,5 5 18,-5 6 0,6 0 25,-2 4 1,3-3 171,1 3 1,5-3-91,2 3 1,3-4 71,1 1 0,5-3-176,2-1 1,8-4-7,3 1 0,4-6 50,4 2 1,-3-3-746,3-1 1,-3-5-2141,-1-2 2604,0 2 0,0-25 0,0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24.0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368 397 6394,'5'-6'635,"-3"1"222,5 5-592,-4 0 1,3-1 183,-2-3-1,-3 3-232,9-4 1,-8 5-29,5 0 1,-3 0-42,3 0 0,-4-1-99,1-3 1,-2 3-81,2-3 199,-3 3-214,4 1-33,-5 0 0,-5 1-12,-2 3 0,-8-3 179,-3 3 0,-8 1 91,-4-2 0,-1 1-87,-3-4 0,0 0 43,-3 0 0,3 0-95,-3 0 1,4 0-80,4 0 0,3 4-1101,8 0 426,-3-1 0,15-3 715,2 0 0,86 5 0,-27-2 0,-1 0 0</inkml:trace>
  <inkml:trace contextRef="#ctx0" brushRef="#br0" timeOffset="1175">2110 0 7990,'6'0'11,"-1"0"0,-7 4 201,-1 0 0,0 4 21,-4 0 1,-4 6-15,-4 5 1,-8 3-22,1 3 0,-11 4-146,0 4 0,-13 3 27,-1 1 1,-6 4-182,-2-5 1,0 4 50,0-7 0,1-3-170,2-8 1,4-5-71,8-2 0,0-3 49,6-1 1,0-3 7,8-1 0,1-4 107,3 0 1,5-2-124,2-1 1,3-1 178,1-2 0,3-7-11,1-5 0,4-3-38,0 3 1,3-6 10,3-1 0,4 0 135,4-4 1,1-2-67,3-1 0,-2 1 20,5-2 1,2 2 8,6-1 0,-3-2 119,3 5 1,1 2 81,-2 5 0,1 3 209,-4 5 0,4 2 26,0 1 0,-1 3 236,-3 5 1,-3 7-176,-1 4 1,0 4 108,5 8 1,-5 3-206,0 4 0,-1 5-13,2 2 1,2 4-177,-3-5 1,2 1-61,-2-4 1,3-1-99,-3-3 1,2-2-160,-2-5 0,-1-4-379,-2-4 1,-3-3-193,3-3 0,2-3 687,1-5 0,38-35 0,8-8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26.6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375 67 8046,'0'-11'-942,"1"1"984,3 3 1,-3-3 619,3 3 0,-3 1 174,-1-2-58,0 6-310,0-3-264,-5 5 1,4 1 60,-3 3 1,3 3-43,1 8 0,0 2-29,0 5 0,0 4-31,0 0 1,0 5-125,0 2 0,0 1 105,0 2 1,0-1-112,0-2 0,-1 0 143,-3 0 1,2 2-140,-6-2 1,5-2-198,-5-9 0,5-1-32,-5-3 1,5-3-443,-5-8 250,6-2-19,-3-5 231,5 0 67,0-5 1,-1-1-51,-3-5 1,3 0 0,-3 0 0,-1 0-49,2 0 0,-5 0 119,5 0 0,-5 0 10,5 0 0,-6 0 8,2 0 0,-2 0 102,2 0 0,-3 0-84,3 0 1,-3 1 84,-1 3 0,2-2 1,-2 5 1,3 1 148,-7 3 0,1 0 120,0 0 0,0 2 3,-4 6 1,1-1-11,-2 8 1,3 1-83,5-2 0,0 6 40,0-2 1,1-1-164,3 2 1,2-5-4,5 5 1,0-6 55,0 2 1,9-3-20,2-1 1,7-5-151,1-2 1,6-3-322,5-1 1,-2 0-507,1 0 0,-3-1-11,3-3 1,-4 2 858,1-5 0,12-15 0,2-8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27.3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343 95 7566,'0'-11'0,"0"0"52,0 0 530,0 0 0,0 0 257,0 0-424,0 0 1,-4 4-458,0-1 137,-4 6 0,-2 2-168,-5 7 1,-1 4 24,2 4 0,0 3 58,-4 8 1,-1 2 87,-3 5 1,0 0-127,0 0 1,0 4-8,0 0 0,4 5-168,-1-2 1,5-1 78,-5 2 1,7-10-108,1 2 1,1-7 101,7 0 0,-1-8 6,4-3 173,0-8 0,1-2-92,3-5 1,3 0 25,8 0 1,-2-1-48,6-3 0,-5 2 11,5-5 1,-2 0 74,1 0 0,2-3 65,-5 3 1,4 1 97,0-2 0,-2 2-43,1-1 1,-3 1 150,3 2 0,-1 3-101,2-3 1,1 3 86,-1 1 0,2 0-90,1 0 0,3 0-33,1 0 1,0 1 100,-4 3 0,0-3-118,0 3 0,0 1-158,0-2 1,-5 1-128,-2-4 1,-6 0-913,-2 0-212,0 0-1264,-1 0 2533,4 0 0,-9 0 0,4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27.7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56 8000,'10'-7'6,"-3"-1"0,3 6 184,-3-2 0,4-1 105,4 1 1,5 1-14,9 3 0,5-4 139,11 0 1,11 0 25,10 0 1,10 3 24,12-3 0,5 3-429,3 1 0,-46 0 0,1 0 230,1 0 0,-1 0 0,42 0-148,-8 0 0,-10 0-139,-6 0 1,-2 0 37,-5 0 0,-7 0-171,-7 0 1,-9 0-866,-6 0 0,-5 3 47,-6 1-563,-9 0 760,-3 1 1,-20-3-119,-5 5 886,-5-4 0,-21 7 0,-6-4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31.0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442 0 9164,'0'11'2177,"0"0"-1850,0 0 0,-1 1-162,-3 3 0,2 2 9,-6 5 1,2 5-82,-1 3 0,-3 5-221,3 2 1,0 3-73,0-3 1,0 0 48,-4-4 0,3-1 11,1-3 0,1-7 111,-1-7 0,0 0 30,4-4 10,2-3 1,-6-8 9,4 0 1,2-1-72,-3-3 1,3-2 20,1-5 1,-2 0 48,-1 0 1,1 0-157,-1 0 0,-2-4-303,1 1 1,-4-2 222,0 1 0,2 3 124,-1-3 1,0 2 16,-5-2 1,1 6 121,0-2 0,0 3-87,0-3 0,0 3 33,0 1 0,-1 5 21,-3-2 1,2 4 136,-5 4 0,4 2-28,-1 5 1,-1 5 142,2 2 1,-1 3 150,4 1 0,0 0-78,0 0 0,5-4-62,2 1 0,3-1-105,1 4 1,0-5 27,0-2 0,6-3-23,5-1 0,1-5-146,7-2 0,-1-3-216,4-1 0,0-1-514,0-3 1,4-2-2370,0-5 3068,-1 0 0,27-19 0,7-6 0</inkml:trace>
  <inkml:trace contextRef="#ctx0" brushRef="#br0" timeOffset="548">1170 232 8230,'0'-11'0,"0"0"336,0 0 1,0 0 22,0 0 1,0-1 101,0 1 0,0 0 144,0 0-197,-5 0 1,-5 2-205,-5 1 0,-1 0-184,1 4 0,-2 0 61,-5 4 1,-5 5-180,-2 3 0,-7 6-13,0 5 1,-1 3-244,4 3 0,3 4-61,1 4 0,6 0-12,1 0 0,5 0 26,6 0 1,4-1 29,4-3 1,6 1 67,5-8 1,8 0 207,6-11 0,5 1 131,6-8 0,5-1 11,2-3 1,2-5 196,-2-2 0,2-6 274,-5-2 0,2-5-233,-6 2 1,-2-3 2,-9-1 1,-2 0-247,-1 0 1,-3 0-447,-5 0 0,-5 1-106,-2 3 0,-3 2 510,-1 5 0,-39 5 0,-10 1 0</inkml:trace>
  <inkml:trace contextRef="#ctx0" brushRef="#br0" timeOffset="698">740 397 8230,'1'-7'447,"2"-1"0,8 2 683,8-1 0,3 1-581,4 2 0,8 2-71,10-6 0,1 6-387,7-2 1,-1 3-565,4 1 473,-9 0 0,-8 5 0,-11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35.2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541 22 8377,'-7'-5'198,"-2"4"1,3-4-106,-6 5 0,5-3-32,0-1 0,-1 0-1,-3 4 0,0 0-7,0 0 0,0 0 75,0 0 0,-3 4-3,-1 0 1,-3 3 16,3-3 0,-6 4-96,-1-1 0,0 3-9,-4 1 1,3 4 24,1 0 1,-4 4 0,0 0 0,1 2-40,3 1 1,0 5-16,0 2 1,1 4-3,2 4 0,3-2-23,5 6 1,2-5-25,1 5 1,3-4-12,5 3 0,0-4-163,0 0 1,5-3 21,3-3 0,1 2 98,2-3 1,5-6 47,3-1 1,3-3-32,4-1 1,2-1-29,5-2 0,1-7 27,3 4 0,2-9-43,5 1 1,5-4 0,3-4 0,-3-7 283,-2-7 0,-1-4 144,-2-4 0,-3 0 190,3-7 1,-6 6-172,7-6 0,-10 3 58,-2-3 0,-1-4 92,-6 0 1,-2 0 229,-5 4 1,-8-4-212,-8 1 1,-1-6-94,-2 2 0,-12 2-180,-6 1 1,-9 0-272,-10 4 0,-3-1-403,-8 8 0,-1 3 139,-2 8 1,5 5-410,6 10 0,6 0 723,1 0 0,19 30 0,11 6 0</inkml:trace>
  <inkml:trace contextRef="#ctx0" brushRef="#br0" timeOffset="632">386 959 8149,'-11'5'495,"4"-2"167,0 4 1,4 0-181,-1 4 1,3 2-13,1 1 1,1 7-248,3 5 0,2 4 33,5 0 1,5 7-214,3 3 0,6-2 7,5-1 0,3-3 30,3-1 1,2-1-95,3-3 1,2-7-388,-3-7 1,-2-4 95,-1-3 0,-4 0-287,-4-4 0,-2-1 204,-5-3 0,-5-3-156,-2-1 0,-3-1-145,-1 2 1,-1-4 191,-2-4 1,1 4 496,-1 0 0,2-15 0,1-8 0</inkml:trace>
  <inkml:trace contextRef="#ctx0" brushRef="#br0" timeOffset="848">926 1257 8149,'-11'-5'0,"0"-2"0,4 1 622,0-2 989,-1 6-1119,2-3 0,3 10-101,6 2 1,3 3-355,5 1 0,2 1 86,1 3 0,0-2-148,4 6 0,-4-5 72,0 5 1,-1-6-164,-2 2 1,-4 1 152,0-1 1,-4 3 36,0-3 1,-3-1-110,-3-3 0,-8 0 73,-8 0 1,-1 3-847,-3-3 1,0 2 109,-3-5 698,3-3 0,-18-10 0,0-7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37.9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110 133 7943,'-4'-6'6,"2"-4"53,-3 4 1,2-1 352,-1 0-302,0 4 143,4-2 19,0 5 25,0 5 1,0-2-166,0 4 1,0 1 22,0 7 0,-1-1-97,-3 4 1,3-3-104,-2 3 1,-4 0 70,0 4 0,1-4-119,-1-4 1,1 2 79,-2-1 1,0 0-213,4-4 211,-5 0 1,7-2-62,-5-1 41,4-3-38,-2-5 0,5-5-133,0-3 1,0-1 112,0-2 0,4-4 23,0 0 1,0-4 58,0 0 1,-1-2-5,4-1 0,-3 0 120,3 0 0,-3 0-34,3 0 1,-3 4-31,3-1 1,-5 2 34,2-1 0,-3 2 149,-1 5 0,4 4 16,0-1-45,-1 6-157,-3-3 0,0 6-3,0 3 0,0 2-91,0 5 1,4 0 79,0 0 0,4 4-15,0-1 1,3 5-19,3-4 0,-1 0-98,1 0 1,2-1 60,-1 4 1,3-5-112,-3 2 1,3-3 93,-3-1 0,3 0-106,-3 0 0,4 1 29,-5-1 159,1-5-9,-4 3 0,-4-7-25,1 1 104,-6-1 1,2-2-24,-8 0 1,-2 0 174,-5 0 1,-1 0-121,-3 0 0,2 0-22,-6 0 1,4 0 35,-3 0 0,0 1-3,-4 2 1,1-1-1,2 1 0,-1 0-40,1 1 0,3-3 7,2 2 1,1-1-95,2-2-246,0 0 66,5 0-370,1 0 271,15 0 1,-3 0-13,8 0 1,1 0 9,-1 0 1,3 0 87,-3 0 1,1 0-26,-2 0 1,-1 0 122,1 0 0,-1 0 87,-2 0 1,-4 0-100,0 0 349,1 0 178,-2-5-265,-1 4 0,-10-4-38,-2 5 0,-5 0-20,-2 0 0,0 0 4,-4 0 0,3-4-66,-3 0 0,4 1-3,0 3 1,1 0-27,2 0 0,0 0-239,0 0-15,5 0 248,1 0-7,5 0 6,5 0 1,1 0-1,7-2 126,1-1 0,0 0-7,4-4 0,-4 3 658,0-3-452,-1 4-131,-2-6-873,-5 7 0,-3-6 129,-6 4 544,-3 0 0,-15 24 0,-2 5 0</inkml:trace>
  <inkml:trace contextRef="#ctx0" brushRef="#br0" timeOffset="691">794 354 7840,'4'-11'0,"-1"0"-102,0 0 0,-2 3 1443,-1 1-654,0 0-546,0-4 1,-5 4-24,-2 4 0,-7 2-186,0 1 1,-2 0 129,1 0 1,1 4-149,-4 4 1,5 3 119,-2 4 0,-1-3 24,1 2 0,1 4-200,3 0 0,0-1 47,-1 2 0,6-2-189,3 1 1,-2 2 78,1-6 1,0 1-74,4-4 1,5 0 91,3 0 0,-1-5 77,4-2 1,-2-3 30,5-1 1,2-5-67,-1-2 1,3-3 4,-3-1 0,0-5 160,-4-2 1,3 1 232,1-2 0,0 2-36,-4-1 1,-4-2 88,1 5 1,-2-3 687,1 3-366,3 1 14,-9 3-362,4 5 10,-5 1 1,0 17-327,0 3 1,0 3-25,0-3 1,4-2-325,-1 5 1,6-3-557,-2 4 1,2-2 231,-2 1 1,3 2-503,-3-6 1209,3 1 0,40 1 0,10 1 0</inkml:trace>
  <inkml:trace contextRef="#ctx0" brushRef="#br0" timeOffset="1119">1213 376 8161,'6'-11'116,"-2"0"0,1 0 763,-2 0-506,1-5 0,0 4-127,-1-3 1,1 6 60,-4 2-183,-5 4 1,-1-1-178,-5 4 1,0 0 188,0 0 1,-1 0-133,-3 0 0,1 4-158,-4 4 0,3-2-123,-3 1 1,1 1-165,-2 3 1,4 0 100,3 0 1,1 0-54,0 0 0,0 0 139,0 0 1,4-1-142,0-3 249,4 3 0,0-5 101,6 2 0,1-2 214,7-5 1,-2 0-108,5 0 1,2 0 213,-1 0 0,1-4-18,-2 1 0,-1-5 111,1 5 0,-1-5-200,-2 4 1,0-3-18,0 3 1,0 0 108,0 0 1,-4 3-71,0-3 1,1 3-199,3 1 1,0 0 163,0 0 1,0 3-327,0 1 1,0 8-18,0-1 0,0 4 24,0 0 0,3 1 72,-3 2 1,-3 3 35,-8-3 0,-1 3 52,-3 1 1,-4-3 19,-11-1 0,-2-5-98,-12 2 1,0-6 6,-11-2 0,6-5-1116,-6 2 1189,2-3 0,-2-15 0,0-5 0</inkml:trace>
  <inkml:trace contextRef="#ctx0" brushRef="#br0" timeOffset="1636">1588 420 8123,'0'-11'-590,"0"0"1300,0 0 1,-2 1-177,-1 3 0,0-2-213,-4 5 0,3 1-204,-3 3 0,0 0-214,-4 0 96,0 5 1,0 1-206,0 5 0,3 3 102,1 1 1,1 1-17,-2-1 0,2-2-150,3 6 1,1-6 42,-1 2 0,1 1 13,2-2 1,0 1-4,0-4 0,0-3-9,0-1 0,2-3 165,1 3 0,3-5-4,5 2 0,2-4-20,1-4 1,-1-2 29,1-5 1,2 0 51,-1 0 0,-4 0 224,-4 0 1,-1-4 36,2 1 0,0-2-68,-4 1 1,0 3 147,-4-3 0,0-1 186,0 2 124,0-1-563,0 4 0,0 3 236,0 1-164,0 5-72,0 7 1,1 2-155,3 8 1,-2 1 105,5-2 0,-3 5-151,3-5 0,1 5-40,3-5 1,-1 5-257,-3-5 1,3 1-64,-3-4 0,3 0-248,1 0 0,-4-1 721,1-3 0,9-7 0,6-6 0</inkml:trace>
  <inkml:trace contextRef="#ctx0" brushRef="#br0" timeOffset="1816">1852 409 8123,'0'-16'304,"-3"7"634,-1-2-217,0 3-93,4 2-373,0 1 1,0 6 14,0 3 1,0 2-139,0 5 1,4 1-62,0 3 0,3-2-214,-3 6 0,4-2-293,0 1 1,-2 2-622,1-6 0,-3 5 522,3-5 535,0 6 0,19-3 0,4 5 0</inkml:trace>
  <inkml:trace contextRef="#ctx0" brushRef="#br0" timeOffset="1958">1819 255 8081,'0'-18'-417,"0"4"146,0 1 1,1 7 270,3 3 0,41 26 0,15 8 0</inkml:trace>
  <inkml:trace contextRef="#ctx0" brushRef="#br0" timeOffset="2444">1985 409 8119,'7'-4'272,"0"1"313,-4-1-256,7 4 1,-6 5-383,4 2 0,0 3 40,-4 1 0,0 1 19,-4 3 0,3-3 74,1 3 1,0 1-140,-4-2 0,0 5 73,0-4 1,0-1-327,0-3 453,0 0-14,-5 0-358,4-5 132,-4-1 1,1-6-89,0-3 0,1 2 139,3-5 1,0-1 21,0-3 1,0-3 108,0-1 1,0-4 159,0 5 0,0-5-118,0 5 0,1-2 107,3 1 0,-2 3-120,5-3 0,1 4 10,3 4 1,0 1-21,0 2 1,0 3-43,0-3 0,4 4 11,-1 4 0,5 3-131,-5 8 1,1-3-231,-4 3 1,0 1-123,0-2 1,-1 6-316,-3-2 1,-2-2 263,-5-1 463,5 2 0,-9 0 0,3 5 0</inkml:trace>
  <inkml:trace contextRef="#ctx0" brushRef="#br0" timeOffset="2812">2481 365 8119,'0'-8'425,"0"1"-154,-5 0 1,0-1-30,-3 1 0,-1 5-77,1-2 0,-1 3-117,-2 1 1,0 0 66,-1 0 0,1 3-199,0 1 1,0 5 186,0-2 1,2-1-116,1 1 0,0-3-302,4 3 137,0 1 0,4 3-42,0 0 1,0-4 61,0 1 0,5-2 53,3 1 1,1 3 51,2-3 0,0-1-2,0 2 1,4-2 40,0 1 1,3 3 9,-3-3 0,3-1 289,-3 2 0,0-1 33,-4 4 0,2-4 23,-2 1 1,1-1-117,-8 4 1,3-3 110,-3-1 0,-1-1-358,-7 1 0,-6 3-278,-5-2 0,-5-2 82,-2 1 0,-1-5-534,-2 2 751,2 2 0,-19-9 0,-5 1 0</inkml:trace>
  <inkml:trace contextRef="#ctx0" brushRef="#br0" timeOffset="3126">2679 243 8165,'-11'-11'244,"0"0"1,5 4 371,2 0 183,-2 4 1,5 0-165,-3 6 1,4 3-117,4 5 1,2 4-205,5 0 0,0 4-91,0 0 1,4 5 0,-1 2 0,5 3 18,-4-3 0,0 1 30,0-1 1,-3 1-1308,3 2 0,-3-2-478,-1-5 1,-1-5-157,-2-2 1,-2 0 1667,-3-4 0,-11-12 0,0-12 0</inkml:trace>
  <inkml:trace contextRef="#ctx0" brushRef="#br0" timeOffset="3309">2558 376 8165,'0'-11'1233,"5"1"-1017,2 3 0,4 2-440,4 5 0,6 1 234,4 3-10,6-3 0,61 18 0,-36-9 0,1-1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44.5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56 133 8177,'-4'-11'0,"0"-1"0,1 5 190,3 0 0,0 3 329,0-3 272,0 4-335,0-6-1,0 7-171,0-3 1,0 7 110,0 1 1,4 5-130,4 6 0,2 1-22,1 7 0,0-2-182,0 5 1,0 6-104,0-2 0,0 9-232,0-5 0,-4 3-29,0-3 1,0-1-333,0-3 1,1 2 145,-4-5 0,1-4-1206,-1-4 1044,-3-4 650,4-3 0,-10-36 0,-1-12 0</inkml:trace>
  <inkml:trace contextRef="#ctx0" brushRef="#br0" timeOffset="698">11 177 8177,'-6'-5'-9,"1"-1"421,5-5 0,0 3-151,0 1 1,2 4-83,1 0 1,3 0-87,5 0 0,2 1 72,1-1 1,0 2-119,4 1 0,1-4-85,3 0 1,1 0 72,3 4 1,-7 0-256,3 0 1,-6 4 36,3 0 1,-6 4 52,2 0 0,-8 5 111,-3 2 1,1 5-2,-2-2 1,1 3-39,-4 1 1,0 0 35,0 0 1,1 0-48,3 0 1,-2 0 11,6 0 1,-5-1-78,5-3 1,-1-2 56,4-5 1,1-3-105,3-1 0,-3-5 21,3 2 0,1-4-161,-1-4 0,1 2 106,-2-5 0,-1-1 33,1-3 0,-3 0 64,-3 0 1,1 0 101,-1 0 0,0 0 136,0 0 0,2 1 68,-3 3 0,-1-3 121,1 3 1,1 2 115,3 1-55,0-2 0,0 5 151,0-3-302,0 3 1,0 2-1,0 3 1,-4 2-10,1 5 1,-2-4-59,1 1 1,3-1-130,-3 4 1,-1 0-99,2 0 0,-1 0 35,4 0 0,0-3-70,0-1 1,0-1 89,0 1 1,0-2-20,0-5 0,0 0-66,0 0 0,4 0-180,0 0 0,-1-1-176,-3-3 1,0 2 99,0-5 0,0-1-57,0-3 1,0 0 184,0 0 1,-1 0 32,-2 0 1,0 0 195,-4 0 0,0 0-101,-4 0 1,0 4 111,0-1 0,-2 6-7,-1-2 0,-5 3 228,-6 1 1,1 0 64,-1 0 1,-3 4 246,-2-1 1,3 6-132,2-2 1,-2 3 223,1 1 1,1 0-276,7 0 1,-2 1 6,6 3 0,-1-3 49,4 3 1,1-3-122,3-1 1,7 0-213,7 0 0,8 0-253,4 0 1,5-1-496,2-3 1,3-2 464,-3-5 202,0 0 0,25-24 0,8-7 0</inkml:trace>
  <inkml:trace contextRef="#ctx0" brushRef="#br0" timeOffset="1109">1632 265 8129,'-10'-12'166,"3"-2"525,3-1-284,-2 1 0,4 4 789,-6 3-488,6 2-454,-3 5 1,9 5 137,-1 2 0,6 8-153,-2 3 1,4 4-142,4 4 0,-2-2-10,6 6 0,-6-1-84,2 4 1,1-1-298,-1-3 0,-1 3-609,-3-2 1,-1-3 253,-3-2 0,2-3-485,-5-3 1,-1-3-491,-3-5 1623,0-5 0,-19-31 0,-6-11 0</inkml:trace>
  <inkml:trace contextRef="#ctx0" brushRef="#br0" timeOffset="1340">1632 232 8129,'0'-19'148,"0"1"0,0 3 520,0-3-61,0 4-307,0-1 1,5 8 150,2 4 1,8 3-366,3 3 0,3 5 44,1 6 1,5 0 81,3 4 0,-2 1-116,1 3 0,-6 3-217,-1 1 1,-4 0-90,-7-4 0,-5 0-287,-3 0 0,-3-5 226,-3-2 1,-7-3-135,-5-1 1,-4-1-517,0-3 1,0-2-47,0-5 967,3 0 0,10-5 0,1-1 0</inkml:trace>
  <inkml:trace contextRef="#ctx0" brushRef="#br0" timeOffset="1624">2183 309 8094,'-7'-5'0,"0"-2"0,3 1 814,-3-2-416,4 6 0,-7-3-46,3 5 0,1 0-266,-2 0 1,2 5-195,-1 2 1,-3 3 104,3 1 1,-2 1-124,2 3 1,-2-2 119,6 6 0,-1-5-78,4 5 0,2-2 238,6 1 1,0-2-123,11-5 1,3-3 15,3-1 0,5-5 37,-4 2 1,-1-3 143,-3-1 1,-1-6-341,-2-5 1,-5-1-246,-6-6 1,-3 3-116,-5-4 1,-3 2-429,-4-1 1,-6 1 898,-9 2 0,-29-2 0,-8-5 0</inkml:trace>
  <inkml:trace contextRef="#ctx0" brushRef="#br0" timeOffset="2018">2448 243 8131,'0'-8'22,"0"1"1,-1 5 442,-3-2-300,3 3 1,-5-3-1,2 0 1,1 1 201,-4 3-398,0 0 0,-4 1 80,0 3 1,1-2 20,3 5 1,-2-3-218,5 3 0,1-3 160,3 3 1,0 1-89,0 3 0,1-1 43,3-3 1,2 3-181,5-3 0,1 3 105,3 1 1,2 0-123,5 0 0,-4 0 187,1 0 1,-1 0 59,4 0 0,-5 0 135,-2 0 1,-3-1-93,-1-3 1,-1 3 108,-3-3 0,2 3-94,-5 1 1,-2-3 208,-6-1 1,-6-1-333,-4 1 1,-5 2-308,5-5 0,-6-1-555,2-3 0,-2 4 909,2 0 0,-18-15 0,1-8 0</inkml:trace>
  <inkml:trace contextRef="#ctx0" brushRef="#br0" timeOffset="2224">2701 331 8082,'11'0'511,"0"0"0,0 1 4,0 3 0,-1 2-61,-2 5 1,1 0-333,-1 0 0,-2 4-191,1-1 1,-4 2-215,0-1 0,0-3-580,0 3 1,-1 1 527,1-1 335,-1-1 0,3-17 0,1-5 0</inkml:trace>
  <inkml:trace contextRef="#ctx0" brushRef="#br0" timeOffset="2347">2657 199 8082,'-14'-22'988,"-1"0"0,4 4-560,4 4-917,4 1 511,-2 7-22,5 1 0,5 20 0,1 4 0</inkml:trace>
  <inkml:trace contextRef="#ctx0" brushRef="#br0" timeOffset="2659">2944 66 8254,'-5'-17'554,"0"-2"242,-2 4 801,2 5-1171,5 5 1,0 10-183,0 3 1,5 6 62,2 5 1,3 6 15,1 5 1,1 2-258,3 1 0,1 1-107,2 3 1,3-3-97,-3 3 0,3 2-266,1 1 0,-3-3-628,-1-4 1,-1-5 208,2-6 0,-4-4 822,-4-4 0,-4-26 0,-3-8 0</inkml:trace>
  <inkml:trace contextRef="#ctx0" brushRef="#br0" timeOffset="2908">2966 298 8254,'-4'-11'1304,"1"0"-695,-6-5-305,8 4 1,1-1-24,7 6 1,3 5-32,1-2 1,5 3-72,2 1 1,3 1-114,1 3 0,4-2 35,0 5 1,4 1 28,0 3 1,0 0-131,0 0 1,0 1 55,-4 3 1,0-2-143,-4 6 0,-1-5-64,-3 5 1,-2-2-294,-5 1 1,-4 2-124,1-5 1,-2 3-15,1-3 0,2-1-557,-6-3 0,6-1 1137,-2-3 0,3-7 0,1-6 0</inkml:trace>
  <inkml:trace contextRef="#ctx0" brushRef="#br0" timeOffset="3074">3385 188 8113,'-16'-24'41,"5"-1"-21,0 6 1,5 7 1209,6 1-303,0 7-1963,0-1 0,5 10 31,2 3 1005,3 1 0,45 37 0,11 8 0</inkml:trace>
  <inkml:trace contextRef="#ctx0" brushRef="#br0" timeOffset="3667">3616 287 8221,'7'0'704,"1"1"-441,-4 3 1,1 2-1,-2 5 0,0 0-105,4 0 1,-3 4-122,3-1 1,-3 5-146,3-5 1,-1 2-432,2-1 1,1-4 343,-1 0 0,-2-1 96,1-6 0,-3-1-133,3-3 52,1 0 0,3-1-86,0-3 1,-4-2 115,0-5 0,1 0 20,3 0 0,0 0 97,0 0 1,-4-4 117,1 1 1,-2-1 20,1 4 191,3 0 1,-8 1 240,6 3-24,-6-3-134,3 9 0,-4-4 340,3 5-227,-3 0 0,8 1-206,-6 3 1,5-2-39,-5 6 0,6-1-87,-2 4 1,3-4-223,1 1 1,-4-2-6,1 1 0,-1 2-49,4-6 1,0 2-465,0-1 321,0-3 1,0 4-123,0-5 1,0 0 69,0 0 0,0 0-56,0 0 0,-1-1 200,-2-3 0,1-1 148,-1-2 0,-3-3-9,-2 3 1,-2-3-87,-1-1 0,0 0 214,0 0 1,-4 0 66,-4 0 1,-2 1 83,-1 3 1,-3-2-26,-1 5 1,0 1 188,4 3 0,-1 0 4,-3 0 0,3 1 149,-3 3 0,4 2-183,4 5 0,-2 1 15,6 3 1,-1-2-31,4 6 0,0-2-38,0 1 0,6 3 161,5-3 0,5 0-451,6 0 0,1-5-336,3 2 0,-1-3-200,4-1 1,-3-1-649,3-3 0,-4-2 585,0-5 555,-6 0 0,7-24 0,-3-7 0</inkml:trace>
  <inkml:trace contextRef="#ctx0" brushRef="#br0" timeOffset="4534">4796 287 8041,'5'-10'198,"2"3"157,-2-3 1,1 5-162,-2-2 1,-3 1-102,3 2 0,-8 3-239,-3-3 0,-4 3 57,-4 1 0,2 0 78,-6 0 0,2 3 49,-1 1 0,-2 3-142,5-3 0,-3 3 132,3-3 1,1 5-133,3-2 1,1-1 68,2 2 0,2-2 9,3 1 0,1 3 41,-1-3 0,6-1-18,5 2 0,3-1 0,4 4 1,2-4-90,5 1 1,5-1-156,2 4 0,3 0 130,1 0 1,-1 0 24,-3 0 0,2 0 92,-5 0 1,3 0-4,-3 0 0,-5-3 557,-7-1-274,-6 0 1,-6 3 8,-9-3 0,-3-2-161,-12-5 1,1 0 5,-8 0 0,3 0-142,-4 0 0,6 0-206,-2 0 1,3 0-146,1 0 1,5-1 358,2-3 0,27-7 0,8-6 0</inkml:trace>
  <inkml:trace contextRef="#ctx0" brushRef="#br0" timeOffset="4759">4994 122 8041,'0'-18'198,"0"6"297,0 5 333,0-1 94,0 2 0,2 6-206,1 8 0,5 8-233,6 6 1,4 1-72,4 6 0,0 4-434,0 4 1,0 4-286,0-5 0,2 5 68,-2-5 0,2 1-182,-10-4 1,1-5-290,-4-2 0,0-4-862,0-3 0,-4-8 1572,1-8 0,-1-16 0,4-6 0</inkml:trace>
  <inkml:trace contextRef="#ctx0" brushRef="#br0" timeOffset="5026">5601 386 8035,'-6'-5'799,"-4"-1"0,5-1-427,-2-1 1,-3 6-130,2-2 1,-3 3-148,-3 1 0,0 5 15,-4 2 1,3 3-90,-3 1 0,4 4-14,0 0 0,5 4-222,2-1 1,4 0 98,0 0 1,3-5-177,3 2 1,8-4 185,8-3 0,1 0 98,3-4 0,-3-1 328,-1-3 0,2-4-263,-3-4 0,-2-3-381,-1-4 0,-4 3-163,-4-2 1,-2 0-1324,-5-1 1809,0 3 0,-25-9 0,-5 4 0</inkml:trace>
  <inkml:trace contextRef="#ctx0" brushRef="#br0" timeOffset="5259">5733 397 8063,'0'-11'361,"0"0"1,5 1 553,2 3 0,2 3-459,-2 8 1,7 2 21,-3 5 0,2 5-200,-2 2 1,0 3 90,0 1 1,0 0-352,0 0 1,-1 0-86,-3 0 1,-2 4-45,-5 0 0,0-4-242,0-4 0,0-1-645,0 2 1,0-3-383,0-5-500,0-5 1880,-5-1 0,4-30 0,-4-5 0</inkml:trace>
  <inkml:trace contextRef="#ctx0" brushRef="#br0" timeOffset="5484">5788 287 8063,'0'-17'0,"0"0"413,0 2 0,3 6 618,4-2 0,2 8-545,9-1 1,0 8-55,4 3 1,5 4-235,3 4 1,-2 2 14,1 5 1,-4 0-342,0 0 1,-6-1-121,-4-3 1,-8 3-273,-3-3 1,-4 0 293,-4 0 0,-7-5-285,-7 2 1,-5-4-151,-2-4 1,0 2 660,-4-5 0,-10-10 0,-7-7 0</inkml:trace>
  <inkml:trace contextRef="#ctx0" brushRef="#br0" timeOffset="5870">6152 408 8257,'17'0'571,"-1"0"-341,-5 0 0,5 0 278,2 0 1,-2 0-350,-1 0 1,1 4-231,-1 0 1,3-1-35,-3-3 0,-1 4 93,-3 0 1,0-1-26,0-3 0,-1-1-12,-2-3 0,-2 2-182,-3-5 1,-1-1 152,1-3 1,-1 0-119,-2 0 1,-5 0 70,-3 0 1,-2 0-2,-1 0 0,-3 4 137,-1-1 0,-3 6 50,3-2 1,-5 3 231,2 1 0,1 0 46,-1 0 1,4 1 235,-1 3 1,3 3-154,1 8 0,5-2 149,2 6 0,3-3-167,1 6 0,10-3 59,5 7 1,5-1-313,6 0 0,3-3 78,8 0 1,-2-1-459,1-6 0,2-2-173,-1-5 1,-1 0-445,-7-4 1,-2 0 21,-5-4 0,-5-5-1864,-2-3 2688,-8 3 0,-22-24 0,-9-2 0</inkml:trace>
  <inkml:trace contextRef="#ctx0" brushRef="#br0" timeOffset="6235">5788 265 8028,'0'-6'2244,"5"1"-2299,-4 5 1,4 1-772,-5 3 826,0 2 0,-10 39 0,-2 9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0:54.4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1103 705 6989,'-6'-11'-468,"1"5"1,4-1 467,-3 4 0,3 2 0,-4-4-67,5 0-18,0 4 140,-5-4 16,4 5 5,-4 0 227,5-5-153,-5 3-80,4-2 0,-5 2 119,2-1-22,3 1-23,-9-2-144,4-1 0,-5 3-20,0-1 43,0-3 0,0 4-9,0-1 1,-1-2 8,-3 1 0,3 0-7,-3 4 0,-1-1 79,2-2 0,-2 1-19,1-1 1,3 0 12,-3 0 1,-1 1-44,1-1 1,-1 1 3,2 2 1,2 0 7,-3 0 0,1 0 0,0 0 0,1 0 17,-1 0 1,-2 0-4,1 0 0,-3 0 77,3 0 0,-3 2-65,3 1 0,-3 0 8,3 4 1,-5-4-54,2 0 1,1 2-8,-2-1 1,5 4-17,-5 0 0,5-2-15,-5 1 1,2-1 15,-1 2 1,-2 2-13,5-3 1,-4 4 52,0 4 0,3-3-35,2 3 0,-2-3 52,1-1 1,-1 5-45,2 2 1,1-2 1,-1-1 1,1 1 54,2-2 1,-1 5 5,-3-5 0,6 6-26,-6-2 1,5 3 6,-5 1 1,3 2 56,1 1 0,0 0-19,0 4 1,0-3-59,0 3 1,0 1-15,0 3 1,5-4-93,2 1 0,3-6 78,1 2 1,0 1-24,0-2 0,4-3 49,-1-3 1,6-1-2,-2 4 0,7-1 101,0-3 0,0 2-80,-7-5 1,3 3 63,-3-3 0,3 4-129,1 0 0,-3 0-6,-1 0 0,-3 2 12,3-3 1,-3 2-167,3-2 1,0-1 139,4-2 1,-2-7-34,2 3 0,-3-2 68,7 2 1,1-4-12,-1 1 0,3-6 1,-3 2 1,3 1-11,-3-2 0,0 5 8,-4-5 0,0 1-58,0-4 0,3 4-2,1-1 0,0 5 10,-4-5 0,0 1-106,0-4 1,4 0 69,-1 0 1,5 0 35,-5 0 0,5 0-11,-5 0 0,6 0 50,-2 0 0,2 0 6,-2 0 0,2 0-2,-5 0 0,4 0 21,0 0 1,-3 0-45,-2 0 1,2 0 3,-1 0 1,0 0-60,-4 0 1,0-4-9,0 1 0,0-1-13,0 4 0,0-1 56,0-3 0,0 3-14,0-3 0,1-1 49,3 2 1,-7-5 5,3 5 1,-2-1 24,2 4 0,0-4 17,0 1 1,-4-1 2,1 4 1,-5-4-73,5 1 1,-5-1-8,5 4-3,-1-5 0,4 0-92,0-2 0,0-2 118,0 6 0,0-6-8,0 2 0,0 1 34,0-2 1,0 5 98,0-5 0,0 5-12,0-5 0,2 2-87,1-1 0,-1 1-25,1 2 1,-1 1-39,-2-4 25,0 5 1,3-8 6,1 2 0,0 2-99,-4-1 1,0 3 67,0-3 1,0 3-22,0-3 0,0 1 12,0-1 1,-4-2-72,1 5-5,-1-4 211,4 2 1,-1-5 163,-3 0 1,2 3-100,-6 1 0,2 1-58,-1-2 0,1-1-101,2 1 0,3-2-20,-3-1 0,3 0-56,1 0 1,-4-3 151,1-1 1,-2 0-2,1 4 1,-1 0 3,-2 0 1,-3 0 155,3 0 0,-3 0-171,-1 0 1,0 0 19,0 0 1,0 0-40,0 0 1,0-4-121,0 1 1,0-1-59,0 4 0,0 0 10,0 0 0,1 0 84,3 0 1,-3 0 59,3 0 0,-2 0 93,2 0 1,-3 0-67,3 0 0,-3 3 24,-1 1 1,-3 0-6,-1-4 0,-1 3 264,1 1-328,3-1 0,-5-3 30,2 0-135,3 0 0,-4 0 111,5 0 1,-3 4-14,-1 0 0,-1-1 44,1-3 1,3 4-4,-3 0 1,2 3 24,-2-3 1,2 0 28,-6 0 0,5-2-23,-5 6-44,1-6 1,-3 3-5,3-5 1,-3 4-7,3-1 0,1 5-9,-2-5 0,5 2-1,-5-1 1,5-2-7,-5 6 1,5-6 35,-5 2 1,5 1 1,-5-2 0,5 5-7,-5-5 1,4 5-28,-3-5 1,3 6-15,-3-2 7,5-2 1,-8 4-6,3-6 1,0 6 19,0-2 0,3 2-6,-3-2 1,3 3-1,-3-3-3,0-2 1,-3 3 21,3-4 1,-3 3-24,2-3 1,2 5 1,-1-2 1,1 1-10,-2 0 1,-1 2-32,1-3 78,-2-2 0,-1 5 0,0-3 1,0 3 31,0 1 1,0-2 81,0-1-130,0 2 1,0-4-6,0 5 0,0 0 5,0 0 0,4-2-48,-1-1 0,1 2-9,-4-3 0,4 3 14,-1 1 1,1 0-104,-4 0 1,4-2 115,-1-1 1,1 1-9,-4-1 0,0 2 21,0 1 1,0-2 5,0-1 0,0 1 9,0-1 0,0 2 7,0 1 1,0 0 16,0 0 1,0-4-37,0 0 0,0 1 2,0 3 0,0 0-15,0 0 0,0 0-6,0 0 1,-4 0 58,0 0 0,0 0-17,4 0 1,0 0 1,0 0 1,0 0-20,0 0 0,0 0 5,0 0 0,0 3-16,0 1 1,0 0 3,0-4 1,0 3-22,0 1 1,-1 3-10,-3-3 1,3 3 49,-3-3 0,-1 3 20,2-3 1,-5 3-1,5-3 1,-1 3 9,4-3 1,0 3 14,0-3 0,0 3-103,0-3 1,1 5 5,3-2 1,-3-1 13,2 1 1,0-3-97,0 4 0,-1-5 117,1 5 1,-1-5-41,-2 5 0,3-5-15,1 5 1,3-6-553,-3 2-55,4 2 1,-2-4 662,5 6 0,35-6 0,8 3 0</inkml:trace>
  <inkml:trace contextRef="#ctx0" brushRef="#br0" timeOffset="1250">1081 605 8198,'0'-7'0,"-1"1"-34,-3 1 1,3-3 128,-2 0 0,1 2 335,2-1-122,0-1 0,2-3-72,1 0 0,0 0-85,4 0 1,-3 0-101,3 0 1,0 0 95,4 0 1,2-1-150,1-3 0,0 2 128,4-6 0,5 1-9,7-4 1,3 0-56,4 0 0,3-4-89,8 0 1,2-4 150,5 0 0,4 0-76,0 0 0,1 3 3,-1 5 1,-2 2-31,6 1 1,3 1-20,4 7 0,-1-1-112,-2 8 0,4-1 132,2 1 1,7 3-35,1-3 0,-1 8-137,-2 3 0,-1 4 102,0 4 0,3 3 30,-3 8 1,-3 0 6,-7 7 0,-1 3-25,0 8 1,6 5 2,-2 2 0,7-1-210,-7 2 0,1-1 293,3 4 1,3-4 28,4-4 0,3-1 12,-3-2 1,1-1 160,-1-3 1,-4 0 6,0-6 1,-1 0-110,-6-8 0,3-4-28,-3-4 1,3-5 162,-7 2 1,-1-3-169,-7-1 1,-5 0-10,2 0 1,-8-3-10,-3-1 0,-5-4 30,-6 0 0,-4 0-667,1 0 1,-7-1 544,-1 1 0,-5-1-182,-6-2-1650,0 0 1824,-4 0 0,7-20 0,-2-5 0</inkml:trace>
  <inkml:trace contextRef="#ctx0" brushRef="#br0" timeOffset="1631">5138 936 8181,'-11'0'332,"1"-1"679,3-3-461,-3 3-43,9-4-374,-4 10 0,10 1 59,2 5 0,7 0 31,1 0 1,4 4-98,0 0 0,3-1-193,3-3 1,-1 4 103,1 0 0,-5 0-353,-2-4 190,-4 4 0,0-2-27,-6 1 0,-5-6 251,-6-5 1,-8-1-82,-8-2 0,-3 0-126,-3 0 0,1 0-297,-1 0 0,5 3-1115,2 1 1521,4 0 0,18 1 0,9 1 0</inkml:trace>
  <inkml:trace contextRef="#ctx0" brushRef="#br0" timeOffset="2230">5623 958 8135,'-3'-11'283,"-1"0"0,2 0 215,0 0 1,-1 0 452,-1 0-184,0 5-460,4 1 0,0 6-88,0 3 0,2 2 51,1 5 0,-2 5-26,3 2 1,-3 8-75,-1 4 1,4-2-109,0 1 0,3 4 21,-3 4 1,4 0-238,0-4 1,1 0 74,2 0 0,2-1-89,1-3 0,0-2-191,4-5 1,-1-5-459,2-2 1,2-4-396,-3-4 0,2-2 390,-2-5 0,3-2 822,-3-6 0,13-23 0,3-16 0</inkml:trace>
  <inkml:trace contextRef="#ctx0" brushRef="#br0" timeOffset="2556">5932 1267 8135,'0'-11'546,"0"5"172,0-4 1,1 9-278,3-3 0,-2 3-228,6 1 0,0 0-100,7 0 1,-2 0 3,6 0 1,-1 4-213,4-1 0,0 1 38,0-4 0,0 0-245,0 0 1,0-1-172,1-3 0,-6 2 242,-3-6 0,-1 1-52,-2-4 0,-4 2-27,0-2 0,-4 6-51,0-6 1,-6 3 245,-5-3 0,-3 1 118,-3 3 0,-3 0 1,-5 4 1,3 2 236,1-3 1,1 4 1,-2 4 1,3-2 193,5 5 0,4 1 47,0 3 1,4 3-215,-1 1 1,3 5-102,1-2 1,2 3-141,1 1 0,5-4-265,6 1 0,3-2-28,5 1 0,2-2-399,1-5 1,4-1-394,4-3 0,1-2 1056,3-5 0,17-19 0,8-6 0</inkml:trace>
  <inkml:trace contextRef="#ctx0" brushRef="#br0" timeOffset="2967">6616 1201 8135,'-7'-11'-391,"2"0"565,5 0 1,-3 0 587,-1 0 1,-1 3-259,2 1 0,0 5-205,-4-2 1,3 3-88,-3 1 0,-1 0 30,-3 0 1,0 1-165,0 3 0,0 2-32,0 5 0,4 1-142,0 3 1,0-2-21,0 5 0,1-3-329,2 4 0,3-5 219,-3 5 1,4-5-143,4 5 0,-1-6-39,4 2 1,0-3-288,4-1 0,1-1 219,3-3 1,-3-2 225,3-5 1,-1 0 280,0 0 0,-1-1-101,1-3 0,-1-2 133,-2-5 1,-4 0-87,0 0 1,-3-4 115,3 1 0,-4-2-13,0 1 1,-1 3 83,-2-3 1,0-1 364,0 1 0,0 1-100,0 3 1,-4 3 91,0 1 1,1 3 210,3-3-32,0 5-450,0-3 1,0 6-57,0 3 1,3 2 14,1 5 0,5 0-91,-2 0 0,3 1-20,1 3 1,-2-3-175,-1 3 1,2-2-789,-3 2 1,6-7-1,2 3 1,0-2-390,-4 2 0,0-4 1252,0 1 0,5-11 0,1 2 0</inkml:trace>
  <inkml:trace contextRef="#ctx0" brushRef="#br0" timeOffset="3282">6858 1179 8135,'0'-11'952,"0"5"0,1-3-741,3 5 0,-2 1 15,6 3 0,-1 3-21,4 1 1,0 5-113,0-2 0,1 3 56,3 1 0,-3 1-162,3 3 0,-3-3-104,-1 3 1,-1-3-107,-3-1 0,3 4-143,-2-1 0,-2 0 279,1-7 0,-4 3 145,0-3 217,-2-2 518,-1 0-472,0-5 0,0-5 145,0-2 1,0-7-23,0 0 1,-3-6 147,-1 2 0,0-3-273,4-1 1,4 0-154,0 0 1,6 3-732,1 1 0,5 5-380,6-2 1,0 3-2142,0 1 3086,0 4 0,19 12 0,6 8 0</inkml:trace>
  <inkml:trace contextRef="#ctx0" brushRef="#br0" timeOffset="3834">7255 1223 9534,'4'11'445,"-1"0"1,1 0-373,-4 0 0,4 1-130,-1 3 0,5-3-64,-5 3 1,5 1-345,-5-2 456,6 1 1,-7-4-174,6 0 196,-6-5 4,8-1 0,-8-5-56,6 0 1,-6-5 40,2-2 0,-3-3 79,-1-1 0,0-1 168,0-3 1,0 2 123,0-6 0,0 5-100,0-5 0,0 6-109,0-2 0,0 3-78,0 1 1,4 0 13,-1 0 0,6 5 20,-2 2 0,1-1-158,3 1 0,-3 2 165,7 6 0,-3-2-12,-1 5 0,4 4-182,0 4 1,3 1 92,-3-1 1,-1 1-598,-2 2 0,-1 2 265,0-6 0,-4 2 209,0-1 1,-1-3-525,2 3 1,0-3-1760,-4-1 2379,5-5 0,6-11 0,9-7 0</inkml:trace>
  <inkml:trace contextRef="#ctx0" brushRef="#br0" timeOffset="4006">7663 1278 8116,'0'-11'341,"0"0"1,0 0 563,0 0-284,0 0 0,1 5 227,3 2-582,-3 3 1,4 2-32,-5 3 1,4-1 29,-1 8 1,6-2-89,-2 6 1,3 2 0,1 1 0,-1-1-452,-3 2 0,3-2-367,-3 1 0,-1-1-714,2-2 1,-2-3 1354,1 3 0,8-8 0,-3-2 0</inkml:trace>
  <inkml:trace contextRef="#ctx0" brushRef="#br0" timeOffset="4140">7608 1024 8079,'-8'-22'305,"1"0"0,5 1-771,-2 3 1,3 6-73,1 5 0,1 5 538,3 2 0,2 20 0,5 9 0</inkml:trace>
  <inkml:trace contextRef="#ctx0" brushRef="#br0" timeOffset="4626">7773 1201 8152,'0'-11'354,"0"5"1,5 1-181,2 5 1,3 5-1,1 2 0,-2 6 147,2 2 1,-3 5 191,7-2 1,-4-1-257,-4 2 0,3-2-103,-2 1 1,-2 2-327,1-6 0,-3 5-56,3-4 44,-5-1 1,5-4-56,-4-3 153,-1-2-29,2-5 1,-4-1-110,0-3 1,0 1 8,0-8 1,0 2-67,0-6 1,0 2 241,0-2 1,0 2 105,0-6 1,0 5 214,0-5 1,0 6-60,0-2 1,0-1 540,0 2-480,0-1-163,5 4 1,1 5 64,5 2 1,0 3-28,1 1 1,-1 8-260,0 3 1,1 8-103,3-1 0,-3 3-276,2 1 1,2-1-39,-1-3 0,0 3-444,-4-3 1,3 0 250,1 0 709,0-5 0,6-2 0,2-6 0</inkml:trace>
  <inkml:trace contextRef="#ctx0" brushRef="#br0" timeOffset="5051">8412 1333 8152,'0'-16'311,"0"3"145,0-6 1,0 5-95,0-5 0,-4 7 95,-4 1 0,-2 0-253,-1 4 1,-3 2-194,-1 1 0,-5 3 127,2 1 1,1 0-98,-1 0 1,0 5-333,0 2 0,2 3 71,5 1 1,0 0-80,0 0 1,1 0 108,3 0 0,-2 0-83,6 0 1,-1 0 45,4 0 0,1-1 4,3-3 0,2 3 77,5-3 1,0-1 7,0 2 0,0-6 154,0 2 0,4-3 43,-1-1 1,1 0 172,-4 0 1,0 0 3,0 0 1,0 0 276,0 0 0,-3-1 182,-1-3 51,0 3-483,4-4 0,0 1-89,0 1 0,-3-1-93,-1 4 0,0 1 160,4 3 1,1 2-323,-1 5 0,1 1-54,2 3 0,-1-1-37,1 4 1,-1 0 75,-2 4 0,-2 0-114,-1 1 0,-3-1 119,-5 0 1,-3-2 26,-4-1 0,-5-3-177,-10-5 1,-5-1-177,-3-3 1,0-2-203,0-5 0,0-1 44,4-3 575,0-2 0,4-25 0,0-4 0</inkml:trace>
  <inkml:trace contextRef="#ctx0" brushRef="#br0" timeOffset="5690">8986 1322 8146,'-4'-12'0,"-1"0"0,0-1 1220,0 4-117,2 5-286,3-6-721,0 9 0,0-3 87,0 8 1,0-2 17,0 6 0,3 0-5,1 7 0,3-2-60,-3 6 1,3-2-56,-3 1 0,3 3-279,-3-3 0,3 3-341,-3 1 0,0 0 162,-4 0 1,0-3-3,0-1 0,0-4 108,0 0 575,0-1-273,0-2 0,0-6 167,0-5 1,-4-2 198,0-5 1,1-5-165,3-7 1,0 1 210,0-4 1,0 2-193,0-5 1,1 1-102,3 2 1,-2 1 88,5 3 0,1-2-37,3 6 1,0-1-1079,0 4 1,5 1-1422,2 3 0,3 2 933,1 5 1363,0 0 0,34 24 0,9 7 0</inkml:trace>
  <inkml:trace contextRef="#ctx0" brushRef="#br0" timeOffset="6324">9471 1366 8141,'0'-7'752,"0"-1"-250,0 6-381,0-8 1,-1 9 3,-3-3 0,-2 3-238,-5 1 1,-4 4 182,0-1 0,-3 6-53,3-2 1,1 3-117,3 1 0,0 4-9,0 0 1,-1 1-51,1-2 0,4 0-38,0 4 1,4-4-195,0 0 1,1-2 130,2 0 0,2-3-63,1-1 1,5 0 232,6-4 0,0 0 103,4-4 0,-4 0 13,0 0 1,2-5-27,-1-3 1,0 2 115,-4-1 1,0 0 24,0-5 1,-4 0 287,0-2 0,-3 1-83,4-1 0,-6 1 71,2 2 1,-3 0-192,-1 0 0,0 4 53,0 0-481,0-1 134,0 2 1,-1 1 1,-3 5 1,3 1 91,-3 3 0,3 2-43,1 5 0,0 0-31,0 0 0,0 2-18,0 1 1,4-2 10,-1 3 1,6-1 3,-2 0 0,3-3 48,1 0 0,1 0-2,3-3 1,-3 0 57,3 0 0,-3-3-18,-1-5 0,4 0 4,-1 0 1,1-2-23,-4-1 0,-3-2 12,-1-3 0,-1-1-83,1 1 0,3-3-4,-2-3 1,-4 1 180,0-1 0,-3-2-113,-1 1 1,4-5 233,0 2 0,-1-3-76,-3-1 1,-5-5 75,-2-2 1,1-3-20,-1-1 0,-1 0 247,-3 0 0,1 1-41,3 3 0,-3-1 543,3 8-660,2 2-130,0 9 0,5 7-93,0 4 0,0 9 150,0 10 1,0 3 5,0 3 0,5 7-106,2 5 1,3 5-32,1-2 1,1-1-108,3 2 0,-3-2-221,3 1 0,-3-5-821,-1-6 1,0-4 87,0 0 0,0-3-352,1-3 0,-1-5 466,0-6 1,-4-3-931,0-5 1766,-4 0 0,7-35 0,-4-7 0</inkml:trace>
  <inkml:trace contextRef="#ctx0" brushRef="#br0" timeOffset="6872">9625 1311 8141,'-11'-11'396,"0"0"190,5 0 1,1 4-170,5-1 1,1 6-247,3-2 1,2 4-141,5 4 0,1-3-52,3 3 1,-1 1-265,4-2 1,-1 6 319,1-2 0,2-1 178,-5 2 0,3-2-695,-3 1 1,3 2-1097,-3-6 1,0 5 1179,-4-5 0,0 5 398,0-5 0,-2 2 0,-1-1 0,2-3 0,-3 3 0,-1-3 0,1-1-5,1 0 1,2 1-60,-3 3 554,3-3 6,-4 4 0,1-5-74,1 0 0,-5 0 40,5 0 1,-2 1 62,1 3 1,3-3-164,-3 3 0,-1-3-104,2-1 0,-1 0-108,4 0 1,1 0-121,3 0 0,-3 0 117,3 0 1,-2 0-100,2 0 0,-3 0-227,3 0 1,-3-1 19,-1-3 1,-1 2-104,-3-5 1,2-1 114,-5-3 1,-1 0-53,-3 0 0,0 0 143,0 0 1,-1 0-9,-2 0 1,-4 1 75,-4 3 1,0-2 7,0 6 1,-3-1 144,-1 4 1,-1 0 126,1 0 0,3 5 290,-3 2 1,3 3-172,1 1 0,-2 1 9,2 3 0,-2 1-43,10 2 1,-1 4 84,4 0 0,6 0-235,5 4 1,6 1-8,9-1 1,2 0-789,5-4 1,5-5 204,3-3 0,-3-3-28,-2-3 1,-1-3-365,-2-5 1,-5 0-1769,-2 0 2523,-8-5 0,-22-26 0,-9-10 0</inkml:trace>
  <inkml:trace contextRef="#ctx0" brushRef="#br0" timeOffset="7608">11069 440 8252,'11'-6'0,"-3"-4"1817,-1 3-1123,-4-3 1,5 3-81,-4-1 0,-2 6-327,-5-2 1,-5 9-54,-7 6 0,-2 6 33,-5 9 1,-3 7-17,-1 8 1,-4 11 273,5 7 0,-1 16-336,4 9 0,10 4 63,4 8 0,13-2-404,10 2 1,8-8-557,14-7 1,-3-17 172,3-9 0,1-10-491,-1-8 1,-5-2 127,-7-9 1,-6-2-1582,-5-5 2479,-1 2 0,-2-9 0,0 4 0</inkml:trace>
  <inkml:trace contextRef="#ctx0" brushRef="#br0" timeOffset="8192">11687 407 8041,'-8'-4'402,"1"1"0,3-2 425,-3 1-477,5 3 0,-3 1-69,5 7 1,0 4 71,0 4 1,0 2-144,0 5 0,5 1 15,2 3 0,3 2-127,1 5 0,0 0-198,0 1 0,0-1-186,0 0 0,-1 0-888,-3 0 0,2-5 78,-6-2 0,1-4 561,-4-4 1,-1-6 534,-3-4 0,-12-30 0,-7-4 0</inkml:trace>
  <inkml:trace contextRef="#ctx0" brushRef="#br0" timeOffset="8425">11643 385 8041,'4'-11'504,"-1"1"-310,4 3 1,2 1-125,6 2 0,2 3 222,5-3 1,1 4 141,3 4 0,2 2-215,5 5 1,-5 1-123,-2 3 1,-8-2-124,-3 6 1,-8-2 81,-3 1 1,-9 2-456,-6-5 1,-5 3-51,-6-3 1,-4-1-236,1-3 0,-1-3 189,4-1 1,0-1-577,0 2 1071,5-4 0,6-13 0,6-4 0</inkml:trace>
  <inkml:trace contextRef="#ctx0" brushRef="#br0" timeOffset="8911">11929 418 8041,'11'5'0,"-3"-3"7,-1 6 1,0-1 59,4 4 0,0 4 115,0 0 0,-1 4 23,-2 0 0,4 1-506,-5 2 0,4 0 159,-7 0 1,-1-3 49,-3-1 1,2-4 154,1 0-27,-1-1 125,3-7-25,-10-1 1,2-10-175,-4-3 1,4-1 12,0-2 1,1 0-104,2 0 1,0-4 102,0 0 0,0 0-100,0 4 1,2 0 7,1 0 1,0 0 12,4 0 1,1 0-14,3 0 0,3 0-142,1 0 1,1 4 220,-1 0 1,-2 3 4,5-3 0,-3 4 162,3-1 1,-4 3-60,1 1 1,-7 1-50,0 3 1,-6-1-27,2 4 0,-3 4 22,-1 4 0,0 1 16,0-2 1,0 0 9,0 4 0,0-3-49,0 3 0,0-3-10,0 3 0,5-4 64,2 0 0,8-1 1,3-2 1,3-4 187,1 0 1,1-4 199,3 0 1,-4-6 260,0-5 1,-5-3-284,-6-3 1,-1 0 4,-2-4 1,-8 0-254,-8-5 0,-10 1-125,-4 0 0,-8 4-861,1 0 0,-3 5 306,-1 2 513,5 0 0,11 30 0,7 0 0</inkml:trace>
  <inkml:trace contextRef="#ctx0" brushRef="#br0" timeOffset="9277">12591 517 8133,'-11'-14'309,"0"-1"1,3 1 1294,1 7-637,4-3-528,-1 9 0,4-3-119,0 8 0,4 3 119,4 8 1,2-1-103,1 4 1,3 4-71,1 4 0,3 3-127,-3-3 0,0 3-122,-4-3 1,0 5-716,0-2 0,-1-1 77,-3 2 0,-2-6-280,-5 2 0,0-4 283,0-4 1,-1-2-276,-3-5 0,-1-4-222,-2 1 323,-3-6 791,4-2 0,0-50 0,1-16 0</inkml:trace>
  <inkml:trace contextRef="#ctx0" brushRef="#br0" timeOffset="9476">12569 517 8133,'-4'-11'-157,"0"0"1,1 4 415,3 0 1,5 0 410,2 0 1,4 2-247,4 5 0,3 0-34,8 0 1,3 0-26,8 0 0,-2 5 151,6 2 1,-7 4-631,-1 4 0,-5-1-8,-6 4 1,-9-5-111,-6 2 0,-11 1-72,-7-1 0,-6-1-423,-9-2 1,-2-1 112,-5 0 0,0-2-1167,0-1 1781,5 2 0,6-14 0,6 3 0</inkml:trace>
  <inkml:trace contextRef="#ctx0" brushRef="#br0" timeOffset="9811">13153 550 8149,'11'0'192,"0"0"121,0 0-109,-5-5 20,-1 4 0,-10-2-31,-2 6 1,-8 0-24,-3 4 1,-2 0-119,2 4 1,-3 0 43,3 0 0,2 2-218,1 1 0,4-1 6,4 1 0,-2-1 92,5-2 1,2 0 209,6 0 1,7-2 1,7-1 0,8 0-50,3-4 1,-2 0-100,-1-4 0,-3-5-52,-1-2 0,-5-5-127,-2-2 1,-8 2-380,-3-3 0,-4-1-678,-4 1 0,-6-1 1197,-4 2 0,-30-13 0,-4-8 0</inkml:trace>
  <inkml:trace contextRef="#ctx0" brushRef="#br0" timeOffset="10068">13274 594 8149,'8'0'290,"-1"0"0,0 0 449,4 0 0,0 4-179,0 0 1,0 4 51,0 0 0,0 2-575,0 1 0,0 3 0,0 1 0,-1 0 71,-2-4 1,0 0 219,-4 0 1,1-4 584,-2 0-617,-1-4-358,3 2 0,-7-9 70,-1 0 1,1-8-74,-1 1 0,2-2-193,1 2 0,0-4-219,0 0 0,0 1-374,0 3 1,4 0 74,4-1 1,6 1-514,5 0 1,2 2 1288,1 1 0,49-6 0,12 1 0</inkml:trace>
  <inkml:trace contextRef="#ctx0" brushRef="#br0" timeOffset="10285">13682 451 8149,'-11'-11'168,"0"0"1205,5 0-313,-4 0-574,9 5 1,-4 2-106,5 8 1,5 2 101,2 5 1,3 0-131,1 0 1,0 5-79,0 2 0,-1 3-221,-3 1 1,3 0-205,-3 0 1,2 0-313,-2 0 1,2 1-223,-5-1 1,3 0-638,-3 0 0,1 0 506,-2 0 0,0-5 815,4-2 0,15-8 0,7-2 0</inkml:trace>
  <inkml:trace contextRef="#ctx0" brushRef="#br0" timeOffset="10518">13649 583 8149,'0'-11'0,"-4"0"0,1 0 0,0 5 400,7 3 0,3 1 620,8 2 0,3 0-625,8 0 1,2 0-185,5 0 0,0 4-27,0 0 0,2 4 0,1 0 0,-5 1-181,2 2 0,-8 4-3,-3 0 0,-1 1-64,-7-2 1,0 2-410,-7 3 1,2 0-401,-6-4 0,1 3 123,-4-3 0,0 0 750,0-4 0,0 0 0,0 0 0</inkml:trace>
  <inkml:trace contextRef="#ctx0" brushRef="#br0" timeOffset="10668">13991 440 8102,'-5'-27'49,"4"4"9,-3-3 0,3 8-551,1 3-277,0 8 770,0 2 0,-5 29 0,-1 7 0</inkml:trace>
  <inkml:trace contextRef="#ctx0" brushRef="#br0" timeOffset="11327">14443 628 8181,'0'-7'770,"0"-2"1,-1 4-488,-3-3 0,-2 3-63,-5 5 1,-2 2-130,-1 1 0,-7 3-303,-5 6 0,1 0-49,2 2 0,3-1 90,1 1 0,3 2 26,5-1 0,2 0 148,1-4-151,3 0 1,10-1 51,3-3 1,3-2-137,3-5 1,3 0-79,5 0 0,-3 0 74,-1 0 1,-1-1-45,2-3 0,0 1-114,-4-4 1,0 1 393,-4-1 0,0-3 0,0 3 0,-4-3 0,0-1 0,0 0 16,0 0 0,-1 0 39,-2 0 58,-3 0 0,5 1 481,-2 2-238,-3 4 0,5 4 649,-2 0-596,-3 0 1,8 8-139,-6 3 1,5 4-79,-5 0 1,6-2-34,-2 5 1,-1-3-163,2 3 1,-5 1 13,5 3 0,-6-4-267,2 1 1,-2-6 67,2 2 0,-3-3-196,3-1-45,-3 0 132,-1-5 191,0-1 0,0-6-60,0-3 1,0-2-162,0-5 0,0-1 287,0-3 0,0 3 11,0-3 0,1-1 147,3 2 1,-2-2 168,6 1 0,-5-1 225,5-2 0,-2-2-161,1 5 0,3 1 74,-3 3 0,4 0-166,4 0 0,-3 4-59,3 4 1,1 2-159,-1 1 1,-1 6 97,-3 5 1,2 1-773,1 6 0,-1 1 121,1 3 1,-5 0-110,-2 0 0,1-1 208,3-3 411,0 3 0,5 11 0,1 8 0</inkml:trace>
  <inkml:trace contextRef="#ctx0" brushRef="#br0" timeOffset="12144">15093 694 8181,'-5'-11'218,"-1"1"170,-5 3 0,0-2-167,0 5 1,-4 1-31,1 3 0,-5 0-11,5 0 1,-5 6-98,5 5 0,-1 0-108,4 3 1,1 4 104,3 0 1,1-1-182,2 2 1,3-6-82,-3 2 1,6 1-85,2-2 1,5 1 77,-2-4 0,7-5 41,0-2 0,2-3 43,-1-1 0,-2 0-164,6 0 1,-6-1 120,2-3 0,-3 2 85,-1-6 0,0 1 135,0-4 1,-3 0-58,-1 0 0,-3 1 88,3 3 0,-5-7-63,2 3 1,-3-2 16,-1 2 0,0 3 68,0 1 1,0 0 161,0-4 0,0 3 235,0 1-321,0 5-123,0-3 0,0 6-73,0 3 1,0 2-157,0 5 0,0 1 117,0 3 1,0-3-107,0 3 0,5-3 138,3-1 1,-2 0-46,1 0 0,0 0 45,4 0 1,0-4-62,0 1 0,0-6 273,0 2 0,0-3 176,0-1-95,1 0 1,-1-1-264,0-3 0,-4-2-265,0-5 0,-3 0 231,3 0 0,-4-4 34,0 1 0,-1-6-383,-2 2 1,0-3 101,0-1 1,0-4 293,0 0 0,0-4 16,0 0 0,-4-2 250,0-1 0,-4 1 16,0 3 1,2 0 196,-1 7 1,3 2 15,-3 9-277,4 0 0,-3 7 127,3 8 1,1 3-38,-1 12 1,1 4-112,2 6 0,5 3-47,3 1 1,2 0-131,1 0 0,0 0 12,0 1 0,0-3-189,0-1 1,3 0-161,1-4 1,0 0-459,-4-4 0,0-5 111,0-2 0,0-7-630,0 0-481,0-6 1077,0 3 0,-5-10 22,-2-2 1,-2-3 633,2-1 0,-3 0 0,3 0 0,-3 0 0,-1 0 0,0 0 0,0 0 0,-4 0 0,1 0 0,-1-1 174,4-3 0,0 3 297,0-3 0,0 3 61,0 1 1,0 3 1583,0 1-1530,5 4 0,-3-1-119,6 4 0,-5 0-206,5 0 0,-6 4-192,2 4 0,1 5-76,-2 2 1,5 3-26,-5-3 0,5 3-48,-5-3 1,2 4-390,-1-5 1,-2 2-625,6-1 0,-2-3 466,1 3 627,3-8 0,6-2 0,7-5 0</inkml:trace>
  <inkml:trace contextRef="#ctx0" brushRef="#br0" timeOffset="12278">15369 341 8072,'-11'-16'42,"3"7"-1409,1-2 1367,5 8 0,-8 22 0,4 12 0</inkml:trace>
  <inkml:trace contextRef="#ctx0" brushRef="#br0" timeOffset="12604">15545 286 8184,'5'-6'193,"-4"1"0,8 6 773,-5 3 1,3 3-270,-3 8 1,4 2-381,0 5 0,1 6-406,2 5 0,2 5-223,1 6 0,3 4-686,5 0 0,1-2 485,-1-5 1,-2-3 512,-1-5 0,-8-5 0,-6-1 0</inkml:trace>
  <inkml:trace contextRef="#ctx0" brushRef="#br0" timeOffset="13089">15523 462 8259,'0'-11'290,"0"0"0,1 0 452,3 0 1,-1 4-333,4-1 1,0 6-96,4-2 1,4 3-122,0 1 1,4 1-78,0 3 0,1 2-88,2 5 0,2 4 63,1-1 1,-2 5-169,-1-4 1,0 3 24,-4-3 1,-1 4-374,2 0 1,-7-2 78,-1 1 0,-1-3-238,-7 3 0,5-4 167,-5 0 0,5-1 88,-5-2 1,2-4 76,-1 0 1,-2-3 93,6 3 1,-1-4 9,4 0 0,0-1-8,0-2 1,4 0 177,0 0 0,0 0-42,0 0 1,-3-5 149,3-3 0,-3 2 57,-1-1 0,-3 0 143,-1-4 1,-5 0 245,2 0 1,-3 0-111,-1 0 0,0-1 116,0 1 1,0 4 222,0 0-280,0-1-201,0 2-308,0 1 0,2 7-227,1 1 1,0 7 33,4 5 0,-3 4 27,3 0 1,-4 5-107,0 2 0,0 1-199,0-1 0,-1-2 251,1 6 1,-3-6 135,-3 2 1,-4-7-134,-4 0 1,-4-7-186,-4-1 0,-3-1-646,-4-7 0,-1 1 1031,-2-4 0,-27-15 0,-3-3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1:09.6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177 106 8063,'-6'-21'567,"2"2"0,1 4 314,0 4-50,2-1-257,-4 1-288,5 5 1,1 6 26,3 8 0,-2 3 73,5 3 0,-1 4-139,2 4 0,2 5-152,-3 2 1,3 3-238,1 1 0,0 0 69,0 0 0,0 1-156,0 3 0,-1-6-50,-3 2 0,-1-8-242,-2 1 1,-3-7 301,3-5 1,-3-5-310,-1-2 460,0-4 1,-4-3-160,1-8 0,-5-1-123,5-3 0,-6 0 142,2-2 1,-3 1 39,-1-1 1,0-2 53,0 1 1,-4 0-36,0 4 1,-4 0 26,0 0 1,0 1 240,0 3 0,-1 1 256,1 2 0,2 3-93,-1-3 0,5 4 94,2 4 0,2 2-76,5 5 0,0 0-3,4 0 0,2 4-157,1 0 1,7-1-30,5-3 1,6 0-190,1 0 1,0 0-435,3 0 1,-1-3-778,-2-1 0,0-4 101,0 0 1188,0-2 0,24-30 0,7-8 0</inkml:trace>
  <inkml:trace contextRef="#ctx0" brushRef="#br0" timeOffset="302">430 172 8063,'0'-17'819,"0"1"0,0 5-7,0 0-230,0 5-113,0 1 1,5 8-107,2 1 1,0 8 53,0-1 1,0 8-235,4-1 0,0 3-147,0 1 0,0 1-59,0 3 0,-3-3-204,-1 3 0,-4 1 150,0-1 0,2-1-143,-1-3 1,0-1 17,-4-2 1,0-4 346,0-4 707,0-4-574,0-2 1,1-5 153,2 0 0,4-2-260,4-1 0,1-4-282,3-4 0,0 4 105,4 0 1,2 4-251,-3 0 1,3-2-451,1 1 0,2 0-997,-2 4 1,3 0 1701,-7 0 0,37 10 0,10 2 0</inkml:trace>
  <inkml:trace contextRef="#ctx0" brushRef="#br0" timeOffset="686">1180 128 8118,'-5'-11'638,"-2"0"1,1 5 220,-2 2 266,6 3-737,-3 1 1,5 5 75,0 2 1,0 4-276,0 4 1,1 5-70,3 6 1,-3 4-250,3-5 0,1 6-460,-2-2 1,1-1-1002,-4 2 0,-1-2 229,-3 1 1361,3-2 0,-9 0 0,4 2 0</inkml:trace>
  <inkml:trace contextRef="#ctx0" brushRef="#br0" timeOffset="1187">1610 51 8180,'-6'-11'566,"1"3"922,5 1-564,0-1-393,0-3-228,0 5 0,0 6 86,0 8 0,5 6-67,2 5 1,-1 2-135,2 1 1,0 6-144,7 5 1,-3 0-74,3 4 0,-3-3-342,-1-1 0,4 0 204,-1 0 0,0-2-163,-7-5 1,2-2-174,-5-9-298,-1-5 614,-3-6 0,-1-5-122,-3-2 1,2-4-137,-6-4 1,1-1 237,-4-3 0,0 3 54,0-3 0,0 0 33,0 0 0,-1 0-6,-3 4 1,2 4 4,-6-1 1,5 2-7,-5-1 1,2 1 130,-1 2 1,-2 3 320,5-3 1,1 4 184,3 4 1,0 2-199,0 5 0,4 1-11,4 3 1,2-1-299,1 4 1,6-5-160,5 2 0,5 1 32,6-1 1,5-1-262,2-3 0,2-3 384,-2-1 0,52-19 0,8-2 0</inkml:trace>
  <inkml:trace contextRef="#ctx0" brushRef="#br0" timeOffset="1553">2315 249 8145,'8'-18'47,"-1"-1"1,-4 6 344,0-2 1,-2 3 626,-1 1 0,-1-3-572,-2 3 1,-5-2-85,-6 5 0,-4 2-388,-4-1 1,0 3 87,0-3 1,-4 5-228,1-2 1,-5 8 78,5 3 0,-1 4 38,4 4 1,1 2 8,3 5 0,2 1-301,5 3 0,1-2 41,3 6 1,2-2-51,5 1 1,6-1-23,5-2 1,5-3 117,6 3 1,6-7 206,5-5 1,1-3 27,7-3 0,-2-4 251,1-4 0,-3-1-30,-7-2 1,0-5 319,-4-6 0,-2 0-379,-5-4 0,-5 3-258,-6-3 0,-2 3-299,-2-3 0,-4 4-637,0-1 1,-5 3 1048,-6 1 0,-44 5 0,-12 1 0</inkml:trace>
  <inkml:trace contextRef="#ctx0" brushRef="#br0" timeOffset="1714">2029 293 8347,'16'0'505,"-3"0"-250,6 0 1,0 0 325,7 0 1,3 0-643,8 0 1,-3 0-647,3 0 1,-3 4-1129,-1-1 1835,-9 1 0,1-4 0,-7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1:08.3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23 8268,'0'-11'1274,"0"5"-792,0 1-175,0 5 1,0 6-3,0 5 1,1 5 82,3 6 1,1 4-233,2-1 1,3 6-151,-2-2 1,0 3-113,-1 1 0,2-3-359,-5-1 1,3-3-452,-3 3 0,-1-4 461,-3 0 1,-1-6-193,-3-4 0,2-3-71,-5-1 718,4 0 0,-16-30 0,0-6 0</inkml:trace>
  <inkml:trace contextRef="#ctx0" brushRef="#br0" timeOffset="361">1 188 8145,'5'-11'-208,"1"0"1,5 1 563,0 3 1,1-2-201,3 6 1,-3-1-31,3 4 1,1 0-112,-1 0 1,3 0 63,-3 0 1,3 1 3,-3 3 0,3-2-179,-3 6 1,3-5 26,-3 5 1,0-2-110,-4 1 1,-2 3-19,-1-3-33,1 3 0,-6 5 90,4 0 0,-4-1-62,0-3 1,-1 4 75,-2 0 0,1 1-71,3-2 0,2-1 261,5 1 1,1-1-110,3-2 0,3-2 290,8-1 0,-2 0 138,6-4 0,-6-2 133,2-5 0,-4 0-173,-4-4 0,1-4 130,-8-4 0,-3-1-60,-8 2 1,-1 0 143,-3-4 1,-2 4-403,-5 0 0,-5 1-281,-2 2 1,-4 4-848,-4 0 0,3 4 240,-3 0 732,3 1 0,-4 7 0,-1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31:12.3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38 8044,'-5'-11'318,"3"1"651,-6 3-3,6 2-454,-3 0 1,9 5 47,-1 0 0,11 10-84,0 8 1,7 13 187,5 6 0,7 17-249,7 12 1,7 16-269,-23-34 1,0 3 0,1 3-1,0 2-404,-2 5 0,-2 0 1,-2-6-1,-4-1-152,-4-2 1,-3-1-1,-3 32-738,-16-21 1,-15-11 322,-11-15 0,-3-8-104,-1-6 0,3-4 195,5-7 1,0 0 732,0 0 0,1 2 0,3-2 0,2-2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14.2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373 99 8325,'-4'-7'0,"-1"1"1052,-1 1-779,3 1-47,-1 4 0,4 1 32,0 3 1,0 4-43,0 6 1,0 0 8,0 4 0,0-3-146,0 3 0,3 4 3,1 4 0,4 1-167,0-1 0,-2-2 117,1 5 1,-3-3-130,3 4 1,-1-6-92,2 2 0,0-7-238,-4 0 0,3-6-1267,-3 2 1000,0-3 0,-3-6-466,3-2 1159,-3-3 0,4-45 0,-5-11 0</inkml:trace>
  <inkml:trace contextRef="#ctx0" brushRef="#br0" timeOffset="340">803 22 8252,'4'-6'583,"-2"-4"0,-2 9-396,-8-3 1,-6 3-15,-5 1 1,-8 0 55,-6 0 1,-11 4-1,-11-1 1,-3 1 106,-8-4 1,3 0-111,-7 0 1,6 0-41,2 0 0,10 4-268,4-1 0,9 1-397,10-4 0,5 0 27,6 0 0,10 1-517,0 3 1,11-2 439,4 6 529,8-6 0,61 13 0,19-3 0</inkml:trace>
  <inkml:trace contextRef="#ctx0" brushRef="#br0" timeOffset="740">483 110 7876,'0'-6'802,"1"1"-332,3 5-209,-3 0 1,5 2-40,-2 1 1,-2 7-1,6 5 0,-5 3-36,5-3 0,-5 8-28,5-1 1,-2 4-211,1 0 1,2-2-79,-6 5 1,5 0-109,-5 0 0,1-2 147,-4-5 0,1 0-42,3 0 1,-3-1-47,3-3 1,-3-5-588,-1-6-38,0 0-268,-5-1 265,4-1 807,-4-10 0,5-1 0,0-5 0,5-14 0,1-5 0</inkml:trace>
  <inkml:trace contextRef="#ctx0" brushRef="#br0" timeOffset="973">571 353 7882,'0'-11'6,"0"0"0,0 0 89,0 0 0,0 0 127,0 0 1,1 0 215,3 0-271,-3 5 1,8-1 180,-6 4-191,6 2 1,-3-4-121,5 5 1,0 1-42,0 3 1,1 2 13,3 5 1,-1-3-122,4 3 1,-3-2-12,3 6 1,-3-2-192,3 2 0,-4-2 104,0 6 0,-5-5-18,-2 5 1,-3-6-46,3 2 0,-4 1-142,0-2 0,-1-3 94,-2-3 1,-2-1 319,-1 4 0,1-5 0,-7-1 0,12-24 0,-1-6 0</inkml:trace>
  <inkml:trace contextRef="#ctx0" brushRef="#br0" timeOffset="1382">935 353 6739,'6'0'800,"-1"0"0,-1 1-410,-1 3-195,6-3 0,-3 4-50,5-5 0,0 0-181,0 0 0,0 0 68,0 0 1,0 0-122,0 0 1,0 0 68,0 0 1,0 0-175,0 0 1,0 0 61,0 0 1,0-4-34,0 1 31,0-6 120,0 3 24,0-5 0,-5 0 18,-2 0 1,-3 3 112,-1 1 0,-5 1-30,-2-1 1,-3-2 190,-1 5 0,0-3-4,0 3 0,-3 1-84,-1 3 0,-4 0 115,5 0 1,-2 0-158,1 0 1,2 5 7,-6 2 0,6 3-62,-2 1 1,3 1-153,1 3 0,1-2 151,3 6 0,2-5-20,5 5 0,1-1 41,3 4 0,2-4-70,5 1 0,4-6 4,-1 2 0,7 1-52,1-1 0,0-4-135,4-4 0,-3-5-223,-1 2 0,4-3-489,0-1 0,1-5-1721,-2-2 2548,-6-3 0,6-15 0,-7-5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19.9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56 7789,'-11'0'563,"4"0"935,-1 0-534,1 0-32,1 0-365,1 0-362,5 0 1,8 0 267,3 0 0,12 0-187,-1 0 1,7 0-469,0 0 0,0 0-480,0 0 1,0-4-1917,4 0 2578,0 1 0,15-17 0,4-4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16.9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89 7828,'0'-11'-51,"0"4"0,0-1 619,0 0 163,0-2 0,0 3 190,0-1-419,0 6-200,0-3-85,0 5 0,0 5-26,0 2 1,3 4-24,1 4 1,1 2-56,-1 5 0,1 4-54,2 0 1,-1 3-225,-2-3 0,-2 4-229,6 0 1,-6 0 167,2 0 1,-2 0-4,2-4 0,-3 4 54,3-5 1,-3 0-135,-1-7 1,0-2-114,0-5 121,0 0 158,0-5 279,0-1-361,5-15 1,-3-1 66,6-7 1,-2 1 53,1 2 1,3-2 37,-3-5 0,-1 1 77,2 3 1,-2-3-59,1 2 0,2 2 79,-6-1 0,6 3-57,-2-3 1,0 4 145,0 0 0,-3 5-28,3 2 0,-3 4-95,3 0 20,-5-3 0,7 6 23,-5 0 0,1 4-3,-2 7 1,-2 2 12,3 1 0,-3 0 82,-1 4 0,4 1-130,0 3 0,3-4 4,-3 0 0,1 1-109,-2 3 0,0-5 23,4-2 0,-3 1-77,3-2 0,-1 1 79,2-4 1,1-5-88,-1-2 71,2-3 1,1-1-107,0 0 1,0-5 77,0-2 0,0-3-138,0-1 1,0-4 257,0 1 0,0-5 37,0 5 0,-1-5 114,-3 4 1,1-3-55,-4 3 0,3 1 151,-3 3 1,0 0-179,-4 0 1,4 0-1,-1 0 0,1 3 541,-4 1 192,0 4-645,0-1 0,0 5-46,0 2 0,0 0-7,0 4 0,4 1-13,-1 3 1,5 0-126,-5 0 1,5 1 94,-5 3 1,6-3-108,-2 3 1,-1 0-99,2 0 0,-6 0-258,2-4 1,1 4-1389,-2-1 1790,6 1 0,2-19 0,6-3 0</inkml:trace>
  <inkml:trace contextRef="#ctx0" brushRef="#br0" timeOffset="146">442 45 7828,'-11'-11'878,"0"0"-460,0 0-594,5 5-1476,1 1 1652,5 10 0,39 25 0,10 12 0</inkml:trace>
  <inkml:trace contextRef="#ctx0" brushRef="#br0" timeOffset="705">872 343 7991,'-6'-5'477,"1"-1"1,1-2-381,0 1 1,1 3-2,3-3 48,-5 4-197,-1-6 0,-5 6 181,0-4 0,0 4 35,0 0 0,0 2-347,-1 1 0,1 0-70,0 0 1,0 3-104,0 1 1,0 3 96,0-3 0,0 3 156,0-3 0,0 3 35,0-3 1,4 3-24,0-3 0,4 1 33,-1-1 17,3-3-5,1 4 50,0-5 0,5 0-47,2 0 0,2 1 20,-2 3 1,3-3 4,-2 2 0,-2-1 32,1-2-8,0 0-2,4 5 0,-1-3 7,-2 5 0,1-3-56,-1 3 0,-2-3 8,1 3 1,0 1-108,5 3 0,2-3 99,1 3 0,5-2-7,-2 6 0,3 1 46,1-2 1,-1 5-10,-3-5 0,0 5 53,-7-5 0,2 5 139,-10-4 1,0-1-4,-7-3 1,-3-1 190,-8-3 0,-3 2-347,-8-5 1,-2 3-106,-5-3 1,1-1-247,2-3 0,0-1 153,4-3 181,-5-2 0,13-39 0,-3-9 0</inkml:trace>
  <inkml:trace contextRef="#ctx0" brushRef="#br0" timeOffset="1183">993 45 7828,'0'-6'1238,"1"1"-732,3 5 0,-3 1-178,3 3 1,-2 7-183,2 7 1,-2 3-39,6 1 1,-1 6-166,4 5 1,-4 1 168,1 2 1,-2 2 55,1-1 0,2 0-399,-5-4 0,3-5-208,-3-2 0,-1-4 151,-3-4 1,4-2-31,0-5 176,-1-5 130,-3-1 163,0-5 0,0-5-101,0-2 1,0 1-8,0-2 0,0 0-87,0-7 0,5 3 81,2-3 0,0 3-69,0 1 1,-1-1 84,1-3 0,3 3-6,-2-3 1,-2 6-3,1 2 0,0 0 7,4-4 0,-3 5-75,-1 2 0,-3-1 5,3 1 25,0 1 0,3 4-4,-2 3 1,1 2-190,-1 5 1,-3 0 0,-2 0 1,2 3-121,-1 1 0,1 3 19,-1-3 1,-3 1-131,2-1 1,0-3 36,1 3 0,-2-7 379,5 0 0,-3-2 0,3 1 0,25-26 0,10-12 0</inkml:trace>
  <inkml:trace contextRef="#ctx0" brushRef="#br0" timeOffset="1822">1445 398 8637,'6'0'1167,"-1"0"-748,0 0 51,1 0-462,5 0 1,0 0 146,0 0-128,0 0 1,0-4-146,0 0 1,-1 0-126,-3 0 0,2 1 123,-5-4 1,3 0-42,-3-4 1,-1 3 110,-3 1 0,0 0 16,0-4 1,-5 3-26,-2 1 0,-3 4 76,-1 0 1,0-2 34,0 1 0,0 1-33,0 3 0,0 4 8,0 4 0,0 2-59,0 1 1,4 3-101,-1 1 1,6 3 26,-2-3 0,3 5-154,1-2 1,4 2-87,-1-2 1,7 2 94,1-6 0,1 1-56,7-4 0,-2-1 125,1-3 1,3-2 22,-3-5 0,3-1 39,1-3 1,0-3 136,0-8 1,-1 2-14,-2-6 1,1 5-14,-1-5 1,-4 5 131,-4-5 1,0 6 159,-4-2 0,-1-1 274,1 1 0,-4 1-180,1 3 1,-3 0 368,-1 0-416,0 0 1,0 3 430,0 1-478,0 4-306,0-1 1,0 5-228,0 2 0,0 4 196,0 4 0,3 0-235,1 0 1,0 1 66,-4 3 1,1-3 10,3 3 1,-3 0 54,3 0 1,-3 5 46,-1-2 1,3-1 23,1 2 0,0-6 18,-4 2 0,0-3 180,0-1 389,5 0 789,-4 0-827,4-5 0,-5-2 18,0-8 0,0-2-166,0-5 0,0-4 37,0 1 0,0-6-138,0 2 1,0-3-168,0-1 1,6 4-58,5-1 0,4 1-290,3-4 1,8 1-1028,0 3 1,0-1 252,4 8 0,-1-2-846,4 5 1918,-4 3 0,2 25 0,-2 11 0</inkml:trace>
  <inkml:trace contextRef="#ctx0" brushRef="#br0" timeOffset="2414">828 354 8778,'0'-6'1671,"0"1"-722,0 5 1,3 1-995,1 3 0,0-2-864,-4 5 400,0 1 1,1 3-336,3 0 0,-3 0 310,2 0 0,0-4 534,1 1 0,26 4 0,12 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22.8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210 166 7887,'0'-7'1024,"0"3"-734,0 4 16,0-5-333,0 3 0,-1-2 0,-3 4 45,-2 0 1,-5 0-6,0 0 1,-1 0-95,-3 0 0,3 0 22,-3 0 1,3 0-76,1 0 0,0 3 72,0 1 0,0 3-83,0-3 0,0 1-62,0-2 1,1 0 30,3 4 1,1-3 30,2 3 0,3-3 105,-3 3 1,3-3 93,1 3 0,1-4-74,3 0 1,2 2 164,5-1 1,1 1-118,3-1 1,-2-3 32,6 3 0,3 0 51,4 0 0,0 3-46,0-3 0,-3 3 109,3-3 0,1 5-126,-1-2 1,0 3 3,-4 1 1,-5 0 169,-2 0-6,-8 0 0,-3 0-70,-8 0 1,-5 0 137,-9 0 1,-2-4-300,-9 1 0,3-6-20,-3 2 0,-1 1-76,-3-2 1,1 1-137,3-4 0,2 0-373,5 0 0,5 0 156,2 0 1,3-1 462,1-3 0,29-17 0,8-8 0</inkml:trace>
  <inkml:trace contextRef="#ctx0" brushRef="#br0" timeOffset="258">332 22 8106,'0'-11'2451,"0"5"-2350,0 1 260,0 5 1,1 5-54,3 2 0,2 8 20,5 4 0,1 3-170,3 3 1,-2 2-88,6 3 1,-5 2-157,5-3 0,-5 3-432,5 1 1,-6-4 442,2 1 0,-3-6 98,-1 2 1,-4-4-1995,1-4 1,-6-5 405,2-6 1564,2-5 0,-5-11 0,4-10 0</inkml:trace>
  <inkml:trace contextRef="#ctx0" brushRef="#br0" timeOffset="549">740 210 7877,'0'-11'176,"0"3"133,0 1 572,0 5-825,0-3 13,-5 5 0,0 1 33,-3 3 0,-1 2-57,1 5 1,-2 0-104,-1 0 0,2 3 88,1 1 1,0 5-9,4-2 1,0-1-24,4 2 1,0-2-134,0 1 1,5-2 190,3-5 1,6-1 37,5-3 1,2-2 145,1-5 0,-4 0-129,0 0 0,-4-5-10,0-2 1,-2-7-79,-5 0 1,-2-5-121,-5 5 1,-1-5-242,-3 5 0,-2-1 337,-5 4 0,-10-5 0,-2-1 0</inkml:trace>
  <inkml:trace contextRef="#ctx0" brushRef="#br0" timeOffset="875">1026 254 8754,'-7'-5'0,"1"-2"0,0-2 1980,-1 2-1812,5-3 1,-3 10 1,5 0 0,0 5 91,0 6 1,1 3 64,3 1 0,2 6-136,5 1 0,0 1 0,0 7 1,0-5-127,0 5 0,0-2-190,0 1 0,0 3-253,0-2 1,-3 0-504,-1 0 1,-4-5 164,0-6 0,-2-2-526,-1-2 477,0-8 0,-1 3 81,-2-10 685,1-5 0,-17-31 0,0-11 0</inkml:trace>
  <inkml:trace contextRef="#ctx0" brushRef="#br0" timeOffset="1125">993 221 7948,'0'-11'664,"0"3"-469,0 1 1,1 3 28,3-3 0,2 5 0,5-2 0,0 3-19,0 1 1,5 0-27,3 0 0,1 6-48,2 5 1,-3 1-91,-1 6 0,-2-3-81,-1 3 0,-2 1-283,-9 3 0,0-4-98,-4 1 0,-3-6 157,-4 2 1,-2-3-25,-9-1 1,3-1-163,-3-3 1,1 2-749,-2-6 1198,3 1 0,10-33 0,1-8 0</inkml:trace>
  <inkml:trace contextRef="#ctx0" brushRef="#br0" timeOffset="1501">1302 287 7466,'11'0'0,"0"1"-63,0 3 1,0-3 331,0 3 0,0 1-82,0-2 0,5 1 172,2-4 0,-2 4-199,-1-1 1,1 1-100,-1-4 0,-1 0-315,-3 0 1,0 0 127,0 0 1,-3 0 42,-1 0 1,-3-1 51,3-3 0,-5 2-373,2-6 295,-3 1 1,-6-4 28,-2 0 1,0 0 60,-4 0 1,2 3-3,-6 1 1,2 1 171,-2-1 0,2-2 21,-6 5 0,2 1 38,-1 3 0,-3 0 14,3 0 0,-2 0 158,2 0 0,-2 1-64,5 3 1,1 2 24,3 5 0,0 0 6,0 0 1,5 5 98,2 2 1,3-1 6,1 2 1,9-1-256,6 4 0,6 0-157,5 0 1,6-1-277,4-3 0,6-2-548,-2-5 1,-2-1 318,-1-3 0,-3-2-973,-1-5 1435,-4-5 0,-12-10 0,-7-9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21.0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78 7852,'0'-11'0,"0"0"174,0 0 0,-1 4 855,-3-1-83,3 1-206,-4-4 9,5 5-348,0 1-302,0 5 0,4 5 112,0 2 1,0 8 26,0 3 1,1 7-109,2 0 0,2 10-197,-5-2 1,3 2 10,-3-2 1,-1 1-160,-3-1 0,4 3-251,0 1 0,-1-4 84,-3-3 1,0-4-325,0 0 0,0-1-359,0-11-451,0 1 1076,-5-9 0,4-2 440,-2-8 0,-4-31 0,1-13 0</inkml:trace>
  <inkml:trace contextRef="#ctx0" brushRef="#br0" timeOffset="749">23 232 7765,'-11'-4'233,"5"2"125,1-3 0,5 4-142,0-2-97,0 1 1,1-3-94,3 5 0,2-1 76,5-3 1,5 3-17,2-2 0,3-4-16,1 0 1,1 1-13,3-1 0,-3 3 2,3-3 0,1 0-121,-1 0 1,0-1 82,-4 4 1,-5 0 3,-3 4 0,-1 0-76,-2 0 0,-4 1 69,0 3 0,-4 2-13,1 5 0,-3 2-19,-1 1 1,0 3-17,0 5 1,0 0-2,0 1 1,3 0-88,1 2 1,0 0-68,-4 4 0,0-4 42,0 1 0,3-3 49,1-1 0,0 0-16,-4 0 53,5-5 1,-3-2 48,5-8 0,-3-2 212,4-5-199,-1 0 0,4-5 134,0-2 0,4-4-557,-1-4 0,2 3 191,-1-3 0,-3-1-187,3 2 1,1-1 231,-1 4 1,-2 0 97,-6 0 1,2 3-144,-5 1 317,4 5-53,-7-8 236,4 9 0,-5-3 383,0 8-424,0 2 1,0 5 18,0 0 1,0 0-161,0 0 1,5 1-22,3 3 0,-2-3 43,1 3 0,0-3-25,4-1 0,4 0 27,0 0 1,-1-4 124,-2 1 0,3-6-170,4 2 0,2-3-112,1-1 0,-2 0-136,-1 0 1,2-5 96,-3-2 0,3-3-124,1-1 0,-5 0 91,-2 0 1,1 0-97,-2 0 1,-3 0 65,-3 0 1,-6-1 80,2-3 1,-3 3-17,-1-3 30,0 3 1,-1 2 93,-3 3 1,-2 2-28,-5 5 0,0 0 136,0 0 1,4 0-60,-1 0 0,1 5 191,-4 2 0,4 3-5,-1 1 0,6 3 13,-2 1 0,-1 1 117,2-1 1,-1-2-92,4 6 1,5-5 22,2 5 1,3-5-198,1 5 0,6-6-142,5 2 1,3 1-210,8-1 1,-3-6-523,7-5 1,-3-3-874,-1-1 1,-3-1 1598,-1-3 0,6-16 0,4-10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35.0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23 243 7927,'-7'-11'1500,"-2"0"-907,7 0-108,-3 5-95,5 1 1,2 7 118,1 6 1,1 1-199,7 13 0,-2 0 59,5 11 0,2 3-124,-1 8 0,3 1 88,-3 3 0,5 4-220,-2 6 1,2 2-195,-2 3 1,-2-1-366,-5-6 1,0 0 77,0-8 1,-5-7-291,-2-8 1,-3-6 311,-1-8 0,0-3-590,0-5-284,0-5 1219,0-1 0,20-40 0,4-8 0</inkml:trace>
  <inkml:trace contextRef="#ctx0" brushRef="#br0" timeOffset="918">982 55 7784,'-2'-11'726,"-1"0"-441,2 0 0,-4 4 486,5 0-364,0 4-182,0-2 159,0 5 0,0 9-91,0 2 0,0 7-75,0 1 0,5 3-13,2 3 0,1 4-172,0 4 0,2 0-256,-3 0 1,2-4-143,-2 1 0,3-2 225,-3 1 1,-1-2-91,1-5 1,-4-5-118,1-2 157,-3-3 56,-1-6 73,0-1 1,0-6 10,0-3 1,0 2 94,0-5 0,0-1-109,0-3 0,-5-3 1,-2-1 0,0 0 65,0 4 0,0-4-19,-4 1 1,-4 0-4,0 7 1,-1-3 30,2 3 0,-3-2 11,-5 2 1,3 2 7,1 5 0,-1 0 129,-3 0 1,5 1-6,3 3 1,1 2-73,2 5 0,1 0-13,3 0 0,2 1-66,5 3 0,0-3 6,0 3 0,5-3-16,2-1 1,4 0-121,4 0 1,-3-3-125,3-1 0,2-5-413,2 2 0,-2-3-352,1-1 1,1 0 1015,3 0 0,58-19 0,16-6 0</inkml:trace>
  <inkml:trace contextRef="#ctx0" brushRef="#br0" timeOffset="1295">1213 55 7830,'-6'-11'540,"1"0"1,5 0 986,0 0-1286,0 5 1,1 1 175,3 5-150,-3 0 0,8 5-27,-5 3 1,4 6-130,-1 5 1,0 1 110,0 2 1,0 2-344,4 1 1,-1 0-64,-3 4 0,3-3-220,-2 3 1,-2 0 202,1 0 1,-4-2-111,0-5 1,2-4 169,-1 1 1,1-6 30,-2 2 0,0-6 121,4-2 1,2-5 305,5 2 1,0-3 4,4-1 1,2-1-148,6-3 1,-2 2-86,5-5 0,1 3-97,3-3 1,-4 4-217,1-1 1,-6 0-3,2 0 0,-6 0-799,-2 4 690,-5 0 1,3 0-597,-5 0-576,-5 0 1506,-1 0 0,-14 10 0,-4 2 0</inkml:trace>
  <inkml:trace contextRef="#ctx0" brushRef="#br0" timeOffset="1636">838 596 7921,'5'-7'704,"3"4"0,4 2-442,6 1 0,7 0-58,11 0 1,10 1 53,9 2 0,10 0-27,8 4 1,3-4-125,1 0 1,-4-1-127,-3-2 0,-9 0 26,-6 0 1,-11-4-172,-11 0 0,-6-1-266,-9 2 1,-2 0 43,-5-4-254,-5 4-237,4-1-550,-9 4 1288,4 0 0,-44 9 0,-10 4 1</inkml:trace>
  <inkml:trace contextRef="#ctx0" brushRef="#br0" timeOffset="2185">938 761 10863,'4'11'171,"-1"4"-8,4-1 1,1 6-224,3-2 1,1 4-14,3 4 0,-4-3-35,0 3 1,0-3 92,-4-1 0,-1 0-38,1 1 0,-4-3-33,1-1 1,-3-3 18,-1-5 0,0-4 120,0 0-186,0-4-41,-5 2 1,2-9 102,-4 0 1,3-4-124,-3 0 0,3-3 126,-3-3 0,3 1-6,-3-1 0,0-2 7,-4 1 1,0-3-18,0 3 0,-2 0 23,-1 4 1,0 0 29,-4 0 0,-1 5 133,-3 3 1,0-2-30,0 1 0,0 2 244,0 5 0,1 3-41,3 5 0,-2 2 78,6 1 1,0 0-143,7 4 1,2-3-15,5 3 1,1-3 8,3 3 0,3-4-12,8 0 1,3-1-66,8-2 0,-1-5-194,4-2 1,-3-3-578,3-1 0,-4 0-25,0 0 1,-1-1-352,-2-3 0,-4-2 327,0-5 690,-9 0 0,-9-20 0,-12-4 0</inkml:trace>
  <inkml:trace contextRef="#ctx0" brushRef="#br0" timeOffset="2868">1544 838 7054,'0'-7'-220,"0"-1"1490,0 0-487,0-2-386,0-1 1,-5 0-156,-2 0 0,1 4 0,-2-1 0,0 6-73,-7-2 0,1 3-126,-4 1 0,0 0-60,-4 0 0,2 5 5,-2 2 1,2 7-107,-5 0 1,3 6 63,3-2 0,0 4-71,4 4 1,0-1 104,4 4 0,5-4-7,2 0 0,3-2-286,1 0 0,6 1 101,5-2 1,9-2 257,6-9 0,4-1-23,0-3 0,5-2 99,2-5 0,0-1-103,-4-3 0,-1-3 117,-3-8 1,0-1-139,-7-2 1,-2-3 1,-9 2 1,-1-2-190,-3-1 0,-2 2-346,-5 1 1,-6 0-413,-5 4 0,-1-3 229,-7 3 718,6 5 0,-37 10 0,-4 6 0</inkml:trace>
  <inkml:trace contextRef="#ctx0" brushRef="#br0" timeOffset="3777">1290 937 7830,'-7'-3'0,"0"-1"0,1-1 251,-2 1 154,-2 3 1,8-4 536,-5 5-201,4-5-228,-2 4-250,5-4 0,5 5-14,2 0 1,4 2-31,4 1 1,6 0-27,5 4 1,1-5-193,-2 2 1,2 1-258,3-1 0,2 3-1166,-3-3 0,-2-1 173,-1-3 1249,2 0 0,-10-19 0,3-6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30.9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0 341 7845,'6'0'1543,"4"-5"-1087,-9 3-271,4-2 0,-4 4 134,3 0-137,-3 4 0,6 3-72,-4 4 1,-2 3 69,3 1 1,1 5-232,-1-2 1,1-1-315,-2 2 0,-2-1 246,3 4 1,-3 0 16,-1 0 0,2-4 37,1 1 0,-2-6-99,3 2 1,-3-6-194,-1-2 105,0-5 165,0 3-39,0-5 0,-1-3-4,-3-1 1,3-8 92,-2 1 0,1-7-10,2 4 1,0-6-5,0 2 1,0-2 89,0 2 1,0-3 10,0 3 1,2-2-93,1 2 0,0-2 112,4 5 1,-3-3-27,3 3 0,-3 1 64,3 3-57,0 4 1,4-1 2,0 4 1,-3 1-7,-1 3 0,-1 4 9,2 4 0,1 5 12,-1 2 1,-2 5 3,1-2 0,-1 3-76,2 1 1,0 0 2,-4 0 1,1 0-8,-1 0 0,-3-1 0,2-3 1,0 2-79,1-6 0,-3 1 65,3-4 0,-3-3-49,-1-1-83,0-5 128,0 3 1,0-6-49,0-3 0,0-2 23,0-5 1,0 0 2,0 0 0,0-4 29,0 1 1,1-6-2,3 2 1,-3 1 16,3-2 1,0 2 0,0-1 1,1-2 70,-1 5 1,-3 1 168,3 3 1,-2 0-93,2 0 1,-3 0 360,3 0-374,-3 4 0,0 3-51,3 4-46,-3 0 0,5 1 13,-2 2 1,1 4-100,2 4 0,3 3 55,-3 1 0,-1 5-30,2-2 0,-1-1-119,4 2 0,-1-5-213,-3 5 1,3-5-394,-3 5 1,3-6 200,1 2 0,-4-3 547,1-1 0,4-10 0,5-2 0</inkml:trace>
  <inkml:trace contextRef="#ctx0" brushRef="#br0" timeOffset="424">673 374 7949,'-2'-10'0,"0"1"591,-2 2 0,-1 1-369,2-2 1,0 4 101,-4 4-184,0 0 1,-4 0-85,0 0 0,1 4-133,2 4 1,-1 2 46,1 1 0,2 3 30,-1 1 1,3 1 146,-3-1 1,4 2-83,0 5 1,1-4-251,2 1 0,0-2 17,0 1 0,0 2-88,0-6 1,2 0-97,1-7 1,3 2 145,5-5 0,0 3 48,1-3 0,-1-2 18,0-6 1,3-2 37,1-5 1,0 0 1,-4 0 1,0-4 58,0 1 0,-4-5 10,0 5 1,-4-6 65,1 2 0,-3-2 181,-1 2 0,0-3 177,0 3 1,0 2-183,0 1 0,0 3 367,0 1-236,-5 0-160,4 4-113,-4 3 0,5 5-173,0 2 0,0 5 45,0 7 0,3-2-164,1 5 1,5 0-298,-2 0 1,3 3 236,1-3 0,-4 2-805,1-2 1088,-1 3 0,19 1 0,3 6 0</inkml:trace>
  <inkml:trace contextRef="#ctx0" brushRef="#br0" timeOffset="917">1103 407 7969,'0'-11'0,"0"0"614,0 0 0,-2 0-229,-1 0 1,2 0 125,-3 0-263,-2 0 1,3 0 113,-4 0 0,1 3-354,-2 1 0,-1 4-94,1 0 1,-2 1-102,-1 2 0,-1 0 71,-2 0 1,1 2-87,-1 1 0,-2 0 41,1 4 1,0-1-136,4 2 0,0 1 99,0-1 0,-4 2-33,1 1 0,3 0-75,3 0 1,2 0 20,-1 0 1,2 0 91,5 0 1,0-4 113,0 0 0,6-4 133,5 1 1,1-3-103,7-1 0,-1 0 109,4 0 1,0 0-94,0 0 1,0-4 29,0 0 0,-3 0 215,-1 0 1,-4 3 13,0-3 1,0-1 80,1 1 1,-7 1 92,3 3-274,-2 0 1,2 0-69,0 0 0,-4 1 4,0 3 0,-3 2 33,3 5 0,-3 0-21,3 0 0,0 4-75,0-1 1,-2 6-143,-5-2 1,0 3 13,0 1 1,-9-4 56,-2 1 0,-7-6 39,0 2 1,-8-3-206,-4-1 0,-1-1-320,-3-3 0,3-2 99,1-5 457,-2 0 0,24-19 0,-1-6 0</inkml:trace>
  <inkml:trace contextRef="#ctx0" brushRef="#br0" timeOffset="1409">1246 308 7785,'0'-11'2478,"0"4"-2150,0 3-139,0 4 0,5 8-68,2 3 1,2 4-137,-2-1 1,3 4 49,-3 4 0,-1 0-188,2 0 1,-5 0-121,5 0 1,-6-1 164,2-3 0,-3 2-19,-1-6 1,0 1 83,0-4 0,0-4-78,0 1 83,0-6 21,0 3-68,-5-15 1,4 3-86,-3-8 1,3-2 87,1-1 1,0 1 53,0-2 0,0 2-3,0-1 0,1-2-31,3 5 0,-2-4-6,6 0 0,-5 4 33,5 0 0,-5 3 6,5 1 1,-1 3 13,4 1 0,0 3 83,0-3 1,0 4 102,0 0 1,0 2-6,0 1 1,0 4 1,0 4 1,2 2-109,1 1 1,-1 3 35,1 1 1,-5 3-71,-2-3 0,1 5 21,3-2 0,-4 2-99,0-2 1,-1 2-232,2-6 0,-2 5-255,-2-5 0,-3 1-458,2-4-223,4-5 1219,-6-1 0,4-5 0,-5-29 0,0-8 0</inkml:trace>
  <inkml:trace contextRef="#ctx0" brushRef="#br0" timeOffset="1600">1687 341 10131,'5'6'359,"-3"7"-180,6-2 1,-1 6-92,4-2 0,0 5-211,0-2 0,0 2 8,0-2 1,0 2-265,0-6 0,-4 5-130,1-5 0,-4 0 509,3-7 0,-5-31 0,3-13 0</inkml:trace>
  <inkml:trace contextRef="#ctx0" brushRef="#br0" timeOffset="1740">1632 54 7785,'-11'-11'346,"0"0"80,0 0 0,3 4-768,1-1-558,5 6 1,-3-2 294,5 8 605,5-3 0,30 23 0,13 1 0</inkml:trace>
  <inkml:trace contextRef="#ctx0" brushRef="#br0" timeOffset="2042">1852 87 8137,'-1'-10'0,"-1"2"2111,-2 0-1554,0 6-563,4-3 0,5 6 186,3 3 0,1 7 38,2 7 0,2 7-80,1 1 1,2 4-29,3 0 0,0 5-131,-4 2 0,1 1-137,-1-1 1,-4-3-476,0 3 1,-2-3 49,-5-1 0,1-5-1192,-1-2 823,-3-8 952,-1-7 0,-16-25 0,-7-11 0</inkml:trace>
  <inkml:trace contextRef="#ctx0" brushRef="#br0" timeOffset="2526">1797 252 7574,'8'0'19,"-1"0"1,0 0 245,4 0 0,1 0 40,3 0 0,2 0-101,5 0 1,4 4 10,0 0 0,4 3-88,0-3 0,0 3-161,0-3 1,-3 3-110,-5-3 1,-4 3 113,1-3 1,-6 4-207,2 0 1,-7-2 21,0 1 1,-6 1 6,2 3 0,-3 0 68,-1 0 1,0 0-54,0 0 95,0 0 1,0 0 52,0 0 0,0 0 6,0 0 0,4-4 115,-1 1 0,6-6-19,-2 2 0,-1 1-33,2-2 0,-1 1-32,4-4 0,0-1 9,0-3 1,0 2 1,0-6 0,-3 1 41,-1-4 0,-1 0 93,1 0 0,2 0-45,-5 0 1,3 3 148,-3 1 0,3 0 44,-3-4 1,1 3-31,-2 1 0,-1 3 208,1-3-215,3 5-6,0-8-120,6 8 0,-3 2-26,-1 8 1,0-2-95,-4 1 1,3 4-184,-3 4 1,3 0-433,-3-4 1,1 3 308,-1 1 0,-2 1-620,5-1 0,-3-3-2,3 3 924,-4-8 0,7-2 0,-4-5 0</inkml:trace>
  <inkml:trace contextRef="#ctx0" brushRef="#br0" timeOffset="2993">2635 153 7821,'-10'-14'357,"2"0"1,2 3 720,1 2-599,1 2-140,4 1 1,0 2-19,0 8 0,1 2 44,3 5 1,3 5-124,8 2 0,-3 7 31,3 1 1,2 4-139,1 0 0,0 0-112,0 0 1,-5 0-211,2-4 1,1 3 160,-1-3 0,-2 0-617,-5-4 0,0-1-169,-4-3-9,-1-2 512,-3-10 0,0-2 90,0-8 1,-3-2-85,-1-5 1,-3-1-160,3-3 0,-1-1 298,1-2 0,0-2-28,-4 5 0,-2-3 162,3 3 0,-1 1 57,0 3 0,-5 1 231,2 3 0,-3-2-49,3 5 1,-4 1 181,1 3 0,-5 1-123,5 2 0,-5 4-4,5 4 0,0 3-194,7 1 0,-2 5-30,6-2 0,-1 2-121,4-2 1,2 3-124,6-3 1,0-2-367,11-1 0,-1-4 128,4-4 1,4-2 441,-1-5 0,40-34 0,6-9 0</inkml:trace>
  <inkml:trace contextRef="#ctx0" brushRef="#br0" timeOffset="3393">2889 407 7821,'3'7'-5,"2"0"155,1 2 0,0-3 99,2 2 0,2-6 0,-3 2 1,3 1-97,1-2 0,-4 1-98,0-4 1,1 0 134,3 0-168,0 0 1,0 0-178,0 0 1,-4-1 35,1-3-148,-1-2 1,3-5 173,-3 0 1,-2 0-40,-5 0 0,0 3 117,0 1 1,0 0 4,0-4 0,0 0 113,0 0 0,-5 1-32,-2 2 1,-1 0 91,-3 4 1,3-3-2,-7 3 0,3 1 205,1 3 0,-4 0-131,0 0 1,-3 4 37,3 4 0,1 2-17,3 1 1,0 0 84,0 0 0,1 3-56,2 1 0,5 5-128,6-2 1,6 3-112,9 1 1,6 0-241,9 0 0,1-1-480,3-3 0,-2-6 409,6-4 1,-7-6-90,-1 2 0,-5-4-74,-6-4 1,-5-2-321,-2-5 0,-4-4 747,-4 1 0,-26-16 0,-12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39.5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44 7748,'-6'-4'0,"-3"1"436,6-4 143,-1-1 0,3 2 898,-3 3-604,3-4-192,-4 6-405,5-4 0,0 10 72,0 3 0,4 3-47,-1 3 1,6 5 174,-2 6 0,3 9-190,1 6 1,1 4 19,3 4 1,2 0-232,5 7 0,0 1-112,0 7 1,-3-5-184,-1-6 0,-4-1 124,0-7 0,-3 0-166,-3-11 1,-3-7-573,-5-11-807,0-3 955,-5-1 0,3-6-423,-1-5 1,2-1 1108,1-7 0,14-18 0,5-10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39.9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12 7748,'0'-6'2528,"0"1"0,0 14-2614,0 2 1,0 6 65,0-3 0,-4 5-137,1-4 0,-1 4-1173,4-1 1,0 0 1329,0 0 0,5 5 0,1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42.2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78 7874,'-1'-10'0,"-2"2"392,0 0 0,-1 1-92,4-4 0,-4 4 111,1-1 0,-1 5 226,4-5-82,0 6-143,0-3-169,0 5 1,0 5-1,0 2 0,1 8-76,3 3 1,-2 4-63,6 4 1,-2 3 111,1 8 1,3-2-14,-3 1 1,-1 2-460,2-1 0,-5 3-78,5-3 0,-6 0 110,2-4 1,1-5-10,-2-2 0,1-3-45,-4-1 1,0-8-17,0-3 155,0-8 20,0 2 149,0-15 0,0 3-184,0-8 1,0-1-110,0 2 0,0-2 167,0 1 0,5-1 57,2-2 1,-1-2 79,2 6 0,-1-5-93,4 4 1,0 1-6,0 3 0,4 0-88,0 0 1,3 5 17,-3 2 0,4 3 147,0 1 1,1 1-22,3 3 1,-3 2 5,-1 5 1,-1 5-38,-7 2 1,1-1 3,-8 2 0,0-1 61,-4 4 0,-10-4 151,-5 1 1,-4-6-108,-3 2 1,-5-4 61,-3-4 1,3 2-647,2-5 0,1-1-72,2-3 0,5 0-882,2 0 1460,3 0 0,26-24 0,5-7 0</inkml:trace>
  <inkml:trace contextRef="#ctx0" brushRef="#br0" timeOffset="192">453 332 8818,'0'7'1059,"0"0"0,0 1-811,0 3 1,4 1-447,-1 3 1,6 2-648,-2 5 1,-1 4 425,2-1 1,-5 0-598,5-7 1016,-6 3 0,18-28 0,-2-2 0</inkml:trace>
  <inkml:trace contextRef="#ctx0" brushRef="#br0" timeOffset="325">398 100 7799,'0'-11'-426,"0"5"0,19 31 0,6 11 0</inkml:trace>
  <inkml:trace contextRef="#ctx0" brushRef="#br0" timeOffset="909">905 387 7435,'10'-1'-291,"-3"-3"291,3 3 1039,-4-9 1,0 7-438,-2-4 0,-3 3-245,-1-3 0,0 3-288,0-3 1,-5 1-173,-2-1 0,-7-2 12,0 5 1,-6-3-233,2 3 1,0-1 144,0 2 1,0 1-152,-4-1 1,1 2-75,2 1 1,4 0 63,3 0 0,1 4 127,0 4 0,2 2 31,1 1 0,3 0 4,5 0 0,2 0 84,1 0 0,3 0 151,5 0 1,2-4-49,1 1 0,0-5 132,4 5 0,-1-6 56,2 2 0,0-3-92,-4-1 0,1 0 37,-1 0 0,-3 0 1,3 0 0,-3 0 95,-1 0 1,0 0-70,0 0 1,2-1 60,-2-3 0,3 3-116,-7-3 0,3 3 33,1 1 0,0 0-40,0 0 1,0 0-12,0 0 1,0 5-77,0 2 1,0 3 3,0 1 0,-3 0-144,-1 0 1,-1 4 30,1-1 1,-2 5-143,-5-5 0,-1 5 78,-3-4 1,-3 0 63,-8 0 1,-2-4-89,-5 0 0,-4-1 68,1-6 0,-2-1-157,1-3 0,3 0-357,-3 0 0,4-1 622,4-3 0,16-16 0,10-10 0</inkml:trace>
  <inkml:trace contextRef="#ctx0" brushRef="#br0" timeOffset="1386">1467 365 8219,'0'-16'921,"0"7"-767,0-2 0,0 3-154,0-3 0,0 3 187,0 1 1,-1 4 301,-3 0 1,2 2-440,-6 1 1,-3 0-437,-3 0 0,-2 0 18,1 0 1,-1 3 88,-2 1 0,-2 5 56,5-2 1,0 3 114,0 1 0,4-4-141,0 0 1,0 1 82,3 3 0,4 0-117,0 0 67,3 0 130,1 0 1,1-1 128,3-3 1,2-2-69,5-5 1,0 0 55,0 0 0,0 0-28,0 0 1,0 0 106,0 0 1,-4-1-4,1-3 16,-1 3 0,4-8-65,0 6 0,-4-1 79,1 4-119,-1 0 67,4 0 0,0 0-2,0 0 1,0 0 1,0 0 1,-4 4 88,1-1 0,-1 6-93,4-2 1,-1 4 89,-3 4 0,2-2-111,-5 6 0,3-2 3,-3 1 1,-1 3-14,-3-3 0,-1 0 17,-3 0 0,-5-1-94,-6 1 0,-5-3-113,2-7 0,-3 0-276,-1-4 1,0-1-46,0-3 0,0 0 461,0 0 0,0-34 0,0-9 0</inkml:trace>
  <inkml:trace contextRef="#ctx0" brushRef="#br0" timeOffset="2067">1732 409 7810,'11'0'-169,"0"0"178,0 0 0,0 0 186,0 0 1,-4 4-214,1-1 0,-1 1 23,4-4 1,-4 0-221,1 0 160,-1 0-25,4 0 136,0 0 0,-5-1 2,-2-3 0,1 2-1,-2-6 1,1 1 93,-4-4 0,-5 3-4,-2 1 0,-3 0-13,-1-4 1,0 3 80,0 1 1,-1 5-72,-3-2 0,3 3 14,-3 1 1,3 1-17,1 3-64,0 2 0,1 8-65,3 1 0,2 1-164,5-1 0,0 1-300,0 2 1,1 3 165,3-3 1,5-1-2,6 2 1,5-6 31,-2 2 1,3-4-157,1-4 1,1-2 135,3-5 0,-3 0 274,3 0 0,1-5 0,-1-2 0,-2-3 0,-6-1 0,2-1 0,-5-3 0,3 2 0,-3-6 0,-4 5 0,-4-5 0,-3 6 0,3-2 0,-4-1 0,0 1 0,-1 1 500,-2 3 923,0 0-774,0 0-44,0 0 818,0 5-919,0 1-593,0 14 1,0-1 168,0 6 0,3-1-37,1-2 1,1 3-27,-1 1 0,-2 4-324,5-5 1,-3 5 82,3-5 0,-4 2-114,0-1 1,-1-3-30,-2 3 180,0-3 550,0-1-201,0-5 1,-2-1 20,-1-5 1,0 0-17,-4 0 0,0-5 126,-4-2 1,4-3 98,4-1 1,-2-1 197,1-3 1,1 3-12,3-3 0,4 2-308,4-2 1,3 3-344,4-3 1,7-1-79,7 1 0,3 1-286,1 3 1,4 0 215,-1 0 1,-4 3-239,-6 1 1,-4 5-1158,-4-2 1615,-7 3 0,-30 1 0,-12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40.7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78 7748,'-1'-17'324,"-3"2"183,3 3 0,-4 1 92,5 0 57,0 5-193,0 1-50,0 5-115,5 10 0,-3 0-83,5 12 0,1 2-58,3 9 0,0 5-50,0 3 0,0 1-120,0 3 0,0-1 45,0 0 1,0-1-126,0-3 1,-5 0-129,-2-6 0,1 0-872,-2-8-602,1-6 209,-4-4 696,0-10 1,0-6 789,0-7 0,0-3 0,-10-55 0,-2-13 0</inkml:trace>
  <inkml:trace contextRef="#ctx0" brushRef="#br0" timeOffset="692">12 277 7621,'-6'0'963,"1"-5"1,5 2-736,0-4 0,1 4-27,3 0 1,3-2 12,8 1 0,-2-4 0,5 0 0,1 2-114,3-1 0,1 1-441,3-2 1,-2-2 155,6 3 1,-6 2-100,2 2 0,-4 0 179,-4-1 0,0 3-24,-4-2 1,-3 3 172,0 3 0,-1 3-1,-6 5 1,3 4-17,-3 0 1,3 6 83,-3 1 1,4 1-169,0 6 1,-2-3 91,1 3 1,-1 1-282,2 3 0,2-1 18,-3-3 0,-1 2 1,1-6 1,-4 0 185,0-7 0,4-3-30,0-8 1,3 2 57,1-5 0,0-2 145,0-6 1,5-2-187,2-5 1,3-5-69,1-2 0,0 1-123,0-2 1,-5 5 85,-2-5 0,1 5-95,-1-5 0,-1 7 145,-3 1 1,-3 1-120,-1 7 81,-5-6 207,8 8 0,-9-3 167,3 8 1,-3-2-68,-1 6 1,2-1 44,1 4 1,0 0-63,4 0 1,-3 0 109,3 0 0,-3 0-71,3 0 1,-3-4-5,3 1 1,0-1-87,4 4 1,-3-3-5,-1-1 1,1-3-136,3 3 1,0-5 30,0 2 0,0-3-66,0-1 1,3 0-104,1 0 0,3-5-133,-3-2 0,5-3 111,-2-1 0,-2-1-68,-1-3 0,-3 3 247,-1-3 0,-1-1 110,-3 2 0,-2-1 201,-5 4 1,0 0-117,0 0 0,-1 5 26,-3 2 0,0-1-79,-7 1 1,5 1 99,-8 3 1,6 3-5,-6 1 1,6 5 166,-6-2 1,7 3-63,-4 1 0,3 1 140,-3 3 1,5-3 29,2 3 1,-1 1-202,1-2 1,1 2-229,3-1 1,6-1-9,5 4 1,6-5-149,9 2 1,2-3-323,5-1 1,4-5-692,-1-2 1,5-3 620,-4-1 492,-1-9 0,-3-13 0,1-13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46.5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76 7820,'0'-11'0,"0"0"0,0 0 1248,0 0-388,0 5-599,0-4 1,0 10-35,0 0 0,0 5-26,0 6 1,0 2-1,0 1 0,0 7-45,0 5 1,0 5-144,0-2 0,0 3 26,0 1 0,4 1-183,0 3 1,-1-2 2,-3 6 0,0-6-75,0 2 0,0-3 97,0-1 0,0-2-9,0-5 0,0-2-110,0-9 161,-5 0 50,4-9 20,-4-1 1,5-10 12,0-3 0,5-1-65,2-2 1,0-2-82,0-1 1,0-3 142,4-5 0,0-1-4,0 1 1,4 0-2,0 0 0,-1 0 18,-2 0 1,2 0 15,1 0 0,0 5 1,-4 2 0,3 3 273,1 1-249,0 0 0,-4 5 95,0 2 1,-4 8-119,0 3 1,-4 3 3,1 1 0,0 5-126,0 2 0,0 3-51,-4 1 0,4 0-155,-1 0 1,1-1-59,-4-3 0,4 3-233,-1-2 0,2 0 68,-1 0 1,2-3 516,5-5 0,34-20 0,9-4 0</inkml:trace>
  <inkml:trace contextRef="#ctx0" brushRef="#br0" timeOffset="294">618 352 7820,'0'-11'765,"0"0"11,0 0-529,0 0 0,-2 1-61,-1 3 1,0 2-71,-4 5 0,0 1 7,-4 3 1,-2 3-115,-1 8 0,0-2 60,-4 6 1,4-5-146,0 5 0,1-4-137,2 3 1,1 0-40,3 4 1,-1-1-132,4-2 0,-3 1 212,3-1 0,0-2 101,4 1 0,5-4-41,2 0 0,7-5-109,1-2 0,4-4 290,0 0 1,1-6 260,2-5 0,-1-5-15,-2-2 0,0-4-360,-4 0 1,0-2-472,-4-1 1,-5 0 162,-3 0 1,-1 1-461,-2 3 812,-5 2 0,-31 0 0,-12-1 0</inkml:trace>
  <inkml:trace contextRef="#ctx0" brushRef="#br0" timeOffset="849">805 319 7820,'-7'-10'44,"1"2"1,-1 2 982,1 1-791,4 1 1,-2 4-55,8 0 1,-2 1-32,6 3 0,-1 2 70,4 5 1,0 0-228,0 0 1,0 4-49,0-1 1,0 6-103,0-2 1,-1 0 65,-3 0 1,2-3 19,-5 3 1,3-3 54,-3 3 1,-1-4-83,-3 0 1,0-1-62,0-2 0,0-4 343,0 0 428,0-4-416,0 2 0,-3-7 23,-1-1 1,0-3-61,4-5 0,0 0 0,0-1 0,1-2-236,3-1 0,-1-3 141,4 3 0,0-3-508,4 3 1,0-5 71,0 2 0,2 2-95,1 1 0,0 2 166,4-2 1,1 4-67,3 0 1,-2 1 145,-1 7 1,0-1 103,-4 4 1,2 1 198,-6 3 1,3 2 45,-7 5 1,-2 4 65,-1-1 0,-3 5-94,-1-5 1,0 5 49,0-4 1,0 3-133,0-3 0,4 3-186,-1-3 1,1-1-82,-4-3 1,1 0-900,3 0 1147,-3 1 0,14-21 0,-3-5 0</inkml:trace>
  <inkml:trace contextRef="#ctx0" brushRef="#br0" timeOffset="992">1213 121 7819,'-17'-18'722,"2"4"1,3-1-131,1 4 157,0-2-1313,5 6-500,1 1 0,10 5 1064,2 5 0,32 19 0,9 2 0</inkml:trace>
  <inkml:trace contextRef="#ctx0" brushRef="#br0" timeOffset="1453">1444 253 7861,'-7'0'861,"0"0"-544,4 0-58,-2 0 1,14 0-140,2 0 1,6 0-100,-2 0 0,4 0 75,0 0 1,-2 0-212,1 0 0,-1 0-65,2 0 1,-2 4-89,-2-1 0,-3 2 141,3-1 0,-7-2 13,0 6 82,-6-1 1,2 4 20,-8 0 0,-2 1-38,-5 3 0,-1-2 128,-3 6 0,3-6-39,-3 2 1,0 1 155,4-1 1,-5 3-10,9-3 0,-2-1-116,6-3 1,1 0-38,-1 0 1,2 4-47,1 0 1,4-4-6,4-4 1,7-3-87,3 3 0,0-4-246,4 0 0,-2-1-529,6-2 0,1-2 56,-2-1 822,6-3 0,7-15 0,7-3 0</inkml:trace>
  <inkml:trace contextRef="#ctx0" brushRef="#br0" timeOffset="1720">2062 363 7817,'-11'0'-922,"0"0"945,0 0 0,0-4 547,0 1 1,-4-1-258,0 4 1,-3 5-141,3 2 1,-3 3-7,3 1 0,-3 0-3,3 0 1,0 0-152,4 0 1,2 4 72,1 0 0,3 3-163,5-3 0,0-1 110,0-3 1,9 0 8,2 1 0,7-6 179,1-3 0,0-1-149,0-2 1,1-2-15,-1-1 0,-3-3-167,-2-6 1,-1-2-161,-2-1 0,-2-3-196,-1 3 0,-2-3-458,-2 3 0,-3-1 370,3 1 553,-3 3 0,-11-14 0,-2 3 0</inkml:trace>
  <inkml:trace contextRef="#ctx0" brushRef="#br0" timeOffset="2112">2106 341 7817,'0'6'738,"0"-1"0,4-4-408,-1 3 1,1-2 149,-4 6 1,4-1-159,-1 4 1,6 1-55,-2 3 0,-1-1-157,2 4 0,-2-3-133,1 3 0,2-1-152,-6 2 1,2 0 150,-1-4 0,-3 0-33,3-4-26,-3 0-122,-1 0 119,0-5 39,0-1 0,0-7-39,0-1 1,0-3-121,0-5 1,0 0 24,0 0 0,1-4 96,3 0 0,1-3 15,2 3 0,3-3 62,-3 3 0,3 0-9,1 4 1,0-2 15,0 2 0,-1-3 161,-3 7 0,3 1-96,-2-2 0,1 6 87,2-2 0,-3 3-110,-1 1 1,0 5 12,4 2 1,0 3-133,0 1 1,-3 0 66,-1 0 1,-1 2-127,2 1 1,1-2-137,-1 3 1,-2-3-164,1-1 1,-3 0-10,3 0 1,-3 1-218,3-1 1,-3-4-96,3 0 756,1-4 0,3 2 0,10-25 0,2-5 0</inkml:trace>
  <inkml:trace contextRef="#ctx0" brushRef="#br0" timeOffset="2353">2580 187 7812,'-4'-19'1049,"1"1"1,-5 5-125,5-2-136,-1 3-342,4 5-223,0 3 0,1 5-24,3 2 0,-2 7-81,6 5 1,-2 6-153,1 1 1,3 1 7,-3 6 1,-2 1-189,-1 3 0,1-2 88,-2 2 0,2-4-145,-1 4 0,-3 0-171,3-3 1,-3 1-396,-1 3 0,1-4-201,3-4 1,-3-2-93,3-9 1129,2-5 0,0-5 0,20-54 0,3-12 0</inkml:trace>
  <inkml:trace contextRef="#ctx0" brushRef="#br0" timeOffset="2501">2514 286 7805,'-11'-6'349,"0"-3"1,1 4 2542,3-1-2436,2 4 0,10-3-237,2 5 0,8 0-562,3 0 1,4 0-263,4 0 1,2 0-661,5 0 0,-4 0 1265,1 0 0,9-5 0,6-1 0</inkml:trace>
  <inkml:trace contextRef="#ctx0" brushRef="#br0" timeOffset="3310">2988 341 7805,'-8'-7'146,"2"-1"1,0 1 0,0 0 710,-2-1 0,1 6-481,0-2 1,-2 3-186,-5 1 0,2 0-66,-3 0 1,1 5-142,0 2 0,1 7 14,-1 0 1,3 6-159,3-2 1,0 3 48,4 1 0,0 0-188,4 0 0,0 0-248,0 0 0,5 0 205,3 1 1,1-6 22,2-3 0,4-6 168,0-5 1,1-1 28,-1-2 1,-3 0 9,2 0 0,2-6 107,-1-6 0,0 1-144,-4-3 0,-1-3 38,-3-2 1,2-2 233,-6-1 1,2 0 182,-1 0 0,-3 0 717,3 0 0,-3 1-493,-1 3 0,0-2 310,0 6-593,-5-1 0,4 8 93,-3-1-272,-2 6 0,5-2-208,-3 8 0,3 2 103,1 5 1,0 1-95,0 3 1,0 1-197,0 2 0,1 3 88,3-3 1,-2 3-40,6 1 0,-1-3-6,4-1 0,0-3-77,0 3 0,0-4 122,0 0 0,0-5 56,0-2 0,4-4 60,-1 0 1,1-1 289,-4-2 1,0-5-54,0-3 1,0-3-38,0-3 1,0 0-63,0-4 1,-1-1 49,-3-3 0,2 0 227,-5 0 1,3-1-45,-3-3 1,-1 3 90,-3-3 0,0-2 210,0-1 0,0-2-69,0 2 1,0-2 97,0 5 0,-3-1-143,-1 2 0,-3 3 357,3 0-302,-5 4-257,8 7 0,-5 5-178,2 3 0,3 6-120,-2 5 0,1 6 215,2 5 1,0 3-7,0 3 0,5 4-134,3 4 0,1 1-3,2 3 1,2-3-92,1 3 1,0 1-23,4-2 1,1 1-147,3-4 1,0-1-468,0-2 0,-1-4-860,-3-3 0,2-6-1461,-6-3 3040,1-6 0,6-28 0,2-10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45.1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154 56 7820,'-1'-12'885,"-3"1"-560,3 0 0,-4 4 1003,5 0-962,0 4-161,0-2 0,0 7-39,0 1 1,4 8-32,0 8 1,3 8 14,-3 6 1,3 3-92,-3 5 0,3 5-183,-3-1 0,-1 6 165,-3 0 1,-1 6-428,-2-2 1,-4-2-633,-4-9 1,4-6 490,0-5 1,3-6-700,-3-9 400,4-7 826,-2-6 0,5-15 0,10-41 0,2-20 0</inkml:trace>
  <inkml:trace contextRef="#ctx0" brushRef="#br0" timeOffset="700">33 309 7820,'-7'0'470,"-1"0"197,1-5-295,1 4-134,1-4-87,5 5-71,0-5 1,6 4 5,5-3 0,1-2 3,7-1 0,-1-3-47,4-1 1,4 0-147,0 0 1,4 0-242,0 0 0,5-4 74,2 0 0,0 1-51,-4 3 1,-5 5 114,-2 2 1,-4-1 91,-4 1 1,-3 2 9,-8 6 1,2 7 77,-6 7 0,0 3 263,-7 1 1,-2 1-72,-5 3 0,0 2 43,0 5 1,0-2-124,0 2 1,0-6-51,0 6 0,4-7-12,-1-1 1,6-1-128,-2-2 0,3-2 98,1-1 1,5-7-101,2-5 1,3-4 207,1 1 1,0-8-89,0-4 1,5-3-168,2-3 0,3 0-82,1-4 0,0 0-192,0-5 0,0 1 117,0 0 1,2 4 53,1 0 1,-5 4 302,2-1-179,-7 3 219,1 6-118,-10 1 0,-3 10 199,-6 2 1,0 3 248,-4 1 1,4 2 42,0 1 1,-2-2-128,1 3 0,1-3 2,3-1 1,0 0-173,0 0 0,0 1-118,0-1 0,3 0-41,1 0 1,4-4 65,0 0 0,5-4-175,2 0 1,5-1-101,-2-2 1,3-5-106,1-3 0,0-3 95,0-3 0,4-3-52,-1-6 0,1 5 185,-4 0 0,-1-1 21,-3-3 0,2 0 28,-5 0 0,-2 5 150,-6 2 1,0 3 66,-4 1-97,-2 0 0,-1 1 340,-7 3 0,0 2-119,-4 5 0,2 5-11,-6 2 1,2 3-7,-2 1 0,2 4 161,-6-1 0,6 5-138,-2-4 0,3 4-45,1 0 0,0-2 120,0 1 0,4-1-234,-1 2 1,6 0-106,-2-4 0,4 3-53,4-3 0,7 0-351,7-4 0,1-5-210,3-3 1,-2-1-730,10-2 0,-6-3 1293,2-4 0,27-40 0,6-18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50.9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199 166 7760,'7'0'684,"-3"0"1,-4-1-320,0-3-321,0 3 0,-4-4 114,-4 5 0,-3 0-266,-4 0 0,2 0 20,-5 0 0,3 1 10,-3 3 1,4-2 94,-1 5 1,-1-3-116,2 3 0,-1 0 58,4 0 0,4 3 16,-1-3 0,6-1-57,-2 2 0,3-5 85,1 5 0,1-5 106,3 5 1,2-5-117,5 5 0,5-6-40,2 2 1,3-2 5,1 2 1,0-2-100,0 6 1,2-5 99,1 5 1,-1-2-11,1 1 1,2 3-90,-1-3 1,0 3 80,-4 1 0,-1 0 61,-3 0 1,-3 1 21,-8 3 1,-2-3 164,-5 3 0,-3-4-68,-4-4 1,-5 3 112,-10-2 1,-5 0-245,-3 0 1,2 0-216,-1-4 0,-1 3-144,-3-3 0,5-1 208,2-3 0,4 0 159,4 0 0,22-9 0,9-4 0</inkml:trace>
  <inkml:trace contextRef="#ctx0" brushRef="#br0" timeOffset="258">332 55 7770,'0'-11'1463,"0"0"-470,0 0-191,0 0-160,0 5-177,5 1 0,1 15-139,5 5 0,1 6-53,3 4 1,1 4-150,2 4 1,3 3-108,-3 1 1,3 5-917,1-2 0,-1-1 284,-3 2 0,2-7-129,-5-1 0,0-1 77,0-6 1,-3-5-1119,3-7 1785,-3-6 0,4-28 0,1-11 0</inkml:trace>
  <inkml:trace contextRef="#ctx0" brushRef="#br0" timeOffset="1099">420 254 7943,'-6'-5'1381,"1"4"-1201,5-4 0,1 5 23,3 0 1,7 4 0,7-1 0,3 6-90,1-2 0,1 3-109,3 1 1,1-4-252,2 1 1,3-1 211,-2 4 0,0-5 89,0-2 1,0 1-153,-4-2 0,0 1 100,-4-4 0,-1 0-202,-3 0 1,-2-5-716,-5-2 786,0-3 0,-1-1 263,-3 0 1,-2 0 72,-5 0 0,0 0-22,0 0 1,-1 0-15,-3 0 1,-2 4-175,-5-1 0,0 6 4,0-2 0,0 3 40,0 1 0,-3 5-18,3 2 1,-2 3 18,6 1 1,2 4-17,1-1 1,-1 6-177,1-2 1,2 3 40,6 1 0,-1-3-305,8-1 0,-1-1 28,8 1 1,1 2-106,3-5 1,4-4 105,-1-4 0,6-4 384,-2 0 0,2-3 0,-2-3 0,-2-4 0,-5-4 0,0-3 0,0-1 0,-4-5 0,-4 2 0,-3 1-67,-3-2 0,0 2 98,-4-1 0,0-2 999,-4 6 1,0-2-298,0 1 1,0 3-64,0-3 1,0 7 284,0 0-73,0 6-741,0-3 1,0 6-194,0 3 1,0 2 118,0 5 0,5 5-253,2 2 0,1 3-108,0 1 1,2 1 70,-3 3 0,2-1-180,-2 4 0,1-3 176,-4 3 0,5-1-36,-2 2 1,-1 0-1,2-4 1,-6 0-77,2-4 1,1-4-198,-2 1 121,1-6 285,1 3-110,-4-10 0,4-2-183,-5-8 1,0-2 237,0-5 0,0-4 185,0 0 0,-1-3 0,-3 3 0,2-3 0,-6 3 0,5-4 0,-5 0 0,1-1 0,-4-3 0,3 3 0,1 1 0,0-5 131,-4 2 1,3-3 286,1 3 1,0-4 30,-4 1 0,3-2 284,1 1 1,5 3-213,-2-3 1,3 6-106,1 2 0,1 5-159,3-2 1,-1 3-116,8 1 0,-2 5-97,5 2 1,4 3 116,0 1 1,3 0-82,1 0 1,4 6 25,-1 5 0,5 1-225,-5 6 0,-4-3-36,-6 3 1,-4 1 13,-4 3 1,-2 0-122,-5 0 1,-6-4 91,-5 1 1,-5-2-103,-6 1 0,-5-2-223,-2-5 0,-7-1-478,0-3 1,-2-1 971,1-2 0,-2-22 0,-6-2 0</inkml:trace>
  <inkml:trace contextRef="#ctx0" brushRef="#br0" timeOffset="1358">1765 485 7781,'0'-7'2670,"0"0"-4332,0 4 1440,0-2 222,0 5 0,5 10 0,1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55.7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23 7784,'-8'-4'0,"1"0"1019,5 1 1,-5-1 109,4 0-814,2 0 0,1 4-214,7 0 1,8 0-149,3 0 0,8 0-230,3 0 0,8 0-363,3 0 0,3 0 640,1 0 0,30 5 0,7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0:59.1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321 56 8167,'0'-6'1264,"0"2"-998,0 8 1,-4 2-26,0 5 1,1 5-99,3 2 1,0 3 24,0 1 0,0 5-16,0 2 1,3 2-101,1-2 0,0 3-255,-4-2 0,1 1-52,3 2 1,-3-4-188,2-4 1,-1-3-251,-2-3-477,5 2 760,-4-9 0,5-1 409,-2-7 0,7-42 0,6-11 0</inkml:trace>
  <inkml:trace contextRef="#ctx0" brushRef="#br0" timeOffset="294">751 34 7756,'0'-8'-129,"-2"2"175,-1 1 1,-3-2 175,-5 3 1,0 1-78,-1 3 1,-5 0 141,-5 0 1,-6 1-167,-9 3 1,-4-2 3,-11 5 1,0-3-1,-11 3 1,2-1-52,-2 2 0,5-2 12,6-2 0,6-3-229,9 3 0,6 2-363,13 1 0,3 3-419,8 1 925,2 0 0,49-10 0,11-2 0</inkml:trace>
  <inkml:trace contextRef="#ctx0" brushRef="#br0" timeOffset="923">607 100 7791,'0'-11'610,"0"0"386,0 5-511,0-4-244,0 9 345,0-4-353,0 15 1,1-3-1,3 8 1,-1 2-71,4 1 1,-3 3-1,3 1 1,-1 4 27,1-1 1,2 6 17,-5-2 1,3 1-108,-3 3 1,3-6-239,-3 6 1,-1-7-598,-3-1 1,0-1 311,0-2 1,0-5-104,0-2 254,0-8-164,0-2 223,0-5 1,0-5 151,0-2 0,0 0 135,0 0 1,0 3 62,0-3 1,0 3 135,0-3-13,0 0-196,0-4 1,0 0 11,0 0 1,0 0-43,0 0 0,0 0-2,0 0 0,0 0-28,0-1 1,2 1-23,1 0 1,0 0-40,4 0 1,-1 0 106,2 0 0,1 0 96,-1 0 0,2 5-104,1 2 0,0 3 7,0 1 0,1 0-64,3 0 0,-3 5 7,3 3 1,-3 5-18,-1 2 1,-1 4-137,-3 0 1,3-2-358,-3 1 1,-1-1 217,2 2 0,-5-2-552,5-2 0,-5-4-57,5 0 907,-6 0 0,3-20 0,-5 2 0</inkml:trace>
  <inkml:trace contextRef="#ctx0" brushRef="#br0" timeOffset="1300">1015 420 7609,'5'-7'1527,"-4"-2"-786,9 7-384,-4-2-213,5-1 1,0 3-24,0-1 0,0 1-193,0 2 0,2-1 38,1-2 0,-1 1-194,1-1 0,2-2 1,-1 1 0,0-3-82,-4 3 1,3-4-192,1 0 0,-2 2-179,-5-1 323,2-1 1,-5-3 92,2 0 1,-2 4 97,-5 0 0,-1 0 273,-3 0 0,-2-1 40,-5 4 0,-4 0 202,0 4 0,-3 0-132,3 0 1,-1 0 18,2 0 0,0 5 61,-4 2 0,3 3 161,-3 1 1,4 0-43,0 0 1,1 4 48,2 0 1,4 4-166,0 0 1,4 2-108,-1 1 1,4-4-248,4 0 0,3-1 115,8 2 0,4-2-243,6-2 1,0-7-356,4 3 1,1-7-628,3 0 0,1-7 1163,3-1 0,12-33 0,7-6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12.8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5733 580 9834,'4'12'1247,"-1"3"0,2-2-1285,-1 5 0,1 2-661,2 6 1,-1-3 254,-2 3 0,-3-3-964,3-1 1408,2-5 0,0-1 0,5-5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13.5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77 374 7738,'-6'-11'0,"0"3"446,2 1 0,3 3 442,-2-3-137,1 4-351,2-1-188,0 4 0,5 1 87,3 2 1,3 9 117,3 6 0,2 4-206,3 4 1,1 3-132,-1 8 0,0-2-347,0 6 0,0-5-95,-4 5 1,3-1-375,-3 4 1,-1-4 383,-7-4 1,2-7-189,-6-7 0,2-5-152,-1-6 692,-3-5 0,4-16 0,-5-8 0</inkml:trace>
  <inkml:trace contextRef="#ctx0" brushRef="#br0" timeOffset="683">0 594 7768,'0'-11'31,"0"4"77,0-1 0,0 5 546,0-5-394,0 1 0,5-4 98,2 0 1,3 4-104,1-1 0,2 1-46,1-4 1,2 0-194,3 0 1,1 0-16,-1 0 0,2 0-79,1 0 0,0 0 59,0 0 0,-1 5-145,-3 2 1,1 3 128,-4 1 1,0 5-71,-4 2 0,0 8 31,0 3 1,1 8-59,3 3 1,-3 3-7,3 1 0,1 0 46,-2 0 1,6 4-66,-2 0 0,2-2 35,-2-5 0,0-3-138,-4-5 0,-1-2 184,1-1 1,-5-8-95,-2-7 101,0-3 1,5-2 12,-1-3 1,-2-2 3,-1-5 1,1-2-14,-1-1 1,2 0 20,1-4 0,-4 0 8,0-4 1,-1 3-3,2 1 1,2 3-42,-3-3-18,-2 4 23,5-2 25,-4 10 263,5 1 1,-4 10 53,1 3 0,-2 1 37,1 2 0,3 2-130,-3 1 1,3-1-31,1 1 0,0-2-32,0 0 1,0-1 32,0 0 0,0 0-74,0 0 1,4-2-26,0-1 1,3-3-74,-3-5 0,4 0 6,0 0 1,1 0-186,2 0 0,-3-4 102,-1 0 1,1-6-103,3-1 0,-5 0 103,-3-3 1,2-2-66,-1 1 0,-1-1 108,-7 2 0,1 0 0,-4-4 0,0 4 42,-4-1 0,-5 7-19,-2 1 0,-3 3 91,-1-3 0,0 4 76,0-1 0,-4 8 237,0 3 0,1 3-39,3 1 0,1 2 148,2 1 0,2 2-56,3 3 0,1 0 88,-1-4 0,3 3-89,3-3 0,4 4-181,4 0 1,4-3-215,4-2 0,7-1-273,3-2 0,7-1-531,0-3 1,1-2 44,-4-5 0,-1 0-1717,-3 0 2451,-2 0 0,-14-20 0,-4-4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22.7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11 177 7843,'-1'-8'151,"-3"1"1,3 3 742,-3-3-558,3 5 212,1-3-147,0 15 1,1 1-92,3 7 1,3 6-12,8-2 0,1 8-142,2-1 0,4 3-108,0 1 0,1 4 47,2 0 1,-1 3-220,-2-3 1,-4-2-450,0-5 1,-9-5-33,-2-6 80,1 2 105,-7-14 247,-1 3 1,-3-11 27,-4-3 0,5-2 1,-2-5 0,-1 0 39,1 0 0,1-4 121,3 0 0,0-4 263,0 0 0,0-1-78,0-2 1,0 3 29,0 1 1,0 3 10,0-3 0,0 4 121,0 0 1,3 1-175,1 2 1,5 5-54,-2 2 0,3 3-25,1 1 0,0 3-33,0 4 1,4 3-243,-1 12 1,6-3-201,-2 7 0,-2 1-245,-1-1 0,1 3 224,-2-3 1,1 0-186,-4-4 0,1-4 87,3 0 0,-3-8 482,3 1 0,17-27 0,3-3 0</inkml:trace>
  <inkml:trace contextRef="#ctx0" brushRef="#br0" timeOffset="267">761 463 7843,'0'-17'0,"0"-2"397,0 4 0,0 0 8,0 4 1,-5 1-21,-2 3 1,-4 2-213,-4 5 1,1 0-103,-4 0 0,3 5 113,-3 2 1,1 7 17,-2 1 0,3 3-98,5-3 0,2 4-142,1 0 0,3 2-160,5 1 1,0-2 15,0-1 0,5 0-115,3-4 1,3 0 166,3-4 1,2-1 102,3-3 0,2-2 10,-3-5 0,3 0 87,1 0 0,-4-6-130,1-5 1,-5-2 43,5-5 0,-6 3-614,2-3 1,-4 0 38,-4-4 0,-2 1-122,-5 2 1,0 0 712,0 4 0,-20-9 0,-4 0 0</inkml:trace>
  <inkml:trace contextRef="#ctx0" brushRef="#br0" timeOffset="670">805 397 7737,'6'-5'666,"4"4"1,-8-4 429,6 5-727,-1 0 1,4 5-162,0 3 1,4 3-61,-1 3 1,5 0-160,-4 4 0,3-1-29,-3 2 0,1 1-251,-2-1 1,-3-3-24,0-2 226,0 4 1,-6-6-187,3 3 67,-4-8 104,-4-2 3,0-5 1,0-5-71,0-2 0,0-1 137,0-3 0,0 3 3,0-7 0,0 3 77,0 1 1,0-4 108,0 0 1,4-3 50,0 3 1,3-3 19,-3 3 1,3 0 196,-3 4 0,4-3-147,0-1 0,-2 4 318,1 4-406,1 4 1,3-2 8,0 5 0,-4 1-69,0 3 1,1 3-151,3 8 1,-1-1 28,-3 4 1,3 0-154,-3 4 0,3-1-164,1-2 0,0 1-290,0-1 1,0-3-575,0-2 0,0-1 458,0-2 1,-2-1 714,2-3 0,7-17 0,10-8 0</inkml:trace>
  <inkml:trace contextRef="#ctx0" brushRef="#br0" timeOffset="817">1025 78 7866,'-17'-22'0,"-1"1"0,7 2 0,-3 8-586,13 6 586,-4 5 0,20 25 0,3 6 0</inkml:trace>
  <inkml:trace contextRef="#ctx0" brushRef="#br0" timeOffset="1254">1367 320 7824,'0'-7'759,"0"-1"-344,0 6 1,0-4-342,0 2 0,5 3 105,2-3 1,4 3 127,4 1 1,-1 0-181,4 0 0,0 1 9,4 3 0,0-2 63,1 6 1,-5-5-13,0 5 1,-4-2 2,0 1 1,-5 3-141,-2-3 0,-4 3-763,0 1 0,-3 0 301,-3 0 1,0 4 74,-4 0 1,3 3 196,-3-3 1,3 4 132,-3 0 0,5-2-54,-2 1 1,3-1 35,1 2 0,0 0-51,0-4 1,5 0-147,2-4 0,3-4-173,1 0 1,3-4 2,1 1 0,5-3-7,-2-1 0,-1 0 399,2 0 0,-1-5 0,38-16 0,9-8 0</inkml:trace>
  <inkml:trace contextRef="#ctx0" brushRef="#br0" timeOffset="1477">2018 419 7873,'-11'-20'222,"0"1"50,0 3 0,0 6-7,-1 3 0,-2 2-80,-1 5 1,-1 0-1,1 0 1,3 5 18,-2 2 0,-2 7-99,1 1 0,4 1-19,4-2 0,0 2-179,0 3 1,2 1 10,5-1 0,0-2-287,0 1 1,0-4 106,0 0 1,5-1 59,2-2 0,3-5 120,1-3 0,0-1-139,0-2 0,4-2-128,0-1 0,1 0-13,-2-4 0,0 0 362,4-4 0,15-15 0,8-3 0</inkml:trace>
  <inkml:trace contextRef="#ctx0" brushRef="#br0" timeOffset="1887">2095 331 8432,'0'-6'1835,"0"1"-1588,0 15 0,1-3-73,3 8 1,1 2-1,2 1 0,3 3-116,-3 1 1,2 0-181,-2 0 1,3 1-451,-3-1 0,2-4 238,-2 0 1,2-1 78,-6 2 1,2-3-160,-1-5-42,-3-5 196,4-1 137,-5-5 0,0-5-26,0-2 0,0-3 21,0-1 1,0 0 193,0 0 1,0-4 47,0 0 0,4-1 142,-1 2 1,5 0-97,-5-4 1,6 1 71,-2-2 0,-1-2 59,2 3 1,-2 1 302,1-1 1,3 4-243,-3-1 0,0 4 66,0 4 1,-3 2-333,3 5 0,-3 0-130,3 0 1,0 10-65,4 5 0,-1 4 38,-3 3 1,2 2-145,-5 1 0,3 0-197,-3 4 1,3-4-390,-3 0 0,-1-3 170,-3-3 1,4 0-104,0-4 1,3 0 732,-3-4 0,19-20 0,2-4 0</inkml:trace>
  <inkml:trace contextRef="#ctx0" brushRef="#br0" timeOffset="2120">2470 188 7873,'0'-17'0,"0"1"0,0 5 0,0 0 1053,0 0 1,4 6-447,4 5 0,2 10-237,1 8 0,0 8-232,0 3 0,3 3-154,1 1 1,0 5 37,-4 2 0,-4 2-172,1-2 0,-5 2-255,5-5 1,-6-2-644,2-5 0,-3 0-89,-1-4 0,0-5 322,0-6 815,0-3 0,10-30 0,2-8 0</inkml:trace>
  <inkml:trace contextRef="#ctx0" brushRef="#br0" timeOffset="2886">2470 320 7873,'-7'-11'1499,"-2"0"-1347,7 0 1,4 5-209,9 2 0,6 7-105,9 0 1,-2 6-71,5-2 1,-3 3-305,4 1 0,-1 4 261,4 0 1,-1-1 138,-3-3 1,-2 0-112,-5 0 1,-1-3 245,-3-1 0,-2-1 0,-5 1 0,-4 0-213,-4-4-13,-2-2 294,-1 4 1,-1-5 279,-2 0 1,0 0-143,-4 0 1,-1 0-90,-3 0 87,0 5 1,0 1 108,0 5 1,2-2-253,1 2 1,0-2-20,4 5 0,0 0-158,4 0 0,0-1 36,0 1 0,0-1-146,0-2 0,0 0 164,0 0 0,4-4 30,0 0 1,4-4 3,0 1 0,1 0-13,2 0-43,0 0 0,0-9 47,0-2 0,0-1 111,0-3 1,-3 3 29,-1-7 1,-1 3 203,2 1 1,-2-4-38,-3 0 0,-1-4 210,1 0 1,-1-2-29,-2-1 0,0 2 146,0 1 0,0 0-167,0 4 1,0 0 323,0 4-546,0 0-132,0 0 0,-2 6-143,-1 5 1,1 6 41,-1 9 1,2 2-106,1 5 0,0 0-65,0 0 0,1 4-225,2 0 0,0-2 70,4-5 1,-1 1 51,2-1 0,2-2 135,-3 1 1,3-8 14,1 1 0,0-3-198,0-1 161,0-2 1,0-5 3,0 0 0,0-5-41,0-2 1,0-3 9,0-1 0,-4-4 226,1 0 0,-1-1 0,4 2 1,0-3 166,0-5 0,-4-1-133,1 1 0,-5-5 126,5-2 0,-6-4 90,2-4 1,-3 2 339,-1-6 0,0 1-86,0-4 0,-1 5 284,-3 2 1,2 9-151,-6 6 0,1 4-351,-4 7 1,4 5-274,-1 3 0,6 6 244,-2 5 0,3 6 0,1 5 0,0 8-95,0 6 1,1 1-57,3 6 1,6 5-93,4 2 0,2 1-329,-1-4 1,-3-1-1017,3-2 0,-3 0 2,-1-4 1,-1-5-383,-3-7 1,2-6 1693,-5-4 0,4-28 0,-2-6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21.5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89 7823,'0'-11'0,"2"0"228,1 0 1,-2 0 377,3 0 0,-3 3 350,-1 1 14,5 0-656,-4 1 0,9 1 19,-2 5 1,-2 5-127,1 2 0,2 5 12,5 7 1,0 0-243,4 11 0,1-1-47,3 4 1,-2 4-21,-1-1 1,2 2-253,-3-1 0,-2-2-507,-1 1 0,-4-6 243,-4-5 1,2-1-1260,-6-2 1320,1-5 0,-5-6-208,-3-7 753,-2-3 0,-25-26 0,-4-5 0</inkml:trace>
  <inkml:trace contextRef="#ctx0" brushRef="#br0" timeOffset="621">0 199 7823,'2'-11'-239,"1"0"0,0 0 361,4 0 1,-2 0 312,6 0 0,-2 4-168,5-1 1,3 1-30,2-4 1,-1 0-84,4 0 1,-3 1-34,3 3 0,0-2 5,-4 5 0,-1 1-21,2 3 0,-7 1-16,-1 3 0,-1 2 7,-7 5 0,5 8-144,-5 3 1,5 4 109,-5 0 0,5 2 24,-5 5 0,6 3-335,-2-3 1,3 2 24,1-5 1,4 0 37,0 0 0,3-1 91,-3-7 0,3-2-77,-3-9 0,1-1 58,-2-3 1,-1-2-19,1-5 1,-2-5 16,0-2 1,-5-4-108,0-4 1,1-1 254,3-2 0,-2-3-135,-1 2 1,0-3 136,-4-3 0,5 1-38,-2-1 0,-1 5-28,1 2 1,-1 4 10,2-1 0,2 4 18,-3 4 0,-1 2 29,1 5 0,-3 3 118,3 4 1,-3 0 30,4 8 0,-5 2-98,5 2 0,-5 1-38,5 2 0,-2-1 9,1-2 1,2 0-2,-6-4 0,6 0 5,-2-4 1,3 0-14,1 0 0,0-5-56,0-3 0,1-1-105,3-2 0,-3 0-225,3 0 1,1-5 57,-1-3 0,1-3-71,-2-3 0,-2 1 227,3-1 1,-6-3 147,-2-2 0,-3 2-120,3-1 0,-4 4 128,0 0 0,-2 1 35,-1 2 1,-4 0 306,-4 0 0,-2 5-26,-1 2 1,0 3 255,0 1 1,0 5 82,0 2 1,0 3-225,0 1 0,5 4-99,2 0 0,3 4-205,1 0 1,0-2-117,0 1 1,9-3 52,2 3 0,7-3-114,1 3 1,3-4-1178,3 0 1,2-6 164,3-5 1037,2-1 0,30-22 0,14-4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18.9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45 7857,'-8'-8'-119,"2"1"0,0 0 0,1-1 1408,0 1-489,2 5-287,3-3-172,0 5 0,0 5-68,0 2 1,0 3 115,0 1 0,5 6-55,2 5 1,3 1-43,1 7 0,0-1-148,0 4 0,3 0-75,1 0 0,5 4-215,-2 0 0,2 3-407,-2-3 0,2 0 227,-6-4 0,5-2-758,-4-1 1,-1-8-1155,-3-7 2238,0-8 0,5-27 0,1-10 0</inkml:trace>
  <inkml:trace contextRef="#ctx0" brushRef="#br0" timeOffset="402">574 287 7857,'0'-17'90,"0"0"55,0 2 1,-1 4 2,-3 0 0,2 1 223,-6 7 0,1-1-196,-4 4 0,-4 0-63,0 0 0,1 5-23,3 2 1,0 7-107,0 0 1,1 6-82,3-2 1,2 0-70,5 0 1,0 0-103,0 4 1,1 0 94,3 0 0,2-1-168,5-2 1,0-3 115,0-5 0,0 0 106,0 0 1,3-5-13,1-3 1,-4-1 121,-3-2 1,-1-5 76,4-3 0,-5-5 41,-2-2 0,1-4 157,-2 0 1,1 2-22,-4-1 0,-4 1 112,1-2 0,-2 0-150,1 4 0,3 0 288,-3 4-236,3 0-126,1 5 1,1 1 67,3 5 1,2 3-93,5 4 0,1 2-240,3 9 0,-3 0-215,3 4 1,1 0-378,-1 0 1,0 1 359,0-1 0,-1-2-75,4-1 1,-5-3 11,2-5 427,2-5 0,15-16 0,9-8 0</inkml:trace>
  <inkml:trace contextRef="#ctx0" brushRef="#br0" timeOffset="709">883 287 7857,'-4'-11'973,"0"0"-822,1 0 1,3 4-42,0-1 66,0 6 0,0-2-74,0 8 1,4 2 136,4 5 0,0 0-49,0 0 1,2 1-281,-3 3 0,3-1 34,1 4 0,0-3-41,0 3 1,0-3-21,0 3 0,0-4 21,0 0 0,-1-1 154,-3-2 0,3-2 414,-3-1-2,-2 2 77,0-9 0,-5 1-227,0-9 1,-1 0-28,-3-8 1,-2-2-10,-5-2 0,1 2-182,3-1 0,-2-1-184,6-3 1,-5 0-243,5 0 0,0 4-626,7 0 0,3 4 125,8-1 0,3 7-1674,8 0 2499,-3 6 0,24 12 0,-1 8 0</inkml:trace>
  <inkml:trace contextRef="#ctx0" brushRef="#br0" timeOffset="1201">1478 342 7857,'0'-11'308,"0"0"0,-1 0 310,-3 0-291,3 0 0,-8 0 20,6 0 0,-6 1 182,2 3 1,-3-2-307,-1 6 0,-1-5-147,-3 5 0,-1-1 11,-2 4 1,-3 0-187,2 0 0,3 1-237,2 3 1,0 2 166,0 5 0,5 0-88,-2 0 0,7 4-9,1 0 0,1 1-64,2-2 0,2-2 44,1 3 1,5-3-47,6-1 1,0-1 209,4-2 0,-3 0 90,3-4 0,-3 0 188,3-4 1,-3 0 67,3 0 1,-4-5 69,1-3 1,-3 2-138,-1-1 0,-1-1 55,-3-3 0,2 0-103,-6 0 1,2 2 136,-1 1 0,-2 0-94,6 4 1,-5-1-164,5 1 0,-5 3 146,5-3 0,-5 4-21,5 4 0,-1 2-124,4 5 0,0 4 41,0 0 0,0 4-9,0 0 0,-1 3-42,-3 3 0,2-1-145,-5 1 1,-1-1 94,-3-2 1,-2-1 13,-6-3 1,0-2-36,-10-5 0,-1-1 3,-3-3 1,-4-2-560,1-5 1,-1 0-52,4 0 0,3-5-829,1-2 1527,10-3 0,8-35 0,12-9 0</inkml:trace>
  <inkml:trace contextRef="#ctx0" brushRef="#br0" timeOffset="1832">1731 364 7857,'8'-6'167,"-1"3"261,2 1 1,-3 2-130,1 0 0,1 0-49,3 0 1,0 0-115,0 0 1,0 0-106,0 0 0,0 0 35,0 0-178,0-5 0,0 3-13,0-5 0,-5 3-81,-2-3 81,2-1 0,-5-3 39,3 0 1,-8 0 25,-3 0 1,-7 4 114,-1 0 1,0 3 152,0-4 1,3 6-76,-3-2 0,-1 3-107,1 1 0,1 5 138,3 2 0,3 3-113,1 1 0,4 1-166,0 3 0,1 2 22,2 5 1,0-1-275,0-2 0,7 1 33,4-1 1,1-3-143,6-2 1,-3-1 185,3-2 0,1-5-37,3-3 0,0-1 135,0-2 1,0-2 279,0-1 0,0-3 92,0-5 0,-4-4-52,1 0 0,-6-1 111,2 2 0,-3 1-43,-1-1 1,0-2 107,0 1 0,-3 0-101,-1 4 0,-3 0-7,3 0 0,-5 0 3,2 0 1,-1 1 522,0 3-361,-2 2 0,4 4-87,-5-3-134,0 3 1,0 5-187,0 7 1,0 2 51,0-2 1,0 1-182,0 3 0,0-3 66,0 3 0,4 1-81,0-1 0,1-1-130,-2-3 1,0 4 47,4 0 1,-3 0 66,3-4 0,-4-4 260,0 0 190,3 1 1,-3-2 281,4-3-30,-4-1 0,2-7-63,-5-3 0,1-1 2,2-2 0,-1-2 184,1-1 0,3-2-237,2-3 0,3-1-171,4 1 1,-2 2 25,5-1 1,1 0-27,3 0 1,0 2-704,0 5 0,0 4-2076,0-1 2567,0 6 0,-5 2 0,-1 6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26.6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276 34 7790,'-5'-8'0,"-2"1"0,-3 3 108,-1-3 0,0 5-20,0-2 0,-5 3 16,-3 1 1,-1 0-72,-2 0 0,3 3-12,1 1 1,1 5 22,-2-2 0,0 2-20,4-2 1,2 3-49,5-3 1,0-1 144,4 2-199,0-1 1,4 4 72,0 0 0,0 0-15,0 0 0,6 0 15,5 0 0,5 1-4,6 3 0,2-2 7,1 6 1,7-4-7,5 3 1,1-5-84,-1 2 1,-3 1-47,3-1 0,-4 3 145,-4-3 1,-3 0 70,-8-4 1,-7 0 189,-7 0 1,-4 0-133,-4 0 1,-8-2-20,-10-1 1,-1 2-165,-7-3 1,2-2-226,-1-1 0,2-3-576,5-1 0,1 0 847,3 0 0,31-20 0,13-4 0</inkml:trace>
  <inkml:trace contextRef="#ctx0" brushRef="#br0" timeOffset="208">474 23 7792,'0'-11'1449,"0"5"0,2 1-1138,1 5 1,3 1-154,5 3 1,2 8-13,1 10 0,3 5-72,5 6 1,1 5-181,-1 2 1,0 0-204,0 0 1,-1-1-441,-3 2 1,3-3 157,-3-5 0,-2-9 591,-1-2 0,-3-22 0,-1-2 0</inkml:trace>
  <inkml:trace contextRef="#ctx0" brushRef="#br0" timeOffset="1033">551 188 7792,'0'-6'433,"0"-4"-281,0 3 0,2 2 108,1 1 1,1 3-165,7 1 1,-1 0 74,8 0 1,4 5 96,4 2 1,5 3-211,-2 1 1,7 0-166,0 0 1,0 0 0,-7 0 0,2-1-180,-5-3 0,-2 0 100,-6-4 1,2-2-80,-5 3 1,-1-4 29,-3-4 1,-1 2 15,-2-5 134,-3-1 0,-5-3-63,0 0 0,0 0 308,0 0 0,-5 0 70,-3 0 1,-2 5 59,-1 2 0,-3-1-77,-1 2 0,0-1 36,4 4 0,2 5-223,1 2 1,0 3-12,4 1 1,0 1-33,4 3 1,0-1-44,0 4 0,0-3-234,0 3 1,5-3 6,2 3 1,7-3-145,1 3 1,5-6 57,3-1 1,-1-1 31,3-6 1,3 0 340,2-4 0,-3-5 0,-1-3 0,-3-5 114,-1-2 1,-1-4 2,-3 0 0,-2 2 16,-5-1 0,0 3 94,0-3 0,-4 3 202,1-3 1,-6 4-55,2-1 1,-2 3 56,2 1 1,-3 4-57,3-1 0,-2 6-118,2-2 0,-3 4-32,3 4 1,1 0-4,-1 7 0,4-2-74,-1 10 0,0-1-38,0 4 0,-1 4-177,1 0 1,3 4 69,-2 0 1,1-2-111,2 1 1,2 1 24,1 3 1,-1-1-103,1-3 1,2-2 147,-1-5 0,0 0 20,-4 0 0,0-5-526,0-2 158,0-3 288,-5-6-94,-1-1 0,-5-10-239,0-2 0,-2-8-87,-1-3 1,-3 1-212,-5-2 0,0 1 419,0-4 0,-2 0 307,-1 0 0,1 3 0,-1 1 0,0 0 0,0-4 0,1-4 0,-1 0 0,1 1 11,2 2 1,-3 1 51,-1 0 1,1 0 739,7 0 1,-1 5-190,4 2 0,0 3 7,4 1 0,0 4-340,0-1 0,3 6-268,4-2 0,2 3 126,9 1 0,4 0-96,4 0 0,4 0 49,0 0 1,2 4-183,1-1 1,0 6-44,0-2 1,-1 7 101,-3 1 0,-3 0 83,-8 0 1,0 1-22,-6 2 1,-4 2 25,-8-5 0,-2 3-122,-6-3 0,-4 0-195,-10-4 1,-6-4 11,-5 0 0,0-4-175,-4 0 1,4-1 422,3-2 0,8-5 0,6-1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30.7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276 44 7844,'0'-11'686,"0"0"0,-5 5-499,-2 2 0,-3-1 26,-1 2 0,-5-1-224,-2 4 1,-3 5-9,-1 2 1,-4 3-5,0 1 1,2 0 61,5 0 0,0 1-106,4 3 1,2-1-5,5 4 0,0-3-31,4 3 1,0-4 68,4 0 0,5-1 11,3-2 0,3-5-87,3-3 0,0-1 73,4-2 1,2 0-80,6 0 1,-3-2 144,3-1 1,-3-3 0,-1-5 1,-1 0 146,-3-1 0,2 1 279,-6 0 1,0 0-130,-7 0 1,2 0 49,-6 0 0,5 4 267,-5 0 0,1 3 94,-4-3-564,0 4 1,1-2-153,3 5 0,-1 0-218,4 0 0,-3 1-250,3 3 1,0 2-638,4 5 0,0 4 215,0 0 0,2 1-1417,1-2 2284,-2-1 0,34 12 0,2-1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31.0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11 210 7813,'0'-11'0,"-1"1"421,-3 3 0,3 1 1655,-3 2-1616,3 3 1,1 1-128,0 7 0,4 4 24,-1 4 0,10 2-167,-2 5 1,3 4-216,1 0 1,-1 4 33,4 0 1,-3-2-118,3 1 0,-4 1-294,0 3 0,-2-5-610,-1-2 0,-4-7 288,-4 0 1,-1-6-1534,-2 2 2257,0-8 0,-15-31 0,-4-13 0</inkml:trace>
  <inkml:trace contextRef="#ctx0" brushRef="#br0" timeOffset="224">11 166 7813,'0'-17'292,"0"-3"177,0 6 0,0-1-188,0 4 1,1 5-47,3 2 0,3-1-54,8 2 0,6 0-26,5 7 0,5 2-52,3 5 0,0 1 96,6 3 0,-1 2-12,2 5 1,-4 4-334,-8 0 1,-7-1-465,-7-3 0,-8 0 353,-3 0 1,-9-4-96,-6-4 1,-10-1-43,-8-2 1,-3-5-279,-1-3 1,0-1-100,0-2 771,4-5 0,2-6 0,5-6 0</inkml:trace>
  <inkml:trace contextRef="#ctx0" brushRef="#br0" timeOffset="543">761 243 7813,'5'-6'-360,"-4"-4"1679,9 9-1050,-9-4 0,3 5-318,-8 0 0,-2 5 89,-5 3 1,0-2 22,0 1 0,-2 0 31,-1 4 1,2 0-15,-3 0 0,6 4-129,2 0 1,4 0 20,0-4 1,2 0-96,1 0 1,1 0 98,2 0 0,7-4-74,5 0 0,5-4 115,-2 0 1,3-1-15,1-2 0,-1-5-12,-3-3 1,-2-3-7,-5-3 0,-4 1-539,1-1 0,-6-2 66,2 1 0,-8-3 488,-3 3 0,-28-14 0,-6-1 0</inkml:trace>
  <inkml:trace contextRef="#ctx0" brushRef="#br0" timeOffset="749">948 254 7840,'11'8'235,"0"-1"1,-3-3 514,-1 3 0,4 0-214,4 4 0,-1 2-44,-3 1 0,0 0-199,0 4 0,-1-3-82,-2 3 0,0-4-567,-4 0 1,3-5-781,-3-2 0,3-3-275,-3 3 1411,0-4 0,0-28 0,3-11 0</inkml:trace>
  <inkml:trace contextRef="#ctx0" brushRef="#br0" timeOffset="866">981 67 7840,'-11'-15'150,"0"1"1,4-1-638,0 4-153,-1 5 0,1 1 640,-1 5 0,11 5 0,-2 1 0</inkml:trace>
  <inkml:trace contextRef="#ctx0" brushRef="#br0" timeOffset="1370">1213 265 7857,'0'11'-56,"1"-3"145,3-1 1,-3 0 178,3 4 1,0 0-176,0 1 0,1-1-143,-1 0 0,-2 3 123,6 1 1,-6-4-145,2-4 161,2 1 0,-4 1 58,6-1-151,-6-3 0,4-5 21,-2 0 0,-3-1-35,3-3 0,-3-2 55,-1-5 0,1 0 8,3 0 0,-3 0 98,3 0 1,-3-2 135,-1-1 1,1 1-181,3-1 1,-2 1-43,6 2 1,-2 0-14,1 0 1,3 4-5,-3 0 0,3 4-42,1 0 0,0 1 105,0 2 1,1 2 6,3 1 1,-3 5-171,3 6 0,1 0-176,-1 4 1,-1 0-4,-3 5 1,0-1-244,0 0 0,-3-4 141,-1 0 0,1-4-62,3 1 0,-2-3-229,-1-1 0,1-5 631,-1-2 0,16-23 0,6-5 0</inkml:trace>
  <inkml:trace contextRef="#ctx0" brushRef="#br0" timeOffset="1583">1665 89 7857,'-6'-22'543,"-3"1"865,5 3-381,1 2-296,3 10-306,0 1-183,5 15 0,1 2 0,5 10 0,0 0-129,0 0 1,0 5-136,0 2 1,4 1-20,-1 3 1,2-3-284,-1 7 1,-2-4-916,6-3 0,-5 1 401,5-1 0,-6-1 3,2-3 0,-3-1 156,-1-11 679,0 1 0,0-24 0,0-4 0</inkml:trace>
  <inkml:trace contextRef="#ctx0" brushRef="#br0" timeOffset="1766">1709 265 7857,'-7'-11'443,"-1"0"1,2 4 1480,-1 0-1497,2 4 1,10-2-420,2 5 0,9 1-38,6 3 0,1 2-320,7 5 0,-1-1-344,4-3 0,0 3 694,0-2 0,10 1 0,3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29.4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67 7849,'-7'-11'120,"1"0"1,1 0 0,1 1 0,1 1 1815,-1 2-1183,0 5-529,4-3 0,5 10 0,2 2 1,3 8-32,1 3 0,2 4-26,1 4 0,3 3-76,5 8 1,-1-1-157,-2 4 0,1-1-932,-1 2 0,-4 0 153,-4-4 0,-2 0-255,-5-4 0,3-6 317,-3-5 782,0-5 0,-19-31 0,-3-5 0</inkml:trace>
  <inkml:trace contextRef="#ctx0" brushRef="#br0" timeOffset="400">11 232 7849,'0'-11'724,"-4"4"-417,1 0 0,-1 3-122,4-3 0,1 4-49,3-1 1,2 3-100,5 1 1,5 0 89,2 0 1,4 0 23,4 0 1,2 0 72,5 0 1,0 5 0,1 2 0,-1 2-574,0-2 0,-4 3 17,1-2 0,-6 1-12,2 2 0,-8 0 120,-3 0 0,-3 0-11,-1 0 0,-4 0 53,1 0 0,-6 1 25,2-1 0,-3 1 76,-1 2 0,4-1-59,-1 1 1,6-1 153,-2-2 1,1-1-51,3-3 1,-1 3-28,8-3 1,0-2 40,4-1 1,0-3 81,0-1 1,4-1 35,0-3 1,3-2 194,-3-5 0,-4 0-113,-4 0 1,-8-4 15,1 0 0,-7-3 523,0 3 0,-8-3-135,-3 3 0,-12 0-7,-3 4 1,-7 0-477,-1 0 1,0 4-392,0 0 1,0 4-314,4 0 1,5 1-1785,6 2 2389,3 0 0,50 25 0,12 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28.6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23 7792,'6'-6'-591,"0"-3"-87,-2 5 537,-3 1 0,5 3 141,-2 0 0,-3 0 0,-1 9 0,-6 4 0</inkml:trace>
  <inkml:trace contextRef="#ctx0" brushRef="#br0" timeOffset="209">386 23 8183,'11'-6'-221,"-5"-4"-205,-1 9-541,0-4 345,-4 5 622,4 0 0,10 9 0,3 4 0</inkml:trace>
  <inkml:trace contextRef="#ctx0" brushRef="#br0" timeOffset="350">794 67 8007,'6'-5'3,"-1"4"1,-5 1-1,0 6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42.8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56 7980,'0'-8'17,"0"1"104,0-2 1,0 3 713,0-1-414,0 4 0,0-3 453,0 3-364,0 1 28,0-2 20,0 4-294,0 4 1,0 3-49,0 4 1,0 5-1,0 2 0,0 8-216,0 3 1,5 3-98,2 1 1,-1 1-160,2 3 1,-1-1 212,4 4 0,-4-5-443,1 2 1,-2 0 114,1-4 0,-1-4-13,-2-10 0,-3-3-51,3-5 125,-3-5 182,-1-1 1,1-6 173,3-3 1,-3-6-173,3-5 0,1-1-92,-1 2 0,4-2 168,-1-3 0,0-1 13,0 1 1,0 0 107,4 0 1,-3-2-108,-1 3 1,-3 2 131,3 1 1,-3 3 22,3 1 0,-5 0 537,2 0-259,-3 5-159,-1 1 0,4 6-9,0 3 0,1 2-144,-2 5 0,-1 1-100,1 3 0,3-1 80,2 4 1,-2-3-122,1 3 1,-1-3-201,2 3 0,1-4-42,-1 0 0,0-1-156,0-2 1,2 0 106,-3 0 0,-1-5-473,1-3 341,1-1 319,3-2 1,-4-2-59,0-1 0,-4-3 138,1-5 0,0 0 33,0 0 0,3-4 49,-3 0 0,1 0 163,-1 4 1,-2 0 50,5 0 1,-3 0 579,4 0-191,-6 0-227,3 5 0,-4 1 167,3 5-317,-3 0 0,4 5-77,-5 3 1,0 5-145,0 2 1,4 3-294,-1-3 1,1 3-46,-4-3 0,0 1-305,0-2 0,1-1 268,3 1 368,-3-1 0,28-22 0,2-4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42.9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63 67 7948,'-19'-21'-24,"1"2"0,8 5-941,-1 6 618,8 3 1,1 7 346,6 1 0,24 23 0,3 10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43.5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210 121 7912,'0'-11'0,"-2"0"-126,-1 0 0,0 2 340,-4 1 1,4-2 354,0 3 1,-3 1 54,-2-1-516,-1-1 1,-4-2-152,-1 3 1,1 1 83,-1 2 0,0 3-131,-1-3 0,3 3 124,-2 1 0,5 0-49,2 0 1,-1 0-170,-3 0-382,5 5 38,-4 1 313,9 5 171,-4 0 1,10-1-36,2-3 0,0 2 12,0-5 1,0 1 14,4-2 0,0 0 10,0 4 1,-3-3 56,-1 3 1,0-3-3,4 3 0,-3-3 80,-1 3 1,0-3-78,4 3 1,0-3 4,1 3 1,-1-3 5,0 3 1,3-1 7,1 2 0,3 1 10,-3-1 1,1 2 0,-1 1 1,-7 0 32,3 0 0,-3 3 7,-1 1 1,-2 0 57,-5-4 0,-6 0-153,-5 0 1,-2-1-191,-5-3 1,-4 2 193,-4-6 1,1 5-867,3-5 0,-1 1 871,1-4 0,5-29 0,1-8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43.9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12 8517,'0'-6'1234,"0"1"1,1 6-990,3 3 0,-2 3 28,5 8 0,1 3-121,3 8 1,4-2-34,-1 6 0,2-1-127,-1 4 1,-3 4-66,3 0 1,-3-1-328,-1-3 1,-1-1 84,-3-2 0,2-1-182,-5-7 1,-1 1 226,-3-8 0,0-4-443,0-4 411,0-4 30,0 2 228,0-15 0,0 3-40,0-8 1,4-1 166,0 1 0,3-1-50,-3 2 0,4 0 203,-1-4 0,0 3-150,0-3 0,-3 4 71,3 0 0,-1 1 369,1 2 0,0 2-284,-4 1 1,2 2-138,2 2 1,3 3-44,-2-3 0,0 4-136,0 4 0,1 3-15,-1 8 0,2-1-219,1 4 0,-2-3 16,-1 3 0,0-1-125,-4 2 0,1 0-396,-1-4 1,-3 3 425,2-3 1,2 0 386,-1-4 0,19-15 0,2-3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47.2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1 132 7862,'0'-6'-101,"0"1"1,0 4-118,0-3 177,0 3 1,1-4 110,3 5 1,-2 0 11,6 0 0,-5 0 82,5 0-84,-1 0 1,4 0-92,0 0 68,0 0 1,0 0-122,0 0 1,0-1-149,0-3 115,0 3 0,0-7-109,0 4 0,0-5 120,0 2 0,0 1 14,0-1 0,-3 3-31,-1-3 32,-5-1 88,3-3 1,-6 1 141,-3 3 0,-2 1 54,-5 2 1,0 3-4,0-3 1,-1 3-38,-3 1 0,4 5-100,0 2 1,0 3 11,4 1 0,1 0-4,-2 0 0,6 1-25,-2 3 1,3-1 29,1 4 0,1-1-83,3 2 0,3 1-294,8-1 1,2-3 26,5-2 1,0-1-11,0-2 0,0-5 104,0-3 0,0-1-93,0-2 1,-3-5 104,-1-3 0,-4-3 13,0-3 1,-3-2 163,-3-3 1,0 0-72,-4 4 0,0-3 177,-4 3 1,0-1 137,0 1 0,0 3 810,0-3-652,0 3 0,0 1 529,0 0-382,0 5-47,-5 1-180,4 5-532,-4 0 62,10 5 0,1 1-23,5 5 1,0 1-72,0 3 1,3-1 37,1 4 1,0-3-42,-4 3 1,2 0 42,-2 4 0,3-3-58,-7-1 1,2-4 97,-2 0 1,2 2-88,-6-1 846,1-5-508,-4 0 0,-1-9 657,-3 3 0,2-8-217,-6-4 1,6-5 8,-2-2 0,-1-4-216,2 0 0,-1 2-104,4-1 1,0-1-93,0-3 0,4 2-169,-1 1 1,10 0-275,-2 4 0,8 0-698,3 4 0,1 1 996,7 3 0,34 7 0,12 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48.2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1 132 7862,'0'-11'97,"0"3"320,0 1-7,0 0 27,0-4-172,0 4 0,1 3 64,3 4 0,-3 1-43,3 2 0,1 8 0,-2 8 0,6 2-10,-2 1 1,3 5-125,1 2 1,4 3-158,-1 1 0,5 1-90,-5 3 1,5-3-306,-4 3 0,3-3 63,-3-1 1,-2-2-361,-6-5 0,2-2-264,-5-9-275,4 5 265,-7-13 971,4 3 0,-5-15 0,-5-16 0,-1-8 0</inkml:trace>
  <inkml:trace contextRef="#ctx0" brushRef="#br0" timeOffset="683">23 341 7862,'-7'-4'180,"-1"1"70,6-6 0,-3 7 210,5-6-54,0 1-196,0-4 1,1 0 46,3 0 0,2 4-27,5-1 1,1 1-6,3-4 1,-2 4 26,6-1 0,-2 2-103,1-1 0,2 1-136,-5 2 0,4 3 87,0-3 0,-2 4-202,1 4 1,-3 2-56,3 5 1,-3 5 88,3 2 0,-4 4 28,0 4 0,-5 1 44,-2 2 1,1 3-149,3-2 1,-4-4 79,0 0 1,-3-3-7,3 0 0,-3-5 24,3 0-4,-4-4 31,7-3 0,-8-6-155,5-5-51,1 0 1,3-4 114,0 0 0,-4-4-12,1 0 1,-1-1 20,4-2 1,-4 0-29,1 0 1,-1 0-38,4-1 1,-4 1-11,1 0 0,-5 5 160,5 3 1,-5-2-27,5 1 206,-6 0-196,8 4 1,-9 2 125,3 1 0,1 3-92,-2 5 0,5 0 103,-5 0 0,5 1-22,-4-1 0,4 0 52,-1 0 1,3 0 89,1 0 1,0-4-48,0 0 1,0-4 51,0 0 1,2-1-183,1-2 0,-1 0 22,1 0 0,2-2-38,-1-1 0,1-3-169,-1-5 1,-3 0 54,2 0 0,1 0-170,-4 0 0,3-4 260,-7 0 1,2-1 2,-2 2 1,-2 1 19,-5-1 0,0 1-29,0 2 0,-1 0 23,-3 0 0,-2 4 10,-5 0 0,3 4 18,1-1 0,0 3 53,-4 1 0,0 5-9,0 2 1,0 3 189,0 1 0,4 4 77,4 0 1,-2 3 110,1-3 1,1 4-69,3 0 0,4 0 38,4 0 1,3 0-210,4-4 1,7 3-130,7-3 1,4 0-195,4-4 0,2-5-397,5-2 0,0-3-1017,0-1 1,-2-1 265,-5-3 1,-5-2 1234,-10-5 0,-10-10 0,-2-2 0</inkml:trace>
  <inkml:trace contextRef="#ctx0" brushRef="#br0" timeOffset="1409">1666 132 7794,'0'-11'1493,"-5"0"-956,3 0 1,-4 4 398,3 4-292,1 2-325,-3 1 1,7 4-46,1 4 1,2 7 128,3 3 0,5 4-262,-2 4 0,8 2-180,-1 5 1,-1 4-323,1-1 1,1 5 123,3-4 1,0 3-182,0-3 1,-1 3-221,-3-3 1,-2-5-573,-5-7 0,-1-6 563,-3-4 0,3-4 647,-3-4 0,3-27 0,1-10 0</inkml:trace>
  <inkml:trace contextRef="#ctx0" brushRef="#br0" timeOffset="1762">2062 396 10155,'11'0'380,"0"0"0,0 0-339,1 0 0,2 0-127,1 0 1,1 0 29,-1 0 0,-2 0-269,5 0 1,-4-1 212,1-3 0,-3 2-105,-1-5 0,-4-1-17,1-3 0,-6 4 74,2-1 0,-3 1 217,-1-4 1,-5 4 16,-2-1 1,-7 6 177,-1-2 1,0 3-48,0 1 1,3 0 96,-3 0 0,1 5-129,0 2 0,5 3-51,-2 1 0,4 4-36,-1 0 0,0 5-10,4 2 0,2 0 62,5 4 1,8-1-532,8 0 0,8-1-781,6 1 0,5-6 552,6-5 1,1-6 48,3-5 0,1-1 573,2-2 0,8-20 0,-2-4 0</inkml:trace>
  <inkml:trace contextRef="#ctx0" brushRef="#br0" timeOffset="2162">2724 407 7794,'-5'-17'-56,"-2"2"1,1 3 280,-2 1 0,1 0 372,-4 0 0,-4 5-261,0 2 1,1 2-60,3-2 0,-4 3 64,0-3 1,1 4-218,3 4 1,0 1-97,-1 2 0,5 3 20,0-3 1,3 4-153,-3 4 0,4-3-107,0 3 1,1 1 83,2-1 1,0 3-57,0-3 0,2 1-95,1-2 1,3-1-84,5 1 1,0-1 184,1-2 1,2-5 88,1-3 1,0-1-4,-4-2 1,0 0 67,0 0 0,1-2-56,3-1 1,-7 0 132,3-4 0,-3 0-11,-1-4 1,2 0 56,-6-1 1,1-2 204,-4-1 0,0 0 35,0 4 0,0 0 743,0 0-397,0 0-327,0 0 1,-1 4-151,-3 0-555,3 4 127,-4-2 1,9 10 47,-1 2 1,5 3-16,-5 1 0,6 0-178,-2 0 0,3 4-300,1 0 1,0-1 98,0-3 1,0 0-259,0 1 0,1-3 822,3-1 0,-3 1 0,19-17 0,-2 1 0</inkml:trace>
  <inkml:trace contextRef="#ctx0" brushRef="#br0" timeOffset="2495">2933 363 7794,'-11'-3'1476,"0"-1"-856,5-5-274,-4 8-247,9-4-273,-4 5 0,5 1 117,0 3 0,1 1 63,3 2 1,1 3-36,2-3 0,3 7 57,-2 1 0,-2-1-83,1-3 1,-1 2 40,1 1 0,2-1 1,-5 1 1,4-2-18,0 0-181,-3-1 619,4 0 75,-7 0 193,2-5-251,-4-1-145,0-15 1,-1-1-31,-2-8 0,1 0-20,-1 4 1,1-3-66,2 3 0,0-3-164,0 3 1,0-3-273,0 3 1,7 0-659,4 4 1,1 0 148,6 0 1,1 1-1551,3 3 2330,0-3 0,29 29 0,8 0 0</inkml:trace>
  <inkml:trace contextRef="#ctx0" brushRef="#br0" timeOffset="2938">3242 385 7794,'5'-6'1573,"-4"1"-1450,9 5 188,-9 0-143,9 5 0,-8 0-3,6 2 1,-6 3-122,2-2 1,-2 5 166,2 2 1,-3-1-128,3-3 1,-3 4-481,-1 0 1,4 0 224,-1-4 0,1 0-7,-4 0 1,0 0 81,0 0 87,0-5 47,0 4 48,0-9-105,0 4 23,0-15 0,1 3 22,3-8 1,-3 3 20,3 1 1,-3-2 94,-1-1 1,4 1-31,0-1 1,-1-2 147,-3 1 0,1-1-129,3 1 0,-1 3-16,4-3 1,-3 4-86,3 4 0,-3-3-232,3 3 191,0 2 1,4 0-102,0 5 0,-1 1-96,-2 3 0,1 2 17,-1 5 1,-2 1 13,1 3 1,-3-1 66,3 4 0,-4-3 1,0 3 0,2-4-90,-1 0 0,3 2-164,-3-1 0,1 0 86,-2-4 0,0-2-140,4-1 0,-3 0-145,3-4 258,1 0 304,3-4 0,14-20 0,5-4 0</inkml:trace>
  <inkml:trace contextRef="#ctx0" brushRef="#br0" timeOffset="3127">3628 396 7794,'0'-11'-1665,"1"1"2183,3 3 1691,-3-3-1301,4 9-451,-5-4-139,0 10 0,0 1-145,0 5 1,4 1-27,-1 3 0,1-3 10,-4 3 1,4 1-1,-1-1 0,2 3-232,-1-3 0,-3 0-381,3-4 1,1 3-30,-2 1 1,2-4-1632,-1-4 2116,2 1 0,20-17 0,3-4 0</inkml:trace>
  <inkml:trace contextRef="#ctx0" brushRef="#br0" timeOffset="3260">3595 187 7810,'-11'-17'-141,"0"1"-312,0 5-119,0 0-53,5 5 625,1 1 0,14 19 0,4 5 0</inkml:trace>
  <inkml:trace contextRef="#ctx0" brushRef="#br0" timeOffset="3885">3815 374 7639,'-3'-7'368,"-1"0"-113,0 4 162,4-2-280,0 10 1,5 1 27,3 5 0,0 4-67,-1 0 1,3 1 5,-2-2 1,0 0-133,0 4 0,1-3 15,-1 3 1,-3-3-97,-2 3 1,2-4 96,-1 0 0,-1-1-171,-3-2 1,2-2 173,1-1 0,-1-2 45,1-2-67,-1-3 0,-2 3 2,0-8 1,0 1 29,0-4 0,0-2 3,0-5 1,0 2 7,0-3 1,0 1 85,0 0 1,0 0 153,0-4 1,1 3-116,2-3 1,-1 3 73,1-3 1,-1 4-139,-2-1 1,1 3 29,2 1 1,0 1-45,4 3 0,-3-2-5,3 6 0,1-1-158,3 4 1,0 5-94,0 2 0,1 4-106,3 4 0,-2 2-65,5 5 0,-4 0-219,1 0 1,1 0 95,-2 1 1,1-1 57,-4 0 1,-4 0 432,1 0 0,19-5 0,8-1 0</inkml:trace>
  <inkml:trace contextRef="#ctx0" brushRef="#br0" timeOffset="4329">4400 473 7833,'0'-14'176,"0"-1"0,-2-3 343,-1 3 1,0 0-93,-4 4 0,0 0 159,-4 0 1,-1 0-251,1 0 0,-3 5-258,-1 2 0,0 3-139,4 1 0,-3 0 83,-1 0 0,0 1-35,4 3 1,4 1-52,0 2 1,0 3-380,0-3 1,1 3 121,2 1 0,3 0-241,-3 0 1,3 4 33,1 0 0,1-1 167,3-3 0,-2-1-4,6-2 0,-2 1 187,1-1 0,3-3 71,-3-2 0,0 2 42,0-1 0,0 0 251,4-4 1,-3 0-58,-1 0 0,-3-4 220,3 0 1,-3-1 15,3 2 0,-5 0 161,2-4-248,2 4 1,-3-3-60,4 3 1,-3 1-36,3-1 1,-3 1 294,3 2-150,0 0 0,5 5-151,-1 3 1,3 1-26,1 3 0,1 3-209,-1 4 1,-2 2-52,5 1 0,0 1-78,0 3 0,-2-3 96,-5 3 1,-5-3-26,-2-1 1,-4 0 69,-4 0 0,-3-6-18,-8-5 0,-3-1-182,-8-6 1,1-1-220,-4-3 0,3-1-1338,-3-3 1801,4-2 0,-11-29 0,1-7 0</inkml:trace>
  <inkml:trace contextRef="#ctx0" brushRef="#br0" timeOffset="5789">5028 407 7738,'0'-7'-1754,"0"0"3555,0 4-548,0-7-883,0 9 0,0-5 29,0 2-168,0 3 139,0-4 1,0 14-259,0 2 0,1 3 67,3 1 1,-2-1-39,6 4 1,-2-1-154,1 2 0,3 1-160,-3-1 1,-1-2 107,2 1 0,-5-4-35,5 0 1,-6-1 144,2-2 0,-3-5 304,-1 4-271,0-9-74,0-6 0,0-6 23,0-7 0,0-2-104,0 5 1,0-3-149,0 3 0,4-3-424,-1 3 0,6 0 56,-2 4 1,3 0-413,1 0 0,4 2 597,0 1 0,4 0 407,0 4 0,1-3 0,2 3 0,1 0 0,-1 4 0,-2 0 0,-1 0 0,0 0 0,-4 0 0,0 0 125,-4 0 677,-5 0 98,-1 0-634,-15 0 0,3 1 27,-8 3 1,3-1-139,1 4 1,0 0-34,0 4 1,0 0 34,0 0 0,1 0-72,2 0 0,0 0-182,4 0 1,-3 1 48,3-1 0,0 0-256,4 0 0,0 0 76,0 0 1,2 0-34,1 0 1,0-4 154,4 0 0,-3-4 55,3 0 0,1-1-72,3-2 1,0-2-11,0-1 1,-2-3 28,-1-5 0,2-2 105,-3-1 1,2 0 151,-2-4 1,1 4 59,-4 0 1,3-2 217,-3 1 1,1-1-90,-1 1 1,-3 3 98,3-2 1,-3 5-160,-1 2 0,1 4-30,3-1 0,-3 2 94,3-2-291,-3 3 80,-1 1 1,0 6-164,0 5 1,1 0-112,3 0 0,1 4-26,2 0 1,3 3-48,-3-3 0,3 1 5,1-2 0,0-1-139,0 1 1,0-3 136,0-3 1,0 2-45,0-3 0,0-2-175,0-2 1,-3-1 96,-1-2 1,0-2 119,4-1 1,-3-5 29,-1-6 1,-3 1 109,3-1 1,-3-2 10,3 1 0,-5-4 195,2 0 0,-3-2 30,-1-1 0,0 4-69,0 0 1,0-2 85,0-6 1,-3 3 591,-1-3 0,-5 2 86,2-2 0,1 3-266,-1-3 0,0 4 126,0 4 0,-1 2 222,4 5-93,0 0-931,-1 5 137,4 1 1,-4 6-65,5 3 0,0 3-8,0 8 0,4-1 8,0 8 1,4-1-87,-1 9 0,4-1-110,4 4 0,-1 0-42,4 0 1,-3 4-85,3 0 1,0-4-223,5-4 1,-5-3-428,0 3 1,-1-6 187,2 0 1,-3-6 148,-5-6 1,0-5 6,0-2 1,-4-3 635,0-1 0,-4-35 0,2-7 0</inkml:trace>
  <inkml:trace contextRef="#ctx0" brushRef="#br0" timeOffset="6205">5634 319 7748,'-6'0'1433,"1"0"-1044,5 0-170,5 0 1,3 4-49,6-1 1,0 6-1,4-2 1,4 3 26,4 1 1,4 0-29,0 0 0,3 0-197,4 0 0,-3 0-27,3 0 0,-3-3-5,-1-1 0,-5-5 76,-2 2 1,-6-3-202,-2-1 152,-5 0 1,3-1-63,-5-3 0,-3 0-1,-1-4 0,-4-2-113,0 3 0,2-3 83,-1-1 1,-1 4 40,-3 0 0,0-1 120,0-3 0,-4 0-99,-4 0 0,-2 4-4,-1-1 0,-3 2 220,-1-1 1,-5 2 311,2 5 0,1 0-128,-2 0 0,6 0 164,-2 0 0,3 1 65,1 3 1,0 2-153,0 5 1,1 5-126,3 2 1,2 0-125,5 0 1,2 4-1,6 4 0,0-1-13,11-3 1,4 1-87,6-1 0,7-4-304,1 0 0,3-5-671,-3-2 1,2-5-1015,-6-6 1,3-2 182,-7-1 1740,-7-3 0,-11-25 0,-12-4 0</inkml:trace>
  <inkml:trace contextRef="#ctx0" brushRef="#br0" timeOffset="6953">7332 21 8435,'6'-11'947,"-1"5"0,-5 3-684,0 6 0,0 3 6,0 5 0,-1 7-13,-3 4 0,2 5 7,-6 6 0,0 5-1,-7 2 1,2 7-193,-6 0 0,0 2-159,-7-1 1,-2-3-660,-5 3 0,1-9 343,2-6 0,0-6 94,4-8 0,0-7 86,4-5 0,4-4-24,0 1 1,8-8-66,-1-3 0,2-5-161,-2-2 1,1 0 183,3-4 1,-3 0 96,3-4 0,1-2 57,-2-1 0,6 1 153,-2-1 0,3-2 324,1 1 0,0-5-176,0 2 0,4-2 13,-1 2 1,6 2 113,-2 5 1,3 0 291,1 0 1,0 8-124,0 3 1,0 8 230,0-1 0,0 3-165,0 1 1,4 6-92,0 5 0,4 5-9,0 6 0,3 8-95,3 3 0,-1 3 89,1-3 1,2 5-92,-1 2 1,3 2 38,-3-1 1,-1-3-512,-7-5 0,2-2-412,-6-1 0,0-4-3162,-7-8 897,3-7 2820,-9-6 0,-6-30 0,-7-5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00.2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55 7840,'-5'-11'114,"2"1"1,-3 2 449,1 0 1,2 5 63,3-5-119,0 6-441,0-3 138,0 5 1,0 5 142,0 2 0,0 8-131,0 3 1,3 8 26,1 3 0,1 5-91,-1 2 0,-2 3-11,5 6 1,-3-1-649,3 0 1,1 2-222,3-2 1,0 2-553,0-10 1,0 0 545,0-7 732,5-2 0,6-34 0,6-8 0</inkml:trace>
  <inkml:trace contextRef="#ctx0" brushRef="#br0" timeOffset="408">508 287 7840,'-5'-11'84,"-1"1"289,-5 2 1,0 4-196,0 4 0,-4 0-184,0 0 1,-3 4 79,3 4 1,-4 2 5,0 1 0,0 3-7,0 1 1,3 3-80,5-3 1,4 5-74,0-2 1,4-1 2,0 2 0,3-6-14,3 2 1,3-4 38,5-4 1,0 2-171,0-6 0,4 1 108,0-4 0,1 0 23,-2 0 1,-1-4 44,1 1 1,2-6-5,-1 2 1,0-7 126,-4 0 0,0-1 69,0 4 0,-4-4 162,1 1 0,-6-2-109,2 1 1,-3 3 45,-1-3 1,0 6-105,0 2 0,0 3 172,0-3 114,0 5 78,0-3-837,0 14 0,1 0 18,3 9 0,2-3-99,5 3 1,0 0 118,0 0 0,0 3-109,0-3 1,4-2-52,-1-1 1,6-3 452,-2-1 0,28-19 0,6-6 0</inkml:trace>
  <inkml:trace contextRef="#ctx0" brushRef="#br0" timeOffset="719">761 254 7840,'0'-11'768,"0"4"-448,0-2-203,0 7 258,0-2-214,0 13 0,0 0-42,0 9 0,4 1-129,0 3 0,3-4-89,-3 0 1,4 1 29,0 3 0,-2 0-57,1 0 0,-1-1 150,2-3 1,0-2 98,-4-5 200,0 0 51,0-5 0,-2-2-169,1-8 0,-3-2 100,-3-5 0,0-5 5,-4-2 0,1-3-222,-2-1 1,4 4-242,4-1 0,0 2-248,0-1 0,0 2-572,0 5 1,6-3 300,5 3 1,5-2-268,6 5 0,8 3 939,3 2 0,8 2 0,27 25 0,13 7 0</inkml:trace>
  <inkml:trace contextRef="#ctx0" brushRef="#br0" timeOffset="1153">1313 342 7840,'5'-8'0,"2"1"0,-2 3 567,-2-3-68,4 5-292,-6-8 1,2 5-31,-6-2 1,-3-2 9,-5 5 1,0-1-49,0 2 1,-2 2-146,-1-3 1,0 3 88,-4 1 0,3 0-101,-3 0 0,1 3-363,-2 1 1,2 5 98,2-2 0,3 3-13,-3 1 1,3 1 70,1 3 1,4-3 72,-1 3 0,6-3-168,-2-1 59,3 0 1,10-1 179,2-3 1,3-2 114,1-5 0,2 0-51,5 0 1,0 0-77,0 0 0,0-4 131,0 1 0,-3-5 12,-1 5 1,-4-6 105,0 2 1,-1 1 57,-2-2 253,0 1-148,-5-4 190,-1 0-130,-5 5-183,0 1 27,0 5-79,5 5 0,-4 1-2,3 5 1,0 3-60,0 1 1,1 5-15,-1-2 0,-3 3 29,3 1 1,-2 0-8,2 0 1,-3 0 40,3 0 1,-3-1-74,-1-3 1,-5 2-125,-2-5 1,-3-4-179,-1-4 0,-5-4-451,-3 0 0,2-2 122,-1-1 1,4-4-1021,0-4 1591,2-6 0,5-28 0,2-11 0</inkml:trace>
  <inkml:trace contextRef="#ctx0" brushRef="#br0" timeOffset="1544">1588 397 7840,'11'0'-740,"0"4"0,0-1 796,0 0 0,0-2 847,0-1 1,0 0-720,0 0 1,0 0-80,0 0 0,1 0-159,-1 0 1,-4 0 121,0 0 1,-1-1-43,2-3 1,-2-2 105,-2-5 0,-3 0 8,2 0 1,-1 0-218,-2 0 0,-4 0-60,0 0 0,-4 0 224,0 0 0,-1 3 81,-2 1 1,-4 5 172,0-2 1,-3 3 4,3 1 0,-5 1 247,2 3 0,-2-2-181,2 5 0,1 4-12,2 4 1,3 3-110,-3-3 1,8 6-22,3 1 1,3 0-29,1 4 0,10 1-301,5-2 0,5 1-408,6-4 0,6-3-67,5-1 1,4-8-735,0 1 1,-7-8 599,-1 1 1,-7-4-703,0-4 1370,-8-7 0,-36-30 0,-14-12 0</inkml:trace>
  <inkml:trace contextRef="#ctx0" brushRef="#br0" timeOffset="2442">2988 99 7788,'11'0'573,"0"0"0,-1 1-382,-2 3 1,-4 2-181,-4 5 0,-4 6 316,-4 5 1,-8 5-81,-6 7 0,-6 0-101,-9 3 0,2-3 27,-6 3 1,-3-3 20,-4-1 1,-7-1-47,4-3 0,-4-3-69,7-8 0,1-2-99,7-5 0,5-3-334,9-1 1,1-6-191,11-1 0,3-5 162,3-6 1,6-5 34,-2-2 0,4-3 139,4-1 1,2-5 31,5-2 1,1-3 32,3-1 0,1 3 144,2 1 1,3 6 5,-3 1 1,3 1 295,1 6 1,-3 4 248,-1 4 1,-3 4-24,3 0 1,-1 6 144,2 5 0,1 3-161,-1 3 0,5 7 151,2 5 1,5 3-433,-2-3 0,2 3-320,-2-3 0,2 0 260,-6-4 0,5-1 33,-4-3 1,-2-2-816,-6-5 0,0-5-2581,-4-2 3191,-2-3 0,-5-20 0,-9-6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1:57.9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23 231 7351,'-4'-8'0,"-1"2"0,1 0 2395,-1 0-1578,1 3-353,4-1-593,0 4 1,5 0-282,2 0 0,8 0-531,3 0 0,8 3 565,3 1 376,3 0 0,65-19 0,-41 6 0,1 0 0</inkml:trace>
  <inkml:trace contextRef="#ctx0" brushRef="#br0" timeOffset="665">806 76 7840,'0'-6'26,"-2"-2"0,0 3 875,-2-1-619,1 3-305,3-2 0,0 10 126,0 2 1,0 8 8,0 4 1,0 1-37,0 2 1,5 5-28,2 3 1,0 2-83,4 1 1,-2 0 12,6 0 0,-2 0-178,2 0 1,-2-1 117,6-3 0,-5-2-127,5-5 1,-5-6 283,5-5 1,-6-5-135,2-6 0,-3-5 390,-1-2 1,0-8-145,0-3 1,-1-8-108,-3-3 0,2-3 147,-5-1 1,-1 0 257,-3 0 0,0 0-334,0 0 1,0-3-367,0 3 0,0-1-204,0 8 1,0 0-161,0 4 1,0 5-474,0 2 0,2 7 592,1 0 0,3 6 458,5-2 0,10 28 0,2 6 0</inkml:trace>
  <inkml:trace contextRef="#ctx0" brushRef="#br0" timeOffset="1667">1225 297 7840,'6'11'0,"2"-4"91,-4 0 1,3-3 157,-3 4 0,5-2 58,-2 1 1,3 2 78,1-6 1,-4 5-272,0-5 1,1 1 26,3-4 1,0 0-27,0 0-96,0 0 1,0 0-228,0 0 0,0-5-1,0-2 0,-4-3-258,1-1 1,-6-4 241,2 0 1,-3 1-47,-1 3 0,0 0 237,0 0 0,-5 1-33,-2 3 0,-3-2 125,-1 5 0,0 1-92,0 3 1,-4 1 37,1 3 0,-1 2 23,4 5 1,1 1 9,3 3 0,-2-2-54,5 5 0,1 0-25,3 0 1,5 2-91,2-6 1,4 5 17,4-5 1,2 1-50,5-4 1,1-4 126,3 1 0,-2-6-18,6 2 1,-2-4-64,1-4 0,-2-2-69,-5-5 0,-1 0 68,-2 0 1,-1-1 36,-7-3 1,2 3 101,-5-3 1,-2 2 68,1-2 1,-4 3 125,0-3 0,-1 3-132,-2 1 0,0 0 219,0 0-15,0 0-55,5 0 0,-3 5-47,5 2-122,-4 3 1,7 2-94,-3 3 1,-1 2 38,1 5 1,-3 0-132,3 0 1,1 3 70,3 1 1,-4 5-48,1-2 1,-1-1 81,4 2 1,-4-5-6,1 5 0,-1-5 39,4 5 1,-4-6 111,1 2 1,-5-3 61,5-1 0,-6-3 335,2-1 194,2-5-644,-5 3 1,8-10-253,-6-2 0,2-6 160,-1-2 0,-3-4-85,3 5 0,1-6 16,-2 2 0,2-3-174,-1-1 1,-2 4 101,6-1 0,-5 2 100,5-1 0,-4 2 93,3 5 1,-1 0-86,1 0 0,3 1 124,-3 3 0,0 2-26,0 5 1,-3 0-7,3 0 0,-3 1 5,3 3 1,-3 2-35,3 5 0,-3 3-133,3 1 0,-3 1 78,3-1 1,-3-3-12,3 3 1,-3-3 73,3-1 1,-1 0 4,2 0 1,1-1-19,-1-3 0,2 2 22,1-6 62,0 1 0,0-4-94,0 0 1,0-5 8,0-2 0,0-3 13,0-1 0,-1 0-12,-3 0 0,1-1 142,-4-3 0,1 3 208,-1-3 1,-3 3-206,3 1 1,-2 0 123,2 0-73,-3 0 40,4 0-300,-5 5 15,0 1 1,4 6-131,-1 3 1,2 5 35,-1 6 1,-3 5-169,3-2 0,-2 4 95,2 4 1,-2 2 78,6 5 1,-5-2 286,5 2 1,-5-3 56,5 7 0,0 2 65,7 2 0,-3 0-91,3 0 1,-7-3 85,0-5 1,-6-5-83,2-2 1,-4-9 93,-4-6 1,-3-5-176,-8-6 1,-2 0-5,-5 0 0,-4-1-240,1-3 0,-5-2 23,4-5 0,-3-1 115,3-3 1,2 2-59,5-6 0,7 4-142,5-3 1,4 3 145,0-3 1,8 1-16,6-2 0,8 0-673,7 4 1,8-1 731,-1 2 0,52-13 0,-38 9 0,0 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12.0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298 305 7738,'11'-5'0,"-3"0"0,-2-4 556,-1 2-318,-2 4 0,-4-3-68,-3 3 1,-2 1-19,-5-1 1,-5 1-71,-2 2 0,1 4 57,-2 0 1,1 4 0,-4 0 0,0 2 55,0 1 1,0 0-36,0 0 0,0 3-184,0 1 1,3 5-40,1-2 1,6-1-145,1 1 1,5-3 172,6 4 0,0-6 49,0 2 1,9-8 79,6-3 0,5-3 109,2-1 1,5-6-39,2-5 0,2-1-291,-2-7 1,-2-3-210,-5-4 0,0 1-72,0 3 1,-1 0-348,-3 0 1,-2 1 290,-5 2 1,0 3 461,0 5 0,20 10 0,5 2 0</inkml:trace>
  <inkml:trace contextRef="#ctx0" brushRef="#br0" timeOffset="427">783 216 7811,'6'0'229,"-10"0"1,-4 0-41,-7 0 1,3 2-95,1 1 0,-4 0-188,1 4 0,-1-3 157,4 3 1,0-1 12,0 2 1,4 1 68,-1-1 0,2 2-21,-1 1 1,2 0-74,5 0 0,0 0 23,0 0 0,1 3 13,3 1 0,1 0-42,2-4 0,3 0-123,-3 0 1,2 0 126,-2 0 0,-2 0-191,-5 0 124,0 0 1,-5 0-12,-2 0 1,-4-4-536,-4 1 1,2-6 4,-6 2 1,6 1-712,-2-2 1269,3 1 0,15-19 0,5-3 0</inkml:trace>
  <inkml:trace contextRef="#ctx0" brushRef="#br0" timeOffset="869">1180 238 7775,'-11'0'0,"0"0"0,0 0 33,0 0 0,-4 0 153,1 0 0,-10 5-25,2 3 0,-2 3-112,2 3 0,0 0-38,0 4 1,1-3 8,2 3 1,7 1-103,5 3 1,4 0 49,0 0 0,3-4-130,3 1 0,4-5 52,4 5 0,5-7 63,2-1 0,3-5-9,1-6 1,0 0-85,0 0 1,0 0 261,0 0 0,0-5-35,0-2 1,0-3 88,0-1 1,0-4-66,0 1 1,0-2-17,0 1 1,-3 1 31,-1-4 1,-4 5 10,0-2 1,-1 4 64,-2 4-46,0-3-267,-5 4 140,-1 0 16,-5 6 1,-4 6-41,0 5 0,-4 1 0,0 3 0,-1-3-23,-3 3 0,3-3-7,1-1 1,0 4-8,4-1 0,-3 1-110,3-4 1,0 0-264,4 0 0,0-4-84,0 1 0,5-5-170,3 5 1,3-6 657,3 2 0,23-27 0,10-8 0</inkml:trace>
  <inkml:trace contextRef="#ctx0" brushRef="#br0" timeOffset="1033">1489 139 7775,'-17'-11'0,"1"0"560,5 0 878,0 0-1508,5 0 0,2 5-779,8 2 1,3 3 848,8 1 0,16 5 0,10 1 0</inkml:trace>
  <inkml:trace contextRef="#ctx0" brushRef="#br0" timeOffset="1642">1731 128 7777,'11'-5'-718,"0"-1"1310,0 0 1,-3 1 247,-1 5-461,-4 0 0,5 1-137,-4 3 1,-2 3-11,-5 8 1,-1 2-128,-7 5 1,2 0-149,-5 0 0,0 5-161,-1 3 1,2 2 129,-5 1 0,4 0-24,-1 0 0,3-4-84,1 1 0,0-2-157,0 1 0,5-3 47,2-8 0,3-2-344,1-5 447,0 0 1,5-5 74,2-2 0,4-8 28,4-3 1,2-4 159,5-4 0,0 2-131,0-6 1,2 0 22,1-7 0,0-2 13,4-5 1,-3 0 55,3 0 1,-3-4 163,4 0 0,-2-3-28,1 3 0,-2 0 119,-5 4 1,-5 5 234,-2 2 0,-3 5 342,-1 7 93,-5 4-248,-1 10-541,-15 15 0,4-6 26,-5 14 0,-1 0 26,1 3 0,0 4-172,-4 0 1,4-2-203,4 1 0,-3-1-87,3 2 0,-2 2-821,2-3 0,2-2-30,5-1 1,0-3 462,0-1 1,2-1-353,6-3 978,-1-7 0,68-26 0,9-9 0</inkml:trace>
  <inkml:trace contextRef="#ctx0" brushRef="#br0" timeOffset="2468">2437 294 7777,'-5'-11'0,"3"-1"494,-6 1 1,1 2-101,-4 1 1,0 3-16,0 5 0,0 0-214,0 0 1,-4 7-14,0 4 1,-3 0-12,3 3 0,1 3-115,3 2 1,0 0 72,0 0 1,1 0-89,2-4 1,0 5-395,4-2 1,0-1-19,4 2 0,0-6-124,0 2 0,0-7 353,0 0 1,5-6 88,3 2 1,1-3-11,3-1 0,-1-4 168,0 1 0,3-10-82,1 2 1,3-2-52,-3 2 0,5-4 225,-2 0 1,-2 0 95,-1 0 1,-2 3 159,2-3 0,-3 3-28,3 1 0,-7 0 573,0 0-447,-6 0-286,3 0-71,-5 4 0,-1 4-119,-3 6 0,2 4-286,-6 4 0,2 3 29,-1 1 1,-2 1-133,6-1 0,-2-2 53,1 5 1,3-4-48,-3 1 0,3 1 82,1-2 0,0 1 12,0-4 0,1-1 145,3-3 1,2 2 62,5-6 1,1 1 6,3-4 0,-2-1-18,6-3 0,-2-2-28,1-5 1,6-4 44,-6 1 1,5-6 133,-4 2 1,-2-7-93,1-1 1,-1-3 137,2 3 0,-3-4 41,-5 0 1,0-2-132,0-1 1,0 1 132,0 3 1,-2-2-21,-1 6 1,0 4 47,-4 6 381,0 3 580,-4 6-618,0 1-585,0 15 1,0 1 90,0 7 1,-4 4-230,0 0 0,1 0-109,3 4 0,-4 1 141,0-1 1,-3 1-53,3-2 1,-3 0 26,3 4 0,-3-4-182,3 0 1,-3 0 86,3 1 0,-4-4-67,0 0 0,2-5 260,-1-6 1,3 0-36,-3 0 194,4-5-183,-2-1 1,5-10-14,0-2 0,0-3-22,0-1 1,2-1 9,1-3 1,4 2 140,4-6 1,0 2 169,0-1 1,0-2 160,0 5 1,3-4-192,1 0 1,3 3 77,-3 2 1,5-2-65,-2 1 0,3 2-63,1 5 0,-4 0 22,1 4 1,-5 0 7,5 4 0,-6 5-87,2 3 0,-3 3-154,-1 3 0,-5 4 7,-2 4 1,-3-3-39,-1 3 0,0-6-144,0 6 1,-3-2-146,-1 2 1,-5-4-454,2 1 0,1-6-229,-2 2-39,6-3 1123,-3-6 0,20-30 0,3-13 0</inkml:trace>
  <inkml:trace contextRef="#ctx0" brushRef="#br0" timeOffset="2576">3076 73 7777,'-7'-18'326,"0"-1"-979,4 6 148,-7-3 505,9 10 0,-9 16 0,4 8 0</inkml:trace>
  <inkml:trace contextRef="#ctx0" brushRef="#br0" timeOffset="3276">3319 349 7777,'-19'0'-132,"1"0"1,-1 1 18,-2 3 0,0-2 609,3 5 0,-3 1-286,2 3 1,3 0-271,2 0 0,5 0 1,2 0 0,4 4-190,0-1 1,3 0 136,3-7 0,5 2-33,6-6 0,4 5 129,4-5 1,1 1 66,3-4 0,-3 0-27,3 0 0,-2-5 38,2-2 1,-7-3 179,3-1 1,-7-1-50,0-3 1,-3 3 140,-1-3 0,-5-1-116,-2 1 1,1 1-67,-2 3 0,1 0-63,-4 0 1,-1 1-136,-3 2 0,2 4 146,-6 4-321,6 0 8,-8 0 1,9 4 55,-3 4 1,3 2 20,1 1 1,0 3 126,0 1 1,4 3 1,-1-3 0,5 3 16,-5-3 1,6 4 107,-2-5 0,2 1-101,-2-4 1,3 0 145,-3 0 205,-2-5-307,5-1 1,-7-5 11,4 0 1,-5-5-70,2-2 1,-3-3 0,-1-1 1,0-1 21,0-3 0,2 3-7,1-3 1,0 3 46,4 1 0,-3-4-35,3 0 0,0 4-18,4 4 0,4 0-60,0-4 0,4 5-113,0 2 0,-2 3 160,1 1 1,-3 0-12,3 0 1,-4 6-36,1 5 0,-3 0-107,-1 4 1,0 2-201,0 1 1,-1-1 58,-3 2 1,3-5-92,-3 5 1,0-6-16,5 2 400,-4-3 0,33-11 0,0-2 0</inkml:trace>
  <inkml:trace contextRef="#ctx0" brushRef="#br0" timeOffset="3635">4168 338 7777,'-5'-18'484,"-3"4"0,2 3-320,-1 3 0,0 0-13,-4 4 0,0 0 8,0 4 0,0 0-116,0 0 1,-4 0 365,0 0-276,0 0-406,4 0 194,0 5-15,5 2 1,1 4-28,5 0 1,5 0 3,3 0 0,5 0-67,2 0 1,6 1-183,1 3 0,0-3 49,3 3 0,-1 0 98,-2 0 0,0 4 226,0-5 0,-5 6 49,-2-2 0,-3-2 281,-1-1 0,-5 1-2,-2-2 1,-5 1 241,-7-4 0,-4-3-288,-10-1 0,-5-5 44,-2 2 0,-3-3-662,-1-1 1,0 0-290,0 0 0,1-3-1579,2-1 2197,3-5 0,64-7 0,15-7 0</inkml:trace>
  <inkml:trace contextRef="#ctx0" brushRef="#br0" timeOffset="4095">4708 558 8074,'6'0'-89,"-1"0"-1584,-5 0 1673,5 0 0,11-5 0,7-1 0</inkml:trace>
  <inkml:trace contextRef="#ctx0" brushRef="#br0" timeOffset="4310">4995 591 7829,'7'6'-204,"0"-2"-584,2-3 736,-4-1 1,1 1-212,-2 3-314,-3-3 577,4 4 0,-5-5 0,0-14 0,0-5 0</inkml:trace>
  <inkml:trace contextRef="#ctx0" brushRef="#br0" timeOffset="4469">5204 613 7829,'0'6'667,"0"4"-1081,0-9 503,5 4-89,-4-5 0,19-10 0,-2-2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09.1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88 7807,'0'-11'158,"0"0"102,0 0 0,0 4 66,0-1 0,5 6 21,-4-8 1,4 10-51,-5 0 1,0 5 65,0 6 1,0 5-176,0 2 1,-5 4-27,-2 4 1,-3 1 2,-1 3 0,-4 1-60,1-1 0,-1 2-78,4 1 1,-4-1-252,1-3 0,-1 3-599,4-3 1,0-3 148,0-4 1,3-1-129,1-7 1,3 0-167,-3-7 968,5-2 0,-3-5 0,39-44 0,9-11 0</inkml:trace>
  <inkml:trace contextRef="#ctx0" brushRef="#br0" timeOffset="308">210 375 7575,'11'-6'-579,"-3"1"717,-1 5 0,-3-4 407,3 0 0,-3 1-423,3 3-85,0 0 0,4 0-70,0 0 1,0 0 58,0 0 1,4 0-170,0 0 0,4 0 67,0 0 0,-2-5-135,1-2 1,-1 0 145,2 0 0,-3 0-108,-5-4 1,-1 0 152,-3 0 0,-2 0-11,-5 0 1,-1 1 125,-3 2 0,-3 0-35,-8 4 0,1 1 187,-4 3 0,0 0-44,-4 0 1,1 4 152,2 4 1,0 2-118,4 1 1,0 0 53,4 0 0,2 3-223,1 1 1,0 5-79,4-2 1,0 3-253,4 1 1,2 0-82,1 0 1,5-1-340,6-3 0,5 2 265,6-6 0,4 0 415,4-7 0,58-26 0,-37 3 0,-1 1 0</inkml:trace>
  <inkml:trace contextRef="#ctx0" brushRef="#br0" timeOffset="678">894 276 7807,'-17'-4'126,"2"0"0,3 1 293,1 3 1,-5 0-189,-3 0 1,2 0-44,-1 0 0,3 5-63,-3 2 0,1 4-169,-2 4 0,3-3 90,5 3 1,1-2-78,3 2 1,-1-3-204,4 3 120,0 2 0,4-5-4,0 3 0,5-4-15,2-4 0,3-2-154,1-5 0,4 0 81,0 0 1,3-1-23,-3-3 1,3-2 164,-3-5 1,3 2-8,-3-2 0,3 6 199,-3-6 1,0 3 16,-4-3 1,0 0 30,0 0 0,0 1-104,0 3 0,0-2 85,0 5 0,-4-3-95,0 3 1,-3 1 98,4 3-128,-6 0 1,3 5-92,-5 2 1,0 3-87,0 1 0,-4 3-74,1 1 1,-2 4-79,1-5 0,3 2 56,-3-1 0,3-3-76,1 3 1,1-7-42,3 0 356,-3-6 0,53-12 0,7-8 0</inkml:trace>
  <inkml:trace contextRef="#ctx0" brushRef="#br0" timeOffset="1110">1511 11 7936,'-6'0'972,"-4"0"0,8 0-610,-6 0 0,6 5-146,-2 2 1,2 4-10,-2 4 1,2 2-34,-6 5 1,6 1-145,-2 3 1,-2-3 64,-1 3 0,1 2-155,-2 2 0,1-2 87,-4 1 0,4-4-131,-1 1 0,1-3-37,-4-1 0,1-5-597,3-2 283,-3-3 135,4-6 0,-2-1-26,1-5 0,5-1-24,-2-3 0,3-2-50,1-5 1,-4 0 211,0 0 0,-1-4 142,2 1 1,-3-1-96,-5 4 1,0 1 153,0 3 0,0 2 290,-1 5 1,-2 0 22,-1 0 1,-3 1 237,3 3 1,-3 2-186,3 5 1,-1 3 173,1 1 0,4 5-214,0-2 0,5-1-62,6 2 1,0-6-53,0 2 0,10-4-121,5-4 1,5-2-134,6-5 1,4-1-385,6-3 0,-1-2-2060,1-5 2493,-1-5 0,3-45 0,1-16 0</inkml:trace>
  <inkml:trace contextRef="#ctx0" brushRef="#br0" timeOffset="1742">2184 55 7643,'0'-11'-643,"0"0"1679,0 0-146,0 0-388,0 5-45,0 1-203,0 15 0,0-2-37,0 11 0,0-1 12,0 4 1,-4 1-219,0 3 1,-4 2 66,0 5 1,-2 1-387,-1-1 0,0 1 70,0 3 1,-3-4-68,-1 0 1,0-1-94,4-7 0,4-3-404,0-3 1,3-7-156,-3-1 957,4-5 0,-2-11 0,15-20 0,2-11 0</inkml:trace>
  <inkml:trace contextRef="#ctx0" brushRef="#br0" timeOffset="2160">1952 243 7750,'0'-7'350,"0"-2"-191,0 7 1,0-4-60,0 3 47,5 1 1,-3-3-102,6 5 0,-5 0 148,5 0 1,0 2-194,7 1 1,-1-1-255,4 1 0,-2-1 181,6-2 0,-3 3-25,7 1 0,2 0-18,2-4 0,2 0-145,1 0 0,-4 1 113,0 2 0,-5-1 99,-2 1 0,-1-1 26,-7-2 1,0 1 8,-7 2 1,-2 0 0,-5 4 15,0 1 1,-6 6 16,-5 1 0,0 0-90,-4-4 0,3 3 11,1 1 1,1 1-5,3-1 0,2-3 39,5 3 0,0 1-100,0-2 0,8 0 116,3-7 1,8 2 82,-1-6 0,3 1 5,1-4 1,0-1 215,0-3 1,-1-3-30,-3-8 1,2 2 219,-5-6 0,-6 2-18,-5-1 0,-3-3-108,-1 3 0,-1-2-107,-3 2 0,-2 2-370,-5 5 0,-3 1-883,-1 2-86,0-1 1085,4 7 0,10 12 0,2 9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07.4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100 133 7881,'1'-10'0,"2"1"45,0 2 167,1 5 0,-3-7 333,3 5-105,-3-4-158,9 7-236,-9-4 1,4 6 60,-5 3 0,0-1-118,0 8 0,-3-2 65,-1 6 1,-5 0-116,2 0 1,-3 5-134,-1-2 0,1-1 50,3 2 1,-3-5 13,3 5 1,-2-6 92,2 2 0,-2-3-74,6-1 77,-6 0 1,7-1-86,-6-3-88,6-2-193,-3-5 219,5 0 0,5-5 7,2-2 1,3-4 30,1-4 1,4 2-1,-1-6 0,6 1-31,-2-4 0,7 0 71,1 0 1,4 4 0,0-1 0,-2 2 114,1-1 1,-1-2 48,2 5 0,-3 2 259,-5 6 1,-5 2 121,-2 5-226,-8 0 1,-2 1-126,-5 3 0,0 2 70,0 5 0,-5 0 10,-2 0 0,-2 1 19,2 3 1,-3-3-113,3 3 0,-3 1-4,-1-2 0,1 1-164,3-4 0,-3 0-55,2 0 32,3 0 68,-4 0-21,7-5 53,-7 4 0,7-9 1,-1 4-11,6-5 1,0-4 3,4 1 1,1-6 6,3 2 0,3-3 10,1-1 1,3-4 1,-3 1 1,5-2 44,-2 1 0,3 1 5,1-4 1,0 3 16,0-3 1,-1 5 130,-3-2 0,2 3-125,-5 1 1,-1 4 103,-3 4-138,-5-3 1,-1 9-35,-5 1 1,0 5-153,0 2 1,-1 3 12,-3 1 0,2 5-270,-5-2 1,3-1 4,-3 2 1,4-2-176,-1 1 0,3-1 574,1-2 0,5-3 0,11-6 0,7-7 0</inkml:trace>
  <inkml:trace contextRef="#ctx0" brushRef="#br0" timeOffset="466">1048 100 7867,'0'-11'195,"0"0"0,-1 1-68,-3 3 1,2-2 100,-5 5 0,3 1-14,-4 3 0,1 1-52,-4 2 1,-5 4-1,-2 4 0,1 0-17,-2 0 1,5 3-113,-5 1 0,5 1 55,-5-1 0,6-3-185,-2 3 0,3 1 5,1-2 1,1 1 60,3-4 0,0 0-234,4 0 195,2 0-101,-4 0 0,6-5 65,3-2 0,2-3 16,5-1 0,1 0-22,3 0 1,-2-5-130,5-2 0,0-3 0,0-1 0,3 0 117,-3 0 0,2-4 23,-2 1 0,2-1 42,-6 4-1,5-4 149,-4 0 0,-1 1-71,-3 3 1,-1 0 189,-3 0 0,2 0-69,-5 0 186,4 5-274,-7 1-28,4 5 0,-5 5 5,0 2 1,-3 4-23,-1 4 1,-3-3-101,3 3 1,-5 0-31,2 0 1,2 0-197,1-4 0,3 4 155,1-1 1,0-3 67,0-3 97,0-1 0,39-16 0,10-4 0</inkml:trace>
  <inkml:trace contextRef="#ctx0" brushRef="#br0" timeOffset="941">1291 34 7525,'5'-11'-580,"-4"3"1771,3 1-556,-3 4-401,-1-2-234,-5 10 0,4 2 123,-3 4 1,-1 0-169,1 0 1,1 0-34,3 0 1,0 0-26,0 0 1,0 0 95,0 0 1,0-4-34,0 0 0,1 0 94,3 0 0,-2-2-49,5-5 0,1 0 169,3 0 0,0 0-93,0 0 1,1-4-51,3 0 0,-2-4-25,6 1 1,-1-7-3,4-1 0,0 1 53,0 3 1,0 0-19,0 0 1,-3 1 22,-1 2 0,-5 4-15,2 4 0,-6 0 16,-2 0 1,-4 4 138,0 4 1,-3 6-205,-3 5 1,-7 7 20,-5 3 0,-5 3-3,2 1 1,-6 4 41,-2-1 0,-5 6-11,2-2 1,-4 0-29,-4 0 0,-1-2-18,-2-1 1,2-3 94,5-12 1,3 1 158,1-8 0,1 0 245,-2-4 1,4-5-159,8-2 0,2-4-4,5-4 0,1-2-151,3-5 1,3-4-151,8 0 1,6-8 150,5 1 1,9-2-159,2 2 0,4 0-36,3-1 1,4 5-288,0 0 0,5 4-276,-2 0 0,-2 1-125,-1 2 0,1 1-412,-2 3 0,-4 2 331,-6 5 775,-3 0 0,-25 0 0,-7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4.3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78 7963,'-5'-6'1799,"4"1"-1494,-4 0 1,11 4-51,5-3 0,5 3-240,6 1 0,1-4-327,3 0 0,-2 1-197,6 3 0,-1 0-1344,4 0 1853,0-5 0,-5-11 0,-1-7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5.3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5 8713,'0'-5'665,"0"5"0,0 5-478,0 6 1,0 3-65,0 4 1,0 2-40,0 9 1,0 2-1,0 5 1,-3 0-185,-1 4 0,-5-4 51,2 1 0,1-1-224,-2-2 0,5 0-45,-5-8 0,6-6-836,-2-5-518,3 2 934,1-9 738,0 1 0,10-48 0,2-10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5.5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640 34 7840,'6'-11'745,"-2"1"-415,-8 3 0,-2 2-29,-5 5 0,-5 0 76,-2 0 0,-9 5-83,-6 2 0,-6 4-34,-9 4 0,-2-2-53,-5 6 1,0-5-291,-1 5 0,5-4-381,0 3 0,10-6 265,4-1 0,13-1-661,9-6-304,8 4 1164,2-7 0,29-5 0,7-9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6.5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11 8185,'-5'-6'632,"4"1"1,-4 6-389,5 3 0,0 3-92,0 8 0,0 2 26,0 5 1,0 5-152,0 3 0,0 2 119,0 1 1,-4 3-219,0 1 1,1 4-70,3-5 1,-4 1-72,0-4 0,-3-5 178,3-2 0,-3-4-76,3-4 0,-3-5-51,3-6-196,1-5-10,3 3 248,0-10 1,0-1-87,0-5 0,0-1 60,0-3 1,0 2 42,0-6 0,1 5-22,3-5 1,-2 2 9,5-1 1,-3-3 10,3 3 0,1 2-13,3 1 1,0-1 64,0 1 0,4 1 108,-1 3 0,1 0 139,-4 0 0,0 5 13,0 2 1,0 3-2,0 1 0,-1 1-44,-3 3 0,2 3 141,-6 8 1,1-3-123,-4 3 0,0 0 56,0 0 1,0 4-210,0-5 0,0 5 114,0-5 0,4 1-292,-1-4 0,1 0-289,-4 0 163,5 0 0,-2-1 54,4-3 1,-3 2-86,3-5 0,0-1 130,4-3 0,-3-1 99,-1-3 10,0 3 0,4-8-63,0 6 1,-3-5 17,-1 5 0,-3-2 234,3 1 0,-3 3 311,3-3 1,-3-1-227,3 2 1,-1-2-64,2 1 1,1 2-174,-1-6 1,2 5 87,1-5-38,0 1 1,0-4-23,0 0 1,0 0-18,0 0 1,0 0-29,0 0 1,0 0-140,0 0 1,0 0 134,0 0 0,-1 0-89,-3 0 0,2 0 279,-6 0 1,1 0-52,-4 0 1,0 0 236,0 0-246,0 4 1,-1-1 177,-3 4 0,-2 1-101,-5 3 1,0 1 116,0 2 1,0 4-72,0 4 0,0 1 135,0 3 1,0-2 61,0 5 0,1 0-115,3 0 1,-2 1-42,5-4 0,-3 4-54,3-5 1,1 6-84,3-2 1,4-2-55,4-1 0,7-3-202,3-1 1,8-5-244,3-2 1,4-3-503,4-1 1,-2-8-620,6-3 1,-7-8 698,-1 1 0,-5-3 813,-6-1 0,-14-15 0,-5-3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7.0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33 144 7805,'-7'0'737,"0"0"3,4 0-136,-6 0-182,7 0 0,-3-2-124,5-1 1,2 0-44,1-4 0,3 4 26,5 0 1,5-3-340,3-2 1,3 2-330,4-1 0,2 3-254,5-3 1,4-1 640,-1-3 0,50-19 0,-39 12 0,0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7.9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187 56 7716,'4'-11'11,"0"0"0,-1 3 72,-3 1 0,0 3 333,0-3-234,0 5 1,-1-3-24,-3 5 0,2 0-2,-6 0 0,0 0-129,-7 0 1,3 5 87,-3 2 0,2 3 16,-2 1 1,3-3-24,-3 3 0,3-2-113,1 6 0,0 1-11,0-2 0,1 6 77,3-2 1,1-1-151,2 2 0,3-1 3,-3 4 1,4-3-105,4-1 0,2-5 10,5 2 0,5-4-156,2-4 0,3-2 35,1-5 0,5-1-181,2-3 1,-1-3 132,2-8 1,-1 1 347,4-8 0,-3 2 0,-1-6 0,5-26 0,6-7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8.2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11 7716,'6'-5'1761,"1"4"-1169,-4-3-439,-2 3 1,3 6 81,-8 2 1,2 4-111,-5 4 1,-1 2-112,-3 5 1,0 2 56,0 1 0,-3 3-173,-1 5 0,0-2 36,4 2 0,0-2-186,0 6 0,-2-3-474,2-1 0,-3 0 363,7 0 1,-2-5-203,2-2 0,2-4-268,5-4 833,0-7 0,1-6 0,3-5 0,26-34 0,12-9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8.4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55 7716,'6'-11'74,"-3"0"82,-1 0 1,-2 3 38,0 1-52,0 4 0,-5 0 0,-3 6 1,-1 5 79,-2 6 0,-4 0-25,0 4 0,-1 1-146,2 3 0,0 1-198,-4 3 1,4-2 135,0 6 0,3-6-42,3 2 1,3-4-12,5-4 0,2 1 186,1-8 1,7 1 102,5-8 0,6-6-161,1-5 0,0-4-12,3-4 0,-3-2-129,-3-5 0,0-5-245,-4-2 1,-1 2-104,-7 1 0,-2 2-338,-5-2 1,0 6 761,0-2 0,-20 3 0,-4-3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8.9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203 45 7748,'5'-11'98,"-2"3"0,3 1 620,-1-2-119,-2 4-427,-7 0 0,-3 10-43,-4 3 1,0 2-113,0 1 1,0 0 173,0 0 1,2 1 11,1 3 1,2-3-59,2 3 0,3-2-24,-3 2 0,7-2-51,1 6 1,4-5 2,0 5 0,0-5-63,-1 5 1,2-2 44,-5 1 0,-1 2-134,-3-6 0,-1 2-76,-3-1 0,-5-3-278,-6 3 1,-5-6-38,2-2 1,-3-5 178,-1 2 1,0-3-736,0-1 1,6-6 1025,5-5 0,20-29 0,9-13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39.5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1 265 7767,'7'-8'-1319,"0"1"1497,1 5 1,3-3 653,0 5 1,0-4-530,0 0 1,0 1-142,0 3 1,0 0-121,0 0 1,0-4-38,0 0 0,0 0-295,0 0 0,0 3 81,0-3 0,-4-2-130,1-2 1,-6-1 112,2-2 1,1 3-113,-2 1 1,0 0 224,-7-4 0,-2 1 16,-5 2 1,-1 4 74,-3 4 1,2 0 56,-6 0 1,6 1 240,-2 2 1,2 4-71,-2 4 0,6 0 57,-2 0 1,3 3-67,-3 1 1,5 3 22,2-3 1,3 3-170,1-3 0,0 5-113,0-2 1,6 2-129,5-2 1,1-1 92,6-2 0,2-6-5,6 2 0,-4-8 19,0 1 1,0-3-69,-4-1 0,2-1 84,-2-3 0,-2-6 1,-5-4 0,0-5 43,0 5 1,0-6-24,0 2 1,0 1-50,0-2 0,-3 1-11,-1-4 0,0 3 106,4 1 1,-1 1-52,-2-2 0,1 4-32,-1 4 0,2-1 297,1 1 0,-4 5 380,0 3 1,-3 1 146,3 2-526,-4 0 0,3 2-101,-2 1 1,-3 3-29,2 5 1,0 2-199,1 1 0,-3-1 168,2 1 0,-1 2 28,-2-1 1,0 5-155,0-2 0,3-1-102,1 2 1,0-6 277,-4 2 1,0 1 161,0-2 0,0 1 817,0-4-114,0 0 291,0 0-885,0-5 1,0-2 23,0-8 1,0-6-180,0-4 0,1-6-1,3 2 1,3-7-406,8 0 1,-2-5-259,6 4 1,-1-3-500,4 3 0,4-1 86,-1 2 0,5 5-707,-5-2 1,1 6 1561,-4-2 0,10 4 0,2-2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0.9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44 111 7726,'0'-8'-493,"0"1"837,0 4 763,0-1-843,0 4 1,-1 4-137,-3 4 0,2 3-192,-5 4 1,3-2 5,-3 5 1,3 1-25,-3 3 0,4 0 134,-1 0 0,3-4-82,1 1 0,0-2-123,0 1-59,0 3 0,1-9 113,3 3 0,2-8-86,5-3 0,2-3 6,1-1 1,-2-5 67,3-2 0,-1-4-21,0-4 1,0-1 73,4-2 1,-4-2 0,0 6 1,-1-6-19,-2 2 0,-4 2 10,0 1 1,-1-1 7,2 1 1,0-1-54,-4 2-104,5 2 180,-8-4 26,9 5-49,-9 4 0,4 7-12,-5 8 1,-1 2 17,-3 1 0,3 3 51,-3 1 0,3 0 190,1-4 0,0 3 34,0 1 1,0 0 31,0-4 1,3 0-60,1 0 0,5-1-30,-2-3-141,3 3 0,1-9-1,0 3 0,0-3 1,0-1 1,0 0-3,0 0 1,0-5-25,0-2 1,0-3-127,0-1 1,0-1-59,0-3 0,0 2-1,0-6 0,0 4 23,0-3 0,0 5 100,0-2 1,-1 3-75,-3 1 92,3 0 0,-7 1-20,4 2 27,-5 4 0,3 5 26,-5 2 0,0 0 317,0 4-99,5 1 1,-2 3 57,4 0 0,-3-4-105,3 0 0,-1-3-29,2 3 1,1-3-76,-1 3 0,2-4 7,1 1 1,3-2-12,1 2 0,1-3-12,-1 3 1,-3-3-122,3-1 0,0-4-37,0 0 0,3-4-43,-3 0 1,0-1 49,-4-2 1,0 0-64,0 0 1,-4-4 127,1 0 1,-6 1-24,2 2 1,-3 0 68,-1-2 0,-1 5 133,-3-2 0,-2 7 10,-5 1 0,-4 1 40,1 2 1,-6 2 156,2 1 0,-2 5-138,2 6 0,-3 0-50,2 4 0,2 1 212,-1 3 0,4 0 303,0 0 1,1 1-185,2 3 1,5-3 12,3 3 0,4-3-207,6-1 1,7 0-285,11 0 0,4-8-271,4-3 1,5-8-324,2 1 1,-1-8-754,2-3 1,-2-4 1341,1-4 0,-7-17 0,-6-8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1.7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243 89 6668,'10'-11'0,"-3"0"87,-3 0 0,-3 3 1063,-1 1-770,0 4 1,-6-1-136,-5 4 0,0 0-67,-4 0 0,-2 4 12,-2 4 1,2 2-45,-1 1 0,1 0-184,-2 0 0,0 3-29,4 1 1,-1 5 191,1-2 1,3 3-99,-2 1 0,5-1-102,2-3 0,4 3-143,-1-3 1,3-2-42,1-1 1,0-3 51,0-1 0,5-1 58,2-3 0,3-2 55,1-5 1,2-1-77,1-3 0,0-5 100,4-6 0,-3-3 3,3 3 0,-1-5 42,2 2 0,2-3 132,-3-1 1,-1 4-24,1-1 0,-3 1-118,3-4 1,-3 1 255,4 3 0,-6-2 0,2 5 1,-7 1-10,0 3 0,-5 0 36,5 0-4,-6 4-192,3 3-187,-5 4 0,-1 6 71,-3 5 1,2 1 100,-6 6 0,5 1-307,-5 3 1,2 0-19,-1 0 1,-2 4-13,6-1 0,-5 1-52,5-4 0,-1 0-158,4 0 0,-4-5 509,1-2 0,-1-3 0,4-1 0,15-29 0,3-8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2.3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67 7726,'5'-7'250,"-4"-2"487,9 7-200,-4-2-288,5 4 1,-1 4-147,-2 4 1,-4 5-174,-4 2 0,4 5-44,0-2 0,-1 3 88,-3 1 1,0 1 29,0 3 0,-4-3 65,-4 3 0,2-4-141,-1-4 0,1 2 79,-2-6-155,-2 1 107,4-4-66,0-5 1,1-6-334,5-7 1,2-4 158,1-4 0,3-2 4,5-5 0,2 0 189,1 0 0,0 0-24,4 0 1,-3 0 33,3 0 1,-3 3 105,3 1 1,-3 3-3,3-3 0,-3 6 182,3 1 0,-4 1 160,1 6 0,-7 1 28,0 3-141,-1 0 1,0 3-79,1 1 0,-5 4-85,5 0 0,-5 2 11,5 1 0,-5 0 0,5 0 0,-5-4-36,5 0 0,-1 0-120,4 0 0,-4-1 29,1-2 1,-1-3-130,4 3 1,-3-3-633,-1-1 434,0 0 0,4 0-118,0 0 0,-1-5 205,-3-2 0,3-3 17,-2-1 0,-2 0 247,1 0 0,-5-2 0,2-1 0,1 1-55,-1-1 0,-1 2 188,-3 0 0,-5 1 143,-2 0 0,-3 5-36,-1 3 0,-3 1 230,-1 2 0,-1 0-179,1 0 1,3 5 111,-3 3 1,2 5-2,-2 2 1,7 1 53,-3-2 0,3 2 153,1 3 1,-2 2-243,6-3 1,-1 3-5,4 1 1,1 4 59,3-1 1,3 1-282,8-4 0,2-1-442,5-3 0,5-2-602,2-5 1,2-1 337,-2-3 0,3-3-1285,-2-8 1849,-3-2 0,0-29 0,-5-7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2.9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44 7737,'7'-7'0,"-1"-1"179,-1 0 0,3 2 802,-5-2-315,6 6-333,-3-3 0,0 10-96,-2 2 0,-3 8-37,-1 3 0,0 8 25,0 4 1,0 6-201,0 5 0,-1-1-219,-3 4 0,-1-1-32,-2 9 0,-2-6-372,6 2 1,-5-8 125,5-3 0,-5-8-344,5-3 1,-1-7 253,4-5 0,-4-8 562,1-6 0,-1-39 0,4-15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3.3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78 7737,'0'-11'-335,"0"0"1,0 3 637,0 1 210,5 5 0,0-5-497,2 4 0,3 2-16,-3-3 0,4 3-88,4 1 0,2-2 117,5-1 1,1 2-83,3-3 0,2-1 51,5 1 0,-3 1-113,-1 3 0,-5 1-140,2 3 1,-4 2-252,-3 5 1,-5 1 290,-6 3 1,-3-2 214,-5 5 0,-4 2 0,0 6 0,-4-3-13,0 3 1,0-3-59,0-1 0,0-4 89,4 1 0,0-6 52,4 2 0,5-4 159,3-4 0,3 2 138,3-5 0,4-2 317,4-6 1,0-2-23,0-5 1,-4-5 143,0-2 1,-4-3-481,1-1 0,-8-1-107,-3-3 0,-4 3-251,-4-3 0,-3 3-290,-8 1 0,1 1 190,-4 3 1,0 3-102,-4 8 1,5 2 232,2 5 0,7 39 0,4 10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3.9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297 122 7633,'0'-15'0,"0"-1"-295,0-1 1,0 4 708,0-2 261,0 3 0,0 1-318,0 0 0,-2 5-167,-1 2 0,-7 3-20,-5 1 0,-4 2-136,0 5 0,-2 2-71,-1 9 0,-1 1 59,-3 3 0,3 1 54,-3 3 0,4-3-43,4 3 1,2-3-192,5-1 0,1 0 52,3 0 1,3-5-54,8-2 0,3-4 95,8-4 0,3 2 62,8-5 0,-3-6 11,3-5 0,1-4-109,-1-4 0,-1 2-133,-3-5 1,-1-1-93,-2-3 1,0 1-334,-4 3 1,2-3-114,-6 3 771,3-3 0,-18-6 0,3-1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4.3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89 7763,'0'11'272,"0"-4"145,0 0 1,0 1-84,0 3 1,4 5 27,-1 2 0,1 3-137,-4 1 1,0 5-7,0 2 1,0 3-303,0 1 1,-4 0 126,1 0 1,-5-3-274,5-1 1,-5-8-246,5 1-274,-6-7 403,3 1 0,-1-10-257,-1-3 1,6-3 212,-2-3 1,3-7 21,1-5 1,0-4 366,0 0 0,4-1 0,-1-3 0,1 0 0,-4-3 0,4 0-15,-1-4 0,2-2-71,-1 3 0,-2-1 200,6-3 1,-1 6 145,4-6 1,0 8-48,0-1 1,1 3 116,3 1 0,-2 4-64,6 4 0,-4 6 21,3 5 0,-1 2 64,1 1 0,2 0-90,-5 0 1,3 4 37,-3 4 1,1 2-97,-2 1 1,-6 3-13,-1 1 1,-6 3-6,-4-3 1,-5 5-76,-6-2 1,-8 3-259,-8 1 1,-2 0 135,-1 0 1,0-4-2246,0 1 2256,0-6 0,15-16 0,3-11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4.6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11 8113,'7'-3'1535,"1"-1"-1078,-6 0 0,3 5-65,-5 3 0,0 2-146,0 5 0,0 6-191,0 5 0,-1 2-160,-3 5 0,2 0-69,-6 5 0,2 2-236,-1 1 0,-3 0 438,3-4 1,1 2-57,-2-2 1,5-2-1175,-5-9 0,5-5 39,-5-2 1163,6-8 0,-3-21 0,5-11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4.8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67 7763,'6'-11'129,"-2"0"1,-2 1 283,2 3 0,-2-2-116,5 5 1,2-3-53,6 3 1,-1 1 139,8 3 0,-1 0-10,9 0 1,-1 0-115,4 0 0,-1 1-52,-3 2 1,3 2-1,-2 3 0,-3 2-151,-2-3 1,-6 6-169,-5 2 0,-6 3-88,-5-3 1,-1 5-384,-2-2 1,-6-1-502,-5 2 0,-2-1 243,-5 4 0,4-5 839,0-2 0,-3-18 0,-1-4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5.0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88 7763,'-16'-17'278,"4"0"36,-3 2 0,4 3-268,3-3-310,4 8 0,5 2-1108,2 5 1372,4 0 0,18 0 0,5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5.7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33 100 7769,'6'6'708,"-1"4"-602,-5-3 0,0 3 37,0 1 0,0 3-109,0 1 1,-4 5 55,1-2 1,-5-1-81,5 2 0,-2-5-187,1 5 1,2-6 45,-6 2 0,6-7-68,-2 0-47,3-6-69,1 3 219,0-15 1,5 3-125,2-8 1,2-1 174,-2 2 1,3-6 23,-3 2 0,3 1 69,1-2 0,-3 1-21,-1-4 0,0 3 59,4 1 1,1 3-104,3-3 0,-3 4 32,3 0 15,-3 6 1,-1 4 1,0 4 1,-3 0-8,-1 0 1,-4 6-6,0 5 1,-2 1-118,-1 6 0,0-3 94,0 3 0,0 0-11,0 0 0,0 1 15,0-4 1,0 4-41,0-5 1,0 1 22,0-4 0,0 0-8,0 0 1,0-4 102,0 1 253,0-6-414,0 3-36,0-5 0,0-5-7,0-2 0,0-3 78,0-1 0,4-4-159,0 1 0,4-5 130,0 5 1,0-6 44,0 2 0,5-3 40,-2-1 1,3 3 121,-3 1 1,3 1 274,1-2 1,0 3-84,-4 5 0,0 2 85,0 1 1,0 3-128,0 5 1,-1 2 42,-3 1 1,2 3-161,-6 5 1,1 2-101,-4 1 0,4 0 157,-1 4 0,1-3-265,-4 3 1,0-1-1080,0 2 0,0 2 463,0-3 0,0-1-9,0 2 0,0-2 669,0 1 0,0-2 0,20-5 0,4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6.3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177 364 7763,'-11'-7'0,"0"1"776,0 3-481,-1 1 0,1-3-142,0 5 1,0 5-26,0 3 1,0 2-99,0 1 1,0 4 89,0 4 1,1 2-92,3 1 1,-1-3 25,4 3 1,-3-4-226,3 7 1,0-8-103,4 5 1,0-6 27,0 3 0,0-6 4,0 2 1,1-8 136,3-3 0,-1-3 57,4-1 1,0 0-30,4 0 0,4-8 3,0-3 1,1-4-37,-2 0 1,0-2-66,4-5 0,-4 1 200,0 3 0,-1-3-53,-2 3 0,1-3 105,3-1 1,-7 0-48,3 0 1,-4 4 131,1 4 1,-2 1-52,-2 2-77,-3 5 1,4 3 5,-5 6 0,-4 3 83,0 5 1,-3 4 83,3 0 1,-3 4-145,3 0 1,-3 2 5,3 1 1,1-1 22,3-3 1,0 3 0,0-3 1,0-1 29,0 2 0,0-6 105,0 2 0,3-3-82,1-1 1,5-5-10,-2-2 0,3-3-28,1-1 0,0 0-97,0 0 1,1-8-215,3-3 0,-2-8 42,6 1 0,-6-3-221,2-1 0,2-5 171,1-2 1,-2 0-106,-1 0 0,1 0 62,-1-4 1,3-5-20,-3-3 0,1 2 154,-2-1 0,-5 0 139,2 0 0,-4 3 379,1 8 1,-4 7-120,-4 7 1,-1 4 257,-2 4 1,0 3-210,-4 8 1,3 2 102,-3 5 1,-1 5-29,-3 2 1,0 8 73,0 3 0,4-1-322,0 2 1,0 3-28,0 4 0,-1 3-89,4-3 1,-3 1 15,3-2 1,0-1-121,4 2 0,0 0-396,0 0 0,0-1-605,0-7 1,4-3 217,0-8 1,4-3 843,-1-8 0,8-31 0,2-13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7.0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363 187 7691,'15'-15'15,"-1"0"1,-1 2 325,-5 0 1,-3 1-1,-5-2 0,0 1-137,0-1 1,-1 1 25,-3 2 0,-2 0 25,-5 0 0,-5 0-114,-2 0 1,-3 5-119,-1 2 1,-4 4 31,1 4 1,-9 2-40,5 5 1,-4 5-78,7 3 0,-3 5 64,3 2 1,0 8-72,4-1 1,5 4 41,3 0 1,6-3-37,4 3 1,4 1-21,4-2 0,5-4-174,9-6 1,2-8 156,9-3 0,1-4 44,3-4 1,-4-3 96,0-8 1,-3-3-198,3-8 1,-4-2-152,1-5 1,-4 0-87,-4 0 1,-2-1-326,-5-3 0,-5 2 435,-2-6 0,-3 9 282,-1-1 0,-49-7 0,-12-5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7.1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66 12 7446,'-12'-5'-651,"1"3"2564,0-1-730,0 2 7,0 1-775,5 0 0,3 0-6,6 0 1,5 3-297,6 1 0,5 3-226,6-3 1,0 0-278,4-4 0,1 0-540,3 0 1,-1 0-1367,-3 0 2296,3 0 0,6-5 0,7-1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7.4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1 7735,'-5'11'635,"2"-4"0,-3 0 25,1 2 1,-2 6 325,3 3 0,0 0-1634,0 4 1,-1-2-229,-2 6 1,-3-3-479,2-1 1,-1-1 1353,-2-3 0,-5-2 0,-1-5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8.0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43 7762,'0'-7'243,"2"-1"0,0 0 1688,2-2-1636,-1 4 1,-3 2-34,0 8 0,4 3 42,0 8 1,-1 3-192,-3 8 1,0 3-109,0 8 1,0 2 73,0 6 1,-1-1-74,-2 0 1,0 3-132,-4 1 1,-1 4-369,-3-5 0,0-4-527,0-6 1,0-8 437,0-3 1,0-9-184,0-6 1,0-4 764,0-7 0,0-54 0,0-14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8.7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1 177 7813,'0'-6'704,"0"-4"0,0 7-545,0-4 1,5 4 15,2 0 1,3-2-240,1 1 1,4-4 26,-1 0 0,10-2 27,-2-1 1,8 0 20,3 0 0,1-1-278,2-3 0,-1 3 62,-2-2 1,-4 5-218,0 2 287,-9 4 48,1-2 1,-15 15 231,-2 5 1,-8 4-5,-3 3 1,-7 5-101,-1 3 0,1 3-4,3 4 1,0-3 26,0 3 1,1-3-49,3-1 1,-2 0 1,5 0 0,1-5 7,3-2 1,0-4-10,0-4 0,1-2-62,2-5 1,4-3 40,4-1 0,0-4-3,0 0 0,1-6-21,3-5 1,1-3-4,2-4 1,2 2-53,-6-5 1,5-1-144,-5-3 0,5 4 116,-5-1 1,1 5 13,-4-5 0,0 6-66,0-2 149,0 3 0,0 5-7,0-1 1,-3 6-40,-1-2 118,-5 8 0,7 3-1,-5 8 1,3-3 191,-3 3 1,-1-3-52,-3-1 0,4 0 148,0 0 1,4 0-30,0 0 1,-2-3-119,1-1 1,0-3-169,4 3 0,4-5-46,0 2 1,1-4-222,-2-4 0,2-2 113,3-5 1,4-4-80,-5 1 1,6-6-51,-6 2 1,-1 1-154,2-2 1,-6 2 324,2-1 1,-7-2 28,0 5 1,-6 4 184,2 4 0,-4 3-4,-4-3 0,-6 5 217,-4-2 0,-5 8-100,5 3 0,-5 3 165,4 1 1,1 0 86,3 0 0,0 4 325,0-1 0,1 5-296,3-5 1,2 5-184,5-5 1,0 5-128,0-5 0,0 5-238,0-4 1,9 3-267,6-3 1,6-2 38,5-6 1,2 2-316,5-5 1,0-2-420,0-6 0,0-3 981,0-8 0,0-21 0,0-11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9.3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32 6566,'5'-11'1305,"-4"5"0,4 0-885,-5 2 1,1 3-69,3-3 1,-3 4 132,3 4 0,1 6-218,-2 5 1,5 8-83,-5-1 0,2 7-287,-1 1 1,-3 3 61,3 3 1,-3 2-46,-1 3 1,0-2-189,0-2 0,0-3-471,0 3 0,-5-8 130,-2-3 1,1-4-412,-2-4 1,5-2 251,-5-5 773,6-5 0,7-30 0,7-13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49.6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11 7720,'-8'-2'-799,"1"-1"1,0 2 883,-4-3 0,3 4 608,1 4 1,0 2-628,-5 5 0,1 5-109,0 2 0,5 3-94,3 1 0,1 0 137,2 0 0,0 4-45,0-1 0,2 1 139,1-4 1,7-5 2,5-2 1,4-4 144,0-4 0,2-2-67,1-5 0,-5-5 258,-2-2 0,-1-4-257,-3-4 0,1-2-254,-8-5 0,0-4-150,-4 1 1,-6-5-519,-5 5 1,-5 3 428,-6 3 317,0 6 0,-25 11 0,-6 10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50.8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0 200 7720,'6'-11'-789,"0"3"869,-2 1 1005,-3 0-813,4 1 1,-5 2-130,0 8 1,0 2-170,0 5 0,0 1 120,0 3 1,-3 2-61,-1 5 1,0-4-14,4 1 1,0-1-76,0 4 0,1-4 23,3 1 1,-3-4-161,3 3 1,1-5 127,-1 2 0,3-3-209,-3-1 4,4-4 122,-2-3-15,5-4 0,-1-4 7,-2-4 0,1-3 15,-1-4 1,-2 2 42,1-5 0,1-1 0,3-3 0,-4 1 52,0 3 1,-1-3 102,2 3 1,0 2-92,-4 1 1,3 3 119,-3 1 1,1 1-19,-1 3-26,-3-3-12,4 9 1,-5-3-1,0 8 0,0-2 74,0 6 1,3 0-62,1 7 1,0-3 3,-4 3 0,0 1-15,0-2 1,1 5 7,3-5 1,-2 2 116,5-1 0,-3-6-86,3 2 0,0-3 80,0 3 1,3-5 11,-3-2 0,3-3 183,1-1 0,-1-1-209,-3-3 1,3-2-40,-3-5 0,-1-3-348,2-1 1,-2-5 175,1 2 0,2-2-468,-6 2 1,5-2 189,-5 6 1,5-5-9,-5 5 0,6-4 73,-2 7 1,-1-2 284,2 6 0,-1 2 0,1 0 0,-1 5-23,-5 0 152,3 5 0,-5 1 176,0 5 0,0 0-126,0 0 0,0 0 35,0 0 0,1 0-92,3 0 1,2 0 28,5 0 0,0-4 23,0 1 0,2-2-66,1 1 1,0-1 38,4-2 1,-3-3-84,3 3 1,-3-4-97,3-4 0,-4 2 6,0-6 0,-1 0-192,-2-7 1,0 3 180,0-3 1,-1-1-49,-3 2 0,-2-5 6,-5 4 0,0-3-4,0 3 1,-1 2 138,-3 6 0,-3-2-53,-8 5 0,1 1 138,-4 3 1,5 8-88,-2 3 1,-1 4 17,1 0 1,1-2 14,2 5 0,1 0 105,0 0 0,4 3-54,0-3 0,4 3 106,0 1 1,1-4-215,2 1 0,4-6-45,0 2 0,8-3-134,-1-1 1,7-5 33,1-2 1,3-3-158,4-1 0,-2-1 127,5-3 0,-4-3 74,1-8 1,-2 2 16,2-6 0,-3 5 101,3-5 1,-7 1 84,0-4 0,-4 4 33,3-1 0,-5 2 48,2-1 1,-4 1-30,-4 2 0,3 3 84,-2-3 0,-2 4-55,1 4-95,-4-3 6,6 9-81,-7-4 1,6 10-10,-4 2 0,-1 3 12,-3 1 0,0 0-17,0 0 1,0 3 1,0 1 1,0 5 2,0-2 0,0 2 35,0-2 1,-3 3 18,-1-3 0,-1 3 30,2 1 1,0-3 2,-4-1 1,4-5 73,0 2 0,1-3 414,2-1 635,0-5-848,0-1 0,0-6 39,0-3 1,4-3-256,0-8 0,6-2-122,1-5 1,1-5-190,6-2 1,1 1-350,3-2 1,0 1-104,0-4 1,3 0 331,1 0 1,4 5-1104,-5 2 0,5 4 149,-5 3 1,1 3 1204,-4 5 0,-5 10 0,-1 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2:57.1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706 23 7922,'0'-11'1497,"0"5"-978,0 1-271,0 20 0,0-2-96,0 13 0,0-2-139,0 2 0,0 2 101,0 5 0,1 2-100,2 1 0,0-1 22,4 1 1,-1 2-227,2-1 0,-2-4-159,-2-3 0,-3-7-105,2-1 51,-1 0 175,-2-10 193,0-1-88,0-6 1,-4-13 34,0-3 1,1-7 1,3 4 1,-4-2 26,0 1 0,-4 2-9,0-6 0,2 4 57,-1-3 1,0 5 0,-4-2 1,-2 3 220,-1 1 1,1 1 17,-1 3 0,-2-2 26,1 5 0,-5 1-79,2 3 0,1 6 64,-2 5 0,6 1 54,-2 6 1,4-3 132,4 3 1,2-3-107,5 4 0,0-2-89,0 1 1,9 2-468,2-6 1,7-3-250,0-3 1,3-2-570,1 1 1,0-2 1052,0-5 0,20-29 0,5-8 0</inkml:trace>
  <inkml:trace contextRef="#ctx0" brushRef="#br0" timeOffset="647">948 111 7867,'-6'-5'-82,"2"-2"1,2 2 361,-2 1-161,3-2 0,-4 4 229,5-6 3,0 6-142,0-3 145,0 0-169,0 4 0,4 1-14,-1 7 0,1 3-29,-4 1 1,0 1-58,0 3 1,0 6-170,0 5 0,-4 4 82,1 0 1,-5 1-103,5 3 0,-1-3 103,4-1 0,0 0-24,0-4 0,5 0 77,2-4 0,7-5 29,0-2 1,7-4 1,1-4 1,2-2-81,5-5 0,0 0-16,4 0 0,-3-4-114,-1 1 0,-4-6-263,0 2 1,-1-2-449,-2 2 0,-9-2-272,-2 6 678,-7-6 0,1 7 432,-5-6 0,-25 16 0,-5-1 0</inkml:trace>
  <inkml:trace contextRef="#ctx0" brushRef="#br0" timeOffset="931">507 684 7921,'-7'0'190,"-1"0"0,5 0 950,-5 0-337,6-4-332,-3 2 1,10-3 63,2 5 0,12 0-88,3 0 0,12 2-38,3 1 0,13-1-256,5 1 1,14-2-119,4-1 1,-1 0-358,6 0 0,-10 0-346,-2 0 1,-8 0 273,-7 0 1,-14 0-1109,-4 0 256,-12 0 1,-9-3 516,-4-1 0,-7 0 729,-1 4 0,-39 5 0,-15 1 0</inkml:trace>
  <inkml:trace contextRef="#ctx0" brushRef="#br0" timeOffset="1417">728 883 7911,'-2'-6'2237,"-1"2"-1765,1 3 0,-2 6-189,4 2 0,1 7-152,2 0 1,0 7-13,4 1 0,-3 1-149,3 7 1,-3-4 224,3 3 1,-3 0 21,3 4 1,-4-4-219,0-4 1,-1-1-329,-2-2 1,0-2 252,0-1 1,0-3 155,0-5 0,-4-4-73,0 0-93,1-4-121,-2 2 0,2-6 78,-4-3 0,3-3-147,-3-8 1,1 1 84,-2-4 1,-1 3-91,1-3 1,-1 0 214,-2-4 0,-4 3-2,0 1 0,-1 4 143,1 0 0,2 1-38,-5 2 0,-1 5 85,-3 3 1,4 1-34,-1 2 1,1 5 213,-4 3 0,5 5-21,2 2 0,4 3 103,4-3 1,-2 3-100,6-3 1,-1 3 40,4-3 0,5 1-296,2-1 1,3-3-22,1 3 0,5-3-109,2-1 0,3-4-239,1 0 1,-3-4-584,-1 1 1,0-3 145,4-1 1,0-4-506,0 0 1,-3-4 1279,-1 1 0,15-28 0,8-6 0</inkml:trace>
  <inkml:trace contextRef="#ctx0" brushRef="#br0" timeOffset="1859">1213 1103 7911,'11'-14'107,"0"-1"1,0 5 241,0-5 1,-4 3-97,0 1 0,-3 0 27,3 0 1,-4-1 54,1-3 0,-4 3-77,-4-3 1,-2-1 108,-5 2 1,-4-1-144,0 4 1,-4 0-1,0 0 1,-3 5-16,-3 2 1,1 4-99,-1 4 1,-2 2-78,1 5 1,1 6-23,7 5 0,-1 4-254,4 3 0,1 3 159,7-3 0,2 3-218,5 1 1,3-1 102,4-2 1,1-3 10,11-5 0,3-2 86,4-1 1,7-3 37,-4-5 1,5-5 18,-4-2 0,0-4 11,0-4 0,0-3-311,-4-8 1,-5-2-128,-6-5 0,-3 0-187,-1 0 1,-5 1 164,-2 2 0,-3-2-8,-1 3 1,-5-1 500,-2 0 0,-8 3 0,-32 5 0,-11 0 0</inkml:trace>
  <inkml:trace contextRef="#ctx0" brushRef="#br0" timeOffset="1990">1080 1037 8059,'-14'0'0,"-1"0"0,2 0 656,0 0 0,6 0-254,0 0 1,4 1 493,-1 3-614,3-3 1,6 5-52,2-2 1,8-3-271,4 3 1,5-3-315,2-1 1,3 0-400,-3 0 0,3 0 601,-3 0 151,-5 0 0,9-19 0,0-6 0</inkml:trace>
  <inkml:trace contextRef="#ctx0" brushRef="#br0" timeOffset="2574">33 321 7847,'-7'-11'0,"1"0"203,1 0 510,1 4-91,4-2 166,-5 7-454,4-3 1,-4 7-97,5 1 0,0 5 187,0 6 1,0 8-40,0 8 1,0 4-63,0 7 1,0-1-152,0 8 1,0 2-63,0 1 1,4 5-159,-1 2 1,1-1-384,-4 2 1,0-8-120,0-3 1,0-4-707,0-4 0,0-4 1255,0-10 0,-5-15 0,-1-13 0</inkml:trace>
  <inkml:trace contextRef="#ctx0" brushRef="#br0" timeOffset="3049">1543 420 8412,'0'-6'3486,"0"1"-3053,0 20 0,0 4-79,0 18 0,5 3 10,3 8 1,1 2-322,2 5 0,2 1-210,1-1 1,-5-5-269,2-2 1,-6-4-658,2-4 0,-4-8 568,0-10 524,-6 0 0,-13-24 0,-7-1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23:53:01.9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 8157,'-15'-1'0,"-3"2"0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12.0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407 43 7708,'-11'-11'359,"5"5"1,-4-3-126,2 6 0,2-1-106,-1 4 0,0-1 41,-4-3 0,0 3-143,-1-3 1,0 7 60,-2 0 1,0 6-127,-4-2 0,-1 8 49,-3 3 0,0 4-41,0 4 0,0 2 64,0 5 0,0 4-162,0 0 0,0 4-74,0 0 1,6 2-7,5 1 1,1-5 43,6-2 0,2-8-84,6-3 1,2-4 107,5-4 0,1-3 38,3-8 1,3-2 79,8-5 0,-3-1-22,3-3 0,1-3 9,-1-8 1,4-7 25,0-7 0,-3-1 110,-2-3 0,-1 3 141,-2-7 0,0-1-84,0 1 0,-6 1-222,-5 2 1,-2 1 101,-5 0 0,0 5-243,-4 2 1,-1 4-55,-3 4 0,-2 2-77,-5 5 0,0 4 133,0-1 1,0 6 203,0-2 0,-2 3 0,-1 1 0,-13 29 0,-8 8 0</inkml:trace>
  <inkml:trace contextRef="#ctx0" brushRef="#br0" timeOffset="376">65 352 7969,'-6'-5'1281,"-4"4"-554,9-4-164,-4 5-271,5 0 1,5 0-78,2 0 0,3 0-179,1 0 0,1 0-233,3 0 0,1 0-285,2 0 0,3-2-673,-3-1 0,3 0 184,1-4 971,5 5 0,16-18 0,9 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13.3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12 7110,'-6'0'242,"-4"-5"0,8 4 78,-6-3 0,5 3-151,-5 1 1,2 1-151,-1 3 1,-3-2 77,3 6 0,-3-1-116,-1 4 0,3 0-45,1 0 1,0 0 105,-4 0 0,3 0-131,1 0 1,5 4 39,-2 0 1,3-1-58,1-3 0,0 0-2,0 0 38,0 0 0,5-1 138,2-3 0,4-2-91,4-5 1,-3-5 24,3-2 0,1-3-14,-2-1 0,5-3-101,-5-1 1,2-3 68,-1 3 1,-3-4-146,3 5 0,-7-5-119,0 5 1,-6-1-444,2 4 751,-3 0 0,-30 5 0,-8 1 0</inkml:trace>
  <inkml:trace contextRef="#ctx0" brushRef="#br0" timeOffset="1226">596 89 7704,'6'0'455,"-1"-5"-48,-5 4 11,0-4-395,0 5 60,5 0 0,-4 1-85,3 3 47,-3 2 1,-1 5-54,0 0 0,-4 1-11,1 3 1,-5-3-82,5 3 1,-2-3-38,1-1 0,2 2 106,-6 1 1,5-1-97,-5 1 1,6-5 23,-2-2-26,-2 1 70,5 3-116,-4-5 0,5-3 59,0-6 1,0 0 29,0-4 1,5 0-81,2-5 1,2-2 87,-2-1 1,3 0 12,-3 4 0,3-1-32,1-3 0,0 3 117,0-3 1,0 3-68,0 1 1,0 0 140,0 0 0,4 1-33,0 3 0,-1-2 143,-3 6-195,0-1 19,0 4 0,-1 1 211,-2 3 0,-4-2-47,-4 6 1,0-1-4,0 4 1,0 0-66,0 0 1,-3 0-67,-1 0 0,-3 4-260,3 0 212,-4-1 1,5-3-113,-4 0 1,4 0 43,0 0 1,1-3-1093,2-1 820,0-4 0,2 1 330,1-4 0,28-19 0,11-6 0</inkml:trace>
  <inkml:trace contextRef="#ctx0" brushRef="#br0" timeOffset="1628">927 166 7704,'0'6'244,"0"-1"-134,5-5 0,-3 0-135,5 0-43,1 0 0,3 0-61,0 0 1,-4 0-26,1 0 1,-1-1 102,4-3 0,-4 2-46,1-5 0,-1 3 53,4-3 0,-1 3-101,-3-3 0,2 3-111,-6-3 241,6-1 0,-8-3-19,3 0 16,2 5 70,-5-4 1,-1 9-114,-7-3 226,-3 3 1,-5 1-52,1 0 1,-1 5 42,4 2 0,0 2-66,0-2 1,0 3 192,0-3 1,1 3-18,3 1 1,-2 0-4,5 0 0,-3 0-271,3 0 0,1 0 95,3 0 0,0 0-382,0 0 1,5-1 155,2-2 0,6 0-177,2-4 0,5 0 154,-2-4 1,3 0-444,1 0 1,-1-5 603,-3-3 0,18-21 0,-1-7 0</inkml:trace>
  <inkml:trace contextRef="#ctx0" brushRef="#br0" timeOffset="2167">1235 111 6774,'-7'0'1054,"0"0"-686,4 0-285,-2 5 1,5-2-118,0 4 0,-1-5 38,-3 2 1,3 2 57,-2 1 1,1 0-146,2 0 147,0 0-154,0 4 0,4 0 30,0 0 0,1-5-255,-2-2 159,3 2 1,5-4 66,0 1 1,0-2-52,1-1 1,-5 0 72,0 0 0,1 0 59,3 0 1,-4-1-62,0-2 0,1 0 117,3-4 0,-4 1-97,0-2 1,-3-2 166,3 3 1,-3-1-84,3 0 1,-3-2 55,3 3 1,-4 1-15,1-1 1,-2 0-50,2 0 1,-3 1-35,3 2 64,-3 3-116,-1-4 99,0 5-138,0 5 0,-1-3 20,-3 6 1,3-4 26,-3 3 0,3 0-18,1 4 1,0-3-85,0-1 127,0 0-16,5 4 1,1-1 129,5-3 0,0 2-120,0-5 1,0-1 363,0-3 0,4-1-135,-1-3 0,2-2 106,-1-5 1,-3 0-20,3 0 0,-3-3-1,-1-1 1,-3-3-123,-1 3 0,-5-4 26,2 5 0,-4-1-916,-4 4 0,-5 0 164,-6 0 564,0 5 0,-15 1 0,-6 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17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442 88 7708,'0'-11'62,"0"0"0,0 4 135,0-1 1,-2 2-90,-1-1 0,-3-3 13,-5 3 0,0 2 22,0 1 0,-2-1-162,-1 2 0,-4-1 56,-4 4 0,0 5-16,0 2 0,-3 3 96,-1 1 1,-4 6-201,5 5 1,-5 2 14,5 5 1,-1 0-68,4 4 0,1 1-60,3-1 0,3 0-56,8 0 1,2-4 42,5 1 0,0-7 110,0-1 1,9-5 76,6-6 0,5-5-92,2-2 0,4-3 166,-1-1 0,6-6-87,-2-5 1,3-5 69,1-6 0,4 0 9,0 0 1,-5-4-12,-7 0 1,-3-3-225,-3 3 0,0-3 113,-4 3 1,-5 4-241,-7 4 0,-1 4 317,-2 0 0,-10 1 0,-46 12 0,-22 2 0</inkml:trace>
  <inkml:trace contextRef="#ctx0" brushRef="#br0" timeOffset="158">23 265 7708,'-8'0'447,"1"0"756,5 0-355,-3 0-594,5 0 0,6 0-169,5 0 0,5 0 83,6 0 0,5-4-810,2 0 1,7-4 405,0 0 0,7 2-1092,1-1 1328,-4 0 0,27-9 0,-3-2 0</inkml:trace>
  <inkml:trace contextRef="#ctx0" brushRef="#br0" timeOffset="750">651 430 7666,'0'-6'45,"0"0"281,0 2 83,0 3-15,0-4-343,-5 0 52,-1 4 1,-5-4-134,0 5 1,0 4 77,0-1 0,-4 6 0,1-2 0,-5 3-108,5 1 1,-2 0 45,1 0 1,3 0-20,-3 0 0,3 4 36,1-1 0,5 1-219,2-4 1,3-3 60,1-1 1,5-1 41,2 1 1,8-2-1,3-5 0,8-5 31,3-2 1,-2-3-95,-1-1 0,-7 0 103,0 0 0,-6-1-133,2-3 1,-4 3 83,-4-3 0,-2 3 122,-5 1 0,-5 0 0,-1 0 0</inkml:trace>
  <inkml:trace contextRef="#ctx0" brushRef="#br0" timeOffset="1584">1202 507 9638,'-7'0'-3,"0"0"0,-1 1-56,-3 3 0,0-3 68,0 3 0,0 1 13,0-1 0,0 4 57,0-1 1,-4 0-190,1 0 0,0 0 100,7 4-93,-3 0 1,9 0 35,-3 0 1,3-3 43,1-1 0,5-4-90,2 0 0,3-2 100,1-1 1,4 0-335,-1 0 1,1-3 140,-4-1 0,0-5-83,0 2 1,0-3-166,0-1-147,0 0 601,0 0 0,5-10 0,1-2 0</inkml:trace>
  <inkml:trace contextRef="#ctx0" brushRef="#br0" timeOffset="1912">1357 441 7967,'-6'0'1317,"-4"0"-530,9 0-350,-4 0-227,5 5 0,0 1-142,0 5 1,1 1 81,3 3 1,-3-3-340,2 3 1,2 1 184,-1-1 0,3 0-319,-3 0 0,1-3-111,-1 3 1,-2-3-362,5-1 0,-4 0 307,1 0 0,-2-3-422,2-1 910,-3-4 0,18-23 0,0-11 0</inkml:trace>
  <inkml:trace contextRef="#ctx0" brushRef="#br0" timeOffset="2378">1588 397 7708,'0'-11'1407,"1"5"-981,3 2-32,-3 3-85,4 1 1,-4 1-101,3 3 1,-3 2-34,3 5 1,1 0-39,-1 0 0,3 4-107,-3-1 1,3 5-21,-3-5 1,3 5 93,-3-5 1,1 5 43,-2-4 0,-2 3-105,3-3 1,-3-1-408,-1-3 0,0 0-58,0 0-847,0-4 389,0 2 120,0-7 148,0 2 420,0-13 1,-3 1 86,-1-6-33,0 1 1,1 2 151,-1 0 1,-3 0-43,3 0 1,-5 4 114,2 0 1,-3 4 69,-1-1 0,0 0 65,0 0 1,0 0 134,0 4 1,0 0-150,0 0 0,0 4 36,0 0 1,1 4-83,3-1 0,-2 0 76,6 0 1,-1 0-40,4 4 0,0 0-80,0 0 0,1-3-55,3-1 0,0-1-234,7 2 0,-3-4-678,7-4 1,-3 0 472,-1 0 0,4 0-360,-1 0 1,1 0 733,-4 0 0,15-29 0,3-8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16.3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23 9676,'11'0'394,"0"0"-435,0 0 0,4 0 120,-1 0 0,9 0-777,0 0 0,1 0 130,-2 0 0,0-1-729,0-3 1297,0 3 0,0-9 0,0 4 0</inkml:trace>
  <inkml:trace contextRef="#ctx0" brushRef="#br0" timeOffset="209">23 144 7704,'-5'6'436,"4"-1"686,-9-5-251,9 0-213,-4 5-915,5-4 0,6 4 220,5-5 1,2 0-290,9 0 0,-1-1 214,9-3 112,-1 3 0,53-23 0,12-1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22.5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78 320 7704,'-11'0'102,"0"0"0,4 0 314,-1 0-25,1 0 275,-4 0-197,0-5 28,5 4-276,1-4 1,6 5 76,3 0 0,3 0-88,8 0 1,-2 0 23,6 0 1,-1 0-281,4 0 0,0 0 97,0 0 0,0 0-222,0 0 1,0 0 125,0 0 0,-1 0-976,-2 0 1,0 0 114,-4 0 906,4 0 0,-6-5 0,3-1 0</inkml:trace>
  <inkml:trace contextRef="#ctx0" brushRef="#br0" timeOffset="897">1710 0 7911,'0'7'797,"0"1"1,-2-1-560,-1 4 1,-5 5-167,-6 2 0,-1 4 30,-7 4 1,-3 4-111,-8 6 0,-5 2-16,-2 3 0,-7 0 149,0-4 0,-9 2-244,5-6 0,-4-2 45,7-9 1,2-5-43,5-2 1,1-3 70,7-1 1,2-5 72,9-2 0,5-3-217,2-1 1,4-1 67,4-3 0,1-2-56,2-5 1,3-4 32,-3 1 1,3-6-102,1 2 1,1-3 50,3-1 0,1 0-78,2 0 1,6-4 103,-2 0 1,7 1 27,-4 3 0,6 0 292,-2 0 0,4 4-76,4 4 0,-3 3 343,3 3 1,-3 2-224,-1 2 0,0 3 194,1-2 1,-1 7-135,0 8 1,-4 3 355,0 7 1,-3 5-157,3 3 1,-4-2-62,1 1 0,-3-3-327,-1 4 0,-4-6 22,1 2 1,-2-3-591,1-1 1,3-5 341,-3-2 0,-1-4-1051,2-4 870,-1-2 0,4-5 339,0 0 0,25-34 0,5-9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24.5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606 110 7687,'-6'-11'148,"-2"0"-78,4 0 0,0 4 83,4 0 1,0 3 70,0-3 0,0 3-29,0-3 0,5 4-130,3-1 1,1 0 55,2 0 0,2-3-93,1 3 0,0 0 100,4 4 0,-1 0 16,2 0 0,2 1-216,-3 3 0,-1 2 129,2 5 1,-6 0-112,2 0 1,-3 5-41,-1 3 0,-5 1-123,-2 2 0,-3 2 49,-1 1 1,-1 2-85,-3 3 1,-7 2 7,-7-3 0,-3 2 35,-1-2 0,-5 2 201,-3-6 1,2 1-66,-1-4 1,-1-1 134,-3-3 0,2-2-80,1-5 0,3-1 72,5-2 0,1-4 16,3-4 0,-2 0 129,6 0 1,3-3 27,3-1 1,6-8-76,-2 1 1,3-4-75,1 0 1,5 2-2,2-5 0,4-1-185,4-3 0,0 4 111,7-1 1,-3 5-102,7-5 1,3 5-119,4-5 0,1 6-150,2-2 1,3 6-708,2 2 1073,-3 5 0,34 2 0,4 6 0</inkml:trace>
  <inkml:trace contextRef="#ctx0" brushRef="#br0" timeOffset="540">1246 66 7688,'0'-11'5,"0"0"0,0 4 111,0 0 0,0 3 71,0-3 1,-1 3 167,-3-3-58,3 4-183,-9-2 0,4 5 81,-5 0 0,0 1-145,0 3 0,0 3 106,0 8 0,-4 1-143,0 2 1,-3 7 31,3-3 1,1 2 91,2-1 1,-2 2-522,-1 1 1,0 3 199,4-3 0,0 0 40,0-4 1,2 0 91,1 0 1,0-5-122,4-2 1,-3-3 43,3-1 1,0-4 0,4 1-49,0-6 91,0 3 1,5-5 46,2 0 1,3-1 10,1-3 0,-2 3 74,2-3 0,-3-1-93,7 2 1,-1-5 108,0 5 1,0-5-67,4 5 1,-3-2 207,3 1 1,-3 3-57,3-3 1,-3 3-100,3 1 0,1 0 155,3 0 0,0 0 151,0 0 1,0 0-321,0 0 1,-4 0 37,1 0 0,-1 0-219,4 0 0,-5 0-20,-2 0-409,2 0 0,-5 0-506,3 0-6,-8 0 1087,3 0 0,-28 0 0,-2 0 0</inkml:trace>
  <inkml:trace contextRef="#ctx0" brushRef="#br0" timeOffset="957">298 662 7693,'-8'-4'-720,"1"0"1145,5 1-33,-8 3-97,9-5-101,-4 4 1,10-4-24,2 5 1,8-4-83,3 0 1,8 1 102,3 3 1,9-2 161,6-1 0,13 0-119,12-4 1,11 4-281,16 0 1,-47 2 0,2 1 143,4-1 0,0 2 0,0-1 1,-1 0-99,0 0 0,-1 0 0,45 0-170,-10 0 1,-7 0-261,-11 0 1,-15 0 6,-15 0 0,-7 0-23,-7 0-1156,0 0 1147,-19 0 1,2 0 453,-13 0 141,-7 0 0,-45-5 0,-15-1 0</inkml:trace>
  <inkml:trace contextRef="#ctx0" brushRef="#br0" timeOffset="1489">210 860 7693,'4'-7'-201,"4"-1"0,3 2 112,4-1 0,-2 1 386,5 2 1,-2 3-17,6-3 1,-2 3-116,6 1 1,-2 0 9,2 0 1,-2 1 67,6 3 1,-4 2-69,3 5 1,-8 0-186,1 0 0,-4 4-95,1-1 1,-8 6-115,-8-2 1,-2 0-45,-1 0 1,-4 2 148,-4 5 0,-6-1-90,-5 1 0,-3-1 18,-4-2 0,-2 0 52,-5 0 0,1 0 41,3 0 1,-3-4 117,3 1 0,-7-2-32,-1 1 1,1-2 145,3-5 0,-1 0 128,1 0 1,2-5-108,1-2 1,8-3 50,7-1 0,3 0-78,1 0 0,5-5-67,2-2 0,3-3 49,1-1 1,3-4-194,4 1 1,3-5-101,12 5 1,-1-5-106,8 5 0,2-5-122,5 4 0,2-3 153,3 3 0,2 2-221,-3 6 1,-2-3 471,-1 2 0,26 13 0,7 3 0</inkml:trace>
  <inkml:trace contextRef="#ctx0" brushRef="#br0" timeOffset="2149">1224 937 7693,'11'0'-613,"0"0"1,-4-3 367,1-1 1,-1-1 1258,4 1-589,0 3 0,-1-9-136,-3 3 0,2 1 152,-6-2-221,1 1 0,-4-4-32,0 0 0,-6 0 24,-5 0 0,-1 1-32,-7 3 1,0-2 15,-7 6 0,1-1-147,-4 4 0,0 0 84,-4 0 0,-1 5-150,1 2 0,0 4 59,0 4 1,0 3-140,0 8 1,4-1-49,-1 4 0,7 4 7,1 4 1,2 1-156,9-2 1,3-5 141,8 2 1,6-8 66,5-3 0,5-1 20,6-7 1,5-4 57,2-6 0,3-3-81,1-1 0,4-6-4,0-5 1,-1-1-107,-2-7 1,-1 1-185,0-4 1,0-4-193,0 0 0,-9 1 215,-2 3 1,-7-1 357,0 1 0,-8 2 0,-3 1 0,-47-2 0,-12 4 0</inkml:trace>
  <inkml:trace contextRef="#ctx0" brushRef="#br0" timeOffset="2325">838 1025 7693,'-7'0'532,"-1"0"807,6 0-551,-3 0-531,15 0 0,2-1-320,10-2 0,5 1 96,2-1 0,3 0-98,1 0 0,5 0 109,3-4 0,2 3-44,1-3 0,24-6 0,7-4 0</inkml:trace>
  <inkml:trace contextRef="#ctx0" brushRef="#br0" timeOffset="3033">1532 1059 7680,'0'-11'167,"0"3"162,0 1 71,0 4-24,0-6-191,0 7 23,-4-3 1,-3 5-199,-4 0 1,0 0 70,0 0 0,-1 5-38,-3 3 1,3 1-48,-3 3 1,0-1-30,0 0 1,0 0 0,4 0 1,0 3-63,0 1 1,4 0-114,-1-4 1,6 1 90,-2 3 0,4-7 8,4 3 0,7-6 46,7 3 0,3-6-148,1 2 0,0-4 73,0-4 0,0-2-70,0-5 1,-3-4 84,-1 0 1,-8 0 5,1 0 1,-6 3-317,2-3 1,-4-1 431,0 1 0,-1-4 0,-2 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36.2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23 7681,'-6'-5'968,"1"4"0,6-5-394,3 2 1,3 3-205,8-3 0,3 3-299,8 1 0,3 0 67,8 0 1,2 0-577,5 0 1,-3 0 324,-1 0 1,-9 0 112,-2 0 0,-24 0 0,-8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37.0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618 219 7663,'11'-3'0,"0"-1"342,0 2 0,-3-3-81,-1 1 0,-3 0 50,3 4 28,-5 0 0,3 2-101,-5 1 0,-1 3 54,-3 5 0,-2 5-87,-5 3 0,-5 2 117,-2 1 0,-8 1-70,-3 3 1,-7 2-68,0 5 0,-7-1-151,-1-3 1,-2 3 129,-5-3 0,1 2-338,-2-2 1,4-3 145,8-8 1,6 2-149,4-5 0,11-2 32,0-5-776,6-4 621,7-4 1,1-4-95,5-4 0,4-5 13,-1-2 1,6-5 48,-2 2 0,3-6 128,1-2 0,1-4 7,3 5 1,-2-6 87,6 2 1,-1 2-38,4 1 0,0 3 342,0 1 0,0 5 42,0 2 1,0 4 239,0 3 1,-3 4 189,-1 4 1,-3 2-301,3 5 0,-3 6 209,3 9 0,-4 0-182,1 0 0,0 3-113,0 1 0,4 4-90,-5-5 0,5 1-344,-5-4 1,1-4-168,-4 1 0,4-3-439,-1-2 1,1 1-863,-4-7 0,0-4 178,0 0 1441,0-3 0,10-40 0,2-10 0</inkml:trace>
  <inkml:trace contextRef="#ctx0" brushRef="#br0" timeOffset="543">1456 109 7614,'0'-11'0,"0"0"-84,0 0 0,0 0 491,0 0 1,0 0-53,0 0 1,5 4-7,2-1 0,4 6-102,4-2 1,-1-1-85,4 2 0,0 0-14,4 7 0,-3 2-92,-1 5 0,-1 1-25,2 3 1,0 3 82,-4 8 0,-4-3-350,-4 3 1,-4 1 155,0-1 0,-3 4-251,-3 0 0,-5-2 145,-6 1 0,-3-1-146,-6 2 1,-3 0 180,-4-4 0,-2-1 88,-1-7 1,0 2 54,0-6 1,1 1-96,3-4 1,2-1 191,5-3 0,5-2-92,2-5 1,3 0 131,1 0 0,5-1-66,2-3 1,3-2 97,1-5 1,1-4-160,3 1 0,2-6-192,5 2 0,5-3-156,2-1 0,4 0 169,4 0 1,-2 1-148,6 3 0,-1-2 94,4 5 0,4 1-343,0 3 572,4 4 0,8 17 0,8 9 0</inkml:trace>
  <inkml:trace contextRef="#ctx0" brushRef="#br0" timeOffset="1117">2073 43 7675,'0'-11'598,"-3"4"-382,-1-1 0,-1 6-10,2-2 0,0-1-11,-4 2 1,-1 0 10,-3 7 1,0 2-112,0 5 1,-1 1 82,-3 3 0,3 2 24,-3 5 1,-1 0-146,2 0 1,-5 4 53,5 0 1,-1 3-198,4-3 0,0 7 73,0-4 0,0 4-177,0-7 1,5 0 89,2-4 1,-1-1-63,2-3 72,-1-2 1,5-9-101,3 1 0,-2-6-30,6 2 0,-1-3 108,4-1 0,1-1-151,3-3 0,-2 2 62,6-6 1,-6 2 213,2-1 1,1-2-93,-2 6 0,5-5 148,-4 5 1,-1-5 44,-3 4 1,0 0 159,0 0 1,4 3 108,0-3 0,-1 3-175,-3 1 1,4 0 26,0 0 1,4 3-100,0 1 1,2 3-221,1-3 1,0 4 82,0-5 0,-1 5-224,-3-5 1,2 2-612,-6-1-9,6-3 1,-8 8-583,3-6 1427,-8 1 0,-22 1 0,-9 1 0</inkml:trace>
  <inkml:trace contextRef="#ctx0" brushRef="#br0" timeOffset="1619">1280 627 8341,'6'-6'387,"5"2"1,6 3-213,9 1 1,3 0 126,8 0 0,12 0-86,10 0 0,14 0 277,8 0 0,8 4-557,3 0 1,6 1-105,-6-2 0,-4-2 241,-14 3 1,-13-3 144,-9-1 1,-12 0-797,-7 0 0,-10-1-107,-8-3-1595,-8 3 1609,-2-9 0,-6 9 342,-3-3 0,-7 3 329,-7 1 0,-32-5 0,-9-1 0</inkml:trace>
  <inkml:trace contextRef="#ctx0" brushRef="#br0" timeOffset="2070">1247 815 7691,'-10'-8'-352,"1"1"1113,2-2-410,4 0 0,0-1-299,6 2 0,4 2 81,4 3 0,5 1-64,2-1 1,3 2 123,1 1 0,0 0 115,0 0 1,0 1-275,0 2 0,0 4 78,0 4 0,-5 0-267,-2 0 1,-4 3 99,-4 1 1,-2 5-34,-5-2 1,-1 3-19,-3 1 0,-7 0 77,-7 0 1,-3 0-33,-1 0 1,-1-1-137,-3-3 0,-2 2 128,-5-5 0,0 1 22,0-2 1,3-3 168,1 0 1,1-1-52,-2-6 1,0 1 86,4-2 0,0-1-49,4 1 1,5-2 19,2-1 0,3-1-40,1-2 1,5 0-19,2-4 0,3-1-142,1-3 1,9-1 86,2-3 1,7 2-562,0-5 0,9 3 257,6-4 1,2 6-439,5-2 0,0 2-18,5-2 744,-1 3 0,8 1 0,8 1 0,5 1 0,0 1 0</inkml:trace>
  <inkml:trace contextRef="#ctx0" brushRef="#br0" timeOffset="2554">1963 892 7691,'4'-11'-169,"0"0"1,-1 0 0,1 0 818,0 0-250,-1 0 1,-3 0-85,0 0 0,-5 3-162,-2 1 0,-3 3-75,-1-3 0,-5 4-31,-2 0 1,-3 2 68,-1 1 0,-1 1-72,-3 2 0,-2 5 54,-5 7 0,0 2-141,0 5 0,1 1 5,2 3 0,3-2-122,5 6 0,5-5 74,3 5 0,6-6-107,4 2 1,4-3 11,4-1 0,5-5 142,9-2 0,2-4-69,9-3 0,2-4 31,5-4 0,0-1-125,4-2 1,-4-4 22,1-4 0,-3-5 30,-1-2 1,-5-3-34,-2-1 1,-8 4-158,-3-1 0,-3 1 83,-1-4 1,-5 5 254,-2 2 0,-8 3 0,-3 1 0,-32 5 0,-9 1 0</inkml:trace>
  <inkml:trace contextRef="#ctx0" brushRef="#br0" timeOffset="2736">1599 947 7691,'-11'6'-1223,"0"-2"1568,0 2 680,0-5 0,6 4-409,5-5 1,5 0-233,6 0 1,5 0-418,3 0 1,3 0 71,3 0 1,0 0-376,4 0 1,4-4 244,4 1 0,-1-2-1203,-7 1 0,3 2 1294,-3-6 0,23 1 0,5-4 0</inkml:trace>
  <inkml:trace contextRef="#ctx0" brushRef="#br0" timeOffset="3114">2217 925 8342,'0'-11'2588,"0"6"-1614,0 5-631,0 5 1,0 10-102,0-1 1,0 2-47,0-1 0,0 2 12,0 5 0,0 0-85,0 0 1,-4-3 72,0-1 0,1-1 12,3 2 0,0 0-822,0-4 1,-4-1 613,0-2 0,-4-16 0,2-4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33.5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398 121 7658,'7'-5'0,"0"-2"0,-3-3 464,3-1-272,-4 0 1,2 0 303,-5 0-352,0 0 0,-5 0-102,-3 0 0,-3 4-3,-3-1 1,-3 6 65,-6-2 1,1 3-70,0 1 0,-1 1 97,-3 3 0,2 3-138,-6 8 1,5-2 28,-5 6 0,6 3-51,-2 4 0,0 8 35,4-1 0,-1 3-127,8-3 1,6 1-35,5 3 1,3-3 46,1 3 1,5-8 16,2-3 1,9-8 50,6-3 0,4-4 103,3-4 1,4-2-120,0-5 0,0-5 217,4-2 0,1-8-111,-1-3 0,-1-7-37,-2 0 0,-6-6-369,-3 2 0,-6 0 166,-4 0 0,-4 5 129,-4-2 1,-2 4-7,-5 3 0,-6 0-758,-5 4 1,-2 0 822,-5 4 0,-44 5 0,-16 1 0</inkml:trace>
  <inkml:trace contextRef="#ctx0" brushRef="#br0" timeOffset="141">122 198 7664,'-7'0'525,"-1"0"793,6 0-540,-3 0-103,5 0-593,5 0 0,6 0 70,7 0 0,3 0-584,1 0 0,4 0 285,0 0 1,3 0-604,-3 0 0,3 0 750,-3 0 0,29-19 0,4-6 0</inkml:trace>
  <inkml:trace contextRef="#ctx0" brushRef="#br0" timeOffset="332">673 165 9087,'1'7'1045,"3"-4"0,-3 3-687,3 2 1,-3 3-234,-1 3 1,-1 0-23,-3 4 0,2 1-153,-5 3 0,0 3-1134,0 1 1,-3 0 689,3-4 0,1-4 494,-2 1 0,6-6 0,-3 3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32.6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56 7725,'5'-6'1215,"1"0"-954,5 2 1,4 3-51,0-3 1,4 2-366,0-2 0,2 3 138,1-3 0,0 2-991,0-2 0,0 3 166,0-3 841,-5 3 0,-1-4 0,-5-1 0</inkml:trace>
  <inkml:trace contextRef="#ctx0" brushRef="#br0" timeOffset="173">0 166 9822,'11'0'284,"-2"0"-111,2 0 0,-1 0-159,8 0 0,0-3-532,4-1 0,4-5-1805,0 2 2323,0 2 0,10-19 0,5-1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30.0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353 88 7387,'0'-11'-164,"0"0"1,-1 0 538,-3 0 1,3 4 82,-3-1-282,-2 1 1,0-3 16,-5 3 1,0 2-21,0 5 0,0 0-171,0 0 1,-5 1 40,-2 3 0,0 7-73,0 7 1,-4 8 55,-4 4 1,1 1-100,3 2 1,-1 4-25,1 0 1,4 5 44,0-2 0,5 2-65,2-2 1,5-3 70,6-8 1,2-2-185,1-5 1,5-5 43,6-2 1,3-8 176,5-3 1,2-5-43,1-6 0,-1-2 89,1-9 1,2-4-118,-1-4 0,1-5 21,-1 2 0,-4-3-12,0-1 0,-1 0 44,-7 0 0,-4 1-315,-6 2 1,1 0 99,-2 4 1,0 4 240,-7 4 0,-26 9 0,-12-1 0</inkml:trace>
  <inkml:trace contextRef="#ctx0" brushRef="#br0" timeOffset="192">77 309 7830,'-4'-6'988,"2"1"1,-3 4-772,5-3 1,5 3-126,3-3 0,3-1-205,3 1 1,5-4-833,7 0 1,3 2 514,8-1 0,-3 0 430,3-4 0,41-15 0,10-4 0</inkml:trace>
  <inkml:trace contextRef="#ctx0" brushRef="#br0" timeOffset="568">651 210 7943,'0'-5'973,"0"5"1,-5 6-635,-3 8 0,2 1-92,-1 7 0,-4-1-166,-4 8 1,1-3 75,3 4 0,0-2-537,0 1 1,-1 2 256,1-6 0,4 0-883,0-7 1,4 2 96,0-5 909,1-6 0,12-13 0,2-9 0</inkml:trace>
  <inkml:trace contextRef="#ctx0" brushRef="#br0" timeOffset="1224">970 463 7764,'7'5'213,"-4"2"1,2 3-121,-1 1 1,-1 0 95,-3 0 0,-1 0-79,-2 0 1,0 4-129,-4 0 0,3 1 87,-3-2 1,1 0-132,-2 4 1,-2-4 77,3 0-98,2-1 0,-3-2-59,4 0-27,-5-5 66,8-1-93,-4-5 1,5-2 61,0-1 1,2-3-94,1-5 0,0 0 105,4 0 0,-3-4 41,3 0 1,-1-1 13,1 2 1,3 1-21,-2-1 1,3-2 62,3 1 0,-1 0 23,1 4 0,2-2 159,-1 2 0,1-3-2,-1 7 0,-3 2 181,2 1 0,-1-1 29,-2 2 1,-1 0-96,-3 7 1,-2 2-44,-5 5 0,3 4-68,1 0 0,0 3-228,-4-3 1,-4 4 95,0 0 1,-3-2-184,3 1 1,0-3-589,0 3 0,3-4 380,-3 0 1,3-1-197,1-2 0,0-4 558,0 0 0,0-4 0,19-18 0,6-9 0</inkml:trace>
  <inkml:trace contextRef="#ctx0" brushRef="#br0" timeOffset="1574">1301 562 8054,'6'0'754,"0"0"-330,-2 0-225,-3 0 0,5 0 13,-2 0 0,-1 0-959,4 0 1,-3 0 433,3 0 0,-3 0-575,3 0 555,0 0 0,4-1 96,0-3 1,-3 2 236,-1-5 0,-4-1 0,0-3 0,3 0 0,-4 0 0,1 0 0,-2 0 0,-5 1 0,-4 3 78,-2 2 0,-1 5-6,0 0 0,0 1 258,0 3 0,0 2 76,0 5 1,0 1-126,0 3 1,4-3-174,-1 3 0,5 2 77,-5 2 1,6-2-305,-2 1 1,3-3 107,1 3 1,1-4-383,3 0 0,3-3 5,8-3 1,-3 0-494,3-4 881,2 0 0,30-39 0,12-8 0</inkml:trace>
  <inkml:trace contextRef="#ctx0" brushRef="#br0" timeOffset="2035">1566 507 7726,'-5'11'0,"2"-3"0,-4-1 26,5 0 1,-7 4 68,5 0 0,-1-1 50,2-3 0,2 3-171,-3-2 0,3 1 53,1 2 0,0-3-133,0-1 0,1-3 91,3 3 0,0-3-57,4 3 1,2-4 59,-3 0 1,3-1-188,1-2 0,0 0 2,0 0 0,-4-5-24,1-3 0,-1 2 25,4-1 1,0-1 115,0-3 1,-1 0 115,-3 0 0,3 0-120,-3 0 0,2 0 114,-2 0 0,3 2-63,-3 1 0,-1-2 118,2 3 0,-6 1-11,2-1 0,1 3 29,-2-3-56,1 4-22,-4-2-48,0 5 1,0 5 26,0 2 1,0 0-15,0 0 1,0 0 6,0 4 1,0 0-18,0 0 10,0 0 1,0 0-2,0 0 1,4 0 189,0 0 0,4-1-60,-1-2 1,0-4 356,0-4 1,0 0-175,4 0 1,0 0 148,0 0 0,0-4-89,0-4 0,-3-5-146,-1-2 1,-1-5 3,2 2 1,-4-2-405,-4 2 0,0-1-988,0 4 1,-3 0 1171,-1 4 0,-19-5 0,-2-1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1.9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7177,'22'12'0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2.1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 7642,'-7'5'-693,"3"-4"240,4 4 0,-2-1 453,-1-1 0,1 1 0,-2 1 0,4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2.2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0 7642,'-7'5'-229,"3"1"0,4 2 847,0-1 0,-2-3-640,-1 3-1400,1-4 1422,-3 1 0,5-23 0,0-6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2.8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 7619,'4'-8'237,"-1"1"496,1 5-515,-4-3-934,0 5 0,-5 19 0,-1 6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3.0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7621,'6'5'-357,"-1"1"1,-4 1 543,3 1 1,-3-4-1110,3 3 476,-3-5 446,-1 3 0,-5-10 0,-1-1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3.2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23 7626,'-6'0'-466,"1"0"1,4 0 465,-3 0 0,12-10 0,0-2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4.0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8472,'6'0'-2335,"-1"0"2335,-5 0 0,-5 10 0,-1 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4.2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7508,'0'6'-415,"0"-1"0,0-5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44.4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 7621,'-6'5'28,"1"-4"1,5 9-1,0-4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51.6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342 12 6592,'6'0'298,"-1"0"-124,-5 0 19,0-5-38,0 4-1,0-4 235,0 5-285,-5 0 0,-1 0 2,-5 0 1,4 0-12,-1 0 0,0 3-29,-7 1 1,3 5-4,-3-2 0,-2 3-38,-1 1 1,-3 5 55,-1 2 0,-1 4-73,-3 4 1,3 2 61,-3 5 0,6 0-136,2 0 0,4 4 13,0 0 1,3-1-73,3-3 1,3-1 9,5-2 1,0-2 70,0-2 0,2-7-79,1 3 0,5-11 41,6 0 1,-1-3 66,1-1 0,0-2-33,1-5 1,-2 0 74,5 0 0,1-9-74,3-2 1,0-6 0,0 2 0,0-8 97,0 1 1,0-4-78,0 1 1,-4-3 156,1-6 1,-6 5-91,2 0 0,-4-1 85,-4-3 0,2 1-109,-5 3 1,-1-2 15,-3 6 1,-5-1 24,-2 4 0,1 5-234,-1 2 1,-1 4 66,-3 4 1,4 0-935,0 4 551,-1 2 492,-3-4 0,10 10 0,2 1 0</inkml:trace>
  <inkml:trace contextRef="#ctx0" brushRef="#br0" timeOffset="915">122 320 6768,'-6'0'770,"1"0"-543,5 0 103,-5 0-62,4 0 192,-4 0 304,5 0-458,-5 0 15,4 0 124,-4 0 468,5 0-900,5 0 0,1 0-10,5 0 0,0 0-102,0 0 0,0 0-255,0 0 1,4 0 196,-1 0 0,1 0-530,-4 0 1,0 0 321,0 0 0,0 0-1411,0 0 1776,0 0 0,0-5 0,0-1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01.1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11 144 7209,'-6'-5'1757,"1"4"-1639,5-4 1,5 4-51,2-3 0,8 3-84,3-3 0,8 3-379,4 1 0,5-4 235,2 1 0,5-1-643,-2 4 1,2-4 802,-2 1 0,13-11 0,-2 2 0</inkml:trace>
  <inkml:trace contextRef="#ctx0" brushRef="#br0" timeOffset="267">353 1 8409,'11'0'391,"0"0"1,1 0-225,3 0 0,-3 3-134,3 1 1,-3 3 121,-1-3 0,0 1 50,0-1 1,-3 0-22,-1 4 0,-5 2-218,2-3 0,-8 3 38,-3 1 1,-3 0-120,-1 0 1,-5 0-282,-2 0 0,1 4-907,-2-1 1303,6 1 0,2 1 0,6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2:59.5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89 7166,'3'-7'0,"2"0"913,1 2-977,-3-3 220,2 7-224,0-4 70,-4 0-115,4 4 65,-5-4 112,0 10 1,0 1-23,0 5 0,-2-1-20,-1-3 1,0 6-60,-4-2 0,1 3 63,-2-3 0,0 1-70,4 3 0,-4-3 29,0 3 1,2-3-89,-1-1 1,3 0 8,-3 0 1,3-1 79,-3-3 1,4 3-125,0-3 1,0-2 63,0-1-9,1 2 36,-3-5 1,5 3-32,0-8 0,4 2 5,0-5 1,4-1-4,0-3 1,0 0-108,0 0 0,1-4 118,-1 1 1,5-5 29,2 5 0,1-2-44,-1 1 0,-2-1 85,5-2 1,-3 2-85,3 5 0,-3-1 434,4-3 52,-6 8-153,3-8 0,-9 14 65,1-3 1,-6 8-96,2 3 1,-4 3-66,-4 1 1,-1 3-25,-2 1 1,-2 1-189,6-1 0,-5-3 115,5 3 1,-5-3-144,5-1 0,-1 0-148,4 0 1,-4 0-178,1 0 1,-1-4-147,4 1 0,0-4 551,0 3 0,0-5 0,29-11 0,8-10 0</inkml:trace>
  <inkml:trace contextRef="#ctx0" brushRef="#br0" timeOffset="401">342 155 7761,'6'-5'1045,"-1"4"-929,0-4 206,-4 0-436,9 4 1,-7-4 28,4 5 295,-5 0-287,8 0-1082,-4 0 872,5 0 0,0-1-225,0-3 2,-5 3 331,4-9 0,-7 8 163,4-6 1,-4 5 15,0-5 0,-2 5 13,-1-5-85,0 6 1,-1-7 152,-2 5 0,0 1-41,-4 3 0,3 0-21,-3 0 129,-1 0 0,-3 3-83,0 1 0,4 4 144,0-5 1,3 6-50,-3-2 0,4-1 130,-1 2 1,0-1 208,0 4-357,0 0 0,4 0-81,0 0 1,0 0-128,0 0 1,5-4-103,2 1 0,3-2 95,1 1 0,0-1-417,0-2 1,4-3 209,0 3 1,1-3 29,-2-1 0,-1-1 250,1-3 0,3 3 0,5-23 0,7-1 0</inkml:trace>
  <inkml:trace contextRef="#ctx0" brushRef="#br0" timeOffset="876">651 89 7270,'-6'0'1731,"1"5"-1554,0 1 0,4 5-16,-3 0 1,3 0-110,1 0 0,0 0-120,0 0 0,0 0 93,0 0 0,0 0-38,0 0 70,5 0 0,-3-1-194,5-3 1,-3 2 20,3-5 0,-3-1-90,4-3 130,-1 0 1,4 0-118,0 0 1,-4-5 38,1-2 0,-1 1 105,4-1 0,-4-1 17,1-3 0,-2 0-27,1 0 1,2 0 55,-6 0 0,5 0-64,-5 0 0,2 4 118,-1-1 1,-3 5 35,3-5-19,2 6-99,-5-8 18,4 9 37,-5-4-35,0 5 43,0 5 1,1 1-21,3 5 1,-3-4 3,3 1 0,-3-1 74,-1 4 16,5 0-60,1 0 1,5-1-24,0-3 1,0-2 206,0-5 0,0 0-66,0 0 0,4-1 185,0-3 0,-1-2-85,-3-5 1,-3-1-223,-1-3 1,-1 3-151,2-3 0,-2-1-358,-3 2 1,-1-5-1463,1 4 1928,-6 1 0,-18-7 0,-9-2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03.1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440 177 7746,'4'-11'8,"1"0"0,0 0 72,0 0 0,0 0-134,-2 0 134,-2 0 1,4-1-55,-5-3 0,0 6 52,0-2 1,-1 3-20,-3-3 0,1 1 49,-8 3 0,2-2-137,-6 5 1,-2 1 89,-1 3 0,-7 1-18,0 3 1,-6 3 60,2 8 0,-3 3 6,-1 8 1,-2 2 60,-1 5 0,6 0-89,1 0 1,4 5-149,3 3 1,5-2 136,3 1 1,6-6-104,4 0 0,9-6 2,6-6 0,7-5 9,7-2 0,3-8 122,6-3 1,-1-4-87,0-4 0,1-3 45,3-8 1,-3-3-38,3-8 0,-3 1-120,-1-4 1,-1-2 21,-3-5 1,-3 2-90,-8 1 0,-5 2-43,-6 5 1,-4-4-319,0 5 0,-3 4-163,-3 6 1,-5 3 687,-7 1 0,3 5 0,-2 2 0,-38 22 0,-8 7 0</inkml:trace>
  <inkml:trace contextRef="#ctx0" brushRef="#br0" timeOffset="167">121 243 7788,'-8'0'1037,"1"0"-72,4 0 83,-2 5-525,5-4 1,2 4-164,1-5 0,5 0-275,6 0 1,4 0 105,4 0 0,5 0 14,2 0 1,3-1-1,1-3 1,0 2-4295,0-5 4089,0 4 0,5-12 0,1 3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02.2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34 7746,'-7'0'177,"-1"0"453,6 0-502,-8 0 1,9-2 273,-3-1-74,3 1 1,2-2-61,3 4 1,6 0-33,4 0 1,6 0-36,-2 0 0,7-2-149,1-1 1,-1 1-272,-3-1 1,0 1-445,0 2 0,0 0 540,1 0 0,-3 0-898,-1 0 0,-3 0 1021,-5 0 0,-15-4 0,-3-3 0</inkml:trace>
  <inkml:trace contextRef="#ctx0" brushRef="#br0" timeOffset="176">89 144 7746,'-11'0'2008,"5"0"-1730,1 0 0,6 0-77,3 0 0,3 0-328,8 0 1,3 0 149,8 0 0,-3-1-1213,3-3 1,2 3 185,2-3 1004,-3 3 0,14-9 0,0-2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14.3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23 7829,'-6'0'547,"0"0"-51,2 0 270,3 0-248,-9 0 233,9 0-80,-4 0-217,5 0 0,8 0-126,3 0 0,8 0-121,-1 0 0,8 0-800,3 0 1,4 0 441,4 0 0,-1-1-1322,4-3 0,-1 3 224,2-3 1249,-3 3 0,14-4 0,6-1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13.2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12 133 7813,'-6'-7'-255,"2"-1"971,3 6-367,1-3 1,0 4-131,0-3 0,6 3-84,5-3 1,1 3 41,7 1 1,3 0-151,3 0 0,5 0 79,-4 0 0,4 0-674,0 0 0,0 0 17,0 0 1,-1 0-269,-7 0 0,1 0 290,-8 0 529,5 0 0,-18 0 0,2 0 0</inkml:trace>
  <inkml:trace contextRef="#ctx0" brushRef="#br0" timeOffset="252">299 23 7813,'-5'-6'0,"2"1"0,-4 5 103,4 0 1,-3-4 229,3 0-247,1 1 165,-2 3-61,4 0 1,4 0-11,4 0 1,2 3 7,1 1 0,1 5-51,3-2 1,-3-1 19,3 2 0,-3-1-97,-1 4 0,-4 0 39,0 0 1,-4 0-132,1 0 1,-3 4-273,-1-1 0,-1 2 175,-3-1 0,-6-3-814,-5 3 0,1 0 943,3-4 0,-5 2 0,-1-7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11.4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133 254 7754,'6'-5'-261,"4"4"301,-4-9 1,4 8 405,-3-6-208,3 6 0,-9-4 166,3 2-189,-3 3-13,-1-4 0,-1 5-178,-3 0 1,1 0 82,-4 0 0,-1 1-197,-7 3 1,3 2 12,-3 5 1,3 0-46,1 0 0,-4 0 122,0 0 1,1 4 5,3-1 0,0 2-180,-1-1 0,3-3 40,1 3 0,3 1-50,5-1 0,0-1 82,0-3 1,5-1 44,3-3 1,3-2 34,3-5 0,4-2 75,4-5 0,-4-1-85,0-7 0,-4 0-10,1 0 1,-4-4-268,-4 5 0,-2-5 108,-5 5 0,0-1-175,0 4 1,-5 4 375,-2-1 0,-8 6 0,-2-3 0</inkml:trace>
  <inkml:trace contextRef="#ctx0" brushRef="#br0" timeOffset="486">508 111 10563,'0'11'578,"0"-3"-315,0 3 0,0-2-187,0 5 0,0 0 114,0 1 1,0 2-344,0 5 1,0-1 151,0-3 1,-4 3-569,0-3 1,1 2 158,3-2 1,0 2-61,0-5 1,0-1-556,0-3-677,0 0 1702,0 0 0,14-34 0,5-9 0</inkml:trace>
  <inkml:trace contextRef="#ctx0" brushRef="#br0" timeOffset="986">915 0 7557,'-6'5'549,"1"-4"1,4 6 263,-2-4-496,1 3 0,-3 7-35,5 1 0,0 0-61,0 4 1,0-1-202,0 2 0,0 3 138,0 0 1,0 0-215,0 4 1,0-3 86,0-1 0,-3-4-185,-1 1 1,0-6 18,4 2 0,-3-3-278,-1-1 89,0-5 179,4-1-170,-5-5 0,4-1 103,-2-3 1,0-2-93,-1-5 1,3 0 59,-2 0 1,-2 0 186,1 0 0,-5 0-106,2 0 1,1 0 295,-1 0-37,-1 0 0,-3 4-79,0-1 0,0 6 222,0-2 1,0 3-85,0 1 1,0 5 215,0 2 1,0 0-141,0 4 1,1-2 175,3 6 1,-2 1-96,6-2 1,-1 1-93,4-4 1,1 0 2,3 0 1,2-1-16,5-3 1,1 2-520,3-5 0,1-1 230,2-3 1,3-1-854,-3-3 0,-2-1 461,-1-2 1,-3-3 472,-1 3 0,-5-18 0,-1-4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09.1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77 6433,'-5'6'505,"-2"-2"1,-3-3-620,-1-1 1,4 4 90,-1 0 0,1 3 115,-4-3 1,0 4-23,0 0 1,0-2 31,0 1 0,0 2-138,0 5 1,0-1 79,0 1 1,3-2-67,1-1 0,5 4 81,-2 0 1,3-4-176,1-4 1,6-1 60,5 2 1,1-3 11,6-5 0,5-2 69,2-1 0,2-5-27,-1-6 0,-3 1 47,3-1 0,-8-2-37,-3 1 0,-3 0-96,-1 4 0,-5 0-21,-2 0 0,-4 2-102,-4 1 0,-2 0 109,-5 4 101,0 0 0,-19 4 0,-6 0 0</inkml:trace>
  <inkml:trace contextRef="#ctx0" brushRef="#br0" timeOffset="451">431 22 8780,'0'6'1453,"0"4"-1354,0-3 1,0 3 31,0 1 1,0 0 7,0 0 1,0 5-257,0 3 1,0-2 180,0 1 1,0 0-643,0 4 1,-4-3 315,0-1 1,1-4-569,3 0 0,0-1-6,0-2 836,0-5 0,14-21 0,5-9 0</inkml:trace>
  <inkml:trace contextRef="#ctx0" brushRef="#br0" timeOffset="1215">772 0 7266,'-6'0'1034,"1"0"4,5 0-842,0 5 1,0 1-177,0 5 0,0 4 81,0-1 1,0 6-77,0-2 1,0 3 68,0 1 0,0-3-222,0-1 0,0 0-83,0 4 1,0-4 88,0-4 1,-3-1-160,-1-2 177,0 0-275,4-5-52,0-1 212,0-5 1,0-5-16,0-3 1,0-1 102,0-2 1,0 0-12,0 0 1,0 0-37,0-1 1,-3 1 296,-1 0-113,-5 0 0,3 2 69,-5 1 1,4 2 38,0 2 0,-1 3 37,-3-2 1,0 1 17,0 2 1,0 2-106,0 1 0,0 3 191,0 5 0,4 0-38,-1 0 1,2 2 90,-1 1 0,2 0-48,5 4 1,0-4-206,0 0 1,0 2 40,0-1 1,6 0-134,5-4 0,1-1-151,7-3 1,-2-2 136,1-5 1,3 0-888,-3 0 0,3-1 938,1-3 0,5-27 0,1-10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19.2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870 1 7817,'6'1'579,"-2"3"0,-4 5-266,-4 6 0,-3 8-105,-8-1 1,-2 11-119,-5 1 0,-5 6 53,-2 0 1,-7 3 26,0 1 0,-6 0 45,2 1 0,-8-3 0,-4-1 1,3-3-590,2-5 0,1-5 214,2-2 1,5-4-85,2-4 1,4-2 133,4-5 1,2-4-83,5 1 0,0-6-73,0 2 1,1-3-95,2-1 1,3-8 124,5-3 1,4-9 37,0-2 0,4-1-21,0-7 0,6-3-16,5-4 0,1-1 185,2 2 0,5 5-90,3-2 1,2 9 356,1 1 0,3 3 50,1 5 1,5 1 211,-2 7 0,-1 2-111,2 5 0,0 4-126,7 0 0,-1 9 204,4 2 1,-3 4-89,3 3 1,-4 5-31,0 3 0,-6 2-122,-4 1 1,-8-4-248,-3 0 0,-4 0 71,-4 0 1,-2-2-415,-5-5 1,0-5 203,0-2 0,0-3-2124,0-1 2302,0-5 0,34-40 0,9-15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20.0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717 132 7407,'4'-7'0,"0"1"1399,3 1-390,-5 1-735,3 4 1,-11 0-31,-5 0 1,-6 0 90,-9 0 1,-5 5-299,-9 2 0,-2-1 107,-9 2 1,-6-2-20,-5 1 0,-3 3 93,-1-3 0,10-1-421,4 2 1,10-5 132,6 5 0,6-6-208,5 2-69,11-3-118,4-1 349,10 0 1,5 4 10,3-1 1,-2 1 219,1-4 1,0 5-70,4 2 1,0 3 102,0 1 1,4 5-11,0 3 1,0 1-28,-4 2 0,0 5-96,0 3 1,-2-2 10,-1 1 1,0 4-195,-4 4 1,1-4 64,-1-3 0,-3-5 103,3 5 1,-3-7-57,-1-1 404,0 0-250,5-10 0,-3-1 289,5-7 1,1-4-138,3-4 0,5-5-14,2-6 0,4-8-90,4 1 0,3-8-221,8 1 0,-1-4 39,4-4 0,0-2 38,4-5 0,-4 4-107,-4 4 0,-2 3 28,-5 3 0,-3 0-602,-8 4 0,-3 5-944,-8 6-834,-2 8 2456,-5-3 0,-25 24 0,-5-1 0</inkml:trace>
  <inkml:trace contextRef="#ctx0" brushRef="#br0" timeOffset="2003">1356 66 7851,'0'-11'0,"0"0"233,0 0 1,-1 3 286,-3 1-177,3 5-198,-9-8 1,4 9-61,-5-3 1,0 8 146,0 3 0,-1 3-211,-3 1 0,2 6 111,-6 5 0,5 1-37,-5 7 0,1-1-50,-4 4 1,0 4 43,0 0 1,-4 4 9,0 0 1,-3 0-20,3 0 0,1-1-403,2-7 0,6 2 172,3-10 1,1 3-334,2-6 156,5-2 166,1-9 109,5-5 0,5-1 31,3-5 0,1-4-20,2 1 0,2-5-110,1 5 1,0-6 125,4 2 1,1-2-7,3 2 0,0-3 114,0 3 0,1 2-131,3 1 1,-3-1 268,3 2 1,-2-1-69,2 4 0,-3 0-127,3 0 0,-2 0 317,2 0 1,-4 0 381,0 0 0,-1 0-202,-6 0 1,1 1-160,-2 3 1,-5-3-233,2 3 1,-7-2 234,-1 2-860,3-3 414,-4 4-2696,7-5 1575,-2 0 1201,4 0 0,9-25 0,4-5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41.6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265 1555 7769,'0'-8'261,"0"1"-80,0-1 35,-5-3 0,-1 2-154,-5 1 0,3 3 107,-3 5 0,2 0-286,-6 0 1,0 5 86,0 3 0,-5 1-10,2 2 1,1 4 13,-2 0 0,6 1-113,-2-1 1,3-2-68,1 5 1,0 0 85,0 0 1,3-1-4,1-2 1,5-3 70,-2 3 0,3-3-182,1-1 186,5 0 1,1-5 31,5-2 1,0-3-5,0-1 1,4 0 84,-1 0 1,1-5-11,-4-2 0,0-3-72,0-1 0,0 0 85,0 0 0,-1-4-66,-3 0 0,3 1 186,-3 3 0,2 0-101,-2 0 1,2 0 137,-5 0 0,3 0-86,-3 0 1,-1 3 48,-3 1-220,5 4 88,-4-1 1,4 5 10,-5 2 0,4 5 15,0 7 1,-1-2-122,-3 5 1,4 4 44,0 4 1,3 5-134,-3-2 1,3 3-18,-3 1 1,3 0-23,-3 0 1,-1 0 22,-3 0 1,0 3 48,0-3 0,-6-2 213,-5-9 1,0-2-93,-3-1 0,-2-3 333,1-5 1,-1-5-157,1-2 1,3-3 121,-3-1 0,4-1-88,4-3 1,-3-3 20,3-8 1,2 1-218,1-4 0,3 1 127,1-2 1,1-1-327,3 1 1,2-3 109,5-3 0,1 1-461,3-1 0,-1 1 255,4 2 1,0 0-389,4 0 1,0 0 204,0 0 1,0 5 56,1 2 1,-1-1 241,0 2 1,-4 0-30,0 7 1,-4-2 438,1 5 0,-3 0-250,-1 0 1,-4 3 376,0-3 0,-4 4-175,1 4 1,-3 2 112,-1 5 0,0 0-115,0 0 0,0 4-69,0-1 0,0 6-245,0-2 1,0 2 56,0-2 1,0 3-35,0-3 1,0 3 48,0 1 0,0-5-98,0-2 0,0 1 29,0-1 1,0-4 520,0-4 167,0 0-185,0 0 0,-1-3 3,-3-4 0,3-6-96,-3-5 0,3 0 28,1-3 0,1-5-16,3-3 1,-2 0-224,6-4 1,-1 2 82,4-2 0,4-1-470,-1-2 1,6 2-287,-2 5 1,3 1-580,1 3 0,0-2 536,0 5 605,0 1 0,25 37 0,6 9 0</inkml:trace>
  <inkml:trace contextRef="#ctx0" brushRef="#br0" timeOffset="581">905 1764 7769,'-6'-11'111,"1"0"216,0 0 1,2 1-103,-4 3 0,3 2-22,-3 5 1,3 0-150,-3 0 0,0 0 64,-4 0 1,0 5-48,0 2 1,0 3 38,0 1 0,0 1-180,0 3 1,-1-2 77,1 6 0,0-5-149,0 5 1,4-2-21,0 1 1,4 2 80,0-5 1,1 3-196,2-3 1,2 1 103,1-2 1,3-5-82,5 2 0,0-7 53,0-1 1,4-1 94,0-2 1,1-9 3,-2-2 1,-1-4 96,1 1 0,-1 0 85,-2-4 0,0-1-41,0-3 1,-4 0-77,0 0 1,-3 4 48,3-1 0,-4 2 283,1-1 1,-3 2-82,-1 5 1,0 0 746,0 0-412,0 5-401,0 1 0,0 6-221,0 3 0,1 2 62,3 5 0,-3 0-297,3 0 0,1 5-10,-2 2 0,5-1-129,-5 2 1,6-2-216,-2 1 0,3 3 378,1-2 0,0-4 282,0 0 0,0-3 0,10-6 0,2-1 0</inkml:trace>
  <inkml:trace contextRef="#ctx0" brushRef="#br0" timeOffset="1040">1213 1510 7544,'-6'-11'-76,"-2"4"656,4 0 1,-1 4 304,2 0-263,1 1-418,-3 2 0,5 7 128,0 4 0,4 1-172,0 6 1,4 2-87,0 5 0,-2 0-104,1 4 0,0 0 72,5 0 0,-5 3-309,0-3 1,-3-1 151,3 2 0,-4-5-41,0 5 1,-1-9 16,-2 1 1,0-8-237,0 1 202,0-3 0,-2-5 66,-1-4 0,0-3-252,-4-3 0,4-4 93,0-4 1,-2-1 151,1-3 1,-4-2-25,0-5 1,2 1 100,-1 3 0,1-2-122,-2 6 1,-1-2 337,1 1 1,-2 7 327,-1-3-185,0 7 0,0-1 176,0 5 0,0 0-212,0 0 0,1 6 39,3 5 0,-1 1-91,4 7 0,0-5-297,4 5 1,0-2 96,0 1 1,1-1-103,3-2 0,2-3-199,5 3 1,1-4-233,3-4 1,-3 0-496,3-4 0,1-2 441,-1 3 0,4-6 553,0-2 0,21-44 0,7-7 0</inkml:trace>
  <inkml:trace contextRef="#ctx0" brushRef="#br0" timeOffset="1215">1368 1676 7776,'0'-6'956,"0"1"-590,0 5-158,0 5 0,1 1-186,3 5 1,-3 0 107,3 0 1,1 4-412,-2-1 1,5 5 184,-5-5 1,5 5-732,-5-5 0,6 2 93,-2-1 734,-2-3 0,15 4 0,-2-5 0</inkml:trace>
  <inkml:trace contextRef="#ctx0" brushRef="#br0" timeOffset="1357">1401 1499 7776,'-6'-11'-234,"-3"4"157,6 0-891,-1 4 968,4-2 0,15 20 0,3 3 0</inkml:trace>
  <inkml:trace contextRef="#ctx0" brushRef="#br0" timeOffset="1906">1588 1808 6908,'11'0'-93,"0"0"0,-3 0 446,-1 0 0,-3-4-432,3 1 0,-3-1-80,3 4 0,-1-1-97,2-3 1,0 2 175,-4-6 1,3 5-70,-3-5 0,3 1 337,-3-4 0,0 0-146,-4 0 0,0 0 123,0 0 0,-4 0-106,0 0 1,-4 3 368,0 1 1,-2 5-79,-1-2 1,0-1 5,0 1 0,0 2-158,0 6 1,0-2 27,0 5 0,2 2-209,1 6 1,0-3 93,4 3 0,-3 1-52,3-2 1,0 6 18,4-2 0,0-1-192,0 2 1,5-4 59,2 3 0,4-5-383,4 2 0,-1-3-29,4-1 1,0-5-233,4-2 1,0-3 335,1-1 0,-1-1 362,0-3 0,0-7 0,14-35 0,5-13 0</inkml:trace>
  <inkml:trace contextRef="#ctx0" brushRef="#br0" timeOffset="2524">1842 1709 7776,'-6'-7'-1447,"1"0"1848,0 3 1,4-1 526,-3 1-485,3 3-285,1-4 1,0 10-13,0 2 0,0-1-97,0 2 1,0 0 92,0 7 1,3-3-172,1 3 0,1 1 127,-1-2 1,-3 2-125,3-1 0,-2-2 11,2 6 1,-3-6-22,3 2 0,-3-3 57,-1-1 1,0 0-233,0 0 26,0-5 212,5 4-270,-4-9 0,4 3 71,-5-8 1,4-2 11,-1-5 0,1 0 57,-4 0 1,1-5 11,3-2 0,-3 1-55,3-2 0,-2 2 20,2-1 1,-3 1 217,3 2 1,2 3-33,1-3 0,-1 3 29,2 1 0,-1 1-66,4 3 0,0-2 96,0 5 1,0-3-63,0 3 85,0 1 0,0 8-51,0 2 1,-5 3-37,-2 1 1,1 1 99,-1 3 1,1-2-94,-2 6 0,-2-6-89,3 2 0,1 1 100,-1-2 1,3 1-203,-3-4 1,3 0 45,-3 0 0,3-3-309,-3-1 123,4-5 0,-2 3-73,5-5 1,-3-1 11,-1-3 0,-1-2 130,2-5 0,1-1 144,-1-3 1,-2 2 55,1-6 0,-3 1 0,3-4 0,-3-1 0,3-3 0,-3 2 0,3-6 0,-3 2 68,3-1 1,-4-2 87,0 5 0,-1-3 179,-2 3 0,3 2 72,1 5 894,0 3-880,-9 10 0,2 1-33,-4 5 0,5 1-129,-2 3 1,3 6 12,1 5 0,0 3-113,0-3 0,0 6-90,0 1 0,0 0 64,0 3 1,3 2 38,1-1 0,3 5-382,-3-2 1,3-1 146,-3 2 0,5-2-558,-2 1 0,-1 2 326,1-5 1,1-4-409,3-4 0,-4-2-604,1-1 721,-1-1 1,4-12 585,0 1 0,15-46 0,3-12 0</inkml:trace>
  <inkml:trace contextRef="#ctx0" brushRef="#br0" timeOffset="2691">2128 1621 7752,'0'-8'387,"0"1"1,0 3 583,0-3 1,0 3-1179,0-3 0,7 4 25,4 0 0,6 0-1078,9 0 0,-2 1 1260,5-1 0,25-3 0,10 0 0</inkml:trace>
  <inkml:trace contextRef="#ctx0" brushRef="#br0" timeOffset="3299">2966 1698 7752,'-5'-11'90,"-2"1"1,-3 1 344,-1 2 1,-1 5-200,-3-2 0,2 3-35,-6 1 1,5 5-96,-5 2 1,2 3 107,-1 1 1,-2 4-13,6-1 0,-1 5-113,4-5 1,0 6-192,0-2 0,5 2-229,2-2 0,3-1 204,1-2 0,1-4 8,3 0 1,5-1 67,6-6 1,5-1 226,-2-3 0,7-5-126,0-2 0,1-6-220,-4-2 1,-3-3-170,-1 3 0,-5-5 159,2 2 0,-8 1-153,-3-2 0,-3 5 110,-1-5 0,0 5-750,0-5 973,-5 6 0,9-3 0,-3 5 0</inkml:trace>
  <inkml:trace contextRef="#ctx0" brushRef="#br0" timeOffset="3525">3010 1654 8952,'0'7'1046,"0"0"1,2 1-655,1 3 0,3 5-220,5 2 0,1 3 30,-1 1 0,0 5-298,0 2 1,0 3-82,0 1 1,-2-1-204,-1-2 1,-3-4 97,-5-3 0,0 1-296,0-2 1,-2-4-223,-1-10 0,0 0-201,-4-4 605,5 0 0,-3-6 396,5-1 0,0 2 0,0-44 0,0-4 0</inkml:trace>
  <inkml:trace contextRef="#ctx0" brushRef="#br0" timeOffset="3733">3077 1742 7752,'0'-22'-124,"0"0"0,-4 3 363,0 1 1,1 5 480,3-2 1,1 6-207,2 2 0,0 3-175,4-3 0,1 5-298,3-2 0,5 3 89,2 1 1,2 0-150,-2 0 0,3 5 85,-3 2 0,2-1-128,-2 1 0,-2 4-136,-5 4 1,-5 0-168,-2-4 1,-3 4-169,-1-1 1,-9 5 238,-2-5 0,-7 2-573,0-1 0,-2-3 867,2 3 0,-13 2 0,2 0 0</inkml:trace>
  <inkml:trace contextRef="#ctx0" brushRef="#br0" timeOffset="4509">3484 1753 7044,'12'-4'0,"-1"1"0,0-1-454,0-1 1,-4 4 341,0-3 0,-3-1 100,3 2 1,-1-6 91,2 2 0,-2-2-70,-2 2 1,-3-3 240,2 3 0,-1-3-82,-2-1 1,-2 3 57,-1 1 1,-3 1-32,-5-1 0,-4 2 69,0 5 0,-3 0-42,3 0 1,0 1-37,4 3 1,-2 2-38,2 5 0,-3 1 14,7 3 0,2-2-164,2 6 1,-2-2 32,1 1 1,0 3-173,4-3 0,2-1 76,1 2 0,3-1-301,5 4 1,0-5 146,0-2 1,4-4 95,0-4 1,3-2-584,-3-5 1,1 0 373,-1 0 0,-2-5 330,5-2 0,-1-6 0,2-2 0,-3-5 0,-5 2 0,0-3 0,0-1 0,-4 0 0,1 0 0,-5 4 0,5-1 0,-6 1 15,2-4 1,1 5 128,-2 2 0,1 6 333,-4 2-84,5 0-127,-4 1-91,9 1 0,-8 8-53,6 1 0,-6 5 23,2-2 1,1 3-73,-2 1 0,1 3-123,-4 1 0,4 5-21,-1-2 1,1-1 86,-4 2 1,0-1-110,0 4 0,4-4 79,-1 1 1,1-6 61,-4 2 1,0-3-52,0-1 1,0-3 1158,0-1-213,0-5 0,0-6-968,0-11 1,0-1 98,0-2 1,0-1-738,0-3 1,5 1 391,2 3 1,7-3-312,1 3 1,4 1 221,0-2 0,1 6 360,2-2 0,45 3 0,10 1 0</inkml:trace>
  <inkml:trace contextRef="#ctx0" brushRef="#br0" timeOffset="5125">4135 1621 7752,'-7'0'169,"-1"0"66,1 0 0,-4 0 48,0 0 1,0 3-57,0 1 0,0 5-131,0-2 0,0 3 106,0 1 0,1 1-297,3 3 0,-3-2 85,2 6 0,3-5-51,2 5 0,2-2-203,1 1-11,0 3 1,0-9-168,0 3 273,4-8 0,3 2-151,4-5 1,0-2 72,0-6 1,-3 2-139,3-5 1,-2-1 384,6-3 0,-3 0 0,-1 0 0,0 0-84,0 0 0,-1-4 84,-3 1 0,2-2 218,-6 1 1,5 3-108,-5-3 1,1-1 654,-4 1-338,0 1 47,0 3-157,0 0-185,0 5 0,0 6-4,0 7 1,0 3-53,0 1 0,0 0-142,0 0 0,0 4 33,0-1 0,1 1-73,3-4 1,-2 4 90,6-1 1,-5 1-326,5-4 130,-1 0 79,4 0 1,0-1-116,0-3 159,0-2 1,0-6-234,0-3 0,-1-2 69,-3-5 0,3-1 125,-3-3 0,2 2-10,-2-6 1,2 1 113,-5-4 1,3 0-74,-3 0 0,3 0 235,-3 0 0,1-4 87,-2 0 0,-2-3 159,3 3 0,-3-3 8,-1 3 0,0 0-132,0 4 1,0 1 287,0 3 0,0 6 257,0 4-670,-4 6 0,2-2 64,-1 8 0,1 2 12,2 5 1,0 5-61,0 2 0,2 4-124,1 4 0,-2-1-41,3 4 0,1 0 89,-1 5 0,-1-6-390,-3-3 0,4 2 159,0-1 0,-1 1-549,-3-1 1,4-7 336,0 3 0,-1-6-670,-3 3 0,0-9 67,0 1 968,5-8 0,6-27 0,7-13 0</inkml:trace>
  <inkml:trace contextRef="#ctx0" brushRef="#br0" timeOffset="5492">4223 1588 7752,'0'-11'1214,"0"0"-784,0 0 0,1 3-460,3 1 1,2 4 50,5 0 0,5 1 181,2 2 0,3 2-772,1 1 1,0 0 338,0 4 1,0-1 43,1 2 0,-1 0 113,0-4 1,-2 3-269,-1-3-191,-3 5 534,-5-3 42,0 5 0,-5 0 74,-2 0 0,-4 0 42,-4 0 0,3 0-102,-3 0 1,-1 1 80,1 3 1,-3-3-54,3 3 1,1 1 51,3-2 0,0 1-73,0-4 0,5-1-2,2-3 0,4 2-54,4-6 0,-2 1-118,6-4 1,-1 0 683,4 0 0,-1-5-233,-3-2 0,2-8 176,-6-3 0,1 1-167,-4-2 1,-5 1-227,-2-4 1,-3 1-281,-1 3 1,-6-3-418,-5 2 0,-5 4-69,-6 0 0,0 4 642,0 3 0,-20 4 0,-4 4 0</inkml:trace>
  <inkml:trace contextRef="#ctx0" brushRef="#br0" timeOffset="5986">4796 1610 8225,'0'-6'1084,"0"1"0,4 10-850,0 2 0,4 3-340,0 1 1,1 0 139,2 0 0,-3 5-427,-1 2 0,-1-1 263,2 2 1,0-5-116,-4 5 1,1-6 52,-2 2 1,-1-3-81,1-1 822,-1 0-279,-2-5 261,-5-1 1,0-10-217,-3-2 0,2-4 616,3-4 1,1 2-352,-1-6 1,3 5 46,3-5 0,1 1-509,7-4 0,-1 3-425,8 1 0,1 3-353,3-3 0,3 5 500,1-2 0,4 6-3144,-5 2 3303,1 4 0,-14 18 0,-2 10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52.4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552 1 7603,'-6'0'425,"1"0"0,4 3-135,-3 1-195,3 0 0,-4-3 215,5 3-279,0-3 0,0 9 93,0-3 0,0 3-83,0 1 1,-4 1 39,1 3 0,-1 2-7,4 5 0,0 4-76,0-1 1,0 6 86,0-2 1,0 5-77,0 2 1,0-1 72,0 1 0,0 2-161,0-1 0,0 1 76,0-1 0,0-4-109,0 0 0,0 2-23,0-5 0,0 3 67,0-7 0,0 3-15,0-3 0,0 3 55,0-3 1,0 3-134,0-3 1,0 1 113,0-1 1,0 1-25,0 2 1,0-2 26,0-5 0,0-1-8,0-3 1,0 7 55,0-3 0,0-1-57,0-3 1,0 0 70,0 4 0,-4 4-57,1 0 0,-1 0 43,4-4 1,-4 0-32,1 0 1,-2 0 39,1 0 1,3 0-15,-3 0 0,3 1 3,1 3 1,-1-3 20,-3 3 0,3-3-34,-3-1 1,2 1 57,-2 3 1,3-1-50,-3 4 0,3-4 105,1 0 1,-4 3-60,0 2 1,1 2 136,3 1 0,0 0-94,0 0 0,-1-2-38,-3 2 1,3-3-91,-3 7 1,3-3 98,1-1 1,-4 2-111,0 1 1,-3-1 91,3 1 0,-1-1-102,2-2 1,0 5 69,-4 2 0,3-2-35,-3-1 1,3-6 24,-3-2 1,4 0-37,0 4 1,-2-3 64,1-1 0,1-3 2,3 3 1,-4-3 43,0 3 0,-1 0-62,2 0 0,0 2-3,-4-6 1,3 2 11,-3-1 0,3-1-106,-3 4 0,3-5 102,-3 2 1,3-1-106,-3 0 1,4-1 49,0 1 0,-2-1-17,1-2 0,0 3 64,4 1 1,-3 0-40,-1-4 1,0 4 79,4-1 1,0 6-68,0-2 0,-3 0 107,-1 0 0,-1-1-48,1 2 1,3 0 3,-3-4 0,0 1-15,0-1 1,-1-3 4,1 3 0,3 1-43,-3-2 1,0 1 31,0-4 0,-1 4-41,1-1 1,3 5 32,-3-4 1,2-1-45,-2-3 0,3 0 37,-3 0 0,3 1-33,1-1 0,0 0 21,0 0 1,-4 0-2,1 0 1,-1 0-8,4 0 0,0-4 10,0 1 0,-1 0-60,-3 7 1,3-3 52,-3 3 1,2-2-86,-2 2 0,3-3 39,-3 3 0,-1 0-5,2-4 1,-1 6 21,4-6 1,-4-1-3,1-3 1,-1 1-3,4 3 0,0-1-4,0-3 1,-1 2 106,-3-6 0,3 6-54,-3-2 0,3-1 92,1 2 1,-1-5-59,-3 5 0,3-1 7,-3 4 0,-1-3-33,2-1 0,-1 0-1,4 4 1,-4-3-13,1-1 0,-1-3 18,4 3 1,-1-3-79,-3 3 1,3-4 65,-3 0 1,3 0-112,1 1 0,0-3 51,0 3 1,0-3-12,0-1 1,0 1 73,0 3 0,-4-3-39,1 3 0,-1 1 139,4-2 1,0 1-83,0-4 0,-4 1 172,1 3-188,-1-3 1,0 4 28,1-5 0,-1 0-88,4 0-222,-5-5-572,4 4 340,-9-9-151,9 4 1,-4-6 649,5-3 0,-10-46 0,-2-16 0</inkml:trace>
  <inkml:trace contextRef="#ctx0" brushRef="#br0" timeOffset="2159">761 34 7727,'0'-6'-381,"0"1"395,0 5 199,0-5-113,0 4 1,2-4 138,1 5-17,-1 0 186,2 0 474,-4 0-799,0 5 1,0 2 60,0 8 0,0-2 26,0 6 1,0 0-14,0 7 1,0-2 0,0 6 0,0 0-33,0 7 0,0-1-326,0 4 0,0-4 32,0 0 0,0-1-67,0-2 1,0-1 44,0-3 1,4 2 130,0-6 0,-1 1 15,-3-4 0,0 4 27,0 0 0,0-4-29,0-4 1,0-1 18,0 1 0,-1 6 27,-2-6 0,1 4 2,-1-7 1,1 3 2,2-3 0,-1 5 16,-2-2 0,1-1-28,-1 1 1,1-3-106,2 4 1,0-2 62,0 1 1,0 2 1,0-6 0,0 5 20,0-5 1,0 5-61,0-5 0,0 5-4,0-4 0,0 4-9,0 0 0,0-2 14,0 1 1,0-3 22,0 3 0,0-3 36,0 3 1,0-3-31,0 3 0,0-3 106,0 3 1,0-3-72,0 3 0,0 0 11,0 0 0,0 2 33,0-6 0,0 5 138,0-5 0,0 5-37,0-5 0,0 5-103,0-5 1,0 2-9,0-1 0,0-1 21,0 4 0,0-3-59,0 3 1,0-3 39,0 3 0,0-3-7,0 3 1,0-4-14,0 0 1,0 3-14,0 2 0,0-3 2,0-2 1,0 2 16,0-1 1,0 1 16,0-1 0,0 1-15,0 2 1,0 2 65,0-6 1,0 6-60,0-2 1,0 2 98,0-2 1,0 3-4,0-3 0,0 3 70,0 1 1,0-1-135,0-2 1,0 1 33,0-1 0,0 2-142,0 1 0,0-4 125,0 0 1,0 1-133,0 3 0,-3 0 101,-1 0 0,0-4-77,4 1 0,-3-1 75,-1 4 1,0 0-2,4 0 1,-3-4 79,-1 1 1,0-2-84,4 1 1,-1 3-8,-3-2 1,3-2 15,-2 1 1,1-3-32,2 3 1,-1-3 24,-3 3 1,3-3-4,-2 3 0,1-4-10,2 0 1,0 2-11,0-1 0,0 1-29,0-1 0,0-3 38,0 3 1,0 1-22,0-2 1,-3 2 18,-1-1 1,0-3 52,4 3 0,0 1-16,0-1 1,0 0 6,0 0 0,-3-3 6,-1 3 1,0 1 4,4-1 1,-1 3-36,-3-3 0,3-1 17,-3-3 0,3 4-83,1 0 1,-3 3 73,-1-3 0,0 1-82,4-1 1,-1-3 51,-3 3 0,3 0-4,-3 0 0,3 5-11,1-2 0,-4-1-2,1 2 0,-1-2-12,4 1 1,0 3 24,0-3 0,0-2-19,0-1 0,0 2 16,0 2 1,0-2-6,0 1 0,0-4-13,0 0 0,-1 2-4,-3-1 0,3 3-23,-3-3 0,3 1-5,1-1 1,0-3-58,0 2 1,0 0 80,0 1 0,0-2 16,0 6 1,-1-6-33,-3 2 0,3-2 80,-3 2 1,3-2-70,1 6 1,0-6 80,0 2 0,0-2-42,0 2 1,-1-1 8,-3 4 1,3-5-6,-3 2 0,3 1 5,1-1 1,-1 3 16,-3-3 0,3 1-29,-3-2 1,3 0-3,1 4 0,-4-3 5,1 3 0,-1-3-43,4 3 1,0-3 39,0 3 1,-1 0-117,-3 0 1,3 2 74,-3-6 1,3 5-11,1-5 0,0 5 18,0-5 0,-4 5-6,1-5 0,-1 2 26,4-1 0,0-1-22,0 4 0,0-5 102,0 2 0,0 1-83,0-1 0,0-1 8,0-3 1,-4 4 6,1 0 0,-1 0 6,4-4 1,0 1 11,0 3 0,0-3 27,0 3 1,-4-3 37,1-1 0,-1 0-71,4 0 1,0 0-97,0 0 0,-1 4 66,-3-1 1,3 1 4,-3-4 0,3-2 11,1 2 1,0-3 0,0 7 1,-1-3 1,-3-1 1,3 0-6,-3 0 1,3 0 19,1 0 1,-4 4-18,1 0 1,-1-1 1,4-3 0,0 4-45,0 0 0,-4-1 42,1-3 1,-1 1-128,4-1 1,0 0 71,0 0 1,0 0 57,0 0 0,0 0-34,0 0 1,-1-2 118,-3-1 0,3 2-16,-3-3 0,3 3-30,1 1 1,0 0-6,0 0 1,0-4 104,0 1 1,0-1-119,0 4 23,-5 0 0,4 0-90,-3 0 0,3-4 123,1 1-175,-5-1 1,4 4 106,-3 0 1,3-4-124,1 1 0,-1-2-11,-3 1-235,3 3 0,-4-7-474,5 4-151,0-5 982,0 3 0,-15-19 0,-3-5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3:56.8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386 67 7479,'5'-7'732,"-4"-2"-652,4 7 0,-6-3 46,-3 5 1,-3 0-2,-8 0 1,2 0 41,-5 0 0,-1 0 63,-3 0 0,-1 0-62,-3 0 0,3 4-56,-3 0 1,2 0 73,-2-4 0,3 0-38,-3 0 0,6 0-258,2 0 1,4 0 87,0 0 0,3-2-165,3-1 197,-1 1-181,7-3-6,-3 5 30,5 0 1,4 2 97,0 1 0,1 4 0,-2 4 1,-1 0-43,1 0 0,2 3 56,-1 1 1,3 5-112,-3-2 0,3 3 54,-3 1 0,3 4-92,-3-1 0,1 1 113,-1-4 1,-3 0-31,2 0 0,2-3 40,-1-1 0,0-5 166,-4 2 1,1-4 126,3-4 358,-3-2-378,9-5 0,-4-1-110,5-3 0,0-3 83,0-8 1,1 2-31,3-5 1,2-1-41,5-3 1,-4-1 67,1-3 0,3 3-30,3-3 0,-3-1-232,-3 1 0,-1 1 64,4 3 0,-1 1-68,-3 2 1,-3 4 91,-7 4-987,1 0 445,-7 4-1630,2 2 2163,-4 5 0,-14 25 0,-5 6 0</inkml:trace>
  <inkml:trace contextRef="#ctx0" brushRef="#br0" timeOffset="751">772 56 7898,'6'-8'-16,"-2"1"1,-3-2 278,-1-1 1,4 3 168,0 0 54,-1 4-434,-3-2 1,-1 5 109,-3 0 0,2 0-213,-5 0 0,3 5 71,-4 3 1,0 3 165,-7 3 0,2 4-131,-6 4 1,5 1-348,-5 3 0,5 1 98,-5 2 1,5 3-15,-5-3 1,6 2 30,-2-2 0,3 2 119,1-5 0,5-4 26,2-4 1,3-5-61,1 2 66,0-8 0,5-2-37,2-5 1,4 0 151,4 0 1,-3-3-32,3-1 0,2-3 63,1 3 1,-1-3-31,2 3 0,-5-3 124,5 3 0,-5-1-73,5 1 1,-5 3-72,5-3 0,-6 3 75,2 1 0,-3 0-53,-1 0 1,0 0-132,0 0 1,-3 4-98,-1 0 1,-3-1-229,3-3 1,-4 1-637,0 3 0,0-3 133,0 3 866,-1-3 0,2-6 0,-4-1 0</inkml:trace>
  <inkml:trace contextRef="#ctx0" brushRef="#br0" timeOffset="1286">1301 210 8006,'0'-6'874,"0"1"-811,5 5 1,5 0 59,5 0 0,1 0-126,-2 0 0,4 0-212,4 0 1,0 0-389,0 0 1,-4 0-27,0 0 0,-4 0 629,1 0 0,-13 5 0,-3 1 0</inkml:trace>
  <inkml:trace contextRef="#ctx0" brushRef="#br0" timeOffset="1459">1257 342 9711,'11'0'384,"5"0"-852,3 0 0,5 0 260,2 0 0,4 0 208,0 0 0,31-10 0,9-2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04.0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342 110 7717,'0'-8'22,"0"1"272,0-2-228,0 4 0,2-3 42,1 4 1,0 1 75,4 3 0,1 0-85,3 0 1,0 0 74,0 0 1,1 0-168,3 0 1,-2 1 86,5 2 1,-4 4-222,1 4 1,-2 0-57,2 0 0,-4 3-72,0 1 0,-1 5 28,-7-2 0,1 3 82,-4 1 0,0 0 40,0 0 1,-9 0-12,-2 0 0,-7 0 59,0 0 0,-3-1-36,-1-3 0,0-2 218,0-5 0,-4 0 20,0 0 0,0-1 28,4-2 0,4-4 11,0-4 1,4 0-104,-1 0 1,3-1 41,1-2 0,4-4-52,0-4 1,4 4-34,-1 0 0,3-1 34,1-3 1,5 0-127,2 0 1,7 0 54,1 0 1,4 1-167,0 3 1,3-3-111,3 3 1,2-3-147,3-1 1,0 0-374,-4 0 794,5 5 0,12-9 0,8 3 0</inkml:trace>
  <inkml:trace contextRef="#ctx0" brushRef="#br0" timeOffset="1056">927 32 7717,'-8'-7'-285,"1"0"0,3 4 137,-3 0 443,5-3 1,-8 4-182,2-1 1,2 3-12,-1 3 0,1 3 21,-2 5 1,-1 2-27,1 1 1,-1 2-61,-2 3 1,-1 3 61,1 0 0,0 0-219,0 4 0,0-2-33,0 2 1,0-3-71,0 3 0,4-4 61,0-4 1,4 2 20,-1-6 21,3 1 58,1-4 0,1-5 0,3-2 1,2-3-3,5-1 1,0-1 23,0-3 0,2 2 41,1-5 1,-1 3 100,1-3 1,2 3 59,-1-4 1,1 5-111,-1-5 0,-2 6 146,5-2 1,-4 3-46,1 1 0,-2-4 74,2 1 1,-2-1-80,6 4 0,-6 0-20,2 0 1,-2 0-85,2 0 1,-3 1-193,3 3-209,-3-3 1,-1 4 194,0-5 0,-4 4-1130,1-1 726,-6 1 565,8-4 0,-18-5 0,0-1 0</inkml:trace>
  <inkml:trace contextRef="#ctx0" brushRef="#br0" timeOffset="1466">243 606 7650,'0'-11'-560,"0"5"532,0-4 341,0 9 0,5-8-85,2 5 1,8 1 123,4 3 1,8 0-93,6 0 1,7 0 72,11 0 1,3 0-208,13 0 0,-5 1-228,4 3 1,-1-2 21,-6 5 1,-2-3 125,-5 3 1,-6-4-486,-9 0 0,-3-1 223,-12-2 1,-2 0-1231,-9 0 549,-5 0 653,-1-5 0,-10 0 244,-2-2 0,-42-3 0,-11 4 0</inkml:trace>
  <inkml:trace contextRef="#ctx0" brushRef="#br0" timeOffset="1943">210 760 7717,'0'-11'-40,"0"0"1,0 4 40,0-1 120,0 1 0,0 0 36,0-1 1,5 6-56,2-2 1,3 2 67,1-2 0,1 3 3,3-3 1,2 3 15,5 1 0,-1 4-111,-2-1 0,1 6 62,-1-2 1,0 3 21,0 1 1,-3 1-119,-5 3 1,-5-2-193,-2 6 0,-3-1-344,-1 4 0,-1 0 266,-3 0 1,-4 0 15,-6 0 1,0 2 49,-4 1 1,-4-1 107,-4 1 0,0-1-27,4-2 0,-3-4 167,-1 0 1,-5-4-81,2 1 0,2-3 162,1-1 0,-1-4 31,2 1 1,0-6-120,7 2 0,2-3 119,5-1 0,1-6-79,3-5 0,2 0-8,5-4 0,1-2-94,3-1 0,3 0 2,8 0 1,-2 5-260,6-2 1,3-1 93,3 1 1,5 1-369,-5 3 0,8 1 234,-3 2 0,4-1-624,-4 1 901,1 3 0,22 0 0,5 5 0</inkml:trace>
  <inkml:trace contextRef="#ctx0" brushRef="#br0" timeOffset="2434">805 870 7717,'7'-5'3,"-2"-1"1,-2-1 0,1 0 327,-2-2-66,0-1 0,-2-1-67,0 0 0,-2 4 25,-1-1 0,-3 6 0,-6-2 0,1-1-71,0 2 0,-3-1 3,-1 4 0,-5 0 25,2 0 1,-2 5-163,2 2 1,-3 3 51,3 1 0,-3 1-90,-1 3 1,1 2 12,3 5 1,-2 0-195,6 0 0,0 2 6,7 1 1,2-1-101,5 1 0,1-3 99,3-3 0,7-3-12,7-5 0,4-1 39,4-3 1,-3-2 53,3-5 0,1-1-180,-1-3 1,3-2 46,-3-5 0,-1-4-83,-3 0 0,0-4 75,1 0 1,-6 0 255,-3 0 0,-5 4 0,-2 3 0,-4 1 0,-18 0 0,-9 0 0</inkml:trace>
  <inkml:trace contextRef="#ctx0" brushRef="#br0" timeOffset="2591">552 947 7717,'-11'0'0,"0"0"527,0 0-30,5 0-343,1 0 1,7 0 43,6 0 0,0 0-214,11 0 1,3 0-254,3 0 0,6 0-368,-2 0 0,0 0-391,0 0 1028,0 0 0,39 0 0,8 0 0</inkml:trace>
  <inkml:trace contextRef="#ctx0" brushRef="#br0" timeOffset="2884">1103 903 7717,'-6'0'716,"-4"0"-496,3 0 0,1 0-19,-2 0 1,1 2 8,-4 1 1,0 3-145,0 5 0,0 0 101,0 0 0,0 2-341,0 1 1,5-1 159,2 1 0,3-1-95,1-2 1,0 3 5,0 1 1,5-4 93,2-4 0,8-4-350,3 1 1,3-3 134,1-1 1,-4-5 431,1-2 0,-6-3-72,2-1 0,-3-4-251,-1 0 1,-5-3 94,-2 3 0,-3-3-268,-1 3 1,-5 0-139,-2 4 0,-8 0 426,-3 0 0,-37 20 0,-10 4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08.5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706 1709 7068,'-1'-6'-1279,"-3"2"1289,3-2 903,-4 5-526,5-9 1,-1 8 464,-3-6-520,3 6 1,-4-4-130,5 2 0,0 2 198,0-6-179,0 6 0,5-4 45,2 2 0,3 3-73,1-3 0,1 3 1,3 1 0,2 0-78,5 0 0,0 5-159,0 2 1,-4 4-317,1 4 1,-1-2 246,4 6 1,-5-1-99,-2 4 1,-6 0 94,-2 0 0,-5 2-235,2 1 0,-8-1 105,-3 1 1,-4 2 5,-4-1 1,-2 0 130,-5-4 1,-4 0 21,1 0 1,-2-4 114,1 1 1,3-6-34,-3 2 1,3-3 165,1-1 0,3-5-70,1-2 0,5-3 47,-2-1 0,7-5-76,5-2 1,2-3 190,1-1 1,0-5-39,0-2 1,6-2-109,5 2 1,1-2-397,6 5 1,1-4 165,3 0 0,0 3-655,0 2 0,4 2 375,-1 1 0,6-1 401,-2 1 0,37 0 0,10 0 0</inkml:trace>
  <inkml:trace contextRef="#ctx0" brushRef="#br0" timeOffset="470">1301 1654 7675,'0'-11'122,"0"0"166,0 5-204,0-4 29,-5 9 1,-1-3 44,-5 8 1,0 2 13,0 5 1,0 1 23,0 3 1,-4 1 19,1 2 0,-6 7 118,2-3 0,0 2-214,0-2 0,3 4 27,-3 0 0,5 1-204,-2-2 1,4-1 94,3 1 1,0-3-166,4-3 0,-3-3-165,3-5 98,0 0 0,6-5 43,1-2 0,0-3 71,4-1 0,1 0-105,3 0 1,0-1 65,0-3 0,1 1 128,3-4 0,0 3-87,4-3 0,2 5 249,-3-2 0,3 1-77,1 0 0,0 2 140,0-3 1,4 3-82,-1 1 1,1 0-45,-4 0 0,2 0-50,1 0 0,-5 0 39,2 0 0,-7 0-447,-1 0 1,-5 3 4,-2 1-1088,-4 0 1023,2-4 0,-5 1-616,0 3 1025,-5-3 0,-16 14 0,-9-3 0</inkml:trace>
  <inkml:trace contextRef="#ctx0" brushRef="#br0" timeOffset="760">706 2205 9904,'13'0'-564,"6"0"1,1 0 1059,14 0 1,6 0 77,11 0 0,7 4 144,1 0 1,6-1-592,1-3 1,-1 0 49,1 0 0,-1 0-954,-6 0 0,-10 0 511,-9 0 1,-11 0-911,-7 0 855,-4-5 0,-17 3-671,-5-5 1,-9 4 0,-6-1 991,-1 3 0,-22-9 0,-5-2 0</inkml:trace>
  <inkml:trace contextRef="#ctx0" brushRef="#br0" timeOffset="1152">673 2404 7675,'-11'-10'494,"1"6"789,3-7-1363,-3 3 1,10 1 117,0 4 1,5 2-27,6 1 0,5 0 144,2 0 1,3 0-76,1 0 1,0 0 42,0 0 0,0 4-88,0 4 1,-1 3-76,-3 3 1,1 0-317,-8 4 0,1-3 41,-8 3 0,-1 2 165,-3 6 1,0-3 165,0 3 1,-6-2-40,-5 2 0,-5-2 146,-6 6 0,0-9-113,0 1 1,-5-4 96,-2 0 1,0 2 42,0-5 0,1-2 133,-1-5 0,2-4-6,5-4 1,3 0-60,1 0 1,6-1-212,0-2 1,6-4 79,6-4 0,0-3-341,0-1 1,5-5 144,3 2 1,6-2-516,5 2 1,6-3 306,5 3 1,2 1-265,1-2 1,5 5 579,2-5 0,32 1 0,9-4 0</inkml:trace>
  <inkml:trace contextRef="#ctx0" brushRef="#br0" timeOffset="1503">1312 2481 7675,'5'-6'165,"-4"-4"427,3 3-437,-3-3 1,-1-1 232,0 0 393,0 0-445,0 0 0,-5 1-76,-2 2 0,0 0-66,-4 4 0,1 1-68,-9 3 0,1 1-1,-4 2 1,-4 4-47,0 4 0,0 3 41,0 1 1,3 5 53,-3-2 1,7 4-258,5 4 0,3-3 86,3 3 0,3-1-292,5-2 1,3 1 156,4-6 0,7 2-251,11-2 1,4-2 158,4-5 0,0-5-183,0-2 1,0-3 109,0-1 1,-1-5 52,-3-2 1,-2-6-240,-5-2 0,-1-5 110,-3 2 0,-2-3-13,-5-1 0,-4 1 386,-4 3 0,-2-2 0,-1 6 0,-29 4 0,-8 5 0</inkml:trace>
  <inkml:trace contextRef="#ctx0" brushRef="#br0" timeOffset="1667">1048 2525 7669,'-15'4'307,"0"-1"1,0 1 1271,4-4-681,5 5-598,1-4 1,12 8-209,4-6 0,2 1 113,9-4 1,-1 0-511,8 0 0,-3-1 225,3-3 1,1 3-974,3-3 0,-4-1 190,1 2 863,-1-6 0,29-2 0,5-6 0</inkml:trace>
  <inkml:trace contextRef="#ctx0" brushRef="#br0" timeOffset="1826">1621 2547 8359,'0'11'350,"0"-4"650,0 1 0,0 0-415,0 7 1,3-2-317,1 6 0,0-5-480,-4 5 0,0-2-556,0 1 1,0 2-1773,0-5 2539,0-1 0,-10-3 0,-2 0 0</inkml:trace>
  <inkml:trace contextRef="#ctx0" brushRef="#br0" timeOffset="2534">1158 3330 7617,'0'-8'-125,"0"1"125,5 5 640,-4-8 0,5 8-323,-2-1 0,-3 0-458,3 0 316,2 1-32,-5-2 0,5 4-2123,-2 0 974,-3 0 1006,4 4 0,-15 22 0,-2 10 0</inkml:trace>
  <inkml:trace contextRef="#ctx0" brushRef="#br0" timeOffset="2693">1180 3550 7617,'0'6'-69,"0"4"36,0-9-805,0 4 838,0 0 0,-5-9 0,-1 3 0</inkml:trace>
  <inkml:trace contextRef="#ctx0" brushRef="#br0" timeOffset="2843">1213 3771 8870,'-7'7'785,"-1"0"-753,6-4 1,-4 5-2356,2-4 2323,3 0 0,-4-4 0</inkml:trace>
  <inkml:trace contextRef="#ctx0" brushRef="#br0" timeOffset="4696">419 11 7642,'-11'-6'880,"4"1"-376,-1 5-290,1 0 1,-4 0-24,0 0 0,0 0 109,0 0 1,0 0-38,0 0 0,-1 2-126,-3 1 1,3-2 53,-3 3 0,3-3-154,1-1 1,0 4 39,0 0 0,0-1-61,0-3 1,1 2 49,3 1 0,-3-2-113,2 3 31,3-3 1,-1-1 108,3 0-147,1 5 161,-2-3-133,4 2 77,0 1 1,3-2-91,1 4 1,1-3 130,-2 3-62,-1 0 1,4 5 58,-3-1 1,-1 0-55,1 0 0,-1 0 53,-2 0 0,3 3-43,1 1 0,0 5-86,-4-2 0,0 3 85,0 1 0,1 0-184,3 0 1,-3 4 19,2-1 0,-1 2 27,-2-1 1,0-3-50,0 3 0,0 1 82,0-1 1,0 3-57,0-3 1,0 1 49,0-1 1,0-2-61,0 5 0,0-4 53,0 1 1,0 1-62,0-2 0,-2 2 75,-1-1 1,2-3-2,-3 3 1,3-6 108,1-2 0,-2 2-79,-1 5 1,2-1 230,-3 1 1,3-3-73,1-3 1,0 3-14,0 0 1,0-1-39,0 1 0,-4 3-15,0-3 0,1 3-48,3-3 1,0 0-20,0 0 1,0 0-9,0 0 1,0 1 42,0 3 0,0-3-94,0 3 1,0-3 65,0 0 0,0 2-25,0 1 0,0 1 20,0-1 1,0-2 76,0 6 0,-4-5-34,0 5 1,1-6 6,3 2 0,-2-3-18,-1-1 1,1 0-6,-1 0 0,2 0-50,1 0 1,0 2 53,0 1 1,0 0-113,0 4 1,0-4 59,0 1 1,-4 0-64,0 0 0,-1 4 66,2-5 0,1 5-1,-1-5 1,0 1 64,0-4 1,1 4-62,-1 0 0,1-4 90,2-4 1,0-1-79,0 2 1,0 1 67,0-1 1,0 2-47,0 1 0,0 0-12,0 0 0,0 0-1,0 0 0,-3 1-6,-1 3 0,0-4-32,4 0 0,0 2 42,0-5 0,0 3 36,0-7 1,0-1-48,0-3 0,0 4 17,0 0-8,0-1 0,0-3 157,0 0 1,0 4-39,0 0 1,0 0 58,0-4 1,0 1-100,0 3 0,0-3-14,0 2 1,0 2-117,0-1 0,-3 3 125,-1-3 1,0 4-107,4-5 1,0 2 76,0-1 0,0-3-187,0 3 1,0 1-13,0-2 0,0 2-27,0-1 1,0-1 164,0 4 0,0-3-30,0 3 0,0-3 75,0 3 0,0-3-73,0 3 0,-1-3 49,-2 3 0,1-3-30,-1 3 1,1-3-68,2 3 1,-3-3 10,-1 3 0,0-4-14,4 1 1,0 2 60,0 1 1,-3-2-17,-1-1 0,0-2 83,4 2 1,0-2-86,0 6 0,0-6 114,0 2 1,0-3-95,0-1 1,-1 4 79,-3 0 0,3-1-97,-2-3 1,1 4-83,2 0 1,0-1 87,0-3 1,-3 0 12,-1 0 1,0 1 73,4-1 1,-1 0-83,-3 0 1,3 0 117,-2 0 1,1 3-106,2 1 0,-1 0 52,-3-4 1,3 0-18,-3 0 1,2 0 11,-2 0 1,3-4-29,-3 1-8,3-1 0,1 0 28,0 1-17,0-6-95,0 8 73,0-9 17,0 4-113,0-5 0,1 4-65,3-1 1,2 1-235,5-4 1,0 0-1545,0 0 1097,0 0 861,0 0 0,10-20 0,2-4 0</inkml:trace>
  <inkml:trace contextRef="#ctx0" brushRef="#br0" timeOffset="6423">2282 66 7656,'-11'0'-79,"0"0"0,4 0 161,0 0 0,3-3 128,-4-1 0,5 0 175,-5 4 161,6 0-161,-3 0-237,5 0 112,5 0-131,1 0 0,5 0-38,0 0 0,-3 0 167,-1 0-160,0 0 0,3 2 163,-3 1-139,3-1 0,-7 2-11,4-4 1,-5 2-11,2 1 18,2-1 1,-3 4 25,4-3 1,-5 0-38,2 4 1,-3-3 17,-1 3 1,2 1-20,1 3 0,-1 1-13,1 3 0,-2-2-14,-1 5 1,0 1-77,0 3 0,0 1-86,0 3 1,0-2 45,0 6 1,0-5-56,0 5 0,0-6 27,0 2 0,4 1-12,0-1 0,-1 3 73,-3-3 1,0 0-20,0-4 1,0 1 21,0 3 1,0-3 110,0 3 0,0-3-94,0-1 1,0 0 4,0 0 0,-3 0 8,-1 0 0,0-4 2,4 1 1,-3-1-353,-1 4 1,0-1 129,4-3 0,0 3 102,0-2 0,0 2 48,0 1 0,-1 0 4,-3 0 1,3 0 158,-2 0 1,0 0-105,-1 0 1,3 0 59,-2 0 0,1 0-71,2 0 0,0 0 19,0 0 1,-3 0-6,-1 0 0,0-3 9,4-1 0,0 0-4,0 4 1,0 0-3,0 1 0,-3-1 44,-1 0 0,0 3-52,4 1 1,0-1 1,0-7 1,-3 3 11,-1-3 1,0 7-60,4 0 0,0-3 53,0-3 0,0-1-58,0 4 0,-1 0 56,-3 0 0,3-3 1,-3-1 0,0-1-26,0 2 0,0 1 8,4-1 0,-3-3-105,-1-2 1,0 0 63,4 1 1,-3-3-93,-1 2 1,0-1 106,4-2 0,-1 0-31,-3 0 1,3 4 2,-3-1 0,3 1-1,1-4 0,-1 4 5,-3-1 1,3 1 1,-3-4 1,3 0 67,1 0 0,-1 0-57,-3 0 1,3 0-121,-3 0 121,3 0 1,1 0-65,0 0 1,-1-3 70,-3-1 1,3 0-1,-3 4 1,3-3 19,1-1 0,0 0-73,0 4 81,-5 0 0,4 0-66,-3 1 15,3-1 0,-3 0 28,1 0 1,-1-4-260,4 0 105,-5 1 68,4 3 0,-4 0 56,5 0 1,-1-4-16,-3 0 1,3 1 60,-3 3 0,3-4-67,1 0 0,0 1 150,0 3 1,0-4-72,0 1 1,-4-1 91,1 4 1,-1 0-110,4 0 0,0-4 9,0 1 0,0-1-202,0 4 158,0 0 0,-4 0 20,1 0 1,-1-4-7,4 1 1,0-1 77,0 4 1,-1-3-48,-3-1 7,3 0 0,-4 4-82,5 0 1,0-3 2,0-1 0,0 0-61,0 4 1,-1-3 4,-3-1 37,3 0 0,-4 4-23,5 0 94,0 0 1,0 0-59,0 1 0,-4-5 106,1 0 1,-1 1 12,4 3 1,-1-4-14,-3 0 0,3 1 145,-3 3-178,3 0 1,1 0 127,0 0 0,0 0-71,0 0 0,-1-4 35,-3 0 0,3 1-48,-3 3 1,3-4 58,1 1-118,0-1 10,0 4 0,-1-1-396,-3-3 270,3 3 0,-4-8-817,5 6 410,0-6-507,-5 3 1047,-1-5 0,-5-20 0,0-4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17.0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349 45 7053,'0'-11'-1105,"0"5"1147,0-4-70,0 9 1,0-6 67,0 4-97,0 2 55,0-4 1,-1 5-6,-3 0 60,3 0-38,-4 0-11,0 0-32,4 0 244,-4 0-101,5 0-76,-5 0 87,4 0 12,-4 0 480,5 0-508,-5 0 226,4 0-108,-4 0 628,5 0-459,0 5-278,0-4 0,0 5 26,0-2 1,0-2 100,0 5-55,0 1 1,0 4-50,0 3 1,0-2-116,0 5 0,0 1 69,0 3 1,-4 0-12,0 0 0,1 4-122,3-1 0,0 2 86,0-1 0,0-3-100,0 3 0,0-3 66,0-1 0,-4 0-30,0 1 0,1-1 51,3 0 0,0-4-113,0 0 1,0-4 63,0 1 1,0-2-12,0 2 0,0-3 63,0 3 0,0-3-33,0-1 1,0-4 36,0 1 1,0-1-33,0 4 1,0-4 19,0 1 0,0-1-11,0 4 0,0-4 26,0 1-47,0-1 1,-2 4-13,-1 0-16,2 0 0,-4 0 39,5 0 1,0-3-48,0-1 41,0 0-35,0 4 1,-4 0 25,0 0 0,1-3 1,3-1 3,0 0 2,0 4 8,0 0-15,0 1-38,0-1 0,0-4 36,0 0-37,0-4 30,0 6-66,0-7 25,0 3-497,0-5 568,0 5-7,0-4 1,0 5 28,0-2 257,0-3-165,0 4-24,0-5-50,0 5-257,0-4 180,0 4 1,0-4-113,0 3 0,-2-3-5,-1 2 61,2-1 245,-4 3-180,5-4 233,0 4 0,-4-4-68,0 3 1,-1-3 155,2 3 0,0-3-86,-4-1 0,-2 0 13,-5 0 1,0 0-134,-4 0 0,3 0-117,-3 0 0,-1-1-654,-3-3 1,0 3 360,0-3 0,5 3-2377,2 1 1379,3-5 1306,6-1 0,21-20 0,9-3 0</inkml:trace>
  <inkml:trace contextRef="#ctx0" brushRef="#br0" timeOffset="716">349 78 7645,'6'-11'-153,"3"3"468,-6 1 0,1 5 24,-4-3 1,0 6-107,0 3 0,0 2 30,0 5 1,0 5-49,0 2 0,-5 3-38,-2 1 1,0 1 13,0 3 0,3 1-97,-3 2 0,5 3-42,-2-2 0,-1 1-128,1 2 0,0-3-28,0-1 0,3-1 69,-3 2 1,3-7-71,1-5 1,-1-3 70,-3 4-143,3-11 164,-4 7 28,5-14 0,0-1-29,0-7 0,-4-3 3,0-1 1,-1-4 3,2 0 0,2-4 6,-3 0 0,3-1-14,1-2 1,0-4 15,0 0 0,0-3 66,0 3 0,0-5-5,0 2 1,1-3 115,3-1 1,-3 1-89,2 3 0,2 2 129,-1 5 1,3 5 29,-3 2-74,0 3-194,1 6 1,-4 2 109,3 8 1,-3 7 87,-1 7 0,0 4-95,0 4 1,-1 3 57,-3 8 1,3-2-42,-3 6 0,2-4 15,-2 3 0,3 0-92,-3 5 0,3-1 74,1 0 0,-4-4-175,0 1 0,1-6 53,3 2 0,0-5-555,0-7 0,0 0 73,0-10 0,0-1-755,0-3-1064,5-4 2325,-4-7 0,9-41 0,-4-13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26.9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66 45 6065,'-6'0'756,"1"0"-349,5 0-386,5 0 0,1 0-27,5 0 0,2 0 12,1 0 0,2 0-3,3 0 1,5 0 83,-2 0 1,7 0-68,1 0 0,-2 0-14,1 0 1,1 0 16,3 0 1,1 0-39,3 0 1,-4 0 34,0 0 0,0 0-27,-3 0 0,1 0-2,2 0 0,-1 0-8,-2 0 0,2 0 36,-3 0 1,2-1-18,-2-3 0,3 3 92,-3-3 1,2 3-83,-2 1 1,7 0 7,-3 0 1,2 0 0,-2 0 0,1 0-15,-1 0 1,3 0-7,1 0 1,0 0-10,-4 0 1,0 0-19,0 0 1,4 0 31,0 0 0,-4 0-23,-4 0 0,0 0 14,5 0 1,1 0 23,-2 0 0,3 0-20,-7 0 1,3 0 48,1 0 0,0 0-44,0 0 0,-4 4 2,1-1 0,-1 1-8,4-4 0,0 0 12,1 0 0,-1 0 3,0 0 0,0 0-2,0 0 1,4 0-21,-1 0 1,1 0 12,-4 0 1,0 0-17,0 0 0,4 0 14,0 0 1,0 0-11,-4 0 1,0-4 7,0 1 0,0-1-2,0 4 1,0 0-5,0 0 0,0 0 4,0 0 1,4-4 45,0 1 1,1-1-42,-2 4 0,0 0 21,4 0 0,-4 0-17,1 0 0,1 0-12,-2 0 0,5 0 10,-5 0 0,1 0-1,-4 0 0,4 0-37,0 0 1,0 0 35,-4 0 0,0 0-39,0 0 1,1 0 28,3 0 1,-2 0-6,6 0 1,-6 0 7,2 0 1,-3 0 2,-1 0 0,2 0-15,1 0 0,-1 0 9,1 0 1,-1 0-78,-2 0 0,1 0 70,3 0 0,-6 0 7,2 0 1,-3 0-15,3 0 0,0 0 67,0 0 1,-1 0-16,-2 0 1,2 0 10,-3 0 1,3 0 1,1 0 1,-4 0-39,1 0 1,-1 0 12,4 0 0,-2 0 3,2 0 0,-3 0-13,7 0 1,-3 0 10,0 0 1,0 0-49,3 0 1,-3 0 21,3 0 1,1 0-4,-2 0 1,6 0-45,-2 0 1,0 4 51,0-1 1,-4 2-44,0-1 0,4-3 33,0 3 1,-2 1-16,-1-2 1,-2 5 7,2-5 0,2 1-3,5-4 1,-1 0 19,-2 0 0,1 0-1,-1 0 1,5 0 18,2 0 0,0 0-25,-4 0 0,0 4 20,0-1 0,4 1-17,0-4 1,0 0 6,-4 0 1,-4 4-4,0-1 1,3 1 3,1-4 0,3 4-36,-7-1 0,3 1-6,1-4 1,0 1 10,1 3 0,-1-3-5,0 3 0,1-3 0,3-1 1,-3 0 13,3 0 0,-2 0 16,2 0 0,-2 0-22,1 0 0,-1 0 74,-2 0 0,0 0-60,0 0 1,0 0 130,0 0 1,4-4-85,0 1 1,-1-1 9,-2 4 1,-1 0-29,0 0 0,2 0 7,-2 0 1,7 0-70,-7 0 0,4 0 66,-1 0 1,6 0-58,2 0 0,-1 0 39,-6 0 0,-2 0-41,6 0 0,-2 0 27,1 0 1,-2 0-7,-4 0 0,2 0 25,1 0 0,2 0-15,-6 0 0,3-1 12,-7-3 0,7 3-8,1-3 0,3 3-2,-3 1 1,1-4 3,-1 1 0,2-2-2,5 1 1,-4 3 89,1-3 1,-6-1-85,2 2 1,2-1 83,2 4 1,-4-1-70,-4-3 0,0 3-1,-4-3 0,4 3 13,4 1 1,-3 0 4,3 0 0,-1 0 7,1 0 1,-1 0 0,8 0 1,-6-4-172,7 1 1,-5-1 121,0 4 0,5 0-74,-1 0 0,-4 0 73,4 0 1,-3 0 48,-1 0 0,3 0-45,-3 0 1,-2 0 131,-1 0 0,-2 0-74,-2 0 0,0 0 10,0 0 0,-4 0 39,1 0 0,-6 0-55,2 0 0,-3-1 66,-1-3 0,0 3-54,1-3 0,-5 3 117,0 1 0,-3-1-105,3-3 1,-4 3 57,1-3 0,-3 2-86,-1-2 0,-4 3-2,1-3 0,-6 3-449,2 1 194,-3 0-423,-1 5 1,-5 1 34,-2 5 598,-8 0 0,-31 0 0,-13 0 0</inkml:trace>
  <inkml:trace contextRef="#ctx0" brushRef="#br0" timeOffset="1558">11 78 7550,'0'-6'301,"0"1"-49,-5 5 66,4 0-125,-4 0 75,5 0-158,0 5 1,0 1 0,0 5 1,0 1 41,0 3 1,0 2-68,0 5 0,0 1 38,0 3 1,4 7 78,-1 8 1,2 8-77,-1 6 1,-3 2-53,3 9 1,1-1-1,-1 9 1,3-2-154,-3 2 1,3-3-16,-3-5 1,3-1 113,-3-3 1,3 2-96,-3-5 0,3-4 64,-3-4 1,-1-4 94,-3 1 1,4 1-77,0-2 1,-1 0 121,-3-7 0,4 3-47,0-2 1,-1-5 136,-3-3 1,0-1-165,0-6 1,4 3 29,0-3 1,-1-4-164,-3-3 159,0-6 0,2 3-339,1-5 100,-2-5-182,4-1-199,-5-5-2359,0 0 1667,0-5 1229,0 4 0,0-33 0,0-3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30.2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 7339,'0'-6'-177,"0"1"1,0 4 172,0-3-120,0 3 151,0-4 151,0 5-135,4 0 0,-1 0 58,4 0-61,1 0 1,4 0-9,3 0 0,-2 0 12,5 0 1,-2 0-91,6 0 1,-2 2 76,6 1 0,1-2-78,-2 3 0,7-1 41,1 0 0,0-2-5,4 3 1,2-3 7,2-1 0,-2 0-4,1 0 0,0 0 2,0 0 1,2 0 2,-6 0 1,6 0 71,-2 0 0,-2 0-65,-1 0 1,1 0 70,-1 0 1,5 0-62,-2 0 1,2 4 1,-2 0 0,3-1-78,-3-3 0,8 4 79,4 0 1,-2-1-42,1-3 0,1 0 33,3 0 0,1 0-96,3 0 1,-3 0 73,3 0 1,-6 2-109,-2 1 0,2-2 73,6 3 1,-4 1-1,0-1 0,0 1 43,-4-2 0,1-1 4,3 1 1,-6 0-35,6 0 0,-1-1-3,5 1 1,-2-2 81,6-1 1,-4 0-56,3 0 1,1 0 173,3 0 0,-3 0-35,4 0 1,-9 2-100,5 1 1,-4-1-50,-1 1 0,-1 2 44,2-1 0,-3 1-42,-1-2 1,1-1 36,3 1 0,1 2-20,3-1 0,-2 0 9,-2-4 0,2 0-24,5 0 1,0 0 13,0 0 1,1 0 1,-1 0 0,0 0 6,0 0 1,3 3-1,-3 1 0,-3 0 8,-7-4 0,0 0-10,3 0 1,-3 3-12,3 1 0,-3 0 10,-1-4 1,-1 1-12,-2 3 1,5-3 4,-2 2 1,3-1-1,-3-2 0,4 0-1,0 0 0,3 0 3,-3 0 0,3-4-27,-3 0 0,0 1 24,-4 3 1,4 0 34,0 0 0,-5 0-34,-7 0 0,0 0 45,1 0 1,1 0-7,2 0 0,-2 0 8,-5 0 0,0 1-49,0 3 0,4-3 22,0 2 1,1-1-88,-1-2 1,-2 0 84,6 0 1,-2 0-32,1 0 0,-2 0 16,-4 0 1,0 0 70,3 0 0,-8 0-26,0 0 0,0 0 103,-4 0 1,1 0 33,-4 0 0,-1-2-84,-3-1 1,3 2 93,-2-3 1,-2 3-62,1 1 1,-4 0-48,1 0 1,-7 0 23,-1 0 1,1 0-111,3 0 0,-1 0-37,-3 0 1,3 0-185,-3 0 0,3 0-1046,1 0 1268,0 0 0,0-10 0,0-2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31.4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728 23 7822,'-6'-7'287,"2"-1"1,2 6 64,-2-2-42,3 3-90,-4 1 1,5 1-27,0 3 1,0 2-18,0 5 1,0 5 57,0 2 1,0 3-166,0 1 1,4 1 98,-1 3 0,1 2-166,-4 5 0,1 5 107,3 3 1,-3-2-40,3 1 1,1-3 40,-1 3 0,0 0-121,0 0 1,-3-2 27,3-5 0,-3-3 66,-1-1 0,0-1 43,0 2 0,0 0-47,0-4 1,0 3 47,0-3 1,0 5-36,0-2 0,-1 3-106,-3 1 0,3 0 103,-3 0 0,0 4 21,0 0 0,0-1-15,4-3 1,0-1-7,0-2 0,0 0-18,0-4 0,0 3 7,0-3 0,0 0-127,0-4 1,0 4 121,0-1 1,0 1-80,0-4 0,0 0 32,0 0 1,0 0-103,0 0 0,0-3 177,0-1 0,0-3-76,0 3 0,0-1 12,0 2 0,0 0-3,0-4 0,-4 3-6,1-3 1,-1 3 11,4-3 0,0 1 88,0-1 0,-1-3-60,-3 3 0,3-3-1,-3-1 1,3 1-32,1 3 1,0-3 17,0 3 0,-4-3 5,1-1 1,-1 0 15,4 0 0,0 0-87,0 0 1,-4 0 64,1 0 0,-1 0-119,4 0 54,0 0-176,0 0 6,-5 0 1,4-3-73,-3-1-1461,3-5 719,1 3-476,0-5 1,0-4 1469,0-4 0,10-75 0,-4 31 0,0 1 0</inkml:trace>
  <inkml:trace contextRef="#ctx0" brushRef="#br0" timeOffset="1041">34 1963 7823,'-11'0'-120,"3"0"225,1 0 0,4 1-200,0 3 211,2-3 447,1 4-282,0-5 0,4 0-74,4 0 0,5 0 214,2 0 0,5 4-99,-2 0 1,3-1-160,1-3 0,5 0-57,2 0 0,-1 0-180,2 0 0,-1 0 24,4 0 0,-3 0-258,-1 0 0,-4 0-24,0 0 0,-3 0 148,-3 0 1,-3 0-1597,-5 0 884,0 0 896,-5 0 0,-21 5 0,-9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4:33.5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0 309 7823,'0'-6'49,"0"1"-13,0 0 256,0 4-24,0-9-93,0 9 0,0-5-95,0 2 176,0 3-38,0-4 0,5 5-84,2 0 1,7 0 18,1 0 0,9 0-119,2 0 1,9-1 105,6-3 1,7 3-15,3-3 1,11 3 8,5 1 1,2-4-193,1 0 1,6-1-63,5 2 1,8 2 18,0-3 0,3 3-298,-1 1 0,7-4 364,-47 2 0,1 0 0,3 0 0,1 1 65,-3 0 1,0 2 0,3-1-1,0 0-19,-3 0 1,0 0 0,0 0-1,-1 0 1,2-1 1,-1 2-1,-1 0 1,0 1-159,0 0 0,-1 0 1,47 2 177,-10-4 1,0 0 6,1 0 1,0 0-47,-4 0 0,-6 3-24,-13 1 1,-4 0-7,-4-4 0,-4 0-160,-6 0 1,-10 0 219,-12 0 0,-4 0-478,-4 0 1,-2 0 561,-5 0-991,-5 0 649,4 0-627,-9 0 861,4 0 0,-29-10 0,-7-2 0</inkml:trace>
  <inkml:trace contextRef="#ctx0" brushRef="#br0" timeOffset="1412">2855 44 7823,'-11'-3'-241,"0"-2"272,0-1 0,0-1 710,0 0 0,5 1-15,3 2-282,1 3-425,2-4 0,0 6 113,0 3 0,9-1 33,2 4 1,9 0 27,2 4 1,5 0-201,6 0 0,1 4-9,3 0 0,1-1 10,2-3 0,-1 4-258,-2 0 0,-4 0 151,0-4 1,-2 0-145,-9 0 0,0 0 77,-11 0 1,-3 1-32,-8 3 1,-2-3 60,-5 3 0,-6-3 164,-9-1 1,-5 3-161,-2 1 1,-7 4 388,0-5 0,-1 1 203,4-4 0,0 0-203,0 0 0,1 0 23,3 0 1,3-4-95,7 1 0,0-6-120,4 2 203,0-3-522,9-1 154,1 0-74,5 0 50,0-5 1,4 3-70,0-6 0,-1 1 115,-3-4 0,0-1 55,0-3 0,0 3 186,0-3 0,0-2-117,0-1 0,0-2 154,0 2 0,0-3 24,0 2 0,-1-1 12,-2-2 0,1 3 5,-1 1 1,0 4-54,-1 0 0,3 1 88,-2 2 56,1 5-73,2 1-662,0 5 214,5 5 1,1-2 54,5 4 1,5-3 56,3 3 0,-1-1-136,4 2 1,-2 1 15,5-1 1,0 2 108,1 1 1,-2-4 1,6 0 1,-6-1 65,2 2 0,-7 2-80,0-3 1,-6-2-3,2-2 0,-4 0 160,-4 1 0,-1-3-116,-2 2 159,-3-1 0,-2-2-86,-10 0 0,-1 0 107,-7 0 1,1 0-74,-4 0 1,-4 0 146,1 0 0,-2 0 10,1 0 0,3 0 12,-3 0 0,3 0-181,1 0 1,3 0 131,1 0-251,4 0 1,0 1 120,6 3-296,3-3 0,12 7 113,4-4 1,1 0-39,6-4 0,2 0 67,6 0 1,-2 0-147,5 0 0,-3 0 265,4 0 1,-6 0-60,2 0 1,-3 0 107,-1 0 1,-1 0-72,-3 0 1,-2 0-33,-5 0-50,-5 0 292,-1 0 1,-7 3 25,-6 1 0,0 3 19,-10-3 0,-5 5 41,-2-2 1,-5-1-138,5 2 1,-1-2-49,4 1 0,-3 2 36,3-6 0,-5 5-100,9-5 0,0 5 91,7-5 1,0 2-368,0-1-181,4-3 153,3 4 1,5-5-9,2 0 0,5 0 78,6 0 1,0-1-52,4-3 0,1 2 23,3-6 1,0 5 91,0-5 0,-1 5-16,-3-5 0,2 5 192,-6-5 0,5 5 52,-5-5 242,1 6 108,-4-8-307,-5 9 0,-6-4 57,-7 5 0,-4 0-27,-4 0 1,-2 0-9,-5 0 0,0 3-66,0 1 1,0 4 11,0-5 0,1 2-33,3-1 1,-2-2-9,5 6 1,1-6-114,3 2 1,3 1 77,1-2-384,4 1 250,-1-4 0,8 0-102,4 0 0,5 0 49,2 0 0,5-1 14,-2-3 0,6 2 110,2-6 0,0 5-15,-4-5 0,0 5 146,0-5 1,-1 2-47,-3-1 1,-2-2 85,-5 5 0,0 0 75,0 0 43,-5 3 1,-2-5-57,-8 2 0,-2 3-58,-5-3 0,-5 3-64,-2 1 0,-3 0-17,-1 0 0,-4 0-40,1 0 1,-1 0 64,4 0 1,0 0-114,0 0 1,3-1 49,1-3 1,1 3-73,-2-3 1,3 3 83,5 1 0,0 0 175,0 0-1,4-4-54,0 0 0,3 1 69,-3 3 1,3 0-20,-3 0 1,3 0 90,-3 0-1974,4 0 1014,-2 0 685,5 0 0,74 14 0,18 5 0</inkml:trace>
  <inkml:trace contextRef="#ctx0" brushRef="#br0" timeOffset="2368">3903 110 7891,'0'-11'-268,"0"0"714,0-5 250,-5 4 1,-1-3-294,-5 8 0,0 2-211,0 5 0,-4 6-27,0 5 1,-4 5 23,0 6 1,-2 5-122,-1 3 0,0 5 82,0 2 0,5 5 67,2-2 0,4 5-222,4-1 1,2 3-285,5-7 0,3-2-3,4-1 0,5-4 135,10-3 1,5-8-59,3-8 0,3-3 20,3-3 1,0-3-127,4-5 0,-4-2 71,1-1 1,-4-7-209,-4-5 1,1-4 90,-8 0 0,-3 0-28,-8 0 1,-1-2 110,-3 3 0,-2 2 284,-5 1 0,-1 0 0,-3 0 0,-2 0 0,-5 4 0,0 0 0,0 0 0,0 1 0,0 3 0,0-2 22,0 6 1,-4-5-45,1 5 0,-1-2 487,4 1 0,0 3 456,0-3-368,0 3-200,0 1 0,4 0-76,-1 0 0,6 5-44,-2 2 1,3-1 9,1 2 0,5-1-168,2 4 0,3 1-123,1 3 1,4-3-207,-1 3 0,5 1 227,-5-1 1,5 1 91,-5-2 1,5-2-1075,-4 3 1,4-3 440,-1-1 0,2-1 568,-2-2 0,28-13 0,2-8 0</inkml:trace>
  <inkml:trace contextRef="#ctx0" brushRef="#br0" timeOffset="3027">4289 408 7891,'-7'-5'323,"4"-2"0,0 1 372,0-2-237,1 6-221,-2-3 1,5 6-9,2 3 0,2 6-136,3 4 0,2 5 8,-3-5 0,3 6-45,1-2 0,0 3-215,0 1 1,0-1 140,0-2 1,-4 1-26,0-1 0,-3-3 16,4-2 1,-6-1 139,2-2 0,-3-4-103,-1 0 379,0-4 1,0 0-125,0-6 1,-4-5 18,1-6 0,-5 0-335,4-4 0,1 1 124,3-2 0,0-1-748,0 1 0,0 2 376,0-1 0,1 4 146,3-1 0,3 3 59,8 1 0,-2 0-1436,6 0 0,3 4 940,3-1 0,5 6 590,-4-2 0,-1 3 0,-3 1 0,0 0 0,0 0 0,-3 0 0,-1 0 0,-4 0 0,0 0 0,-1 0-46,-2 0 0,-4-1 51,0-3 1670,-4 3-1164,2-4 0,-10 5 217,-3 0 1,-1 1-234,-2 3 0,-2-2-219,-1 6 1,0-1-35,-4 4 1,1 1-27,-2 3 0,3-3-430,5 3 0,0 1 233,0-1 0,1 3-220,3-3 1,-1-1-19,4-3 1,0 4-171,4 0 0,1-4 45,3-4 1,-1-4 81,4 0 1,1-1-120,7-2 1,-3 0 73,3 0 0,-3-2-49,-1-1 1,4-5 100,0-6 0,-2 0 190,-5-4 1,1 3 66,-1-3 1,-3-1 271,-2-3 0,2 4 369,-1 0 0,0 3-365,-4-4 0,1 6 258,2-2 0,-1 7 145,1 0-314,3 6 0,1-3-72,4 5 1,-4 5-399,0 2 1,1 7-14,3 0 0,-2 6-11,-1-2 1,2 0-887,-3 0 1,3 0 498,1 4 0,0 0 514,0 0 0,24 5 0,7 2 0</inkml:trace>
  <inkml:trace contextRef="#ctx0" brushRef="#br0" timeOffset="3602">5027 77 7891,'-11'-11'142,"1"0"-142,3 0 0,-1 4 1568,4 0-1041,0 4 0,4-1-21,0 8 0,5 2-223,2 5 0,3 2 195,1 1 1,0 5-68,0 6 0,4 0-186,0 4 1,3 1-450,-3 3 1,-1 0 246,-3 0 0,0 5-195,1 2 0,-3-2 169,-1-1 0,0-4-577,-4-4 1,0-2 248,-4-5 1,-2-8-171,-1-3 0,0-7 94,-4-1 1,3-2 40,-3-1 1,3-4 75,-3-4 0,3-5 60,-3-2 0,1-1 77,-2 1 0,0 2-40,4-5 1,-4 3 234,0-3 0,-3 4-67,-4-1 0,2 3 347,-5 1 1,3 4-2,-3-1 0,0 6 151,0-2 0,-2 3-62,6 1 0,-1 5-88,4 2 1,1 4-190,3 4 1,2-2 81,5 6 1,5-4-318,2 3 1,8-3 91,3 3 0,3-5-760,1 2 0,0-3-35,0-1 1,0-4-1188,0-4 1992,0-2 0,15-15 0,4-5 0</inkml:trace>
  <inkml:trace contextRef="#ctx0" brushRef="#br0" timeOffset="3794">5292 375 7891,'-4'-11'0,"0"0"0,1 4 0,3-1 0,0 6 0,1-3 1110,3 5 1,-2 5-397,6 2 0,-1 3-174,4 1 1,0 1-697,0 3 0,0 1 140,0 2 0,0-1-1259,0-2 0,-4-1 713,1 4 1,-1-5 561,4 2 0,10-12 0,2-5 0</inkml:trace>
  <inkml:trace contextRef="#ctx0" brushRef="#br0" timeOffset="4361">5270 110 7922,'7'0'995,"0"0"-1326,-4 0 0,3 0-1256,-2 0 1587,-3 0 0,4 10 0,-5 2 0</inkml:trace>
  <inkml:trace contextRef="#ctx0" brushRef="#br0" timeOffset="4945">5413 386 7891,'6'0'-376,"0"0"842,-2 0-7,-3 0-197,9 0 0,-4 4-72,5-1 0,-3 1-80,-1-4 1,0 4-96,4-1 0,0 1 130,0-4 1,2 0 61,1 0 0,-3-1-59,0-3 1,0 2-592,-3-6 0,1 5 230,3-5 0,-3 1 39,-1-4 1,0 0 84,-4 0 1,0-1-99,-4-3 0,-2 3 266,-1-3 0,0 3-128,-4 1 0,-4 3 224,-4 1 0,0 5-59,4-2 1,0 3 83,0 1 1,0 0-89,0 0 0,2 8 88,1 3 1,0 4-3,4 0 1,0-1-21,4 8 1,0-2-270,0 6 1,1-3 80,3-1 1,4 0-427,6 0 1,0 0 201,4 0 0,0-5-481,4-2 1,1-4 207,-1-3 1,0-4 81,0-4 1,0-1 424,0-2 0,19-38 0,6-13 0</inkml:trace>
  <inkml:trace contextRef="#ctx0" brushRef="#br0" timeOffset="5345">5755 331 7891,'0'-11'-605,"-4"0"242,1 0 1892,-6 5-442,8-4-767,-4 9 1,5-3-106,0 8 1,0 2 11,0 5 0,5 1 16,2 3 0,3-2-1,1 6 1,0-5-91,0 5 0,0-2 63,0 1 1,0-1-343,0-2 1,-1-3 154,-3 3 1,3 0-273,-3-4 1,-2 2 153,-1-5 1,-2-2-257,2 1-127,-3-5 188,4 3 1,-6-6 50,-3-3 1,3-2-75,-3-5 0,-1 0 58,2 0 1,-5-1 104,5-3 1,-5 3 173,5-3 1,-2-1-140,1 2 0,3-5 166,-3 5 0,3-1 74,1 4 1,0-4 104,0 1 1,1 3-4,3 3 0,2 2-90,5-1 1,0-2-79,0 5 0,5 1 34,2 3 0,3 5 294,1 2 0,0 3-106,0 1 0,0 5-242,0 2 0,-3-1-81,-1 2 0,-3-2-195,3 1 0,-4 3-501,0-3 0,-1 0 399,-2 0 1,0-5-660,0 2 0,0-3-165,0-1 1158,0-4 0,5-17 0,1-9 0</inkml:trace>
  <inkml:trace contextRef="#ctx0" brushRef="#br0" timeOffset="5588">6185 99 7891,'-6'-11'1714,"-4"0"-614,9 0-566,-4 5 1,6 7-142,3 10 1,5 2-11,6 5 1,4 4-88,-5 4 1,6 4-29,-2 0 0,7 5-817,0 2 1,1 1 419,-4-1 1,-1-3-1135,-3 3 1,2-4 630,-5-4 0,-2-3-545,-5-8 0,0-2 1177,-4-5 0,4-24 0,-2-7 0</inkml:trace>
  <inkml:trace contextRef="#ctx0" brushRef="#br0" timeOffset="5746">6141 331 7891,'-17'-17'2740,"1"-3"-1981,5 5 1,4 1-17,4 3 0,3 5-308,3 2 1,9 3-666,6 1 0,9 0 228,6 0 0,2 0-446,10 0 0,-3 1 280,10 3 168,-6 2 0,23 10 0,0 1 0</inkml:trace>
  <inkml:trace contextRef="#ctx0" brushRef="#br0" timeOffset="6413">7023 166 7880,'-8'-11'1145,"1"-1"-200,0 6-345,0 1-212,3 5 1,4 5-57,0 3 0,0 3-1,0 3 1,3 4-83,1 4 0,4 5-147,0 2 1,2 0-128,1 4 1,0-2-345,0 6 1,0-2-605,0 2 0,0-3 523,0 3 1,-4-6-590,1-2 0,-6-6 412,2-1 1,-3-4 626,-1-7 0,0-5 0,-5-50 0,-1-18 0</inkml:trace>
  <inkml:trace contextRef="#ctx0" brushRef="#br0" timeOffset="6663">7001 121 7880,'-5'-15'0,"3"2"585,-1-1 0,2 1 282,1 2-627,0 5 0,4 1-12,4 5 0,2 1 65,1 3 0,6 4-79,5 6 1,2 3 68,9 5 1,-1 7-55,9 4 1,-2 2 12,1 9 1,-2-2-395,-5 6 0,-4 2 168,-4 1 0,-11-5-520,-7-2 1,-11-11 332,-7 0 1,-8-9-422,-7-2 1,-5-6 263,2-8 0,-2-3-214,2-5 0,-2 0-98,6 0 1,0 0 639,7 0 0,7-25 0,6-5 0</inkml:trace>
  <inkml:trace contextRef="#ctx0" brushRef="#br0" timeOffset="7006">7375 507 7880,'11'0'0,"-3"0"200,-1 0 0,-3 0-23,3 0 0,1 0 102,3 0 0,3 4-355,1 0 1,3-1 47,-3-3 0,1 0-164,-1 0 0,-3 0 77,3 0 1,-3-1 133,-1-3 0,0 2-112,0-5 1,-5-4-262,-2-4 1,-3-1 229,-1 1 1,-1 3 271,-3-3 1,-3-1 21,-8 2 0,2 0-90,-6 7 1,4-2 236,-3 6 0,5-1-94,-2 4 0,3 1 180,1 3 0,3-2-97,1 6 1,1 3 7,-2 3 0,2 6-149,3-2 0,1-1-177,-1 2 1,2 0 77,1 7 1,3-6-103,1 2 1,8-3-706,-1 3 1,8-1 394,-1-2 0,3-3-780,1-5 0,3-5 1126,1-3 0,29-26 0,4-7 0</inkml:trace>
  <inkml:trace contextRef="#ctx0" brushRef="#br0" timeOffset="7333">7838 353 7880,'-11'-11'0,"4"4"0,0-1 0,-1 5 674,-3-5 1,4 6 294,0-2-595,-1 3 1,-3 1-278,0 0 1,4 5-150,0 2 1,4-1-388,-1 2 1,3-1 299,1 4 1,0 4 11,0-1 1,0 1 48,0-4 1,1 4-204,3-1 1,2 2 37,5-1 1,0-1-47,0 4 1,0-3 193,0 3 0,4-1 168,0 2 0,-1 1 236,-3-1 0,-1-3-168,-2-2 0,0-1 110,-4-2-200,0 5-89,-4-4 1,-5 2 111,-3-6 0,-3-3-635,-3-5 1,1 0 68,-1 0 492,1-5 0,-7-26 0,-4-10 0</inkml:trace>
  <inkml:trace contextRef="#ctx0" brushRef="#br0" timeOffset="7675">8169 386 7880,'-5'-11'0,"3"0"493,-6 0 0,5 4-74,-5-1 1,1 6-167,-4-2 1,-4 3 15,1 1 0,-2 4 81,1-1 0,3 7-253,-3 1 1,3 0 130,1 4 0,0 2-261,0 1 0,5 3 84,2 1 0,3-1-229,1-3 0,0 3 72,0-2 0,5 0-253,2 0 0,6-4 136,2-3 1,5-3-100,-2-1 0,3-3-393,1-5 1,1 0 274,3 0 0,-3 0-200,3 0 0,-3-5 640,-1-3 0,20-31 0,5-9 0</inkml:trace>
  <inkml:trace contextRef="#ctx0" brushRef="#br0" timeOffset="8033">8346 485 7880,'0'-6'1130,"0"-4"-327,0 9-408,0-4 1,1 5 34,2 0-26,-1 0-163,7 0 1,-2 0-215,4 0 0,0 0 125,0 0 0,-3 0-262,3 0 1,-2 0-52,6 0 0,-3 0-157,-1 0 0,0 0 132,0 0 1,0-1-128,0-3 1,-4 2 58,1-6 0,-6 5-105,2-5 323,-3 1 1,-2-3-89,-3 3 0,-3-2-23,-8 6 1,3-5 124,-3 5 1,-1-1 540,1 4 1,1 1 46,3 3 1,-3-2-280,3 6 1,-2-1-4,5 4 1,2 4-64,-1-1 0,4 6-128,0-2 1,3 0 92,3 0 0,4-1-246,4 2 1,5 0 66,2-4 1,3 0-595,1-4 1,4-5 305,-1-3 0,6 2-694,-2-1 0,-2-2-223,-1-5 1,-3-3 784,-1-5 1,0 0 412,0-1 0,-9-13 0,-4-5 0</inkml:trace>
  <inkml:trace contextRef="#ctx0" brushRef="#br0" timeOffset="8433">8731 452 7880,'-3'-11'-584,"-1"0"1904,-5 0-365,8 0-134,-4 5-533,5 1 0,0 6-32,0 3 1,2-2-69,1 6 0,0-1-93,4 4 1,-3 0-68,3 0 1,-3 4 132,3 0 1,-3-1-269,3-3 0,-3 0 61,3 0 1,-4 0 13,0 0 1,2 0-70,-1 0 1,0-3-156,-4-1 0,3-3-144,1 3 122,0-4-444,-4 2 446,4-5 0,-1-2 70,4-1 0,-4 0 53,0-4 0,2-2 109,-1-5 0,1 1 10,-1-1 1,-2 0 194,5-1 1,-3 2-21,3-5 1,-3 4 236,3-1 1,-3 3 18,3 1 0,-3 0-131,3 0 0,-3 5-62,3 2 1,-3-1-39,3 2 0,0 0-87,0 7 1,2 2 82,-6 5 0,6 1-204,-2 3 1,-1-3 6,2 3 1,-5 1-152,5-1 0,-2-1 60,1-3 0,3 4 117,-3 0 1,-1-2-2798,2-5 2016,-1 1 0,4-4 198,0 3 1,0-4 591,0-4 0,10-19 0,2-6 0</inkml:trace>
  <inkml:trace contextRef="#ctx0" brushRef="#br0" timeOffset="8673">9150 177 7880,'0'-16'0,"-3"3"738,-1-1 1,0 5 321,4 2-127,0 4-2,0-2-386,0 15 1,2-1-121,1 9 0,3 2-91,5 5 0,0 0-236,0 4 1,0 1 73,0 3 0,0 0-822,1 0 0,-1-4 483,0 1 0,-2-2-1063,-1 1 0,2-2 179,-3-5 0,-1-3-103,1-1 0,-1-8 292,2 1 862,2-7 0,-4-24 0,5-11 0</inkml:trace>
  <inkml:trace contextRef="#ctx0" brushRef="#br0" timeOffset="8873">9029 320 7880,'-4'-15'540,"1"0"0,0 2 752,7 6 0,7 2-522,7 5 0,9 1-323,6 3 0,5 2-343,6 5 0,-1 0 54,-2 0 1,-1 0 69,-7 0 1,2 0-1,-10 0 0,-5-4-228,-9 1 0,-15-6 0,-8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7:46.6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23 121 8123,'-8'0'559,"1"0"-105,4 0-86,-1 0 270,4 0-601,4 0 0,8 0 129,6 0 1,3 0-184,1 0 0,6 0 46,5 0 0,5 0-92,6 0 1,4 0-185,0 0 0,-1 0 85,-3 0 0,-1 0-270,-2 0 0,-6-3 183,-9-1 1,-1 0-126,-11 4 1,-3 0-284,-3 0 657,-6 0 0,-12-5 0,-8-1 0</inkml:trace>
  <inkml:trace contextRef="#ctx0" brushRef="#br0" timeOffset="923">486 33 8426,'-6'-11'-49,"-4"5"0,9 0 617,-3 2-30,-2 3-331,4-4 376,-2 5-567,4 0 0,3 1-27,1 3 0,5-2-15,-2 6 1,3-5-176,1 5 1,3-2 113,1 1 0,1 3-86,-1-3 0,-2-1 44,6 2 0,-6-4-61,2 3 0,-3-3 71,-1 3 1,0-1 29,0 1 1,-4 2 76,1-5 1,-6 4-60,2 0 1,-3-2 7,-1 1 0,-1-1 7,-3 1 0,-2 2 273,-5-5 1,0 3-146,0-3 1,-1 3 114,-3-3 0,2 3-47,-6-3 1,6 3-49,-2-3 1,-1 0-98,1-4 0,1 3 67,3 1 1,0 0-236,0-4 1,3 0 106,1 0-435,4 0 120,-1 0-239,4 0 395,0-5 1,0 2 89,0-4 175,4-1 0,-1-3-175,4 0 0,-4 0 446,0 0 1,-1 0-158,-2 0 0,0 0 239,0 0 0,0 0-146,0 0 1,-2 1 89,-1 3 0,2-3-120,-3 3 1,1-2 49,0 2-248,1-3 277,-2 4-710,4 0 192,0 1-82,0 5 1,0 5 62,0 2 0,1-1 9,2 2 0,2-5 70,3 5 0,2-2-321,-3 1 329,3 3 0,1-5 23,0 2 0,0 2-9,0-5 1,0 3 174,0-3 1,0 1-159,0-2 1,-4-2 189,1 3 0,-5-1 61,5 0 22,-6-2 0,2 4 108,-8-5 1,-2 0-167,-5 0 1,0 0 82,0 0 1,0 0-53,0 0 1,0 0 114,0 0 1,0 0-72,0 0 0,0 0-212,0 0 0,3 0 50,1 0 0,5 2-334,-2 1-111,3-2 340,1 4-82,0-5 1,5 0 54,2 0 1,1 2-86,0 1 0,2-2 33,-3 3-519,3-3 318,1-1 290,0 0 1,-4 0 89,0 0 0,-4 0 0,-8 0 0,-7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7:49.4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77 8542,'-3'-7'-240,"-1"-1"0,-1 6 634,2-2-422,1-2 117,-3 5-53,5-4 1,0 6 314,0 3-394,0 2 0,4 6 127,0 3 0,3-3-188,-3 3 1,1-3 102,-2-1 0,0 0-122,4 0 1,-4 0 27,0 0 0,0 0 76,0 0 0,-1-3 175,1-1 0,-1-3-172,-2 3 121,0-5-62,0 3-52,0-5 1,0-5-7,0-2 0,0-3-6,0-1 0,-2 0 27,-1 0 1,1-1-14,-1-3 0,0 3 4,0-3 1,1 2-14,-1-2 1,0 3 200,0-3 0,1 7-107,-1 0 0,1 1 112,2-4 1,-3 3-13,-1 1-88,0 5-209,4-3 193,0 0 0,2 4-196,1-3 0,3 6 95,5 2 0,1 3-96,-1-3 0,1 3 51,2-3 0,0 5-93,4-2 1,-4 3 22,1 1 1,-3-4 42,-1 1 0,0-1 80,0 4 0,-5-4 110,-2 1 1,-3-5 5,-1 5 1,0-5-83,0 5 0,-1-6 121,-3 2 1,1 1-70,-4-2 0,0 1 19,-4-4 1,0 0-30,0 0 0,0 1 28,0 3 1,0-3-57,0 3 0,3-3-21,1-1-20,0 0 1,-1 1 56,1 3-374,4-3 216,-1 4-50,4-5 1,1 0 91,2 0 1,0 0-13,4 0 1,1 0 60,3 0 1,0-4 8,0 1 0,-4-1-77,0 4 46,1 0 0,-1 0-23,0 0 20,-4 0 226,2 0-135,-5 0-19,-5 0 1,2 1 14,-4 3 1,3-3 103,-3 3 0,3-3 237,-3-1-343,0 5 1,-1-4 164,1 3-62,5-3 180,-8-1-150,8-5 86,-7-1 1,7-5-93,-1 0-56,2 0 0,1 0 180,0 0-181,0 0 1,0 0-15,0 0 1,0 4 138,0-1-176,4 6-4,-2-8-335,3 9 261,-5-4-759,0 5 302,0 5 349,0 1 1,0 5-94,0 0 1,0-4 78,0 1 0,0-1-115,0 4 0,0-4-446,0 1 405,0-1 1,0 4-862,0 0 1160,0 0 0,4-5 0,3-1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0:07:50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56 8386,'0'-11'-1157,"0"0"1446,-5 0 0,4 3 262,-3 1-189,3 4-438,1-1 251,0 4 0,-1 4-186,-3 4 0,3 3 125,-3 4 0,2-3-161,-2 2 0,3 2 69,-3-1 0,3 3-116,1-3 0,-1 0 140,-3-4 0,3 0-98,-3 0 1,3 0 69,1 0 0,0-4 1,0 1-17,0-6 24,0 3-299,0-5 277,5-5 0,-4-1-112,3-5 0,-2 0 89,2 0 1,-3 0 17,3 0 1,-3-4-5,-1 1 0,0-1 3,0 4 1,0 0 21,0 0 1,0 0-37,0 0 1,0 3 196,0 1-164,0 0 203,0-4-196,0 4 0,4 1 23,-1 3-42,1 1-4,-4-2-45,5 8 1,0-1 59,2 4 1,3-3-145,-3 3 0,-1-3 70,2 3 0,-2-3 26,1 3 0,2-3 0,-6 3 1,5-3 93,-5 3 0,1-3-23,-4 3 0,4-3 145,0 3 0,-1-3-8,-3 3 0,-1-4-142,-3 1 0,2 0 65,-6 0 1,6 1-31,-2-1 1,-2-3 97,-1 3 48,2 2-218,-5-5 1,8 4-49,-6-5-129,6 5 0,-4-4-984,2 3 556,3-3-110,-4-1 718,5 5 0,15-28 0,3-3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4:54.7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 23 7861,'0'-4'695,"0"-3"1,0 5-464,0-3 183,0 4-83,0-3 236,0 4 0,1 9-509,1 1 0,-1 5 53,2-2 0,-3 2-122,0 3 1,0 3-30,0 4 1,-3 3 43,-2 2 0,-2 1-76,-1 0 0,2-1 82,0 1 1,0-4-94,4-1 0,-1-6 70,3-2 1,0-2-147,0 0 0,1-5 37,2 0 0,1-3-447,4 0 1,-1-3-1358,1 0 1398,0-3 1,2 0 526,0-4 0,7-16 0,-1-7 0</inkml:trace>
  <inkml:trace contextRef="#ctx0" brushRef="#br0" timeOffset="375">238 31 7861,'0'-8'1488,"0"1"-1310,0 2 294,0 2-210,0 10 0,-1-1-95,-1 6 0,1 1-69,-2 3 0,2 2-168,1 3 1,-2-1 88,-1 3 1,1-2-23,2 5 0,0 1 4,0 1 0,0-1-292,0-2 1,0-1 117,0-1 1,0-1-182,0-1 0,1-6 34,1-5 0,0-2 63,3-3 1,0-1-312,3-4 0,0 0 197,2 0 1,1-6 370,2-2 0,12-22 0,0-3 0</inkml:trace>
  <inkml:trace contextRef="#ctx0" brushRef="#br0" timeOffset="591">161 177 7861,'-7'-3'0,"0"0"373,2-2 1,1 3-186,4-3 0,1 3-26,2-1 0,2 2-98,5-2 1,0 2-243,6-1 0,-3-2-1636,5 2 1814,2-1 0,27-4 0,10-1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4:57.8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 39 7861,'-4'-8'-123,"1"3"203,3 0 0,-1 2 265,-2-2 1,2 2 106,-1-2 329,1 4-240,1-3 175,0 4 0,3 6-548,-1 2 0,3 4 44,-2-2 1,2 6-116,-3 0 0,4 5 124,-1 2 1,0 2-378,0 3 0,-3 2-34,0-2 0,1 5-162,0 0 0,0-2 182,-3-3 0,0-7 74,0-1 0,0-3 195,0-5-185,-4 0-23,3-8 82,-5-1 1,5-4 45,-2-1 0,2-2-2,1-4 1,0-1-312,0-1 1,0 1-5,0-4 0,3 0 3,-1-2 1,4-1 113,-1-2 0,2 2 7,1-2 0,0-1-189,3 1 0,-2 0 80,4 3 1,-3 2 76,3 0 1,-3 5 41,3 0 0,-4 4 495,1 4 0,-2 1-117,-3 1 0,1 3 66,-3 6 1,0 1-95,0 6 1,-2-2-98,1 2 0,-1-1-367,-1-2 0,0 2 111,0-2 1,0 1-482,0-5 0,1 1 21,1-1 627,-1-1 0,30-23 0,3-5 0</inkml:trace>
  <inkml:trace contextRef="#ctx0" brushRef="#br0" timeOffset="426">492 207 7861,'-8'-9'0,"0"0"0,1 3 687,-1-1 0,0 3-185,1 2 1,-4 1-133,1 1 0,0 0-318,2 0 1,-2 3 133,0 2 0,0 3-291,2 2 1,0 0 119,1 2 1,-1 1-280,0 3 0,3-4 174,0 1 1,3 0-438,0 2 1,1 1 213,1 2 1,0-4-127,0 1 0,0-4-393,0 2 513,3-4 0,2 2 227,2-6 1,1-2-147,0-3 1,0-3 237,2-2 0,-1-5 0,1 0 0,-1-4 0,-2 2 0,2 0 0,1-1 0,-2 0 0,-1-2 0,1 2 138,-3 0 0,-1 1-57,1-4 1,-3 3 441,1 1 0,-2 2-209,-1 0 1,0 2 418,0 0-136,-4 0 5,3 4-215,-2 1-354,3 13 1,0-3-24,0 8 0,1 1-308,1 2 1,2 1-418,1-1 0,1-2 371,-4 2 1,4-2-139,-1-1 1,0 0 481,0-3 0,10-7 0,6-6 0</inkml:trace>
  <inkml:trace contextRef="#ctx0" brushRef="#br0" timeOffset="842">676 138 8298,'-8'-7'0,"0"-1"598,1 0 0,-1 1-412,0 2 0,1-1 26,-1 4 1,3-1-1,0 3 0,0 0-206,-3 0 65,0 4 0,1 0-234,-1 4 0,3-1 189,0 1 1,3 0-440,-1-1 1,3 1 230,0 0 0,0 2-83,0 0 0,0 0 15,3-2 0,1 0-36,4-1 0,2 1-79,0 0 0,4-1 97,-1 1 0,1-1 117,2-2 0,-4 2-42,1-2 1,-1-1 227,1 1 1,0-2-106,-2 2 1,-1-1 125,-2 1 1,-1 1 2,1-3 1,-3 3 179,0-1 1,-3-1-32,0 1 0,-1 0-118,-1 3 1,-3-3 369,-2 0 0,-2-1-146,-1 1 0,-2 2 63,0-2 0,-4-1-48,1-2 0,-2 0-261,-3 1 1,2-3-93,-2 3 1,2-3-344,1-3 0,3 0-232,1-2 0,4-2 599,2 2 0,39-22 0,13-6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00.1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123 85 7826,'-4'-4'0,"4"-3"339,-3 2-117,2-2 1,1-1-77,0 1 1,0 1 46,0 1 1,-2 3-149,-1-3 0,0 3 106,0-1-51,-1-1 1,-4 4-81,0 0 0,0 1 77,-2 4 0,1 3-128,-1 2 0,1 4 71,2-2 1,-1 5-130,0 1 1,2 3 74,1-3 1,1 2 51,4-2 0,0 3-451,0 0 0,4-3 85,1-3 0,4-1-66,1-3 0,4-1 121,-1-2 0,-1-4 148,0-2 0,-1-1-53,1-1 1,-1-3 200,1-2 1,-2-3-56,0-2 1,-4-2 89,-1-3 1,-2-1 121,2 1 1,-4 0 97,2-1 1,-2 1-5,-1 0 1,-1-1-99,-2 1 0,2 0 229,-4-1 1,2 4-120,-2 2 1,1-1 87,-1 1 0,-1 2 276,3 3-517,0 3 0,3-1 9,-3 3 0,2 1-196,-1 1 1,2 3-88,2 6 0,0-2 99,3 4 0,0 0-89,3 5 0,2-2 67,0 2 1,4 1-554,-1-1 0,-1 0-71,0-3 1,1 1-1060,2-1 1747,4 0 0,4-6 0,4-2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05.5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8 211 7827,'-2'-6'393,"-1"1"71,1 4-109,2-3 1,0 5-147,0 2 1,1 1 3,1 4 1,0 2-241,3 0 1,-1 4 124,1-2 0,2 3-79,-2 0 0,1 1 76,-1-1 0,1 0-280,-3 1 1,0-1 31,0 0 0,-2 0-4,1-3 1,-1 0 8,-1-5 1,0 1 100,0 0-58,0-1 44,-3-3 61,2 0 1,-3-5-21,1-2 0,2-1-114,-1-3 0,1-1 105,1 0 1,-3-2 37,1 0 0,-1-4 84,3 1 0,0 1-116,0 0 1,0-1 93,0-2 0,0-1-75,0 1 0,1 0 37,1-1 0,2 2-17,1 1 1,2-1 67,-2 4 1,4 0-11,1 2 1,2 1 101,-2 2 1,-1 2-16,4 3 0,-1 2-54,1 3 0,1 1-165,-1 6 0,-2 4 132,-1 2 0,1 2-442,-1-2 0,1 2 176,-4-2 1,1 1-408,0-1 0,-3-3 130,0 1 0,-3-2-483,0-4 952,-1 1 0,-8-11 0,-1 0 0</inkml:trace>
  <inkml:trace contextRef="#ctx0" brushRef="#br0" timeOffset="334">453 234 7910,'-5'-8'0,"0"0"207,-1 1 1,2-1 26,-2 0-117,1 4 0,-2 1 213,-1 3 1,3 0-97,0 0 0,0 3-261,-3 2 0,3 4 102,0 2 1,3 2-154,-1 0 1,0 4-60,1 1 1,-1 1-99,3-1 0,0-2 85,0 2 0,1-2 86,1-1 1,3 0-158,2-3 1,4 0 15,2-5 1,1-3 99,-1-1 1,1-3-3,-1-3 0,-2-1 430,-1-3 0,-1-5-105,-2-4 0,0 0 40,-2-4 1,-1 2-568,-4-3 0,-4 4 154,-1-1 0,-2 2-222,0 1 0,-1 2 77,0 0 300,1 4 0,-4 8 0,-1 6 0</inkml:trace>
  <inkml:trace contextRef="#ctx0" brushRef="#br0" timeOffset="818">606 203 7827,'-5'-7'0,"1"1"0,0 2 1491,-1 0-527,4 2-716,-3 2 1,4 3 59,0 2 0,0 3-99,0 2 0,4 0-170,1 2 1,-1 1 88,1 3 1,-1 1-488,2 1 1,0 0 236,-1-2 1,0-1-47,0 0 0,-3 1 14,0-1 1,1-2-42,0-1 0,0-4 284,-3 2-236,0-6 262,0 3-153,0-7 1,-1-1 0,-2-2 1,2-1 45,-1-4 1,1 0-50,1-3 1,0 3 16,0-2 0,0-1-10,0 0 1,0-2-23,0 0 1,0-1 11,0-2 1,0 2 91,0 1 0,0-4-72,0 2 0,2-2-52,1 1 0,2 2 56,-2 1 0,2 1-127,-3 2 0,4 4 95,-1-2 1,0 6-11,0-1 1,0 3 93,3 3 1,0 4-85,2 6 1,0 2 155,2 0 0,0 1-84,1 2 0,1-2-124,-4 2 1,3 1 94,-3-1 0,0 0-415,-2-3 0,-3 0-15,0 1 0,-3-2-180,0-1 1,-1-2 617,-1-3 0,-7-8 0,-1 0 0</inkml:trace>
  <inkml:trace contextRef="#ctx0" brushRef="#br0" timeOffset="1050">921 333 8129,'3'-4'37,"2"1"0,2 3-873,1 0 1,-1 0 835,1 0 0,20 3 0,5 1 0</inkml:trace>
  <inkml:trace contextRef="#ctx0" brushRef="#br0" timeOffset="1534">1151 211 7827,'-5'-6'306,"2"2"0,0 0 1179,1 0-1357,-1 2 1,3-1 325,0 6-194,0 1 0,3 7-87,-1 2 0,4-1 49,-1 1 1,2 0-205,1 2 0,0 0 88,-1 1 0,1 0-307,0 2 0,-2-2 106,-1 2 0,1-3-32,-3-2 1,2 0-174,-2-2-27,-1-1 192,-2-2-17,0-4 0,0-2-304,0-4 275,0-6 0,-2 0-42,-1-3 1,1 0 70,2 1 0,0-4 167,0 2 0,0-3-151,0 0 0,0 0 223,3-1 1,-1 1-79,3 0 1,-3-1 33,3 1 1,1 0 113,1-1 1,1 4-29,0 2 0,-1-1 0,1 1 0,0 3-42,3 4 1,-3 3 132,2 0 1,1 3-88,0 2 1,0 5-53,-1 3 0,-2 4-81,3 1 1,-3 3-163,0 0 0,-1-2-105,-2 2 0,1-4 130,-4 1 0,1 0-577,-3-3 1,0 1 285,0-6 0,0-2 428,0-3 0,0-17 0,0-1 0</inkml:trace>
  <inkml:trace contextRef="#ctx0" brushRef="#br0" timeOffset="1910">1518 272 7827,'8'0'432,"0"0"0,-3 0 39,0 0-262,0 0 1,0-3 12,0 1 0,-2-1 223,2 3-966,-3-3 478,5-1 0,-6-3-353,4 2 0,-3-2 148,1 2 0,-3-2-39,0-1 0,0 1 438,0-1 0,0 3-104,0 0 0,-3 0 256,-2-3 1,-2 3-69,-1 0 0,1 3 77,-1-1 1,3 3-29,0 0 0,0 0-49,-3 3 1,0 1-116,1 4 1,2 0-114,0 3 1,2 1 174,-2 3 0,3 0-214,0 1 1,1-1-899,1 0 0,0 1 553,0 2 1,3-2-546,2-1 1,5-1 379,0-3 0,4-1 542,-2-2 0,37-25 0,9-5 0</inkml:trace>
  <inkml:trace contextRef="#ctx0" brushRef="#br0" timeOffset="2394">1856 234 7827,'-3'-11'0,"0"0"0,-1 0 914,-2 0 0,1-2-376,0 3 1,0-1 347,-3 1 1,1 2-331,-1 0 0,0 2-119,-3 3 0,3 1-322,-2 2 1,0 0-214,0 0 0,2 3-51,-3 2 0,3 3 165,0 2 1,0-1-434,1 4 1,2 0 183,0 2 1,3 1-598,-1-1 0,2-1 278,1-1 0,0 2-147,0-3 0,4-1 264,1 0 1,2-4 69,0-2 1,4 1 318,-1-3 0,1 0-109,-1-3 1,-1-4 75,1-1 0,-2-2-78,0 0 0,0-1 429,-1 0 0,-2 1-163,-3-1 1,2-2 456,-2-1 0,1 1-154,-3 3 0,0-1 14,0 0 1,0 1 168,0-1-156,0 0-370,0 1 169,0 2-110,3 2 1,-2 6 6,2 2 1,0 3-187,0 2 0,3 2-23,-1 4 1,1 1-123,2 1 0,0 4 23,-1-2 0,-1 2 69,-1 1 1,-1 0 408,1 0 1,-2 0-121,-3 0 1,0-3-117,0-2 1,-3-5-45,-2 0 0,-5-4-199,-3-2 1,-2 0-256,0-4 1,-3-2-356,0-3 1,0-2-283,3-4 1,1-1 195,4-1 870,0-2 0,26-20 0,2-5 0</inkml:trace>
  <inkml:trace contextRef="#ctx0" brushRef="#br0" timeOffset="2835">2101 226 7978,'-1'-11'0,"-1"-1"836,-3 0-413,1-3 1,-3 7 377,2-2 1,1 5-192,-1 2 1,0 2-207,-3 1 0,0 1-360,1 2 1,-3 2 118,-1 5 0,1-1-334,2 4 1,1 0 101,-1 2 1,0 3-82,1 0 0,2 0-499,0-3 1,3 3 244,-1 0 0,2-1-385,1-4 1,0 0 283,0-2 1,1-1 94,2-2 1,1-4 153,4-2 1,-1-1 200,1-1 1,2-3-60,1-2 1,0-3 79,-1-2 1,-2 0 35,3-2 1,-3 1-63,0-1 1,-1-1 523,1-2 1,-1-1-229,-2 1 1,1 0 382,-3-1 0,0 1-262,-1 0 1,-1 2 718,2 0-383,-2 4-496,-1-2 12,0 6 1,0 5 25,0 5 1,0 3-608,0 2 1,0 0 212,0 2 0,2 4-390,1 2 1,2 0 263,-2-3 1,2 3-348,1 0 1,0 0 26,2-3 1,0-1-67,-1-1 0,4-2 671,-1-3 0,0-1 0,-2-2 0,6-19 0,2-7 0</inkml:trace>
  <inkml:trace contextRef="#ctx0" brushRef="#br0" timeOffset="3069">2247 65 7827,'-4'-15'0,"0"0"0,0 2 782,-3 2 0,4 6-281,-3 0 1,3 4 125,3 1-410,0 7 0,0 2 5,0 4 0,1 0-258,1 2 0,0 4 103,3 1 0,3 3-133,2 3 1,1-1 45,-1 3 1,-1-3-430,1 3 0,0 1 103,0 1 0,-2-3-47,3-1 0,-6-6-250,1-2 0,-2-2-152,1-4-193,-2 0 988,1-8 0,-7-18 0,2-7 0</inkml:trace>
  <inkml:trace contextRef="#ctx0" brushRef="#br0" timeOffset="3310">2239 234 7874,'0'-8'167,"0"0"1,3 3 123,-1 0 0,4 3-62,-1 0 1,5 1 317,0 1 1,3 0-132,-3 0 1,3 0-65,0 0 0,2 1-107,0 1 0,0 5-227,1 3 1,2 4 60,-1-1 0,-1 1-131,-3 2 0,-4-1-842,1 0 0,-2 1 481,-3-1 0,-2 0-521,-3 1 1,3-2 329,-1-1 0,1-2 604,-3-3 0,0-11 0,0-2 0</inkml:trace>
  <inkml:trace contextRef="#ctx0" brushRef="#br0" timeOffset="3476">2431 73 8536,'-12'-13'1349,"2"0"-2450,4 4 671,3 1 0,3 5-690,0 6 436,3 1 684,2 4 0,9 23 0,2 7 0</inkml:trace>
  <inkml:trace contextRef="#ctx0" brushRef="#br0" timeOffset="4217">2553 234 7827,'-4'-5'1872,"1"2"-1305,3 3 0,1 3-425,1 2 1,0 3 66,3 2 0,-3 0-270,4 2 0,-4 1 92,3 3 0,-2-4-440,2 1 0,-3-3 241,4 3 1,-4-3 9,3 3 1,-3-4-13,0 2 0,3-6-3,0-3 1,-1 2 47,1-2 1,0 0-35,3-5 1,1-2 14,1-5 0,-1 1 62,4-4 1,-4 3 128,1-3 0,0 0-73,0-2 1,-1 2 36,1 0 0,-3 3-47,-1-3 1,0 4 3,-4-1 1,2 1 188,-2 2-175,-1-1 55,2 4-65,-3 0-27,-3 4 1,2 1 79,-1 2 0,1 1 8,1 4 1,0-1-28,0 1 1,2 0-12,1-1 1,3 1 14,-1 0 1,-1-1-11,1 1 0,0-1 31,3-2 1,0 1-25,-1-4 1,1 3 169,0-2 0,-1 0-14,1-3-161,3 0 0,0-1 14,2-2 0,-2 1 23,-3-3 1,-1 0 34,1-2 0,0-1-28,-1 0 0,-2 1 270,1-1 0,-2-1-94,1-1 0,1 2-36,-4-3 1,1 3-41,-3 0 1,0 1-31,0-1 1,-1 3-118,-1 0 0,-3 3 133,-2-1 0,-4 3 48,1 0 0,-3 0-65,0 3 0,1 1 274,-1 4 0,3 0-112,-3 3 0,4 0 32,-2 1 1,6 4 46,-1-1 0,5 0 116,-2 3 0,8 1-235,3-1 1,8 1-132,2-1 0,6-3-359,1 0 0,4-3 214,-4-4 1,3-4-190,-2-1 0,-2-3 169,-3-3 1,-2-1-1539,-4-4 1,-3 1 109,-2-1 1487,-1 0 0,-15-3 0,-4-1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11.9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149 222 7548,'-5'-4'-425,"2"4"442,3-4 1,0 3 303,0-1-174,0 1 0,0-3 355,0 1-74,0 2 281,0-6-249,0 7-247,0-7 0,-1 6-132,-2-2 108,3-1-445,-7 3 229,3-2 1,-4 5-81,0 1 0,1 3-58,-1-1 1,0 2-38,1 1 1,1 3 42,1 1 0,4 0-39,-2 1 0,2 2-3,1 3 0,4 3 76,1-3 0,2 2 105,4-2 1,-3 0-71,2-3 0,-1 1 203,-1-1 1,-4-3-47,-2-2 1,-2-2 59,-2-3 1,-3 1-64,-6-4 0,0 1 126,-1-3 0,-3 0-608,2 0 1,-1-4 208,-1-1 1,3 1-417,1-1 1,5 0 624,1-3 0,10-13 0,1-4 0</inkml:trace>
  <inkml:trace contextRef="#ctx0" brushRef="#br0" timeOffset="325">264 352 7134,'7'-3'-622,"1"-2"0,-1 0 1124,-2 0 1,2 3-88,-2-3 1,-1 2-353,1-2-60,-3 0 1,4-3-48,-4 1 0,1-1 215,-3 0 0,2 1 67,1-1 86,0 0-215,-7 1 0,0 2-89,-4 3 1,1 1 86,-1 1 0,-2 3 168,-1 2 0,1 5-77,3 0 0,-4 4 153,1-2 0,1 3-134,4 0 0,-1 1-228,3-1 0,1 0-108,2 1 1,0-1 123,0 0 1,6 1-575,5-1 1,2-1 290,3-1 0,2-4-712,3-4 1,1-4 989,1 2 0,24-26 0,5-7 0</inkml:trace>
  <inkml:trace contextRef="#ctx0" brushRef="#br0" timeOffset="843">639 299 7756,'3'-11'62,"0"2"1,0 1 841,1 2-481,-2 1-249,-2-2 1,0 0-25,-3 2 0,-1 1 25,-4 4 0,-2 1 120,0 2 0,-4 1-93,1 4 1,1-1 88,0 1 0,1 3-89,-1 2 0,2-1-251,0 0 1,2 1 50,3 3 1,2 1-35,3 1 0,0-2-487,0-4 0,4 0 313,4 1 0,3-2-830,4-3 0,0-3 437,1 0 0,-1-3-407,0 0 1006,4-1 0,8-28 0,4-7 0</inkml:trace>
  <inkml:trace contextRef="#ctx0" brushRef="#br0" timeOffset="1159">877 283 7909,'-8'-7'533,"0"-1"0,3 3-338,0 0 0,0 3 7,-3-1 1,1 3 131,-1 0 0,0 3-119,1 2 0,-2 3-28,-1 2 0,2 1 27,-3 2 1,3 1-223,0-1 1,3 2-123,0 0 1,3 0-148,0 1 1,4-4-190,3 1 1,3-4 254,2 2 1,2-6-38,3-3 1,1-1 29,-1-1 0,-2-4-118,0-4 1,-4 1 50,1-4 1,-1-1-65,-2 0 1,-2 0 70,-3-1 0,-1 1 278,-1-1 0,-3-25 0,-2-4 0</inkml:trace>
  <inkml:trace contextRef="#ctx0" brushRef="#br0" timeOffset="1551">969 268 8405,'4'3'1247,"-1"2"1,0 2-910,0 1 1,-1 0-93,-2 3 0,0-2-306,0 4 1,0 0 104,0 2 1,0-1-159,0-1 1,-2 2 135,-1-3 0,0-1-443,0 0 155,2-3-147,-6 0 97,6-4 123,-2 0-29,3-11 0,0 2 49,0-6 0,0 2 118,0-1 0,1-1-33,1-2 1,0-2 100,3 3 0,0-2-106,3 1 1,-3-1 146,0 1 1,0 1-10,3-1 0,1 4 95,1-1 0,-2 2-85,3 3 1,-2 2 8,1 3 0,-1 0-31,1 3 1,-2 1-10,0 4 0,-1 3-116,-2 2 0,2 1 80,-2 2 0,1-1-445,-1 0 0,2-2-8,-2 0 1,2 0-195,0 2 0,1-2 365,0-1 0,-1-3 293,1-1 0,13-14 0,4-7 0</inkml:trace>
  <inkml:trace contextRef="#ctx0" brushRef="#br0" timeOffset="1976">1429 30 7772,'-3'-7'1312,"1"-1"0,-2 1-1197,2 2 0,1 2-12,-2 6 0,3 2 284,3 5 0,-2 3-62,1 5 1,2-1-47,2 3 0,0 1-134,2 2 1,-3 3-108,0 2 0,-2 1-447,2-1 1,-3 1 284,0-3 0,-1 0-266,-1 0 1,-1-6 215,-1-3 1,0-4-718,-3-5 317,0-4 257,-3 0 1,0-9-28,1-2 1,2-2 13,-1-4 0,4 1 290,-3-4 0,2 1-68,-2 0 0,0-1 348,-3 1 0,2 0-164,0 3 1,-3 1 317,1 3 1,-2 1-228,0 2 0,1 2 215,-4 3 0,3 3-115,-3 2 1,3 5 535,0 3 0,5 2-280,3 3 0,1-2-127,1 2 0,4 1-357,4-1 0,3 0 65,4-3 1,3-3-751,0-2 0,0-2 403,-3-3 0,0-1-633,-3-4 1,2 0 875,-4 0 0,-6-35 0,-5-7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15.8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77 189 7834,'-4'0'322,"0"0"158,1 0 1,2 1-127,-1 2 1,1 1-81,1 3 0,1 5-243,1 0 0,0 5 145,3 1 1,0 6-275,3-1 0,-1 4 120,1-1 1,-3 2-201,0-2 0,-3-1-132,1-2 1,-3-4-341,0-4 0,0-3-704,0-4 956,0-1 1,0-3 397,0-4 0,-6-24 0,-3-9 0</inkml:trace>
  <inkml:trace contextRef="#ctx0" brushRef="#br0" timeOffset="226">31 197 7834,'-8'-16'261,"1"4"-218,-1-1 1,4 1 582,1-1 0,2 2-190,1 3 0,4 2-99,1 1 1,3 1-248,2 4 0,2 0 76,3 0 0,1 2-180,2 3 0,-1 1 74,4 7 1,-4-1-324,1 4 0,-5-1 191,0 0 0,-4 3-515,2 0 0,-6 0 70,-3-3 0,-2 1-125,-2-1 0,-3 0 30,-6 1 1,-1-4 611,-3-2 0,-17-19 0,-5-4 0</inkml:trace>
  <inkml:trace contextRef="#ctx0" brushRef="#br0" timeOffset="676">407 243 7866,'-10'-8'-57,"-2"0"1,1 1-39,0-1 1,1 1 902,2 2 0,-2 2-244,0 3 1,0 0-404,2 0 1,3 3-71,0 2 1,1 5-174,-1 0 0,-1 4 50,3-2 1,-2 4-164,2 1 0,1 0-293,2 1 1,1 0 267,1 0 0,2 0-102,1-3 1,2 0 6,-2-2 0,4 0-40,1-2 0,0-4 40,-2-2 0,0-3 129,-1 1 0,3-3 240,-3-3 1,3-1-55,-5-4 0,1 0 52,-1-3 0,1 2-53,-3-4 1,2 1 84,-3-1 1,1-1-14,-3 1 0,0-1 341,0-2 1,2 2-43,1 1 1,-1 0 569,-2 2-218,0-2-235,0 4-415,0 2-2,0 3 0,1 13-71,2 4 1,-1 3-61,3 0 0,-1-1-188,1 0 1,2 1-219,-2-1 0,-1 3-397,1 0 1,0-1 87,3-4 776,0 1 0,10-9 0,2 2 0</inkml:trace>
  <inkml:trace contextRef="#ctx0" brushRef="#br0" timeOffset="968">545 273 7866,'-3'-10'0,"1"0"0,0 1 1035,1 0-218,1 5-133,0 0-413,0 4-45,0 7 1,3-1-220,3 7 1,-2-3 58,1 3 1,0 0-335,3 2 1,-3-1 192,0 1 1,-1-4 85,1 4 1,1-3-160,-3 0 1,0-1-580,0 1 876,-2-2-184,2 1 480,-3-7 1,0-1-175,0-6 1,0-2 1,0-5 1,-1-2-64,-1-4 1,1 4-291,-2-1 1,2 0 120,1-2 1,1 0-825,2 2 0,-1 0 134,3 3 0,0-3 649,2 3 0,15-4 0,2 2 0</inkml:trace>
  <inkml:trace contextRef="#ctx0" brushRef="#br0" timeOffset="1194">775 112 7866,'-4'-4'1656,"3"-3"1,-2 7-681,3 0-472,0 4 1,0 7-123,0 2 0,3 1-299,3 1 1,-2 3 86,1 0 0,-3 6-210,4-1 1,-4 4 84,3-1 0,-3-1-786,1-2 0,0 0 47,-1-3 1,1 0-303,-3-4 0,0-3-1642,0-5 2638,0-4 0,0-17 0,0-9 0</inkml:trace>
  <inkml:trace contextRef="#ctx0" brushRef="#br0" timeOffset="1435">660 258 7866,'1'-8'210,"1"1"0,0 0 356,3 2 0,0 1-57,3 4 1,3 0-138,2 0 1,1 0 55,1 0 0,4 4-73,2 1 0,-2 3-235,2 2 0,-4-1 93,1 4 0,-2 0-249,-1 2 1,-2 0-315,0 1 1,-5-3-435,0-1 0,-1-1-403,-5 1 1,1-2-108,-3 0 1294,0-2 0,0-20 0,0-6 0</inkml:trace>
  <inkml:trace contextRef="#ctx0" brushRef="#br0" timeOffset="1583">905 112 7902,'-5'-6'0,"1"0"45,0 1 0,1 3-971,0-1 277,2 2 649,-2 1 0,20 24 0,4 6 0</inkml:trace>
  <inkml:trace contextRef="#ctx0" brushRef="#br0" timeOffset="2283">1112 250 7866,'-8'-7'0,"1"-1"1117,-1 0 1,0 2-436,1 1 1,2-1-242,-1 3 1,4 0-403,-3 3 1,1 1 35,-2 2 1,0 1-67,0 4 1,0 2 122,-2 0 0,4 4-448,1-1 0,0 1 208,0 1 1,0 1-541,0-1 0,2 0 102,-1 1 1,2-3-68,2-1 0,0-2 182,3 0 0,0-2 105,3-3 0,0-2 286,-1-3 1,2 0-75,1 0 0,-1-6-99,1-2 0,-1-2 53,1 0 0,-1-2 160,1-3 0,-2 2 157,-3 0 1,1 0 191,-4-2 1,4 2 606,-4 1 1,1 0-404,-3-1 1,0-1 342,0 4 0,-3 0 185,1 2-1158,-4 4 0,4 0 140,-3 4-78,3 0 1,-1 4-148,3 1 1,1 4-207,1 2 1,0 2-283,3 0 0,0 4 289,3 1 1,-1 0-86,1-3 0,0 1 69,-1 2 1,1-4 291,0 1 1,-3-5-104,0 1 0,0-3 88,3 0 0,-3-4 53,0-1 0,-3-3 157,4-3 1,-2-1 33,1-4 1,2-3-95,-2-2 0,-1-1 109,1-2 0,-2 1-104,2 0 1,-3-3 244,0 0 1,0-2-111,0 2 0,-1-4 293,2 2 1,-3-2-135,-3-1 0,2 0 35,-5 0 0,4 1 141,-3 1 1,2 0-140,-2 3 1,1 4 507,-1 3-219,-2-1-583,3 7 1,-1 2 106,3 8 1,1 5 88,1 3 0,0 5-114,0 2 1,1 5-52,1 1 1,4 3-250,4-1 0,-1-1 106,4 1 1,0 0-790,2 3 1,3-1 418,0-2 0,2-3-1597,-2-4 1,-1-3 1986,-4-2 0,8-18 0,0-4 0</inkml:trace>
  <inkml:trace contextRef="#ctx0" brushRef="#br0" timeOffset="3059">1741 120 7849,'-6'-2'0,"1"-1"0,3-2 1262,-3 2-814,3 1 0,-1 3 89,3 1 0,0 1-182,3 4 1,-1 0-152,3 6 0,0 0-94,3 2 1,2 1 58,0 2 0,1 2-362,-1 3 0,-1 0 242,1 0 0,-1 1-476,-2-1 0,0 1 275,-2-6 1,-1 0-193,-4-3 1,0-3-39,0-1 307,0-6 0,-3-3-173,0-4 1,-2-3 91,3-2 1,-4-4-143,1-2 1,0 1 125,0-1 0,0 0 76,-2-2 0,-1 3-38,0 2 0,0-1-25,-2 1 1,0-1 90,-3 4 1,3 0 262,-3 2 0,3 1 107,-3 4 0,4 1-121,-1 2 1,1 1 254,2 4 1,1 3-136,1 2 1,4 2-212,-2 3 0,2-2 39,1 2 0,4-2-433,1-1 1,4-3-48,1-1 0,4-3-201,-1 0 1,2-4-320,3-1 0,-2-3 210,2-3 661,2-1 0,13-31 0,7-7 0</inkml:trace>
  <inkml:trace contextRef="#ctx0" brushRef="#br0" timeOffset="3428">1856 304 9960,'3'4'965,"1"2"-728,4-3 0,0 0-26,-1 0 1,1-1-327,0 3 0,2-4 149,0 2 0,0-2-473,-2-1 0,0 0 307,-1 0 0,3-3-183,1 1 1,-4-4-8,-2 1 0,-3-2-160,1-1 1,0 0 258,0 1 0,-2-3 27,-3-1 1,-2 1 289,-4 2 0,-2 3-62,-1 0 0,-2 4 272,0-2 1,1 2-149,-1 1 0,1 4 107,0 1 1,1 2-9,3 3 0,0 0 52,1 3 0,2-1-392,3 4 1,1-1 131,1 0 1,4 1-370,4-1 1,0 0 156,5-3 1,2 2-463,3-4 0,1 0 282,-1-5 0,-1 1-216,3-4 0,-3 0 561,1-5 0,-1-1 0,-2-4 0,0-3 0,14-31 0,4-12 0</inkml:trace>
  <inkml:trace contextRef="#ctx0" brushRef="#br0" timeOffset="3818">2139 266 7849,'0'-8'0,"0"3"659,0 0-5,0 3-238,0-1 7,0 3-218,0 7 1,0-1 19,0 6 0,3-1-210,-1 1 0,4 1 99,-1 2 1,1 1 49,-1-1 1,2 0-104,-2 1 0,2-3 96,1-1 1,-1 1-140,-2 2 0,2-2 46,-2 0 0,-1-6-128,1 0 164,-3-4-199,1 0 0,-4-3 16,-1-3 0,0-4-83,-3-3 0,3-3-196,0 3 1,-2-3 169,2 3 1,-1-1-81,3 1 0,3 0 48,-1-2 0,4 2-96,-1 0 1,2 1 3,1-2 0,2 4 392,0-1 0,3 0 108,-3 3 0,1 2 179,0 0 0,-2 2 130,4 1 0,-4 1-231,1 2 0,-1 1 21,-2 4 1,1 2-38,0 0 0,-3 3 57,0-3 0,-1 4-75,1-1 0,0-1-343,-3 0 0,-1-2-118,2 0 1,-2 0-621,2-2-1443,-2 1 1046,2-8 1250,-6 2 0,-5-37 0,-4-8 0</inkml:trace>
  <inkml:trace contextRef="#ctx0" brushRef="#br0" timeOffset="3943">2316 112 7849,'-8'-11'0,"0"3"1022,1-2 0,1 2-527,1 3-1522,4 1 1027,1 4 0,14 17 0,7 5 0</inkml:trace>
  <inkml:trace contextRef="#ctx0" brushRef="#br0" timeOffset="4312">2453 289 7849,'-4'-4'2065,"-3"3"-1977,7-2 0,-1 9 314,3 2 0,3 4-64,-2 1 1,3 2-269,-1 0 0,2 3 142,0 0 0,2 1-399,1-2 1,-1-1 155,1-1 1,-1 0-207,2-5 0,-5 0 246,5-2 0,-7-4 231,4-1 1,-3-6-105,0-2 1,1-5-115,-4-3 1,3-2 210,-2-3 1,2 1-76,-2-4 0,0 3-751,0-2 1,-2 3 338,4-1 1,-3 3-1037,1 2 1,1 1-369,1 2 741,2 1 917,0-2 0,5 17 0,-1 3 0</inkml:trace>
  <inkml:trace contextRef="#ctx0" brushRef="#br0" timeOffset="4935">2752 304 7849,'5'0'1458,"-2"0"0,-3-1-677,0-1-508,0 1-4,0-3 1,-3 7-119,-2 0 0,-2 2-151,-1 1 0,3 4-140,0 3 0,0-1-219,-3 0 0,1 1-125,2 2 0,-1 1 231,4-1 1,-1 0-300,3-3 1,0 2-139,0-4 420,0 0 0,4-5 31,1-3 1,1-1 14,2-1 1,1-6 123,1-2 0,-2-4 211,3-1 0,-3-2 296,0 0 1,-1 1-276,1 1 1,-3-2 233,0 3 1,-2-3-168,2 0 0,-3 0 43,0 2 1,-1 2 257,-1 4 168,0-1-457,0 0-441,0 4 79,0 11 1,0 0 88,0 8 1,0-4-206,0 2 1,1 0 79,2 2 0,-2 0-155,4 1 1,-2-1 61,2 0 1,-1 1 58,1-1 1,2-3 68,-2-2 0,0-1-21,0-2 1,0 0 138,2-2 0,-1-1-74,-1-4 0,-1-1 117,1-2 0,2-2-69,-2-5 1,-1 1-84,1-4 0,0 0 53,0-2 0,1-1 102,0-2 1,-3 1-28,0-4 0,0 3 129,0-2 1,-1-1 312,-2-5 0,3 1-202,-1-3 0,1 3 345,-3-3 1,0 3-179,0-1 1,0 3 420,0 3 1,0 2-307,0 5 0,-1 6 271,-2 4-612,2 2 0,-3 8 13,2 3 1,1 5 53,-2 3 0,2-1-22,1 6 1,0-1-324,0 3 0,3 3 168,0 0 1,2 1-605,-3-1 1,3 1 294,-2-4 0,3 3-428,-1-2 0,-1-1 21,1-5 0,-3 0-1120,1-4 659,1 1 744,-3-12 1,2 1 376,-3-9 0,0-21 0,0-10 0</inkml:trace>
  <inkml:trace contextRef="#ctx0" brushRef="#br0" timeOffset="5176">2860 281 7849,'0'-8'1308,"0"1"-806,0-1 1,3 4-126,2 1 0,3 2-166,2 1 1,0 0 32,2 0 1,4 4-34,2 1 1,0 3 3,0 2 0,-2-1-88,2 4 1,-2 0-193,0 2 0,-4 0-15,-2 1 1,-2-1-235,0 0 1,-4 1-420,-1-1 1,-2-2 387,-1 0 0,0-4-841,0 1 350,0-5 836,-4-1 0,0-21 0,-4-5 0</inkml:trace>
  <inkml:trace contextRef="#ctx0" brushRef="#br0" timeOffset="5335">3051 97 7849,'-5'-8'163,"0"1"-267,3-1-1308,-1 4 1412,3 0 0,0 4 0,14 31 0,3 7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22.5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8 338 7849,'0'-8'488,"-3"0"0,2 1 299,-2-1-550,2 4 239,1 0-308,0 4-73,4 4 0,-3 3 49,5 3 0,-4 3-66,3-3 1,-2 3-161,2 0 1,-3 2-58,4 0 1,-2 0 90,1-3 0,1 2-307,-4-4 0,4 3 161,-4-3 0,3 0-65,-2-2 1,0-3 36,0 0 1,-2-3-271,5 1 228,-1-3 1,2-4 66,1-4 1,-1 0 135,-2-5 1,1 3-70,-4-3 1,4 1 170,-4-1 0,3-1-60,-2 1 1,-1 1 194,-2 0 0,3 1 51,-1-1 1,1 2 313,-3 0-39,0 1-112,0 2-174,0 2-7,0 2-109,3 10 1,-1-2 16,3 5 0,0 1-111,0 0 1,1-1 39,0-3 0,0 4-103,2-1 0,0 0 20,-1-2 1,1-3 88,0 0 1,-1-2-102,1 2 0,0-4 79,-1 2 0,1-2-112,0-1 1,0-3 94,2 1 0,-1-4-115,1 1 0,-4-5 6,-1 0 0,0 0-95,3 2 0,-4-2 142,-1 0 1,-1-1-11,0 4 0,-1-3 144,1-1 1,-4 1-90,-3 2 0,1 3 240,-2 0 0,0 3-74,-4 0 1,2 1 17,-2 1 1,1 1 187,1 1 1,-2 3 203,0 2 0,0 4 141,2-1 1,0 3-231,1 0 1,0 3-138,2 1 0,1 0-135,4 1 1,1-1 69,2 0 0,2 0-70,5 1 1,2-3-127,3-2 1,4-2-356,2-4 1,0-2-621,-1-3 0,2-1-2894,-5-1 3784,1-3 0,4-22 0,2-8 0</inkml:trace>
  <inkml:trace contextRef="#ctx0" brushRef="#br0" timeOffset="567">1089 161 7755,'4'-7'0,"2"-1"923,-3 0 0,2 1-367,-3-1 0,4 3-240,-1 0 0,0 1-454,0-1 1,0-2 160,3 2 1,-4-2 24,-2-1 1,-1 0 115,-1-3 0,-1 3-54,-5-2 1,0 1 38,-6 1 1,-4 2-136,-2 1 0,-3-1-18,1 3 1,0 0 50,0 3 0,3 0-86,-1 0 1,2 5 71,0 2 1,4 4 177,2 5 1,2 3-90,3 4 1,-1 4-69,4 3 0,0 1 21,5 0 1,1 3-191,4 2 1,3 4-93,1 1 0,0-4-110,1-4 1,-1-3-221,1-4 0,-2-3-44,-3-7-329,-4-6 562,-1-7 1,-3-6-530,0-2 1,0-4 59,0-2 817,0-2 0,-13-23 0,-4-9 0</inkml:trace>
  <inkml:trace contextRef="#ctx0" brushRef="#br0" timeOffset="909">859 284 7755,'-12'-3'0,"1"1"-73,3-3 590,1 0 823,2 1-957,2 0 0,6 4-181,2 0 1,2 0 15,1 0 0,3 0 9,2 0 1,1 0-207,2 0 0,1 1 80,1 2 0,4-2-364,-2 4 1,-1-2 8,-1 2 1,-2-1-108,-1 1 0,1 2-266,-1-2 1,-3 3 249,-2 2 1,-1-1-82,-2 1 1,-2 2 78,0 1 1,-2-1 194,2 0 0,-3 0 32,0 1 1,-1 1 256,-1-4 1,3 0-40,-1-2 1,4-1 228,-1-2 0,2 1 69,1-4 1,0 1-162,-1-3 0,1-4 396,0-1 1,-1-2-224,1 0 1,-3-3 202,0-1 1,-3-2-176,0 0 0,-1-2-225,-1-3 1,-3 1-301,-2 0 0,-2 3-401,-1 1 1,1 3-212,-1-3 1,0 5 55,1 0 677,-1 0 0,0 14 0,1-1 0</inkml:trace>
  <inkml:trace contextRef="#ctx0" brushRef="#br0" timeOffset="1192">1242 307 7755,'5'5'428,"0"0"0,-2 0 96,2 3 0,0 0 54,3-1 1,0 4-193,-1-1 1,1 3-137,0 0 0,-1 1-96,1-1 1,-4 1 14,-1-1 0,0-1-263,0 1 0,-1-4 143,-2 1 1,0-4-232,0-1 66,-3-3 138,-1 1 1,-3-6 308,2-2 1,0-3-85,3-2 1,1-2 18,-2-3 0,3-1-63,0 1 1,3-1-238,2-2 0,5 1 189,3-3 0,2 0-1047,0-1 1,3 3-71,0 2 1,2 2-484,-2 1 1,2 0 1444,-2 6 0,0 8 0,-2 7 0</inkml:trace>
  <inkml:trace contextRef="#ctx0" brushRef="#br0" timeOffset="3187">1740 361 8124,'5'0'920,"-1"0"-673,-1 0 1,-2 0-48,4 0 1,0 2-132,3 1 0,0-1-24,-1-2 1,4 0-118,-1 0 1,3 0-19,-3-3 0,3 1-29,-3-3 0,1 0-90,-1-3 1,-2 3 61,0 0 0,-2-1 196,-3-4 0,-1 4-98,-2-2 0,-3 3 99,-2 0 0,-4-1-40,-2 4 1,-2-1 80,0 3 1,-1 3-20,2 3 1,-2 0 130,4 2 0,-1 1-24,4 1 1,3 2-105,1 3 0,0 0-195,0 1 0,1-1 68,5 0 1,1 2-89,4 0 0,3 0-137,2 1 0,1-6-181,1-1 0,4-4-62,2-2 0,-3 1 190,0-3 1,-2-4 299,0-4 0,-1-3-131,0-2 1,0 1 340,-2-4 0,0 0-150,-2-2 1,0-1 25,-1-2 0,-4 1 116,1 0 0,-3 0 147,1-1 0,-3 1 274,0 0 0,-1 0-256,-1 2 1,-1 3 51,-1 2 1,1 1 259,-2 2-839,-1 3 227,3 0 1,-2 10-147,3 2 1,0 2 26,0 0 1,1 2 35,1 3 0,0 1-234,3-1 1,-3 0 123,0 1 0,2-1-128,-2 0 1,2 1 43,-2-1 0,0-2 240,3 0 1,-2-4-94,2 1 1,-3-4 154,3-1 0,-2-3-61,2 1 27,0-3 1,3-3-174,-1-2 0,-1-3 130,-1-2 1,-1-1-289,1-2 0,2-1 85,-2 1 0,-1-2 66,1 0 1,-3 2 21,1 1 1,-2 0 194,2-1 1,-2-1 29,1 4 1,-1 0 274,-1 2-125,0 0-231,0 4 0,1 1 56,1 3 0,0 3 53,3 2 0,-2 2-175,2 1 0,-1 2 93,1 0 0,2 4-16,-2-1 1,2-1 10,1 0 0,-1-2 3,1 0 0,0 1 171,-1-1 0,4 0-59,-1-5 0,0 1 71,-2-4 0,2 1-83,0-3 0,3-1-87,-3-2 1,1-1 76,-1-4 0,-1-2-428,1 0 0,-1-1 29,-2 1 0,-2-1-132,1-2 1,-5-1 156,2 4 1,-2-3 48,-1 3 0,-1-3 214,-2 3 0,-1 1-146,-4 4 0,-2-1 310,0 3 0,-1 0-132,1 3 1,1 4 87,-1 1 1,2 3-5,3 2 1,-1-1-86,4 4 1,-1-1-55,3 1 1,0 1-103,0-1 1,0 1-87,0 2 0,3-1 41,3 0 1,0-3 95,2-1 0,1-1-34,1-3 1,1 2 10,2-6 0,1 2-8,-1-3 1,-1-3 171,1-4 0,-1-2-89,0 0 1,2-1-30,-4 0 0,0-2 384,-2 0 0,-3-3-152,0 3 1,0-1-3,0 1 1,-1 1-80,-2-1 1,-1-1 241,2 1 0,-1-1-38,0 4 1,-1-1 211,2 0-151,-3 4-472,4-3 1,-3 6-201,5-1 0,-5 4 188,2 4 0,0 0-29,0 2 0,0 1 92,0 1 0,-2-1-22,1 4 0,-1-1 93,-1 1 1,1 1 9,1-1 0,-1-2 42,2-1 0,-2 1-69,-1 0 1,1-1-109,1-3 1,-1 1 52,2 0 14,-3-4 1,1-1 27,2-3 1,-2 0-190,1-3 0,2-1 38,-2-4 1,2-3-248,-2-2 1,0 1 100,3 0 0,-1 0 94,1-1 0,2-2 292,-2 3 1,-1-3-81,2 0 1,-1-1 63,2 1 0,1 1-25,0 1 0,-2 2 67,0 3 1,0 4 23,0 1 1,-2 2-13,1 1 0,-3 4-142,0 1 0,2 3 55,-2 2 0,1 2-289,-3 3 1,1 0 80,1-3 1,-1 2 15,1-4 0,0 3 51,1-3 0,-2 3 25,5-3 30,-1 0 1,2-2 126,1 0 1,0-4-40,-1-1 0,1-3-49,0 0 1,-1-2 106,1-1 0,0-4-36,-1 0 0,1-1 58,0-2 1,-1-1-92,1 1 1,-1-4 218,-2 1 0,1 1 112,-4 0 1,4 0 97,-4-1 0,1-1-27,-3 4 1,0-3-99,0 3 1,0 0 524,0 2-216,0 4-683,0 0 0,0 5 79,0 2 1,0 5-42,0 4 0,0 3-35,0 0 1,0 3-136,0 0 0,0 3-21,0 0 0,0 1 71,0 1 0,0 3 264,0 2 1,2 3-125,1 2 1,3 0 175,-1 6 0,-1-6-43,1 3 1,-3-5-306,0-3 1,-1-1 103,-1-4 0,-1-7 107,-1-3 0,-5-5-197,-3-3 1,-1-1 56,1-4 1,1-1-199,-1-2 0,-1-1 74,1-4 0,-1-3 221,4-1 1,-1-3-94,0 0 1,4-1 663,2 1 1,1-1-72,1-2 1,1 1 157,1-4 0,3 4-441,5 0 0,0 0-9,3-1 0,-1 4-897,4-1 0,-1 5 455,0 3 1,3-1-371,0 3 1,0 1 248,-3 2 1,-3 1-2406,-2 1 2742,-1 0 0,-12 10 0,-2 3 0</inkml:trace>
  <inkml:trace contextRef="#ctx0" brushRef="#br0" timeOffset="4522">3442 361 7779,'0'-8'-82,"0"0"352,4 1 98,-3-1 1,4 3-58,-2 0 0,0 2-203,0-2 0,1 3 89,4 0 1,0 1-122,-1 1 0,2 0 93,1 0 0,-1 0-352,4 0 1,-4 3 71,2 3 1,0 1-78,-1 3 0,-2 0-65,-3 3 1,-4-3 115,2 3 0,-3-1 24,-3 4 0,-2-2-37,-5-1 0,-2 1 316,-3-4 1,-1 3-15,-2-3 0,2 0 23,-2-2 0,2-3-144,4 0 0,-3-2 62,2 2-316,2-4 225,0 3-382,7-4 0,1-1 152,6-2 0,1 0-236,4-2 0,3-2 110,2 2 0,1-2 354,2-1 0,0 1 0,2-1 0,-1 0 0,3-3 0,-3 3 0,1-2 0,1-1 0,-1 0 0,0 0-198,0 1 1,-2 1 158,-1-4 1,0 3 524,-2 0 0,-1 2-101,1 0 0,-4 0 10,1 1 1,-4 2 156,-1 3 77,-3-2-631,2 3 0,-8-2 146,-1 6 1,-4 1-115,-2 4 0,-2 0 49,0 2 1,1-1-82,-1 1 0,1 1 26,0 0 0,-2 0 140,4-1 1,0-2-49,2 3 0,0 0 2,1 2 0,2-1-198,3 1 1,2-4 81,2 2 1,6 0-121,5-1 0,5-1 54,2-4 1,2 1-936,1-3 0,0-1 77,0-2 922,-3-3 0,2-15 0,-2-7 0</inkml:trace>
  <inkml:trace contextRef="#ctx0" brushRef="#br0" timeOffset="4871">3473 138 7856,'-5'-2'55,"0"-1"-1,3 1 187,-1 2 91,13 0 1,-1 0-312,9 0 1,-1 0 25,1 0 1,-1 0-733,3 0 1,1 0 346,2 0 1,-3-1 337,1-2 0,-1-4 0,3-5 0</inkml:trace>
  <inkml:trace contextRef="#ctx0" brushRef="#br0" timeOffset="5130">3611 46 7362,'-7'-5'1024,"2"0"-147,-2 4-546,6-3 0,-1 4-99,4 0 1,3 1 152,2 2 1,2-2-85,1 4 0,2 0-81,3 3 0,0 0-376,-3-1 1,2 1 167,-4 0 1,0-1-309,-5 1 0,1 2 205,-4 1 0,1 0-187,-3-1 0,-4-2 105,-4 3 1,-2 0-874,-3-1 0,-1 0 1046,4-2 0,3 3 0,4 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28.8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8 154 7804,'-1'-4'-365,"-1"1"-830,1-1 1195,-3 3 0,4-6 0,0 3 0,0-4 0</inkml:trace>
  <inkml:trace contextRef="#ctx0" brushRef="#br0" timeOffset="133">23 39 7804,'0'-8'249,"0"1"1,-2 2-1479,-1 0 347,1 3 882,2-5 0,7 6 0,1-2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30.8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292 177 7850,'5'-2'0,"0"-1"175,1 1 0,-2 1 183,1 1 90,1 0 117,1 0-232,-3 0-123,0 0-299,-14 0 1,0 0 92,-8 0 1,-1 3 79,-2 0 1,-3-1 32,-2-2 0,1 0-31,2 0 1,0 0-22,0 0 1,2 0-111,1 0 1,4 0 87,0 0 1,2 0 58,3 0-88,1 0 120,6 0-261,1 0 45,3 0 107,6 4 1,0 0 33,4 3 1,-4 1-26,-1 0 0,-1 2 1,1 0 0,1 6-37,-3 0 0,2 2 5,-3-1 1,3 1-120,-2 2 1,2-2 83,-2 2 1,-1-3-10,-2 1 0,3-2 32,-1-4 0,1 2-25,-3-4 124,0 0 11,0-2 237,0-4-265,0 0 0,1-5 130,1-2 1,0 2-87,3-4 0,1-3-27,4-2 0,0-4 21,2 1 0,-1-1-142,1-2 0,1 0 51,3-2 1,0 1 21,2-3 0,-3 2-194,0-2 1,1 2 60,-4 1 1,0 0-841,1 2 1,-4 3-51,-2 2 981,1 1 0,-14 12 0,1 2 0</inkml:trace>
  <inkml:trace contextRef="#ctx0" brushRef="#br0" timeOffset="575">560 39 7544,'0'-8'265,"0"1"0,0 2 388,0 0 70,0 3-459,4-5 0,0 6-11,4-1 1,-1 1-44,1 1 1,0 0-73,-1 0 1,2 0-6,1 0 0,-2 1-191,3 1 1,-3 2-267,0 4 0,0-1 232,-1-2 0,-2 4-139,0-1 1,-3 1 82,1-1 1,-2 0 75,-1-1 1,-1 1-16,-2 0 0,-1-1 138,-4 1 1,1-3 16,-1 0 0,0 0 118,1 3 0,-4-3 25,1 0 0,1-2-108,4 2 0,-2-2-24,2 2 1,0-4 27,0 2 1,4-1-189,-2 0 101,2-1 1,2 5-143,2-3 1,2-1-285,5-2 1,2 3-370,3-1 0,3 1-756,0-3 1531,3 0 0,33 0 0,12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35.1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414 24 7851,'-5'-5'-66,"1"0"0,0-1 0,0 2 0,-2 2 827,-1 1 0,2 1-690,0 0 0,-1 0 80,-1 0 0,-1 1-108,0 5 0,-2-1 92,0 5 0,0 2 54,2 1 0,-2 2-158,0 3 1,-1 1 116,4 4 0,-1 4-223,0 1 0,-1 4 55,1 2 0,-2 1-28,3-1 0,-1-2 77,-2-4 1,-1 0 53,0-5 1,-2-2-39,0-9 0,-2-1 14,-3-3 0,2-1-220,-2-2 1,2-2 77,4-3 1,-2 0-839,4 0 1,-1 0 85,4-3 835,3-1 0,-3-14 0,3-3 0</inkml:trace>
  <inkml:trace contextRef="#ctx0" brushRef="#br0" timeOffset="148">62 338 7851,'2'-8'420,"1"1"1,3 0-113,-1 2 1,2-1-251,0 3 0,4-2-519,-1 3 1,3-2 292,-3 2 0,4 1-393,-2-2 0,3 0 561,0 0 0,24-9 0,6-1 0</inkml:trace>
  <inkml:trace contextRef="#ctx0" brushRef="#br0" timeOffset="366">522 154 7851,'-1'-4'1108,"-2"1"0,2 2-828,-4 1 0,0 1-69,0 2 1,-2 1 124,2 4 0,-2 2-111,0 0 0,-2 6-134,-1 0 0,2 4-138,-3 1 0,3 1-272,0 1 1,-2 2-664,0 1 0,2-3 540,3-3 1,2-3-585,-2 1 1,4-6 1025,1-4 0,17-7 0,8-6 0</inkml:trace>
  <inkml:trace contextRef="#ctx0" brushRef="#br0" timeOffset="642">629 238 7851,'8'-7'439,"-3"-1"-307,0 0 0,0 2 199,3 0 0,-1 3-57,1 3 0,2 0 57,1 0 0,-1 1-185,-3 1 1,0 3-181,-2 2 0,1 4 106,-3-1 0,2 3-99,-2 0 0,-1 2-64,-2 0 1,-3-2 75,-2 0 1,-3-1-115,-2 4 0,0-3 23,-2-1 0,-1-1-192,-3 1 1,1-2 102,0 0 1,-1-4-374,1-1 1,0-2 122,-1 2 1,2-4-9,1 2 0,5-2 453,3-1 0,13-10 0,1-3 0</inkml:trace>
  <inkml:trace contextRef="#ctx0" brushRef="#br0" timeOffset="884">897 238 7293,'-7'0'438,"1"0"238,-2 0 0,2 0-380,-4 0 1,-2 6-72,-1 2 0,-1 1 2,-2-1 1,1 3-3,0 2 0,-1-1-197,1 1 1,3-1-221,2 4 1,5-3-264,2-1 0,2-1-315,1 1 1,2-5 385,3 1 0,5-6-614,7 1 998,0-2 0,56-18 0,10-5 0</inkml:trace>
  <inkml:trace contextRef="#ctx0" brushRef="#br0" timeOffset="1117">951 154 8148,'-4'-3'718,"-3"2"-454,6-3 1,-1 5 123,4 2 0,5 1-38,3 4 0,3 0-265,-3 3 1,4-2 70,-1 4 1,-2-3-60,2 3 1,-3-1-183,3 4 0,-6 0 88,1 2 0,-3-2-365,0 2 1,-2 1 175,-3-1 0,-6-3-714,-1-2 0,-6-4 98,0 1 802,-1-1 0,-8-8 0,-2-2 0</inkml:trace>
  <inkml:trace contextRef="#ctx0" brushRef="#br0" timeOffset="1974">1511 139 6731,'0'-4'1094,"0"0"-245,0 4-636,3 0 1,-1 0-18,3 0 1,-3 0-102,4 0 0,-1 3-95,2-1 1,4 4-99,-1-1 1,3 0 92,0 0 1,2 0-130,0 2 0,0 1 40,1 0 1,-1-3-11,0 0 0,0-1 68,-2 1 1,0 1-23,-3-3 0,1 2 411,-4-2-234,1-1 2,0-2 0,-3 0 10,0 0-27,-3 0-45,1 0 1,-4 0-50,-1 0 1,0 0 51,-3 0 0,0 0-20,-3 0 0,-1 1 30,-1 1 1,-2 3-32,-3 2 1,-1 0-101,-2-2 0,1 2 97,-4-2 1,4 2-414,-4 1 1,3-1 170,-2 1 1,4 0-540,0-1 0,1 1 225,2 0 1,3-1 517,2 1 0,18-7 0,7-2 0</inkml:trace>
  <inkml:trace contextRef="#ctx0" brushRef="#br0" timeOffset="2182">1810 346 11404,'-1'4'1027,"-2"-1"1,-1 1-764,-4 1 0,-3 2-223,-2 0 1,-5 0 81,-5-2 0,-2 4-769,-6-4 1,5 3 461,-5-2 1,6 0-1446,-1-1 0,5-1 1629,0-2 0,11-1 0,0 3 0</inkml:trace>
  <inkml:trace contextRef="#ctx0" brushRef="#br0" timeOffset="2765">2362 185 7851,'0'-8'416,"0"0"158,0 1 1,-1 2-220,-2 0 1,1 2-130,-3-2 0,-1 3-70,-4 0 0,0 1 68,-5 1 1,1 3-115,-4 2 0,-2 3 81,0 2 0,-1 2-147,0 3 1,0 3-203,3 0 0,1 3-386,4 0 1,5 1 68,3 1 0,5-1 258,2-1 0,6-3 24,7-2 1,7-1 21,0 0 0,7-4-40,2-3 1,0-4 65,2-4 0,-1 0 528,2-3 1,-6-5 12,0-4 0,-4-4 148,-4-2 1,-5 1 535,-4-3 1,-4-1-457,-2-2 1,-2 4-701,-6 1 1,-2-1 125,-5 1 1,-2 0-1180,-3 3 1,-1 3 375,-2 2 753,2 1 0,0 15 0,5 4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41.8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319 166 7965,'-7'0'1808,"2"0"-792,1 0-505,2 3 0,-1 1-16,3 3 1,0 0-168,0 0 1,0 1-92,0 1 0,3 4-141,-1 3 0,3 3 80,0-1 0,-2 3-368,-1 2 0,1-1 207,0 1 0,-1-2-897,-2 0 1,-2-1 29,-1-2 0,-1-1-1453,1-3 1493,1-7 1,2-1 811,0-9 0,12-25 0,4-10 0</inkml:trace>
  <inkml:trace contextRef="#ctx0" brushRef="#br0" timeOffset="284">691 104 7965,'-7'-2'107,"1"0"0,-2-1 595,-1 0 0,-2 3-237,-3-3 0,-3 3-174,-4 0 1,-6 0 78,-5 3 1,-7-2-148,-3 4 1,-4-4-21,0 2 0,-3 0 48,-2-1 0,-1 3-612,4-3 0,5 0 274,8-2 1,5 1-757,7 1 156,1-1 1,14 2 133,3-3 0,77-6 0,23-2 1</inkml:trace>
  <inkml:trace contextRef="#ctx0" brushRef="#br0" timeOffset="733">464 153 7983,'0'-7'2514,"-3"3"-1496,2 1-599,-2 3 0,3 4-137,0 3 0,2 0-268,0 5 1,4-1 153,-2 3 1,0 3-130,1 1 0,-1 2 119,0 1 0,2 0-564,-4 2 0,0-1 241,-2 4 0,0-5-33,0 0 0,0-4 96,0-3 0,-2-3 62,0-2-59,-4-1 0,3-5-53,-1-3 0,0-1-42,1-3 1,3-3 118,-3-3 1,3-1-183,0 2 1,0-3 116,0 0 0,0 1 74,3 0 1,-2 2-92,4-3 0,-1 3 25,3-3 1,0 4 105,0-1 1,2 1-79,1 1 1,2 3 89,-1-1 1,2 4-66,-2-2 0,1 3-133,-3 3 0,3 0 118,-3 4 0,0 1-131,-5 1 1,2 0 10,-4 2 0,1-2-84,-1 3 1,-1-4-29,1 1 0,-1-1 326,-1-1 0,0 0 0,6-6 0,2-2 0</inkml:trace>
  <inkml:trace contextRef="#ctx0" brushRef="#br0" timeOffset="1092">740 346 7983,'0'-4'-58,"3"2"1,-3 0 1540,3 0-944,1 1 1,-1-2-261,4 3 1,-2-1-55,-1-1 0,1 1-277,2-1 1,1 0 87,1 0 0,-2 1-80,3-1 0,-2-2-147,1-1 1,-1 2-234,1-2 1,-1 0-13,-1-2 0,0 0 174,-1-2 1,-2 1-16,-1-1 1,-3 0 49,0 0 0,0 1 222,-3-1 0,1 2-93,-5 3 1,2-2 607,-4 4 1,1 0-238,1 2 1,-2 3-32,0 2 0,-1 3 87,4 1 1,-1 3-80,0 0 1,-2 1-130,2 1 0,-1 2 5,3 0 0,2 1-479,-2-1 1,3-2 189,0 2 1,2-1-450,2-1 0,2-1 258,3-2 1,3-1 128,2-6 0,1-1-929,0-3 1154,1-3 0,21-19 0,6-8 0</inkml:trace>
  <inkml:trace contextRef="#ctx0" brushRef="#br0" timeOffset="1517">981 222 7983,'0'-7'337,"-1"1"-224,-1 1 1333,1-1-442,-2 5-397,3-2-420,0 9 1,0-1-14,0 7 0,0-1-215,0 0 1,0 2 93,0-1 0,1 1-76,1 0 0,-1-1 81,1-1 0,1 0-365,-1 1 1,2 0 119,-2-3 0,-1 0-291,4-2 0,0 0 226,1 0 1,1-3 137,0-2 0,-1-2-121,1-2 0,-2-2 114,4-3 1,-4-2-91,0 0 1,-1-4 76,0 2 1,2-2 50,-4-1 1,3 0-28,-3 1 0,1 1 127,-1 1 1,-1 2 44,1 0 1,-1 1 358,-1 1-363,0 4 152,0 0-138,0 9 0,3 1 144,-1 7 0,1 0-85,-1 0 1,0 3-63,2 1 1,2 2 639,3 1 0,-1 2-311,4 3 0,-1 1 231,0 3 0,0-2-139,-4-1 0,1 0-206,-6-4 0,-3-4-203,-6-5 0,-4-3-152,-5-4 1,-1-4-279,-1 0 1,-1-3 264,3 0 1,0-2-1816,2 0 1,3-6 1898,2 1 0,20-20 0,5-2 0</inkml:trace>
  <inkml:trace contextRef="#ctx0" brushRef="#br0" timeOffset="1901">1670 353 7928,'0'-7'386,"-2"0"174,0 0 0,-1 2-16,0 1 1,2 0-96,-4-1 1,3 0-86,-3 3 0,-1-1-245,-4 3 0,-1 0 100,2 0 1,-4 1-362,2 1 0,-2 3 188,-1 4 0,0 0-309,0 2 0,4-2 166,1 3 1,1-1-223,1 3 0,2-1 91,1-1 1,2 0-7,0-3 0,4 0 241,3-2 1,2-1-56,2-1 0,-1-2 173,4-3 0,-1-3-38,0-2 0,1-3-574,-2-1 0,1-3 210,-2 3 1,3-1-778,-3 1 1,0 0 1053,-2-2 0,12-16 0,3-6 0</inkml:trace>
  <inkml:trace contextRef="#ctx0" brushRef="#br0" timeOffset="2276">1726 284 7928,'0'-4'2979,"0"1"-2086,0 3 0,3 5-512,1 2 0,0 4 82,1 1 0,-1-1-70,3 0 0,0 1-280,0 1 1,0 1-114,0 0 0,-1 0-167,-2 0 1,2-3-193,-4 1 305,0-4-214,-2 2 50,0-6-257,0-1 1,0-4 147,0-1 0,0-4-106,0-4 1,0 1 116,0-1 0,0 2 130,0-4 0,0 3 207,0-2 1,1 2-149,1-3 1,0 3 307,3-3 0,-1 3-132,3-2 0,0 2 26,0 0 1,2 4 9,0 0 1,3 4 53,-3-2 0,2 2-3,-1 1 0,2 4-61,-1 0 1,-1 5-52,0 0 0,-4 3 16,-1 0 0,0 0-240,-2-1 0,1 2 74,-1-1 1,-1-1-151,-2 0 1,0-2 69,0 3 1,0-4-1491,0 1 233,0-1 1463,0-4 0,3-16 0,1-8 0</inkml:trace>
  <inkml:trace contextRef="#ctx0" brushRef="#br0" timeOffset="2509">2043 125 7928,'-5'-7'2079,"1"0"-766,2 0-898,-1 3 1,3 4-11,0 5 0,2 4 158,1 3 1,2 2 58,-1 2 1,2 1-174,-2 4 1,3 0-484,-3-1 0,0 3 101,1 0 1,-4 3-1284,1-3 1,0 2 723,0-2 0,-1-1-1050,1-4 1,-1-1 529,-1-3 0,2-3-281,1-2 1293,-1-4 0,4-21 0,2-7 0</inkml:trace>
  <inkml:trace contextRef="#ctx0" brushRef="#br0" timeOffset="2901">2167 311 7928,'-2'-7'0,"-1"0"0,1 3 839,2-1-467,0 4 1,0-2-55,0 6 1,0 0-104,0 4 0,2 1 0,1 1 0,-1 1-37,-2 2 0,2 1-131,0-2 1,1 2-4,-3 1 1,1-1 155,1-1 0,-1 0-383,1-3 1,1 2 133,-1-1 0,1-3-143,0-3 0,-2 0 97,4 1 0,-3-2-552,3-3 0,-2-3 211,2-2 0,1-1 32,-1-1 1,0-2 236,0 0 1,1-4-58,-2 2 1,2 0 296,-2 0 1,2 2-129,-4 0 0,3 1 327,0 1 1,-1 1-136,0-1 0,0 2 242,1 0 1,1 4-73,-1-1 1,-2 2 37,-1 2 0,1 3-26,-1 4 0,3 2-123,-3 5 1,1 0 98,0 2 1,0 3-57,1 2 0,3 3 132,0 2 0,-2-3-97,2 3 0,-5-6 37,0-1 0,-3-4-74,-3-3 0,-2-4-375,-5-3 1,-4-3-1343,-3-4 1,0-4 328,0-3 1151,3 0 0,-2-24 0,3-3 0</inkml:trace>
  <inkml:trace contextRef="#ctx0" brushRef="#br0" timeOffset="3724">2794 125 7954,'-3'-4'0,"-1"2"1800,-2 1-1248,2 1 0,1 6 121,3 3 0,0 4-184,0 4 0,0-1-210,3 4 1,1 0-110,5 6 1,0 1 65,2 3 0,-1-1-424,1-4 0,-3 1 219,2-3 0,-5 0-610,0-2 0,-4-2 334,1-3 0,-1 0-270,-1-7 1,-1-3 231,-1-4 0,1-1 100,-4-1 0,3-2-40,-3-2 0,4-1 52,-2-7 0,3 1 20,0-3 1,0 0 76,0 0 0,0 0 125,0-2 1,0 1 25,0-1 0,0 1-117,0-2 1,0 3 209,0-2 0,0 1-72,3 1 0,-2 4 12,4 1 0,-1 1-31,3 1 0,1 4 45,1 3 1,2 4-128,3 5 0,-1 4-5,1 3 0,1 3-330,1 0 0,-4 1 152,2 0 1,-3 0-550,1-1 0,-2-3 327,-3-2 1,-1-1-621,-2-1 1028,3 1 0,-7-12 0,3 2 0</inkml:trace>
  <inkml:trace contextRef="#ctx0" brushRef="#br0" timeOffset="4168">3201 311 7954,'0'-14'1381,"-3"1"-1036,-2 2 1,0 1 706,0 3 0,-1 3-463,2 2 1,-5 1-327,0 1 0,-2 4-41,1 3 0,1 3-137,2 4 0,0-1-95,1 1 1,1 2-226,0 0 1,4 3-558,-1-3 1,2 3 472,2-1 1,-1-1-585,4-1 1,0 0 317,1 0 0,4-4-37,-1 2 1,2-5 210,-1 0 0,1-4 460,-2-3 1,1-2-6,-1-2 0,-1-3 6,1-4 1,-1-2-41,-1-3 0,0 0-75,0-2 0,-4 0 644,0-2 1,-3 3-254,0-1 0,0-1 598,0 1 1,0 0-380,-3 2 0,2 1 46,-4 1 0,4 2 260,-2 3-416,3 1-375,-3 2 0,2 4 117,-1 4 1,1 3-167,1 2 0,1 2 98,1 3 1,-1 1-479,4 1 0,-1-2 191,0 2 1,3 1-495,-3-1 0,0 3 16,1 0 0,-1-2-199,3-1 1,0-2-138,0 0 1,0-1 410,0-1 1,0-3 580,2-5 0,-1-1 0,11-30 0,0-8 0</inkml:trace>
  <inkml:trace contextRef="#ctx0" brushRef="#br0" timeOffset="4758">3373 339 7954,'-6'-7'222,"2"0"0,-2 0 45,4 0 1080,0 3-393,2 1-669,3 9 1,1 0-153,3 5 1,-1-2 49,1 3 1,0-1-377,0 3 1,0 0 190,0 0 1,0 0-160,0-1 1,0-1 131,0-1 0,-1 0-307,1 1 0,0 0 101,0-3 0,0 0 11,0-2 1,0-3 86,0-2 1,0-1 40,-1-1 1,1-5-257,-3-2 1,2-5 83,-1 1 1,0-2 40,0-1 0,0 0 59,-2 0 1,0-2 35,-1 0 1,-1 0 23,1 2 0,-1 1 121,-1-1 0,0 2 192,0 1 0,0 2-33,0 0 230,0 5-267,0 0 1,0 6 80,0 3 1,0 0-95,0 6 1,2 1-2,0 2 0,4 0-46,-2-1 1,2-1 2,1-1 1,0 0 230,0 1 1,2 0-91,1-3 0,-1 0 424,-2-2 1,3-2-199,1-1 0,0-2-115,0 0 0,-2-1-89,3-1 1,-3-3-197,3-2 0,-2-2-109,2-2 1,0 1-216,-3-4 1,1 3-352,-4-2 0,1 1 335,0-1 1,-3-1-1,-2-1 0,-1 1 6,-1 1 0,-4 0 581,-3-1 0,-3 2-195,-3 3 0,-1 4 372,0 0 1,1 3-158,2 0 1,-2 3 21,4 1 0,1 5-10,3 3 1,2 1-14,3 1 0,0 0-68,0-1 0,3 2-7,2 1 1,2-1-643,2 1 0,-1 0 263,4 1 1,1-1-564,4-3 0,1-2-18,-2-2 0,2-2-326,-2-2 0,3-2 142,-3-3 1,-3-1 93,-4-1 814,-1-2 0,-4-24 0,-1-6 0</inkml:trace>
  <inkml:trace contextRef="#ctx0" brushRef="#br0" timeOffset="5425">2767 180 7906,'0'-7'476,"0"3"-14,0-1-36,-3 0 0,1-1 173,-2-1 0,2 0 134,0 0 0,-2 0 206,-1 0 0,2 0-363,1 0 1,-1-2 145,1 0 0,-3 0-286,3 2 1,-1-2-439,3-1 1,0 1 44,0 2 1,0 0-2068,0 1 1715,0-1 1,1 1 220,1 1 88,2 2 0,12 9 0,3 2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48.2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166 179 7797,'-6'-7'435,"-1"1"0,2 1-3,0 0 1,1 4-4,-3-1 1,0 1-93,0 1 1,-2 0-191,0 0 0,-3 3 85,0 1 1,1 3-178,0-1 1,2 4 8,0-1 1,2 1-125,0-1 1,1 1-136,1 1 0,0 2 162,2-1 1,1-2 47,2-1 1,3-1-23,2-1 0,2-1-136,2-2 0,1-1 20,4-3 0,0 0 117,0-3 1,0-1-133,-1-5 1,-1 0-173,-1-2 0,-2 1-450,0-1 0,-1 2 320,-1-3 1,-3 4-162,1-1 1,-3-1 600,3 1 0,-13-13 0,0 0 0</inkml:trace>
  <inkml:trace contextRef="#ctx0" brushRef="#br0" timeOffset="369">194 131 7923,'4'1'559,"-2"1"1,1 0-1,0 2 1,1 1 8,-2 2 1,4 2-137,-2 0 1,2 4-82,1 1 0,0 0-312,0 2 0,0 1 71,0-1 1,-2 0-55,-1-2 0,0-1 99,1-2 1,-2-1-467,0-3 52,-3-3-224,4-1-243,-4-3 0,0-5 444,0-2 1,-3-4 131,1 2 1,0-3 133,2 3 0,-3-2-102,1 1 0,0-2 176,2 1 0,0 0-29,0-1 0,0 4 131,0-1 0,3-1-118,1 1 0,3-1-41,-1 4 1,4 1 194,2 0 0,1 4-114,1-1 1,-1 3 72,1 1 0,2 6-114,-3-1 1,0 5-112,-6 2 1,-1 0-77,1 2 0,-1 1-168,-1-1 0,-1 0-408,-2-2 1,-1-1-57,1 1-83,2-3 1,0-2 860,3-4 0,6-18 0,1-6 0</inkml:trace>
  <inkml:trace contextRef="#ctx0" brushRef="#br0" timeOffset="751">566 228 7923,'0'-4'998,"1"1"-593,1 3 1,0 0-70,3 0 0,-3 0 55,2 0 0,1 0-56,2 0 1,0 0-423,0 0 0,0 0 114,0 0 0,-1 0-369,1 0 1,0 0 52,0 0 1,2 0-142,0 0 0,1-3 187,-3-2 0,-1 1 35,1 0 1,-2-1 146,0-2 1,-4 0-104,1 0 0,-1 0 220,-1 1 1,-3-1-37,-2 3 1,-1-2 112,-4 4 1,0-2 95,-4 1 1,0 1 57,0 2 0,1 0 365,-1 0 1,1 4-288,1 3 0,0 0 148,3 5 1,0 0-117,2 4 1,0 1 182,0 1 1,3 2-167,2-1 1,3 0-224,3-1 1,4-1-180,6-3 0,5-4-259,1-3 1,5-1-932,-2-4 0,2-3 660,-2-3 0,-2-3-436,-3-2 0,-3-2 954,-1-3 0,-10-18 0,-5-5 0</inkml:trace>
  <inkml:trace contextRef="#ctx0" brushRef="#br0" timeOffset="2005">1180 200 7796,'-2'-5'1227,"-1"1"-725,1 2-89,-1-4 185,2 5-379,-2-2 0,3 4 38,0 1 0,0 2-94,0 3 1,0 2-112,0 1 1,3 2-141,-1-1 1,1 2 95,-1-2 1,-1 2-251,1-1 0,1 1 128,0 0 1,-1-2-25,-2-2 0,2 1-95,1-1-91,-1 1 0,-2-6-339,0 1 349,0-4 1,1 2 0,1-6 1,-1 1 94,1-5 0,-1 2 211,-1-4 0,2-1-53,0 0 0,1-2 36,0 1 0,-2 0-72,4-1 1,-3 1 206,3-3 1,-3 1 1,3 2 1,-3 0 13,2 2 0,1 1 37,2-1 0,-2 4 74,-1 0 55,1 3-215,2-1 0,-1 6 88,-2 2 0,0 3-96,-1 2 0,-2 2-58,4-1 1,-3 2 20,3 1 0,-3 0-98,2 0 0,1 0-63,2-1 1,-2 1 45,-1 0 0,1-3-35,2-2 1,-3 0 71,1-2 89,-1 1 0,1-7-78,0 1 1,-4-2 39,1-2 0,-1-2-96,-1-3 1,2 0 5,1 1 0,-1-2 19,-2-1 1,0 0 35,0-2 0,2 0 180,1 0 0,0-2-67,-1 1 0,-1 1 130,1 0 0,1 0-66,-1 0 0,3-2 203,-3 4 1,3 0-51,-3 2 1,3 3-1,-3-1 1,1 3-85,0 0 0,-2 2 5,4 2 0,-3 3-141,3 4 1,-3 2 99,2 3 0,1-1-282,2 1 0,0 0 59,0 0 1,0 0-563,0-1 0,2 1 137,0 0 1,0 0-59,-2 0 0,2-4 225,0 0 1,1-5 299,-4-1 0,1-14 0,0-3 0</inkml:trace>
  <inkml:trace contextRef="#ctx0" brushRef="#br0" timeOffset="2202">1601 228 7796,'-1'-7'699,"-1"0"1,1 0 256,-2 0 23,3 3-528,0 1 0,0 4 10,3 1 1,0 2-131,1 3 1,3 2-113,-3 0 0,2 4-185,1-2 1,-1 1 81,-1 0 0,1 1-741,-1-2 1,0 2 386,0-2 1,1 1-2567,-2-2 2804,-1-1 0,10-15 0,-2-2 0</inkml:trace>
  <inkml:trace contextRef="#ctx0" brushRef="#br0" timeOffset="2352">1601 90 7835,'-7'-12'67,"0"1"1,2 2-156,1 0 0,2 4-332,0 0 0,2 4-26,2 1 446,-1 0 0,26 31 0,4 3 0</inkml:trace>
  <inkml:trace contextRef="#ctx0" brushRef="#br0" timeOffset="2812">1745 200 7869,'0'-4'676,"0"1"1,0 4-345,0 1 0,1 2-80,1 3 0,0 1-13,3 1 1,-1 1-60,3 4 1,-2 0 32,-1 0 1,1-1-327,2-2 1,-3 2 149,1-4 0,-3 0-637,0-2 324,-1 0-402,-1 0 333,0-3-41,0-4 0,-1-5 159,-1-4 1,1 0 86,-2-2 0,3 2 193,0-3 1,0 1-102,3-3 1,-2 2 117,4 1 0,-1 0-89,3 0 1,0 1 196,0 3 1,0 0-39,0 0 1,1 2 256,1 1 1,-2 2-52,3 0 0,-2 4-111,1 3 0,0 1-70,2 1 0,-2 3-2,3 1 0,-4 2-420,1 1 1,-3 0 193,-2 0 1,1 0-722,2-1 1,-3-1 105,-2-1 0,1-1-159,-1 1 1,2-5 836,-2 1 0,-1-5 0,5-14 0,-2-7 0</inkml:trace>
  <inkml:trace contextRef="#ctx0" brushRef="#br0" timeOffset="2978">2042 214 7869,'0'-7'215,"0"0"925,0 0-297,0 3-408,0 1 1,2 5-191,0 2 0,3 1-88,-3 4 0,4 2-352,-2 0 0,2 2 208,-2 1 0,2 0-1432,-1 0 1,0 0 290,0-1 1128,1-2 0,1-1 0,4-3 0</inkml:trace>
  <inkml:trace contextRef="#ctx0" brushRef="#br0" timeOffset="3144">2035 48 7869,'-6'-13'1439,"1"2"-2745,-1-2 822,5 8 1,1 0 483,5 7 0,16 14 0,5 6 0</inkml:trace>
  <inkml:trace contextRef="#ctx0" brushRef="#br0" timeOffset="3819">2187 207 7875,'0'-7'568,"0"2"-228,0 1 436,0 2-447,0-1 1,2 4 249,0 1 0,4 2-181,-2 3 1,2 1-208,-2 1 1,2 2-159,-1 5 1,0-1-261,0 1 0,0-1 41,-2-2 1,1 0 163,-2-1 0,1 0-127,-3-3 0,0-2-103,0-2-235,0-4 266,-3 2 0,1-3-54,-2 0 0,2-5 52,0-2 1,1-1 69,1 1 0,0-2-14,0 0 0,0-4 36,0 2 0,2 0 147,1 0 1,1 1-131,-2-1 1,4 2 302,-2 0 1,2 2-109,-2 0 0,3 1 107,0 1 1,0 0-57,2 2 0,0 1 61,0 2 0,-1 1-49,4 1 0,-3 3-65,2 4 0,-2-1-4,0 4 1,-1-3-6,-1 2 0,0 1-59,-1 2 1,-2-1 51,-1-2 0,0 2-87,-1-4 1,0 0 73,-2-2 0,-1 0-129,-1 0 1,1-3 56,-4 1-14,0-4 12,-1 2 1,1-3 29,0 0-198,4-3 1,-2-1 55,3-2 1,0-1 114,0 0 1,0-1 34,0-1 0,0 1 132,0-1 0,1-2-28,1 0 1,-1 0-79,4 0 0,0 0-238,1-1 1,2 0 153,1 3 1,1 0-94,2 2 0,0 1 88,-3 1 1,3 2-87,-3 3 0,2 1 131,-1 1 0,-1 3-11,-2 4 0,-1 2-131,-2 2 1,3 1 16,-3 0 0,0 0-585,1 0 0,-3-1 283,2 1 0,1-1 431,2-1 0,9-2 0,2-3 0</inkml:trace>
  <inkml:trace contextRef="#ctx0" brushRef="#br0" timeOffset="4236">2662 228 7875,'0'-11'1585,"0"2"-525,0 1-139,0 4-592,0 1 0,0 4-1,0 1 0,0 2-101,0 3 1,4 3 15,0 1 0,0 0-120,1 1 1,-1-1-122,3 3 0,-2 0-549,-1-1 0,1 0 374,2-1 1,-3 0-321,1-3 0,0 1 233,1 0 0,-1-5-226,0 2 0,-1-3 147,3 1 1,0-2 0,0-3 0,0-1-28,0-1 0,0-4-34,3-3 1,-3-3 225,2 3 1,-1-3-42,-1 0 1,0-1-27,0-1 0,-1 1 241,-2-1 0,2 0 811,-4 0 0,0 0-466,-2 1 1,0 0 532,0 1 1,0 2 300,0 3-95,0 3-964,0 1 0,0 4 50,0 1 0,1 2-100,1 3 1,0 1 86,3 1 1,-2 2-340,2 3 0,1-1 126,-1 1 0,-1 0-814,0 0 1,-2-1 25,3-2 1,-1 2-1169,1-1 2012,1-2 0,7-3 0,5-4 0</inkml:trace>
  <inkml:trace contextRef="#ctx0" brushRef="#br0" timeOffset="4853">3000 207 7878,'0'-7'1095,"0"0"308,0 0-436,0 3-579,0 1 0,1 4-116,1 1 0,-1 3-45,1 4 1,2 0-125,-2 2 1,2 1 69,-1 1 0,0 1-308,-1 0 1,-1 1 165,1 1 0,0-4-539,0 2 1,-1-4 149,1 1 0,-1-2-391,-1 0 506,0-2 0,1-3-101,1-1 147,-1-3 0,2-3 51,-3-1 0,2-3-106,0 1 0,1-4 107,0-2 1,-2-1 68,4-1 0,-3 3 53,3-1 1,-3 1 159,3-3 0,-2 1 126,2 2 0,1-2-136,-1 4 1,1 0 135,1 2 0,-3 2 161,1 1-217,0 2 0,1-1-30,1 3 0,-2 1 74,0 1 0,-3 3-153,2 4 0,-1 0-10,1 2 0,-2-2-138,0 3 0,1-1 59,0 3 0,-1-3-67,-2 1 0,0-1 69,0 0 0,2 1-161,0-2 0,1-1 46,-3-2 0,0 0-91,3-1 125,-2-2 0,2 2-304,0-4 140,-3 0 1,6-5 90,-4-1 1,3-3-88,-3 1 0,3-2 72,0-1 1,-1 0 225,0-2 1,1 2-59,2-3 0,0 1 84,0 0 1,0-2-67,-1 1 1,1-1 579,0 0 1,0 1 381,0 1 1,-2 2-447,-1 0 0,0 1 552,1 1-329,1 4-549,-2 0 0,2 6-4,1 1 1,-2 5-114,0 0 0,-1 3 18,3 0 0,2 1-212,0 0 1,1 1-313,-3 0 1,2 0-783,0 0 0,0-1-830,-2-2 1,-1 0 2016,-1-2 0,-5-7 0,-4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54.1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7 152 7783,'-3'0'1498,"-1"0"-557,4 0-594,7 0 1,0 0-34,7 0 1,3-2-95,1 0 1,6-1-132,4 3 0,0 0-247,4 0 0,0 0-460,0 0 0,-5 0-625,-4 0 0,-4 0-37,-3 0 1280,-2 0 0,-21 0 0,-6 0 0</inkml:trace>
  <inkml:trace contextRef="#ctx0" brushRef="#br0" timeOffset="227">28 214 8245,'-4'0'2035,"2"0"-1568,4 0 0,2 0 87,3 0 1,4 0-170,2 0 0,2 0-267,3 0 0,3 0-288,2 0 1,0 0-551,-2 0 0,-1 0-788,1 0 0,-3 0 281,1 0 1227,-4-3 0,2-10 0,-3-5 0</inkml:trace>
  <inkml:trace contextRef="#ctx0" brushRef="#br0" timeOffset="528">235 14 7936,'-5'-4'1057,"1"-1"-329,2 4-186,-1-2 0,8 6-148,2 1 0,6 5-69,0 0 1,4 3-166,4 0 0,2 1 0,0 1 0,2 2-98,-2 0 0,0 2 46,-2-2 1,-7 0-336,-2-2 1,-7 0 181,-2 0 0,-9-1 114,-3-2 1,-6-1-47,-4-3 0,-1 0-93,0 0 0,-3 0-316,3 0 1,-2-3-422,6 1 1,2-3-1164,3 3 1970,3-4 0,19-4 0,9-5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5:57.3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72 7888,'-3'-7'132,"-1"1"0,-2 1 0,-1 1 0,-1 1 955,-1 1 0,-1 4-546,-1 0 0,-3 7-121,3 0 1,-4 4-35,-1 3 0,-3 2-58,3 2 0,2 1-100,3 0 1,2 2-105,0 3 0,5-3 56,1 0 1,3-1-393,3-1 1,1-1 9,5 1 1,0-4-226,2-3 0,-1-4-150,1-3 0,0-2 273,3-1 1,-1-3-2,-1-1 1,1-3 21,-2-4 1,2-3-49,1-1 0,-2-1 93,-1 0 0,-2-1 26,0 2 0,-2-3-5,0 1 0,-2 1 501,-1 1 0,-2 2-58,0 0 0,-1 1 82,-1-2 0,2 5 446,1-2-315,-1 5-140,-2-1 1,0 4-66,0 1 1,1 4-140,1 3 1,-1 1-110,1-1 1,1 1-227,-1 2 1,2 1-457,-2-2 0,-1 0 362,4 1 0,-3-3-747,3 2 0,-3-3 434,3-1 1,-3-1 646,3-4 0,5-12 0,5-5 0</inkml:trace>
  <inkml:trace contextRef="#ctx0" brushRef="#br0" timeOffset="240">372 127 7888,'-4'-13'604,"-1"0"-423,2 1 1,1 4 1559,2 4-619,0 2-27,0-1-702,3 12 0,-1-2-151,2 6 1,1 2-23,2 1 1,-1 3 0,-2 0 0,3-2-467,-3 2 0,0-1 217,1 3 0,-3-1-1308,3-2 1,-4 2 649,1-2 0,2 1-482,1 0 1,-1-3 538,0-5 0,-1-1 630,1-6 0,4-16 0,3-7 0</inkml:trace>
  <inkml:trace contextRef="#ctx0" brushRef="#br0" timeOffset="542">565 252 7888,'3'-7'581,"-2"0"-314,1 0 0,-1 2 554,-1 1-234,0 2-319,0-4 1,-1 5 13,-1-1 1,0 2 13,-2 2 0,-1 2-193,-2 3 1,3 0 111,-1 0 1,1 3-94,0 1 0,-2 2 71,4 1 1,0 0-289,2 0 0,0-1 79,0-2 0,3 1-251,1-2 1,5-2 85,0-3 1,3-2-68,0-3 0,0-2-77,-1-2 0,-1-2 106,-3-5 1,-1-2-626,-1-3 0,-2 2 341,-3-2 1,-6 1-811,-3 1 1313,-4 4 0,-19-13 0,-5 1 0</inkml:trace>
  <inkml:trace contextRef="#ctx0" brushRef="#br0" timeOffset="1008">682 86 7870,'-7'-11'0,"3"-1"459,-1 3 0,1 2 1845,0 2-1440,1 4 0,3 1-376,0 4 0,0 3 176,3 3 1,0 1-267,4 5 1,3-1 25,-1 4 0,1 0-126,-1 4 0,-1-1-630,1 3 1,-2-2 125,0 0 0,-1 0-7,-1 0 1,-2 3-367,-3-3 0,0-1 276,0-4 0,-1-2 66,-1-4 0,1-1-322,-4-4 476,3 2 1,-1-9-246,3 0 197,0-3 1,1-7-4,1 1 1,0-2 54,3 2 1,-1-4 43,3 2 0,0 0-69,0 0 1,0 1 38,0-1 0,-1 2-56,1 0 1,0 2 52,0 3 1,1-2-46,1 4 0,-1-3-130,4 3 0,-1 0 133,0 2 1,2 3 30,-1 2 1,-3 1 83,-2 4 1,-1-2-133,-4 4 1,0-3 232,-5 2 0,-1-2-55,-5 0 0,-4-1-305,-3-2 0,-4 1 145,2 0 0,1-1-864,1-1 1,2-1 972,3-2 0,19-10 0,8-1 0</inkml:trace>
  <inkml:trace contextRef="#ctx0" brushRef="#br0" timeOffset="1642">1117 320 7870,'-7'-13'0,"1"5"1867,1-3-1122,-1-1 1,3 4-48,-2-1 1,1 5-425,2 1-91,-2 3 1,-3 3-91,0 4 0,0 0 75,1 2 1,-1 2-254,0 1 1,0 0 100,0-1 0,2 2 191,1-1 1,2 1-628,0 1 0,1-1-672,1-2 0,0 0 462,0-2 1,0-1 232,0 1 1,3-4 160,2 0 1,1-4 24,1 2 1,0-3 46,0-3 0,2 0-50,0-4 0,0-3 142,-2-2 1,1 2 16,1-2 1,-1 1 177,1-3 1,-4 0 91,0 0 0,-1 0-131,3 1 0,-1 1 244,-1 1 0,-1 2 48,-2 0 79,-1 4-304,2 2 0,-3 5 116,0 2 0,0 2-43,0 5 0,0 1-95,0 2 0,1-1-175,1 1 1,0 0 72,2 0 0,-1 0-116,1-1 1,1-2 41,2-2 0,0-1-191,2-1 1,-1-1 67,1-1 1,-1-2 9,-1-3 0,0-1 65,0-1 1,0-5-98,-1-2 1,1-3 174,-3 0 0,2-1-81,-1-3 0,-1-1 172,0-2 1,-1 0-93,1 3 1,-2-4 157,0-1 1,0 0-43,0-4 1,-1-1 152,1-1 0,-1-3 203,-1 0 0,-3 3 247,1 4 0,-2 6 229,1 3 1,-1 3-377,1 4 0,1 4-151,2 3 0,0 4-176,0 5 0,0 3 296,0 4 0,0 1-132,0 4 1,3 2-70,2 0 0,1 4-151,1 1 1,0-2-125,-1 2 0,1-1-847,0-4 0,-1 0 474,1 0 0,-4-2-2292,4 0 0,-2-4 269,2-3 2349,-3-3 0,-1-10 0,-3-6 0</inkml:trace>
  <inkml:trace contextRef="#ctx0" brushRef="#br0" timeOffset="2398">1668 245 7870,'-1'-5'1078,"-1"0"266,1 1-529,-2 0 192,3 1-659,0 9 0,1-1-5,1 7 0,0-3-60,2 3 0,1-1-46,2 3 1,-2 0-209,-1-1 1,1 1-204,2 0 0,-3 0 56,1 0 0,-3-4-162,3 0 0,-4-3-648,2 0 420,-3 0 167,0-3 1,0-4 34,0-5 0,1-2-246,1-2 1,-1 1 151,1-4 0,2 1 255,1-3 1,-1 0 75,0 0 0,0 1 89,1-1 0,1 0 180,-2 0 0,0 3-154,1-1 0,-3 4 211,3-1 0,-3 1-90,3 1 0,-3 3-87,3 2 1,-3 1 29,2 1 0,-1 3 149,1 2 1,-2 4-220,0 3 0,2 1 11,1 0 1,-2 2-93,2 1 0,0-1 59,2 1 0,-1-2-165,-2 0 1,2 1 58,-1 1 0,-1-5 21,0 1 159,-2-4 0,1-3 351,-3-1-61,0-2 0,2-7-600,1-4 0,1-5 112,-2 3 1,3 0-48,-3-1 0,3 1 56,-3-3 1,3 0 314,-3 1 1,3 1-119,-3 1 1,1-1-169,-1-2 0,0 3 380,3-1 1,-4 4-13,1-1 1,1 3 192,0 2-307,2 2 0,-2 0-95,2 4 1,1 2 60,-1 3 0,-2 3-206,2 1 1,0 2-15,1 1 0,-1 0 5,0 0 1,-1 0-61,3-1 0,-1 1-205,-1 0 1,1-1-715,-1-2 1,0 2-105,0-4 102,1 0 0,-3-3 575,4-1 0,-2-2 469,0-3 0,5-22 0,5-4 0</inkml:trace>
  <inkml:trace contextRef="#ctx0" brushRef="#br0" timeOffset="2573">2103 272 7870,'0'-7'0,"0"0"1018,0 1-8,0-1-483,0 0 1,0 3-105,3 2 0,-2 2-134,4 2 1,-3 2-101,3 3 0,-3 0 24,3 2 1,-3 2-44,2 3 1,-1 0 43,1 0 0,-2-1-514,0 1 0,1 0-421,0 0 1,1-1-880,-2-2 1,4 2 1599,-2-4 0,9-9 0,1-5 0</inkml:trace>
  <inkml:trace contextRef="#ctx0" brushRef="#br0" timeOffset="2724">2075 127 7870,'-12'-16'933,"1"0"0,6 6-93,0 3-1054,3 4 0,2 1-1060,0 4 181,0 2 1,0 4 1092,0 1 0,7 8 0,0 4 0</inkml:trace>
  <inkml:trace contextRef="#ctx0" brushRef="#br0" timeOffset="3193">2206 293 7870,'0'-4'1340,"0"1"0,1 3-1006,1 0 0,0 3 180,2 2 1,-2 2-164,3 2 0,0 1-140,2 4 0,-1 0-534,-2 0 0,2 2 295,-1 0 0,-1-1-275,0-3 1,-2 0 225,0-3 0,-1-2-458,-1-2 63,0-4-34,0 2 128,0-9 1,-2 1 110,-1-7 0,1 2 279,2-2 1,1-1-75,1 2 0,0-5 278,2 0 1,-1 2-117,1 3 0,1-1 204,2-1 1,0 2-87,-1 2 0,1 1 34,0 1 0,0 3 44,0 2 1,0 1-91,0 1 0,2 3-195,0 2 0,0 4 107,-2 3 0,0 1-186,0 0 1,-1 1 43,-1 0 1,1 0-501,-1 0 1,-2-1-73,2-2 0,-3 1-291,3-2 1,-3-1 134,3-2 0,-4 0 58,2-1 694,0-2 0,7-19 0,5-8 0</inkml:trace>
  <inkml:trace contextRef="#ctx0" brushRef="#br0" timeOffset="3383">2509 307 7870,'0'-11'628,"0"2"1,0 1 279,0 1 563,0 0-541,0 3-655,0 1 0,3 6-62,-1 2 1,3 1 13,-3 1 0,3 3 276,0 2 1,-1 1-108,0 0 0,1 1-509,2 0 1,-3 1 169,1 1 1,0-4-1629,1 2 1,-1-3 785,0 1 0,-1-2 785,3 0 0,6-21 0,2-2 0</inkml:trace>
  <inkml:trace contextRef="#ctx0" brushRef="#br0" timeOffset="3507">2496 114 7870,'-4'-11'91,"1"1"-203,-1 3 112,1 3 0,15 13 0,3 7 0</inkml:trace>
  <inkml:trace contextRef="#ctx0" brushRef="#br0" timeOffset="4157">2668 307 7973,'3'-4'2011,"-1"1"-1486,2 3 0,-2 1 154,3 1 1,0 2-265,2 6 1,-3 0-114,1 4 1,-1 0-63,3 0 0,0 0-265,0-1 1,-2 1-148,-1 0 1,-2-3-438,0-2-35,2 2 488,-3-7 1,1 2-159,-4-6 0,1 0 34,-1-3 1,-2-1-103,2-3 1,0-2 84,2 0 0,-2-2 255,-1 1 0,1-1-48,2 2 0,2-4-1,1 2 1,2 0 90,0 0 0,1 2-144,1-3 0,-1 4 269,1-2 0,0 4-53,0 1 0,0 2 43,0 3 1,1 0-64,1 0 0,-2 0 60,3 0 1,-3 3-30,0 2 0,0 1-27,0 4 1,0 0 110,0 1 0,-3 1-69,1-2 1,-3 2-32,3-1 0,-3 0-10,3 1 0,-4-4-69,2 1 146,-3-1 207,0-1-217,0-3-98,0-1 1,-2-4-145,0-1 1,-1-2 106,0 0 1,3-2-178,-3 1 0,3-1 59,0-1 0,0 0 109,0 0 0,0-2-30,0 0 0,0-1 282,3 1 0,-2 1-112,4-1 1,-1-1 176,3 1 1,1-3-110,1 3 1,0 2-46,2 3 0,0 0-302,0-1 0,2 3 118,-4 4 0,2 2-242,-2 3 0,3 3 119,-3 1 0,0 2-516,-5 1 0,2 0 261,-1 0 1,-1 0-427,0-1 0,-1 0 166,1-1 0,-2-2 679,3-3 0,0-7 0,2 0 0</inkml:trace>
  <inkml:trace contextRef="#ctx0" brushRef="#br0" timeOffset="4549">3144 314 7870,'-5'-7'0,"1"0"1349,2 3-339,-1 1-29,3 3 0,1 5-621,1 2 1,0 2-276,2 1 1,1-2 154,2 3 1,-3-1-276,1 1 0,-1 0 83,3 0 1,-1-1 178,-1-3 0,1 0-1366,-1 0 0,1 0 212,1 0 0,-3-3 250,1-2 1,0 1 256,1-1 1,1 0 98,0-4 1,0-2 93,0-3 0,0-2-60,0-1 0,0-2 287,0 1 0,-1-2 0,-2 2 0,0-2-33,-2 1 0,-1 2-49,2 1 1,-3-1 826,0 1 0,0 0-401,0 2 0,0 2 845,0 1-407,0 2-340,0-1 0,3 6-100,-1 2 1,0 2-245,-2 2 0,2-1 36,1 4 1,2-1-152,0 0 0,0 2-338,0-1 0,1-2 247,-2 2 1,3-4-1167,-1 1 0,1-1 173,0-1 1101,0-3 0,3-7 0,1-5 0</inkml:trace>
  <inkml:trace contextRef="#ctx0" brushRef="#br0" timeOffset="5150">3454 300 7870,'-4'-7'517,"0"1"455,2 1-270,1 2 75,-2 3-478,3 3 0,0 1-151,0 3 0,1 1-24,1 1 0,0-2-122,2 3 1,-2 0 2,0-1 0,1 2-182,0-2 0,1 1 70,-2-3 0,2-1 122,-2 1 0,-1 0-268,1 0 82,2-3 31,0 2 1,0-5-28,1 1 129,-1-1 1,3-4-45,0-2 1,-2-1 3,-1-1 0,1 0 156,2-3 1,-1 3-74,-1-2 0,1-1 432,-2 0 0,0-1-187,1 2 1,-1-3 209,0 3-350,2 0 0,-4 3-395,2 1-58,-2-1 79,1 5 1,-1 1 124,1 5 0,-1 1 64,-2 1 0,0 0-51,0 3 0,0-3 0,0 3 1,0-1 161,0 1 1,2-1-108,0-2 1,1 0 90,-3 0 1,2-1 15,0 1 0,4-2 97,-2 0 0,2-4-81,1 1 0,0-1-59,0-1 0,0 0 25,0 0 0,0 0-2,0 0 1,0-3-218,3-2 1,-3 2 70,2-2 1,-2 0-63,-2-1 0,1-1 176,-1 0 0,-2-1 170,2-1 0,-3 1 1072,0-1-936,2 1 1,-3 1 1214,1 1-1042,-1 2 0,-1-2 432,3 4-463,-3 0 0,4 5 18,-1 1 1,0 3-251,4-1 1,0 2-148,0 1 1,1 0-842,1 2 0,2 0 518,2 0 1,1 2-1935,0-1 0,1-1 253,1 0 1951,-2-2 0,9-2 0,-1-4 0</inkml:trace>
  <inkml:trace contextRef="#ctx0" brushRef="#br0" timeOffset="5884">4668 458 7786,'3'-7'721,"0"1"1,-3 0-152,-3-1 0,-1 2-179,-5-4 0,-3-2-256,-4 0 0,-5-6 89,-7-1 1,-1 0 100,-6-3 1,5 4-117,-2-4 1,5 5-186,2 0 1,5 2-72,0 0 0,7 0-103,1 0 1,4 3-64,1-1 0,1 2 71,1-2 197,2-1 1,5 6-42,2 0 1,1 4-31,7 3 1,-1 0-21,0 3 1,2-2 90,-1 4 1,1-1-13,4 3 1,-5 0 3,2 0 0,-5 0-343,0 0 1,-4-2 113,-3 2 0,-1-3 5,-1 5 0,-3-2 50,-2 4 1,-4-1-115,-3 1 1,-3 1 97,-1 1 1,-1 1-384,1 0 0,1 1 107,-1 1 1,2-1 39,0 3 1,3-2 427,2 3 1,4-4-73,3 1 0,1-2 731,1-2 0,6-3-430,1-2 0,5-2 427,2 0 0,0-4-278,5 1 0,-1-4 616,3-2 1,2-3-457,0-3 1,2 0-192,-2-4 1,0-1-829,-2-1 0,-1-1 325,-2-4 0,1 0-1924,-3 1 1,0-1 2030,-2 0 0,-6-3 0,-2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6:29.7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354 121 6705,'1'-7'238,"1"3"1054,-1-3-644,5 3 1,-4-2-245,3 1 0,-3-1 742,3 1-750,-4-1 1,5-1 81,-4 0 1,0 0-145,-2 0 1,0 0-168,0 0 0,0-1-110,-3 1 0,-1 3 116,-6-1 1,-2 3-424,-4 0 1,-3 4 233,-5 0 1,-1 6-333,-3-1 1,-3 5 133,0 3 1,2 2 32,3 4 0,0 3 83,4-1 1,4 3-141,9-2 1,3 0 53,9-3 0,7 1 10,7-3 0,5-1 144,4-9 0,5-3-66,2-3 1,1-2-97,-1-1 1,-2-4 86,-2 0 0,-4-3-23,-2-3 0,-1-1-440,-3-3 0,-5 0 204,-5 0 1,-4 0-502,-3-1 1,-1 2 507,-1 1 0,-6 0 357,-4 2 0,-27 1 0,-9 2 0</inkml:trace>
  <inkml:trace contextRef="#ctx0" brushRef="#br0" timeOffset="141">71 142 7826,'-17'4'-320,"1"-2"1,0-1 1946,4-1-1097,5 3 1,5 0-270,4 2 1,5-2-123,5-3 1,5 2-79,5 1 1,1-1-482,3-2 0,2-1 274,-2-1 1,0 0-1891,0-2 2036,2-1 0,10-15 0,6-3 0</inkml:trace>
  <inkml:trace contextRef="#ctx0" brushRef="#br0" timeOffset="975">814 269 8415,'0'-4'2914,"0"0"-1890,0 2-3777,0 1 2753,0-2 0,-6-6 0,-2-3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6:18.8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43 354 7796,'0'-4'487,"-1"-1"310,-1-1-768,1 3 0,-3 0 70,2 3 1,1 1 81,-1 1 1,0 0-132,0 3 1,1 2-97,-1 2 1,-1 4 91,0-2 0,0 4-205,1 1 0,1 0 38,-1 3 1,0-1-219,0 1 1,1 3 80,-2-3 1,3-1 85,0-3 0,0-2-13,0-1 77,3 1 0,1-8 152,3 0 0,0-5-106,0-2 1,3-5 20,2-5 1,-1-1-8,1-1 0,-3-4 114,3-1 0,-1 0-66,1 0 0,-1-2-2,-2 3 1,-1-3-67,2 0 1,-3 0-72,1 3 0,-1 1 0,0 5 26,0-1 234,0 5-160,-3 1 0,-1 8 118,-3 6 1,-2 1-3,-1 3 0,-2 1-21,0 2 1,1 1-39,-1 2 1,4-2 8,-2 1 1,3 2-118,0-2 0,0 1 105,0-3 0,0-2 5,0-1 0,3-3 30,2-1 1,1 0 249,1-2-180,0-2 1,2-2-91,1-3 1,-1-5-21,-2 0 1,0 0 42,1-2 1,-1 0-211,0 0 0,0 0 81,0-3 0,0 3 98,0-3 1,2 3-181,1-3 0,-1 2-221,-2-1 0,0 2 321,1 0 0,-1 3-46,0 1 1,-3 4 479,1-2-268,-3 3 1,2 0 124,-2 3-92,-1 1 0,3 3 127,-2 0 0,0 0 20,2 0 1,-1-2 46,1-1-202,1 1 0,2 0 2,0 0 1,0-4-157,1 1 1,-1-1 81,0-1 0,1-1-133,1-1 0,-1-2 38,1-3 1,-1 0-285,-1 0 1,2-2 110,-2-1 0,3-2-10,-5 3 1,0-3 252,-2 3 0,-2-1-115,1 3 377,-1-3 1,-4 2-139,-2-1 0,-2 4 162,-3 2 1,2 3-83,-4 3 0,0 1 34,-2 3 1,0 2 125,0 1 1,0 2 81,2 0 0,0 4-186,2 0 0,1 2-96,2-2 1,3 1-249,2 2 0,1-1 101,1-1 1,4-2-477,3 1 1,4-1 260,5-4 1,2-3-500,4-3 0,0-3 661,1 0 0,21-23 0,8-7 0</inkml:trace>
  <inkml:trace contextRef="#ctx0" brushRef="#br0" timeOffset="598">1183 298 8122,'0'-7'492,"-1"0"315,-1 3 0,0 0-276,-2 4 1,-4 0-169,-1 0 0,-4 4-272,2 0 1,-5 3 91,-1 3 1,-1 0-305,1 2 0,0 2 131,3 0 0,-2 1-491,-1 4 0,2-3 271,3 0 0,2 2-573,2 1 1,1-1 85,0 1 0,3-1-931,2-2 1454,1 1 0,4-13 40,2 1 1,5-4 195,1-4 0,3-4-62,0-4 0,2-5 17,1-1 1,0-2-61,0 0 1,-2 1 212,4-1 0,-1 1-48,1-1 0,-2-1 245,-5 4 1,0-1 38,-2 3 0,1 1 76,-1 1 0,-1 4 91,-5 3-89,3 4-512,-7-3 1,3 8 155,-3 0 1,0 3-238,0 0 1,-3 1-63,-1 1 0,-3 1-22,0 2 0,0 1-143,0-1 0,0 4 129,0 0 1,0 2-296,0-2 1,0-1 179,0 2 0,0 0 53,3 0 0,-2-2 269,4-3 0,-1-2 0,3-3 0,0 0 0,22-28 0,6-7 0</inkml:trace>
  <inkml:trace contextRef="#ctx0" brushRef="#br0" timeOffset="1207">1310 312 7898,'1'-12'110,"2"0"1,-3 4 813,3-2 0,0 5 170,-1 0-616,4 3 1,-5 2-122,4 2 1,-3 6-246,0-1 0,-1 5 83,-1-1 0,-1 4 35,-1 1 0,-2-1-233,-3 2 1,0 0-271,3-1 1,-5 2-130,2-2 1,-2-1 214,2 2 0,0-2-14,0-1 1,2-1-138,1-1 303,-1-2-36,1-3 0,1-4 81,3-3 1,0-3-409,3-4 0,1-3 122,3-2 0,2-2-90,1-2 1,2 0 82,0-3 0,-1 2 262,1-1 1,0-1-142,2-3 1,0 4 373,0 2 1,0 1-43,1 1 1,-1 0 109,0 3 1,0 1-100,0 5 1,-3 2-4,-1 3 1,-5 1-3,0 1 0,-4 2-57,2 3 1,0 3-170,-1-1 0,1 4 73,-3-1 1,0-2-80,0-1 0,0 2 26,3-2 0,-2 1-68,4 0 1,-3-3 83,3 0 0,0 0 5,2-2 1,-2-2 61,-1-1 1,1-1-54,2-1 0,0 0-173,0 0 0,0-1 107,1-1 1,-1-2-412,3-3 1,-2-3 102,1 1 0,1-3-30,0 3 1,-1-3 259,-2 2 1,-2-1 182,0 1 1,-3-2 202,3 3 0,-4-1-193,2 3 0,-6 1 733,-1 1 0,-6 2-351,-2 3 0,-1 1 252,-1 1 0,-1 5-30,-2 2 1,0 4-40,-2-2 0,2 3-134,3 0 0,2 0-105,0 0 1,4 4-205,-2 1 1,3 1 44,2 1 1,2 0-97,3 1 0,3 0 55,2 0 0,5-3-260,4-8 0,4-1-485,3-5 1,1 0-761,2-3 0,-2-5 161,1-7 1,2-3 1168,-2-4 0,1-26 0,-3-10 0</inkml:trace>
  <inkml:trace contextRef="#ctx0" brushRef="#br0" timeOffset="2149">2365 284 7858,'0'-8'0,"0"4"485,0-1 0,0 3-51,0-3 1,0 0-28,0-2 0,0 2 147,0 1-306,0-1 0,-3-1-93,-2 1 0,-2 2-102,-2 3 1,-2 0-293,-3 0 0,0 3 190,-1 2 1,-1 2-118,-1 2 1,1 1 114,2 2 1,0 1-328,3-4 1,0 3 115,4-3 0,3 2-78,-1-2 0,3-3 148,0 1 0,3-4 59,2 2 1,3-4 22,1 2 0,1-3-21,4 0 1,-3 0 56,3-3 0,0-1-40,2-3 1,0 2 129,0 1 0,1-1-101,-1-2 1,0 2 129,0 0 0,0 4-49,0-1 1,0 1-37,-3 1 0,0 0 169,-1 0 1,-5 1-59,3 4 1,-6 1 352,0 5 0,-2 2-170,-2 3 1,-2 0 28,-3 3 1,-3 0-48,-2 2 0,-2 1 105,-3 2 0,2-5-18,-1 3 0,-2-6-73,2 1 1,-1-5-205,0 0 0,4-3 42,-1 0 0,5-4-513,-1-3 0,3-1 272,-1-1 0,5-1-274,0-1 0,2-2 199,1-3 1,1-3-1880,2-2 2107,4-1 0,16-14 0,7-3 0</inkml:trace>
  <inkml:trace contextRef="#ctx0" brushRef="#br0" timeOffset="2536">2592 248 10304,'-5'6'913,"0"1"1,1 2-729,-3 1 1,0 1 53,-1 6 0,0 0-141,1 2 1,-2 2-86,4-3 0,2 1-147,1-1 1,-1-2-415,0 1 0,1-3 338,2-2 1,3-3-60,2-4 0,-1 0 24,1-2 1,2-3 22,2-4 0,3-2 77,-3-6 0,4 2-1,-1-4 0,1 1 15,1-3 1,0 0 202,0 0 1,1 0 108,-1-3 0,0 3-87,0 0 0,0 1 83,0 1 0,0 0-70,-2 3 1,-2 0 117,-3 4 0,0 3-16,0 2 0,-3 2 48,-2 2 0,-1 3-29,-1 4 0,-2 2-93,-1 4 0,-2-1-277,0 0 1,-1 1 107,-1 1 1,0 0-392,0 3 1,0-3 187,3 0 0,-2 0-928,4 1 0,-1-4 506,3 3 1,0-5 658,0 0 0,35-24 0,8-7 0</inkml:trace>
  <inkml:trace contextRef="#ctx0" brushRef="#br0" timeOffset="2943">3002 298 7858,'0'-7'396,"-2"-3"-330,0 1 0,-1-1 1959,0 3-1429,2 3 1,-5 1-218,1 3 1,-1 1-117,-1 1 0,-3 3-242,-2 4 1,-1 2-23,-1 4 0,-1-1-60,1 0 1,2 0-240,1 0 1,2 0 247,0 1 1,1 1-207,4 1 1,-2-2 87,4-3 0,-1 1-170,3-4 1,0 1 113,0-3 0,4-3-97,0-2 1,3-1 57,3-1 1,-1-3 130,2-2 1,1-5-79,2-1 0,0 0 34,-3-1 0,3 0 7,-2-2 1,0 0 25,0 0 1,-1 2 345,-2 0 1,-1 0-128,2-2 1,-5 3 1245,0 2-675,-3 1-217,1 1 187,-3 3 1,-3 4-165,1 4 0,-4 3-390,2 0 1,-2 2 47,2 1 0,-3 2-121,3 0 1,-3 1-22,0 2 1,1 0-598,1 1 1,-1-1-50,1 1 0,1 2-324,-1-2 0,4 1 178,-1-3 1,1-2 824,1 0 0,28-26 0,7-3 0</inkml:trace>
  <inkml:trace contextRef="#ctx0" brushRef="#br0" timeOffset="3235">3116 291 7858,'3'-11'936,"-2"0"-141,1 4-481,2 3-50,-3 1 0,2 4-13,-3 1 0,0 3-139,0 5 1,0-2 112,0 4 1,-2 0-211,-1 2 0,-2 0 92,0 0 0,-1 3-146,-1-1 0,0 3 4,-1-2 0,1-1-42,0-2 0,0 1 232,0-1-1,2-1 178,1-1 0,1-4 1357,-1-4-1205,2-2 1,0-3-122,4-6 0,2-3-99,3-4 1,2-4-496,1 0 0,3-1 215,-2 1 0,3 1-1119,0-2 0,2 0 314,1-2 0,0 3-175,0 1 0,-2 3 996,1 3 0,12 7 0,2 4 0</inkml:trace>
  <inkml:trace contextRef="#ctx0" brushRef="#br0" timeOffset="4017">3250 312 7596,'0'-7'1351,"0"0"-742,3 3 1,-1 1-53,3 3 1,-4 3-163,2 1 1,-3 6-224,0 2 1,0-1-69,0 1 1,0-1-166,-3 3 0,2 1-288,-4-1 0,3 0 278,0 0 1,-1-1-167,1-1 1,-3-1 99,2-4 1,1 0-604,2 0 186,-3-3 214,2-1 0,-2-6 109,3-2 1,3-2 235,2-3 0,1-1 48,1-3 0,1 0-49,2 0 0,1 0 12,3 0 0,-2-1-42,3-2 0,-3 2 155,5-1 1,-2 4-59,2 2 0,-2 3 85,1 0 1,-3 0 59,-1 3-139,-4 0 1,2 8 24,-5 0 0,-2 3 143,0 3 1,-2-2-206,1 4 1,-1-1 41,-1 1 0,0 1-84,0-1 1,-3 1 84,1-1 1,0 1-217,2-1 0,0 0 51,0 0 0,0-2-60,0-3 0,0 1 21,3-1 1,1-3 73,3-2 0,1-1 67,1-1 1,2-4-55,3-3 0,0-1-62,1-4 1,-1 0 72,0-2 1,2-2-136,1-1 0,0-2 80,-3 3 1,0-4 215,0 1 1,-2-1-10,0-2 0,-1-1 30,0-1 0,0 1 61,-1 1 1,-2-1-52,1-1 1,-1 4 486,-1 3-89,-3 2-406,-1 7 0,-4 3 17,-1 7 1,-2 5 6,-3 5 0,-1 5-57,-1 1 0,1 3 63,-2 0 1,3 1-257,-1 2 1,1 0 37,0 2 0,0-1-215,0-4 0,0 1 61,0 1 1,0 2-67,0 1 0,2-4-25,0-3 1,3-1-165,-3 1 0,4-3 0,-2-4 1,3-5 80,3-5 0,-2-1-286,4-1 0,2-4 232,3-3 0,0-3 409,-1-4 0,15-35 0,6-8 0</inkml:trace>
  <inkml:trace contextRef="#ctx0" brushRef="#br0" timeOffset="4601">3618 276 7873,'-4'0'408,"1"0"171,0 0 1,2 1-150,-1 2 1,2-2-158,2 4 1,5-3-99,2 3 0,6 0 39,-1 2 0,4 0 134,-1 0 1,3-2-170,2-1 0,-1-2-187,2 0 1,-3-1-168,-1-1 1,-3-2 152,3-1 1,-3-4-48,1-1 1,-5 0 93,0 1 1,-3-3-260,0 1 1,-1-1 70,-1 0 0,-3 2-130,-2-1 1,-1 1-93,-1 1 347,0 3 0,-3 1-7,-2 3 1,-3 1 103,-2 1 0,-2 5-3,0 5 0,-2-1-71,0 1 1,1 0 252,1 5 1,-1-2-79,4 1 1,0-1-266,1-1 1,4 0 36,-1 1 0,3-1 31,0 0 0,2-1 178,2-1 1,3-2-130,5-3 0,-2-2 127,4 0 0,0-4-127,2-1 0,1-1-11,2-4 1,-2-2 17,4-2 0,-2-3-85,2 2 0,-3-1 66,3 1 1,-1-2-143,1 3 0,-2-1 167,-3 3 1,1-2 110,-1 0 0,-3-1 112,-2 3 1,-1 0-80,-1 0 1,-1 0-129,-1 0 0,-2 0 72,-3 0 100,0-1 1,-3 5-123,-2 0 0,-2 2 1,-2 1 0,-2 4 161,-3 0 0,0 5-108,-1 0 0,4 2 31,2-2 0,-1 1-43,0 2 0,1 1-124,2-1 1,0 2 79,3 0 1,-2 0-99,4 0 1,-1 0-178,3 0 1,4-3-309,0-1 0,6-2-62,2-1 1,3-3-522,2-2 0,3-1-115,-2-1 0,1-6 560,3-1 0,-3-5 632,5 1 0,32-31 0,9-8 0</inkml:trace>
  <inkml:trace contextRef="#ctx0" brushRef="#br0" timeOffset="4984">4489 107 7873,'0'-8'1270,"0"1"205,0 0 308,0 0-1273,0 3 1,-1 4 328,-1 5 1,-2 3-336,-3 4 0,0 0 118,0 7 0,0 0-219,0 2 1,0 1 5,0 2 1,-1 0-230,-2 2 0,2 1-161,-1-3 0,1 2-736,1-3 1,0 1 523,0-3 1,1-3-441,1-1 0,-1-6-241,4-1-435,0-2 836,2-4 1,0-4-190,0-5 0,0-5 176,3-1 0,-2 0-38,4-1 0,-3 0 303,0-2 1,-1 1 6,-1 1 0,0 1 288,0 1 1,-3 5-121,-2-2 0,-1 2 515,-1 0 0,-1 2-310,-2 3 1,-1 2 898,-3 2 0,0 2-441,0 6 0,2-1-198,0 4 0,4-1 29,1 0 0,3-1-115,4-1 0,1 1-340,1-4 1,6 1 93,3-3 0,3-1-1498,0-1 1,0-2 714,0-3 1,0-3 695,0-2 0,1-20 0,-1-6 0</inkml:trace>
  <inkml:trace contextRef="#ctx0" brushRef="#br0" timeOffset="5626">5006 220 7767,'0'-7'164,"0"0"0,-1 0 793,-1-1-696,1 5 35,-2-1 1,4 5 120,1 2 1,-1 1 8,1 6 0,-1 1-150,-1 3 1,0 3-132,0 2 1,-3-1 57,-2 1 0,1 0-278,0 2 0,-4 1 116,-1 2 1,-3-2-770,3 1 0,-4-1 197,1-3 0,2-2-617,1-3-1106,1-3 1345,1-4 909,0-4 0,6-25 0,2-5 0</inkml:trace>
  <inkml:trace contextRef="#ctx0" brushRef="#br0" timeOffset="6027">4872 333 7775,'7'-4'-740,"0"-1"755,3 2 1,-1-1 470,2 1 0,-1 1-263,2 2 1,-1 0 3,0 0 0,5 0-298,-2 0 0,2 0 76,-2 0 0,0 0-86,1 0 1,1 0 57,1 0 1,-1 0-84,-2 0 1,0 0-48,-3 0 1,0 3-120,-4 2 0,-1-1 20,-1 0 190,-2 1 1,-6 3 111,-2 1 0,-2-1-113,-2 2 1,-3 0 107,-2-1 0,0 3-84,0-2 1,0 1 155,0-1 1,3 0-74,1 0 0,3-3-39,2 3 1,2-2-7,3-1 0,4-1 8,3-1 1,7-2 111,5-3 0,1-1-107,1-1 0,4-3 413,1-4 0,-3 0-171,-2-3 0,0-2 496,-5-3 0,-2 1-281,-5 2 1,-4 0-98,-3-1 0,-2 4-721,-5 2 1,-3 1 269,-6 1 0,-4 1-311,0 1 0,-1 2 198,1 3 192,2 0 0,21 19 0,8 4 0</inkml:trace>
  <inkml:trace contextRef="#ctx0" brushRef="#br0" timeOffset="6610">5643 312 7883,'0'-7'1852,"3"0"-1376,2 3 0,5-3-200,1 3 0,4 0-127,1-1 1,2 0 91,3-2 1,3 0-80,0 0 1,-1-1 51,-2-1 1,0-2-91,-2-3 0,0-1 2,-2 1 1,-3 0 3,-2 0 1,-4-3-13,-1 1 1,-1-3 31,-4 3 0,1-1-164,-3 3 0,-1 2 123,-1 0 1,0 4-150,-3-2 0,1 5 47,-3 3 0,2 1-26,0 1 1,0 7-49,-5 2 0,2 4-133,-1 4 0,0 4 141,0 5 1,0 2 43,-3 3 0,3-1-95,-3 3 0,0-2 85,-2 2 1,-1 2-286,-1 3 1,1 0 89,-2-3 1,2-2 177,1 0 1,2-4 33,1 0 0,4-7 109,0-6 0,5-4 237,-1-3-231,3-4 0,0-3 58,3-4 1,2-2-51,4-3 0,0-3-573,2-2 1,4-1 248,1-1 1,1-1-141,0 1 1,-1 0 152,3 0 1,-3-1 41,3-2 0,-2 2 512,4-4 1,-3 4-240,3 1 0,-4 0 431,-1 5 0,1-1-269,0 3 1,-4 3 195,-3 2 1,-3 2-74,-3 2 1,0 1-497,-4 4 1,0-2-77,0 5 1,-4 1-87,-3 1 0,0 1-121,-3 1 1,0 0 153,0 1 1,-1-1-1264,1 0 1,0-2 17,1-1 1466,1-2 0,4-8 0,5-6 0</inkml:trace>
  <inkml:trace contextRef="#ctx0" brushRef="#br0" timeOffset="6760">6089 248 7883,'0'-14'1437,"0"0"1,0 3-1201,0 1 1,1 2-446,1 1-2121,-1 3 1813,5 1 1,-2 6-591,4 2 1106,-5 1 0,10 27 0,-1 5 0</inkml:trace>
  <inkml:trace contextRef="#ctx0" brushRef="#br0" timeOffset="7027">6082 475 7883,'-3'7'335,"-2"0"0,-1-1 357,-1-1 1,2 1 1704,1-1-1233,2-2-14,-1 3-1204,3-5 0,3 0 85,2-3 1,1-6-438,1 1 0,3-3 296,2 1 1,1 0-194,-2-3 1,3 0 103,-2-2 1,1 0-232,1 0 1,0 2 225,-3 0 1,2 4 5,-4-2 0,3 2 280,-2 1-71,-1 3 0,-3 2-95,-1 4 1,1 5 36,-4 5 1,-1 2-76,-3 0 1,1 0-128,-4 0 0,1 3-288,-1-1 0,0-2 221,2-2 0,1-2 316,2 1 0,6-8 0,2-1 0</inkml:trace>
  <inkml:trace contextRef="#ctx0" brushRef="#br0" timeOffset="7463">6606 177 7871,'-5'-2'0,"1"0"1487,2-4 1,-2 5-664,2-1 1,1 4 284,-1 3 1,-2 5-529,2 4 0,-1 1 50,1 4 1,0 1-316,-3 4 0,3 0-272,-3 2 1,1 1 16,0-1 1,-3 0-209,-1-1 1,1-2-467,-2-2 0,1-4 427,1-5 1,2-2-1254,1-3 965,-1-3 1,1-2-582,2-4 1,-2-2 336,2-3 1,0-1 122,2-1 0,0-2 174,0-3 1,0-1 160,0 1 1,0 2 214,0 1 0,-1 0-140,-1-1 1,0-1 489,-3 4 0,0 2-260,-2 2 1,-2 3 714,0 0 1,-6 4 22,0 3 1,-1 5 287,-1 1 1,2 4-474,-1 1 0,3 1-127,3 2 1,1-1-293,7-4 1,3 0 60,4 0 1,5-3-584,4-1 1,3-3 277,5-3 1,-1-1-3319,0-3 3383,0 0 0,-3-37 0,0-10 0</inkml:trace>
  <inkml:trace contextRef="#ctx0" brushRef="#br0" timeOffset="8052">7123 234 7764,'-1'-11'374,"0"2"1,-2 1 1003,2 1 0,0 6-758,1 3 1,0 5-208,0 5 1,-1 1-110,-1 5 0,1 1-101,-1 3 0,-2 1-56,-1 1 0,-1 3 56,-1-1 0,-1-1-498,1 1 0,0-1-1022,0 1 1,0 0 701,0-5 0,0-1-536,0-6 0,1-3 497,1-2 0,-1-2-174,1-2 828,2-2 0,0-22 0,3-4 0</inkml:trace>
  <inkml:trace contextRef="#ctx0" brushRef="#br0" timeOffset="8745">6953 347 7774,'-7'0'158,"0"0"1,2 1 644,0 1-414,4-1 0,-2 2-72,6-3 0,2 0 52,4 0 0,0 0-344,6 0 1,-2-3 83,6-2 0,0-1-140,5-1 0,1 0 86,4 0 0,-1 0-695,0 0 0,3-1 338,0-2 1,-2 5-250,-6-2 1,-1 5 224,-8-1 0,-1 2 149,-6 1 1,-3 2 416,-2 3 1,-4 0-196,-3 7 0,-4 1 70,-3 3 1,1 0-79,-1 3 0,3-3 105,-3 3 0,1 0 7,-1 2 0,2 0-320,3-2 0,0-1-19,0-2 1,3-3-340,1 1 585,3-5 0,0 1-145,3-6 0,1 0 31,3-4 1,3-4-15,2 0 1,1-3 16,1-3 1,1 2 9,-1-1 0,-2 1-73,-1 1 1,0 0 48,1 0 0,1 0-105,-4 0 223,4 0 0,-5 0-125,1 3 237,-1 0-143,-1 4 79,0 0 0,-1 1-90,-1 2 1,1 1 205,-4 3 0,3-3 7,0 1 0,1-1-102,2 1 1,-4 1-111,1-1 1,0-2 72,2-1 0,1 1-127,1 0 1,-1-1 66,1-2 0,0 0-247,1 0 0,1-3 71,3-2 1,-3-1-36,1-1 1,0-3-47,2 1 0,0-4-55,1 2 0,-1 0 313,0-1 1,-3 1-102,-2-1 1,-2-1 241,-2 1 1,-2 2-35,-3 0 172,0 5 1,-3 2-105,-2 3 0,-2 1 47,-2 1 0,0 2 145,-3 3 1,1 4 173,-4 0 0,2 3-5,1 0 1,0-1-142,2-1 0,1 2-383,2-3 0,2 2 113,0-1 1,5 0-346,0-2 1,3-1 187,7-2 1,4-3-1234,5-1 0,1-3 376,2 0 1,1-5 866,1-2 0,31-30 0,5-6 0</inkml:trace>
  <inkml:trace contextRef="#ctx0" brushRef="#br0" timeOffset="9287">8234 199 7839,'0'-5'811,"0"0"0,0 4 289,-3-2 73,2 2-161,-2 1 0,3 4-616,0 3 0,1 4-154,1 3 1,-1 2-354,2 1 0,-3 5 148,0-1 0,0 5-168,-3 0 0,0 2 184,-2 0 0,-3 0-595,1 1 0,-2-5 223,2-3 1,0-3-111,0-4 1,0-3-112,3-1 240,-3-5 92,7-2 0,-3-4 28,3-1 1,0-2-43,0-3 0,3-1 99,1 1 0,3-2 5,0 0 1,0-4-9,0 1 0,1 1 179,1-1 1,0 1-57,3-4 0,-3 4-51,3-1 0,0 3-20,2 0 0,0 2 106,0 2 0,-2 2 132,0 3 0,-4 1-46,2 1 0,-1 4 8,-2 4 0,-1 2-80,-6 0 1,-3 1 169,-2 2 1,-4-1-151,-3 0 0,-2 0-247,-3 0 1,1-2-680,-2 0 1,-1-4 439,1 2 1,-2-2-773,3-1 1192,4-3 0,6-7 0,4-5 0</inkml:trace>
  <inkml:trace contextRef="#ctx0" brushRef="#br0" timeOffset="9604">8440 461 7839,'7'-5'771,"0"0"1,0 1-255,0-1 1,0 0-18,0 3 1,0-3-148,0 2 0,1-1-478,2 1 0,-5-1 84,2 1 1,-1-2-64,1 0 0,-1 1 46,-1-1 0,-2 3-220,-3-3 0,0 3-73,0-3 1,-3 4 173,-2-2 0,-1 3 28,-1 0 0,-3 3 30,1 1 1,-4 3 200,2 0 1,-2 2-4,1 1 1,-1 2-10,1 0 1,2 1-140,0 2 1,2-1-110,-2 0 0,5 0-467,-2 0 1,4 0 266,1-3 0,2 2-188,2-4 0,3 0 566,4-4 0,43-21 0,14-8 0</inkml:trace>
  <inkml:trace contextRef="#ctx0" brushRef="#br0" timeOffset="9863">8758 326 7839,'0'-4'661,"-3"-2"-393,-1 5 0,-3-2 94,0 3 1,0 0-153,0 0 1,1 3 121,1 2 1,-1 1-96,1 1 0,-1 0-263,-1 0 1,3 1-41,1 2 1,2-2-43,1 4 1,0 0 128,0 2 0,1-2 82,2 0 0,-2-1 207,4 0 0,-4 3-137,2-2 0,-2-1 90,-1 0 1,0-2-248,0 0 1,-4 2-309,-3-2 0,-1 1-1211,-4-3 0,0-3 246,-2 1 1257,-3-3 0,-5-5 0,-3-5 0</inkml:trace>
  <inkml:trace contextRef="#ctx0" brushRef="#br0" timeOffset="10154">8985 227 7839,'0'-7'2927,"0"0"-1478,0 0-981,3 3 1,-2 4 21,1 4 1,-1 8-151,-1 2 1,0 5-143,0 0 1,-1 2-463,-1 3 0,0 1 241,-2 3 0,1 1-810,-2-1 0,3 0 499,-3 1 1,4-4-394,-2-1 1,3-6 267,0-1 1,0-6-90,3-4 1,2-1-132,7-3 0,0-3 679,4-4 0,37-32 0,8-14 0</inkml:trace>
  <inkml:trace contextRef="#ctx0" brushRef="#br0" timeOffset="10304">8928 340 7839,'-7'-3'2205,"1"1"-1570,1-2 1,3 2-918,4 0 1,6 1-14,6 1 1,4 0-524,6 0 818,1 0 0,51 6 0,11 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6:33.5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209 49 7769,'0'-4'2791,"0"-1"-2449,0 4 1,0-1-81,0 4 1,0 4-95,0 5 0,-1 2 35,-1 2 1,-2 5-193,-2 4 1,-1 2-149,1 2 0,-2 4-178,0 3 0,-2 0-546,-1-3 1,-1-1 439,1-1 1,1-5-125,-1-1 0,3-4 134,-1-3 0,1-4-487,0-4 898,3-4 0,-6-43 0,4-13 0</inkml:trace>
  <inkml:trace contextRef="#ctx0" brushRef="#br0" timeOffset="206">13 140 7788,'-7'0'1205,"4"-3"0,1 0-1112,4-1 0,4-2 264,5 2 0,7-2-191,4 0 0,3-3-78,4 0 0,1 0-531,5 0 0,1 2 337,3-2 1,-3 2-1226,-4 0 1,0 2 256,-6 0 1074,-2-1 0,-24 9 0,-6-3 0</inkml:trace>
  <inkml:trace contextRef="#ctx0" brushRef="#br0" timeOffset="372">65 290 7788,'-6'0'1363,"-1"0"-1456,3 0 0,5 0 119,6 0 1,5-1-327,5-1 1,5-1 227,2-4 0,2 0-610,2-2 1,0 2 356,2-2 0,-2 2 325,0 1 0,-4-1 0,-1 0 0</inkml:trace>
  <inkml:trace contextRef="#ctx0" brushRef="#br0" timeOffset="675">365 303 7788,'-6'11'0,"-1"0"0,1-2 118,-1 2 0,3-3 268,-1 3 1,3 0 31,-2 2 0,2-2-158,-3 0 1,4-1 13,-1 1 1,1 0-57,1-2 1,0 0-181,0-3 1,1-2 79,1-2 0,2-1-334,5-1 1,1-1-8,3-1 0,0-5-70,0-3 1,2-4-337,1-1 0,0 2 262,-1-3 0,-2 0 94,0 1 1,0-1-10,-2 1 1,0 1 302,0-1 1,-1 3-103,-4 2 1,1 2 271,-1-1-94,1 5-94,-4 1 0,2 3-310,-2 3 1,-1 2 101,-2 4 0,0 3 205,0-2 0,-3 3 0,-1 0 0,0 0 0,0 0 0,0 0 0,0 0 0,-2 9 0,2 2 0</inkml:trace>
  <inkml:trace contextRef="#ctx0" brushRef="#br0" timeOffset="1041">698 264 7788,'3'-3'1203,"0"-3"1,-3 6-913,0 0 0,0 3-68,0 3 1,-2 4-26,0 0 0,-3 3-32,1 0 0,-2 0-53,-1 0 0,1 2-213,2 0 1,-2 1 104,2-3 1,0-1-9,0-1 0,2 0 57,0-2-192,-1-3-62,2 0 0,-1-6-66,4 0 1,0-3-16,5-4 0,-2-1-216,3-1 1,2-3 71,-1 1 1,1-1 73,-1-1 1,3-2 176,-1 0 1,1-1-57,1 3 0,0 0 346,0 0 0,-1 1-129,-1 1 1,1 2 417,-4 5 0,-1 2-127,-3 4 1,-1 2-2,1 2 0,-3 4-250,2 0 0,-3 3 51,-3 0 1,2 1-724,-3 1 0,1-1 325,-1 1 0,0-1 320,0-1 0,1 3 0,3 0 0</inkml:trace>
  <inkml:trace contextRef="#ctx0" brushRef="#br0" timeOffset="1325">1024 290 7786,'-7'-6'864,"1"2"0,-1-1-339,1 3 0,-1 0-291,1 2 0,1 1 53,1 3 1,0 1 103,-3 3 1,3 3-49,-1 0 0,3 1-78,-2 1 1,2 0-229,0 0 1,2 0 66,0 0 1,0 0-403,0 0 1,2-2 231,3 0 0,1-4-198,3 0 1,1-4-270,3-3 1,2 0-384,1-3 0,0-1-277,-1-5 0,-1-1 560,1-3 1,-1-1 632,-1-1 0,-1 1 0,-1-4 0,4-19 0,-1-8 0</inkml:trace>
  <inkml:trace contextRef="#ctx0" brushRef="#br0" timeOffset="1708">1220 75 7784,'-5'1'857,"1"1"0,2 2-645,0 2 1,1 1 139,-1 2 1,1 3-148,-1 4 0,-1 2 76,1 2 0,-1 0-50,3 4 0,-2 1-204,0 2 0,-3 0 71,1-3 0,0-2-348,0 0 0,0-2-213,0-3 9,-2-1 46,5-6 106,-2-3-98,3-4 0,1-11 189,1-3 0,1-1 50,1 1 0,2 1-50,-1-4 1,0 1 45,2 0 1,-1 0-34,1 0 1,0 0-4,2 0 0,-1 1 14,3 1 0,-3-1 154,3 4 1,0-1-73,2 3 1,-2 0 545,0 1 0,-3 2-249,1 3 0,-2 1 574,-1 1 1,0 4-123,-1 3 0,0 2 134,-3 0 0,0 2-440,-2 0 0,0 0-163,0 0 0,-2 0-733,0 0 1,-3 0 426,0 0 0,0-2-554,1 0 0,-2-6 111,2 2 574,1-5 0,0-19 0,3-9 0</inkml:trace>
  <inkml:trace contextRef="#ctx0" brushRef="#br0" timeOffset="1848">1383 23 7774,'-7'-7'1851,"1"1"-1299,-1 2 0,1 1-1320,2 0 0,1 3 243,3 0 525,0 6 0,6 27 0,1 10 0</inkml:trace>
  <inkml:trace contextRef="#ctx0" brushRef="#br0" timeOffset="2490">1604 290 7772,'0'-13'0,"0"2"878,0 0 0,-2 6 157,0-2-782,-3 5 0,1-1-147,-2 3 0,-1 3 65,-2 1 0,-1 5-241,-3 2 0,0 1 94,2 1 0,-1 1-101,1 1 0,2-1 120,0 1 0,2-1-319,0-1 1,4-1 26,1-1 1,1 1 19,1-4 1,1 0-98,1-3 0,4 0 80,2-3 0,4-1-63,-1-3 1,-1-1 60,1-4 1,0-2 38,2-2 0,0 1 2,0-1 1,-1 1 249,-1-1 1,0-1 97,-2 1 1,1-2 122,-2 0 1,0 2-140,0 1 1,-1 2-15,0-1 1,-3 2 292,1 0-136,-1 4-58,3 0-111,-4 6 1,0 2 85,-3 4 1,0 3-90,0-2 0,0 1-5,0-1 0,0 1-21,0 2 1,-1 0 21,-1 0 1,1 1-109,-4-1 1,4 0 105,-1 0 1,-1-2-39,1-1 0,-1-2 19,1 1 0,1-2 87,-1 0-142,1-4 3,1 0-312,0-8 1,3-1 150,1-4 0,1-2-66,1-3 0,-1 1 114,4-1 0,0 0-163,0 0 1,3 1 12,-2-4 0,3 4 146,0-1 1,2 1 52,0 4 1,2-1 244,-4 4 0,1 0-46,-6 5 1,1 0-98,-2 5 1,-2 0-9,0 4 0,-2 2-22,-3 2 1,-1 1 181,-1 1 0,-1 3-30,-1-1 1,-2 2-246,1-2 1,0 3-265,-2-3 1,1 2-579,2-4 1,-1 0 907,3-4 0,14-18 0,6-6 0</inkml:trace>
  <inkml:trace contextRef="#ctx0" brushRef="#br0" timeOffset="2790">2041 245 7771,'-8'-3'398,"-1"-2"0,-2 2 586,2 1 0,-2 2-412,3 0 1,-1 0-175,3 0 0,-1 0-360,1 2 0,0 3 79,1 3 0,0 0-24,3 3 0,0-2 69,2 2 1,0-2-353,0 1 1,3 1-20,1-1 0,2 2-215,1-3 0,-1 2 464,1-3 1,-1 3-50,1-2 0,-1 2 467,1-3 0,-4 1-188,-1-2 0,1 1 530,0 1 0,-1 0-336,-2-3 1,-3 1-55,-2-1 1,1-1-465,-2-1 1,0-3-465,-2 2 1,1 0-2000,0-1 1,-2 0 2516,1-2 0,-7-18 0,1-3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6:38.7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33 226 7132,'-2'-6'-1144,"0"-1"2696,-4 1-470,6 2-834,-3 1-146,3 3 0,0 6-12,0 3 0,0 0 66,0 2 1,-1 0-181,-1 2 0,1 0 73,-1 0 0,-1 2-53,1 0 0,-1 1-55,1-3 1,1 0-197,-1 0 0,1 1-13,1-1 0,0 1 94,0-5 0,1-1 111,1-4 1,0 1 6,5-3 0,-1-2 7,5-5 0,-1-4-27,3-1 0,3-3-10,-1 0 1,0-2 26,-2 0 1,0-1-19,0 1 1,-3 1 79,-1-1 1,-2 2-2,0 2 0,-4 1 146,0 1 0,-3 2-114,0-2 0,0 5 24,-3 1 0,2 3-47,-3 0-85,2 0 1,-1 0 55,0 0 1,3 3-8,-2 1 1,1 4-112,1 1 1,-2 2 68,-1 0 0,1 1-92,-1 1 1,3 0 61,-3 1 1,3-1 106,0 0 1,0-3-77,0 1 1,0-1 77,0 1 1,0-1 112,3-4 0,0-2 244,4-2 1,2-1 348,-1-1 1,2-5-320,-2-2 1,0-4 177,0-2 1,2 0-180,-2-3 1,1 0-311,-2 1 1,-1-2 71,1 2 1,-3-3-235,0 3 0,-1 0-308,1 2 0,-3 0-434,1 0 0,2 0-452,0 2 0,0 3 1268,0 3 0,1 2 0,1 3 0</inkml:trace>
  <inkml:trace contextRef="#ctx0" brushRef="#br0" timeOffset="183">392 311 7768,'0'17'8,"0"-2"1,-1-2 67,-1-2 1,1 0-51,-1-2 0,-1 0 218,1-3-947,-3 1 397,1-4 306,-2 0 0,5-20 0,2-5 0</inkml:trace>
  <inkml:trace contextRef="#ctx0" brushRef="#br0" timeOffset="317">431 128 7768,'0'-13'690,"0"0"0,0 1-302,0 1 0,0 2-210,0 2-135,0 3 0,0 1 69,0 1 1,0 1-1401,3-1 0,-2 1 1288,3 1 0,7 9 0,2 2 0</inkml:trace>
  <inkml:trace contextRef="#ctx0" brushRef="#br0" timeOffset="686">626 11 7768,'0'-4'2593,"0"-1"-1843,0 4 1,0 9-548,0 7 1,0 5-331,0 2 1,0 2 190,0 4 0,0 3-340,0 3 1,0 0 236,0 1 0,0-3-1335,0-1 0,0-3 605,-3-4 0,2-5 182,-3-6 1,-1-4 586,-1-5 0,1 1 0,1-2 0,3-4 0,-5-20 0,2-7 0</inkml:trace>
  <inkml:trace contextRef="#ctx0" brushRef="#br0" timeOffset="1161">542 194 7768,'0'-11'-890,"0"0"0,0 3 1799,0-1 1,0 2-403,0 0 0,3-1-343,1-1 0,2 0-141,3 3 1,1-4 56,3-1 0,2 1-214,1-1 0,2 1 112,-1-3 1,2 2-65,1 0 1,-4 5 69,0-1 1,-5 5-129,0 0 0,-6 2 36,-1 2 0,-2 5 203,-2 4 1,0 5 102,0 3 1,-2 2-53,-1 2 1,-2-1 12,1 2 0,1-2-38,1 2 1,1-3-157,1 0 1,0 0 124,0-2 0,1-1-155,1-1 0,2-3 32,2-1 0,1-5 22,-1-4 0,1-2-75,-1 0 0,1-2 79,-1-2 1,1-2-177,-1-2 1,2-4 49,0-1 1,3-1-239,2-1 1,-3 0 125,1 0 0,1-1-148,3-1 1,-1 2 95,1 0 0,-3 0 113,-1 5 1,-1 1 193,4 3 1,-6 2-11,-2 0 0,-4 7 206,0 4 1,-1 3-149,-1 4 1,0-3 684,0 3 0,-2-1-341,0 1 1,0-1 465,2-2 0,0-1-328,0-1 1,2-1-328,3-4 1,1 0-93,3-2 1,-1-1-155,3-3 0,2-3-1010,2-4 1,3-2 226,-3-4 816,0-1 0,4-19 0,1-5 0</inkml:trace>
  <inkml:trace contextRef="#ctx0" brushRef="#br0" timeOffset="2210">1487 246 7686,'-3'-6'0,"0"1"-173,-1 1 1,-1 1 428,3-1 732,0 3-300,2-2 0,0 8-510,3 4 1,-3 1 16,3 0 1,-1 1-148,1 2 1,-1 0 37,-2 0 1,0 1 95,0 1 1,0 0-343,0 2 1,-2-1 18,-1 1 1,-2-3-50,1 2 1,0-5 81,0-3 1,2 1-249,-2-3 63,2-1-193,-1-5 254,3-8 0,3 0 35,1-7 1,1 0 36,0 0 1,1 0 30,-2-2 1,3 0 121,1 0 1,-1-1-95,2 3 0,1-4 77,-2 2 1,4 1-73,-1 1 1,0 1 169,0 1 1,2 3 31,-3 1 0,0 5 98,-1 2 0,-2 2 8,-1 2 0,0 4-137,-2 5 1,-1 2 40,-3 0 0,0 2-50,0 0 0,0 3 56,0-3 1,0 1-33,0-1 0,-2-1 68,0 1 0,-2-1-67,1-1 1,-1-1-1,2-1 1,-2-1-106,1-1 1,1-4 175,2 1-166,-3-3 79,3-1 1,-3-4-177,3-3 0,0-1 89,3-3 1,0-1-66,1-3 0,2-2-16,-2-1 0,2 0-76,0 1 0,2 0 100,0-5 1,2 4-3,1-3 1,3 1 31,-1 1 0,4-1-11,-2 3 1,0 0 149,-2 4 0,0 5-94,-3 4 1,0 1 365,-4 1 0,-1 1-85,-1 4 0,-2 1 32,0 7 1,-2-2-403,0 4 1,-2 1 72,0 0 1,-2 1-454,2-2 0,-4 3 257,2 0 0,0-2-363,0-1 0,3 1 204,-1-1 1,1-1 364,1-3 0,11-13 0,4-6 0</inkml:trace>
  <inkml:trace contextRef="#ctx0" brushRef="#br0" timeOffset="2493">1970 181 7686,'0'-10'0,"0"0"1109,0 0-722,0 0 0,-1 7-340,-1 1 0,1 4 60,-4 2 0,1 3-64,-3 1 0,0 2-44,-2 4 1,2 1-137,-2 0 1,0 3-48,0-1 0,0 2 122,0 1 0,3-1-22,-1 1 1,1 0-48,1-1 1,2-2 292,1-2 1,4-4-54,3-2 0,3-3 163,0-2 0,5-4-15,0-7 0,0-3 8,2-5 0,-2-2-239,-2-2 0,1-3 77,-4 0 1,1 0-733,-2 3 1,-1-1 354,1 1 1,-4 1-1606,-1 1 1879,-1 2 0,-7-3 0,-1 1 0</inkml:trace>
  <inkml:trace contextRef="#ctx0" brushRef="#br0" timeOffset="3168">2081 207 7715,'-2'-7'1824,"-1"1"-612,-2-1-777,5 1 0,-3 3 57,6 3 1,-1 3-133,4 6 0,-1-1-301,4 3 0,-2 2 88,0 2 1,-1 1-350,1-1 1,-1 0 205,1 2 1,-3-2-673,-2 3 1,-1-2 105,-1 2 0,0-2 26,0 0 1,-3-5 211,-2 2 0,-1-6 43,0-1 0,2-3 42,-1-1 0,4-4 40,-1-3 1,1-4-167,1-4 0,3-1 103,1-3 0,2-1 209,0-1 1,2 0-76,0 1 0,0-1-27,3 2 0,0 1 519,2 1 1,0 1-272,0 1 1,-2 3 32,0 1 0,-1 3-33,1 1 0,-4 3 346,-2 4 0,-2 2-150,2 3 0,-2 1 209,-1 1 1,-1 3-105,1-2 0,0 3-4,0 0 1,-1-2-309,4 0 1,-3-1 87,2 1 1,1 0-403,1-2 0,1-3 189,-1-1 0,1-2-137,-1 2 0,1-2 115,-1-3 1,3-1-337,0-1 1,0-2 43,0-2 0,-2-4-32,2-1 0,-2-1 286,-1-1 1,1 0-75,-1 0 0,0-2 202,-1-1 1,0-1-41,-3 2 0,0 0 16,-2 1 0,0 2-30,0 1 0,-3 4 134,-1 3 1,-4 3 15,-1 1 1,-2 3 122,0 3 0,-2 4 661,0 1 0,1 4-410,1 2 1,0 1 189,2 0 1,0 1-260,3-2 0,1 2-114,1 0 0,3 1-114,1 0 0,4-4-117,5-1 1,1-2-96,3-2 1,0-1-233,0-4 0,0-2-1055,0-2 0,0-1 657,0-1 1,-1 0-781,-1 0 0,-2-1 195,-5-1 1229,2-2 0,-5-23 0,2-4 0</inkml:trace>
  <inkml:trace contextRef="#ctx0" brushRef="#br0" timeOffset="3710">2981 76 7668,'0'-12'700,"0"1"0,0-1-259,0 4 0,0-1 172,0 2 604,0 4-367,0 0-501,0 12 0,1-1-118,1 10 1,-2-1 15,3 3 0,-2 4-276,1 2 1,-1 3-279,1-1 1,0-1-484,0 4 1,-1-1 449,1 0 0,-2 1-224,0-3 0,-2-1 167,-3-4 1,2-2-459,-2-2 1,2-5-113,-2-5 967,-1-2 0,0-32 0,-4-9 0</inkml:trace>
  <inkml:trace contextRef="#ctx0" brushRef="#br0" timeOffset="4161">2824 298 7685,'-6'-7'726,"0"1"-401,2-1 0,0 1-44,2-1 1,1 2-75,-1-1 0,3 2 132,2-5 1,4 4-85,-1-4 1,6-1-219,1-1 0,3-1 101,4-1 1,0-1 68,2 1 0,-1 0-469,2 0 1,1 3 198,0 1 1,-2 3-357,-2 2 0,-3 1 243,0 3 1,-5 3-45,-1 4 1,-4 5 14,-3 6 1,-1 3 128,-3 3 0,0 2 24,0 0 1,-3-1 95,-1-1 0,-2 1 51,0-1 1,-1-1-81,1-2 0,0-2 126,2-2 1,-2-5-32,1 1 1,3-4 266,-1 0-82,3-5-198,0-1-64,0-3 0,3-5 11,1-2 0,2-1-268,0-1 1,1-2 86,2-4 0,1-1 146,3-1 0,3-4-45,-1 4 1,0-3-100,-2 2 0,0 2 42,0 1 1,2 2 149,-2 2 1,0 2 51,-4 5 1,-2 1 114,-3 3 1,-2 4-173,3 2 0,-4 4-5,1 6 0,-1-2-358,-1 4 1,-3-1 147,-1 3 0,0-2-587,0 0 1,0 1 310,0-2 1,-1-1-466,2-1 904,-2-1 0,10-13 0,0-2 0</inkml:trace>
  <inkml:trace contextRef="#ctx0" brushRef="#br0" timeOffset="4588">3522 278 7687,'-3'-6'627,"-1"-1"0,-2 2-175,0 0 0,-1 0-193,1 3 1,-1 0 46,1 2 1,-1 0-100,0 3 1,-1 1-112,-1 5 0,-2-1 99,3 3 1,-1 2-77,2 2 1,1 1-83,-1-1 0,1-1-226,-1 1 0,3 1-87,0-1 0,2 0-311,0-2 0,1 0 151,1-2 1,1-3 142,1-3 0,2-3-22,2-2 0,1 0 30,-1 0 0,4-5 177,1-1 0,-1-5-3,1 0 0,-1-1 168,3-1 0,-2-1 9,0-1 0,-2 1-68,2-1 1,-1 1 94,1 1 1,-1 0-87,-1 0 0,-2 2 25,2 0 1,-3 5-88,-2 0 194,-1 4 0,0 0-76,-1 7 0,0 0-39,-2 6 1,-2 0-89,0 4 1,-3 1-138,3 2 0,-2 0-295,2-3 0,-3 1 281,3-1 1,0-3 214,2 4 0,0-7 0,17-14 0,5-10 0</inkml:trace>
  <inkml:trace contextRef="#ctx0" brushRef="#br0" timeOffset="4963">3692 278 7689,'0'-3'1837,"0"0"0,0 4-1420,0 1 1,-1 1-300,-1 4 0,1 2 77,-1 2 1,-1 1-63,1 2 1,-1-2-52,1-1 0,1 1-170,-1-1 1,-1 0-245,1 0 0,0 1 26,2-3 209,0-1 1,0-3-13,0-1-50,0-2 0,0 0 117,3-4 0,0-3-274,4-4 1,-1 1-90,1-2 0,1 1-108,1-2 1,3 0 254,-1-2 1,1-2 178,1 0 0,0-1 486,0 3 1,-2 1-299,0 1 1,-1 2 575,1 2 1,-2 2-358,-2 0 1,-1 2 492,1 3 0,-1 1-271,-2 1 0,1 4-116,-3 3 0,3 0-181,-3 0 0,1-1-58,-1 3 1,-1-1-1051,1 4 1,-2-3 565,0 2 0,0-3-1742,-2 3 0,0-2 2031,-2 2 0,-4 0 0,-2 0 0</inkml:trace>
  <inkml:trace contextRef="#ctx0" brushRef="#br0" timeOffset="5603">4494 259 7676,'3'-7'1274,"-2"1"-751,4-1 1,-4 1 4,1-1 0,-1 3-227,-1-1 0,-1 4-107,-1-1 1,-1 1-69,-4 1 1,-2 0 79,-2 0 1,-4 3-182,0 1 1,-3 5 31,0 2 1,0 3-27,-2 2 0,1 2-15,2-1 0,2 0-162,4 0 0,1-2-81,4 0 0,3-2 98,3-2 1,4-2 141,4-5 1,3-1-16,4-3 1,-1-4-67,1-2 0,1-4-169,-1-3 1,1 0-295,0 0 0,-5 0-484,2 0 1,-4 0 437,0 0 1,-2 0-332,-1 0 908,-2 3 0,-4-3 0,-4 3 0</inkml:trace>
  <inkml:trace contextRef="#ctx0" brushRef="#br0" timeOffset="6253">4598 220 7676,'0'4'714,"0"0"1,0 1-173,0 1 0,0 1-108,-3 2 1,3 1-28,-2 3 1,-1 1-91,0 1 1,-1 2-242,2 3 1,-2-4 78,1-1 0,-1 1-191,2-3 1,-1 1 77,1-3 1,1-4-263,-1 0 63,1-5-118,-2 1-259,3-3 359,0-9 0,3 3-220,4-7 0,1 1 158,1-3 1,3 0-300,-1-2 0,3 0 186,1 0 1,3-1-71,-3 3 0,2-3 131,-1 3 1,1 0 237,-2 2 0,0 3-27,-2 1-256,-2 5 690,-2 1 0,-5 8-236,-2 1 0,-2 5 595,-2 0 1,-2 1-315,-3 1 1,3 0 147,0 0 1,-1 0-110,-1 0 1,2 1-160,-1-1 0,3 2-87,-2 0 1,2 0 23,0-2 1,1 0-225,1-3 1,0 0 80,0-4 0,3 0-680,2-1 1,1-3 293,3-2 1,-1-2-113,3-3 1,0-3 152,4-3 1,0-2 38,2-3 0,-2 3 217,0-3 1,-1 2-103,-1-1 0,-1 2 197,-1 0 0,1 0-106,-4 2 0,2 1 60,-2-1 1,-1 1-44,-1-1 1,-1-1 130,-3 3 0,-1 1 65,1 1 0,-1 3 200,-1-1-359,-3 4 1,-1-2 13,-2 3 0,-2 3 145,0 1 0,0 5-65,0 2 1,0 1 434,-1 1 1,2 2-188,-2 1 0,3 1 281,1-2 1,-1 1-133,2-1 1,1-1 9,1 1 1,1-1-146,1-1 0,5-3-132,2-1 0,4-2-230,0-3 1,1-1 125,1-3 1,1-1-518,1-1 1,-1-4 274,1-3 0,-2-1-1566,-2 1 1,0-1 57,-2 2 1,0 0 1600,-3-3 0,-8 0 0,-2-2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6:47.2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73 7701,'6'-4'-1115,"1"-1"853,-1 3 1,-1 0 422,-1 2 0,-2-1-22,2-1 0,1 1-2,1-1 1,1-1 17,-1 1 0,1-3 9,-1 3 1,-1-2-74,-1 2 1,0-3 21,3 3 0,-3-2-36,1 2 1,-2-1 149,2 1-19,-2 1 33,-1-2 17,-1 3 38,2 0 12,-3-3-146,0 2 0,-1-2 103,-1 3-238,1 0-390,-1 0 149,-1 0-529,2 0 62,-2 0 236,0 0 1,2 0-154,-4 0 0,3 3 598,-2-1 0,-12 6 0,-5-1 0</inkml:trace>
  <inkml:trace contextRef="#ctx0" brushRef="#br0" timeOffset="1024">72 34 7688,'0'-4'61,"0"-2"0,3 5-231,-1-4 62,0 4 186,1-5 1,0 5 138,4-1 0,-3-1-75,1 1 1,-1 0 45,3 2 1,-3 0-56,0 0 1,1 0-171,1 0 115,1 0 1,-2 1-129,0 1 51,-2 1 0,-3 6-72,0 0 1,-1 0 22,-1 0 1,-3-2 47,-3 2 0,0 0-127,-3 0 0,0 2 36,-2-2 1,0 1-250,0-1 0,1-1 105,1-4 1,-1 2 234,3-1 0,12-14 0,5-3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6:50.3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72 248 7714,'0'-4'0,"0"0"160,0-1 237,0-1 50,0-1-351,0 1 0,0 1 232,0 1-77,0 3 146,0-2-364,3 8 0,-2 0 114,1 6 1,-1 0-268,-1 2 0,-3 3 37,-1 2 1,-1-2-29,0 2 0,-2-1-4,3 3 1,-5-3 102,5 0 1,-4-2-52,4 0 0,-2-2 67,0-2 1,1-2-189,1-5 84,2 2-86,0-5 0,2-1-2,0-5 0,0-1-20,2 0 0,2-3 1,3-2 1,-2-2 94,1 0 0,-1-1-15,4-1 0,0 1-9,0-4 0,3 3-41,-1-2 1,1-1 46,1-1 0,1 0 322,1 2 1,-1 1 48,1 3 0,-1 2 49,-1 3 1,-3 1 39,-1 3 1,-4 2-89,-1 4 1,-3 4-15,2 5 1,-3 2-94,0 0 1,0 3-155,-3 1 1,0 2 52,-4 0 1,3-1-40,0-1 0,-1-2 46,-1 0 0,0-1-121,2-1 1,-1-1-22,2-1 0,-1-2 60,2-2-436,-3-1 150,4-2 64,-2-1 1,3-4 62,0-1 0,1-2-3,1-5 1,-1 1 67,4-3 0,-2 0 13,2-2 0,1-2 158,-2 0 1,2-1-114,0 1 1,3 0 218,0-2 1,0 2-52,0 0 1,-1 1 270,3 1 1,-1 1-145,1 1 1,0 2 116,-2 2 0,0 3 485,-3 2-324,1 2 0,-2 2-249,0 3 0,-2 3-18,-3 3 0,0 2-335,0 3 1,0-3 125,0 3 0,0-2-396,0 1 1,-1 0 217,-1 2 0,0-2-300,-2 0 0,3-2-207,-2-2 0,3 0-1067,0-2 1732,-3-3 0,2-3 0,7-24 0,5-4 0</inkml:trace>
  <inkml:trace contextRef="#ctx0" brushRef="#br0" timeOffset="181">464 203 7714,'3'-7'-313,"-3"3"219,2-1 0,0 4 2193,0-1-1507,-1 1 1,2 4 87,-3 1 0,0 4-314,0 1 0,0 3-200,0-2 0,-1 5-164,-1 0 0,0 0 103,-2-2 0,2 3-997,-3 2 1,2-2 566,-1-1 0,-2-1-1256,4-1 0,-2-1 257,2-1 1324,0-5 0,4-17 0,2-7 0</inkml:trace>
  <inkml:trace contextRef="#ctx0" brushRef="#br0" timeOffset="314">548 46 7716,'-3'-9'734,"1"1"0,-1-1-794,1 2 1,-1 3 111,3 0-982,0 2 930,0-1 0,9 18 0,2 3 0</inkml:trace>
  <inkml:trace contextRef="#ctx0" brushRef="#br0" timeOffset="817">594 222 7716,'0'-6'1848,"0"2"-1591,0 1 0,0 4 78,0 1 0,0 5-91,0 3 0,0 1-113,0-1 1,0 3-16,0 3 0,0-1-123,0-2 0,-2 2-292,0 0 1,-3 1 231,3-3 0,0-1-296,2-1 1,-2-2 36,0-2-114,0-1 252,2-2 1,2-5 10,3-5 0,1-4 113,0-3 0,1 0 22,2 0 0,-2-1-139,2-1 0,0-1 99,0-1 1,3 0 2,-1 2 1,1 0-12,1-2 0,0 3 0,0-2 0,0 5-10,0 3 0,-1 1 114,-1 3 1,1 1 82,-3 3 0,-1 3 167,-4 1 1,0 5 115,-2 2 1,-2 1-150,3 1 0,-3 0-86,0 0 0,-2 0-23,0 0 0,-2 0-304,1 0 1,1 0 104,2 1 1,0-4-517,-3 1 0,3-3 133,-3 1 1,3-2-568,0 0 1027,0-4 0,6-11 0,1-7 0</inkml:trace>
  <inkml:trace contextRef="#ctx0" brushRef="#br0" timeOffset="999">920 216 7716,'3'-4'1229,"-2"-2"1,2 6-688,-3 0 1,0 3-19,0 4 0,0 0-200,0 2 0,0 1-235,0 3 1,-1-2-481,-1 2 1,0-1 282,-2 3 1,2 1-1302,-3-1 0,3 1 770,-2 0 0,0-6 639,0 1 0,1-11 0,3-5 0</inkml:trace>
  <inkml:trace contextRef="#ctx0" brushRef="#br0" timeOffset="1148">979 46 7717,'-7'-6'1283,"1"-1"1,2 1-910,-1-1 0,3 3 88,-2 2-1284,2 1 647,-1 1 175,9 0 0,7 18 0,7 4 0</inkml:trace>
  <inkml:trace contextRef="#ctx0" brushRef="#br0" timeOffset="1882">1077 235 8922,'0'7'999,"0"-1"0,0 3-757,0 0 1,0 4-60,0 0 0,-2 4-290,-1-2 1,-1 3 134,2-3 0,-2 1-356,1-1 1,-1-4 212,2 0 0,0-3-322,2-2 149,-3-2 76,2-1 0,-1-6-164,4-1 0,-1-5-76,4-2 0,-3-1 363,2-1 0,0 0-39,0 0 1,2-1 192,-2-1 0,2 1-44,1-1 0,1-1 39,1 0 0,3 1-69,-1 2 0,1 3 72,1 1 0,-2 2-70,0 1 0,-1 2 244,1 2 1,-2 2 159,-2 2 0,-3 5-169,0 3 1,-2 3-181,0 0 1,-1 2 54,-1 0 0,0 0-145,0-2 1,0 0 95,0 1 0,-2-1-111,-1 0 1,0 0 14,1 0 1,1-3-114,-3-1 1,2-2 172,0-1 29,-2-2 168,4-1-169,-3-3 0,3-3 108,0-1 0,0-3-109,0-2 1,0 2-65,0-2 1,2-1 86,0-1 1,3 1-16,-1-1 1,2 1-321,1-4 1,1 1 119,1 0 1,5 0 85,-1-3 0,2 3-2,0-3 1,1 3 304,2 0 1,0 0-113,-3 2 1,0 3 463,-2 3 0,-3 2-161,-1 3 1,-4 6-37,0 0 0,-4 7-135,1 0 0,-1 5-35,-1-1 1,-2 2-328,0 0 0,-1 0 120,0-1 0,1 0-554,-3-3 0,0 2 276,3-1 1,-1-1-1895,1-2 251,1-3 946,-2-1 1,4-5 954,1-2 0,2-7 0,26-37 0,5-14 0</inkml:trace>
  <inkml:trace contextRef="#ctx0" brushRef="#br0" timeOffset="2265">1553 183 7725,'3'-6'1794,"0"-1"-698,-3 0-510,0 4 0,0 1-195,0 4 0,0 4-122,0 5 0,0 2-191,0 0 1,0 0 76,-3 0 0,3 2-249,-2 0 0,1 3 122,1 0 1,0-2-120,0-1 0,0 1 22,0-1 0,0 0-346,0-2 1,0-3 50,0-1 1,3-4-60,1-1 0,2-2-16,0 0 1,1-4 105,-1-2 0,4-5-94,1-2 0,-1-1 89,1-1 0,-1-1 256,1-1 1,-1 0-131,-1-2 0,-1 2 217,2-3 1,-2 3-75,1-2 0,1-1 364,-2-1 1,1-1 437,-3 0 0,1 5-72,-1 1-204,-2 4 1,0 7 143,-2 1-122,-1 1 1,1 6-81,-4 1 1,0 7-199,-2 1 0,2 1-11,-3 0 1,4-1 24,-1 4 0,-1-2-252,1 2 0,-1 0 94,1-3 1,1 0-742,-1-2 0,-1 2 385,1-2 1,-1 1-1354,3-6 0,0 1 137,0-2 1515,0-4 0,0-14 0,0-7 0</inkml:trace>
  <inkml:trace contextRef="#ctx0" brushRef="#br0" timeOffset="2924">1859 150 7725,'-3'0'2053,"-3"0"0,5 1-1649,-1 1 1,1 3-165,1 3 0,0 3-329,0 2 1,0 0 114,0 3 1,0-1-450,0 3 1,0 0 168,0-3 1,-2 3 1,0-3 0,-1-1-118,1-3 0,1-1-172,-1-4 549,-2-2-53,4-1 1,-3-6-399,3-2 0,0-1 119,3-3 0,0-1 122,4-3 1,-1 0 94,1 0 1,-1 0 86,1 0 0,2 0 70,-1 0 0,1 0-112,-2 0 1,0 2 468,1 0 0,0 3 16,0-1 46,0 2 0,-2 3-145,1 2 0,-3 2 138,0 2 0,-2 3-108,0 3 1,-1 0-47,-1 3 1,0-1-176,0 1 0,0 2 79,0-3 1,0 2-261,0-1 1,0 1 66,0-1 1,-1-1-255,-1 1 1,1-2 131,-1 2 1,1-3-168,1 0 238,0 0 121,-3-2-213,3-2 1,-3-1 75,6-3 0,-2-3-124,3-2 0,-1 0 116,1-2 1,0-2 66,3-2 0,-1-1-8,1 1 1,0-1-265,2 1 1,-1-3 185,3-2 1,-3-1 381,3 2 0,-1-1 215,1 1 1,1 3-238,-1-1 0,-1 4 128,-2 1 0,0 3-102,-2 3 1,-1 2 241,-1 2 0,0 2-173,0 2 1,0 4-159,-2 1 0,-2 1 3,3 1 0,0 2-498,-1 1 0,2-1-1390,-2-2 0,0-2 881,-2 0 1,3-1-3266,-1 1 4048,0-2 0,-2-11 0,0-3 0</inkml:trace>
  <inkml:trace contextRef="#ctx0" brushRef="#br0" timeOffset="3500">2459 268 7656,'-8'0'748,"-1"0"1,2-2 180,3-1-102,3 1-71,-2 2-351,11 0 1,1 1 19,9 1 0,4-1-133,4 1 0,5-1-199,2-1 0,2 0 123,5 0 0,-2-1-1350,-1-1 0,-2 1 616,-5-1 1,-4 1-1061,-4-2 0,-5 3 55,-4-2 1523,-6 1 0,-30 7 0,-10 1 0</inkml:trace>
  <inkml:trace contextRef="#ctx0" brushRef="#br0" timeOffset="3692">2492 372 7657,'-4'0'0,"-1"0"1875,4 0-1326,-2 0 0,9 0 213,5 0 0,5 0-322,3 0 0,6 0-100,1 0 1,5-2-1186,2 0 1,-1-3 564,0 0 1,-1 2-390,-5-2 0,1 1 491,-5-2 1,-3-1 177,-4 1 0,-4-4 0,-2 0 0</inkml:trace>
  <inkml:trace contextRef="#ctx0" brushRef="#br0" timeOffset="3925">2799 170 7680,'-7'-4'4070,"1"-1"-3780,-1 4 1,4-2-84,3 3 0,4 1-13,7 4 1,2-1 12,6 5 0,0 1-156,5 1 0,-3-1-675,1 1 0,-3 0 423,-1 2 1,0 0-119,-3 0 0,-3 1 148,-6 1 1,-2-1 267,-4 4 1,-4-1-138,-2 3 1,-7-3-144,-4 0 1,-4-2 61,-1 0 0,-2-2-1328,2-2 1449,1-2 0,1-8 0,1-2 0</inkml:trace>
  <inkml:trace contextRef="#ctx0" brushRef="#br0" timeOffset="4834">3346 177 7644,'4'-8'-597,"-2"0"0,0 0 996,0 0 1740,-1 0-993,1 2-375,-2 2-666,0-2 0,0 6 86,-2-2 0,-2 3-165,-3 1 0,-1 5-38,-1 0 1,-3 4-23,2 0 1,-3 4 15,0 2 0,0 3-275,0 2 1,1 1-213,1 3 1,-1 0 249,4 0 1,0 2-188,3 1 0,2-2 143,3-3 0,3-4 118,2-5 0,3-5 91,3-4 0,2-3 135,2-5 0,2-5-23,3-6 1,-1-6 235,1-5 1,-3-1 66,-2-1 0,-2-1-169,-2-1 0,-2 1-35,-2-1 1,-4 1-35,-1 4 0,-1-2-340,-1 3 0,0 4-609,0 5-522,0 6 1384,0 4 0,-11 26 0,-4 6 0</inkml:trace>
  <inkml:trace contextRef="#ctx0" brushRef="#br0" timeOffset="5279">3496 229 7717,'3'-5'0,"-1"1"992,3 3-235,-4-2-407,1 3 0,-2 5-100,0 1 0,0 5-124,-2 0 0,0 1-4,-2 1 1,0 0-101,0 0 0,-1 3 77,3-1 0,-1 2-86,3-2 1,0 3-593,0-3 0,0 0 321,0-2 0,3 0-171,2-2 1,1-4 117,3-3 1,0-2 97,2 0 1,1-5 102,-1-4 0,2-2 118,0-4 0,0 0-76,0 0 1,-2-1 89,0-1 0,-4 1 118,2-1 0,1 1-48,-2 1 1,-1 1 82,-3 1 0,-2-1-106,3 4 0,-4-1 346,1 2-146,-1 1-382,-1 2-84,0 1 190,0 12 1,0-3-120,0 7 0,-2-2 74,0 2 0,-3 0-413,3 1 1,0-1 153,2 0 0,-2 0-145,0 0 0,-1-2 456,3-1 0,1-2 0,1-2 0,11-11 0,4-6 0</inkml:trace>
  <inkml:trace contextRef="#ctx0" brushRef="#br0" timeOffset="5594">3796 255 7717,'0'-7'0,"3"1"1283,-1-1-393,0 1-290,-2-1-390,3 4 1,-2 0 75,4 3 1,-4 3-160,1 1 0,1 5-125,-1 1 0,1 4-289,-3 1 0,0 1 276,0 4 0,-1-3-277,-1 1 1,0-2 129,-2 2 0,2-2 0,-3-3 1,2 2 26,-2 0 0,0-2 246,0-2 1,2-3 148,-2 1-1,3-4 623,-2-1-537,2-2 1,-1-2 106,3-5 1,0-1-248,0-3 0,3-1 0,2-3 0,3-2-312,3-1 0,0-2 107,2-2 0,-1 1-247,6-3 1,-1 1-319,3 2 1,0-1-578,2-2 1,-3 5 352,1 2 0,-4 4 785,-5 5 0,-5 8 0,-3 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07.5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160 148 7717,'-6'-2'0,"-1"-1"538,1 2 0,1 0-139,-1 1 1,3 0-440,-4 0 0,2 3 43,-4 1 0,2 3 72,-2 1 1,0 2 4,1 3 1,-3 3-78,2 1 0,-1 3-17,1 3 0,1 1 103,1 4 0,1-2-339,-1 0 1,4-1 109,1 1 1,2-4-250,2-3 1,2-5 196,5-5 0,1-5 111,2-2 0,1-7 161,0-4 0,1-7 280,1-3 1,-2-6-29,2 1 0,-2-2-159,-2 2 1,-3 0-71,-4 1 0,1-2 36,-2 1 1,-1 3-560,-2 2 1,-1 1 114,-1 5 1,1-1-1581,-1 6 1885,1 2 0,-2 29 0,0 9 0</inkml:trace>
  <inkml:trace contextRef="#ctx0" brushRef="#br0" timeOffset="458">282 308 7717,'4'-4'3341,"-1"2"-2920,-3 2-135,2 8 1,-1 0-89,1 7 0,-1 2-143,-1 2 0,2 2-56,0 5 1,0-1-95,-2 5 0,0-3 247,0 3 0,0-2-46,0 2 0,0-6-943,0 0 0,0-7-79,0-4-1053,0-3 729,0-7 798,0-11 0,0-2 442,-2-9 0,1 1 0,-1-1 0,1-1 0,1-1 0,-1-1 0,-1-3 0,1 1 3,-1-4 0,-1 1 100,1-1 1,-2-1-105,2-3 0,0 0 139,2 2 1,2 2 452,0 5 1,5 4-182,0 4 0,3 5-77,1 3 1,1 4-170,1 6 0,0 1 41,2 4 0,1 2-228,1 3 1,-1 3 62,-3 1 0,-3 0-47,-2 2 0,-1-1 66,-3 4 1,-2-2-43,-4-1 0,-5 1-64,-3 1 1,-3-2-182,-2 1 0,-1-4-143,-1-3 0,-1-1-981,1-1 1352,4-5 0,-2-29 0,5-9 0</inkml:trace>
  <inkml:trace contextRef="#ctx0" brushRef="#br0" timeOffset="681">532 39 7717,'0'-4'1814,"0"1"0,0 4-1669,0 1 1,1 3 226,1 6 0,2 2-90,2 7 0,-2 4-494,1 1 0,-3 8 168,2 1 0,-3 4-361,2 0 0,-3 0-144,0-2 1,0-4-408,-3-4 1,3-5-1073,-2-4 1328,1 0 700,-2-11 0,0-19 0,-4-14 0</inkml:trace>
  <inkml:trace contextRef="#ctx0" brushRef="#br0" timeOffset="914">519 263 7717,'0'-6'0,"0"-1"0,0 1 961,0 0 0,1-1-388,1 1 1,3 1-214,3 1 1,5 3-291,4-1 0,2 1 81,0 1 1,0 1-147,0 1 0,1 4 112,-1 5 0,-3 2-137,-1 2 0,-5 0 69,-3 4 1,-4-3-164,-3 6 0,0-4-120,0 3 1,-5-3-76,-1-1 0,-4-2-516,1 0 0,1-5-65,1-1-621,1-5 1511,2-4 0,4-32 0,4-10 0</inkml:trace>
  <inkml:trace contextRef="#ctx0" brushRef="#br0" timeOffset="1030">744 7 7717,'-4'-3'196,"-1"1"-469,1 0 0,-2 3 273,2 1 0,7 16 0,4 6 0</inkml:trace>
  <inkml:trace contextRef="#ctx0" brushRef="#br0" timeOffset="1714">827 276 7717,'0'4'0,"0"1"0,0-1 903,0 2 0,0 1-377,0 2 1,3-1-503,1 2 1,0 1 98,0 2 1,-2 0-301,3 0 0,-4-1 26,1-2 1,-1 2 44,-1-4 0,0 1-358,0-3 170,0-2 47,0-1 0,0-5 39,0-2 0,1-1-15,1-6 0,1 0 55,1-4 0,2 1 39,-2 0 1,4 0 48,0 1 0,1 0 7,-3 0 1,1 3 43,2 2 0,-2 1-88,2 0 0,-2 2 262,2 0-104,-2 3 1,2 2 61,-2 2 0,-3 3-73,0 3 1,-1 0 56,1 3 1,-3-1 3,1 0 0,-1 3 49,-1-3 1,0 2-115,0-2 1,0 0 13,0-1 1,0-2 49,0 2 0,0-2-48,0-1 1,0-2 429,0 1-209,0-4 59,0 2-227,0-9 1,0 0-102,0-5 1,2 2-30,0 2 1,3-2-132,0-2 0,0 2 90,-1-2 0,2 2 90,-2-1 1,2 1 13,0-2 0,0 3-54,1 0 1,-1 1 195,1 0 1,-3 4-56,0 1 0,0 1 111,3 1 0,-3 1-17,0 1 1,-2 4-60,0 2 0,-1 3-111,-1 0 1,0 1 67,3-2 1,-3 2-519,2-1 1,-1 0 221,-1 0 0,1 1-2109,1-4 1202,2 1 1096,2-3 0,17-22 0,5-6 0</inkml:trace>
  <inkml:trace contextRef="#ctx0" brushRef="#br0" timeOffset="1881">1212 308 7717,'0'-4'2113,"0"0"-849,0 2-100,0-1 0,0 8-1045,0 2 0,2 3-119,0 1 1,1 1-176,-3 1 1,0 0-436,2 0 0,-1 2-776,1 0 0,1 0 600,-1-3 0,3 0 786,0-1 0,3-16 0,2-6 0</inkml:trace>
  <inkml:trace contextRef="#ctx0" brushRef="#br0" timeOffset="2014">1219 84 7717,'-7'-3'0,"1"1"-175,-1-2 1,3 3-624,0-2 798,2 3 0,11 11 0,5 3 0</inkml:trace>
  <inkml:trace contextRef="#ctx0" brushRef="#br0" timeOffset="2475">1308 238 7501,'1'-6'439,"1"2"0,2-1-160,2 2 0,1 1-137,2 2 1,1 0-153,3 0 1,2 3-244,0 1 0,0 2 221,-3 1 0,1-1 98,-3 0 1,1 3-360,-5-1 1,1 3 106,-4-2 0,-1 2 328,-2 0 0,-1 1 89,-1 1 1,-5 0 184,-3-1 0,0 0-82,-1-1 1,3 1 77,0-4 1,1 1-224,0-3 1,4 3 44,0-1 0,3-1-472,0-3 1,0-2 230,3 2 1,0-2-597,4 0 0,2-1 316,2-1 1,1-1-615,0-1 1,1-3 286,0-3 0,0 0 614,0-3 0,0 4 0,19-26 0,6-1 0</inkml:trace>
  <inkml:trace contextRef="#ctx0" brushRef="#br0" timeOffset="3315">1661 250 7711,'0'-6'665,"0"0"-130,0-1-159,-3 4 1,0 0 18,-4 6 1,-1 1 10,-1 4 0,-1 2-166,1 3 1,-2 1-31,3 1 0,-3-2-172,2 2 0,1 1 56,2-1 0,0 1-359,2-2 0,-1 1 213,2 2 0,1-5-83,2 1 0,1-2 1,1 2 1,2-3-1,2-1 1,1-3-58,2-2 0,-2-1 32,1-3 0,2-3-265,1-1 0,-2-2 157,0-3 0,0-1-82,0-3 0,0 0 129,0-2 1,-2 0 125,1-2 0,-1 2-62,0-2 0,-3 2 89,0-2 1,-2 2 55,3-2 0,-4 5 246,1-1 0,-1 5 28,-1-1 1,-1 5 222,-1 2 1,-1 2-195,-1 2 0,-2 1-72,2 4 1,1 2-39,-2 2 0,3 1 9,-2 1 1,2-1-149,0 1 1,2 0 51,0 0 0,0 0-159,0 0 1,0-1-3,0 1 0,0-1 84,0-1 0,2 0 3,3-2 1,0 1 27,2-4 1,-1 2-120,1-6 0,-1 0 22,0-2 0,1-4-158,-1-2 1,1-3 173,2-4 0,-2-2-508,2 0 1,-2-3-15,-1 1 1,1-2 235,-1 0 1,0-3 214,-2-1 1,2-2-78,-2-1 0,-1-2 358,-1 0 0,1-2-166,-1 0 1,0 1 94,-2 1 0,2 8 330,0 3 486,1 5-483,-3 6 1,-3 7-145,1 5 1,-2 4 82,2 5 0,-1 1-130,1 4 0,1 0-4,-1 1 0,1 1-13,-2 2 0,3 3 88,-2-2 0,1 2-69,1-1 0,0 0-113,0-1 0,0 1-83,0 0 0,0-3-180,0 1 1,1-6-216,1 1 0,-2-4 55,3-2-1259,0-4 1126,-2-5 0,4-5-636,-3-5 0,2-3 388,-2-4 0,3-3 162,-3-1 1,2-1 417,-2-2 1,0 3 85,-2 0 0,1 0 259,1-2 1,-1 0-258,1 2 1,1-1 519,-1 3 0,2 0-24,-2 3 0,3 0 885,0 4-883,0 2 1,2 6-124,-1 0 1,1 3-93,-1 4 0,0 2-75,1 4 0,-1 0 218,1 2 1,-2 1-100,0 1 0,0 1-82,-3-3 0,2 3-180,-2-1 0,0-1-192,-2 1 1,0-2-783,0 2 1,0-2 537,0 3 0,0-5-391,0 0 0,0-3-154,-2-4 914,1-2 0,1-35 0,3-12 0</inkml:trace>
  <inkml:trace contextRef="#ctx0" brushRef="#br0" timeOffset="3440">1937 103 7711,'-6'-10'976,"2"1"-485,-2-1-390,3 3-1168,-1 1 1,2 3 55,4 3 1011,-1 3 0,13 20 0,0 9 0</inkml:trace>
  <inkml:trace contextRef="#ctx0" brushRef="#br0" timeOffset="4074">2136 276 7711,'0'-6'720,"0"-1"0,-3 1-212,-1-1 0,0 4-242,0 1 0,0 1-56,-3 1 0,-2 3-52,-2 4 0,-1 1-33,-1 5 1,0-2-105,1 4 1,-1 1 136,0-1 1,4 2 22,2-2 1,2 0-905,2 0 0,1-1 399,2 1 1,3-2 66,1-3 0,6-1 59,2-5 1,1-1-35,2-3 0,-2-4 167,-2-2 1,0-3-10,-2-4 0,-1-1 2,-1-1 1,-1 2-23,1-2 0,-1-1 9,0 1 1,1 0 20,-1 0 0,1 1-188,-1-1 1,0 2 91,1 0 1,-1 2 95,1 0 1,-1 6-16,1-2 155,-1 5 1,-2 1-4,0 5 1,-2 1 245,0 6 0,-1-1 145,-1 3 0,-2 3-174,-1 1 1,-1 1 122,-1-1 1,2 1-94,-2 0 1,3 0 1,-2 1 0,3 1-73,-2-1 0,1-3-76,-1-1 0,1-1-109,2 1 0,0-4 201,0 0-314,0-6 62,0-2 0,1-5-280,1-2 1,1-1 148,1-6 0,2 0-175,-2-1 0,2-3 117,0 0 0,1-2 2,-1 2 0,1-3 25,2 1 0,-2-2-19,2 0 1,1-1-98,0-1 0,2 1 91,1 1 0,0 3 541,0 3 0,-3 5-211,-2 2 1,1 4 746,-3 2 0,1 6-115,-4 5 0,-1 4 226,-2 2 0,-1 3-456,-1 2 0,-1 1-198,-1-1 0,-2 1-522,2-1 0,1 1 167,1-2 1,1 0-1600,1-4 1,0-1 345,0-3 1248,3 0 0,12-32 0,6-7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22.0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116 13 7584,'0'-6'1780,"0"2"-818,0 1-640,0 12 1,0-1 23,-2 9 0,1 3-146,-1 1 0,0 5-183,0 0 1,1 2-682,-1 0 0,-1-1 475,1 3 1,-2-3-451,2 1 1,-1-5 296,1-2 1,1-3-1502,-1-3 1843,-1-2 0,2-20 0,-2-5 0</inkml:trace>
  <inkml:trace contextRef="#ctx0" brushRef="#br0" timeOffset="351">1 199 7716,'4'-6'65,"-2"-1"-120,1 4 1,2-2 130,3 3 0,0-1 115,3 3 1,-1 0-16,3 0 1,3 0 96,1 0 0,2 1-125,3 1 0,-3 1-100,3 1 1,-5 3-540,-2-1 1,-2 1 306,0 1 0,-3 0-173,-1 1 0,-5-2 159,-2 4 0,-1-2 85,-1 4 0,-1-3-1,-1 5 1,1-3 59,-4 3 1,4-1 42,-1-1 0,1-1 223,1 1 1,4-3-43,2-1 1,3-3 93,4-2 1,0-1 533,0-3 1,0-3-345,0-4 0,-1-3 475,-2-5 0,0 1-420,-4-3 1,-2 2-86,-2-2 1,-4 0-107,-3-2 0,-4 2-714,-4 2 0,-2 5 309,-5 1 1,-1 3-1871,0 1 1957,-1 2 0,3 26 0,0 6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21.3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89 7706,'0'-6'0,"2"-1"204,0 1 0,0 0-7,-2-1 1,1 3 221,1 0 248,-1-1 48,5 2-457,-6 0 0,3 4-49,-3 1 1,0 2-23,0 5 0,0-1 22,0 5 1,-2-1-167,0 5 1,-2 0 54,1 3 0,-1-1-287,2 0 1,-2-2-41,2 0 1,-1 0-171,3 0 1,0-2-30,0-5 0,0 2 175,0-4 1,1-2 30,1-4 1,0-1 21,2-1 0,0-3-169,3-1 0,0-5 113,1-1 1,-1-5-11,2 0 0,0 0 153,0 0 1,-1 0 160,-1-2 0,-1 2 80,1-2 1,1 2-100,1-2 0,-1 3 48,-1-1 0,-2 2-56,0 2 0,0 1 479,0 3-287,-2 2 0,-1 6-175,-2 1 1,0 5-39,0 3 0,-2 5-113,0 2 0,-2 2-238,2 0 1,0 2 144,2-2 1,0 2-158,0-4 0,0-2 363,0 0 0,25-4 0,7-2 0</inkml:trace>
  <inkml:trace contextRef="#ctx0" brushRef="#br0" timeOffset="277">372 25 7706,'0'-6'0,"0"1"1017,-2 1-615,-2 3 1,-2-4-317,-1 3 0,1 0 62,-1 4 0,1 3-48,0 3 1,0 2-15,2 3 0,-1 0-58,2 0 1,1 0-112,2 2 0,0-1 98,0 1 0,3-2-30,1 0 1,2 0 59,1 0 1,-1-1 275,0-2 1,-2 2-40,-2-4 1,-1 3-58,-1-2 1,-1-1-217,-1-1 0,-4-1-171,-5 0 0,-2 1-922,-2-1 1,2-2 221,-2-2 862,4-1 0,-1-13 0,2-2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15.9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33 360 8713,'-4'0'508,"2"2"0,1 3-476,1 3 1,0 0 7,0 3 1,0 2 114,-2 2 0,1 2-57,-1 1 1,0-1-180,0 0 0,1 1-93,-1-3 1,-1 0-1,1-2-46,0-3 174,2-1-109,-3-5 1,3-2 48,-2-4 1,1-2-81,1-5 1,2 1-37,0-2 1,2-1-47,-2-2 0,3-2-45,0 0 1,3-2 124,0 2 1,1-1 228,0 1 1,1 2-142,3-2 1,2-1 175,0 1 0,0 3-2,-3 4 1,1 1-2,-3 3 1,0 2 2,-4 4 1,-2 2 136,-2 5 1,-2 1 85,0 2 1,-2 3-83,0 0 1,-3 1-130,1-1 1,0-1 28,0 3 0,2-2-103,-2 0 0,2-2 79,0 0 0,1-1-147,1-1 1,-2-2-7,0-3-144,0 1-115,2-4 196,0 0 0,0-3-44,0-3 1,2-1 58,0-4 0,2 0-61,-1-3 1,2 3 61,-1-3 1,-1 0 32,2-2 0,-1-2-14,2 0 0,1 0 1,-1 3 1,3 1 137,-1 0 0,3 1-73,-2 0 1,1 2 171,-1 4 1,2 3-51,0-1 1,-2 1-2,0 1 0,-2 3-38,-1 4 0,-1 2 4,-1 4 0,-3 0-79,1 0 0,-1 0-8,-1 2 1,1-3-125,1 3 0,-1-5 96,1 3 0,-1-4-397,-1-1 1,0-1 58,0 0 388,0-4 0,11-17 0,3-7 0</inkml:trace>
  <inkml:trace contextRef="#ctx0" brushRef="#br0" timeOffset="192">450 360 8085,'3'-4'2025,"-3"2"-1775,2 4 1,1 0-23,-1 5 0,1-2-25,-3 6 1,0 0-263,0 2 1,0-1-225,0 1 1,0 2-291,0 0 1,-3 2-575,1-2 1,-1 0 583,1-2 1,2-1 562,-2-1 0,4-22 0,1-7 0</inkml:trace>
  <inkml:trace contextRef="#ctx0" brushRef="#br0" timeOffset="317">475 161 7696,'-4'-19'0,"0"2"0,2 1-7,0 4 0,2 2-1339,0 1 1346,2 5 0,5 10 0,3 4 0</inkml:trace>
  <inkml:trace contextRef="#ctx0" brushRef="#br0" timeOffset="859">674 385 7696,'0'-13'196,"0"1"0,0 2 314,0 1 1,0 3-609,-3 1 1,2 3 52,-3 2 0,-1 0-18,-1 0 0,-3 1 83,-2 3 1,-1 1-71,-1 3 1,0 1 69,0 0 1,1 0-9,-1 0 0,3-2-118,1 1 0,2 0 45,1-2 0,2-2-431,2 1 304,1-1 0,2 0-43,1 0 0,2-2 40,2 0 1,1-1 28,-1-1 0,0 0-13,1 0 109,-1 0 0,1-1 23,-1-1 1,0 1-45,1-1 1,-1 0 240,1 0 1,-3 2-92,0-2 0,1 1 114,1 1 0,0 0-35,1 0 1,-1 0 48,1 0 1,-1 0-78,0 0 0,3 1 169,0 1 0,-1 3-29,-1 4 0,1 5 10,1 1 1,-4 3 208,-3 1 0,-1 3-132,-1 2 0,-6 1 101,-2 0 1,-5-2-115,-4-1 1,0-3-397,-4-2 1,-2-2-330,2-4 1,0-3-399,4-4 0,2-1-499,5-3 0,3-3 1294,5-4 0,21-28 0,6-10 0</inkml:trace>
  <inkml:trace contextRef="#ctx0" brushRef="#br0" timeOffset="1517">880 122 8477,'0'-3'1757,"0"1"-1283,0 7 0,0 2-55,0 6 1,0 3-107,0 3 1,-3 6-235,1 5 0,-2 1-67,2 2 0,-1-4-123,1 1 0,1-3-419,-1 1 1,1-4 338,1-3 0,0-4-193,0-2 1,0-4-91,0-3-50,0-3 310,0-2 1,1-9 214,1-3 0,2-2-39,2-2 1,1 0 39,-1-2 1,1 1-51,2-1 0,-2-1-25,4 1 0,-3 0 109,1 3 1,1-1-67,0 0 1,0 1 81,1 1 1,-3 2-75,0 3 1,-1 2 107,0 2-24,-1 1 0,-1 6 144,-1 1 1,-3 5-144,1 0 1,-1 1-27,-1 1 1,-1 2-86,-1 0 0,1 0 86,-1-2 0,0-1-171,-1-2 0,1 2 93,2-4 1,0 2-120,0-2 0,1-1-263,1-1 51,2 0 1,4-6-28,1 0 1,1-3 96,-1-6 0,2-1 78,0-3 0,1-2 223,1-2 0,-2-4 0,-1 0 0,0-3 0,1 3 0,0-6 0,-2 2 0,0-3 0,0 0 0,-1 2 0,2-2 0,-1 0 629,2 2 1,-4 4 142,2 7-196,-5 5 1,-1 8-208,-3 4 1,0 5 255,0 4 0,-3 6-206,-1 5 0,-4 2-59,0 2 0,-1 1-115,3 1 1,-1 1 25,1-1 0,0 0-165,2 2 1,-2-2-138,2-2 0,1 2 24,1 0 1,1 2 129,1-3 1,4 1-413,2-5 0,3-4 143,4-4 0,0-3-1051,0-3 1,0-4 280,0-7 1,-1-5-778,1-3 1693,0-5 0,3-33 0,0-10 0</inkml:trace>
  <inkml:trace contextRef="#ctx0" brushRef="#br0" timeOffset="1660">1181 270 7715,'-10'0'0,"-2"0"1328,1 0 0,4 0 130,1 0-1046,4 0 0,-1 2-154,6 0 0,3 0-425,5-2 0,1 2-391,3 1 1,2-1-1698,2-2 2255,0 0 0,12-9 0,2-2 0</inkml:trace>
  <inkml:trace contextRef="#ctx0" brushRef="#br0" timeOffset="4361">899 109 6458,'-4'0'362,"1"0"1,3 0 177,-2 0-206,1 0 1703,-2 0-1684,3-2 0,0 0-122,0-2 0,0 2 51,0-2 1,-1-1-24,-1-1 1,1-1-288,-1 1 0,2-1-292,0-2 1,0 2-396,0-1 1,0 1-2189,2 0 2903,-1 1 0,11-4 0,-2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18.2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 39 7715,'0'-10'0,"0"1"306,0 3-204,0-1 608,0 4 1,0 1-136,0 4 0,0 5-50,0 6 0,-2 6-232,0 7 0,-3 1-83,1 5 1,-2-1-178,0 6 0,1-4 58,1 1 1,3-2-891,-2-2 0,3-1 251,0-4 1,0-3-12,0-5 1,0-2-1463,0-7 976,3 1 1045,0-5 0,15-33 0,3-10 0</inkml:trace>
  <inkml:trace contextRef="#ctx0" brushRef="#br0" timeOffset="292">71 322 8887,'7'0'93,"0"-3"37,1-1 1,0-1-348,3-1 0,-3 1 177,3-4 0,-2-1-65,1 0 0,-3 0 51,0-1 1,-1 1 28,-4-1 0,0 0 86,-2 2 0,-5 4 153,-2 3 1,-1 1-17,-1 1 1,0 1-76,-2 4 1,0 2 156,2 5 0,1 1-9,1 0 0,3 3-378,0 1 0,3 1 105,-2-1 1,3 1-453,0-1 1,0 2-13,3 0 0,0-2-218,3-2 1,3 0 123,0 0 0,1 0 560,-1-5 0,2-1 0,16-8 0,8-2 0</inkml:trace>
  <inkml:trace contextRef="#ctx0" brushRef="#br0" timeOffset="684">411 270 7715,'1'-7'-61,"1"-1"0,-1 1 304,1-2 1,-1 2 402,-1 0 1,-1 4-294,-1 1 1,-2 1-156,-2 1 0,-1 1-57,-2 4 0,1 0 69,-5 5 1,3 1 20,-2 2 1,0 1-89,-1 0 0,3 1-105,-1 2 0,3-3-266,0 1 0,1-1 169,3-2 0,0 1-297,2 0 0,2-3 181,-3-1 1,6-2-251,1-1 1,2-2 183,3-2 1,-2-1-41,1-1 1,2-1-44,-2-1 1,3-2-42,-3-2 0,3-3 255,-2 1 0,-1-3 145,-1 2 1,-1-2 139,1 0 1,-1-1-115,0-1 0,0 3 128,-2-1 0,2 1-62,-2-1 0,1 2 162,0 3 73,0-1-132,-1 4 0,-1 1-131,0 4 0,-1 2 19,1 4 0,-1 2-535,-2 3 1,0 2 188,0 0 1,0 1-390,0-1 1,0-2 295,0 2 0,3-1 321,1-1 0,13-6 0,4-1 0</inkml:trace>
  <inkml:trace contextRef="#ctx0" brushRef="#br0" timeOffset="1120">764 7 7715,'-4'-2'2116,"-1"1"-866,1-2-912,1 3 1,-2 1 17,2 4 1,1 2 178,2 6 1,0 2-133,0 2 1,0 5-104,0 1 1,0 3-273,0 2 0,0 1 52,0 3 1,0-3-264,-3-1 0,2-2 3,-3 0 1,0-3-250,0-2 1,0-4-127,2-4 168,2-4-63,-3-5 1,3-2 113,0-4 1,0-2-410,0-5 1,0-1 292,0-3 0,0 0-72,0-2 1,0-1 162,0-4 1,0 4 169,0 1 0,-3-1 463,-1 1 0,-2 0-241,-1 2 0,0 4 143,-1 3 1,-2 2-216,-3 4 1,-3 4 989,-1 2 1,1 4-386,-1 5 1,3-1-184,1 4 0,3-1 63,4 2 0,2-3-208,2-1 1,4-1-242,3-1 0,3-1-269,3-2 0,2-1-323,2-5 1,-2 0 327,2-2 0,-1-1 269,-1 1 0,-9-19 0,-2-4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12.8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46 199 7720,'6'0'-1241,"-2"-2"744,1 0 1870,-4 0-864,5 2 0,-6 5-98,3 1 1,-3 5-158,0-1 0,0 3-53,-3 2 1,0 0-24,-4 4 1,2-1-79,0 4 1,-2-2-47,3-1 0,-3 0 105,3 0 0,-2-2-436,0-2 1,1-5 64,1-1-341,3-2 398,-2-3 0,3-2-139,0-4 1,0-3 45,0-3 1,2-2-48,0-3 0,3-1 83,-1-1 1,2-1 67,0-3 1,2 0 131,0 2 0,0-1-90,3 0 0,-1 1 204,3 0 0,0-1-64,0 3 1,0 2 154,2 2 0,-1 6 207,1-2 1,-2 5-187,-3 0 0,0 5-8,-4 3 1,0 6-75,-2 3 0,-1 2 31,-3 0 0,-1 4-30,-1 0 1,-2 2-116,-2-2 0,-3-2 106,1 0 1,-1 0-150,3-4 0,0-1-190,2-3-278,-2-2-223,6-2 522,-3-4 1,3-3-24,0-4 0,0-2 19,3 0 0,-2-4 147,3 0 0,0-2-17,3-1 1,-1-1 120,1-1 1,-1 0-110,1-2 1,2-2 18,2 2 0,1 1 131,0-2 0,3-1-25,0-2 1,3 2 305,-4 4 0,4 5-160,-3 1 1,-3 3 28,-4 1 1,-1 6 28,0 5 1,-4 4 90,-1 3 1,-1 2-164,-1 2 1,-3 2-155,-1 0 0,-1 0-290,1 1 1,-2-1 157,2 0 0,1-3-683,1-1 0,-1-1 395,1-1 1,0-1-812,2-1 776,0-2 1,0-3 407,3-2 0,14-27 0,8-9 0</inkml:trace>
  <inkml:trace contextRef="#ctx0" brushRef="#br0" timeOffset="358">475 295 8415,'5'-3'760,"-1"1"0,-2 1-370,2 1 0,1-1-71,1-1 1,3 1-360,-1-1 1,3 1 107,-3-1 1,4 0-153,-2-2 0,0 0 106,-2-3 0,2 1 189,-2-1 0,1 1-77,-3-1 1,0-1-982,1-1 1,-1-1 401,-2 1 0,-1 0-41,-3 0 457,0 2 1,-3 1-78,-1 4 1,-3 1 223,-1 1 0,-2 3-63,0 1 0,-2 5 378,1 1 1,-1 2-157,2 1 1,-2 1 237,4 1 1,-1-1-205,3 3 1,-2 0-103,2 2 0,-2 1-72,6 2 1,0-2-123,2 1 0,1-2-373,1-2 1,2-1 212,5-3 0,1-4-941,3-2 0,2-4 497,0-3 1,0-3 588,-3-4 0,18-39 0,5-13 0</inkml:trace>
  <inkml:trace contextRef="#ctx0" brushRef="#br0" timeOffset="677">770 13 7720,'4'-6'1917,"0"2"-1365,-2 2 0,-2 2 249,3 2 1,-3 3-216,0 6 1,0 3-78,0 7 0,0 2-158,0 3 0,-2 1-128,0 3 1,-3 0-694,1 4 0,0-2 380,0-2 1,0 1-386,-3-4 0,3 0 316,0-6 1,2-1-1343,0-7 1,1-2 336,1-4 1,1-4-452,1-1 1615,2-4 0,8-24 0,1-9 0</inkml:trace>
  <inkml:trace contextRef="#ctx0" brushRef="#br0" timeOffset="1143">706 205 7725,'-6'-2'-120,"-1"0"0,3-2 562,0 2 232,2-3 0,0 3-530,2-2 1,0 2 21,2-2 0,5 0-321,4 0 0,1-4 99,1 2 1,3-3-97,3 0 1,0 2 73,3-4 0,-2 1-7,-1-1 1,1-1 19,1 1 0,-4 2-121,1 1 1,-5 3 326,-2 3 0,-4 1-63,-3 1 1,-2 4 167,0 2 0,-4 7-67,-3 4 1,-1 3-91,-3 2 1,2 1-9,-1-1 1,1 1-69,0-1 1,1 1-44,-1-2 0,3 1-185,0-3 0,2 0 25,-3 1 1,4-4 51,-1-1 0,1-2-12,1-3 76,0 0 1,1-7 128,1-1 1,1-2-69,4-2 0,2-4-27,2-5 1,1-3 23,1-1 0,0-1-155,-1 1 0,1 2 147,0-2 1,0-1 171,0 1 1,0 0-106,-1 2 0,1 3 121,0 2 1,-2 1 27,-1 3 0,-4 1-108,1 3 1,-5 4 5,0 2 0,-1 1-3,-1 4 1,-3 2-134,-2 2 0,0 2-215,-2-2 0,1 2-385,-1-2 0,2 0 646,0-2 0,0 0 0,1-1 0</inkml:trace>
  <inkml:trace contextRef="#ctx0" brushRef="#br0" timeOffset="1462">1232 257 7725,'4'-7'0,"-2"1"0,-1-1 1020,-1 1-236,0 2-420,0 2 1,-1 2-169,-1 0 0,-4 5 13,-2 1 0,-3 3 110,2-1 1,-2 2-121,0 3 0,0 0-67,0 0 0,1 2 79,2 0 1,3 2-398,1-2 0,3 0 167,1-3 1,0 1-232,0 0 0,5-3 88,1-1 0,5-5-28,-1-2 1,3-4-18,-1-2 1,0-5 103,-1-2 0,-2-3-328,-2-1 1,-1-3 145,1 1 0,-3 1 285,0-1 0,-5-6 0,0-3 0</inkml:trace>
  <inkml:trace contextRef="#ctx0" brushRef="#br0" timeOffset="1929">1540 39 7725,'0'-4'2109,"0"1"1,0 4-1649,0 1 0,0 5 29,0 6 1,-1 3-124,-1 6 0,1 1-200,-3 5 1,-1-1 31,-1 3 0,2-1-281,-1 1 1,3 0-230,-2-4 0,2-2-262,0-5 1,1-3-950,-1-3 1096,1 0 1,-2-7 124,0 1 1,3-7 51,-2-4 0,1-2-118,1-3 0,0-2 25,0-4 1,0 1-74,0-3 1,0 3 45,0-1 0,0 1 114,0 1 0,-3 1 300,-1-1 0,-2 2-90,0 0 0,-1 6 370,1 1 1,-1 3-262,-2 1 0,-1 3 353,-3 4 1,1 3-178,1 5 1,1 0 737,2 4 1,3-4-131,-1 5 0,3-2-400,1 1 0,2-3-374,0-1 0,5-2 64,4-2 0,0-2-911,2-3 0,2-2 515,2-2 0,-1-1-2632,-1-1 2890,0-6 0,-3-13 0,-1-8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24.3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180 6 7554,'-2'-3'1222,"-2"0"1,-2 3-1022,-1 0 0,1 0-23,-1 0 0,-1 1-6,-1 1 0,-2 1-1,0 4 1,-1 1-66,-1 1 0,0 2 47,1 0 1,1 2-322,0 2 0,3-1 151,0 3 0,1 0-433,0 0 0,4 1 260,1-3 1,1-3-148,1-4 0,1-1 27,1 0 1,2-4-24,5-1 0,-2-4 22,4-2 1,0-4 130,2 0 0,0-6 27,2 1 1,-1-1-47,1 1 0,-2 0 341,0-2 1,-1 3-111,-1-1 1,-2 2 281,-3-2 0,1 0-78,-1 1 1,-2 2 341,-2 1 651,-1 2-476,-1 3 10,-3 1-455,2 3 0,-4 4-298,3 2 1,0 2 75,2 2 1,0 2-651,0 3 1,0-1 86,0 3 0,0-3-148,0 1 1,2 1 624,0-1 0,29 3 0,4-2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24.9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 83 7743,'4'-6'0,"-2"0"1481,-1-1-533,-1 4-422,0 0-311,0 11 0,-1 2-66,-1 9 0,0-1-171,-2 6 1,1 2 64,-2 1 0,0 2-42,0-1 0,2-2-248,-2 2 0,1 0-347,-2 0 1,2-4-103,2-4 0,-1-4-575,1-3 189,0 0 1082,2-3 0,14-24 0,4-8 0</inkml:trace>
  <inkml:trace contextRef="#ctx0" brushRef="#br0" timeOffset="280">258 225 7743,'-7'0'0,"1"0"259,-1 0 1,1 2-10,-1 0 0,0 5-35,-1-1 0,0 6-14,-3 1 0,1 2-193,0 4 1,-2 3 43,4-1 0,0 1 30,4-3 0,1-1-198,3-1 1,5-2 97,4-4 0,2-2 10,2-5 1,0-2 18,0-4 1,2-2 410,0-5 0,-3-2-165,-4-4 0,-1 2-217,-3-2 1,-1-1-300,-3-2 0,-3 3-585,-1 0 0,-2 1 387,0 1 1,-1 1 456,1-1 0,8 9 0,2 1 0</inkml:trace>
  <inkml:trace contextRef="#ctx0" brushRef="#br0" timeOffset="597">521 257 7743,'0'-10'0,"2"-2"741,0 4-370,0-4 0,-2 5 352,0-1-560,0 3 1,-1 2 36,-1 3 1,-2 0-24,-5 0 0,1 5 49,-2 2 0,-1 4 9,-2-1 1,1 3-35,1 2 0,0-1-112,2 3 0,2 0-189,2 3 1,2-1-319,3 0 1,1-2-472,1 0 0,2 0 470,2 0 0,4-4-266,0-2 0,5-4 210,-1 0 1,4-2-122,-3-2 596,0-1 0,0-19 0,2-5 0</inkml:trace>
  <inkml:trace contextRef="#ctx0" brushRef="#br0" timeOffset="1241">713 276 7743,'0'-13'-131,"0"0"0,0 3 651,0 2 263,0 3 1,-1 3-412,-1 2 0,-1 0-140,-4 2 1,1 5-310,-1 3 0,-2 3 102,-2 2 0,-1-1 18,-1 1 0,1 0 81,2 0 0,0 3-225,4-4 1,0 2-179,2-1 0,1-1-233,3 1 0,0-4-29,0 0 1,4-4 213,2-1 1,0 0 192,3-4 0,-1 0-58,0-5 1,0 0 225,0-4 1,0-1-88,0-1 1,0-2 35,3 0 0,-3-1 49,0-1 1,0 0 130,1-2 0,-2 1 126,1-4 1,0 4-90,-2-1 0,0 2 28,-2 0 1,2 1-54,-2 1 1,-1 2 90,-1 2-151,-1 4 0,-1 1 23,0 7 0,-3 0-13,-1 5 0,-1 1 10,0 2 0,0 2-127,0 0 0,2 0 68,-2 0 0,4-1-172,-1 1 0,1-2 104,1 0 0,0-1-310,0-1 1,1 0 137,1-2 1,4 0-5,2-3 0,3-2 182,-2 1 0,2-5 71,0 0 1,1-3 134,1-3 0,-3-4-89,1-3 0,0 0 12,1-4 1,1-1-37,0-4 1,-2 2-331,0-4 0,-1 0 157,3-4 1,1-1-24,-1-3 1,3 0 156,-3 0 0,-1 2 136,-1 3 0,-2 2 287,0 3 1,-1 7 79,-6 6 116,0 5 1,-6 2-258,-2 4 0,-1 4-21,-4 5 0,1 4-74,-3 2 0,1 2-25,1 3 1,2 0-73,2 4 0,2 0-209,0 2 1,0 1-67,0 1 1,2 1 118,1-1 0,2-1-717,0-2 1,0 1 332,0-2 1,5-3-1241,1-6 1,2-2 647,-2-4 1,-1-2-158,-1-5 0,-1-3 137,2-5 914,0-3 0,-1-34 0,2-8 0</inkml:trace>
  <inkml:trace contextRef="#ctx0" brushRef="#br0" timeOffset="1522">104 609 11286,'-4'0'257,"2"-2"1,5 1-698,6-1 0,11-2 1792,12 0 0,14 0-571,16 0 0,12 0 688,16 0 0,2 1-785,-1 3 0,-2 0 48,-8 0 0,-13 2-1531,-11 1 0,-12 1 596,-8-2 1,-9 0-131,-5-2 1,-8 0 286,-4 0 0,-6-1-1287,-3-1 1,-2 1 423,-2-3 0,-3 2-920,-3 0 0,-5 1 1920,-4 1 1,-22 0 0,-5 0-1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27.7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0 286 7704,'5'0'-222,"-1"0"352,-3 0 482,5-3-145,-5 2 244,5-4-443,-6 4 0,4-3 179,-2 2-285,-1 2-12,1-3 0,-1 4-105,1 1 1,-1 1 125,1 4 0,-1 2-299,-1 2 0,0 1 91,0 1 1,0 0-135,0 2 0,-1-1 36,-1 1 0,1-2-51,-4 0 1,4 0-36,-1 0 1,-1-3 126,1-2 1,-1-3-239,1-1 135,1-2-59,-2 1 0,3-4 65,0-1 0,1-2-111,1-5 0,0-1 150,2-3 1,0 0 32,2-2 1,1-2 140,-1-2 1,3 0-46,-1 0 0,4 0 145,-1 2 0,1 0-62,3 3 1,-1 3 47,1 0 0,-2 4-11,-3 3 0,2 1 164,-4 3 0,1 3-27,-3 4 0,-2 2-51,-2 4 0,-1 0-141,-1 0 0,0-1 55,0 1 1,0 0 113,0 0 0,0 0-110,0 0 1,0-3 35,0 1 1,-1-3-93,-1 0 1,0 2 1,-2-2 0,1-1-29,-2-3 1,2-3-218,1 1-371,1 2 244,-5-3 50,5 2 0,-1-6 50,2-2 0,2-1 7,3-3 0,0 2 42,2-4 0,0 1 94,2-1 1,-2-1 8,4 1 1,-1-1 105,1 0 1,1-1 352,-1 0 1,0 3-204,0 1 0,0 2 397,-2 1 1,1 0-273,-1 2 1,-1-1-3,-1 3 0,-2 0-52,0 4 1,0 2-267,0 2 0,-2 2-124,-1 0 0,-2 2-183,0 3 1,0 0-324,0 0 0,0-1 318,-2 1 0,0-1-515,-2-1 0,2 0 129,-3-2 711,4-1 0,-2-4 0,23-27 0,5-9 0</inkml:trace>
  <inkml:trace contextRef="#ctx0" brushRef="#br0" timeOffset="167">469 248 8164,'0'-5'1861,"3"1"-1639,-3 3 0,4-2 139,-2 3 1,-1 3-66,1 1 0,-1 2-328,1 3 0,-1-1 77,1 2 0,-1 2-372,-1 3 0,-1-2-205,-1 2 1,1 1-502,-4-1 1,2 0 478,-1-2 1,-2-3 553,2-2 0,4-15 0,0-4 0</inkml:trace>
  <inkml:trace contextRef="#ctx0" brushRef="#br0" timeOffset="309">571 81 7709,'0'-13'-1194,"-2"3"895,0 1 1,-1 4 2808,1 1-1936,1 3-947,-2-2 0,9 20 0,1 4 1</inkml:trace>
  <inkml:trace contextRef="#ctx0" brushRef="#br0" timeOffset="850">642 248 7713,'0'-4'1929,"0"1"-1311,0 3-396,0 9 1,0-4-198,0 8 0,-1-1 69,-1 3 0,1-1-22,-4 1 0,4 0-80,-1 0 0,1-2-163,1-2 0,-2-1-561,0 1 272,0-2-45,2-3 314,0-2 0,0-2-89,0-4 0,2-2 52,0-2 0,3-3-31,-1-2 0,4 1 173,1-1 0,0 1 125,-1-3 1,0-2 57,3 0 0,0-1-57,1 1 0,1 2 213,0-2 0,2 3-119,0 2 1,-1 2 231,-3-1 0,0 5-130,-2 2 1,-1 1 19,-1 1 1,-1 4-70,-2 2 1,-1 1 142,0 4 1,-3 2-356,2 2 0,-2 0 64,-2-3 0,1 1-469,-3 0 1,2 0 260,0 0 1,1-1-887,-2-1 1,3-2-97,-2-3 1151,1-2 0,15-18 0,4-8 0</inkml:trace>
  <inkml:trace contextRef="#ctx0" brushRef="#br0" timeOffset="993">982 190 7713,'3'-7'2192,"0"4"0,-3 3-1814,0 4 1,0 3-87,0 1 1,-1 2-83,-1 3 1,1 0-475,-3 0 1,2-1-366,-3 1 1,2 0-667,-2 0 0,0 0 233,3 0 0,0-1-33,2-2 1095,0-3 0,3-10 0,1-4 0</inkml:trace>
  <inkml:trace contextRef="#ctx0" brushRef="#br0" timeOffset="1143">1046 81 7713,'-4'-17'0,"-1"2"0,3 3 1082,-2 1 0,2 0 204,-2 5-1577,2-2-885,-1 7-156,3 1 1,3 3 1331,1 1 0,5 22 0,1 3 0</inkml:trace>
  <inkml:trace contextRef="#ctx0" brushRef="#br0" timeOffset="1794">1161 215 7723,'0'-3'1266,"0"-3"660,0 5-1787,0 10 0,0-3 36,-2 9 0,0-2-143,-2-1 1,2 1 58,-3 0 1,3 2-51,-2 0 0,2 0 3,-2-2 1,2-1-989,0-1 378,1 1 29,1-5 147,0-1 1,1-6 92,1-4 1,2-5 32,2-1 1,1-2 67,-1-1 0,1 0 137,2 0 0,-2 0-64,4-2 1,0 1 150,2-1 0,0 1-45,-1-1 0,2 1 87,1-1 1,-2 5 103,2 1 1,-3 2-58,-2 1 0,-2 2 226,1 2 1,-5 2-132,-2 2 0,-1 2 84,-1 5 0,-1 1-70,-1 3 0,-1 2-60,-4 0 0,1 0-62,-1-3 1,3 3-134,0 0 1,2 0-114,-3-5 0,4 2 78,-1-4 1,1 3-49,1-3 0,0-1 41,0-3 294,0-2-173,0 0 1,2-7-12,0-1 1,3-3 21,0 1 0,0 0 19,2-3 0,0 1-25,1-3 1,2-2 51,0 0 0,2 0-56,-1 2 1,1 0 153,1 0 1,0 3-99,0 2 1,-3 1 354,1 0-214,-3 4 0,1 1-74,-2 4 1,-4 2-255,-1 5 0,-1-1 96,-1 2 0,0 1-519,0 2 0,0-1 278,0-1 1,-1 1-934,-1-2 0,2 2 546,-3-2 1,3 0 611,0-1 0,14-8 0,4 2 0</inkml:trace>
  <inkml:trace contextRef="#ctx0" brushRef="#br0" timeOffset="2168">1617 196 7723,'3'-6'2619,"0"-1"-2020,-3 4 1,0 3-206,0 4 0,0 2-149,0 0 0,0 3-242,0 2 1,-1 1-76,-1 1 1,2 0-100,-2 0 1,1 0-121,1-1 0,0 1 219,0 0 0,0-2-527,0-1 1,2-2 239,0 1 1,3-4 306,-1-1 1,3-2-123,1 0 0,0-5-16,3-4 0,-3 0 81,3-3 1,0-2 164,2-3 0,-3 2-32,1-2 0,0 1-28,1 1 1,-1 0 351,0-2 0,-3 1-161,0-1 1,2 4 188,-2 0 0,1 3-149,-3 0 0,-2 1 459,1 3-492,-4 1 1,2 6-196,-3 1 1,0 3 180,0 1 1,-2 2-5,0 3 1,-3 0-606,0 0 1,0 2 222,-2 0 0,2 0-223,0-2 1,0-1 125,0 1 0,2-2-2073,-2 0 2376,4-4 0,10-6 0,5-5 0</inkml:trace>
  <inkml:trace contextRef="#ctx0" brushRef="#br0" timeOffset="2728">1957 177 7723,'0'-6'2829,"3"2"-2442,-3 1 1,3 4-195,-3 1 1,0 4-139,0 5 0,-2 1 96,0-2 0,-2 2-97,1-1 0,-2 1-159,1 1 1,1 1 138,-2-1 1,2 1-404,-1-6 0,0 3-19,2-3 28,1 1-3,-2-3 103,3-2 1,1-4-32,1-4 1,2-2-85,2 0 1,1-4 281,2 0 0,-2-3-17,1 1 1,2-1 139,-2 0 0,4-1-108,-2-1 0,0 2 102,1-2 0,-2 1-78,1 2 0,-1 1 113,2 0 1,-6 6 44,2 1 0,-5 3 117,0 3 0,-1 5 117,-1 3 1,-1 3-112,-1 2 1,-2 0 111,-2 2 1,2-2-56,-1 2 1,2-3 115,-2 1 1,2-4-47,1 0 0,1-2-88,-1 1 0,1-4-144,1 0 1,1-4-115,1 1 1,2-3-397,2 0 0,0-3 283,1-4 0,1-1-201,1-3 1,2-1 157,-3 1 0,4-1 140,-2-1 0,2 0-73,-2-2 1,2 1 153,-1-3 0,1 2 147,1 0 1,-2 2 169,-1 0 0,-2 3 1509,1 1-1372,-2 5 1,-3 2 130,1 4 1,-4 2-253,1 2 1,0 3-47,0 2 1,-2 1-109,2 1 0,-1 3-388,-1 1 1,0-2-53,0 0 1,-2-1-159,0-1 1,0-3-1662,2 1 1,1-4 908,1 0 0,2-2 1098,4-2 0,34-18 0,10-7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32.3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1 7791,'4'0'-87,"1"0"-431,-4 0 0,3 0-34,-2 0 552,-1 0 0,7 3 0,-1 0 0</inkml:trace>
  <inkml:trace contextRef="#ctx0" brushRef="#br0" timeOffset="142">186 1 7791,'4'0'258,"1"0"-68,-4 0-362,5 0 0,-5 0-580,4 0 752,-4 0 0,8 5 0,-2 2 0</inkml:trace>
  <inkml:trace contextRef="#ctx0" brushRef="#br0" timeOffset="693">19 20 7791,'-4'0'584,"0"0"936,2 0-865,0-3-244,-1 2-1268,2-2 1,-2 4 856,3 1 0,20-1 0,5 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7:5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58 7795,'4'-6'527,"-1"0"-63,0 2 53,-3 1 26,3 3-370,-3 3 1,0 2-13,0 4 0,-1 2-70,-1 0 0,-1 2 13,-1 2 1,-2-1-195,2 3 1,-2-2 34,0 2 0,0-2-34,-1 2 1,3-3 38,0 1 0,2-1-98,0-1 1,1-3 110,1-2 0,2-1 15,2-3 0,1 1-348,6-3 0,2 0-44,4-2 0,3-3-155,1-1 1,1-2 193,2-3 0,1 1 375,-2-2 0,13-10 0,4-3 0</inkml:trace>
  <inkml:trace contextRef="#ctx0" brushRef="#br0" timeOffset="232">39 52 7795,'-4'-3'596,"1"1"-445,3-2 1,4 3-109,2-2 0,7 2 42,4-1 1,6 0-239,3-2 1,6 2 167,0-2-15,1-1 0,11-4 0,2-1 0</inkml:trace>
  <inkml:trace contextRef="#ctx0" brushRef="#br0" timeOffset="407">26 161 7795,'10'-3'0,"4"0"0,0-2-170,1 1 0,5-1 170,4-1 0,41-9 0,10-2 0</inkml:trace>
  <inkml:trace contextRef="#ctx0" brushRef="#br0" timeOffset="649">700 71 7795,'-8'4'1195,"1"0"-790,-2 1 1,-2 1-228,3 0 1,-4 4 56,-1 0 1,-1 5 0,-3 0 0,2 2-201,-2-2 0,2 2-200,-2-2 0,3 2-623,-1-2 1,2-1 122,2-3 1,2-2-851,3-3 1515,-1 1 0,6-6 0,2-2 0</inkml:trace>
  <inkml:trace contextRef="#ctx0" brushRef="#br0" timeOffset="841">456 109 7795,'-4'-6'605,"1"-1"92,1 1 650,1 2-1173,-2-1 1,6 5-15,1 0-1,2 3-73,3 3 1,1 1-159,3 2 0,0 1-373,2 5 0,0 0-170,2 2 0,0 0 615,2 2 0,23 15 0,6 3 0</inkml:trace>
  <inkml:trace contextRef="#ctx0" brushRef="#br0" timeOffset="974">860 282 7425,'-3'-3'-440,"2"-9"1,-2 2-1</inkml:trace>
  <inkml:trace contextRef="#ctx0" brushRef="#br0" timeOffset="1540">892 154 7698,'-4'0'1224,"0"-1"192,1-1-2041,1 2 625,2-3 0,20 0 0,5-1 0</inkml:trace>
  <inkml:trace contextRef="#ctx0" brushRef="#br0" timeOffset="2207">1258 71 7700,'0'-7'0,"-3"1"446,1 0 741,0 2-926,2 1 1,0 4-34,0 1 0,0 4 87,0 5 0,2 2-149,0 2 0,3 1-28,-3 3 0,2 1-23,-2-1 1,3 2-102,0 1 1,-2 1-317,1-1 0,1-1 148,1-2 1,0-2 25,1 0 0,0-2-30,2 0 0,-4-5-101,4-4 1,-6 0 53,4-4 0,-2 0-39,1-2 0,0-3 79,-2-1 1,2-2-105,-2-3 0,2 1 157,0-3 1,1 1 71,-1-3 1,0 0 76,1 0 1,-1 0-64,1 1 1,-1 1-27,1 0 1,-1 1 48,0-3 0,-1 1 169,-1 1 0,-3 2-23,2 2 0,-1 1 462,0-1-322,1 4 0,-3 1-43,0 4 1,0 1-25,0 4 1,0 0-77,2 1 0,0 2 27,2 3 1,-2 0-58,0 0 0,1 0-104,-1 0 0,2-1-65,-2-2 1,1 3-274,-1-3 0,0 0-605,2 1 1,-2-5 256,2 0 0,1-4 680,1 0 0,9-24 0,2-6 0</inkml:trace>
  <inkml:trace contextRef="#ctx0" brushRef="#br0" timeOffset="2349">1527 32 7744,'-6'-6'-565,"2"-1"-541,1 1 1106,3 2 0,29 22 0,6 7 0</inkml:trace>
  <inkml:trace contextRef="#ctx0" brushRef="#br0" timeOffset="2844">1630 205 7744,'-1'-6'259,"-1"0"1,1 1 1082,-1 1-943,1 3-179,1-2 1,3 6-26,1 1 0,2 2-94,0 3 0,1-1-126,-1 2 0,1 1-1,-1 2 1,0-2-196,1-1 0,-1 0 165,-2 1 0,1 1-200,-3-1 1,2 0-115,-2 0 0,1-1 125,-3-2 1,0 0-12,0 0 1,0-3 96,0-1 80,0-2 0,0 0 3,0-4 1,0-2 93,0-5 1,0 1-55,0-3 1,0 1 19,0-3 1,0 0 35,0 0 1,0 0-88,2 1 0,0 1 9,2 0 1,0 1 11,3-3 1,-1 2-11,1 0 0,0 4 94,1 1 0,0 0 145,3 4 0,-1 0-100,0 2 1,2 3 104,-4 4 1,3 2-178,-2 4 1,-1 0-19,-1 0 0,-2-1-69,0-2 0,0 2-92,0-1 0,-2-1-317,1 1 0,0-3 105,0 0 380,2-4 0,9-4 0,6-3 0</inkml:trace>
  <inkml:trace contextRef="#ctx0" brushRef="#br0" timeOffset="3167">1970 270 7744,'0'-7'351,"0"4"1,2-1 3,0 2 0,3 1-191,-2-2 0,4 3-25,-1 0 0,1 0-76,2-2 0,-2 1-167,2-1 1,-2 0-67,2 0 1,-2 1-267,2-4 1,-2 3-43,-1-2 1,1 0 217,-1-3 1,-2 1 116,1-1 1,-4 0 62,1-1 0,-2 1 111,-2-2 1,-2 4 58,-2 1 0,-3 2 327,-2 0 1,-1 2-14,-1 0 1,0 0 219,0 2 0,3 3-13,-1 3 0,3 0-306,0 3 1,1-1-153,0 3 0,4 2-140,0 0 0,3 1-294,0-1 1,0-2 95,3 2 0,1-1-199,4-1 0,3-3-194,4 1 0,-1-5-1266,1 0 1844,1-4 0,23-13 0,9-7 0</inkml:trace>
  <inkml:trace contextRef="#ctx0" brushRef="#br0" timeOffset="3569">2322 212 7744,'-6'-9'444,"-1"1"-124,1 0 1,-3 0 307,1 0 0,-1 3-220,0 1 0,1 0-22,-2 2 0,-1 1-253,-2 3 0,1 2-18,1 2 1,0 1-118,2 2 1,1 1 4,1 2 0,3 1-203,0 0 0,2 0 112,0 0 1,2 0-105,0-1 0,0 1 59,2 0 0,2-2-116,2-1 1,1-2-343,-1 1 0,3-3 218,-1-1 0,3-3 143,-2-2 1,2 0 67,0-2 1,-2-4 113,-1-3 1,0 0-92,-2 0 1,0 0 139,1-1 0,-1-2-83,-2 4 0,-1-3 126,-1 2 0,-1-1 194,1 1 0,-1 1 52,-1 1-139,0 1 1,1 2-123,1 2 17,-1 1 1,4 2-7,-3 1 1,3 2-198,-1 2 1,0 3 22,0-1 1,-1 3-217,2-3 0,0 2-15,0-2 1,0-1 127,-1 2 1,2-2 236,-2-1 0,19-2 0,5-1 0</inkml:trace>
  <inkml:trace contextRef="#ctx0" brushRef="#br0" timeOffset="3886">2425 212 7744,'-4'-9'348,"2"-1"162,2 0 0,0 0 142,0 4 117,0 0-523,0-1 0,0 4-101,2 0 1,0 6 24,2 1 1,-2 2-84,2 0 0,0 3-172,0 2 0,2 0 63,-2 0 1,0 1-274,0-1 1,-2 1 76,0 1 1,-1-3-91,1 1 0,-1-2 3,1 1 0,-1-2 121,-1 1 1,0-2 17,0-1 462,0 1 220,0-4 1,0-1-152,0-4 0,0-3 272,0-4 1,0-2-237,0 0 0,1-3 65,1-1 0,2-3-736,4 1 1,0-2-284,3 0 0,0-1-572,2-1 1,2 3 502,-1-1 0,4 4 622,-3 0 0,5 10 0,0 3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8:02.7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97 7756,'0'-10'155,"-2"3"0,0-3 1221,1 0-613,0 2-323,1 1 11,0 4 50,0 0-249,0 11 1,2 0-98,0 7 0,2 2-177,-1 0 0,1 1-216,-2 2 0,1 1-373,-1 0 0,-1 1 291,1-3 1,-1 2-204,-1 1 0,0-2-62,0-3 0,0 1-1112,0-3 1697,0 0 0,-3-25 0,-1-5 0</inkml:trace>
  <inkml:trace contextRef="#ctx0" brushRef="#br0" timeOffset="319">33 77 7756,'3'-16'81,"0"-1"124,4 4 0,-1 0-74,1 4 0,0 3-167,1 4 1,0 1 182,3 1 1,-3 1 130,3 1 1,-3 2-215,0 2 0,2 4 64,-2 0 1,1 2-129,-3 1 1,0 2-58,-2 0 0,-1 1-161,-3-1 0,-1-1 28,-1 3 1,-1-3-114,-4 1 0,0-2 122,-1-2 0,-2 0 94,-3-2 0,1-3 37,1-2 1,1-2 120,1 0 0,4-1 503,-1-1-190,1 0 37,1 0-47,2 0-236,10 3 1,0 0-135,7 4 0,-1 1-246,-2 1 1,4 2-75,1 0 1,0 0-142,0 0 1,0-2 456,2-2 0,9-12 0,2-3 0</inkml:trace>
  <inkml:trace contextRef="#ctx0" brushRef="#br0" timeOffset="628">302 238 7756,'4'-3'1771,"2"2"-1605,-3-2 1,4 1 79,-1 0 1,0 0 113,1 2 0,-1-1-281,1-1 1,-1 1-192,0-4 0,1 3 132,-1-2 0,1 0-179,-1-3 0,-2 0-155,1-1 1,-4 0 185,1 0 0,-1-1-53,-1 0 0,-4 3 141,-2 1 0,-3 4-31,-4-1 1,0 2 186,0 2 0,1 2 265,1 5 0,-1 2-140,2 3 1,0 2 37,2 1 1,1 2-383,3-2 0,1 2-196,3 3 0,1-5-252,1 3 1,2-5 150,5 0 1,2-2-782,4 0 1181,-2-6 0,14-10 0,0-8 0</inkml:trace>
  <inkml:trace contextRef="#ctx0" brushRef="#br0" timeOffset="1087">546 219 7756,'0'-9'728,"0"0"1,0 3-247,0 2 1,0-1-158,0-1 0,0 0 151,0-1-154,0 1 0,-2 2-198,0-1 0,-3 4-148,1-1 0,-2 2-146,-1 2 0,1 1 49,0 4 1,-3-1-147,0 1 1,1-1 55,2 0 0,-1 3-147,1 0 0,-1 1 127,1-1 1,2 0-98,-1 0 1,4-2-13,-1 1 0,1 2-573,1-2 416,0 1 0,1-4 435,1 0 0,4-3-102,2-2 1,3 0 247,-3 0 0,2-2-14,-2-3 0,-1 2 139,2-1 1,-2-1 420,-1-1 1,1-1-289,-1 1 1,0 2 637,-2-1 47,2 1-494,-3 1-503,4 0 0,-1 3 116,-2 3 0,1 2-148,-3 4 1,2 3 29,-2 1 1,1 0-163,-3 2 0,-1 0 53,-1 0 1,-2 0 32,-2-2 1,-4-1-156,0-1 1,-4 0-244,-1-2 1,-3-3-269,3-4 0,-2-2 228,2 0 486,-2 0 0,9-28 0,-1-8 0</inkml:trace>
  <inkml:trace contextRef="#ctx0" brushRef="#br0" timeOffset="1643">649 154 7766,'3'1'975,"-1"1"-720,-1 2 1,0 4 78,1 1 0,-1 2-195,4 0 0,-4 3-84,1 1 1,2 3-76,0-1 0,-1 0-36,-1 0 1,-1-3-181,-1 1 1,0-4 27,0 0-116,0-6 175,0 3 1,0-10-64,0 0 1,0-3 55,0-4 1,0 1-144,0-3 1,0 0 296,0-4 0,0 2 3,0 0 1,0 1 40,0 1 1,2-1-58,0-1 0,3 2 20,-1 1 0,2 2-25,0-1 1,2 4 96,0 1 0,-1 2-18,2 0 0,0 2 7,0 0 1,0 2 67,-1 3 0,0 3-121,0 0 1,0 1 130,0-3 0,0 1-65,0-1 1,-1 0 126,0 1 0,0-3-156,1 0 1,0-2-2,0 0 1,-1-1-49,0-1 0,1 0-129,1 0 0,-1-3-90,-1-2 0,-1 0 37,1-2 0,-2-1 94,-1-1 1,1 0 43,-2 0 0,-1 2-19,-2-1 1,-1 1 43,-1 0 0,-2 4 19,-5 1 0,1 1 130,-2 1 1,0 1 278,-1 1 0,-1 2 241,4 4 1,-3 0-287,3 3 0,-1 0 8,3 2 1,-2-1-26,1-2 0,0 2-199,5-1 0,0 1-160,2 1 1,1 0-338,1 0 1,1-3-246,4 1 1,2-3-757,2 1 1,3-5 1348,1-2 0,17-13 0,2-3 0</inkml:trace>
  <inkml:trace contextRef="#ctx0" brushRef="#br0" timeOffset="1918">1117 174 7766,'-6'-7'173,"2"1"1,-2 2 336,2 2 0,0 1-185,0 1 1,0 0-62,-3 0 0,2 1 462,0 1 1,0 1-252,0 1 0,1 3-209,-1-1 0,0 1-143,3 1 0,-1 0-109,1 1 1,1-2 106,-1 4 1,2-2-81,0 1 1,0-1 50,2 2 1,0-1-236,2 3 1,0-2-432,0-1 0,1-1 174,-3 2 1,0-3 61,-2 3 0,0-3-180,0 0 0,-3-3-313,-1 0 0,-2-3 180,-3 2 651,-1-3 0,-20-12 0,-4-7 0</inkml:trace>
  <inkml:trace contextRef="#ctx0" brushRef="#br0" timeOffset="2293">1226 167 8245,'-4'0'412,"-1"0"0,1 0-121,-2 0 0,-1 2 207,1 0 0,-1 3-320,1 0 0,0 0-328,-1 2 0,3-1-77,0 1 0,2 1-8,0 1 0,1 1-71,1-1 0,1 2 163,1 0 1,0-1 35,5 1 1,-2 2 70,3 2 0,2 0 100,-2-3 0,3 1-255,-3 0 0,1-1 107,-3-1 155,-2 1 0,-2-5-146,-4 2 0,-2-5-1,-2-2 1,-3-1-168,-2-1 0,1 0-290,-1 0 1,1-3 532,0-1 0,-2-19 0,2-5 0</inkml:trace>
  <inkml:trace contextRef="#ctx0" brushRef="#br0" timeOffset="2485">1277 251 8114,'7'8'692,"-1"1"0,-2 0-209,1 0 1,-1 1-103,2 5 1,1-1 145,-1 1 1,-2 0-1048,1 0 1,-4 0-37,1-5 0,-1 0-2567,-1-4 3123,0 0 0,3-19 0,0-6 0</inkml:trace>
  <inkml:trace contextRef="#ctx0" brushRef="#br0" timeOffset="2961">1361 161 7766,'-6'-7'0,"2"1"0,2 0 0,-1 1 144,1 1-749,-1 3 315,3-2 1,0 20 0,0 4 0</inkml:trace>
  <inkml:trace contextRef="#ctx0" brushRef="#br0" timeOffset="3279">1508 283 7766,'0'-7'0,"0"1"1996,0-1-1400,0 1 1,-3 0-190,-1 2 1,-2 1-206,0 3 0,-1 0-126,-2 0 1,1 1-17,-2 1 0,2 2-180,-1 5 1,2-1-32,1 2 1,-1 3-287,1 2 0,0 0-259,2-2 0,1 0 255,3 0 0,0-1 136,0 1 1,1-3-69,1-1 179,2-5 0,4 1-42,1-3 1,-1-2 21,-4-5 1,1 0 48,0-2 0,0-2 165,2-2 0,8-18 0,2-5 0</inkml:trace>
  <inkml:trace contextRef="#ctx0" brushRef="#br0" timeOffset="3647">1566 231 7766,'0'-3'3635,"0"0"-3230,3 9 1,-2-1-15,3 5 1,-2-1-64,0 2 0,1-1 123,-1 3 0,2 2-618,-2 0 0,1 0 167,-3-2 0,2-1-419,0-1 0,0-1 108,-2-2 1,0-2-662,0 2 372,-3-5 195,2 3 1,-2-6 142,1 0 0,1-1 86,-1-1 1,1-1 282,1-4 1,0 1 7,0-1 1,0-1 108,0-1 0,1-2-6,1 3 0,-1-3 105,4 0 1,-1 1-135,2-1 1,0 3-103,-2 0 1,3 1 44,-1 0 1,1 4-5,1 1 1,-1 1 7,0 1 0,-1 1-14,1 1 0,-1 3-199,0 4 1,1 3 94,-1 1 0,1 0-600,-1 2 1,0 0-129,1 0 1,-1 1-401,-2-1 1,1-1 340,-3 0 769,3 0 0,-10 2 0,1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8:08.2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39 264 7730,'-6'-7'0,"-1"2"1052,1 0-331,-1 0-302,1 1 34,2-2-214,2-1 0,4 1-62,3-1 1,1-1-82,3-1 0,1-2 81,2 0 0,4-1-70,1-1 0,2 0-112,3 1 1,-2-3-262,1 2 0,1-1-201,0 4 0,-2 0 94,-3 2 1,-4 1-992,-4 3 739,-2-2 296,-4 6 1,0-3-97,-6 3 1,0 0 226,-3 0 1,-1-2 220,1-1 0,-1 1-32,1 2 0,-1 0 9,1 0 0,2 0 10,-1 0 0,-1 0 23,-2 0 1,-2 1-36,2 1 1,0 0 138,-3 2 1,3-2-82,-3 2 0,1-2 140,-1 3 1,0-4 68,2 1 0,0 1 144,0-1-47,2 0-196,-2-2-52,6 0 0,0 0-68,6 0 1,0-2-110,3-3 0,3 0 66,0 1 0,2-2-121,0 2 1,1 0-14,1 0 0,0 2 114,2-2 1,-1 2-85,1 0 1,-2-1 43,0 1 0,2-1-8,0 1 1,0 2 3,-2-3 1,-1 3-227,-1 0 303,-2 0 1,-3 3 0,-2 1 1,-3 2 215,-5 0 1,-1 2 27,-6 1 0,1 2 33,0-3 0,-3 2-150,3-2 0,-2-1 106,2 2 1,-2-2-152,4-1 0,-1 1 41,3-1 1,2-2-27,-1 1 1,4-3-310,-1 2-247,1-2-1314,1 0 1605,0-7 1,0 3-120,0-5 198,0 2 1,-2-1 133,0-1 1,-3 1 60,0-1 1,0 1-25,-2 0 1,3-1 8,0 1 1,-1 0-75,-1 2 0,0-2 73,-1 2 0,3 1-11,0 1 1,2-2-124,-1 4 3,3-3 0,3 3-99,2 0 1,2 0 35,2 3 1,2-3-55,0 2 1,0-1 45,0-1 1,1 2-13,-1 0 0,0 1 67,0-3 0,0 0-6,-2 0 0,2 0 57,-3 0 0,1 0 340,-3 0-161,1 0 1,-3 0 61,0 0-77,-2 2 0,-2 0-61,-5 2 1,0-2 100,-2 3 0,0-3-59,-2 2 0,2 0 124,-1 0 1,1 1-168,0-3 1,3 3 3,0-1 0,2 0-560,-3 0 0,4-2 125,-1 2 318,1-2 0,30 1 0,6-3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8:09.1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443 321 8209,'-7'0'518,"1"0"0,-1 0-125,-2 0 1,1 0-112,-5 0 0,0 0 67,-6 0 1,0 0-173,-4-3 0,-1 0-1,-1-4 1,-1 0 54,0-1 1,1-2-27,2-3 1,-1 2-230,5 1 0,-2-1 117,4-2 0,2-2-407,0 0 1,1 0-24,1 2 1,1 1-169,2-1 0,3-2 213,5 0 1,4 0-84,2 2 0,5 1 100,2 1 1,0 0-27,0 5 1,1 1 237,-1 5 0,-2 0 7,2 0 0,-2 3 195,1 1 0,-4 5-112,1 1 0,-3 3 55,0 2 1,-1-1-41,-3 4 1,0-3 100,0 2 1,0-1-86,0 1 0,-2 2 12,0-2 1,-3-1 24,0 1 0,0 0-20,-2 0 0,2 1 90,0-3 0,0-1-45,3-3 0,0-2 109,2 0 1,3-4 0,1 1 1,3-3 152,1-1 1,0-2-179,3-2 1,-1-2-37,3-2 1,0-2-528,0 0 1,0 0-169,2-3 0,1 1-466,1-3 0,0 0 451,-3 0 541,3 0 0,16-17 0,4-4 0</inkml:trace>
  <inkml:trace contextRef="#ctx0" brushRef="#br0" timeOffset="301">501 110 7800,'-3'-8'729,"1"0"0,-1 3 192,1-1-474,2 1-152,-3 1 0,3 2 99,0 4 1,3 4-137,1 2 1,2 4 128,0-2 0,3 5-331,2 2 1,-1 1-188,1-1 0,-1 2-997,0-2 0,2 3 207,-1-1 1,-1 2-278,1-4 1,-1 1 1197,0-1 0,11 4 0,0-1 0</inkml:trace>
  <inkml:trace contextRef="#ctx0" brushRef="#br0" timeOffset="594">802 193 7800,'0'-6'30,"0"1"0,0 1 803,0-1-539,0 2-382,0 0 0,-3 6 230,-1 1 1,0 3 116,0 1 0,0 2-178,-3 3 0,2 2-1,0 0 1,0 1-175,3-1 1,-2 1-95,2 3 0,0-2-104,2-2 1,1-2 174,3 0 1,4-4 91,4-2 1,5-4 24,2-3 0,0-6-56,3-5 0,-3-2-40,-2-4 0,-4 0-13,-5-2 1,-3 0 12,-3 0 0,-5 2 114,-4 2-18,-2 2 0,-29-3 0,-7 0 0</inkml:trace>
  <inkml:trace contextRef="#ctx0" brushRef="#br0" timeOffset="1142">1116 257 7607,'0'-10'0,"0"2"78,0 0 1,0 2 574,0 0 1,-3-3-199,-1 1 1,-2-1 22,0 3 0,0 1-237,-1 1 1,-1 0-171,-1 0 0,-2 1 85,0 3 1,0 1-75,0 1 0,0 2-374,2 2 0,-2 3 231,3-1 1,0 4-555,4-2 0,-2 0 105,2 1 1,1-2-90,1 1 0,1-2 217,1 1 1,0-2-332,0-1 573,3 1 0,0-4 174,4-1 0,-1-1-123,1-1 0,-1 0 79,0 0 0,1-2 246,-1 0 1,3-3-136,-1 3 0,1-2 135,-3 2 0,3-1-3,-1 1 0,4 1 67,-1-1 1,-1 1-77,0 1 0,-1 0 73,1 0 0,1 4-180,2 2 1,-2 1-38,-1 1 0,-2 2-65,1 1 0,-1 1 114,-1 1 1,-2-2 104,-5-1 1,-3 0-6,-1 1 1,-6 0-49,-3-2 1,0-1-149,-4-1 0,2-3-138,-2 0 1,2-2-908,1 0 1,1-1 309,2-1 1,0-1-533,2-1 1234,1-2 0,10-16 0,2-5 0</inkml:trace>
  <inkml:trace contextRef="#ctx0" brushRef="#br0" timeOffset="1293">1245 231 7800,'2'7'543,"0"1"141,2 1 1,0 2-86,3 0 1,-1 1-250,1 1 1,0 0-137,1 0 1,-1-3-196,2 1 0,-4-2-222,-1 1 0,-2-2-743,3 1 946,-4-5 0,-1-13 0,-3-5 0</inkml:trace>
  <inkml:trace contextRef="#ctx0" brushRef="#br0" timeOffset="1426">1206 20 7800,'-2'-7'-1213,"0"1"804,0 2 409,2 2 0,8 19 0,3 4 0</inkml:trace>
  <inkml:trace contextRef="#ctx0" brushRef="#br0" timeOffset="1795">1450 219 7800,'-7'-7'0,"2"1"642,0-1 1,0 3-297,0 0 1,0 2-410,-2 0 1,3 2 233,0 0 1,0 0 18,-3 0 0,3 2-108,0 3 1,2-2-93,0 2 0,1-1 104,1 2 1,0 1-12,0-1 0,3 0-161,1 1 0,0 0 38,0 2 0,1-2-53,1 1 0,0 0-8,1 1 0,-1-2-198,1 4 0,-1-3 72,0 1 1,3 0-137,0-1 0,-1 3 92,-2-2 0,-1 1-14,-1-1 1,-3-1-23,2-1 1,-3-1-36,-3 1 0,-1-3 342,-4 0 0,-2-2 0,-3 0 0,0-2 0,-8-11 0,-3-3 0</inkml:trace>
  <inkml:trace contextRef="#ctx0" brushRef="#br0" timeOffset="2044">1482 65 7800,'3'-4'807,"-2"1"192,3 3 0,1 6-454,1 3 0,3 5 53,2 3 1,1 4-327,1 3 0,0 1-235,0 3 1,-3 1-460,1 1 0,-1-2 61,1-2 0,-3-4-148,-3-3 1,-3 0 3,-2-4 0,0-1-1740,0-3 1119,0-5 1126,-2-3 0,4-20 0,-2-5 0</inkml:trace>
  <inkml:trace contextRef="#ctx0" brushRef="#br0" timeOffset="2313">1495 212 7800,'-3'-6'744,"2"2"-449,-1-1 0,3 4 129,3-1 1,1 1-31,6 1 1,-1 0-99,3 0 0,3 3-313,1 1 0,2 3-1,3 1 1,-2 0 5,1 3 0,-1-3 127,-1 3 1,-3 0-13,-3 1 0,-3 1-18,-4 0 0,-2 0-16,1 0 1,-4 0-527,1-1 1,-2 1 230,-2 0 0,-1-3-873,-1-1 0,0-3 93,2-2 1006,1-1 0,4-23 0,4-5 0</inkml:trace>
  <inkml:trace contextRef="#ctx0" brushRef="#br0" timeOffset="2443">1719 90 7800,'-6'-10'0,"-1"-1"0,1 5 907,0 0-1022,2 4 115,1-1 0,9 17 0,1 4 0</inkml:trace>
  <inkml:trace contextRef="#ctx0" brushRef="#br0" timeOffset="2729">1912 264 7800,'-7'-6'0,"2"1"396,0 1 0,0 2 585,0 0 0,0 2-560,1 2 1,-2 2-147,2 5 1,0-1 417,0 3 1,3-1-236,-1 3 0,1 0-170,1 0 1,1 0-306,1 2 0,2-1-280,5 1 1,1-2-179,5-3 1,2 2-624,2-4 1,2 1-1795,1-3 2892,-1-2 0,1-10 0,1-5 0</inkml:trace>
  <inkml:trace contextRef="#ctx0" brushRef="#br0" timeOffset="3281">2252 116 7761,'-3'-4'556,"1"0"0,-1 1 840,0-1-1130,1 3 0,2 1 100,0 4 1,0 5 205,0 4 0,3 3-224,1 3 1,2 3-146,0 2 0,3 0-435,2 2 1,1-1-223,1-1 0,-2 1-528,-1-2 0,-2-2 484,1-1 0,-5-4-237,-2-3 0,-1-1-60,-1-1 795,0-5 0,-14-26 0,-4-8 0</inkml:trace>
  <inkml:trace contextRef="#ctx0" brushRef="#br0" timeOffset="3578">2258 116 7761,'0'-14'209,"0"1"1,0 2 349,0 1 1,3 3-295,1 5 1,5 1-222,1 1 0,3 2 98,-1 2 0,4 1 47,1 6 0,2 2-245,0 1 1,-1 4-206,0-1 1,-4 0-251,-3 0 0,-2-2 197,-2 2 0,-4-3-352,-3 1 0,-6-4 412,-5-3 0,-2 0 177,-1-2 1,-2-2 69,-1-2 0,-1-2 340,3 0 0,0 0 354,2 0-142,3 0 243,1 0-529,5 0 0,2 1 29,2 1 1,3 2-125,3 2 0,2 1-164,2-1 1,1 3-54,2-1 1,0 1-236,-1 0 0,3-2-13,0 2 1,3-2-175,-4-1 0,4-2-1028,-3 1 1503,0-4 0,9-9 0,3-7 0</inkml:trace>
  <inkml:trace contextRef="#ctx0" brushRef="#br0" timeOffset="3904">2598 308 7661,'6'-4'-50,"-2"0"0,2 2 388,-2 0 0,-1-1 537,2 1 1,-1 0-599,2-1 1,1 3-249,-1-2 1,1-2-106,-1 0 0,1 0-376,-1 0 1,0 0 174,1-3 1,-3-1-92,0-1 0,-2-2 152,0 3 1,-1-3 97,-1 3 0,-3-1 35,-2 3 0,0 0 140,-2 2 0,-2 1 331,-2 3 1,1 0 30,0 0 1,0 3 315,-1 4 0,0 2-300,2 4 1,1 0 73,1-1 0,1 4-631,2 1 0,1 0-297,3 0 0,1-1-485,1 1 0,2 1 414,5-3 0,1-1-310,3-3 1,2-2 799,0-5 0,34-13 0,6-5 0</inkml:trace>
  <inkml:trace contextRef="#ctx0" brushRef="#br0" timeOffset="4356">2893 199 7761,'4'-10'0,"-2"0"250,-2 2 1,0 1 1022,0-2-732,-2 2 0,-2 3-163,-2 0 1,-2 2-176,0 0 1,0 1-80,-3 1 0,1 2-106,0 1 0,-2 4 73,4-1 1,-1 2-100,0-2 1,3 3-55,-1-1 1,1 2-359,1-2 1,0 2-180,1 0 1,-1 0 101,3-1 1,0-2-582,2 1 837,0 0 0,3-3 146,1 0 1,4-3-40,0-2 1,4 0 177,-1 0 0,-2-2-98,2 0 0,-1-3 96,1 1 0,0-1 508,-2 1 0,2-1-93,-3 2 0,3-1 103,-3 2 0,2 0-198,-2 2 1,0 0 107,3 0 1,-1 1-243,3 1 0,-2 1-201,0 4 1,-1 2 101,3 2 0,-1 1-86,-1 1 1,-3 2-331,-3 0 1,-2 2 67,-3-2 0,-4 2-98,-2-2 0,-5-1-118,-6-3 1,0-2-408,-5-3 0,-1-1 254,0-1 588,1-3 0,-12-18 0,1-8 0</inkml:trace>
  <inkml:trace contextRef="#ctx0" brushRef="#br0" timeOffset="4937">2996 161 7764,'0'-6'1991,"0"-1"-1619,0 1 0,0 2-166,2 2 1,2 5 253,2 3 1,2 4-119,0 2 0,0 4-170,3 1 1,-3 0-50,3 0 1,-3-1-152,3 1 1,-3 1-103,1-3 0,-2 0-908,-1-2 445,-2 0-185,-1-3 493,-3-4 1,-1-4-62,-1-4 0,-1-2-168,-1-2 0,-1-1 84,2-2 1,1 2 191,-1-1 0,3-2 43,-2-1 0,1 1 0,1-1 0,1 3 195,1-3 0,-2 3 0,3 0 0,0 0 211,1 2 0,0 0 417,0 2 0,-2 1 795,3 3-988,-1 0 0,2 0-55,1 0 1,-2 5-34,0 2 0,1 0-115,1 0 0,-1 0-102,3 2 0,0-2-97,-1 1 1,4-3 73,-2 0 1,0-2-121,1 1 1,0-1 87,2-3 1,-3 0-163,1 0 0,-1 0-269,1-3 1,0 0 142,-2-4 1,-1 1-26,-1 0 0,-1-3-40,0 0 1,-2 1-179,-2 1 1,-1-1 81,-1-1 0,0 1-53,0 1 1,-3 1 164,-1 0 1,-2 2 319,0 2 0,-4 1 339,0 1 0,-2 0-190,2 0 0,-3 5 281,3 2 1,0 3-42,-1-2 1,3 4 533,0-2 1,1 4-503,0 1 1,4 0-245,0-2 1,3 1-490,3 1 1,1-2-313,4 2 1,2-4-610,3-3 1,2 0 421,0-2 1,1-2-1061,-1-2 1813,-2-4 0,9-13 0,-2-6 0</inkml:trace>
  <inkml:trace contextRef="#ctx0" brushRef="#br0" timeOffset="5220">3509 174 7764,'-7'-4'400,"1"1"139,0 0 1,-1 3-42,1-2 0,0 2 59,2 2 0,-2-1-232,2 3 0,0 1-119,0 4 1,2-2-290,0 2 1,2 1 9,0 0 1,0 0-4,0 1 0,0-2 217,2 1 0,0 0-32,2 1 1,0 0-55,3-2 1,-1 2-5,1-3 0,-2 3-252,0-3 0,0 1-279,-3-3 1,2 1-18,-2-1 0,0 1-82,-4-1 1,-2-2-369,-2 1 1,-4-4 946,0 1 0,-17-13 0,-3-3 0</inkml:trace>
  <inkml:trace contextRef="#ctx0" brushRef="#br0" timeOffset="5546">3605 174 8627,'-4'0'1418,"-1"0"0,3 2-1097,-2 0 1,2 3-420,-2-1 1,2 2 37,0 0 0,1 1-21,1-1 1,0 1 45,0 2 0,0-2-167,0 2 0,1-2 73,1-1 0,0 3-49,2-1 0,0 1 9,3-3 0,1 3 76,1-1 1,-1 1 573,-4-3 1,1 3-231,0-1 0,-2 1-85,2-3 0,-4 1-217,1-1 1,-2-2-164,-2 1 0,0-1-240,-5 2 1,2-1-606,-6-1 1,3-3 1058,-3 2 0,-6-11 0,-2-3 0</inkml:trace>
  <inkml:trace contextRef="#ctx0" brushRef="#br0" timeOffset="5763">3733 238 8156,'7'0'1163,"-1"3"1,0 2-500,-2 4 0,1 0 75,-3-3 1,0 3-700,-2-1 0,0 3-674,0-3 0,0 3-120,0-2 0,0-1-2499,0-1 3253,0-1 0,3-14 0,1-3 0</inkml:trace>
  <inkml:trace contextRef="#ctx0" brushRef="#br0" timeOffset="5871">3753 78 7764,'-7'-10'-410,"1"3"410,-1-1 0,-5 6 0,-1 3 0</inkml:trace>
  <inkml:trace contextRef="#ctx0" brushRef="#br0" timeOffset="6621">3983 283 7764,'0'-7'137,"0"2"1,-2 0 709,0 0 0,-2 3-305,2-2 0,-3 2-153,0-2 1,-1 2-91,-2 0 1,0 2-145,-3 2 0,3 0-136,0 2 0,-2 2 18,2 3 0,1 0-146,3 0 1,3-2 12,-1 4 1,1-3-257,1 1 1,0-2 113,0-1 0,1-2-353,1-2 271,1 1 0,4-2-136,-1 1 0,0-2-270,1-2 0,-1 1 268,1-4 0,-1 1 458,1-2 0,1 0-160,1 2 1,-1-2 159,-1 2 0,-1-2 551,0 0 1,3-1-85,0-2 0,-1 2 140,-2-2 1,1 2-130,-1 1 1,1 0 283,-1 2 1,-2-1 22,1 3-290,-1-1-305,2 3 0,-1 4 12,-1 2 1,-2 2-26,2 2 0,-2-1-90,0 2 1,1-1 11,-1 3 0,3 0-7,-1 0 0,0-1-196,0-1 1,-2 0 44,2-3 1,-2 1-358,0-3 194,2 1 144,-4-4-490,3 0 377,-3-8 0,0-2 139,0-4 1,0 0 63,0 2 1,0-1 123,0 1 0,0-1 79,0 1 0,3-2 281,1 0 1,2 1-15,0-1 1,1 3 259,2 0 0,1-1-255,3 3 0,2-1 73,0 5 1,0-1-291,0 3 1,-1 3-182,1 2 1,-2 1-170,0 3 0,-3-2-183,-1 4 1,-2 0-564,-1 2 0,-2-1-204,-2 1 1,-1-2-1050,-1 0 1,-1-1 2078,-1 3 0,-10 9 0,-5 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7:08:17.4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1436 116 7783,'0'-7'257,"0"1"0,-2-1 112,0 1 0,-1 2 342,1-1 1,1 3 326,-1-2-171,1 3-327,1-2 1,3 9-153,2 2 1,3 6-99,3 3 1,-1 3 96,3 4 1,-1 0-268,5 6 0,-2 1-204,3 3 1,-4 1-658,1 1 1,-5 1 161,-4-3 0,-1 1-224,-5-5 1,-2 0 343,-7-9 0,-3 0-191,-3-4 0,-1-2 124,3-5 1,0-3-452,4-5 977,1-1 0,4-27 0,1-6 0</inkml:trace>
  <inkml:trace contextRef="#ctx0" brushRef="#br0" timeOffset="842">1443 71 7783,'-7'-4'-2,"3"-1"179,0 3 0,-1 0-10,-1 2 0,2 0 0,-1 0 0,2 3 42,-1 1 0,-2 2-26,2 0 1,0 3-46,0 2 0,-1 2 16,-1 2 0,2-1-129,0 0 1,0 0 55,0-1 0,-1 0-126,3 0 0,-1-1 84,1-2 1,1-3-116,-1-2 171,1-4-41,1 2-70,0-9 1,1 1-101,1-5 0,-1-3 37,4-2 0,-3-1 72,2 1 1,0 1-3,0-3 1,2 0 11,-2 0 1,1 1 3,-1 1 1,2 1-11,-2-1 1,1 5 2,-1 1 0,1 2 3,-3 1 1,3 2-3,0 2 1,-2 1-5,2 1 0,-1 3-85,2 1 0,3 2-147,2 0 1,1 3 109,1 0 1,1 2 14,1 0 0,-1 1 55,3 1 1,-1-1 1,1-2 1,-1 3 57,-3-3 0,-2 2-54,-1 1 1,-5-1 12,0-1 1,-5 0 27,-2-2 1,-4-1 100,-5-4 1,-4 1-6,-2-3 1,-2 0 169,0-2 1,0 0-70,0 0 0,2 0 136,2-3 1,2 3-57,0-2 1,1-1-133,1 1 0,2-3-20,3 3 1,1-1-51,1 1 1,3 1-316,-2-3 106,3 2 0,3-3-255,1 3 1,2-1 118,0 1 0,3 1-39,2-4 0,1 3 51,1-2 1,2 0 73,0 0 1,0 0 4,-2 2 1,-1 2-271,-2-3 58,3 0 367,-6 2 1,-1-2 218,-4 1 1,-2 1 181,-2-1 0,-4 1 297,-5 1 1,-1-2-119,-1 0 1,-2 0-236,0 2 1,0-1-20,2-1 1,1 1-185,1-1 0,0 1-142,3 1 1,1 0 29,3 0-277,2 0 187,0 0 1,7 0-77,1 0 0,4 0 35,-2 0 1,4 0 228,-1 0 1,-1 0 162,0 0 1,-2-2-131,1 0 1,-2 0 308,-1 2-341,-2-3-162,-1 2 1,-4-2-191,-1 3 0,-4 0-488,-3 0 0,1 1-1708,2 1 2451,-1 2 0,-2 14 0,-1 2 0</inkml:trace>
  <inkml:trace contextRef="#ctx0" brushRef="#br0" timeOffset="1559">57 821 9754,'-3'7'706,"2"0"-584,-3 1 1,-1 2-159,-1 3 0,2 3 61,-1 1 1,4 0-124,-1 2 0,1-3-151,1 3 0,3-4 64,1 0 1,3-2-5,4-2 1,0-2-110,4-3 1,1-2-300,1-2 1,2-2 172,0-2 424,0-2 0,12-22 0,2-5 0</inkml:trace>
  <inkml:trace contextRef="#ctx0" brushRef="#br0" timeOffset="1769">64 789 7800,'-3'-4'0,"1"0"0,0 2 358,2-3 1,1 4 538,1-1 0,4 1-770,5 1 0,1 0-210,1 0 1,5 0-344,1 0 1,3 0 71,-1 0 0,-1 3-571,1 1 925,-1-1 0,-3 3 0,-2-3 0</inkml:trace>
  <inkml:trace contextRef="#ctx0" brushRef="#br0" timeOffset="1918">6 860 7800,'-4'0'849,"2"0"-1439,4 0 0,5 2 304,6 0 0,6 0 286,4-2 0,51 0 0,12 0 0</inkml:trace>
  <inkml:trace contextRef="#ctx0" brushRef="#br0" timeOffset="2127">500 802 7800,'-7'0'949,"1"0"0,0 3-309,2 1 1,-2 2-162,2 0 0,-4 4-224,0 0 0,-2 3-55,2 2 1,0-1-270,-3 3 1,3-2-347,-3 2 1,3-2-253,0 3 1,0-4 421,2 1 0,2-5-1982,-1-1 2227,1-2 0,-2-12 0,-1-3 0</inkml:trace>
  <inkml:trace contextRef="#ctx0" brushRef="#br0" timeOffset="2302">314 853 8190,'0'-6'1520,"0"2"-985,0 2 0,3 2-236,1 0 1,4 3 27,3 3 1,1 4-308,1 5 0,3 0-328,1 2 1,-1-2-421,-2 2 1,1-2 68,0 2 1,-1-3 658,3 1 0,20-4 0,7-2 0</inkml:trace>
  <inkml:trace contextRef="#ctx0" brushRef="#br0" timeOffset="2435">654 988 9634,'-1'-4'-1095,"-1"2"311,1 2 1,-4-1 783,3-1 0,-6-7 0,1-5 0</inkml:trace>
  <inkml:trace contextRef="#ctx0" brushRef="#br0" timeOffset="2543">628 860 7800,'-1'-7'356,"-1"1"-356,1 2 0,-1 4 0,2 4 0</inkml:trace>
  <inkml:trace contextRef="#ctx0" brushRef="#br0" timeOffset="2955">929 808 7898,'-2'-6'589,"0"0"171,-3-1 1024,5 4-1325,-3 0 0,3 3-253,0 3 1,0 1-127,0 4 0,0 0-71,0 3 1,0 0-266,3 4 1,-2-1 86,3 1 1,-2-2-176,0 0 0,1 0-556,-1 0 0,0-1 361,-2-1 1,0 0-142,0-2 1,0-1 13,0-1 666,0-4 0,0 0 0,-9-23 0,-1-5 0</inkml:trace>
  <inkml:trace contextRef="#ctx0" brushRef="#br0" timeOffset="3339">910 828 7800,'0'-13'357,"0"1"193,0 1 0,1 0-268,1 2 1,0 1-65,2 1 1,-2 1-64,2-1 0,0 3-145,3 0 0,-1 2 44,1 0 0,-1 4 191,1 3 1,1 0-24,1 2 1,1 3-93,-1 3 1,2 0-125,-3 4 0,3-3 6,-3 1 0,1 0-162,-3-2 0,1 1-49,2-3 1,-4 1-204,1-2 1,-1-1 80,2-5 0,-1-1-67,1-3 1,-3 0-85,0 0 1,0-3 185,0-1 0,2-3 104,-2-1 0,2 0 186,0-3 1,0 3 308,-2-3 1,2 2-13,-2-1 1,2 2 274,0-1 0,-1 0 150,-1 1 1,-1-3-303,2 2 1,0-1-23,0 1 0,-3-2 58,1 3 0,-1-4-9,1 2 0,-1 0-176,-2 2 0,0-1-34,0 0 1,0 1-99,0 1 0,0 3-129,0 0 1,0 1-277,0-1-782,0 3-2660,0-2 2186,0 9 1,0-2 1517,0 4 0,-9 17 0,-2 2 0</inkml:trace>
  <inkml:trace contextRef="#ctx0" brushRef="#br0" timeOffset="3855">1257 866 7800,'3'1'-137,"0"0"362,0 1 1,-2 1 44,4-3 0,-3 0-71,2 0 0,-2 0 26,2 0 0,1 0-64,1 0 1,1 0-78,-1 0 0,2-3 35,1 1 0,0-3-178,-3 1 1,0-2-80,1 0 1,-1 1 36,-2-1 0,1 1-108,-3-4 1,0 2 27,-2 0 145,0 1 1,-1 0 58,-1 2 1,-1-1-2,-4 3 1,1 0 238,-1 2 1,1 3 46,0 1 0,-1 2 56,1 3 0,1-1-134,1 2 0,1-1-51,-2 2 0,2-1-164,1 0 0,1 2-360,-1-1 1,2 1 186,2 1 0,2 0-55,5 0 0,-1-3-628,5 1 0,-1-5 144,5 0 1,0-4 116,0 0 1,1-4 579,0-5 0,-3 1 0,1-21 0,-3 0 0</inkml:trace>
  <inkml:trace contextRef="#ctx0" brushRef="#br0" timeOffset="4239">1500 834 7800,'0'-10'249,"0"-1"0,0 2 0,0 1 861,0 1-330,0 1-299,0 2-240,0 1 0,1 4-75,1 1 1,-1 2 25,1 2 0,-1 1 14,-1 2 1,2 1-147,0 3 1,2-3-186,-2 1 1,3 0-15,0 2 0,-2-1-74,2-2 1,-1 2-34,2-1 1,1-2-202,-1 0 0,-2 0 183,1-3 1,-1 2-36,2-4 0,1-1 27,-1-1 0,1-2-36,-1-2 1,0-2-247,1-2 1,-1-3 283,1-2 0,-3 1 242,0-1 1,-2 1 118,3 0 0,-4-2 383,1 4 0,-1-3-117,-1 2 1,0-1 1087,0 1-838,0-2 0,0 4 27,0-2-220,0 5-366,0 1-490,0 3 274,3 6 1,0 0-251,1 5 1,2 0 65,-2-2 1,-1 2-275,2 0 0,-1 0 148,2 0 1,1 0-144,-1-2 0,1-1 621,-1-1 0,0-1 0,1 1 0,-1-4 0,1-1 0,0-1 0,1-1 0,-1-3 0,0-12 0,-4-5 0</inkml:trace>
  <inkml:trace contextRef="#ctx0" brushRef="#br0" timeOffset="4539">1783 841 7800,'0'-7'2,"0"1"1,0-1-1,0 1 297,2-1 0,-1 1 458,1 0 1,-1 1-268,-1 1 1,1 3 384,1-2-740,-1 3-160,1 0 1,1 3-59,-1 1 0,1 2 52,-1 3 0,-2 1-110,3 3 1,-2-3 26,1 1 1,-1 0-305,1 2 0,-1-1 202,-1-2 1,2 2-43,0-4 0,1 2 339,-1-2 1,-1-3 328,1 2 0,-1-3 1203,1 0-891,-1-1-345,5-3 0,-3-5-62,4-1 1,-3-4-140,0 1 1,1-2-186,1 0 0,1-2-285,2-2 1,-2 2-868,1-2 1,2 1 142,1 1 1,1 1-256,1 1 0,0 2 875,0 3 1,-1 2 397,-2 2 0,11 10 0,0 3 0</inkml:trace>
  <inkml:trace contextRef="#ctx0" brushRef="#br0" timeOffset="5112">2084 789 7800,'0'-4'2577,"0"0"-2258,0-1-169,0 2 0,-1 0-156,-1 3 0,1 3-412,-4 1 1,1 2 169,-2 0 0,0 3-54,2-1 1,-1 3 125,3-2 1,-3 2-146,3 0 0,-2-1 12,2 0 0,0-2-53,2 1 0,0-2-22,0-1 191,0 1 0,3-2 176,1 0 0,0-3 32,3-2 0,-2-2-72,3-3 1,0 0 57,0-2 1,0 1-2,0-1 0,1 0 113,0-1 1,0 0 153,-3-3 0,0 1-30,1-3 0,-1 2 90,1 0 1,-3 1 230,0 0 1,-2 0 204,0 4-298,-2 0-205,0 2 1,0 2-42,0 4 1,0 2-328,0 2 0,-2 1-468,0 2 1,0-2 286,2 4 0,0-2-137,0 1 1,-2-1 174,0 2 1,0-3 41,2 3 1,0-3 87,0 0 0,2-1-48,3 0 1,-2-1-12,2-2 1,-1 1 86,2-3 1,3 0 77,-1-2 0,3-2-16,-2 0 0,2-4 159,0 0 1,0-1-29,0-4 1,1 2-28,-1-4 0,-1 1 126,0-3 1,-2-1-22,1-1 0,0-2 141,-1-3 1,0-1 10,-3-2 0,0-1 128,-3 0 1,0 1-20,-2-1 1,0 3 101,0 2 0,-2 5 145,0 3 0,-3 3 176,3 3-534,-3 4 0,4 3-71,-1 4 1,2 5-1,0 1 1,0 3-109,0 2 1,0 4-103,0 2 1,0 3-188,0 0 1,0 0-502,0 0 1,0-2-230,0 0 0,0-2-2221,0 4 3091,-3-3 0,-15 9 0,-6 0 0</inkml:trace>
  <inkml:trace contextRef="#ctx0" brushRef="#br0" timeOffset="5854">962 1136 7800,'0'-7'663,"0"1"1,0 1 92,0 1-382,0 3 1087,0-2-1174,0 11 1,0 0-44,0 7 1,0 0-95,0-1 1,0 3-58,0 2 0,0 1-191,0 1 1,0-3-2,0 2 0,0-3-252,0 0 1,0-2 37,0-2 1,0-3-1026,0-1 136,-3-5 256,2-1 0,-2-9 480,3-2 1,0-4 465,0-1 0,-1-2 0,-1 0 0,2-2-87,-3 0 1,3-1 86,0 1 0,0-2 112,0 2 0,2-2 123,0 0 0,1 3 112,-1 1 0,-1 1 405,4 1 0,-4 4 229,1 0-664,2 5 0,-1 2-273,1 4 0,2 2 34,-2 5 0,2 1-92,3 5 0,-1 2 27,2 2 0,-1 2-171,2 1 1,-1 0 66,3-1 0,2-1-95,0 1 0,0-3 2,-2-1 1,0-5 145,0-2 0,-1-2 63,-2-4 1,0-2 250,-4-4 0,0-2 452,-2-5 0,2-4-423,-2-4 1,-1-2 41,-1 0 0,-1-2-320,2-1 0,-3-1-255,2 2 0,-1-1-842,-1 3 1,-2 0 310,0 2 0,0 0-686,2 4 1445,0 2 0,-6 22 0,-1 4 0</inkml:trace>
  <inkml:trace contextRef="#ctx0" brushRef="#br0" timeOffset="6162">1289 1251 7800,'6'0'215,"1"1"159,-1 1 0,-2-1-136,0 1 1,1-2 239,1 0-368,1 0 0,-1-2 48,0 0 1,1-3-122,-1 1 0,0-3 64,-2-1 1,1 1-156,-3-2 0,0 0 98,-2 0 1,0 1-146,0 1 0,0 1-89,0 0 0,-2 0 55,-3 2 1,0 1 12,-2 3 0,1 0 137,-1 0 0,1 3 3,0 1 1,-1 4 18,1 0 0,0 4 74,2-2 1,1 3-170,3-1 1,0 1 2,0 0 1,1 0-483,1 0 1,4-1-3,5 1 0,3-1-141,1-1 1,3-2 679,-1-5 0,-1-1 0,2-3 0,1-17 0,4-5 0</inkml:trace>
  <inkml:trace contextRef="#ctx0" brushRef="#br0" timeOffset="6396">1520 1071 7800,'-3'-12'0,"1"2"457,-2 1 751,3 2-860,-2 3 0,1 2-44,-1 4 0,1 3 146,2 3 0,1 3-211,1 4 1,0 1-157,2 3 0,-1 1 72,2-1 1,0 0-78,0 0 0,0 1 52,2-1 1,-3 0-157,0 0 0,-1-1-487,1-1 1,-1-3-145,2 1 1,-3-2-1528,-2-3 882,3 0 209,-2-7 1093,2 0 0,-6-29 0,-1-6 0</inkml:trace>
  <inkml:trace contextRef="#ctx0" brushRef="#br0" timeOffset="6943">1462 1155 7800,'0'-7'0,"2"3"559,0 0 0,3 2-235,-1 0 1,3 2 10,1 0 0,2 0-227,3 0 1,2 0-104,0 2 1,2 2-8,-2 2 0,1 1-1,-1-1 0,-4 3-42,-1-1 0,-2 3-124,-2-2 0,1 1-140,-1-1 0,-2 1 131,-2-1 1,-1 0 119,-1 0 1,0-2-80,0 2 1,0-2-57,0-1 0,2-2-84,0 1 24,3-4 201,-1 2 1,2-3 8,0 0-1,-1-2-148,-1 0 0,-1-4 150,2 0 1,0-1 110,0-1 0,-2-2-18,2 2 0,-3-4 230,2 2 0,-2 0-118,2-1 0,-1 2 43,1-1-1,-3 2-83,1-1-33,2 2 0,-3 3-64,1 0-162,-1 2 1,-1 5 130,0 6 1,0-1-18,0 1 0,0 1-29,0 0 1,0 0-8,0 1 1,0-2 31,0 1 1,0-2 1,0 1 0,0-1 12,2 0 0,0-3-3,2 2 0,0-3-13,3 0 0,0-1 51,1-3 0,0 0 13,0 0 0,1-5 189,0-1 1,2-3 339,-3 0 1,1-1-159,-3-2 0,0-1 83,-2 0 0,1 0-466,-3 0 1,0 0-493,-2-2 1,0 3-814,0 0 1282,-2 0 0,-16 11 0,-7 2 0</inkml:trace>
  <inkml:trace contextRef="#ctx0" brushRef="#br0" timeOffset="7564">2026 1200 7800,'0'-6'536,"-3"2"0,2-1-257,-3 3-47,-1-1 0,-2 3 0,-1 0 1,1 3-120,-2-1 1,2 3-128,1-1 1,-1 4 65,1 0 1,0 3-156,2-2 0,1 1-67,3-1 0,0 2-480,0-3 1,0 1 259,0-3 0,3 0 204,1-2 0,2-1 186,0-3 0,1-1-2,2-1 0,-2-2 228,2-2 1,-2 0 1,-1-1 0,-2 0 159,1-1 1,-3 0-165,2 0 1,-3 1-24,2 0 0,-1 1-245,1 0 0,-1-1 47,-2 1 0,2-1-220,0 1 151,3-1 0,-4 2-334,4 0 174,-1 3 152,2 2 0,0 2 30,-2 3 0,2 0 10,-2 2 1,0 1 174,0 1 1,0 2-42,0 0 0,2 1-84,-2 1 1,0 0-4,0 0 0,-2-3 25,2-2 299,-2 2 1,1-3 1199,-1-1-1085,-1-2 0,2-5 75,-3-1 0,1-2-71,1-2 0,-1-3-171,3 1 0,0-4-275,0 2 0,1 0-18,-3-1 1,3 2-154,0-1 0,0-1-364,-1-2 0,2 3-749,-2 2 1,1-2 329,-1 2 0,3-3-1324,-1 3 2269,0-1 0,24 0 0,1-1 0</inkml:trace>
  <inkml:trace contextRef="#ctx0" brushRef="#br0" timeOffset="7780">2276 1039 7800,'0'-6'1802,"0"0"-1038,0-1-128,0 4-262,0 0 1,0 3-117,0 3 1,1 1 146,1 4 1,0 2-115,2 3 1,-2 3-205,2 1 1,1 1-169,1 2 1,-2 0-388,1 1 0,-2-1-71,2 1 0,-2-1-670,-1-3 0,-1 1 477,1-3 0,-1-1 732,-1-4 0,-6-15 0,-1-6 0</inkml:trace>
  <inkml:trace contextRef="#ctx0" brushRef="#br0" timeOffset="8047">2418 1110 7800,'-5'0'577,"1"0"0,2 0 355,-2 0-519,-1 0 0,-1 1-105,0 1 0,-2-1 52,0 3 1,3 1-154,-2 1 0,3 1 25,0-1 0,-1 3-253,3-1 1,0 3-37,4 0 0,3 1-591,3-2 1,2 2-27,3-4 1,0 2-349,0-3 0,2 0 424,0-2 0,2-2 598,-2-1 0,20-22 0,2-4 0</inkml:trace>
  <inkml:trace contextRef="#ctx0" brushRef="#br0" timeOffset="8366">2616 1110 7800,'0'-4'383,"0"0"448,-2 1 1,0-1-377,-2 2 1,2 0-203,-3 2 0,3 0 282,-2 0-119,0 0 1,-3 0-140,1 3 1,2-2-87,-1 3 1,4 0-139,-1 3 1,-1 1-99,1 1 1,0 0-61,2-3 1,3 1-78,1 2 0,0-2-205,3 4 0,-3-3 114,5 1 0,1 1-169,1 0 1,-2 0 266,0 1 1,-2-3 0,-1 0 0,-2 2 587,1-2 1,-4 1-55,1 0 1,-4-4 158,-2 1 0,-5-3-594,-1 1 0,-3-2-426,-2 0 0,0-1-300,-2-1 1,2 0 801,-2 0 0,-11-12 0,-6-2 0</inkml:trace>
  <inkml:trace contextRef="#ctx0" brushRef="#br0" timeOffset="8964">2129 776 7847,'0'-4'1177,"0"0"-501,0 2-387,0-3-171,0 4-49,0-2 0,-11 17 0,-4 4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83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9/25/26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9/25/26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9/25/26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9/25/26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9/25/26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9/25/26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9/25/26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9/25/26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9/25/26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9/25/26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9/25/26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23.png"/><Relationship Id="rId26" Type="http://schemas.openxmlformats.org/officeDocument/2006/relationships/image" Target="../media/image27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31.png"/><Relationship Id="rId42" Type="http://schemas.openxmlformats.org/officeDocument/2006/relationships/image" Target="../media/image35.png"/><Relationship Id="rId7" Type="http://schemas.openxmlformats.org/officeDocument/2006/relationships/customXml" Target="../ink/ink3.xml"/><Relationship Id="rId2" Type="http://schemas.openxmlformats.org/officeDocument/2006/relationships/image" Target="../media/image15.png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11" Type="http://schemas.openxmlformats.org/officeDocument/2006/relationships/customXml" Target="../ink/ink5.xml"/><Relationship Id="rId24" Type="http://schemas.openxmlformats.org/officeDocument/2006/relationships/image" Target="../media/image26.png"/><Relationship Id="rId32" Type="http://schemas.openxmlformats.org/officeDocument/2006/relationships/image" Target="../media/image30.png"/><Relationship Id="rId37" Type="http://schemas.openxmlformats.org/officeDocument/2006/relationships/customXml" Target="../ink/ink18.xml"/><Relationship Id="rId40" Type="http://schemas.openxmlformats.org/officeDocument/2006/relationships/image" Target="../media/image3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8.png"/><Relationship Id="rId36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36.png"/><Relationship Id="rId4" Type="http://schemas.openxmlformats.org/officeDocument/2006/relationships/image" Target="../media/image16.png"/><Relationship Id="rId9" Type="http://schemas.openxmlformats.org/officeDocument/2006/relationships/customXml" Target="../ink/ink4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Relationship Id="rId27" Type="http://schemas.openxmlformats.org/officeDocument/2006/relationships/customXml" Target="../ink/ink13.xml"/><Relationship Id="rId30" Type="http://schemas.openxmlformats.org/officeDocument/2006/relationships/image" Target="../media/image29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8" Type="http://schemas.openxmlformats.org/officeDocument/2006/relationships/image" Target="../media/image18.png"/><Relationship Id="rId3" Type="http://schemas.openxmlformats.org/officeDocument/2006/relationships/customXml" Target="../ink/ink1.xml"/><Relationship Id="rId12" Type="http://schemas.openxmlformats.org/officeDocument/2006/relationships/image" Target="../media/image2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.xml"/><Relationship Id="rId21" Type="http://schemas.openxmlformats.org/officeDocument/2006/relationships/image" Target="../media/image20.png"/><Relationship Id="rId42" Type="http://schemas.openxmlformats.org/officeDocument/2006/relationships/customXml" Target="../ink/ink42.xml"/><Relationship Id="rId47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customXml" Target="../ink/ink55.xml"/><Relationship Id="rId84" Type="http://schemas.openxmlformats.org/officeDocument/2006/relationships/customXml" Target="../ink/ink63.xml"/><Relationship Id="rId89" Type="http://schemas.openxmlformats.org/officeDocument/2006/relationships/image" Target="../media/image74.png"/><Relationship Id="rId112" Type="http://schemas.openxmlformats.org/officeDocument/2006/relationships/customXml" Target="../ink/ink77.xml"/><Relationship Id="rId16" Type="http://schemas.openxmlformats.org/officeDocument/2006/relationships/customXml" Target="../ink/ink29.xml"/><Relationship Id="rId107" Type="http://schemas.openxmlformats.org/officeDocument/2006/relationships/image" Target="../media/image83.png"/><Relationship Id="rId11" Type="http://schemas.openxmlformats.org/officeDocument/2006/relationships/image" Target="../media/image41.png"/><Relationship Id="rId32" Type="http://schemas.openxmlformats.org/officeDocument/2006/relationships/customXml" Target="../ink/ink37.xml"/><Relationship Id="rId37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customXml" Target="../ink/ink50.xml"/><Relationship Id="rId74" Type="http://schemas.openxmlformats.org/officeDocument/2006/relationships/customXml" Target="../ink/ink58.xml"/><Relationship Id="rId79" Type="http://schemas.openxmlformats.org/officeDocument/2006/relationships/image" Target="../media/image69.png"/><Relationship Id="rId102" Type="http://schemas.openxmlformats.org/officeDocument/2006/relationships/customXml" Target="../ink/ink72.xml"/><Relationship Id="rId5" Type="http://schemas.openxmlformats.org/officeDocument/2006/relationships/image" Target="../media/image38.png"/><Relationship Id="rId90" Type="http://schemas.openxmlformats.org/officeDocument/2006/relationships/customXml" Target="../ink/ink66.xml"/><Relationship Id="rId95" Type="http://schemas.openxmlformats.org/officeDocument/2006/relationships/image" Target="../media/image77.png"/><Relationship Id="rId22" Type="http://schemas.openxmlformats.org/officeDocument/2006/relationships/customXml" Target="../ink/ink32.xml"/><Relationship Id="rId27" Type="http://schemas.openxmlformats.org/officeDocument/2006/relationships/image" Target="../media/image43.png"/><Relationship Id="rId43" Type="http://schemas.openxmlformats.org/officeDocument/2006/relationships/image" Target="../media/image51.png"/><Relationship Id="rId48" Type="http://schemas.openxmlformats.org/officeDocument/2006/relationships/customXml" Target="../ink/ink45.xml"/><Relationship Id="rId64" Type="http://schemas.openxmlformats.org/officeDocument/2006/relationships/customXml" Target="../ink/ink53.xml"/><Relationship Id="rId69" Type="http://schemas.openxmlformats.org/officeDocument/2006/relationships/image" Target="../media/image64.png"/><Relationship Id="rId113" Type="http://schemas.openxmlformats.org/officeDocument/2006/relationships/image" Target="../media/image86.png"/><Relationship Id="rId80" Type="http://schemas.openxmlformats.org/officeDocument/2006/relationships/customXml" Target="../ink/ink61.xml"/><Relationship Id="rId85" Type="http://schemas.openxmlformats.org/officeDocument/2006/relationships/image" Target="../media/image72.png"/><Relationship Id="rId12" Type="http://schemas.openxmlformats.org/officeDocument/2006/relationships/customXml" Target="../ink/ink27.xml"/><Relationship Id="rId17" Type="http://schemas.openxmlformats.org/officeDocument/2006/relationships/image" Target="../media/image18.png"/><Relationship Id="rId33" Type="http://schemas.openxmlformats.org/officeDocument/2006/relationships/image" Target="../media/image46.png"/><Relationship Id="rId38" Type="http://schemas.openxmlformats.org/officeDocument/2006/relationships/customXml" Target="../ink/ink40.xml"/><Relationship Id="rId59" Type="http://schemas.openxmlformats.org/officeDocument/2006/relationships/image" Target="../media/image59.png"/><Relationship Id="rId103" Type="http://schemas.openxmlformats.org/officeDocument/2006/relationships/image" Target="../media/image81.png"/><Relationship Id="rId108" Type="http://schemas.openxmlformats.org/officeDocument/2006/relationships/customXml" Target="../ink/ink75.xml"/><Relationship Id="rId54" Type="http://schemas.openxmlformats.org/officeDocument/2006/relationships/customXml" Target="../ink/ink48.xml"/><Relationship Id="rId70" Type="http://schemas.openxmlformats.org/officeDocument/2006/relationships/customXml" Target="../ink/ink56.xml"/><Relationship Id="rId75" Type="http://schemas.openxmlformats.org/officeDocument/2006/relationships/image" Target="../media/image67.png"/><Relationship Id="rId91" Type="http://schemas.openxmlformats.org/officeDocument/2006/relationships/image" Target="../media/image75.png"/><Relationship Id="rId96" Type="http://schemas.openxmlformats.org/officeDocument/2006/relationships/customXml" Target="../ink/ink69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4.xml"/><Relationship Id="rId15" Type="http://schemas.openxmlformats.org/officeDocument/2006/relationships/image" Target="../media/image16.png"/><Relationship Id="rId23" Type="http://schemas.openxmlformats.org/officeDocument/2006/relationships/image" Target="../media/image21.png"/><Relationship Id="rId28" Type="http://schemas.openxmlformats.org/officeDocument/2006/relationships/customXml" Target="../ink/ink35.xml"/><Relationship Id="rId36" Type="http://schemas.openxmlformats.org/officeDocument/2006/relationships/customXml" Target="../ink/ink39.xml"/><Relationship Id="rId49" Type="http://schemas.openxmlformats.org/officeDocument/2006/relationships/image" Target="../media/image54.png"/><Relationship Id="rId57" Type="http://schemas.openxmlformats.org/officeDocument/2006/relationships/image" Target="../media/image58.png"/><Relationship Id="rId106" Type="http://schemas.openxmlformats.org/officeDocument/2006/relationships/customXml" Target="../ink/ink74.xml"/><Relationship Id="rId114" Type="http://schemas.openxmlformats.org/officeDocument/2006/relationships/customXml" Target="../ink/ink78.xml"/><Relationship Id="rId10" Type="http://schemas.openxmlformats.org/officeDocument/2006/relationships/customXml" Target="../ink/ink26.xml"/><Relationship Id="rId31" Type="http://schemas.openxmlformats.org/officeDocument/2006/relationships/image" Target="../media/image45.png"/><Relationship Id="rId44" Type="http://schemas.openxmlformats.org/officeDocument/2006/relationships/customXml" Target="../ink/ink43.xml"/><Relationship Id="rId52" Type="http://schemas.openxmlformats.org/officeDocument/2006/relationships/customXml" Target="../ink/ink47.xml"/><Relationship Id="rId60" Type="http://schemas.openxmlformats.org/officeDocument/2006/relationships/customXml" Target="../ink/ink51.xml"/><Relationship Id="rId65" Type="http://schemas.openxmlformats.org/officeDocument/2006/relationships/image" Target="../media/image62.png"/><Relationship Id="rId73" Type="http://schemas.openxmlformats.org/officeDocument/2006/relationships/image" Target="../media/image66.png"/><Relationship Id="rId78" Type="http://schemas.openxmlformats.org/officeDocument/2006/relationships/customXml" Target="../ink/ink60.xml"/><Relationship Id="rId81" Type="http://schemas.openxmlformats.org/officeDocument/2006/relationships/image" Target="../media/image70.png"/><Relationship Id="rId86" Type="http://schemas.openxmlformats.org/officeDocument/2006/relationships/customXml" Target="../ink/ink64.xml"/><Relationship Id="rId94" Type="http://schemas.openxmlformats.org/officeDocument/2006/relationships/customXml" Target="../ink/ink68.xml"/><Relationship Id="rId99" Type="http://schemas.openxmlformats.org/officeDocument/2006/relationships/image" Target="../media/image79.png"/><Relationship Id="rId101" Type="http://schemas.openxmlformats.org/officeDocument/2006/relationships/image" Target="../media/image80.png"/><Relationship Id="rId4" Type="http://schemas.openxmlformats.org/officeDocument/2006/relationships/customXml" Target="../ink/ink23.xml"/><Relationship Id="rId9" Type="http://schemas.openxmlformats.org/officeDocument/2006/relationships/image" Target="../media/image40.png"/><Relationship Id="rId13" Type="http://schemas.openxmlformats.org/officeDocument/2006/relationships/image" Target="../media/image42.png"/><Relationship Id="rId18" Type="http://schemas.openxmlformats.org/officeDocument/2006/relationships/customXml" Target="../ink/ink30.xml"/><Relationship Id="rId39" Type="http://schemas.openxmlformats.org/officeDocument/2006/relationships/image" Target="../media/image49.png"/><Relationship Id="rId109" Type="http://schemas.openxmlformats.org/officeDocument/2006/relationships/image" Target="../media/image84.png"/><Relationship Id="rId34" Type="http://schemas.openxmlformats.org/officeDocument/2006/relationships/customXml" Target="../ink/ink38.xml"/><Relationship Id="rId50" Type="http://schemas.openxmlformats.org/officeDocument/2006/relationships/customXml" Target="../ink/ink46.xml"/><Relationship Id="rId55" Type="http://schemas.openxmlformats.org/officeDocument/2006/relationships/image" Target="../media/image57.png"/><Relationship Id="rId76" Type="http://schemas.openxmlformats.org/officeDocument/2006/relationships/customXml" Target="../ink/ink59.xml"/><Relationship Id="rId97" Type="http://schemas.openxmlformats.org/officeDocument/2006/relationships/image" Target="../media/image78.png"/><Relationship Id="rId104" Type="http://schemas.openxmlformats.org/officeDocument/2006/relationships/customXml" Target="../ink/ink73.xml"/><Relationship Id="rId7" Type="http://schemas.openxmlformats.org/officeDocument/2006/relationships/image" Target="../media/image39.png"/><Relationship Id="rId71" Type="http://schemas.openxmlformats.org/officeDocument/2006/relationships/image" Target="../media/image65.png"/><Relationship Id="rId92" Type="http://schemas.openxmlformats.org/officeDocument/2006/relationships/customXml" Target="../ink/ink67.xml"/><Relationship Id="rId2" Type="http://schemas.openxmlformats.org/officeDocument/2006/relationships/customXml" Target="../ink/ink22.xml"/><Relationship Id="rId29" Type="http://schemas.openxmlformats.org/officeDocument/2006/relationships/image" Target="../media/image44.png"/><Relationship Id="rId24" Type="http://schemas.openxmlformats.org/officeDocument/2006/relationships/customXml" Target="../ink/ink33.xml"/><Relationship Id="rId40" Type="http://schemas.openxmlformats.org/officeDocument/2006/relationships/customXml" Target="../ink/ink41.xml"/><Relationship Id="rId45" Type="http://schemas.openxmlformats.org/officeDocument/2006/relationships/image" Target="../media/image52.png"/><Relationship Id="rId66" Type="http://schemas.openxmlformats.org/officeDocument/2006/relationships/customXml" Target="../ink/ink54.xml"/><Relationship Id="rId87" Type="http://schemas.openxmlformats.org/officeDocument/2006/relationships/image" Target="../media/image73.png"/><Relationship Id="rId110" Type="http://schemas.openxmlformats.org/officeDocument/2006/relationships/customXml" Target="../ink/ink76.xml"/><Relationship Id="rId115" Type="http://schemas.openxmlformats.org/officeDocument/2006/relationships/image" Target="../media/image87.png"/><Relationship Id="rId61" Type="http://schemas.openxmlformats.org/officeDocument/2006/relationships/image" Target="../media/image60.png"/><Relationship Id="rId82" Type="http://schemas.openxmlformats.org/officeDocument/2006/relationships/customXml" Target="../ink/ink62.xml"/><Relationship Id="rId19" Type="http://schemas.openxmlformats.org/officeDocument/2006/relationships/image" Target="../media/image19.png"/><Relationship Id="rId14" Type="http://schemas.openxmlformats.org/officeDocument/2006/relationships/customXml" Target="../ink/ink28.xml"/><Relationship Id="rId30" Type="http://schemas.openxmlformats.org/officeDocument/2006/relationships/customXml" Target="../ink/ink36.xml"/><Relationship Id="rId35" Type="http://schemas.openxmlformats.org/officeDocument/2006/relationships/image" Target="../media/image47.png"/><Relationship Id="rId56" Type="http://schemas.openxmlformats.org/officeDocument/2006/relationships/customXml" Target="../ink/ink49.xml"/><Relationship Id="rId77" Type="http://schemas.openxmlformats.org/officeDocument/2006/relationships/image" Target="../media/image68.png"/><Relationship Id="rId100" Type="http://schemas.openxmlformats.org/officeDocument/2006/relationships/customXml" Target="../ink/ink71.xml"/><Relationship Id="rId105" Type="http://schemas.openxmlformats.org/officeDocument/2006/relationships/image" Target="../media/image82.png"/><Relationship Id="rId8" Type="http://schemas.openxmlformats.org/officeDocument/2006/relationships/customXml" Target="../ink/ink25.xml"/><Relationship Id="rId51" Type="http://schemas.openxmlformats.org/officeDocument/2006/relationships/image" Target="../media/image55.png"/><Relationship Id="rId72" Type="http://schemas.openxmlformats.org/officeDocument/2006/relationships/customXml" Target="../ink/ink57.xml"/><Relationship Id="rId93" Type="http://schemas.openxmlformats.org/officeDocument/2006/relationships/image" Target="../media/image76.png"/><Relationship Id="rId98" Type="http://schemas.openxmlformats.org/officeDocument/2006/relationships/customXml" Target="../ink/ink70.xml"/><Relationship Id="rId3" Type="http://schemas.openxmlformats.org/officeDocument/2006/relationships/image" Target="../media/image37.png"/><Relationship Id="rId25" Type="http://schemas.openxmlformats.org/officeDocument/2006/relationships/image" Target="../media/image22.png"/><Relationship Id="rId46" Type="http://schemas.openxmlformats.org/officeDocument/2006/relationships/customXml" Target="../ink/ink44.xml"/><Relationship Id="rId67" Type="http://schemas.openxmlformats.org/officeDocument/2006/relationships/image" Target="../media/image63.png"/><Relationship Id="rId20" Type="http://schemas.openxmlformats.org/officeDocument/2006/relationships/customXml" Target="../ink/ink31.xml"/><Relationship Id="rId41" Type="http://schemas.openxmlformats.org/officeDocument/2006/relationships/image" Target="../media/image50.png"/><Relationship Id="rId62" Type="http://schemas.openxmlformats.org/officeDocument/2006/relationships/customXml" Target="../ink/ink52.xml"/><Relationship Id="rId83" Type="http://schemas.openxmlformats.org/officeDocument/2006/relationships/image" Target="../media/image71.png"/><Relationship Id="rId88" Type="http://schemas.openxmlformats.org/officeDocument/2006/relationships/customXml" Target="../ink/ink65.xml"/><Relationship Id="rId111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5.png"/><Relationship Id="rId21" Type="http://schemas.openxmlformats.org/officeDocument/2006/relationships/image" Target="../media/image97.png"/><Relationship Id="rId42" Type="http://schemas.openxmlformats.org/officeDocument/2006/relationships/customXml" Target="../ink/ink99.xml"/><Relationship Id="rId63" Type="http://schemas.openxmlformats.org/officeDocument/2006/relationships/image" Target="../media/image118.png"/><Relationship Id="rId84" Type="http://schemas.openxmlformats.org/officeDocument/2006/relationships/customXml" Target="../ink/ink120.xml"/><Relationship Id="rId138" Type="http://schemas.openxmlformats.org/officeDocument/2006/relationships/customXml" Target="../ink/ink147.xml"/><Relationship Id="rId16" Type="http://schemas.openxmlformats.org/officeDocument/2006/relationships/customXml" Target="../ink/ink86.xml"/><Relationship Id="rId107" Type="http://schemas.openxmlformats.org/officeDocument/2006/relationships/image" Target="../media/image140.png"/><Relationship Id="rId11" Type="http://schemas.openxmlformats.org/officeDocument/2006/relationships/image" Target="../media/image92.png"/><Relationship Id="rId32" Type="http://schemas.openxmlformats.org/officeDocument/2006/relationships/customXml" Target="../ink/ink94.xml"/><Relationship Id="rId37" Type="http://schemas.openxmlformats.org/officeDocument/2006/relationships/image" Target="../media/image105.png"/><Relationship Id="rId53" Type="http://schemas.openxmlformats.org/officeDocument/2006/relationships/image" Target="../media/image113.png"/><Relationship Id="rId58" Type="http://schemas.openxmlformats.org/officeDocument/2006/relationships/customXml" Target="../ink/ink107.xml"/><Relationship Id="rId74" Type="http://schemas.openxmlformats.org/officeDocument/2006/relationships/customXml" Target="../ink/ink115.xml"/><Relationship Id="rId79" Type="http://schemas.openxmlformats.org/officeDocument/2006/relationships/image" Target="../media/image126.png"/><Relationship Id="rId102" Type="http://schemas.openxmlformats.org/officeDocument/2006/relationships/customXml" Target="../ink/ink129.xml"/><Relationship Id="rId123" Type="http://schemas.openxmlformats.org/officeDocument/2006/relationships/image" Target="../media/image148.png"/><Relationship Id="rId128" Type="http://schemas.openxmlformats.org/officeDocument/2006/relationships/customXml" Target="../ink/ink142.xml"/><Relationship Id="rId5" Type="http://schemas.openxmlformats.org/officeDocument/2006/relationships/image" Target="../media/image89.png"/><Relationship Id="rId90" Type="http://schemas.openxmlformats.org/officeDocument/2006/relationships/customXml" Target="../ink/ink123.xml"/><Relationship Id="rId95" Type="http://schemas.openxmlformats.org/officeDocument/2006/relationships/image" Target="../media/image134.png"/><Relationship Id="rId22" Type="http://schemas.openxmlformats.org/officeDocument/2006/relationships/customXml" Target="../ink/ink89.xml"/><Relationship Id="rId27" Type="http://schemas.openxmlformats.org/officeDocument/2006/relationships/image" Target="../media/image100.png"/><Relationship Id="rId43" Type="http://schemas.openxmlformats.org/officeDocument/2006/relationships/image" Target="../media/image108.png"/><Relationship Id="rId48" Type="http://schemas.openxmlformats.org/officeDocument/2006/relationships/customXml" Target="../ink/ink102.xml"/><Relationship Id="rId64" Type="http://schemas.openxmlformats.org/officeDocument/2006/relationships/customXml" Target="../ink/ink110.xml"/><Relationship Id="rId69" Type="http://schemas.openxmlformats.org/officeDocument/2006/relationships/image" Target="../media/image121.png"/><Relationship Id="rId113" Type="http://schemas.openxmlformats.org/officeDocument/2006/relationships/image" Target="../media/image143.png"/><Relationship Id="rId118" Type="http://schemas.openxmlformats.org/officeDocument/2006/relationships/customXml" Target="../ink/ink137.xml"/><Relationship Id="rId134" Type="http://schemas.openxmlformats.org/officeDocument/2006/relationships/customXml" Target="../ink/ink145.xml"/><Relationship Id="rId139" Type="http://schemas.openxmlformats.org/officeDocument/2006/relationships/image" Target="../media/image156.png"/><Relationship Id="rId80" Type="http://schemas.openxmlformats.org/officeDocument/2006/relationships/customXml" Target="../ink/ink118.xml"/><Relationship Id="rId85" Type="http://schemas.openxmlformats.org/officeDocument/2006/relationships/image" Target="../media/image129.png"/><Relationship Id="rId12" Type="http://schemas.openxmlformats.org/officeDocument/2006/relationships/customXml" Target="../ink/ink84.xml"/><Relationship Id="rId17" Type="http://schemas.openxmlformats.org/officeDocument/2006/relationships/image" Target="../media/image95.png"/><Relationship Id="rId33" Type="http://schemas.openxmlformats.org/officeDocument/2006/relationships/image" Target="../media/image103.png"/><Relationship Id="rId38" Type="http://schemas.openxmlformats.org/officeDocument/2006/relationships/customXml" Target="../ink/ink97.xml"/><Relationship Id="rId59" Type="http://schemas.openxmlformats.org/officeDocument/2006/relationships/image" Target="../media/image116.png"/><Relationship Id="rId103" Type="http://schemas.openxmlformats.org/officeDocument/2006/relationships/image" Target="../media/image138.png"/><Relationship Id="rId108" Type="http://schemas.openxmlformats.org/officeDocument/2006/relationships/customXml" Target="../ink/ink132.xml"/><Relationship Id="rId124" Type="http://schemas.openxmlformats.org/officeDocument/2006/relationships/customXml" Target="../ink/ink140.xml"/><Relationship Id="rId129" Type="http://schemas.openxmlformats.org/officeDocument/2006/relationships/image" Target="../media/image151.png"/><Relationship Id="rId54" Type="http://schemas.openxmlformats.org/officeDocument/2006/relationships/customXml" Target="../ink/ink105.xml"/><Relationship Id="rId70" Type="http://schemas.openxmlformats.org/officeDocument/2006/relationships/customXml" Target="../ink/ink113.xml"/><Relationship Id="rId75" Type="http://schemas.openxmlformats.org/officeDocument/2006/relationships/image" Target="../media/image124.png"/><Relationship Id="rId91" Type="http://schemas.openxmlformats.org/officeDocument/2006/relationships/image" Target="../media/image132.png"/><Relationship Id="rId96" Type="http://schemas.openxmlformats.org/officeDocument/2006/relationships/customXml" Target="../ink/ink126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81.xml"/><Relationship Id="rId23" Type="http://schemas.openxmlformats.org/officeDocument/2006/relationships/image" Target="../media/image98.png"/><Relationship Id="rId28" Type="http://schemas.openxmlformats.org/officeDocument/2006/relationships/customXml" Target="../ink/ink92.xml"/><Relationship Id="rId49" Type="http://schemas.openxmlformats.org/officeDocument/2006/relationships/image" Target="../media/image111.png"/><Relationship Id="rId114" Type="http://schemas.openxmlformats.org/officeDocument/2006/relationships/customXml" Target="../ink/ink135.xml"/><Relationship Id="rId119" Type="http://schemas.openxmlformats.org/officeDocument/2006/relationships/image" Target="../media/image146.png"/><Relationship Id="rId44" Type="http://schemas.openxmlformats.org/officeDocument/2006/relationships/customXml" Target="../ink/ink100.xml"/><Relationship Id="rId60" Type="http://schemas.openxmlformats.org/officeDocument/2006/relationships/customXml" Target="../ink/ink108.xml"/><Relationship Id="rId65" Type="http://schemas.openxmlformats.org/officeDocument/2006/relationships/image" Target="../media/image119.png"/><Relationship Id="rId81" Type="http://schemas.openxmlformats.org/officeDocument/2006/relationships/image" Target="../media/image127.png"/><Relationship Id="rId86" Type="http://schemas.openxmlformats.org/officeDocument/2006/relationships/customXml" Target="../ink/ink121.xml"/><Relationship Id="rId130" Type="http://schemas.openxmlformats.org/officeDocument/2006/relationships/customXml" Target="../ink/ink143.xml"/><Relationship Id="rId135" Type="http://schemas.openxmlformats.org/officeDocument/2006/relationships/image" Target="../media/image154.png"/><Relationship Id="rId13" Type="http://schemas.openxmlformats.org/officeDocument/2006/relationships/image" Target="../media/image93.png"/><Relationship Id="rId18" Type="http://schemas.openxmlformats.org/officeDocument/2006/relationships/customXml" Target="../ink/ink87.xml"/><Relationship Id="rId39" Type="http://schemas.openxmlformats.org/officeDocument/2006/relationships/image" Target="../media/image106.png"/><Relationship Id="rId109" Type="http://schemas.openxmlformats.org/officeDocument/2006/relationships/image" Target="../media/image141.png"/><Relationship Id="rId34" Type="http://schemas.openxmlformats.org/officeDocument/2006/relationships/customXml" Target="../ink/ink95.xml"/><Relationship Id="rId50" Type="http://schemas.openxmlformats.org/officeDocument/2006/relationships/customXml" Target="../ink/ink103.xml"/><Relationship Id="rId55" Type="http://schemas.openxmlformats.org/officeDocument/2006/relationships/image" Target="../media/image114.png"/><Relationship Id="rId76" Type="http://schemas.openxmlformats.org/officeDocument/2006/relationships/customXml" Target="../ink/ink116.xml"/><Relationship Id="rId97" Type="http://schemas.openxmlformats.org/officeDocument/2006/relationships/image" Target="../media/image135.png"/><Relationship Id="rId104" Type="http://schemas.openxmlformats.org/officeDocument/2006/relationships/customXml" Target="../ink/ink130.xml"/><Relationship Id="rId120" Type="http://schemas.openxmlformats.org/officeDocument/2006/relationships/customXml" Target="../ink/ink138.xml"/><Relationship Id="rId125" Type="http://schemas.openxmlformats.org/officeDocument/2006/relationships/image" Target="../media/image149.png"/><Relationship Id="rId7" Type="http://schemas.openxmlformats.org/officeDocument/2006/relationships/image" Target="../media/image90.png"/><Relationship Id="rId71" Type="http://schemas.openxmlformats.org/officeDocument/2006/relationships/image" Target="../media/image122.png"/><Relationship Id="rId92" Type="http://schemas.openxmlformats.org/officeDocument/2006/relationships/customXml" Target="../ink/ink124.xml"/><Relationship Id="rId2" Type="http://schemas.openxmlformats.org/officeDocument/2006/relationships/customXml" Target="../ink/ink79.xml"/><Relationship Id="rId29" Type="http://schemas.openxmlformats.org/officeDocument/2006/relationships/image" Target="../media/image101.png"/><Relationship Id="rId24" Type="http://schemas.openxmlformats.org/officeDocument/2006/relationships/customXml" Target="../ink/ink90.xml"/><Relationship Id="rId40" Type="http://schemas.openxmlformats.org/officeDocument/2006/relationships/customXml" Target="../ink/ink98.xml"/><Relationship Id="rId45" Type="http://schemas.openxmlformats.org/officeDocument/2006/relationships/image" Target="../media/image109.png"/><Relationship Id="rId66" Type="http://schemas.openxmlformats.org/officeDocument/2006/relationships/customXml" Target="../ink/ink111.xml"/><Relationship Id="rId87" Type="http://schemas.openxmlformats.org/officeDocument/2006/relationships/image" Target="../media/image130.png"/><Relationship Id="rId110" Type="http://schemas.openxmlformats.org/officeDocument/2006/relationships/customXml" Target="../ink/ink133.xml"/><Relationship Id="rId115" Type="http://schemas.openxmlformats.org/officeDocument/2006/relationships/image" Target="../media/image144.png"/><Relationship Id="rId131" Type="http://schemas.openxmlformats.org/officeDocument/2006/relationships/image" Target="../media/image152.png"/><Relationship Id="rId136" Type="http://schemas.openxmlformats.org/officeDocument/2006/relationships/customXml" Target="../ink/ink146.xml"/><Relationship Id="rId61" Type="http://schemas.openxmlformats.org/officeDocument/2006/relationships/image" Target="../media/image117.png"/><Relationship Id="rId82" Type="http://schemas.openxmlformats.org/officeDocument/2006/relationships/customXml" Target="../ink/ink119.xml"/><Relationship Id="rId19" Type="http://schemas.openxmlformats.org/officeDocument/2006/relationships/image" Target="../media/image96.png"/><Relationship Id="rId14" Type="http://schemas.openxmlformats.org/officeDocument/2006/relationships/customXml" Target="../ink/ink85.xml"/><Relationship Id="rId30" Type="http://schemas.openxmlformats.org/officeDocument/2006/relationships/customXml" Target="../ink/ink93.xml"/><Relationship Id="rId35" Type="http://schemas.openxmlformats.org/officeDocument/2006/relationships/image" Target="../media/image104.png"/><Relationship Id="rId56" Type="http://schemas.openxmlformats.org/officeDocument/2006/relationships/customXml" Target="../ink/ink106.xml"/><Relationship Id="rId77" Type="http://schemas.openxmlformats.org/officeDocument/2006/relationships/image" Target="../media/image125.png"/><Relationship Id="rId100" Type="http://schemas.openxmlformats.org/officeDocument/2006/relationships/customXml" Target="../ink/ink128.xml"/><Relationship Id="rId105" Type="http://schemas.openxmlformats.org/officeDocument/2006/relationships/image" Target="../media/image139.png"/><Relationship Id="rId126" Type="http://schemas.openxmlformats.org/officeDocument/2006/relationships/customXml" Target="../ink/ink141.xml"/><Relationship Id="rId8" Type="http://schemas.openxmlformats.org/officeDocument/2006/relationships/customXml" Target="../ink/ink82.xml"/><Relationship Id="rId51" Type="http://schemas.openxmlformats.org/officeDocument/2006/relationships/image" Target="../media/image112.png"/><Relationship Id="rId72" Type="http://schemas.openxmlformats.org/officeDocument/2006/relationships/customXml" Target="../ink/ink114.xml"/><Relationship Id="rId93" Type="http://schemas.openxmlformats.org/officeDocument/2006/relationships/image" Target="../media/image133.png"/><Relationship Id="rId98" Type="http://schemas.openxmlformats.org/officeDocument/2006/relationships/customXml" Target="../ink/ink127.xml"/><Relationship Id="rId121" Type="http://schemas.openxmlformats.org/officeDocument/2006/relationships/image" Target="../media/image147.png"/><Relationship Id="rId3" Type="http://schemas.openxmlformats.org/officeDocument/2006/relationships/image" Target="../media/image88.png"/><Relationship Id="rId25" Type="http://schemas.openxmlformats.org/officeDocument/2006/relationships/image" Target="../media/image99.png"/><Relationship Id="rId46" Type="http://schemas.openxmlformats.org/officeDocument/2006/relationships/customXml" Target="../ink/ink101.xml"/><Relationship Id="rId67" Type="http://schemas.openxmlformats.org/officeDocument/2006/relationships/image" Target="../media/image120.png"/><Relationship Id="rId116" Type="http://schemas.openxmlformats.org/officeDocument/2006/relationships/customXml" Target="../ink/ink136.xml"/><Relationship Id="rId137" Type="http://schemas.openxmlformats.org/officeDocument/2006/relationships/image" Target="../media/image155.png"/><Relationship Id="rId20" Type="http://schemas.openxmlformats.org/officeDocument/2006/relationships/customXml" Target="../ink/ink88.xml"/><Relationship Id="rId41" Type="http://schemas.openxmlformats.org/officeDocument/2006/relationships/image" Target="../media/image107.png"/><Relationship Id="rId62" Type="http://schemas.openxmlformats.org/officeDocument/2006/relationships/customXml" Target="../ink/ink109.xml"/><Relationship Id="rId83" Type="http://schemas.openxmlformats.org/officeDocument/2006/relationships/image" Target="../media/image128.png"/><Relationship Id="rId88" Type="http://schemas.openxmlformats.org/officeDocument/2006/relationships/customXml" Target="../ink/ink122.xml"/><Relationship Id="rId111" Type="http://schemas.openxmlformats.org/officeDocument/2006/relationships/image" Target="../media/image142.png"/><Relationship Id="rId132" Type="http://schemas.openxmlformats.org/officeDocument/2006/relationships/customXml" Target="../ink/ink144.xml"/><Relationship Id="rId15" Type="http://schemas.openxmlformats.org/officeDocument/2006/relationships/image" Target="../media/image94.png"/><Relationship Id="rId36" Type="http://schemas.openxmlformats.org/officeDocument/2006/relationships/customXml" Target="../ink/ink96.xml"/><Relationship Id="rId57" Type="http://schemas.openxmlformats.org/officeDocument/2006/relationships/image" Target="../media/image115.png"/><Relationship Id="rId106" Type="http://schemas.openxmlformats.org/officeDocument/2006/relationships/customXml" Target="../ink/ink131.xml"/><Relationship Id="rId127" Type="http://schemas.openxmlformats.org/officeDocument/2006/relationships/image" Target="../media/image150.png"/><Relationship Id="rId10" Type="http://schemas.openxmlformats.org/officeDocument/2006/relationships/customXml" Target="../ink/ink83.xml"/><Relationship Id="rId31" Type="http://schemas.openxmlformats.org/officeDocument/2006/relationships/image" Target="../media/image102.png"/><Relationship Id="rId52" Type="http://schemas.openxmlformats.org/officeDocument/2006/relationships/customXml" Target="../ink/ink104.xml"/><Relationship Id="rId73" Type="http://schemas.openxmlformats.org/officeDocument/2006/relationships/image" Target="../media/image123.png"/><Relationship Id="rId78" Type="http://schemas.openxmlformats.org/officeDocument/2006/relationships/customXml" Target="../ink/ink117.xml"/><Relationship Id="rId94" Type="http://schemas.openxmlformats.org/officeDocument/2006/relationships/customXml" Target="../ink/ink125.xml"/><Relationship Id="rId99" Type="http://schemas.openxmlformats.org/officeDocument/2006/relationships/image" Target="../media/image136.png"/><Relationship Id="rId101" Type="http://schemas.openxmlformats.org/officeDocument/2006/relationships/image" Target="../media/image137.png"/><Relationship Id="rId122" Type="http://schemas.openxmlformats.org/officeDocument/2006/relationships/customXml" Target="../ink/ink139.xml"/><Relationship Id="rId4" Type="http://schemas.openxmlformats.org/officeDocument/2006/relationships/customXml" Target="../ink/ink80.xml"/><Relationship Id="rId9" Type="http://schemas.openxmlformats.org/officeDocument/2006/relationships/image" Target="../media/image91.png"/><Relationship Id="rId26" Type="http://schemas.openxmlformats.org/officeDocument/2006/relationships/customXml" Target="../ink/ink91.xml"/><Relationship Id="rId47" Type="http://schemas.openxmlformats.org/officeDocument/2006/relationships/image" Target="../media/image110.png"/><Relationship Id="rId68" Type="http://schemas.openxmlformats.org/officeDocument/2006/relationships/customXml" Target="../ink/ink112.xml"/><Relationship Id="rId89" Type="http://schemas.openxmlformats.org/officeDocument/2006/relationships/image" Target="../media/image131.png"/><Relationship Id="rId112" Type="http://schemas.openxmlformats.org/officeDocument/2006/relationships/customXml" Target="../ink/ink134.xml"/><Relationship Id="rId133" Type="http://schemas.openxmlformats.org/officeDocument/2006/relationships/image" Target="../media/image15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0.xml"/><Relationship Id="rId21" Type="http://schemas.openxmlformats.org/officeDocument/2006/relationships/image" Target="../media/image166.png"/><Relationship Id="rId42" Type="http://schemas.openxmlformats.org/officeDocument/2006/relationships/customXml" Target="../ink/ink168.xml"/><Relationship Id="rId47" Type="http://schemas.openxmlformats.org/officeDocument/2006/relationships/image" Target="../media/image179.png"/><Relationship Id="rId63" Type="http://schemas.openxmlformats.org/officeDocument/2006/relationships/image" Target="../media/image187.png"/><Relationship Id="rId68" Type="http://schemas.openxmlformats.org/officeDocument/2006/relationships/customXml" Target="../ink/ink181.xml"/><Relationship Id="rId84" Type="http://schemas.openxmlformats.org/officeDocument/2006/relationships/customXml" Target="../ink/ink189.xml"/><Relationship Id="rId89" Type="http://schemas.openxmlformats.org/officeDocument/2006/relationships/image" Target="../media/image200.png"/><Relationship Id="rId16" Type="http://schemas.openxmlformats.org/officeDocument/2006/relationships/customXml" Target="../ink/ink155.xml"/><Relationship Id="rId11" Type="http://schemas.openxmlformats.org/officeDocument/2006/relationships/image" Target="../media/image161.png"/><Relationship Id="rId32" Type="http://schemas.openxmlformats.org/officeDocument/2006/relationships/customXml" Target="../ink/ink163.xml"/><Relationship Id="rId37" Type="http://schemas.openxmlformats.org/officeDocument/2006/relationships/image" Target="../media/image174.png"/><Relationship Id="rId53" Type="http://schemas.openxmlformats.org/officeDocument/2006/relationships/image" Target="../media/image182.png"/><Relationship Id="rId58" Type="http://schemas.openxmlformats.org/officeDocument/2006/relationships/customXml" Target="../ink/ink176.xml"/><Relationship Id="rId74" Type="http://schemas.openxmlformats.org/officeDocument/2006/relationships/customXml" Target="../ink/ink184.xml"/><Relationship Id="rId79" Type="http://schemas.openxmlformats.org/officeDocument/2006/relationships/image" Target="../media/image195.png"/><Relationship Id="rId5" Type="http://schemas.openxmlformats.org/officeDocument/2006/relationships/image" Target="../media/image158.png"/><Relationship Id="rId14" Type="http://schemas.openxmlformats.org/officeDocument/2006/relationships/customXml" Target="../ink/ink154.xml"/><Relationship Id="rId22" Type="http://schemas.openxmlformats.org/officeDocument/2006/relationships/customXml" Target="../ink/ink158.xml"/><Relationship Id="rId27" Type="http://schemas.openxmlformats.org/officeDocument/2006/relationships/image" Target="../media/image169.png"/><Relationship Id="rId30" Type="http://schemas.openxmlformats.org/officeDocument/2006/relationships/customXml" Target="../ink/ink162.xml"/><Relationship Id="rId35" Type="http://schemas.openxmlformats.org/officeDocument/2006/relationships/image" Target="../media/image173.png"/><Relationship Id="rId43" Type="http://schemas.openxmlformats.org/officeDocument/2006/relationships/image" Target="../media/image177.png"/><Relationship Id="rId48" Type="http://schemas.openxmlformats.org/officeDocument/2006/relationships/customXml" Target="../ink/ink171.xml"/><Relationship Id="rId56" Type="http://schemas.openxmlformats.org/officeDocument/2006/relationships/customXml" Target="../ink/ink175.xml"/><Relationship Id="rId64" Type="http://schemas.openxmlformats.org/officeDocument/2006/relationships/customXml" Target="../ink/ink179.xml"/><Relationship Id="rId69" Type="http://schemas.openxmlformats.org/officeDocument/2006/relationships/image" Target="../media/image190.png"/><Relationship Id="rId77" Type="http://schemas.openxmlformats.org/officeDocument/2006/relationships/image" Target="../media/image194.png"/><Relationship Id="rId8" Type="http://schemas.openxmlformats.org/officeDocument/2006/relationships/customXml" Target="../ink/ink151.xml"/><Relationship Id="rId51" Type="http://schemas.openxmlformats.org/officeDocument/2006/relationships/image" Target="../media/image181.png"/><Relationship Id="rId72" Type="http://schemas.openxmlformats.org/officeDocument/2006/relationships/customXml" Target="../ink/ink183.xml"/><Relationship Id="rId80" Type="http://schemas.openxmlformats.org/officeDocument/2006/relationships/customXml" Target="../ink/ink187.xml"/><Relationship Id="rId85" Type="http://schemas.openxmlformats.org/officeDocument/2006/relationships/image" Target="../media/image198.png"/><Relationship Id="rId3" Type="http://schemas.openxmlformats.org/officeDocument/2006/relationships/image" Target="../media/image157.png"/><Relationship Id="rId12" Type="http://schemas.openxmlformats.org/officeDocument/2006/relationships/customXml" Target="../ink/ink153.xml"/><Relationship Id="rId17" Type="http://schemas.openxmlformats.org/officeDocument/2006/relationships/image" Target="../media/image164.png"/><Relationship Id="rId25" Type="http://schemas.openxmlformats.org/officeDocument/2006/relationships/image" Target="../media/image168.png"/><Relationship Id="rId33" Type="http://schemas.openxmlformats.org/officeDocument/2006/relationships/image" Target="../media/image172.png"/><Relationship Id="rId38" Type="http://schemas.openxmlformats.org/officeDocument/2006/relationships/customXml" Target="../ink/ink166.xml"/><Relationship Id="rId46" Type="http://schemas.openxmlformats.org/officeDocument/2006/relationships/customXml" Target="../ink/ink170.xml"/><Relationship Id="rId59" Type="http://schemas.openxmlformats.org/officeDocument/2006/relationships/image" Target="../media/image185.png"/><Relationship Id="rId67" Type="http://schemas.openxmlformats.org/officeDocument/2006/relationships/image" Target="../media/image189.png"/><Relationship Id="rId20" Type="http://schemas.openxmlformats.org/officeDocument/2006/relationships/customXml" Target="../ink/ink157.xml"/><Relationship Id="rId41" Type="http://schemas.openxmlformats.org/officeDocument/2006/relationships/image" Target="../media/image176.png"/><Relationship Id="rId54" Type="http://schemas.openxmlformats.org/officeDocument/2006/relationships/customXml" Target="../ink/ink174.xml"/><Relationship Id="rId62" Type="http://schemas.openxmlformats.org/officeDocument/2006/relationships/customXml" Target="../ink/ink178.xml"/><Relationship Id="rId70" Type="http://schemas.openxmlformats.org/officeDocument/2006/relationships/customXml" Target="../ink/ink182.xml"/><Relationship Id="rId75" Type="http://schemas.openxmlformats.org/officeDocument/2006/relationships/image" Target="../media/image193.png"/><Relationship Id="rId83" Type="http://schemas.openxmlformats.org/officeDocument/2006/relationships/image" Target="../media/image197.png"/><Relationship Id="rId88" Type="http://schemas.openxmlformats.org/officeDocument/2006/relationships/customXml" Target="../ink/ink19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50.xml"/><Relationship Id="rId15" Type="http://schemas.openxmlformats.org/officeDocument/2006/relationships/image" Target="../media/image163.png"/><Relationship Id="rId23" Type="http://schemas.openxmlformats.org/officeDocument/2006/relationships/image" Target="../media/image167.png"/><Relationship Id="rId28" Type="http://schemas.openxmlformats.org/officeDocument/2006/relationships/customXml" Target="../ink/ink161.xml"/><Relationship Id="rId36" Type="http://schemas.openxmlformats.org/officeDocument/2006/relationships/customXml" Target="../ink/ink165.xml"/><Relationship Id="rId49" Type="http://schemas.openxmlformats.org/officeDocument/2006/relationships/image" Target="../media/image180.png"/><Relationship Id="rId57" Type="http://schemas.openxmlformats.org/officeDocument/2006/relationships/image" Target="../media/image184.png"/><Relationship Id="rId10" Type="http://schemas.openxmlformats.org/officeDocument/2006/relationships/customXml" Target="../ink/ink152.xml"/><Relationship Id="rId31" Type="http://schemas.openxmlformats.org/officeDocument/2006/relationships/image" Target="../media/image171.png"/><Relationship Id="rId44" Type="http://schemas.openxmlformats.org/officeDocument/2006/relationships/customXml" Target="../ink/ink169.xml"/><Relationship Id="rId52" Type="http://schemas.openxmlformats.org/officeDocument/2006/relationships/customXml" Target="../ink/ink173.xml"/><Relationship Id="rId60" Type="http://schemas.openxmlformats.org/officeDocument/2006/relationships/customXml" Target="../ink/ink177.xml"/><Relationship Id="rId65" Type="http://schemas.openxmlformats.org/officeDocument/2006/relationships/image" Target="../media/image188.png"/><Relationship Id="rId73" Type="http://schemas.openxmlformats.org/officeDocument/2006/relationships/image" Target="../media/image192.png"/><Relationship Id="rId78" Type="http://schemas.openxmlformats.org/officeDocument/2006/relationships/customXml" Target="../ink/ink186.xml"/><Relationship Id="rId81" Type="http://schemas.openxmlformats.org/officeDocument/2006/relationships/image" Target="../media/image196.png"/><Relationship Id="rId86" Type="http://schemas.openxmlformats.org/officeDocument/2006/relationships/customXml" Target="../ink/ink190.xml"/><Relationship Id="rId4" Type="http://schemas.openxmlformats.org/officeDocument/2006/relationships/customXml" Target="../ink/ink149.xml"/><Relationship Id="rId9" Type="http://schemas.openxmlformats.org/officeDocument/2006/relationships/image" Target="../media/image160.png"/><Relationship Id="rId13" Type="http://schemas.openxmlformats.org/officeDocument/2006/relationships/image" Target="../media/image162.png"/><Relationship Id="rId18" Type="http://schemas.openxmlformats.org/officeDocument/2006/relationships/customXml" Target="../ink/ink156.xml"/><Relationship Id="rId39" Type="http://schemas.openxmlformats.org/officeDocument/2006/relationships/image" Target="../media/image175.png"/><Relationship Id="rId34" Type="http://schemas.openxmlformats.org/officeDocument/2006/relationships/customXml" Target="../ink/ink164.xml"/><Relationship Id="rId50" Type="http://schemas.openxmlformats.org/officeDocument/2006/relationships/customXml" Target="../ink/ink172.xml"/><Relationship Id="rId55" Type="http://schemas.openxmlformats.org/officeDocument/2006/relationships/image" Target="../media/image183.png"/><Relationship Id="rId76" Type="http://schemas.openxmlformats.org/officeDocument/2006/relationships/customXml" Target="../ink/ink185.xml"/><Relationship Id="rId7" Type="http://schemas.openxmlformats.org/officeDocument/2006/relationships/image" Target="../media/image159.png"/><Relationship Id="rId71" Type="http://schemas.openxmlformats.org/officeDocument/2006/relationships/image" Target="../media/image191.png"/><Relationship Id="rId2" Type="http://schemas.openxmlformats.org/officeDocument/2006/relationships/customXml" Target="../ink/ink148.xml"/><Relationship Id="rId29" Type="http://schemas.openxmlformats.org/officeDocument/2006/relationships/image" Target="../media/image170.png"/><Relationship Id="rId24" Type="http://schemas.openxmlformats.org/officeDocument/2006/relationships/customXml" Target="../ink/ink159.xml"/><Relationship Id="rId40" Type="http://schemas.openxmlformats.org/officeDocument/2006/relationships/customXml" Target="../ink/ink167.xml"/><Relationship Id="rId45" Type="http://schemas.openxmlformats.org/officeDocument/2006/relationships/image" Target="../media/image178.png"/><Relationship Id="rId66" Type="http://schemas.openxmlformats.org/officeDocument/2006/relationships/customXml" Target="../ink/ink180.xml"/><Relationship Id="rId87" Type="http://schemas.openxmlformats.org/officeDocument/2006/relationships/image" Target="../media/image199.png"/><Relationship Id="rId61" Type="http://schemas.openxmlformats.org/officeDocument/2006/relationships/image" Target="../media/image186.png"/><Relationship Id="rId82" Type="http://schemas.openxmlformats.org/officeDocument/2006/relationships/customXml" Target="../ink/ink188.xml"/><Relationship Id="rId19" Type="http://schemas.openxmlformats.org/officeDocument/2006/relationships/image" Target="../media/image16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2" Type="http://schemas.openxmlformats.org/officeDocument/2006/relationships/image" Target="../media/image214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5" Type="http://schemas.openxmlformats.org/officeDocument/2006/relationships/image" Target="../media/image217.svg"/><Relationship Id="rId10" Type="http://schemas.openxmlformats.org/officeDocument/2006/relationships/image" Target="../media/image222.png"/><Relationship Id="rId4" Type="http://schemas.openxmlformats.org/officeDocument/2006/relationships/image" Target="../media/image216.sv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2.xml"/><Relationship Id="rId21" Type="http://schemas.openxmlformats.org/officeDocument/2006/relationships/image" Target="../media/image242.png"/><Relationship Id="rId42" Type="http://schemas.openxmlformats.org/officeDocument/2006/relationships/customXml" Target="../ink/ink210.xml"/><Relationship Id="rId47" Type="http://schemas.openxmlformats.org/officeDocument/2006/relationships/image" Target="../media/image255.png"/><Relationship Id="rId63" Type="http://schemas.openxmlformats.org/officeDocument/2006/relationships/image" Target="../media/image263.png"/><Relationship Id="rId68" Type="http://schemas.openxmlformats.org/officeDocument/2006/relationships/customXml" Target="../ink/ink223.xml"/><Relationship Id="rId2" Type="http://schemas.openxmlformats.org/officeDocument/2006/relationships/image" Target="../media/image231.png"/><Relationship Id="rId16" Type="http://schemas.openxmlformats.org/officeDocument/2006/relationships/customXml" Target="../ink/ink197.xml"/><Relationship Id="rId29" Type="http://schemas.openxmlformats.org/officeDocument/2006/relationships/image" Target="../media/image246.png"/><Relationship Id="rId11" Type="http://schemas.openxmlformats.org/officeDocument/2006/relationships/image" Target="../media/image237.png"/><Relationship Id="rId24" Type="http://schemas.openxmlformats.org/officeDocument/2006/relationships/customXml" Target="../ink/ink201.xml"/><Relationship Id="rId32" Type="http://schemas.openxmlformats.org/officeDocument/2006/relationships/customXml" Target="../ink/ink205.xml"/><Relationship Id="rId37" Type="http://schemas.openxmlformats.org/officeDocument/2006/relationships/image" Target="../media/image250.png"/><Relationship Id="rId40" Type="http://schemas.openxmlformats.org/officeDocument/2006/relationships/customXml" Target="../ink/ink209.xml"/><Relationship Id="rId45" Type="http://schemas.openxmlformats.org/officeDocument/2006/relationships/image" Target="../media/image254.png"/><Relationship Id="rId53" Type="http://schemas.openxmlformats.org/officeDocument/2006/relationships/image" Target="../media/image258.png"/><Relationship Id="rId58" Type="http://schemas.openxmlformats.org/officeDocument/2006/relationships/customXml" Target="../ink/ink218.xml"/><Relationship Id="rId66" Type="http://schemas.openxmlformats.org/officeDocument/2006/relationships/customXml" Target="../ink/ink222.xml"/><Relationship Id="rId74" Type="http://schemas.openxmlformats.org/officeDocument/2006/relationships/customXml" Target="../ink/ink226.xml"/><Relationship Id="rId5" Type="http://schemas.openxmlformats.org/officeDocument/2006/relationships/image" Target="../media/image234.png"/><Relationship Id="rId61" Type="http://schemas.openxmlformats.org/officeDocument/2006/relationships/image" Target="../media/image262.png"/><Relationship Id="rId19" Type="http://schemas.openxmlformats.org/officeDocument/2006/relationships/image" Target="../media/image241.png"/><Relationship Id="rId14" Type="http://schemas.openxmlformats.org/officeDocument/2006/relationships/customXml" Target="../ink/ink196.xml"/><Relationship Id="rId22" Type="http://schemas.openxmlformats.org/officeDocument/2006/relationships/customXml" Target="../ink/ink200.xml"/><Relationship Id="rId27" Type="http://schemas.openxmlformats.org/officeDocument/2006/relationships/image" Target="../media/image245.png"/><Relationship Id="rId30" Type="http://schemas.openxmlformats.org/officeDocument/2006/relationships/customXml" Target="../ink/ink204.xml"/><Relationship Id="rId35" Type="http://schemas.openxmlformats.org/officeDocument/2006/relationships/image" Target="../media/image249.png"/><Relationship Id="rId43" Type="http://schemas.openxmlformats.org/officeDocument/2006/relationships/image" Target="../media/image253.png"/><Relationship Id="rId48" Type="http://schemas.openxmlformats.org/officeDocument/2006/relationships/customXml" Target="../ink/ink213.xml"/><Relationship Id="rId56" Type="http://schemas.openxmlformats.org/officeDocument/2006/relationships/customXml" Target="../ink/ink217.xml"/><Relationship Id="rId64" Type="http://schemas.openxmlformats.org/officeDocument/2006/relationships/customXml" Target="../ink/ink221.xml"/><Relationship Id="rId69" Type="http://schemas.openxmlformats.org/officeDocument/2006/relationships/image" Target="../media/image266.png"/><Relationship Id="rId8" Type="http://schemas.openxmlformats.org/officeDocument/2006/relationships/customXml" Target="../ink/ink193.xml"/><Relationship Id="rId51" Type="http://schemas.openxmlformats.org/officeDocument/2006/relationships/image" Target="../media/image257.png"/><Relationship Id="rId72" Type="http://schemas.openxmlformats.org/officeDocument/2006/relationships/customXml" Target="../ink/ink225.xml"/><Relationship Id="rId3" Type="http://schemas.openxmlformats.org/officeDocument/2006/relationships/image" Target="../media/image232.png"/><Relationship Id="rId12" Type="http://schemas.openxmlformats.org/officeDocument/2006/relationships/customXml" Target="../ink/ink195.xml"/><Relationship Id="rId17" Type="http://schemas.openxmlformats.org/officeDocument/2006/relationships/image" Target="../media/image240.png"/><Relationship Id="rId25" Type="http://schemas.openxmlformats.org/officeDocument/2006/relationships/image" Target="../media/image244.png"/><Relationship Id="rId33" Type="http://schemas.openxmlformats.org/officeDocument/2006/relationships/image" Target="../media/image248.png"/><Relationship Id="rId38" Type="http://schemas.openxmlformats.org/officeDocument/2006/relationships/customXml" Target="../ink/ink208.xml"/><Relationship Id="rId46" Type="http://schemas.openxmlformats.org/officeDocument/2006/relationships/customXml" Target="../ink/ink212.xml"/><Relationship Id="rId59" Type="http://schemas.openxmlformats.org/officeDocument/2006/relationships/image" Target="../media/image261.png"/><Relationship Id="rId67" Type="http://schemas.openxmlformats.org/officeDocument/2006/relationships/image" Target="../media/image265.png"/><Relationship Id="rId20" Type="http://schemas.openxmlformats.org/officeDocument/2006/relationships/customXml" Target="../ink/ink199.xml"/><Relationship Id="rId41" Type="http://schemas.openxmlformats.org/officeDocument/2006/relationships/image" Target="../media/image252.png"/><Relationship Id="rId54" Type="http://schemas.openxmlformats.org/officeDocument/2006/relationships/customXml" Target="../ink/ink216.xml"/><Relationship Id="rId62" Type="http://schemas.openxmlformats.org/officeDocument/2006/relationships/customXml" Target="../ink/ink220.xml"/><Relationship Id="rId70" Type="http://schemas.openxmlformats.org/officeDocument/2006/relationships/customXml" Target="../ink/ink224.xml"/><Relationship Id="rId75" Type="http://schemas.openxmlformats.org/officeDocument/2006/relationships/image" Target="../media/image269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92.xml"/><Relationship Id="rId15" Type="http://schemas.openxmlformats.org/officeDocument/2006/relationships/image" Target="../media/image239.png"/><Relationship Id="rId23" Type="http://schemas.openxmlformats.org/officeDocument/2006/relationships/image" Target="../media/image243.png"/><Relationship Id="rId28" Type="http://schemas.openxmlformats.org/officeDocument/2006/relationships/customXml" Target="../ink/ink203.xml"/><Relationship Id="rId36" Type="http://schemas.openxmlformats.org/officeDocument/2006/relationships/customXml" Target="../ink/ink207.xml"/><Relationship Id="rId49" Type="http://schemas.openxmlformats.org/officeDocument/2006/relationships/image" Target="../media/image256.png"/><Relationship Id="rId57" Type="http://schemas.openxmlformats.org/officeDocument/2006/relationships/image" Target="../media/image260.png"/><Relationship Id="rId10" Type="http://schemas.openxmlformats.org/officeDocument/2006/relationships/customXml" Target="../ink/ink194.xml"/><Relationship Id="rId31" Type="http://schemas.openxmlformats.org/officeDocument/2006/relationships/image" Target="../media/image247.png"/><Relationship Id="rId44" Type="http://schemas.openxmlformats.org/officeDocument/2006/relationships/customXml" Target="../ink/ink211.xml"/><Relationship Id="rId52" Type="http://schemas.openxmlformats.org/officeDocument/2006/relationships/customXml" Target="../ink/ink215.xml"/><Relationship Id="rId60" Type="http://schemas.openxmlformats.org/officeDocument/2006/relationships/customXml" Target="../ink/ink219.xml"/><Relationship Id="rId65" Type="http://schemas.openxmlformats.org/officeDocument/2006/relationships/image" Target="../media/image264.png"/><Relationship Id="rId73" Type="http://schemas.openxmlformats.org/officeDocument/2006/relationships/image" Target="../media/image268.png"/><Relationship Id="rId4" Type="http://schemas.openxmlformats.org/officeDocument/2006/relationships/image" Target="../media/image233.png"/><Relationship Id="rId9" Type="http://schemas.openxmlformats.org/officeDocument/2006/relationships/image" Target="../media/image236.png"/><Relationship Id="rId13" Type="http://schemas.openxmlformats.org/officeDocument/2006/relationships/image" Target="../media/image238.png"/><Relationship Id="rId18" Type="http://schemas.openxmlformats.org/officeDocument/2006/relationships/customXml" Target="../ink/ink198.xml"/><Relationship Id="rId39" Type="http://schemas.openxmlformats.org/officeDocument/2006/relationships/image" Target="../media/image251.png"/><Relationship Id="rId34" Type="http://schemas.openxmlformats.org/officeDocument/2006/relationships/customXml" Target="../ink/ink206.xml"/><Relationship Id="rId50" Type="http://schemas.openxmlformats.org/officeDocument/2006/relationships/customXml" Target="../ink/ink214.xml"/><Relationship Id="rId55" Type="http://schemas.openxmlformats.org/officeDocument/2006/relationships/image" Target="../media/image259.png"/><Relationship Id="rId7" Type="http://schemas.openxmlformats.org/officeDocument/2006/relationships/image" Target="../media/image235.png"/><Relationship Id="rId71" Type="http://schemas.openxmlformats.org/officeDocument/2006/relationships/image" Target="../media/image2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7" Type="http://schemas.openxmlformats.org/officeDocument/2006/relationships/image" Target="../media/image27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Instructor: Mohammad Hasan</a:t>
            </a:r>
          </a:p>
          <a:p>
            <a:r>
              <a:rPr lang="en-US" sz="1600"/>
              <a:t>Office: 13-240</a:t>
            </a:r>
          </a:p>
          <a:p>
            <a:r>
              <a:rPr lang="en-US" sz="1600"/>
              <a:t>09/23/26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/>
              <a:t>Gradient Descent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905399"/>
                <a:ext cx="8318119" cy="1416382"/>
              </a:xfrm>
            </p:spPr>
            <p:txBody>
              <a:bodyPr/>
              <a:lstStyle/>
              <a:p>
                <a:r>
                  <a:rPr lang="en-US" dirty="0"/>
                  <a:t>In previous lectures, we saw that regression and classification problems have some similarities.</a:t>
                </a:r>
              </a:p>
              <a:p>
                <a:r>
                  <a:rPr lang="en-US" dirty="0"/>
                  <a:t>Both are problems where the best model has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that minimize some loss function.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905399"/>
                <a:ext cx="8318119" cy="1416382"/>
              </a:xfrm>
              <a:blipFill>
                <a:blip r:embed="rId2"/>
                <a:stretch>
                  <a:fillRect l="-610" t="-2679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BC1283-0CD5-389A-F512-3BF2EB5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B9791-2203-C12B-08B4-9C0968C905BE}"/>
                  </a:ext>
                </a:extLst>
              </p:cNvPr>
              <p:cNvSpPr/>
              <p:nvPr/>
            </p:nvSpPr>
            <p:spPr>
              <a:xfrm>
                <a:off x="184976" y="3210267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B9791-2203-C12B-08B4-9C0968C90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76" y="3210267"/>
                <a:ext cx="2311734" cy="347061"/>
              </a:xfrm>
              <a:prstGeom prst="rect">
                <a:avLst/>
              </a:prstGeom>
              <a:blipFill>
                <a:blip r:embed="rId3"/>
                <a:stretch>
                  <a:fillRect t="-6897" b="-172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FDEF562-0956-29AD-A4E4-685F606BD5A9}"/>
              </a:ext>
            </a:extLst>
          </p:cNvPr>
          <p:cNvGrpSpPr/>
          <p:nvPr/>
        </p:nvGrpSpPr>
        <p:grpSpPr>
          <a:xfrm>
            <a:off x="2496710" y="2321781"/>
            <a:ext cx="1170520" cy="1062017"/>
            <a:chOff x="2496710" y="2321781"/>
            <a:chExt cx="1170520" cy="106201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E87252-8EDC-4306-2D6F-E3A0BAB56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2830" y="2321781"/>
              <a:ext cx="914400" cy="888486"/>
            </a:xfrm>
            <a:prstGeom prst="rect">
              <a:avLst/>
            </a:prstGeom>
          </p:spPr>
        </p:pic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62C4B75E-BE6E-E884-9DA5-27040E77E8CC}"/>
                </a:ext>
              </a:extLst>
            </p:cNvPr>
            <p:cNvCxnSpPr>
              <a:cxnSpLocks/>
              <a:stCxn id="10" idx="3"/>
              <a:endCxn id="8" idx="1"/>
            </p:cNvCxnSpPr>
            <p:nvPr/>
          </p:nvCxnSpPr>
          <p:spPr>
            <a:xfrm flipV="1">
              <a:off x="2496710" y="2766024"/>
              <a:ext cx="256120" cy="61777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24A272-9E29-80C9-45F6-2CE0AB4F4B41}"/>
              </a:ext>
            </a:extLst>
          </p:cNvPr>
          <p:cNvGrpSpPr/>
          <p:nvPr/>
        </p:nvGrpSpPr>
        <p:grpSpPr>
          <a:xfrm>
            <a:off x="2496710" y="3383798"/>
            <a:ext cx="1170520" cy="1138435"/>
            <a:chOff x="2496710" y="3383798"/>
            <a:chExt cx="1170520" cy="113843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0247E2-E51F-B087-15CD-B74EFBC5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2830" y="3633747"/>
              <a:ext cx="914400" cy="888486"/>
            </a:xfrm>
            <a:prstGeom prst="rect">
              <a:avLst/>
            </a:prstGeom>
          </p:spPr>
        </p:pic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814B92C4-4206-591F-F0B7-35C7204620E1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2496710" y="3383798"/>
              <a:ext cx="256120" cy="6941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82726B-4CF0-D81A-1B98-B2BD10688BEC}"/>
              </a:ext>
            </a:extLst>
          </p:cNvPr>
          <p:cNvGrpSpPr/>
          <p:nvPr/>
        </p:nvGrpSpPr>
        <p:grpSpPr>
          <a:xfrm>
            <a:off x="3667230" y="2148285"/>
            <a:ext cx="2778711" cy="791269"/>
            <a:chOff x="3667230" y="2148285"/>
            <a:chExt cx="2778711" cy="79126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19EABFD-5D7C-9DDE-9A00-8A66B9A3A0EB}"/>
                </a:ext>
              </a:extLst>
            </p:cNvPr>
            <p:cNvGrpSpPr/>
            <p:nvPr/>
          </p:nvGrpSpPr>
          <p:grpSpPr>
            <a:xfrm>
              <a:off x="4134207" y="2148285"/>
              <a:ext cx="2311734" cy="791269"/>
              <a:chOff x="4134207" y="2148285"/>
              <a:chExt cx="2311734" cy="79126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6B5D3EF-F564-7377-34AC-16EEB2A35F94}"/>
                      </a:ext>
                    </a:extLst>
                  </p:cNvPr>
                  <p:cNvSpPr/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400" b="0" i="1" smtClean="0">
                                                  <a:solidFill>
                                                    <a:sysClr val="windowText" lastClr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400" b="0" i="1" smtClean="0">
                                                  <a:solidFill>
                                                    <a:sysClr val="windowText" lastClr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6B5D3EF-F564-7377-34AC-16EEB2A35F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239286" b="-34285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4A0CE1-2AE8-18D3-8F68-38A901901952}"/>
                  </a:ext>
                </a:extLst>
              </p:cNvPr>
              <p:cNvSpPr/>
              <p:nvPr/>
            </p:nvSpPr>
            <p:spPr>
              <a:xfrm>
                <a:off x="4134207" y="2148285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Mean square error</a:t>
                </a:r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73F3908-5736-EC3D-513E-8C64FA7AAB88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3667230" y="2766024"/>
              <a:ext cx="55576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F77CF4-E514-2E24-0508-73E4D4F24FB4}"/>
              </a:ext>
            </a:extLst>
          </p:cNvPr>
          <p:cNvGrpSpPr/>
          <p:nvPr/>
        </p:nvGrpSpPr>
        <p:grpSpPr>
          <a:xfrm>
            <a:off x="3659279" y="3454032"/>
            <a:ext cx="2875452" cy="797488"/>
            <a:chOff x="3659279" y="3454032"/>
            <a:chExt cx="2875452" cy="79748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A68CBA9-2D42-5955-FFE6-29866DDAE8CF}"/>
                </a:ext>
              </a:extLst>
            </p:cNvPr>
            <p:cNvGrpSpPr/>
            <p:nvPr/>
          </p:nvGrpSpPr>
          <p:grpSpPr>
            <a:xfrm>
              <a:off x="4134207" y="3454032"/>
              <a:ext cx="2400524" cy="797488"/>
              <a:chOff x="4134207" y="3454032"/>
              <a:chExt cx="2400524" cy="79748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0ABFA18-1FB0-8546-6B5F-B725191F18FC}"/>
                      </a:ext>
                    </a:extLst>
                  </p:cNvPr>
                  <p:cNvSpPr/>
                  <p:nvPr/>
                </p:nvSpPr>
                <p:spPr>
                  <a:xfrm>
                    <a:off x="4134207" y="3904459"/>
                    <a:ext cx="2311734" cy="3470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sSubSup>
                                    <m:sSub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0ABFA18-1FB0-8546-6B5F-B725191F18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4207" y="3904459"/>
                    <a:ext cx="2311734" cy="34706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46" t="-235714" b="-34285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0C8417-43AA-E714-4DB8-C8E9FDB1DBA8}"/>
                  </a:ext>
                </a:extLst>
              </p:cNvPr>
              <p:cNvSpPr/>
              <p:nvPr/>
            </p:nvSpPr>
            <p:spPr>
              <a:xfrm>
                <a:off x="4222997" y="3454032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Categorical cross-entropy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5429913-2E44-1AC0-54FE-840D05BA38FD}"/>
                </a:ext>
              </a:extLst>
            </p:cNvPr>
            <p:cNvCxnSpPr/>
            <p:nvPr/>
          </p:nvCxnSpPr>
          <p:spPr>
            <a:xfrm>
              <a:off x="3659279" y="4093857"/>
              <a:ext cx="55576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EC6E3B-F921-A737-00E9-7357DB51D899}"/>
              </a:ext>
            </a:extLst>
          </p:cNvPr>
          <p:cNvGrpSpPr/>
          <p:nvPr/>
        </p:nvGrpSpPr>
        <p:grpSpPr>
          <a:xfrm>
            <a:off x="6256847" y="2196858"/>
            <a:ext cx="2815128" cy="791269"/>
            <a:chOff x="6256847" y="2196858"/>
            <a:chExt cx="2815128" cy="79126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2E7A0DB-6D92-9015-173F-F01DF18638CA}"/>
                </a:ext>
              </a:extLst>
            </p:cNvPr>
            <p:cNvGrpSpPr/>
            <p:nvPr/>
          </p:nvGrpSpPr>
          <p:grpSpPr>
            <a:xfrm>
              <a:off x="6760241" y="2196858"/>
              <a:ext cx="2311734" cy="791269"/>
              <a:chOff x="4134207" y="2148285"/>
              <a:chExt cx="2311734" cy="79126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9178909C-06AF-235C-F22F-F9ADC4099F46}"/>
                      </a:ext>
                    </a:extLst>
                  </p:cNvPr>
                  <p:cNvSpPr/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9178909C-06AF-235C-F22F-F9ADC4099F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E7D1C23-3E41-F283-C861-A74B9039BED1}"/>
                  </a:ext>
                </a:extLst>
              </p:cNvPr>
              <p:cNvSpPr/>
              <p:nvPr/>
            </p:nvSpPr>
            <p:spPr>
              <a:xfrm>
                <a:off x="4134207" y="2148285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u="sng">
                    <a:solidFill>
                      <a:sysClr val="windowText" lastClr="000000"/>
                    </a:solidFill>
                  </a:rPr>
                  <a:t>Linear Regression</a:t>
                </a:r>
                <a:r>
                  <a:rPr lang="en-US" sz="1400">
                    <a:solidFill>
                      <a:sysClr val="windowText" lastClr="000000"/>
                    </a:solidFill>
                  </a:rPr>
                  <a:t>: closed form solution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B694D1E-E1B2-8E37-EF95-DC61BD83C711}"/>
                </a:ext>
              </a:extLst>
            </p:cNvPr>
            <p:cNvCxnSpPr>
              <a:cxnSpLocks/>
            </p:cNvCxnSpPr>
            <p:nvPr/>
          </p:nvCxnSpPr>
          <p:spPr>
            <a:xfrm>
              <a:off x="6256847" y="2766024"/>
              <a:ext cx="88342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1142595-4364-63C2-C7BC-AE0E258E9987}"/>
              </a:ext>
            </a:extLst>
          </p:cNvPr>
          <p:cNvGrpSpPr/>
          <p:nvPr/>
        </p:nvGrpSpPr>
        <p:grpSpPr>
          <a:xfrm>
            <a:off x="6387025" y="3730894"/>
            <a:ext cx="2684950" cy="347061"/>
            <a:chOff x="6387025" y="3730894"/>
            <a:chExt cx="2684950" cy="3470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CD007B9-58DC-13BA-12C9-EB9C6D5B65C0}"/>
                </a:ext>
              </a:extLst>
            </p:cNvPr>
            <p:cNvSpPr/>
            <p:nvPr/>
          </p:nvSpPr>
          <p:spPr>
            <a:xfrm>
              <a:off x="6760241" y="3730894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u="sng">
                  <a:solidFill>
                    <a:sysClr val="windowText" lastClr="000000"/>
                  </a:solidFill>
                </a:rPr>
                <a:t>Logistic Regression</a:t>
              </a:r>
              <a:r>
                <a:rPr lang="en-US" sz="1400">
                  <a:solidFill>
                    <a:sysClr val="windowText" lastClr="000000"/>
                  </a:solidFill>
                </a:rPr>
                <a:t>: No closed form solution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1108C02-9344-7828-BCFE-7D7C396C4BC9}"/>
                </a:ext>
              </a:extLst>
            </p:cNvPr>
            <p:cNvCxnSpPr>
              <a:cxnSpLocks/>
            </p:cNvCxnSpPr>
            <p:nvPr/>
          </p:nvCxnSpPr>
          <p:spPr>
            <a:xfrm>
              <a:off x="6387025" y="4070299"/>
              <a:ext cx="626025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5199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047E0-4B66-A3BE-40DF-F93439DB85B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Optimization problems:</a:t>
            </a:r>
          </a:p>
          <a:p>
            <a:pPr marL="0" indent="0">
              <a:buNone/>
            </a:pPr>
            <a:r>
              <a:rPr lang="en-US"/>
              <a:t>A type of problem that aims to find optimal parameters that:</a:t>
            </a:r>
          </a:p>
          <a:p>
            <a:pPr>
              <a:buFontTx/>
              <a:buChar char="-"/>
            </a:pPr>
            <a:r>
              <a:rPr lang="en-US"/>
              <a:t>Minimizes a cost (or loss) function</a:t>
            </a:r>
          </a:p>
          <a:p>
            <a:pPr>
              <a:buFontTx/>
              <a:buChar char="-"/>
            </a:pPr>
            <a:r>
              <a:rPr lang="en-US"/>
              <a:t>OR maximizes an objective function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442A2-DACF-FB76-BBDC-451AFFE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Problems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0A5CFD-A431-27DE-3271-AB8BBEB5A55C}"/>
              </a:ext>
            </a:extLst>
          </p:cNvPr>
          <p:cNvGrpSpPr/>
          <p:nvPr/>
        </p:nvGrpSpPr>
        <p:grpSpPr>
          <a:xfrm>
            <a:off x="312182" y="2468880"/>
            <a:ext cx="2707624" cy="1951579"/>
            <a:chOff x="312182" y="2468880"/>
            <a:chExt cx="2707624" cy="19515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C30900-0998-0C5D-A916-F9C5E64CE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182" y="2468880"/>
              <a:ext cx="2707624" cy="160451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9FCDDE-5BF0-1103-EABC-1A9059AF5617}"/>
                </a:ext>
              </a:extLst>
            </p:cNvPr>
            <p:cNvSpPr/>
            <p:nvPr/>
          </p:nvSpPr>
          <p:spPr>
            <a:xfrm>
              <a:off x="510127" y="4073398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Reduce trip time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FCCF11-05E8-58C9-9AA6-BAD501450E25}"/>
              </a:ext>
            </a:extLst>
          </p:cNvPr>
          <p:cNvGrpSpPr/>
          <p:nvPr/>
        </p:nvGrpSpPr>
        <p:grpSpPr>
          <a:xfrm>
            <a:off x="3498469" y="2571750"/>
            <a:ext cx="3082036" cy="1848709"/>
            <a:chOff x="3498469" y="2571750"/>
            <a:chExt cx="3082036" cy="18487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97A412-1144-AC01-A8FB-72C5C286C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8469" y="2571750"/>
              <a:ext cx="3082036" cy="145670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3CC1C7-5530-8F65-8EB4-83C76CE0BAF0}"/>
                </a:ext>
              </a:extLst>
            </p:cNvPr>
            <p:cNvSpPr/>
            <p:nvPr/>
          </p:nvSpPr>
          <p:spPr>
            <a:xfrm>
              <a:off x="3883620" y="4073398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Reduce drag coefficient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3679DF-15CE-B337-C3B9-84C2E58A0272}"/>
              </a:ext>
            </a:extLst>
          </p:cNvPr>
          <p:cNvGrpSpPr/>
          <p:nvPr/>
        </p:nvGrpSpPr>
        <p:grpSpPr>
          <a:xfrm>
            <a:off x="6733917" y="2414304"/>
            <a:ext cx="2311734" cy="2073642"/>
            <a:chOff x="6733917" y="2414304"/>
            <a:chExt cx="2311734" cy="20736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73F493-A487-F565-08CF-05A150EE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9168" y="2414304"/>
              <a:ext cx="1661232" cy="161415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4F1ECA-DE8D-807D-355A-489F8607D016}"/>
                </a:ext>
              </a:extLst>
            </p:cNvPr>
            <p:cNvSpPr/>
            <p:nvPr/>
          </p:nvSpPr>
          <p:spPr>
            <a:xfrm>
              <a:off x="6733917" y="4140885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Reduce aggregate error (loss function)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456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Optimization introduction</a:t>
            </a:r>
          </a:p>
          <a:p>
            <a:endParaRPr lang="en-US" dirty="0"/>
          </a:p>
          <a:p>
            <a:r>
              <a:rPr lang="en-US" dirty="0"/>
              <a:t>Single variate and multivariate optimization</a:t>
            </a:r>
          </a:p>
          <a:p>
            <a:endParaRPr lang="en-US" dirty="0"/>
          </a:p>
          <a:p>
            <a:r>
              <a:rPr lang="en-US" dirty="0"/>
              <a:t>Gradient Descent (BGD vs SGD)</a:t>
            </a:r>
          </a:p>
          <a:p>
            <a:endParaRPr lang="en-US" dirty="0"/>
          </a:p>
          <a:p>
            <a:r>
              <a:rPr lang="en-US" dirty="0"/>
              <a:t>Convex and non-convex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5BE6F4-F8DB-D374-8494-A0D4EF225585}"/>
              </a:ext>
            </a:extLst>
          </p:cNvPr>
          <p:cNvGrpSpPr/>
          <p:nvPr/>
        </p:nvGrpSpPr>
        <p:grpSpPr>
          <a:xfrm>
            <a:off x="403189" y="2634532"/>
            <a:ext cx="8070574" cy="1606164"/>
            <a:chOff x="403189" y="2634532"/>
            <a:chExt cx="8070574" cy="16061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E88F2B-0AAF-3262-A032-4B13B9BB7C3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2F7C8D-B5A8-74F5-14FD-153AE690D3E2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B4A4AC-72A6-60AD-7339-F11B1571986D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E6716CE-72D4-C135-7413-7D32FD9C0C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Way to the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ontent Placeholder 1">
                <a:extLst>
                  <a:ext uri="{FF2B5EF4-FFF2-40B4-BE49-F238E27FC236}">
                    <a16:creationId xmlns:a16="http://schemas.microsoft.com/office/drawing/2014/main" id="{B1D512D7-2972-B4DD-CD85-2BDE2A850884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905398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our machine learning model is a function of 1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We may want to look at the the relationship between the loss function and the parameter:</a:t>
                </a:r>
              </a:p>
            </p:txBody>
          </p:sp>
        </mc:Choice>
        <mc:Fallback>
          <p:sp>
            <p:nvSpPr>
              <p:cNvPr id="35" name="Content Placeholder 1">
                <a:extLst>
                  <a:ext uri="{FF2B5EF4-FFF2-40B4-BE49-F238E27FC236}">
                    <a16:creationId xmlns:a16="http://schemas.microsoft.com/office/drawing/2014/main" id="{B1D512D7-2972-B4DD-CD85-2BDE2A850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905398"/>
                <a:ext cx="8318119" cy="3650177"/>
              </a:xfrm>
              <a:blipFill>
                <a:blip r:embed="rId2"/>
                <a:stretch>
                  <a:fillRect l="-762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F43BAA6-C8EF-68EA-F10D-5302A00DB7B4}"/>
                  </a:ext>
                </a:extLst>
              </p14:cNvPr>
              <p14:cNvContentPartPr/>
              <p14:nvPr/>
            </p14:nvContentPartPr>
            <p14:xfrm>
              <a:off x="5847884" y="2132813"/>
              <a:ext cx="45000" cy="19630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F43BAA6-C8EF-68EA-F10D-5302A00DB7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2404" y="2117333"/>
                <a:ext cx="75600" cy="19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AC979B1-0E48-27B2-44F5-1B34F8692A8C}"/>
                  </a:ext>
                </a:extLst>
              </p14:cNvPr>
              <p14:cNvContentPartPr/>
              <p14:nvPr/>
            </p14:nvContentPartPr>
            <p14:xfrm>
              <a:off x="5851246" y="3979973"/>
              <a:ext cx="20880" cy="2548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AC979B1-0E48-27B2-44F5-1B34F8692A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5766" y="3964493"/>
                <a:ext cx="514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546E87F-8ADB-4B03-A57F-31E19F2575A2}"/>
                  </a:ext>
                </a:extLst>
              </p14:cNvPr>
              <p14:cNvContentPartPr/>
              <p14:nvPr/>
            </p14:nvContentPartPr>
            <p14:xfrm>
              <a:off x="5854846" y="4203893"/>
              <a:ext cx="2477160" cy="1000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546E87F-8ADB-4B03-A57F-31E19F2575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39368" y="4188413"/>
                <a:ext cx="2507756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49E9C64-B576-2A62-AB7E-8A136560114C}"/>
                  </a:ext>
                </a:extLst>
              </p14:cNvPr>
              <p14:cNvContentPartPr/>
              <p14:nvPr/>
            </p14:nvContentPartPr>
            <p14:xfrm>
              <a:off x="5080846" y="4238093"/>
              <a:ext cx="829440" cy="20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49E9C64-B576-2A62-AB7E-8A13656011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65366" y="4222613"/>
                <a:ext cx="8600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F11867F-1B1E-82F2-FE76-3A4EC0ADC7F7}"/>
                  </a:ext>
                </a:extLst>
              </p14:cNvPr>
              <p14:cNvContentPartPr/>
              <p14:nvPr/>
            </p14:nvContentPartPr>
            <p14:xfrm>
              <a:off x="8311126" y="4423853"/>
              <a:ext cx="137880" cy="1342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F11867F-1B1E-82F2-FE76-3A4EC0ADC7F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95686" y="4408331"/>
                <a:ext cx="168400" cy="164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DB2E535-238E-D086-2FA2-4697A71CA9DA}"/>
                  </a:ext>
                </a:extLst>
              </p14:cNvPr>
              <p14:cNvContentPartPr/>
              <p14:nvPr/>
            </p14:nvContentPartPr>
            <p14:xfrm>
              <a:off x="5476486" y="2113733"/>
              <a:ext cx="454320" cy="2120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DB2E535-238E-D086-2FA2-4697A71CA9D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61018" y="2098279"/>
                <a:ext cx="484896" cy="242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8BC1B44-AD9F-4A31-CD2D-221A80101872}"/>
                  </a:ext>
                </a:extLst>
              </p14:cNvPr>
              <p14:cNvContentPartPr/>
              <p14:nvPr/>
            </p14:nvContentPartPr>
            <p14:xfrm>
              <a:off x="5221966" y="2676413"/>
              <a:ext cx="2982960" cy="13384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8BC1B44-AD9F-4A31-CD2D-221A801018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06486" y="2660937"/>
                <a:ext cx="3013560" cy="1369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9BE6A17-C3FD-7F07-089F-E855DCB6E5A1}"/>
                  </a:ext>
                </a:extLst>
              </p14:cNvPr>
              <p14:cNvContentPartPr/>
              <p14:nvPr/>
            </p14:nvContentPartPr>
            <p14:xfrm>
              <a:off x="6505006" y="3997253"/>
              <a:ext cx="48600" cy="2070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9BE6A17-C3FD-7F07-089F-E855DCB6E5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89410" y="3981746"/>
                <a:ext cx="79428" cy="23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65C228-6930-A071-7D5C-339FB70873EC}"/>
                  </a:ext>
                </a:extLst>
              </p14:cNvPr>
              <p14:cNvContentPartPr/>
              <p14:nvPr/>
            </p14:nvContentPartPr>
            <p14:xfrm>
              <a:off x="6370726" y="4341413"/>
              <a:ext cx="753840" cy="172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65C228-6930-A071-7D5C-339FB70873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55246" y="4325933"/>
                <a:ext cx="7844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54CF137-A6FE-9E54-DA9D-8D8656D99FA5}"/>
                  </a:ext>
                </a:extLst>
              </p14:cNvPr>
              <p14:cNvContentPartPr/>
              <p14:nvPr/>
            </p14:nvContentPartPr>
            <p14:xfrm>
              <a:off x="6315646" y="4537613"/>
              <a:ext cx="1063440" cy="1479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54CF137-A6FE-9E54-DA9D-8D8656D99FA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00166" y="4522171"/>
                <a:ext cx="1094040" cy="178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FDD78607-A7CA-3379-D56D-0C550CEC937F}"/>
                  </a:ext>
                </a:extLst>
              </p14:cNvPr>
              <p14:cNvContentPartPr/>
              <p14:nvPr/>
            </p14:nvContentPartPr>
            <p14:xfrm>
              <a:off x="734760" y="2457620"/>
              <a:ext cx="2851560" cy="2134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FDD78607-A7CA-3379-D56D-0C550CEC937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9278" y="2442140"/>
                <a:ext cx="2882164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03BF0065-735B-E104-3F7E-B3B18FA24D6F}"/>
                  </a:ext>
                </a:extLst>
              </p14:cNvPr>
              <p14:cNvContentPartPr/>
              <p14:nvPr/>
            </p14:nvContentPartPr>
            <p14:xfrm>
              <a:off x="3742200" y="2399300"/>
              <a:ext cx="1775160" cy="2559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03BF0065-735B-E104-3F7E-B3B18FA24D6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26723" y="2383820"/>
                <a:ext cx="1805754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5965C54F-952A-69BF-845A-877603E604E9}"/>
                  </a:ext>
                </a:extLst>
              </p14:cNvPr>
              <p14:cNvContentPartPr/>
              <p14:nvPr/>
            </p14:nvContentPartPr>
            <p14:xfrm>
              <a:off x="759600" y="2943980"/>
              <a:ext cx="2873160" cy="2631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5965C54F-952A-69BF-845A-877603E604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4118" y="2928500"/>
                <a:ext cx="2903764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DA386019-820F-5272-6BD7-DA1DCCDD3469}"/>
                  </a:ext>
                </a:extLst>
              </p14:cNvPr>
              <p14:cNvContentPartPr/>
              <p14:nvPr/>
            </p14:nvContentPartPr>
            <p14:xfrm>
              <a:off x="846360" y="2734460"/>
              <a:ext cx="215280" cy="396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DA386019-820F-5272-6BD7-DA1DCCDD346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30880" y="2717432"/>
                <a:ext cx="245880" cy="3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D884FA6-9BA5-5FB9-B0FF-8A59CC094977}"/>
                  </a:ext>
                </a:extLst>
              </p14:cNvPr>
              <p14:cNvContentPartPr/>
              <p14:nvPr/>
            </p14:nvContentPartPr>
            <p14:xfrm>
              <a:off x="713520" y="3533300"/>
              <a:ext cx="699840" cy="22392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D884FA6-9BA5-5FB9-B0FF-8A59CC09497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8040" y="3517820"/>
                <a:ext cx="7304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10EFF743-C8BA-9F62-6D7D-8A47CD14EEE5}"/>
                  </a:ext>
                </a:extLst>
              </p14:cNvPr>
              <p14:cNvContentPartPr/>
              <p14:nvPr/>
            </p14:nvContentPartPr>
            <p14:xfrm>
              <a:off x="1569240" y="3476780"/>
              <a:ext cx="3499560" cy="24984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10EFF743-C8BA-9F62-6D7D-8A47CD14EEE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553760" y="3461300"/>
                <a:ext cx="35301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5686D4A5-9BAC-ACBD-17CC-097896026048}"/>
                  </a:ext>
                </a:extLst>
              </p14:cNvPr>
              <p14:cNvContentPartPr/>
              <p14:nvPr/>
            </p14:nvContentPartPr>
            <p14:xfrm>
              <a:off x="1338480" y="4030460"/>
              <a:ext cx="820440" cy="32688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5686D4A5-9BAC-ACBD-17CC-09789602604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323007" y="4014997"/>
                <a:ext cx="851027" cy="357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8E444E56-E244-CC91-21C5-10ADD1B84032}"/>
                  </a:ext>
                </a:extLst>
              </p14:cNvPr>
              <p14:cNvContentPartPr/>
              <p14:nvPr/>
            </p14:nvContentPartPr>
            <p14:xfrm>
              <a:off x="468360" y="4012820"/>
              <a:ext cx="724680" cy="25920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8E444E56-E244-CC91-21C5-10ADD1B8403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2880" y="3997361"/>
                <a:ext cx="755280" cy="289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0554F59F-DC3F-3BDF-5B35-FEAADCF609F7}"/>
                  </a:ext>
                </a:extLst>
              </p14:cNvPr>
              <p14:cNvContentPartPr/>
              <p14:nvPr/>
            </p14:nvContentPartPr>
            <p14:xfrm>
              <a:off x="2307600" y="4048460"/>
              <a:ext cx="1609200" cy="20952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0554F59F-DC3F-3BDF-5B35-FEAADCF609F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292117" y="4032980"/>
                <a:ext cx="1639807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E20B9DCF-7241-9D0F-7F49-44C1BB240FF5}"/>
                  </a:ext>
                </a:extLst>
              </p14:cNvPr>
              <p14:cNvContentPartPr/>
              <p14:nvPr/>
            </p14:nvContentPartPr>
            <p14:xfrm>
              <a:off x="738360" y="4440860"/>
              <a:ext cx="4353480" cy="29592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E20B9DCF-7241-9D0F-7F49-44C1BB240FF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22880" y="4425399"/>
                <a:ext cx="4384080" cy="326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EA4D2D40-7662-B24C-4463-8CD481C83C47}"/>
                  </a:ext>
                </a:extLst>
              </p14:cNvPr>
              <p14:cNvContentPartPr/>
              <p14:nvPr/>
            </p14:nvContentPartPr>
            <p14:xfrm>
              <a:off x="4075920" y="4049900"/>
              <a:ext cx="770040" cy="19764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EA4D2D40-7662-B24C-4463-8CD481C83C4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60440" y="4034420"/>
                <a:ext cx="800640" cy="22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517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F87F-0547-9D01-796D-B3436917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17EF3B-ED0B-F99C-8C3C-6805F1D7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Sense of Down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DB5CC8C-BA61-E4D3-B2B5-3ECD523729F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1EA223-F3B3-1FBA-9715-96F7B8EC79D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0D897D4-3EB6-B138-0647-5E7B2B7BB9F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6EA00B-C54C-6A1B-D6F7-EA46F8D5BBDA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3170B5-3EDB-CD3B-8C7C-2AF5BAAC611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ECDAF07-D0FD-B52D-B370-E1EBDA4892D7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57D9C3-205E-5E0E-BF8D-18A4742C0BC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5F1252-DDF4-60F1-8B28-8930960F14B8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B0D6D09-9DE7-D28F-1749-B4C9456AF2C8}"/>
                  </a:ext>
                </a:extLst>
              </p14:cNvPr>
              <p14:cNvContentPartPr/>
              <p14:nvPr/>
            </p14:nvContentPartPr>
            <p14:xfrm>
              <a:off x="1130770" y="829130"/>
              <a:ext cx="540000" cy="226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B0D6D09-9DE7-D28F-1749-B4C9456AF2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5290" y="813625"/>
                <a:ext cx="570600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ABA2924-275A-B61F-5F36-23A79A0E88F6}"/>
                  </a:ext>
                </a:extLst>
              </p14:cNvPr>
              <p14:cNvContentPartPr/>
              <p14:nvPr/>
            </p14:nvContentPartPr>
            <p14:xfrm>
              <a:off x="599050" y="842810"/>
              <a:ext cx="278280" cy="201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BA2924-275A-B61F-5F36-23A79A0E88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550" y="827302"/>
                <a:ext cx="308920" cy="231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477381D-1E34-35B7-9E16-4D5ECC681F22}"/>
                  </a:ext>
                </a:extLst>
              </p14:cNvPr>
              <p14:cNvContentPartPr/>
              <p14:nvPr/>
            </p14:nvContentPartPr>
            <p14:xfrm>
              <a:off x="4087810" y="795650"/>
              <a:ext cx="623160" cy="216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477381D-1E34-35B7-9E16-4D5ECC681F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72339" y="780170"/>
                <a:ext cx="653742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3815338-DD66-D753-8F1B-5EB8376A8433}"/>
                  </a:ext>
                </a:extLst>
              </p14:cNvPr>
              <p14:cNvContentPartPr/>
              <p14:nvPr/>
            </p14:nvContentPartPr>
            <p14:xfrm>
              <a:off x="3643210" y="738410"/>
              <a:ext cx="238680" cy="2937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3815338-DD66-D753-8F1B-5EB8376A84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27730" y="722911"/>
                <a:ext cx="269280" cy="324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C0D8560-4038-0FCE-03E6-7F67CA45079A}"/>
                  </a:ext>
                </a:extLst>
              </p14:cNvPr>
              <p14:cNvContentPartPr/>
              <p14:nvPr/>
            </p14:nvContentPartPr>
            <p14:xfrm>
              <a:off x="2345410" y="817250"/>
              <a:ext cx="1119240" cy="218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C0D8560-4038-0FCE-03E6-7F67CA45079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29935" y="801744"/>
                <a:ext cx="1149830" cy="24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06D5696-F515-BB40-5889-84ED20A3F1E9}"/>
                  </a:ext>
                </a:extLst>
              </p14:cNvPr>
              <p14:cNvContentPartPr/>
              <p14:nvPr/>
            </p14:nvContentPartPr>
            <p14:xfrm>
              <a:off x="1853290" y="924530"/>
              <a:ext cx="298080" cy="107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06D5696-F515-BB40-5889-84ED20A3F1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7810" y="908998"/>
                <a:ext cx="328680" cy="138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E2888E7-FCDB-7F4A-D201-084DC0098096}"/>
                  </a:ext>
                </a:extLst>
              </p14:cNvPr>
              <p14:cNvContentPartPr/>
              <p14:nvPr/>
            </p14:nvContentPartPr>
            <p14:xfrm>
              <a:off x="5989641" y="1002736"/>
              <a:ext cx="45000" cy="1963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E2888E7-FCDB-7F4A-D201-084DC00980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74161" y="987256"/>
                <a:ext cx="75600" cy="19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5325E8E-218D-042E-FE6C-F84E7403087F}"/>
                  </a:ext>
                </a:extLst>
              </p14:cNvPr>
              <p14:cNvContentPartPr/>
              <p14:nvPr/>
            </p14:nvContentPartPr>
            <p14:xfrm>
              <a:off x="5996603" y="3073816"/>
              <a:ext cx="2477160" cy="1000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5325E8E-218D-042E-FE6C-F84E740308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81125" y="3058336"/>
                <a:ext cx="2507756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30FC66C-07B2-7534-C1EC-F0C83B9DB88A}"/>
                  </a:ext>
                </a:extLst>
              </p14:cNvPr>
              <p14:cNvContentPartPr/>
              <p14:nvPr/>
            </p14:nvContentPartPr>
            <p14:xfrm>
              <a:off x="5222603" y="3108016"/>
              <a:ext cx="829440" cy="20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30FC66C-07B2-7534-C1EC-F0C83B9DB8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07123" y="3092536"/>
                <a:ext cx="8600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17B9B4E-4F00-8DB9-6C40-0E8C17009E4B}"/>
                  </a:ext>
                </a:extLst>
              </p14:cNvPr>
              <p14:cNvContentPartPr/>
              <p14:nvPr/>
            </p14:nvContentPartPr>
            <p14:xfrm>
              <a:off x="8452883" y="3293776"/>
              <a:ext cx="137880" cy="1342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17B9B4E-4F00-8DB9-6C40-0E8C17009E4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37443" y="3278254"/>
                <a:ext cx="168400" cy="164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97EF50-85FC-62D7-ACC8-F624B68CBF7F}"/>
                  </a:ext>
                </a:extLst>
              </p14:cNvPr>
              <p14:cNvContentPartPr/>
              <p14:nvPr/>
            </p14:nvContentPartPr>
            <p14:xfrm>
              <a:off x="5618243" y="983656"/>
              <a:ext cx="454320" cy="212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97EF50-85FC-62D7-ACC8-F624B68CBF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02775" y="968202"/>
                <a:ext cx="484896" cy="242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0EC05FA-57D3-354D-4DF7-F119A19DE154}"/>
                  </a:ext>
                </a:extLst>
              </p14:cNvPr>
              <p14:cNvContentPartPr/>
              <p14:nvPr/>
            </p14:nvContentPartPr>
            <p14:xfrm>
              <a:off x="5363723" y="1546336"/>
              <a:ext cx="2982960" cy="1338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0EC05FA-57D3-354D-4DF7-F119A19DE1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48243" y="1530860"/>
                <a:ext cx="3013560" cy="1369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2F53030-2EB9-BDDC-3F6C-AB67504B32B0}"/>
                  </a:ext>
                </a:extLst>
              </p14:cNvPr>
              <p14:cNvContentPartPr/>
              <p14:nvPr/>
            </p14:nvContentPartPr>
            <p14:xfrm>
              <a:off x="361090" y="1454450"/>
              <a:ext cx="1159200" cy="180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2F53030-2EB9-BDDC-3F6C-AB67504B32B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5610" y="1438970"/>
                <a:ext cx="11898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8A51126-F690-57D5-0EF6-86B80EF863C8}"/>
                  </a:ext>
                </a:extLst>
              </p14:cNvPr>
              <p14:cNvContentPartPr/>
              <p14:nvPr/>
            </p14:nvContentPartPr>
            <p14:xfrm>
              <a:off x="1698490" y="1404770"/>
              <a:ext cx="2123640" cy="274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8A51126-F690-57D5-0EF6-86B80EF863C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83010" y="1389290"/>
                <a:ext cx="21542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7A7802D-F35C-06DC-D426-A0EA9FB2AFCB}"/>
                  </a:ext>
                </a:extLst>
              </p14:cNvPr>
              <p14:cNvContentPartPr/>
              <p14:nvPr/>
            </p14:nvContentPartPr>
            <p14:xfrm>
              <a:off x="1261810" y="1952330"/>
              <a:ext cx="607680" cy="1792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7A7802D-F35C-06DC-D426-A0EA9FB2AFC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46321" y="1936819"/>
                <a:ext cx="638298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3F41E44-DF01-4288-C357-A5CE354E1786}"/>
                  </a:ext>
                </a:extLst>
              </p14:cNvPr>
              <p14:cNvContentPartPr/>
              <p14:nvPr/>
            </p14:nvContentPartPr>
            <p14:xfrm>
              <a:off x="432730" y="1958090"/>
              <a:ext cx="611280" cy="1774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3F41E44-DF01-4288-C357-A5CE354E178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7241" y="1942579"/>
                <a:ext cx="641898" cy="208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0005A44-7D94-3365-7B2F-EC2D356804FC}"/>
                  </a:ext>
                </a:extLst>
              </p14:cNvPr>
              <p14:cNvContentPartPr/>
              <p14:nvPr/>
            </p14:nvContentPartPr>
            <p14:xfrm>
              <a:off x="2039770" y="2012090"/>
              <a:ext cx="653400" cy="1195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0005A44-7D94-3365-7B2F-EC2D356804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24299" y="1996610"/>
                <a:ext cx="683983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FFBBAE0-CA20-136C-0098-5858281F598B}"/>
                  </a:ext>
                </a:extLst>
              </p14:cNvPr>
              <p14:cNvContentPartPr/>
              <p14:nvPr/>
            </p14:nvContentPartPr>
            <p14:xfrm>
              <a:off x="2869210" y="1996250"/>
              <a:ext cx="671040" cy="1234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FFBBAE0-CA20-136C-0098-5858281F59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53730" y="1980770"/>
                <a:ext cx="7016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93C8B1B-6BC3-C7A9-F298-BCB5D7CE83F0}"/>
                  </a:ext>
                </a:extLst>
              </p14:cNvPr>
              <p14:cNvContentPartPr/>
              <p14:nvPr/>
            </p14:nvContentPartPr>
            <p14:xfrm>
              <a:off x="3722410" y="1924610"/>
              <a:ext cx="1159200" cy="194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93C8B1B-6BC3-C7A9-F298-BCB5D7CE83F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06925" y="1909130"/>
                <a:ext cx="118981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47FAAB8-604D-2183-7908-6D0AD9208BF3}"/>
                  </a:ext>
                </a:extLst>
              </p14:cNvPr>
              <p14:cNvContentPartPr/>
              <p14:nvPr/>
            </p14:nvContentPartPr>
            <p14:xfrm>
              <a:off x="2912770" y="2190650"/>
              <a:ext cx="536040" cy="162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47FAAB8-604D-2183-7908-6D0AD9208BF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897290" y="2175170"/>
                <a:ext cx="5666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5B190F0-395D-87E8-2D62-B57C5A644644}"/>
                  </a:ext>
                </a:extLst>
              </p14:cNvPr>
              <p14:cNvContentPartPr/>
              <p14:nvPr/>
            </p14:nvContentPartPr>
            <p14:xfrm>
              <a:off x="372970" y="2464250"/>
              <a:ext cx="841320" cy="27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5B190F0-395D-87E8-2D62-B57C5A64464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7490" y="2448770"/>
                <a:ext cx="87192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6D56AEC-905F-8B2B-E971-A43BBAC19295}"/>
                  </a:ext>
                </a:extLst>
              </p14:cNvPr>
              <p14:cNvContentPartPr/>
              <p14:nvPr/>
            </p14:nvContentPartPr>
            <p14:xfrm>
              <a:off x="1377010" y="2456330"/>
              <a:ext cx="889560" cy="2584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6D56AEC-905F-8B2B-E971-A43BBAC1929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361530" y="2440828"/>
                <a:ext cx="920160" cy="289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1511FE3-4D1D-BB04-3800-688292F3E2F5}"/>
                  </a:ext>
                </a:extLst>
              </p14:cNvPr>
              <p14:cNvContentPartPr/>
              <p14:nvPr/>
            </p14:nvContentPartPr>
            <p14:xfrm>
              <a:off x="2448370" y="2413130"/>
              <a:ext cx="1357560" cy="289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1511FE3-4D1D-BB04-3800-688292F3E2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32890" y="2397631"/>
                <a:ext cx="1388160" cy="320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D3FFAED-3D39-2419-46F2-6E7E080AC5FE}"/>
                  </a:ext>
                </a:extLst>
              </p14:cNvPr>
              <p14:cNvContentPartPr/>
              <p14:nvPr/>
            </p14:nvContentPartPr>
            <p14:xfrm>
              <a:off x="4028050" y="2409170"/>
              <a:ext cx="647280" cy="2422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D3FFAED-3D39-2419-46F2-6E7E080AC5F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12570" y="2393667"/>
                <a:ext cx="677880" cy="272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70478C3-6E27-22C5-5EDD-4CD1C0BC6174}"/>
                  </a:ext>
                </a:extLst>
              </p14:cNvPr>
              <p14:cNvContentPartPr/>
              <p14:nvPr/>
            </p14:nvContentPartPr>
            <p14:xfrm>
              <a:off x="7703650" y="2293610"/>
              <a:ext cx="1352880" cy="5680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70478C3-6E27-22C5-5EDD-4CD1C0BC61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88170" y="2278120"/>
                <a:ext cx="1383480" cy="598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ECA7A9B-D79F-78EF-8867-8AFA86592A01}"/>
                  </a:ext>
                </a:extLst>
              </p14:cNvPr>
              <p14:cNvContentPartPr/>
              <p14:nvPr/>
            </p14:nvContentPartPr>
            <p14:xfrm>
              <a:off x="8457130" y="1218290"/>
              <a:ext cx="478080" cy="3297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ECA7A9B-D79F-78EF-8867-8AFA86592A0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1638" y="1202810"/>
                <a:ext cx="508703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F15995F-698B-B971-0902-27D4E01EFB6A}"/>
                  </a:ext>
                </a:extLst>
              </p14:cNvPr>
              <p14:cNvContentPartPr/>
              <p14:nvPr/>
            </p14:nvContentPartPr>
            <p14:xfrm>
              <a:off x="7818130" y="1670810"/>
              <a:ext cx="671400" cy="7344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F15995F-698B-B971-0902-27D4E01EFB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97599" y="1655338"/>
                <a:ext cx="707059" cy="770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2F1431E-8621-0DD5-D110-346CB13BAD45}"/>
                  </a:ext>
                </a:extLst>
              </p14:cNvPr>
              <p14:cNvContentPartPr/>
              <p14:nvPr/>
            </p14:nvContentPartPr>
            <p14:xfrm>
              <a:off x="8604010" y="1535810"/>
              <a:ext cx="155160" cy="1425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2F1431E-8621-0DD5-D110-346CB13BAD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588530" y="1520369"/>
                <a:ext cx="185760" cy="1730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42E93A3-435C-EAB8-7512-0DAF8593DACD}"/>
                  </a:ext>
                </a:extLst>
              </p14:cNvPr>
              <p14:cNvContentPartPr/>
              <p14:nvPr/>
            </p14:nvContentPartPr>
            <p14:xfrm>
              <a:off x="8755210" y="1472090"/>
              <a:ext cx="110880" cy="939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42E93A3-435C-EAB8-7512-0DAF8593DAC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39730" y="1456610"/>
                <a:ext cx="1414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17F821F-A1EE-D6F3-09FB-BAD1A263B072}"/>
                  </a:ext>
                </a:extLst>
              </p14:cNvPr>
              <p14:cNvContentPartPr/>
              <p14:nvPr/>
            </p14:nvContentPartPr>
            <p14:xfrm>
              <a:off x="7997410" y="662450"/>
              <a:ext cx="706320" cy="50904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17F821F-A1EE-D6F3-09FB-BAD1A263B07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1930" y="646959"/>
                <a:ext cx="736920" cy="539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6E7A0A1-62C1-ED39-3131-50CF17DD55AE}"/>
                  </a:ext>
                </a:extLst>
              </p14:cNvPr>
              <p14:cNvContentPartPr/>
              <p14:nvPr/>
            </p14:nvContentPartPr>
            <p14:xfrm>
              <a:off x="8814250" y="2424650"/>
              <a:ext cx="127800" cy="1551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6E7A0A1-62C1-ED39-3131-50CF17DD55A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798726" y="2409170"/>
                <a:ext cx="158486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9E808D9-8E52-A53A-F7FA-23F8F80E7ADF}"/>
                  </a:ext>
                </a:extLst>
              </p14:cNvPr>
              <p14:cNvContentPartPr/>
              <p14:nvPr/>
            </p14:nvContentPartPr>
            <p14:xfrm>
              <a:off x="5460850" y="2083370"/>
              <a:ext cx="143280" cy="1310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9E808D9-8E52-A53A-F7FA-23F8F80E7AD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45370" y="2067847"/>
                <a:ext cx="173880" cy="161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6A6CA89-F357-92F1-9457-33239506E023}"/>
                  </a:ext>
                </a:extLst>
              </p14:cNvPr>
              <p14:cNvContentPartPr/>
              <p14:nvPr/>
            </p14:nvContentPartPr>
            <p14:xfrm>
              <a:off x="5532130" y="2198570"/>
              <a:ext cx="425160" cy="6472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6A6CA89-F357-92F1-9457-33239506E02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516637" y="2183090"/>
                <a:ext cx="455786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F537B4F-B254-0DEB-B71C-0484088DB8C7}"/>
                  </a:ext>
                </a:extLst>
              </p14:cNvPr>
              <p14:cNvContentPartPr/>
              <p14:nvPr/>
            </p14:nvContentPartPr>
            <p14:xfrm>
              <a:off x="5175010" y="2591330"/>
              <a:ext cx="536400" cy="3618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F537B4F-B254-0DEB-B71C-0484088DB8C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59520" y="2575835"/>
                <a:ext cx="567021" cy="392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8784A00E-FDE5-F5D1-54CF-7E519A28FD34}"/>
                  </a:ext>
                </a:extLst>
              </p14:cNvPr>
              <p14:cNvContentPartPr/>
              <p14:nvPr/>
            </p14:nvContentPartPr>
            <p14:xfrm>
              <a:off x="5548690" y="1674770"/>
              <a:ext cx="1206000" cy="36936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8784A00E-FDE5-F5D1-54CF-7E519A28FD3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533210" y="1659290"/>
                <a:ext cx="12366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1CED581-D7A6-86C6-4AF6-DE1458288174}"/>
                  </a:ext>
                </a:extLst>
              </p14:cNvPr>
              <p14:cNvContentPartPr/>
              <p14:nvPr/>
            </p14:nvContentPartPr>
            <p14:xfrm>
              <a:off x="5143690" y="3238250"/>
              <a:ext cx="1266120" cy="1792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1CED581-D7A6-86C6-4AF6-DE145828817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28206" y="3222739"/>
                <a:ext cx="1296729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768BC05-746B-6731-BF5B-774DC8315639}"/>
                  </a:ext>
                </a:extLst>
              </p14:cNvPr>
              <p14:cNvContentPartPr/>
              <p14:nvPr/>
            </p14:nvContentPartPr>
            <p14:xfrm>
              <a:off x="6719410" y="2845490"/>
              <a:ext cx="653040" cy="5184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768BC05-746B-6731-BF5B-774DC831563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03930" y="2830021"/>
                <a:ext cx="683640" cy="548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9ECC96FA-621A-EA86-1C86-0B0D93D53928}"/>
                  </a:ext>
                </a:extLst>
              </p14:cNvPr>
              <p14:cNvContentPartPr/>
              <p14:nvPr/>
            </p14:nvContentPartPr>
            <p14:xfrm>
              <a:off x="6909490" y="3436610"/>
              <a:ext cx="115560" cy="1393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9ECC96FA-621A-EA86-1C86-0B0D93D5392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894010" y="3421130"/>
                <a:ext cx="1461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C95862D9-5ED0-43C3-2A75-F84D6FBC91D4}"/>
                  </a:ext>
                </a:extLst>
              </p14:cNvPr>
              <p14:cNvContentPartPr/>
              <p14:nvPr/>
            </p14:nvContentPartPr>
            <p14:xfrm>
              <a:off x="996130" y="3436610"/>
              <a:ext cx="1179360" cy="3218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C95862D9-5ED0-43C3-2A75-F84D6FBC91D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80655" y="3421130"/>
                <a:ext cx="1209951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EA1E93A3-55FB-8536-BBD5-5A5C5FBFBFBA}"/>
                  </a:ext>
                </a:extLst>
              </p14:cNvPr>
              <p14:cNvContentPartPr/>
              <p14:nvPr/>
            </p14:nvContentPartPr>
            <p14:xfrm>
              <a:off x="456130" y="3470450"/>
              <a:ext cx="330840" cy="2124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EA1E93A3-55FB-8536-BBD5-5A5C5FBFBFB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0633" y="3454970"/>
                <a:ext cx="361473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C219F8E-A2EB-5D0B-9EC0-D23665ECCFB1}"/>
                  </a:ext>
                </a:extLst>
              </p14:cNvPr>
              <p14:cNvContentPartPr/>
              <p14:nvPr/>
            </p14:nvContentPartPr>
            <p14:xfrm>
              <a:off x="2388970" y="3440570"/>
              <a:ext cx="556200" cy="30600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C219F8E-A2EB-5D0B-9EC0-D23665ECCFB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73480" y="3425090"/>
                <a:ext cx="5868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CE1A62F-ED3F-0108-1643-CA08627A0FC4}"/>
                  </a:ext>
                </a:extLst>
              </p14:cNvPr>
              <p14:cNvContentPartPr/>
              <p14:nvPr/>
            </p14:nvContentPartPr>
            <p14:xfrm>
              <a:off x="3107530" y="3524090"/>
              <a:ext cx="16200" cy="7956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CE1A62F-ED3F-0108-1643-CA08627A0FC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92050" y="3508680"/>
                <a:ext cx="46800" cy="110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11B05075-2DAC-4855-BFE1-04B2B9316691}"/>
                  </a:ext>
                </a:extLst>
              </p14:cNvPr>
              <p14:cNvContentPartPr/>
              <p14:nvPr/>
            </p14:nvContentPartPr>
            <p14:xfrm>
              <a:off x="1531810" y="4099370"/>
              <a:ext cx="127440" cy="6408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11B05075-2DAC-4855-BFE1-04B2B931669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516330" y="4083803"/>
                <a:ext cx="158040" cy="94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B2829A1F-47C4-772B-F98D-E96D1A792C2F}"/>
                  </a:ext>
                </a:extLst>
              </p14:cNvPr>
              <p14:cNvContentPartPr/>
              <p14:nvPr/>
            </p14:nvContentPartPr>
            <p14:xfrm>
              <a:off x="750250" y="3944930"/>
              <a:ext cx="519480" cy="29772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B2829A1F-47C4-772B-F98D-E96D1A792C2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34770" y="3929469"/>
                <a:ext cx="550080" cy="328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721E4014-6564-F27F-6520-8E6A5A5B40C3}"/>
                  </a:ext>
                </a:extLst>
              </p14:cNvPr>
              <p14:cNvContentPartPr/>
              <p14:nvPr/>
            </p14:nvContentPartPr>
            <p14:xfrm>
              <a:off x="1992250" y="3988490"/>
              <a:ext cx="540000" cy="26604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721E4014-6564-F27F-6520-8E6A5A5B40C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76770" y="3973010"/>
                <a:ext cx="570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B02717B2-56F2-1A49-750E-034E97A74F34}"/>
                  </a:ext>
                </a:extLst>
              </p14:cNvPr>
              <p14:cNvContentPartPr/>
              <p14:nvPr/>
            </p14:nvContentPartPr>
            <p14:xfrm>
              <a:off x="2756890" y="3992450"/>
              <a:ext cx="763560" cy="1947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B02717B2-56F2-1A49-750E-034E97A74F3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741417" y="3976999"/>
                <a:ext cx="794146" cy="2253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7F9F9042-1936-6DB0-F550-460A87DA5FCB}"/>
                  </a:ext>
                </a:extLst>
              </p14:cNvPr>
              <p14:cNvContentPartPr/>
              <p14:nvPr/>
            </p14:nvContentPartPr>
            <p14:xfrm>
              <a:off x="3798010" y="3769970"/>
              <a:ext cx="139320" cy="2145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7F9F9042-1936-6DB0-F550-460A87DA5FC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82530" y="3754490"/>
                <a:ext cx="1699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E48D114A-D0F2-520E-5197-DA1A866C56B2}"/>
                  </a:ext>
                </a:extLst>
              </p14:cNvPr>
              <p14:cNvContentPartPr/>
              <p14:nvPr/>
            </p14:nvContentPartPr>
            <p14:xfrm>
              <a:off x="4059730" y="3763850"/>
              <a:ext cx="234360" cy="2167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E48D114A-D0F2-520E-5197-DA1A866C56B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044250" y="3748370"/>
                <a:ext cx="2649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9BBCF9B6-6955-9A4E-0DB5-226DB1C91F5C}"/>
                  </a:ext>
                </a:extLst>
              </p14:cNvPr>
              <p14:cNvContentPartPr/>
              <p14:nvPr/>
            </p14:nvContentPartPr>
            <p14:xfrm>
              <a:off x="3774250" y="4063730"/>
              <a:ext cx="563760" cy="201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9BBCF9B6-6955-9A4E-0DB5-226DB1C91F5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758780" y="4048250"/>
                <a:ext cx="5943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476B64A4-3FAE-46D0-4923-64E98816A97B}"/>
                  </a:ext>
                </a:extLst>
              </p14:cNvPr>
              <p14:cNvContentPartPr/>
              <p14:nvPr/>
            </p14:nvContentPartPr>
            <p14:xfrm>
              <a:off x="3750130" y="4123490"/>
              <a:ext cx="460800" cy="1987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476B64A4-3FAE-46D0-4923-64E98816A97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734650" y="4108010"/>
                <a:ext cx="4914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4A596209-6BA7-84ED-EC8E-6EB21FF5BC32}"/>
                  </a:ext>
                </a:extLst>
              </p14:cNvPr>
              <p14:cNvContentPartPr/>
              <p14:nvPr/>
            </p14:nvContentPartPr>
            <p14:xfrm>
              <a:off x="2678770" y="3972650"/>
              <a:ext cx="369000" cy="5540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4A596209-6BA7-84ED-EC8E-6EB21FF5BC3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63290" y="3957180"/>
                <a:ext cx="399600" cy="584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A02EE66E-5F1C-D7C3-955C-537BE9A23412}"/>
                  </a:ext>
                </a:extLst>
              </p14:cNvPr>
              <p14:cNvContentPartPr/>
              <p14:nvPr/>
            </p14:nvContentPartPr>
            <p14:xfrm>
              <a:off x="2972530" y="4424810"/>
              <a:ext cx="1036080" cy="22680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A02EE66E-5F1C-D7C3-955C-537BE9A2341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957055" y="4409305"/>
                <a:ext cx="1066669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8DEB0407-E4A4-36ED-F392-F31BCACEC815}"/>
                  </a:ext>
                </a:extLst>
              </p14:cNvPr>
              <p14:cNvContentPartPr/>
              <p14:nvPr/>
            </p14:nvContentPartPr>
            <p14:xfrm>
              <a:off x="4155130" y="4472690"/>
              <a:ext cx="2379600" cy="25452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8DEB0407-E4A4-36ED-F392-F31BCACEC81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139652" y="4457210"/>
                <a:ext cx="2410195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E7BA9873-D729-8D79-19A3-8F235E7371E6}"/>
                  </a:ext>
                </a:extLst>
              </p14:cNvPr>
              <p14:cNvContentPartPr/>
              <p14:nvPr/>
            </p14:nvContentPartPr>
            <p14:xfrm>
              <a:off x="3095290" y="3639650"/>
              <a:ext cx="5806440" cy="65484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E7BA9873-D729-8D79-19A3-8F235E7371E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079809" y="3624170"/>
                <a:ext cx="5837042" cy="6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A9AA412B-1D30-B47E-414D-73754CD94984}"/>
                  </a:ext>
                </a:extLst>
              </p14:cNvPr>
              <p14:cNvContentPartPr/>
              <p14:nvPr/>
            </p14:nvContentPartPr>
            <p14:xfrm>
              <a:off x="7727050" y="4010090"/>
              <a:ext cx="883080" cy="18324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A9AA412B-1D30-B47E-414D-73754CD9498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11576" y="3994640"/>
                <a:ext cx="913668" cy="213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2509CEE5-3D80-1173-EF0D-8A0B452E7AAF}"/>
                  </a:ext>
                </a:extLst>
              </p14:cNvPr>
              <p14:cNvContentPartPr/>
              <p14:nvPr/>
            </p14:nvContentPartPr>
            <p14:xfrm>
              <a:off x="7175170" y="4075610"/>
              <a:ext cx="214560" cy="16704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2509CEE5-3D80-1173-EF0D-8A0B452E7AA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159690" y="4060130"/>
                <a:ext cx="2451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EBBE87E9-DEE3-E753-54D9-4C6DB032E865}"/>
                  </a:ext>
                </a:extLst>
              </p14:cNvPr>
              <p14:cNvContentPartPr/>
              <p14:nvPr/>
            </p14:nvContentPartPr>
            <p14:xfrm>
              <a:off x="8961130" y="3796250"/>
              <a:ext cx="145080" cy="4348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EBBE87E9-DEE3-E753-54D9-4C6DB032E86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945650" y="3780770"/>
                <a:ext cx="175680" cy="46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083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86AF-61E4-8277-5BD4-20ED6CA6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433BE-BFF8-BC0A-E0E6-45B18F22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4B31C4-31F2-CAC8-F9ED-2D409D027785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BDEB6B-A323-A9A4-6112-5274804BFD7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61F006E-8F67-FBFE-3214-C8F8DF26E69A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03CFCC9-2656-43A8-5C41-54C5BE89508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B9D0AB-5A8E-AB07-4D1E-E26E66F442D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CE7541-C85B-93F4-8B83-2525FC803995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D824CF-652B-1541-88A9-BCDD1E41AC3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AB9DAC-2120-524A-3285-559C3A64B69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49A1618-EBAA-DEC3-9AF8-4EC65096A796}"/>
                  </a:ext>
                </a:extLst>
              </p14:cNvPr>
              <p14:cNvContentPartPr/>
              <p14:nvPr/>
            </p14:nvContentPartPr>
            <p14:xfrm>
              <a:off x="778690" y="853250"/>
              <a:ext cx="459720" cy="194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49A1618-EBAA-DEC3-9AF8-4EC65096A7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3222" y="837770"/>
                <a:ext cx="490296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B264EF1-3D8D-E3CD-69AE-F5D1AD3E11E6}"/>
                  </a:ext>
                </a:extLst>
              </p14:cNvPr>
              <p14:cNvContentPartPr/>
              <p14:nvPr/>
            </p14:nvContentPartPr>
            <p14:xfrm>
              <a:off x="471970" y="952250"/>
              <a:ext cx="135360" cy="20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B264EF1-3D8D-E3CD-69AE-F5D1AD3E11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490" y="936770"/>
                <a:ext cx="1659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2783CCC-654E-C566-D3DD-25DBAD33AEFF}"/>
                  </a:ext>
                </a:extLst>
              </p14:cNvPr>
              <p14:cNvContentPartPr/>
              <p14:nvPr/>
            </p14:nvContentPartPr>
            <p14:xfrm>
              <a:off x="1440370" y="829130"/>
              <a:ext cx="774360" cy="234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2783CCC-654E-C566-D3DD-25DBAD33AE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4890" y="813626"/>
                <a:ext cx="804960" cy="26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F30ABC3-AA81-0414-54CE-349B35720B4A}"/>
                  </a:ext>
                </a:extLst>
              </p14:cNvPr>
              <p14:cNvContentPartPr/>
              <p14:nvPr/>
            </p14:nvContentPartPr>
            <p14:xfrm>
              <a:off x="3095290" y="877010"/>
              <a:ext cx="595800" cy="246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F30ABC3-AA81-0414-54CE-349B35720B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79810" y="861553"/>
                <a:ext cx="626400" cy="276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419F9AB-7CED-9E7E-07A9-61888F12EA5D}"/>
                  </a:ext>
                </a:extLst>
              </p14:cNvPr>
              <p14:cNvContentPartPr/>
              <p14:nvPr/>
            </p14:nvContentPartPr>
            <p14:xfrm>
              <a:off x="2440450" y="825170"/>
              <a:ext cx="464760" cy="226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419F9AB-7CED-9E7E-07A9-61888F12EA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24970" y="809665"/>
                <a:ext cx="495360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65C00E1-CAA2-D788-5977-75C90FB04D13}"/>
                  </a:ext>
                </a:extLst>
              </p14:cNvPr>
              <p14:cNvContentPartPr/>
              <p14:nvPr/>
            </p14:nvContentPartPr>
            <p14:xfrm>
              <a:off x="5472730" y="722210"/>
              <a:ext cx="635400" cy="405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65C00E1-CAA2-D788-5977-75C90FB04D1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57250" y="706744"/>
                <a:ext cx="666000" cy="435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2A1136D-0AAB-5F2C-DAA8-8054DD6D35CF}"/>
                  </a:ext>
                </a:extLst>
              </p14:cNvPr>
              <p14:cNvContentPartPr/>
              <p14:nvPr/>
            </p14:nvContentPartPr>
            <p14:xfrm>
              <a:off x="3956770" y="817970"/>
              <a:ext cx="1173240" cy="2379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2A1136D-0AAB-5F2C-DAA8-8054DD6D35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1290" y="802490"/>
                <a:ext cx="12038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F658B63-124C-CDA1-5D05-86C4C49FC076}"/>
                  </a:ext>
                </a:extLst>
              </p14:cNvPr>
              <p14:cNvContentPartPr/>
              <p14:nvPr/>
            </p14:nvContentPartPr>
            <p14:xfrm>
              <a:off x="6215050" y="734090"/>
              <a:ext cx="95760" cy="295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F658B63-124C-CDA1-5D05-86C4C49FC0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99570" y="718610"/>
                <a:ext cx="126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187C3C4-3287-3B3D-C938-35420D1C06C7}"/>
                  </a:ext>
                </a:extLst>
              </p14:cNvPr>
              <p14:cNvContentPartPr/>
              <p14:nvPr/>
            </p14:nvContentPartPr>
            <p14:xfrm>
              <a:off x="6552370" y="999770"/>
              <a:ext cx="4320" cy="756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187C3C4-3287-3B3D-C938-35420D1C06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36890" y="984290"/>
                <a:ext cx="349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6DF03AC-6C16-D84B-D71E-C9D4C2119997}"/>
                  </a:ext>
                </a:extLst>
              </p14:cNvPr>
              <p14:cNvContentPartPr/>
              <p14:nvPr/>
            </p14:nvContentPartPr>
            <p14:xfrm>
              <a:off x="7496650" y="833090"/>
              <a:ext cx="883800" cy="242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6DF03AC-6C16-D84B-D71E-C9D4C211999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81164" y="817587"/>
                <a:ext cx="914412" cy="273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FA0D906-E96E-475C-7252-E8146AAC665B}"/>
                  </a:ext>
                </a:extLst>
              </p14:cNvPr>
              <p14:cNvContentPartPr/>
              <p14:nvPr/>
            </p14:nvContentPartPr>
            <p14:xfrm>
              <a:off x="6806170" y="829130"/>
              <a:ext cx="472680" cy="2347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FA0D906-E96E-475C-7252-E8146AAC66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90690" y="813626"/>
                <a:ext cx="503280" cy="26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EAA3AB4-4031-66A8-E775-6F2BEFC6B291}"/>
                  </a:ext>
                </a:extLst>
              </p14:cNvPr>
              <p14:cNvContentPartPr/>
              <p14:nvPr/>
            </p14:nvContentPartPr>
            <p14:xfrm>
              <a:off x="1512010" y="1381370"/>
              <a:ext cx="1270440" cy="2340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EAA3AB4-4031-66A8-E775-6F2BEFC6B29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96530" y="1365890"/>
                <a:ext cx="13010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76CA7F4-7C9B-7492-DDCE-8C7B8FDC4AF9}"/>
                  </a:ext>
                </a:extLst>
              </p14:cNvPr>
              <p14:cNvContentPartPr/>
              <p14:nvPr/>
            </p14:nvContentPartPr>
            <p14:xfrm>
              <a:off x="821530" y="1392890"/>
              <a:ext cx="413280" cy="254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76CA7F4-7C9B-7492-DDCE-8C7B8FDC4AF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6050" y="1377410"/>
                <a:ext cx="4438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AC0B2CA-88E9-259F-3C99-A28079C4BB01}"/>
                  </a:ext>
                </a:extLst>
              </p14:cNvPr>
              <p14:cNvContentPartPr/>
              <p14:nvPr/>
            </p14:nvContentPartPr>
            <p14:xfrm>
              <a:off x="2936530" y="1388930"/>
              <a:ext cx="639360" cy="2538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AC0B2CA-88E9-259F-3C99-A28079C4BB0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21050" y="1373472"/>
                <a:ext cx="669960" cy="284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80F3A28-BCE1-C07B-2FB2-F77DE7AF57C9}"/>
                  </a:ext>
                </a:extLst>
              </p14:cNvPr>
              <p14:cNvContentPartPr/>
              <p14:nvPr/>
            </p14:nvContentPartPr>
            <p14:xfrm>
              <a:off x="283330" y="2059610"/>
              <a:ext cx="149400" cy="82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80F3A28-BCE1-C07B-2FB2-F77DE7AF57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7850" y="2044775"/>
                <a:ext cx="180000" cy="37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D72BB28-D223-63BC-5731-D0C28168E199}"/>
                  </a:ext>
                </a:extLst>
              </p14:cNvPr>
              <p14:cNvContentPartPr/>
              <p14:nvPr/>
            </p14:nvContentPartPr>
            <p14:xfrm>
              <a:off x="646570" y="1920650"/>
              <a:ext cx="500760" cy="198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D72BB28-D223-63BC-5731-D0C28168E19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1079" y="1905170"/>
                <a:ext cx="531382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35BA75D-76B8-1A59-14E3-A5D201403E5D}"/>
                  </a:ext>
                </a:extLst>
              </p14:cNvPr>
              <p14:cNvContentPartPr/>
              <p14:nvPr/>
            </p14:nvContentPartPr>
            <p14:xfrm>
              <a:off x="5047930" y="2083370"/>
              <a:ext cx="24120" cy="878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35BA75D-76B8-1A59-14E3-A5D201403E5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32450" y="2067826"/>
                <a:ext cx="54720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AD8129FE-3B77-C9F1-4513-90BB498E1FA7}"/>
                  </a:ext>
                </a:extLst>
              </p14:cNvPr>
              <p14:cNvContentPartPr/>
              <p14:nvPr/>
            </p14:nvContentPartPr>
            <p14:xfrm>
              <a:off x="5262490" y="1912730"/>
              <a:ext cx="508320" cy="1987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AD8129FE-3B77-C9F1-4513-90BB498E1FA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47010" y="1897250"/>
                <a:ext cx="5389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5689739-D2DF-7B28-1B8E-6E34B4FFD24F}"/>
                  </a:ext>
                </a:extLst>
              </p14:cNvPr>
              <p14:cNvContentPartPr/>
              <p14:nvPr/>
            </p14:nvContentPartPr>
            <p14:xfrm>
              <a:off x="7703290" y="1885010"/>
              <a:ext cx="1171080" cy="2422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5689739-D2DF-7B28-1B8E-6E34B4FFD24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87810" y="1869553"/>
                <a:ext cx="1201680" cy="272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C911B41-2469-6069-2DBC-C3D53B8F49B1}"/>
                  </a:ext>
                </a:extLst>
              </p14:cNvPr>
              <p14:cNvContentPartPr/>
              <p14:nvPr/>
            </p14:nvContentPartPr>
            <p14:xfrm>
              <a:off x="7080130" y="1924610"/>
              <a:ext cx="429120" cy="1868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C911B41-2469-6069-2DBC-C3D53B8F49B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64650" y="1909130"/>
                <a:ext cx="4597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D9E81E8-DC85-90BE-E78A-DC325C953276}"/>
                  </a:ext>
                </a:extLst>
              </p14:cNvPr>
              <p14:cNvContentPartPr/>
              <p14:nvPr/>
            </p14:nvContentPartPr>
            <p14:xfrm>
              <a:off x="5992570" y="1916690"/>
              <a:ext cx="889560" cy="2228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D9E81E8-DC85-90BE-E78A-DC325C95327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77084" y="1901185"/>
                <a:ext cx="920172" cy="253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06104D2-8C21-DA1C-0580-56C20D1A4283}"/>
                  </a:ext>
                </a:extLst>
              </p14:cNvPr>
              <p14:cNvContentPartPr/>
              <p14:nvPr/>
            </p14:nvContentPartPr>
            <p14:xfrm>
              <a:off x="861130" y="2432570"/>
              <a:ext cx="627480" cy="2386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06104D2-8C21-DA1C-0580-56C20D1A428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45650" y="2417067"/>
                <a:ext cx="658080" cy="269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6E7A102-37EA-C7F8-AD90-47B780F57BAF}"/>
                  </a:ext>
                </a:extLst>
              </p14:cNvPr>
              <p14:cNvContentPartPr/>
              <p14:nvPr/>
            </p14:nvContentPartPr>
            <p14:xfrm>
              <a:off x="2686690" y="2492330"/>
              <a:ext cx="190800" cy="756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6E7A102-37EA-C7F8-AD90-47B780F57BA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71239" y="2476923"/>
                <a:ext cx="221342" cy="106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3A4B219-54B9-7EA9-3107-0A93D52D6557}"/>
                  </a:ext>
                </a:extLst>
              </p14:cNvPr>
              <p14:cNvContentPartPr/>
              <p14:nvPr/>
            </p14:nvContentPartPr>
            <p14:xfrm>
              <a:off x="3123370" y="2436530"/>
              <a:ext cx="718560" cy="2170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3A4B219-54B9-7EA9-3107-0A93D52D655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07898" y="2421024"/>
                <a:ext cx="749145" cy="247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472DB0A-9D2E-1E6C-65AF-363038F4DCB5}"/>
                  </a:ext>
                </a:extLst>
              </p14:cNvPr>
              <p14:cNvContentPartPr/>
              <p14:nvPr/>
            </p14:nvContentPartPr>
            <p14:xfrm>
              <a:off x="2135170" y="2436530"/>
              <a:ext cx="293760" cy="1908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472DB0A-9D2E-1E6C-65AF-363038F4DCB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19690" y="2421050"/>
                <a:ext cx="3243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B90377E-C57A-742E-7676-13FE16B3E33D}"/>
                  </a:ext>
                </a:extLst>
              </p14:cNvPr>
              <p14:cNvContentPartPr/>
              <p14:nvPr/>
            </p14:nvContentPartPr>
            <p14:xfrm>
              <a:off x="1670770" y="2579450"/>
              <a:ext cx="289800" cy="241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B90377E-C57A-742E-7676-13FE16B3E33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655309" y="2563970"/>
                <a:ext cx="320362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B28E4B4-61DF-1C2E-F6FF-84A32F6CB575}"/>
                  </a:ext>
                </a:extLst>
              </p14:cNvPr>
              <p14:cNvContentPartPr/>
              <p14:nvPr/>
            </p14:nvContentPartPr>
            <p14:xfrm>
              <a:off x="1301410" y="1908770"/>
              <a:ext cx="182880" cy="1987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B28E4B4-61DF-1C2E-F6FF-84A32F6CB57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85930" y="1893290"/>
                <a:ext cx="2134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B67947C-D3A9-CBBA-BCDC-5C45C8401EE5}"/>
                  </a:ext>
                </a:extLst>
              </p14:cNvPr>
              <p14:cNvContentPartPr/>
              <p14:nvPr/>
            </p14:nvContentPartPr>
            <p14:xfrm>
              <a:off x="1414090" y="1892930"/>
              <a:ext cx="22680" cy="241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B67947C-D3A9-CBBA-BCDC-5C45C8401EE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98852" y="1877678"/>
                <a:ext cx="52802" cy="54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A89D8D9-EACB-C722-A5FD-509D669DA0D3}"/>
                  </a:ext>
                </a:extLst>
              </p14:cNvPr>
              <p14:cNvContentPartPr/>
              <p14:nvPr/>
            </p14:nvContentPartPr>
            <p14:xfrm>
              <a:off x="1500130" y="2008130"/>
              <a:ext cx="111600" cy="123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A89D8D9-EACB-C722-A5FD-509D669DA0D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84650" y="1992650"/>
                <a:ext cx="1422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8F70B7B1-D6B1-A42F-F478-026498A68ECE}"/>
                  </a:ext>
                </a:extLst>
              </p14:cNvPr>
              <p14:cNvContentPartPr/>
              <p14:nvPr/>
            </p14:nvContentPartPr>
            <p14:xfrm>
              <a:off x="1603090" y="1924610"/>
              <a:ext cx="159120" cy="1828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8F70B7B1-D6B1-A42F-F478-026498A68EC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87610" y="1909130"/>
                <a:ext cx="1897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36DF27C-FDFE-3CAD-581C-7FECA67B29AE}"/>
                  </a:ext>
                </a:extLst>
              </p14:cNvPr>
              <p14:cNvContentPartPr/>
              <p14:nvPr/>
            </p14:nvContentPartPr>
            <p14:xfrm>
              <a:off x="1769770" y="2000210"/>
              <a:ext cx="278280" cy="1029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36DF27C-FDFE-3CAD-581C-7FECA67B29A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754290" y="1984784"/>
                <a:ext cx="308880" cy="1334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EB63200-13E9-2EE7-188B-D7C997B483D7}"/>
                  </a:ext>
                </a:extLst>
              </p14:cNvPr>
              <p14:cNvContentPartPr/>
              <p14:nvPr/>
            </p14:nvContentPartPr>
            <p14:xfrm>
              <a:off x="2269810" y="1881410"/>
              <a:ext cx="2649960" cy="2937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EB63200-13E9-2EE7-188B-D7C997B483D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54328" y="1865911"/>
                <a:ext cx="2680564" cy="324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7BE52487-1C4C-10AB-3703-E4E8F0DB569C}"/>
                  </a:ext>
                </a:extLst>
              </p14:cNvPr>
              <p14:cNvContentPartPr/>
              <p14:nvPr/>
            </p14:nvContentPartPr>
            <p14:xfrm>
              <a:off x="1432450" y="2964650"/>
              <a:ext cx="1091880" cy="234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7BE52487-1C4C-10AB-3703-E4E8F0DB569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416965" y="2949170"/>
                <a:ext cx="112249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144CF70-FCF4-9216-C7EF-9AEF8C848DEB}"/>
                  </a:ext>
                </a:extLst>
              </p14:cNvPr>
              <p14:cNvContentPartPr/>
              <p14:nvPr/>
            </p14:nvContentPartPr>
            <p14:xfrm>
              <a:off x="321130" y="2980850"/>
              <a:ext cx="857880" cy="3052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144CF70-FCF4-9216-C7EF-9AEF8C848DE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5644" y="2965388"/>
                <a:ext cx="888493" cy="335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9081F35D-0E37-EA96-C4F7-7CAFACDD4914}"/>
                  </a:ext>
                </a:extLst>
              </p14:cNvPr>
              <p14:cNvContentPartPr/>
              <p14:nvPr/>
            </p14:nvContentPartPr>
            <p14:xfrm>
              <a:off x="4667050" y="2942330"/>
              <a:ext cx="1889640" cy="22896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9081F35D-0E37-EA96-C4F7-7CAFACDD491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51567" y="2926826"/>
                <a:ext cx="1920246" cy="259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DDF8C68-ECB0-D51F-7612-4A2C85A81D9F}"/>
                  </a:ext>
                </a:extLst>
              </p14:cNvPr>
              <p14:cNvContentPartPr/>
              <p14:nvPr/>
            </p14:nvContentPartPr>
            <p14:xfrm>
              <a:off x="3555730" y="2964650"/>
              <a:ext cx="917280" cy="1947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DDF8C68-ECB0-D51F-7612-4A2C85A81D9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40244" y="2949170"/>
                <a:ext cx="947892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DB11009F-F653-2F3A-4C14-A21132AAFEAF}"/>
                  </a:ext>
                </a:extLst>
              </p14:cNvPr>
              <p14:cNvContentPartPr/>
              <p14:nvPr/>
            </p14:nvContentPartPr>
            <p14:xfrm>
              <a:off x="2765890" y="3039890"/>
              <a:ext cx="579600" cy="2260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DB11009F-F653-2F3A-4C14-A21132AAFEA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50400" y="3024435"/>
                <a:ext cx="610219" cy="256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3A8C03B-4BFD-F61E-2762-B05A339CCEF6}"/>
                  </a:ext>
                </a:extLst>
              </p14:cNvPr>
              <p14:cNvContentPartPr/>
              <p14:nvPr/>
            </p14:nvContentPartPr>
            <p14:xfrm>
              <a:off x="289450" y="3547850"/>
              <a:ext cx="111600" cy="280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3A8C03B-4BFD-F61E-2762-B05A339CCEF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73920" y="3532370"/>
                <a:ext cx="142299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A6D553F1-AF1F-0E76-EA63-7D8E80F2C13C}"/>
                  </a:ext>
                </a:extLst>
              </p14:cNvPr>
              <p14:cNvContentPartPr/>
              <p14:nvPr/>
            </p14:nvContentPartPr>
            <p14:xfrm>
              <a:off x="666730" y="3486650"/>
              <a:ext cx="20160" cy="1846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A6D553F1-AF1F-0E76-EA63-7D8E80F2C13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51250" y="3471170"/>
                <a:ext cx="507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94C03922-DD6B-1367-E518-C5940BE9943F}"/>
                  </a:ext>
                </a:extLst>
              </p14:cNvPr>
              <p14:cNvContentPartPr/>
              <p14:nvPr/>
            </p14:nvContentPartPr>
            <p14:xfrm>
              <a:off x="646570" y="3436610"/>
              <a:ext cx="234000" cy="662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94C03922-DD6B-1367-E518-C5940BE9943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1090" y="3421045"/>
                <a:ext cx="264600" cy="97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A7ED7450-486E-4EF4-2866-48049BC78F40}"/>
                  </a:ext>
                </a:extLst>
              </p14:cNvPr>
              <p14:cNvContentPartPr/>
              <p14:nvPr/>
            </p14:nvContentPartPr>
            <p14:xfrm>
              <a:off x="773650" y="3480530"/>
              <a:ext cx="278280" cy="1908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A7ED7450-486E-4EF4-2866-48049BC78F4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8150" y="3465050"/>
                <a:ext cx="3089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B7202A5-0531-0CA9-BCB3-ACB99AE088BC}"/>
                  </a:ext>
                </a:extLst>
              </p14:cNvPr>
              <p14:cNvContentPartPr/>
              <p14:nvPr/>
            </p14:nvContentPartPr>
            <p14:xfrm>
              <a:off x="559450" y="3492410"/>
              <a:ext cx="151200" cy="5184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B7202A5-0531-0CA9-BCB3-ACB99AE088B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3970" y="3477037"/>
                <a:ext cx="181800" cy="82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CC661CF-3C10-C681-5168-EE99E864D8F6}"/>
                  </a:ext>
                </a:extLst>
              </p14:cNvPr>
              <p14:cNvContentPartPr/>
              <p14:nvPr/>
            </p14:nvContentPartPr>
            <p14:xfrm>
              <a:off x="1270090" y="3559730"/>
              <a:ext cx="146880" cy="1116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CC661CF-3C10-C681-5168-EE99E864D8F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54610" y="3544200"/>
                <a:ext cx="177480" cy="142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DFFBECAA-AF9C-4851-9635-2B67938F26C1}"/>
                  </a:ext>
                </a:extLst>
              </p14:cNvPr>
              <p14:cNvContentPartPr/>
              <p14:nvPr/>
            </p14:nvContentPartPr>
            <p14:xfrm>
              <a:off x="1460170" y="3464690"/>
              <a:ext cx="71280" cy="2026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DFFBECAA-AF9C-4851-9635-2B67938F26C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44690" y="3449210"/>
                <a:ext cx="1018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80A1757-0577-FFCF-AFF7-366D0A2FCE03}"/>
                  </a:ext>
                </a:extLst>
              </p14:cNvPr>
              <p14:cNvContentPartPr/>
              <p14:nvPr/>
            </p14:nvContentPartPr>
            <p14:xfrm>
              <a:off x="1523890" y="3532370"/>
              <a:ext cx="79560" cy="12168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80A1757-0577-FFCF-AFF7-366D0A2FCE0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08480" y="3516890"/>
                <a:ext cx="110022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36524D96-B7A1-F242-6488-6BCE94DF4650}"/>
                  </a:ext>
                </a:extLst>
              </p14:cNvPr>
              <p14:cNvContentPartPr/>
              <p14:nvPr/>
            </p14:nvContentPartPr>
            <p14:xfrm>
              <a:off x="1629370" y="3532010"/>
              <a:ext cx="81360" cy="1393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36524D96-B7A1-F242-6488-6BCE94DF465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613890" y="3516530"/>
                <a:ext cx="111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0A6CDD63-032B-E719-AABC-DE935D314EB8}"/>
                  </a:ext>
                </a:extLst>
              </p14:cNvPr>
              <p14:cNvContentPartPr/>
              <p14:nvPr/>
            </p14:nvContentPartPr>
            <p14:xfrm>
              <a:off x="1742050" y="3492410"/>
              <a:ext cx="290160" cy="1432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0A6CDD63-032B-E719-AABC-DE935D314EB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26551" y="3476930"/>
                <a:ext cx="320798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7824B841-EBF9-180B-A739-033889325CFE}"/>
                  </a:ext>
                </a:extLst>
              </p14:cNvPr>
              <p14:cNvContentPartPr/>
              <p14:nvPr/>
            </p14:nvContentPartPr>
            <p14:xfrm>
              <a:off x="2162890" y="3512210"/>
              <a:ext cx="345600" cy="1353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7824B841-EBF9-180B-A739-033889325CF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147410" y="3496730"/>
                <a:ext cx="3762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27D2EF7C-7C23-A3A2-7B4E-915E969CC7D7}"/>
                  </a:ext>
                </a:extLst>
              </p14:cNvPr>
              <p14:cNvContentPartPr/>
              <p14:nvPr/>
            </p14:nvContentPartPr>
            <p14:xfrm>
              <a:off x="2655010" y="3535970"/>
              <a:ext cx="131400" cy="12744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27D2EF7C-7C23-A3A2-7B4E-915E969CC7D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639530" y="3520446"/>
                <a:ext cx="162000" cy="158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FDD8805-CBFC-09C1-31EF-557DCCAD4B05}"/>
                  </a:ext>
                </a:extLst>
              </p14:cNvPr>
              <p14:cNvContentPartPr/>
              <p14:nvPr/>
            </p14:nvContentPartPr>
            <p14:xfrm>
              <a:off x="2833570" y="3520130"/>
              <a:ext cx="218520" cy="1350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FDD8805-CBFC-09C1-31EF-557DCCAD4B0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18115" y="3504650"/>
                <a:ext cx="24907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3427528-226B-655E-69A5-BD82520BC163}"/>
                  </a:ext>
                </a:extLst>
              </p14:cNvPr>
              <p14:cNvContentPartPr/>
              <p14:nvPr/>
            </p14:nvContentPartPr>
            <p14:xfrm>
              <a:off x="3270250" y="3464690"/>
              <a:ext cx="24120" cy="2242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3427528-226B-655E-69A5-BD82520BC16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254770" y="3449210"/>
                <a:ext cx="547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B11F458-8335-386D-2D55-EBB84F44B8F0}"/>
                  </a:ext>
                </a:extLst>
              </p14:cNvPr>
              <p14:cNvContentPartPr/>
              <p14:nvPr/>
            </p14:nvContentPartPr>
            <p14:xfrm>
              <a:off x="3226330" y="3551810"/>
              <a:ext cx="190440" cy="11484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B11F458-8335-386D-2D55-EBB84F44B8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210850" y="3536330"/>
                <a:ext cx="2210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28BF412-4CEE-E3C8-DB92-A7B0A855DC7C}"/>
                  </a:ext>
                </a:extLst>
              </p14:cNvPr>
              <p14:cNvContentPartPr/>
              <p14:nvPr/>
            </p14:nvContentPartPr>
            <p14:xfrm>
              <a:off x="3584170" y="3551810"/>
              <a:ext cx="120600" cy="11808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28BF412-4CEE-E3C8-DB92-A7B0A855DC7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568736" y="3536330"/>
                <a:ext cx="151109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B52721A7-A1C3-9AC2-30AC-8903A563D729}"/>
                  </a:ext>
                </a:extLst>
              </p14:cNvPr>
              <p14:cNvContentPartPr/>
              <p14:nvPr/>
            </p14:nvContentPartPr>
            <p14:xfrm>
              <a:off x="3742210" y="3535970"/>
              <a:ext cx="114840" cy="19440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B52721A7-A1C3-9AC2-30AC-8903A563D72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26730" y="3520461"/>
                <a:ext cx="145440" cy="225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9ECC7261-2D0A-C1EB-00B6-6E0800D93AAD}"/>
                  </a:ext>
                </a:extLst>
              </p14:cNvPr>
              <p14:cNvContentPartPr/>
              <p14:nvPr/>
            </p14:nvContentPartPr>
            <p14:xfrm>
              <a:off x="3912850" y="3480530"/>
              <a:ext cx="32040" cy="1731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9ECC7261-2D0A-C1EB-00B6-6E0800D93AA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897370" y="3465050"/>
                <a:ext cx="626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0BAC1A2-24CD-D1FA-493B-D1729D107F0A}"/>
                  </a:ext>
                </a:extLst>
              </p14:cNvPr>
              <p14:cNvContentPartPr/>
              <p14:nvPr/>
            </p14:nvContentPartPr>
            <p14:xfrm>
              <a:off x="3881170" y="3543890"/>
              <a:ext cx="151200" cy="8712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0BAC1A2-24CD-D1FA-493B-D1729D107F0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65690" y="3528410"/>
                <a:ext cx="1818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9C84694-A324-FF34-45DF-A8E2A156D070}"/>
                  </a:ext>
                </a:extLst>
              </p14:cNvPr>
              <p14:cNvContentPartPr/>
              <p14:nvPr/>
            </p14:nvContentPartPr>
            <p14:xfrm>
              <a:off x="4020130" y="3456770"/>
              <a:ext cx="24120" cy="3204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9C84694-A324-FF34-45DF-A8E2A156D07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04650" y="3441290"/>
                <a:ext cx="547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A2857602-C47E-E426-9276-9DF382A5D399}"/>
                  </a:ext>
                </a:extLst>
              </p14:cNvPr>
              <p14:cNvContentPartPr/>
              <p14:nvPr/>
            </p14:nvContentPartPr>
            <p14:xfrm>
              <a:off x="4087810" y="3520130"/>
              <a:ext cx="174960" cy="11952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A2857602-C47E-E426-9276-9DF382A5D39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72330" y="3504650"/>
                <a:ext cx="2055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4EE8DE1F-2C92-6C9E-B7B6-A6E50CBF1FE7}"/>
                  </a:ext>
                </a:extLst>
              </p14:cNvPr>
              <p14:cNvContentPartPr/>
              <p14:nvPr/>
            </p14:nvContentPartPr>
            <p14:xfrm>
              <a:off x="4282210" y="3405290"/>
              <a:ext cx="202680" cy="2401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4EE8DE1F-2C92-6C9E-B7B6-A6E50CBF1FE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266730" y="3389810"/>
                <a:ext cx="2332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D4D92E84-ADF0-2965-93B8-AE6859E22C1F}"/>
                  </a:ext>
                </a:extLst>
              </p14:cNvPr>
              <p14:cNvContentPartPr/>
              <p14:nvPr/>
            </p14:nvContentPartPr>
            <p14:xfrm>
              <a:off x="4619890" y="3484850"/>
              <a:ext cx="150840" cy="1821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D4D92E84-ADF0-2965-93B8-AE6859E22C1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04410" y="3469370"/>
                <a:ext cx="1814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713C3EF9-5CD4-3F5E-497A-382A313D9188}"/>
                  </a:ext>
                </a:extLst>
              </p14:cNvPr>
              <p14:cNvContentPartPr/>
              <p14:nvPr/>
            </p14:nvContentPartPr>
            <p14:xfrm>
              <a:off x="4635730" y="3543890"/>
              <a:ext cx="131040" cy="828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713C3EF9-5CD4-3F5E-497A-382A313D918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20207" y="3528410"/>
                <a:ext cx="161724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ADE7B5E-F455-043E-663F-55A754461F6C}"/>
                  </a:ext>
                </a:extLst>
              </p14:cNvPr>
              <p14:cNvContentPartPr/>
              <p14:nvPr/>
            </p14:nvContentPartPr>
            <p14:xfrm>
              <a:off x="4829770" y="3698690"/>
              <a:ext cx="43920" cy="9576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ADE7B5E-F455-043E-663F-55A754461F6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814290" y="3683152"/>
                <a:ext cx="74520" cy="126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069F3DF1-D3C6-A02A-BACD-A16A81A87955}"/>
                  </a:ext>
                </a:extLst>
              </p14:cNvPr>
              <p14:cNvContentPartPr/>
              <p14:nvPr/>
            </p14:nvContentPartPr>
            <p14:xfrm>
              <a:off x="5079970" y="3457130"/>
              <a:ext cx="51840" cy="2419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069F3DF1-D3C6-A02A-BACD-A16A81A8795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064490" y="3441673"/>
                <a:ext cx="82440" cy="27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862B3C00-42B1-5410-9AEB-B6E7FA979ABB}"/>
                  </a:ext>
                </a:extLst>
              </p14:cNvPr>
              <p14:cNvContentPartPr/>
              <p14:nvPr/>
            </p14:nvContentPartPr>
            <p14:xfrm>
              <a:off x="5055850" y="3492410"/>
              <a:ext cx="401040" cy="1944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862B3C00-42B1-5410-9AEB-B6E7FA979AB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40370" y="3476930"/>
                <a:ext cx="4316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9B68F1B7-772E-8D4C-B48B-01E3439B31A6}"/>
                  </a:ext>
                </a:extLst>
              </p14:cNvPr>
              <p14:cNvContentPartPr/>
              <p14:nvPr/>
            </p14:nvContentPartPr>
            <p14:xfrm>
              <a:off x="5710690" y="3472970"/>
              <a:ext cx="20160" cy="2005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9B68F1B7-772E-8D4C-B48B-01E3439B31A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695210" y="3457490"/>
                <a:ext cx="507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94DD2A6-F16A-DBAD-5A3D-C5B10BFE2FEB}"/>
                  </a:ext>
                </a:extLst>
              </p14:cNvPr>
              <p14:cNvContentPartPr/>
              <p14:nvPr/>
            </p14:nvContentPartPr>
            <p14:xfrm>
              <a:off x="5786290" y="3564050"/>
              <a:ext cx="67680" cy="1069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94DD2A6-F16A-DBAD-5A3D-C5B10BFE2FE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70892" y="3548570"/>
                <a:ext cx="98118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DADE035-A574-299E-0202-740F44993A7E}"/>
                  </a:ext>
                </a:extLst>
              </p14:cNvPr>
              <p14:cNvContentPartPr/>
              <p14:nvPr/>
            </p14:nvContentPartPr>
            <p14:xfrm>
              <a:off x="5921290" y="3519770"/>
              <a:ext cx="492480" cy="1634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DADE035-A574-299E-0202-740F44993A7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905810" y="3504290"/>
                <a:ext cx="5230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E1E9AFA0-B2E5-3E3E-846F-541B4B5D3EEA}"/>
                  </a:ext>
                </a:extLst>
              </p14:cNvPr>
              <p14:cNvContentPartPr/>
              <p14:nvPr/>
            </p14:nvContentPartPr>
            <p14:xfrm>
              <a:off x="6536530" y="3273890"/>
              <a:ext cx="591120" cy="47664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E1E9AFA0-B2E5-3E3E-846F-541B4B5D3EE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521050" y="3258410"/>
                <a:ext cx="62172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3C2EAC2F-F601-5402-079A-3FD0D65B523E}"/>
                  </a:ext>
                </a:extLst>
              </p14:cNvPr>
              <p14:cNvContentPartPr/>
              <p14:nvPr/>
            </p14:nvContentPartPr>
            <p14:xfrm>
              <a:off x="7326010" y="3678530"/>
              <a:ext cx="12240" cy="72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3C2EAC2F-F601-5402-079A-3FD0D65B523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310530" y="3663050"/>
                <a:ext cx="4284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1230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620310-84F9-A054-692E-8BFF58EDC85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9"/>
            <a:ext cx="8318119" cy="1526906"/>
          </a:xfrm>
        </p:spPr>
        <p:txBody>
          <a:bodyPr/>
          <a:lstStyle/>
          <a:p>
            <a:r>
              <a:rPr lang="en-US"/>
              <a:t>In reality, most machine learning models have many parameters. Tens, hundreds … billions sometimes. </a:t>
            </a:r>
          </a:p>
          <a:p>
            <a:endParaRPr lang="en-US"/>
          </a:p>
          <a:p>
            <a:r>
              <a:rPr lang="en-US"/>
              <a:t>We can expand this method provided to handle multiple parameters: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47E33-0470-9E4B-AC28-A1F24D22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15418E-66DC-8E55-4722-E9D2B4812E8A}"/>
              </a:ext>
            </a:extLst>
          </p:cNvPr>
          <p:cNvGrpSpPr/>
          <p:nvPr/>
        </p:nvGrpSpPr>
        <p:grpSpPr>
          <a:xfrm>
            <a:off x="403189" y="2698540"/>
            <a:ext cx="8070574" cy="1606164"/>
            <a:chOff x="403189" y="2634532"/>
            <a:chExt cx="8070574" cy="160616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183F51-E748-D146-CA67-53AB796F593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96ABE9C-9F87-AA1A-ED54-D7E8A1686427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C82B4AB-0087-4892-E3BA-2EA01DFB1A72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1A3F88-9593-0694-8E08-1329F137723F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241516-B02F-73B5-B2BB-3FC8A56B057B}"/>
                  </a:ext>
                </a:extLst>
              </p14:cNvPr>
              <p14:cNvContentPartPr/>
              <p14:nvPr/>
            </p14:nvContentPartPr>
            <p14:xfrm>
              <a:off x="1111690" y="2461010"/>
              <a:ext cx="158760" cy="218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241516-B02F-73B5-B2BB-3FC8A56B0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210" y="2445530"/>
                <a:ext cx="1893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02B3220-B18E-675D-A09C-97A32252D047}"/>
                  </a:ext>
                </a:extLst>
              </p14:cNvPr>
              <p14:cNvContentPartPr/>
              <p14:nvPr/>
            </p14:nvContentPartPr>
            <p14:xfrm>
              <a:off x="1265770" y="2623010"/>
              <a:ext cx="571680" cy="103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02B3220-B18E-675D-A09C-97A32252D0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0280" y="2607476"/>
                <a:ext cx="602299" cy="134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980E2DD-0039-FE39-F681-1C414D43A176}"/>
                  </a:ext>
                </a:extLst>
              </p14:cNvPr>
              <p14:cNvContentPartPr/>
              <p14:nvPr/>
            </p14:nvContentPartPr>
            <p14:xfrm>
              <a:off x="2563570" y="2476490"/>
              <a:ext cx="599400" cy="240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980E2DD-0039-FE39-F681-1C414D43A1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8090" y="2461010"/>
                <a:ext cx="6300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BC452F5-F294-7F0F-AF5C-EF17640C67B2}"/>
                  </a:ext>
                </a:extLst>
              </p14:cNvPr>
              <p14:cNvContentPartPr/>
              <p14:nvPr/>
            </p14:nvContentPartPr>
            <p14:xfrm>
              <a:off x="2071450" y="2619050"/>
              <a:ext cx="111600" cy="60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BC452F5-F294-7F0F-AF5C-EF17640C67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5920" y="2603477"/>
                <a:ext cx="142299" cy="90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62095C3-F017-256C-2C73-394EFCC53EA8}"/>
                  </a:ext>
                </a:extLst>
              </p14:cNvPr>
              <p14:cNvContentPartPr/>
              <p14:nvPr/>
            </p14:nvContentPartPr>
            <p14:xfrm>
              <a:off x="3400930" y="2480450"/>
              <a:ext cx="615600" cy="1908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62095C3-F017-256C-2C73-394EFCC53E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85450" y="2464970"/>
                <a:ext cx="6462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8182759-4457-CE90-F4D7-5476749463C5}"/>
                  </a:ext>
                </a:extLst>
              </p14:cNvPr>
              <p14:cNvContentPartPr/>
              <p14:nvPr/>
            </p14:nvContentPartPr>
            <p14:xfrm>
              <a:off x="4266370" y="2341490"/>
              <a:ext cx="614880" cy="476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8182759-4457-CE90-F4D7-5476749463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50899" y="2326010"/>
                <a:ext cx="645462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629B6E7-DFD0-817D-5DCD-ED8DC37787D8}"/>
                  </a:ext>
                </a:extLst>
              </p14:cNvPr>
              <p14:cNvContentPartPr/>
              <p14:nvPr/>
            </p14:nvContentPartPr>
            <p14:xfrm>
              <a:off x="3377170" y="3099290"/>
              <a:ext cx="132120" cy="82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629B6E7-DFD0-817D-5DCD-ED8DC37787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61690" y="3083810"/>
                <a:ext cx="162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B7FB0D7-FEC2-7D87-AB0A-1A88D728D473}"/>
                  </a:ext>
                </a:extLst>
              </p14:cNvPr>
              <p14:cNvContentPartPr/>
              <p14:nvPr/>
            </p14:nvContentPartPr>
            <p14:xfrm>
              <a:off x="3738250" y="2945210"/>
              <a:ext cx="877680" cy="428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B7FB0D7-FEC2-7D87-AB0A-1A88D728D47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22764" y="2929730"/>
                <a:ext cx="908293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963854D-BEF8-D94A-0B9D-C6E4DAD3170D}"/>
                  </a:ext>
                </a:extLst>
              </p14:cNvPr>
              <p14:cNvContentPartPr/>
              <p14:nvPr/>
            </p14:nvContentPartPr>
            <p14:xfrm>
              <a:off x="2404810" y="2968610"/>
              <a:ext cx="246600" cy="1789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963854D-BEF8-D94A-0B9D-C6E4DAD3170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89307" y="2953130"/>
                <a:ext cx="277245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29B6F4D-423B-82BB-1647-164FAB1C917C}"/>
                  </a:ext>
                </a:extLst>
              </p14:cNvPr>
              <p14:cNvContentPartPr/>
              <p14:nvPr/>
            </p14:nvContentPartPr>
            <p14:xfrm>
              <a:off x="2004130" y="3107210"/>
              <a:ext cx="99720" cy="60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29B6F4D-423B-82BB-1647-164FAB1C917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88650" y="3091637"/>
                <a:ext cx="130320" cy="90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3C2F845-F685-8A92-90C3-5C38F78D716D}"/>
                  </a:ext>
                </a:extLst>
              </p14:cNvPr>
              <p14:cNvContentPartPr/>
              <p14:nvPr/>
            </p14:nvContentPartPr>
            <p14:xfrm>
              <a:off x="1031770" y="2976530"/>
              <a:ext cx="678960" cy="256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3C2F845-F685-8A92-90C3-5C38F78D71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6290" y="2961072"/>
                <a:ext cx="709560" cy="286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775F42C-CD0A-8631-2627-AFF8EA837ACB}"/>
                  </a:ext>
                </a:extLst>
              </p14:cNvPr>
              <p14:cNvContentPartPr/>
              <p14:nvPr/>
            </p14:nvContentPartPr>
            <p14:xfrm>
              <a:off x="1392850" y="3369290"/>
              <a:ext cx="8280" cy="43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775F42C-CD0A-8631-2627-AFF8EA837AC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77370" y="3355001"/>
                <a:ext cx="38880" cy="32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4939A67-509E-0FF2-4948-771A0ECE4571}"/>
                  </a:ext>
                </a:extLst>
              </p14:cNvPr>
              <p14:cNvContentPartPr/>
              <p14:nvPr/>
            </p14:nvContentPartPr>
            <p14:xfrm>
              <a:off x="1392850" y="3436610"/>
              <a:ext cx="8280" cy="122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4939A67-509E-0FF2-4948-771A0ECE457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77370" y="3421130"/>
                <a:ext cx="38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24F4C78-13C2-ED41-CC5D-ED4DEAB7DF23}"/>
                  </a:ext>
                </a:extLst>
              </p14:cNvPr>
              <p14:cNvContentPartPr/>
              <p14:nvPr/>
            </p14:nvContentPartPr>
            <p14:xfrm>
              <a:off x="1388890" y="3508250"/>
              <a:ext cx="8280" cy="162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24F4C78-13C2-ED41-CC5D-ED4DEAB7DF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74055" y="3492770"/>
                <a:ext cx="37605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7686619-CC3E-90EA-A16F-4055E71A915A}"/>
                  </a:ext>
                </a:extLst>
              </p14:cNvPr>
              <p14:cNvContentPartPr/>
              <p14:nvPr/>
            </p14:nvContentPartPr>
            <p14:xfrm>
              <a:off x="2754010" y="3404930"/>
              <a:ext cx="4320" cy="162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7686619-CC3E-90EA-A16F-4055E71A91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38530" y="3389450"/>
                <a:ext cx="349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624AD52-1189-D308-1457-E21BBC941214}"/>
                  </a:ext>
                </a:extLst>
              </p14:cNvPr>
              <p14:cNvContentPartPr/>
              <p14:nvPr/>
            </p14:nvContentPartPr>
            <p14:xfrm>
              <a:off x="2746090" y="3468650"/>
              <a:ext cx="8280" cy="162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624AD52-1189-D308-1457-E21BBC9412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0610" y="3453170"/>
                <a:ext cx="388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88BC24B-D0E2-24A0-DC62-D67CEBF845E5}"/>
                  </a:ext>
                </a:extLst>
              </p14:cNvPr>
              <p14:cNvContentPartPr/>
              <p14:nvPr/>
            </p14:nvContentPartPr>
            <p14:xfrm>
              <a:off x="2744290" y="3551810"/>
              <a:ext cx="6120" cy="82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88BC24B-D0E2-24A0-DC62-D67CEBF845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28810" y="3536330"/>
                <a:ext cx="36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2CEC35A-F885-F7F2-31E7-CE0CBE15DA1B}"/>
                  </a:ext>
                </a:extLst>
              </p14:cNvPr>
              <p14:cNvContentPartPr/>
              <p14:nvPr/>
            </p14:nvContentPartPr>
            <p14:xfrm>
              <a:off x="4214530" y="3448490"/>
              <a:ext cx="4320" cy="82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2CEC35A-F885-F7F2-31E7-CE0CBE15DA1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99050" y="3433010"/>
                <a:ext cx="34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4B0FD1D-B8B9-EA7B-68A8-75F8A92297D2}"/>
                  </a:ext>
                </a:extLst>
              </p14:cNvPr>
              <p14:cNvContentPartPr/>
              <p14:nvPr/>
            </p14:nvContentPartPr>
            <p14:xfrm>
              <a:off x="4210570" y="3508250"/>
              <a:ext cx="360" cy="43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4B0FD1D-B8B9-EA7B-68A8-75F8A92297D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95090" y="3492770"/>
                <a:ext cx="309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BF8A0F9-8973-217C-96CF-E6E7969410C3}"/>
                  </a:ext>
                </a:extLst>
              </p14:cNvPr>
              <p14:cNvContentPartPr/>
              <p14:nvPr/>
            </p14:nvContentPartPr>
            <p14:xfrm>
              <a:off x="4214530" y="3571610"/>
              <a:ext cx="4320" cy="82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BF8A0F9-8973-217C-96CF-E6E7969410C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199050" y="3556130"/>
                <a:ext cx="34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9C5700C-286A-6565-1B5D-0C7F21AF9448}"/>
                  </a:ext>
                </a:extLst>
              </p14:cNvPr>
              <p14:cNvContentPartPr/>
              <p14:nvPr/>
            </p14:nvContentPartPr>
            <p14:xfrm>
              <a:off x="896770" y="4039970"/>
              <a:ext cx="139320" cy="2145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9C5700C-286A-6565-1B5D-0C7F21AF944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1290" y="4024490"/>
                <a:ext cx="1699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6904ED4-C9D1-3426-5604-ED6310269D8E}"/>
                  </a:ext>
                </a:extLst>
              </p14:cNvPr>
              <p14:cNvContentPartPr/>
              <p14:nvPr/>
            </p14:nvContentPartPr>
            <p14:xfrm>
              <a:off x="1008010" y="3877250"/>
              <a:ext cx="178200" cy="716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6904ED4-C9D1-3426-5604-ED6310269D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2561" y="3861770"/>
                <a:ext cx="208738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B1C53E1-33FE-7696-5C40-82A1EF93FD3B}"/>
                  </a:ext>
                </a:extLst>
              </p14:cNvPr>
              <p14:cNvContentPartPr/>
              <p14:nvPr/>
            </p14:nvContentPartPr>
            <p14:xfrm>
              <a:off x="1047610" y="4214570"/>
              <a:ext cx="357120" cy="1029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B1C53E1-33FE-7696-5C40-82A1EF93FD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2130" y="4199090"/>
                <a:ext cx="387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121A1DC-2DDE-05D4-F229-EA2ECE9153E4}"/>
                  </a:ext>
                </a:extLst>
              </p14:cNvPr>
              <p14:cNvContentPartPr/>
              <p14:nvPr/>
            </p14:nvContentPartPr>
            <p14:xfrm>
              <a:off x="2171170" y="4059770"/>
              <a:ext cx="190080" cy="1864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121A1DC-2DDE-05D4-F229-EA2ECE9153E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55690" y="4044290"/>
                <a:ext cx="2206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1B01866-E48D-A701-3751-673A1B9857F7}"/>
                  </a:ext>
                </a:extLst>
              </p14:cNvPr>
              <p14:cNvContentPartPr/>
              <p14:nvPr/>
            </p14:nvContentPartPr>
            <p14:xfrm>
              <a:off x="1634770" y="4178930"/>
              <a:ext cx="127800" cy="518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1B01866-E48D-A701-3751-673A1B9857F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19246" y="4163557"/>
                <a:ext cx="158486" cy="82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49096E2-CB00-EFEB-2071-A2EE0A4F099E}"/>
                  </a:ext>
                </a:extLst>
              </p14:cNvPr>
              <p14:cNvContentPartPr/>
              <p14:nvPr/>
            </p14:nvContentPartPr>
            <p14:xfrm>
              <a:off x="2904850" y="4234370"/>
              <a:ext cx="174960" cy="82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49096E2-CB00-EFEB-2071-A2EE0A4F099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89370" y="4218890"/>
                <a:ext cx="2055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61B4869-2BDD-C4B8-FEFF-691F0DCE068E}"/>
                  </a:ext>
                </a:extLst>
              </p14:cNvPr>
              <p14:cNvContentPartPr/>
              <p14:nvPr/>
            </p14:nvContentPartPr>
            <p14:xfrm>
              <a:off x="2281690" y="3901010"/>
              <a:ext cx="143280" cy="838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61B4869-2BDD-C4B8-FEFF-691F0DCE068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266210" y="3885463"/>
                <a:ext cx="173880" cy="114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DE0C9F5-DAEB-F59A-D2C5-2C22AB2B9217}"/>
                  </a:ext>
                </a:extLst>
              </p14:cNvPr>
              <p14:cNvContentPartPr/>
              <p14:nvPr/>
            </p14:nvContentPartPr>
            <p14:xfrm>
              <a:off x="2361250" y="4163090"/>
              <a:ext cx="329760" cy="159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DE0C9F5-DAEB-F59A-D2C5-2C22AB2B921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45770" y="4147610"/>
                <a:ext cx="3603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99F1F03-97BF-E032-C38F-AF272E1AE0D1}"/>
                  </a:ext>
                </a:extLst>
              </p14:cNvPr>
              <p14:cNvContentPartPr/>
              <p14:nvPr/>
            </p14:nvContentPartPr>
            <p14:xfrm>
              <a:off x="2730250" y="3127370"/>
              <a:ext cx="289800" cy="1274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99F1F03-97BF-E032-C38F-AF272E1AE0D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14770" y="3111890"/>
                <a:ext cx="3204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ACF5B7A-5760-3862-F944-F6B688E9C71E}"/>
                  </a:ext>
                </a:extLst>
              </p14:cNvPr>
              <p14:cNvContentPartPr/>
              <p14:nvPr/>
            </p14:nvContentPartPr>
            <p14:xfrm>
              <a:off x="3337930" y="4047890"/>
              <a:ext cx="316800" cy="2505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ACF5B7A-5760-3862-F944-F6B688E9C71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22450" y="4032388"/>
                <a:ext cx="347400" cy="281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4F27CE0-D774-97EE-06C5-F67CB67BCACA}"/>
                  </a:ext>
                </a:extLst>
              </p14:cNvPr>
              <p14:cNvContentPartPr/>
              <p14:nvPr/>
            </p14:nvContentPartPr>
            <p14:xfrm>
              <a:off x="3813850" y="4056170"/>
              <a:ext cx="555840" cy="257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4F27CE0-D774-97EE-06C5-F67CB67BCAC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798380" y="4040690"/>
                <a:ext cx="5864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50654C2-ACA3-9545-B145-CF132F5C2ADF}"/>
                  </a:ext>
                </a:extLst>
              </p14:cNvPr>
              <p14:cNvContentPartPr/>
              <p14:nvPr/>
            </p14:nvContentPartPr>
            <p14:xfrm>
              <a:off x="3563650" y="4445330"/>
              <a:ext cx="1837800" cy="2818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50654C2-ACA3-9545-B145-CF132F5C2AD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48170" y="4429850"/>
                <a:ext cx="18684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5D87426-DDAC-7A05-63BE-FC1E5851CC2D}"/>
                  </a:ext>
                </a:extLst>
              </p14:cNvPr>
              <p14:cNvContentPartPr/>
              <p14:nvPr/>
            </p14:nvContentPartPr>
            <p14:xfrm>
              <a:off x="5186890" y="2424650"/>
              <a:ext cx="282240" cy="19015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5D87426-DDAC-7A05-63BE-FC1E5851CC2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71390" y="2409167"/>
                <a:ext cx="312879" cy="1932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A2E27AF-2B05-7AC9-5D85-4F2BCA535784}"/>
                  </a:ext>
                </a:extLst>
              </p14:cNvPr>
              <p14:cNvContentPartPr/>
              <p14:nvPr/>
            </p14:nvContentPartPr>
            <p14:xfrm>
              <a:off x="5631490" y="2535890"/>
              <a:ext cx="556200" cy="1591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A2E27AF-2B05-7AC9-5D85-4F2BCA53578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16010" y="2520410"/>
                <a:ext cx="586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6D963D5-0397-E008-7286-F0F27ED88B1D}"/>
                  </a:ext>
                </a:extLst>
              </p14:cNvPr>
              <p14:cNvContentPartPr/>
              <p14:nvPr/>
            </p14:nvContentPartPr>
            <p14:xfrm>
              <a:off x="6488650" y="2373530"/>
              <a:ext cx="416880" cy="4204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6D963D5-0397-E008-7286-F0F27ED88B1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473170" y="2358050"/>
                <a:ext cx="4474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30D72FF-06FC-B165-1115-B19AA58ECC83}"/>
                  </a:ext>
                </a:extLst>
              </p14:cNvPr>
              <p14:cNvContentPartPr/>
              <p14:nvPr/>
            </p14:nvContentPartPr>
            <p14:xfrm>
              <a:off x="6246730" y="2361290"/>
              <a:ext cx="849600" cy="14173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30D72FF-06FC-B165-1115-B19AA58ECC8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231250" y="2345810"/>
                <a:ext cx="880200" cy="14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71AF651-7FD0-4E58-4749-38ABC51D87AB}"/>
                  </a:ext>
                </a:extLst>
              </p14:cNvPr>
              <p14:cNvContentPartPr/>
              <p14:nvPr/>
            </p14:nvContentPartPr>
            <p14:xfrm>
              <a:off x="6871330" y="3389090"/>
              <a:ext cx="133560" cy="3495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71AF651-7FD0-4E58-4749-38ABC51D87A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855850" y="3373610"/>
                <a:ext cx="16416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6F62C33-95E8-184E-2791-B7CCB06EACE6}"/>
                  </a:ext>
                </a:extLst>
              </p14:cNvPr>
              <p14:cNvContentPartPr/>
              <p14:nvPr/>
            </p14:nvContentPartPr>
            <p14:xfrm>
              <a:off x="674650" y="3750170"/>
              <a:ext cx="4095720" cy="6908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6F62C33-95E8-184E-2791-B7CCB06EACE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59170" y="3734690"/>
                <a:ext cx="4126320" cy="7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F0B4CDC-66EA-60C3-E2FC-69AA719BD397}"/>
                  </a:ext>
                </a:extLst>
              </p14:cNvPr>
              <p14:cNvContentPartPr/>
              <p14:nvPr/>
            </p14:nvContentPartPr>
            <p14:xfrm>
              <a:off x="753850" y="4476650"/>
              <a:ext cx="2730960" cy="597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F0B4CDC-66EA-60C3-E2FC-69AA719BD39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8368" y="4461263"/>
                <a:ext cx="2761564" cy="90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62A5302-E436-41B6-8C4E-CD177F82BD8D}"/>
                  </a:ext>
                </a:extLst>
              </p14:cNvPr>
              <p14:cNvContentPartPr/>
              <p14:nvPr/>
            </p14:nvContentPartPr>
            <p14:xfrm>
              <a:off x="4504330" y="3750170"/>
              <a:ext cx="270360" cy="7466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62A5302-E436-41B6-8C4E-CD177F82BD8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88829" y="3734683"/>
                <a:ext cx="301001" cy="777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224AA812-14FC-C594-22FF-97AB3ED4C1B5}"/>
                  </a:ext>
                </a:extLst>
              </p14:cNvPr>
              <p14:cNvContentPartPr/>
              <p14:nvPr/>
            </p14:nvContentPartPr>
            <p14:xfrm>
              <a:off x="4766410" y="3968690"/>
              <a:ext cx="3399480" cy="2581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224AA812-14FC-C594-22FF-97AB3ED4C1B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750930" y="3953232"/>
                <a:ext cx="3430080" cy="288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37D52AB-4A06-7459-8628-96A43B07E4D9}"/>
                  </a:ext>
                </a:extLst>
              </p14:cNvPr>
              <p14:cNvContentPartPr/>
              <p14:nvPr/>
            </p14:nvContentPartPr>
            <p14:xfrm>
              <a:off x="3857410" y="3944930"/>
              <a:ext cx="246600" cy="838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37D52AB-4A06-7459-8628-96A43B07E4D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41907" y="3929450"/>
                <a:ext cx="277245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E36325A-C6FB-789A-EDBA-EAEF0F390718}"/>
                  </a:ext>
                </a:extLst>
              </p14:cNvPr>
              <p14:cNvContentPartPr/>
              <p14:nvPr/>
            </p14:nvContentPartPr>
            <p14:xfrm>
              <a:off x="2357290" y="3897410"/>
              <a:ext cx="71640" cy="831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E36325A-C6FB-789A-EDBA-EAEF0F3907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41887" y="3881930"/>
                <a:ext cx="102087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E39E47A-9684-1883-E306-9A79A5898210}"/>
                  </a:ext>
                </a:extLst>
              </p14:cNvPr>
              <p14:cNvContentPartPr/>
              <p14:nvPr/>
            </p14:nvContentPartPr>
            <p14:xfrm>
              <a:off x="1130770" y="3869330"/>
              <a:ext cx="47880" cy="795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E39E47A-9684-1883-E306-9A79A589821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15290" y="3853850"/>
                <a:ext cx="78480" cy="11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770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AF10580-DDF2-5555-0BBF-0C5F1BFD0D16}"/>
              </a:ext>
            </a:extLst>
          </p:cNvPr>
          <p:cNvSpPr/>
          <p:nvPr/>
        </p:nvSpPr>
        <p:spPr>
          <a:xfrm>
            <a:off x="37061" y="1091944"/>
            <a:ext cx="4054665" cy="35916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ysClr val="windowText" lastClr="0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A4968-A04D-C208-F962-DB57641C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/>
              <a:t>Batch Gradient Descent and Stochastic Gradient Descent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0E0F8098-844F-AAAE-E61B-4AC66772307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706617"/>
            <a:ext cx="8318119" cy="462226"/>
          </a:xfrm>
        </p:spPr>
        <p:txBody>
          <a:bodyPr/>
          <a:lstStyle/>
          <a:p>
            <a:r>
              <a:rPr lang="en-US"/>
              <a:t>In reality, there are multiple versions of gradient descent.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03B3F-CB24-AC9B-2241-13B6EA4A5884}"/>
              </a:ext>
            </a:extLst>
          </p:cNvPr>
          <p:cNvSpPr/>
          <p:nvPr/>
        </p:nvSpPr>
        <p:spPr>
          <a:xfrm>
            <a:off x="715146" y="1174256"/>
            <a:ext cx="2311734" cy="3470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Batch Gradient Descent BGD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4FC781-AFF0-B913-3C6D-10FCA752F9D2}"/>
                  </a:ext>
                </a:extLst>
              </p:cNvPr>
              <p:cNvSpPr/>
              <p:nvPr/>
            </p:nvSpPr>
            <p:spPr>
              <a:xfrm>
                <a:off x="715145" y="2095533"/>
                <a:ext cx="2311734" cy="152665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𝑏𝑎𝑡𝑐ℎ</m:t>
                          </m:r>
                        </m:sub>
                      </m:sSub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Using the average loss of all the training data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𝑏𝑎𝑡𝑐ℎ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4FC781-AFF0-B913-3C6D-10FCA752F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45" y="2095533"/>
                <a:ext cx="2311734" cy="1526651"/>
              </a:xfrm>
              <a:prstGeom prst="rect">
                <a:avLst/>
              </a:prstGeom>
              <a:blipFill>
                <a:blip r:embed="rId2"/>
                <a:stretch>
                  <a:fillRect t="-3252" b="-66667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CE3226-0DC9-4EB5-8E07-15182258FF4F}"/>
                  </a:ext>
                </a:extLst>
              </p:cNvPr>
              <p:cNvSpPr/>
              <p:nvPr/>
            </p:nvSpPr>
            <p:spPr>
              <a:xfrm>
                <a:off x="1338702" y="1591825"/>
                <a:ext cx="1064621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CE3226-0DC9-4EB5-8E07-15182258F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702" y="1591825"/>
                <a:ext cx="1064621" cy="338778"/>
              </a:xfrm>
              <a:prstGeom prst="rect">
                <a:avLst/>
              </a:prstGeom>
              <a:blipFill>
                <a:blip r:embed="rId3"/>
                <a:stretch>
                  <a:fillRect t="-10714" b="-14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93B46E-D950-3B1D-2C02-943CAA8515AD}"/>
              </a:ext>
            </a:extLst>
          </p:cNvPr>
          <p:cNvCxnSpPr>
            <a:cxnSpLocks/>
            <a:stCxn id="17" idx="2"/>
            <a:endCxn id="14" idx="0"/>
          </p:cNvCxnSpPr>
          <p:nvPr/>
        </p:nvCxnSpPr>
        <p:spPr>
          <a:xfrm flipH="1">
            <a:off x="1871012" y="1930603"/>
            <a:ext cx="1" cy="16493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Decision 25">
                <a:extLst>
                  <a:ext uri="{FF2B5EF4-FFF2-40B4-BE49-F238E27FC236}">
                    <a16:creationId xmlns:a16="http://schemas.microsoft.com/office/drawing/2014/main" id="{EFF38C0F-EF6E-2D1B-972F-9B1E7BE69910}"/>
                  </a:ext>
                </a:extLst>
              </p:cNvPr>
              <p:cNvSpPr/>
              <p:nvPr/>
            </p:nvSpPr>
            <p:spPr>
              <a:xfrm>
                <a:off x="380142" y="3787114"/>
                <a:ext cx="2981740" cy="731520"/>
              </a:xfrm>
              <a:prstGeom prst="flowChartDecision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𝑑𝑒𝑠𝑖𝑟𝑒𝑑</m:t>
                          </m:r>
                        </m:sub>
                      </m:sSub>
                    </m:oMath>
                  </m:oMathPara>
                </a14:m>
                <a:endParaRPr lang="en-US" sz="11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100">
                    <a:solidFill>
                      <a:sysClr val="windowText" lastClr="000000"/>
                    </a:solidFill>
                  </a:rPr>
                  <a:t>Or # iterations &gt; max iterations</a:t>
                </a:r>
              </a:p>
            </p:txBody>
          </p:sp>
        </mc:Choice>
        <mc:Fallback>
          <p:sp>
            <p:nvSpPr>
              <p:cNvPr id="26" name="Decision 25">
                <a:extLst>
                  <a:ext uri="{FF2B5EF4-FFF2-40B4-BE49-F238E27FC236}">
                    <a16:creationId xmlns:a16="http://schemas.microsoft.com/office/drawing/2014/main" id="{EFF38C0F-EF6E-2D1B-972F-9B1E7BE699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42" y="3787114"/>
                <a:ext cx="2981740" cy="731520"/>
              </a:xfrm>
              <a:prstGeom prst="flowChartDecision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51879F-2115-5A60-E61C-BE1518C69888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>
            <a:off x="1871012" y="3622184"/>
            <a:ext cx="0" cy="16493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DA427E3A-7F85-DE94-1603-3DB1F3B9742E}"/>
              </a:ext>
            </a:extLst>
          </p:cNvPr>
          <p:cNvCxnSpPr>
            <a:cxnSpLocks/>
            <a:stCxn id="26" idx="1"/>
            <a:endCxn id="14" idx="1"/>
          </p:cNvCxnSpPr>
          <p:nvPr/>
        </p:nvCxnSpPr>
        <p:spPr>
          <a:xfrm rot="10800000" flipH="1">
            <a:off x="380141" y="2858860"/>
            <a:ext cx="335003" cy="1294015"/>
          </a:xfrm>
          <a:prstGeom prst="bentConnector3">
            <a:avLst>
              <a:gd name="adj1" fmla="val -68238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36E8F6F-BA83-6CCE-1072-CDCEF262FC37}"/>
              </a:ext>
            </a:extLst>
          </p:cNvPr>
          <p:cNvSpPr/>
          <p:nvPr/>
        </p:nvSpPr>
        <p:spPr>
          <a:xfrm>
            <a:off x="157427" y="3773505"/>
            <a:ext cx="445425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No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A18794-BDFE-C1B9-9A81-4769189A760E}"/>
              </a:ext>
            </a:extLst>
          </p:cNvPr>
          <p:cNvSpPr/>
          <p:nvPr/>
        </p:nvSpPr>
        <p:spPr>
          <a:xfrm>
            <a:off x="2977724" y="3773505"/>
            <a:ext cx="501206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DA130C2-3EA0-E99C-0954-313EBFC4219D}"/>
                  </a:ext>
                </a:extLst>
              </p:cNvPr>
              <p:cNvSpPr/>
              <p:nvPr/>
            </p:nvSpPr>
            <p:spPr>
              <a:xfrm>
                <a:off x="2866133" y="4344786"/>
                <a:ext cx="1225594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Optimized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DA130C2-3EA0-E99C-0954-313EBFC42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133" y="4344786"/>
                <a:ext cx="1225594" cy="338778"/>
              </a:xfrm>
              <a:prstGeom prst="rect">
                <a:avLst/>
              </a:prstGeom>
              <a:blipFill>
                <a:blip r:embed="rId5"/>
                <a:stretch>
                  <a:fillRect t="-11111" b="-185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85A3E6A0-E779-241C-59CD-84ECEAA47142}"/>
              </a:ext>
            </a:extLst>
          </p:cNvPr>
          <p:cNvCxnSpPr>
            <a:cxnSpLocks/>
            <a:stCxn id="26" idx="3"/>
            <a:endCxn id="36" idx="0"/>
          </p:cNvCxnSpPr>
          <p:nvPr/>
        </p:nvCxnSpPr>
        <p:spPr>
          <a:xfrm>
            <a:off x="3361882" y="4152874"/>
            <a:ext cx="117048" cy="191912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F69AAF1-A291-6408-C272-6592708B42A5}"/>
                  </a:ext>
                </a:extLst>
              </p:cNvPr>
              <p:cNvSpPr/>
              <p:nvPr/>
            </p:nvSpPr>
            <p:spPr>
              <a:xfrm>
                <a:off x="2429068" y="1401346"/>
                <a:ext cx="1195621" cy="689934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𝐵𝐺𝐷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𝐼𝑡𝑒𝑟𝑎𝑡𝑖𝑜𝑛</m:t>
                      </m:r>
                    </m:oMath>
                  </m:oMathPara>
                </a14:m>
                <a:endParaRPr lang="en-US" sz="1400" b="0" dirty="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Or 1 </a:t>
                </a:r>
                <a:r>
                  <a:rPr lang="en-US" sz="1400" u="sng" dirty="0">
                    <a:solidFill>
                      <a:sysClr val="windowText" lastClr="000000"/>
                    </a:solidFill>
                  </a:rPr>
                  <a:t>epoch</a:t>
                </a:r>
                <a:r>
                  <a:rPr lang="en-US" sz="1400" dirty="0">
                    <a:solidFill>
                      <a:sysClr val="windowText" lastClr="000000"/>
                    </a:solidFill>
                  </a:rPr>
                  <a:t> of training</a:t>
                </a:r>
              </a:p>
            </p:txBody>
          </p:sp>
        </mc:Choice>
        <mc:Fallback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F69AAF1-A291-6408-C272-6592708B42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068" y="1401346"/>
                <a:ext cx="1195621" cy="689934"/>
              </a:xfrm>
              <a:prstGeom prst="rect">
                <a:avLst/>
              </a:prstGeom>
              <a:blipFill>
                <a:blip r:embed="rId6"/>
                <a:stretch>
                  <a:fillRect r="-6186" b="-10526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24FA45EF-BB20-5A2D-41D0-75C27B584BC0}"/>
              </a:ext>
            </a:extLst>
          </p:cNvPr>
          <p:cNvSpPr/>
          <p:nvPr/>
        </p:nvSpPr>
        <p:spPr>
          <a:xfrm>
            <a:off x="4769810" y="1091944"/>
            <a:ext cx="4054665" cy="35916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34B1AC5-3F25-C450-7D2F-58CD5CE43DF6}"/>
                  </a:ext>
                </a:extLst>
              </p:cNvPr>
              <p:cNvSpPr/>
              <p:nvPr/>
            </p:nvSpPr>
            <p:spPr>
              <a:xfrm>
                <a:off x="5447893" y="2265645"/>
                <a:ext cx="2311734" cy="111402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acc>
                        <m:accPr>
                          <m:chr m:val="⃗"/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Using one datapoint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4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34B1AC5-3F25-C450-7D2F-58CD5CE43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893" y="2265645"/>
                <a:ext cx="2311734" cy="11140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E26A95-A717-1E6D-DF9D-FC7150420A4F}"/>
                  </a:ext>
                </a:extLst>
              </p:cNvPr>
              <p:cNvSpPr/>
              <p:nvPr/>
            </p:nvSpPr>
            <p:spPr>
              <a:xfrm>
                <a:off x="6071451" y="1591825"/>
                <a:ext cx="1064621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E26A95-A717-1E6D-DF9D-FC7150420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451" y="1591825"/>
                <a:ext cx="1064621" cy="338778"/>
              </a:xfrm>
              <a:prstGeom prst="rect">
                <a:avLst/>
              </a:prstGeom>
              <a:blipFill>
                <a:blip r:embed="rId8"/>
                <a:stretch>
                  <a:fillRect t="-10714" b="-14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9BC73A-2565-B28B-C2C4-FD92B18911B9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603760" y="1930603"/>
            <a:ext cx="2" cy="3350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Decision 46">
                <a:extLst>
                  <a:ext uri="{FF2B5EF4-FFF2-40B4-BE49-F238E27FC236}">
                    <a16:creationId xmlns:a16="http://schemas.microsoft.com/office/drawing/2014/main" id="{50E3993B-7691-52F5-B17D-5A3598AD830E}"/>
                  </a:ext>
                </a:extLst>
              </p:cNvPr>
              <p:cNvSpPr/>
              <p:nvPr/>
            </p:nvSpPr>
            <p:spPr>
              <a:xfrm>
                <a:off x="5112891" y="3787114"/>
                <a:ext cx="2981740" cy="731520"/>
              </a:xfrm>
              <a:prstGeom prst="flowChartDecision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𝑑𝑒𝑠𝑖𝑟𝑒𝑑</m:t>
                          </m:r>
                        </m:sub>
                      </m:sSub>
                    </m:oMath>
                  </m:oMathPara>
                </a14:m>
                <a:endParaRPr lang="en-US" sz="11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100">
                    <a:solidFill>
                      <a:sysClr val="windowText" lastClr="000000"/>
                    </a:solidFill>
                  </a:rPr>
                  <a:t>Or # iterations &gt; max iterations</a:t>
                </a:r>
              </a:p>
            </p:txBody>
          </p:sp>
        </mc:Choice>
        <mc:Fallback>
          <p:sp>
            <p:nvSpPr>
              <p:cNvPr id="47" name="Decision 46">
                <a:extLst>
                  <a:ext uri="{FF2B5EF4-FFF2-40B4-BE49-F238E27FC236}">
                    <a16:creationId xmlns:a16="http://schemas.microsoft.com/office/drawing/2014/main" id="{50E3993B-7691-52F5-B17D-5A3598AD8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891" y="3787114"/>
                <a:ext cx="2981740" cy="731520"/>
              </a:xfrm>
              <a:prstGeom prst="flowChartDecision">
                <a:avLst/>
              </a:prstGeom>
              <a:blipFill>
                <a:blip r:embed="rId9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5854BE-57D7-0DB4-503C-CA02592FBA47}"/>
              </a:ext>
            </a:extLst>
          </p:cNvPr>
          <p:cNvCxnSpPr>
            <a:cxnSpLocks/>
            <a:stCxn id="44" idx="2"/>
            <a:endCxn id="47" idx="0"/>
          </p:cNvCxnSpPr>
          <p:nvPr/>
        </p:nvCxnSpPr>
        <p:spPr>
          <a:xfrm>
            <a:off x="6603760" y="3379667"/>
            <a:ext cx="1" cy="40744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FEA3D5C4-9690-1DE5-02F6-0F6B8E3F3C3B}"/>
              </a:ext>
            </a:extLst>
          </p:cNvPr>
          <p:cNvCxnSpPr>
            <a:cxnSpLocks/>
            <a:stCxn id="47" idx="1"/>
            <a:endCxn id="44" idx="1"/>
          </p:cNvCxnSpPr>
          <p:nvPr/>
        </p:nvCxnSpPr>
        <p:spPr>
          <a:xfrm rot="10800000" flipH="1">
            <a:off x="5112891" y="2822656"/>
            <a:ext cx="335002" cy="1330218"/>
          </a:xfrm>
          <a:prstGeom prst="bentConnector3">
            <a:avLst>
              <a:gd name="adj1" fmla="val -68238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9FD1686-2FEB-5831-32BE-35F6E067FFDD}"/>
              </a:ext>
            </a:extLst>
          </p:cNvPr>
          <p:cNvSpPr/>
          <p:nvPr/>
        </p:nvSpPr>
        <p:spPr>
          <a:xfrm>
            <a:off x="4890176" y="3773505"/>
            <a:ext cx="445425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No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CBC1C22-4F85-C64B-B934-EFE1AFCC5FC5}"/>
              </a:ext>
            </a:extLst>
          </p:cNvPr>
          <p:cNvSpPr/>
          <p:nvPr/>
        </p:nvSpPr>
        <p:spPr>
          <a:xfrm>
            <a:off x="7710473" y="3773505"/>
            <a:ext cx="501206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ECEA6A4-E552-035D-C94C-2AF233A391FE}"/>
                  </a:ext>
                </a:extLst>
              </p:cNvPr>
              <p:cNvSpPr/>
              <p:nvPr/>
            </p:nvSpPr>
            <p:spPr>
              <a:xfrm>
                <a:off x="7598882" y="4344786"/>
                <a:ext cx="1225594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Optimized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ECEA6A4-E552-035D-C94C-2AF233A391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882" y="4344786"/>
                <a:ext cx="1225594" cy="338778"/>
              </a:xfrm>
              <a:prstGeom prst="rect">
                <a:avLst/>
              </a:prstGeom>
              <a:blipFill>
                <a:blip r:embed="rId10"/>
                <a:stretch>
                  <a:fillRect t="-11111" b="-185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357206A2-9F72-5355-540D-46CFD2DE324C}"/>
              </a:ext>
            </a:extLst>
          </p:cNvPr>
          <p:cNvCxnSpPr>
            <a:cxnSpLocks/>
            <a:stCxn id="47" idx="3"/>
            <a:endCxn id="52" idx="0"/>
          </p:cNvCxnSpPr>
          <p:nvPr/>
        </p:nvCxnSpPr>
        <p:spPr>
          <a:xfrm>
            <a:off x="8094631" y="4152874"/>
            <a:ext cx="117048" cy="191912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AD566A0-C6C0-398F-E98C-0A8F9D857B98}"/>
                  </a:ext>
                </a:extLst>
              </p:cNvPr>
              <p:cNvSpPr/>
              <p:nvPr/>
            </p:nvSpPr>
            <p:spPr>
              <a:xfrm>
                <a:off x="7136071" y="2001955"/>
                <a:ext cx="1338121" cy="25688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0" dirty="0">
                    <a:solidFill>
                      <a:sysClr val="windowText" lastClr="000000"/>
                    </a:solidFill>
                  </a:rPr>
                  <a:t>S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𝐺𝐷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𝐼𝑡𝑒𝑟𝑎𝑡𝑖𝑜𝑛</m:t>
                    </m:r>
                  </m:oMath>
                </a14:m>
                <a:endParaRPr lang="en-US" sz="14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AD566A0-C6C0-398F-E98C-0A8F9D857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071" y="2001955"/>
                <a:ext cx="1338121" cy="256886"/>
              </a:xfrm>
              <a:prstGeom prst="rect">
                <a:avLst/>
              </a:prstGeom>
              <a:blipFill>
                <a:blip r:embed="rId11"/>
                <a:stretch>
                  <a:fillRect t="-4167" b="-25000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7FDBD0AB-83F5-2F87-834D-68288BAA2AC4}"/>
              </a:ext>
            </a:extLst>
          </p:cNvPr>
          <p:cNvSpPr/>
          <p:nvPr/>
        </p:nvSpPr>
        <p:spPr>
          <a:xfrm>
            <a:off x="5507845" y="1208497"/>
            <a:ext cx="2311734" cy="3470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Stochastic Gradient Descent SGD</a:t>
            </a:r>
          </a:p>
        </p:txBody>
      </p:sp>
      <p:sp>
        <p:nvSpPr>
          <p:cNvPr id="62" name="5-Point Star 61">
            <a:extLst>
              <a:ext uri="{FF2B5EF4-FFF2-40B4-BE49-F238E27FC236}">
                <a16:creationId xmlns:a16="http://schemas.microsoft.com/office/drawing/2014/main" id="{C56D0553-214B-230C-DBA9-33769ACFBA97}"/>
              </a:ext>
            </a:extLst>
          </p:cNvPr>
          <p:cNvSpPr/>
          <p:nvPr/>
        </p:nvSpPr>
        <p:spPr>
          <a:xfrm>
            <a:off x="8282872" y="1154557"/>
            <a:ext cx="458848" cy="38332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A158A-7359-15DA-B758-3C14621BC67D}"/>
              </a:ext>
            </a:extLst>
          </p:cNvPr>
          <p:cNvSpPr/>
          <p:nvPr/>
        </p:nvSpPr>
        <p:spPr>
          <a:xfrm>
            <a:off x="267214" y="4783026"/>
            <a:ext cx="6070212" cy="392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ysClr val="windowText" lastClr="000000"/>
                </a:solidFill>
              </a:rPr>
              <a:t>Note: often, instead of a single training datapoint, SGD uses a small batch of training data called a “mini-batch”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9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3" grpId="0"/>
      <p:bldP spid="14" grpId="0" animBg="1"/>
      <p:bldP spid="17" grpId="0"/>
      <p:bldP spid="26" grpId="0" animBg="1"/>
      <p:bldP spid="34" grpId="0"/>
      <p:bldP spid="35" grpId="0"/>
      <p:bldP spid="36" grpId="0"/>
      <p:bldP spid="40" grpId="0" animBg="1"/>
      <p:bldP spid="42" grpId="0" animBg="1"/>
      <p:bldP spid="42" grpId="1" animBg="1"/>
      <p:bldP spid="44" grpId="0" animBg="1"/>
      <p:bldP spid="45" grpId="0"/>
      <p:bldP spid="47" grpId="0" animBg="1"/>
      <p:bldP spid="50" grpId="0"/>
      <p:bldP spid="51" grpId="0"/>
      <p:bldP spid="52" grpId="0"/>
      <p:bldP spid="54" grpId="0" animBg="1"/>
      <p:bldP spid="55" grpId="0"/>
      <p:bldP spid="62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46E07E7-76A6-6823-D195-02C663B86FF8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For some arbitrary parameter associated with feature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800" dirty="0"/>
                  <a:t> [Applying the chain rule]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Thus, the gradient equals: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46E07E7-76A6-6823-D195-02C663B86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A26DAFB-EF07-F021-2FA7-7C119583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Gradient Calculation for Multivariate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213F70-2AC0-6CD7-3C24-B8642C04F083}"/>
                  </a:ext>
                </a:extLst>
              </p:cNvPr>
              <p:cNvSpPr/>
              <p:nvPr/>
            </p:nvSpPr>
            <p:spPr>
              <a:xfrm>
                <a:off x="267214" y="4734962"/>
                <a:ext cx="6540992" cy="4585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0" dirty="0">
                    <a:solidFill>
                      <a:sysClr val="windowText" lastClr="000000"/>
                    </a:solidFill>
                  </a:rPr>
                  <a:t>Note</a:t>
                </a:r>
                <a:r>
                  <a:rPr lang="en-US" sz="1400" b="0" dirty="0">
                    <a:solidFill>
                      <a:schemeClr val="tx1"/>
                    </a:solidFill>
                  </a:rPr>
                  <a:t>: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1400" b="0" dirty="0">
                    <a:solidFill>
                      <a:schemeClr val="tx1"/>
                    </a:solidFill>
                  </a:rPr>
                  <a:t> is an augmented input with a 1 in the first row (so we can deal with the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213F70-2AC0-6CD7-3C24-B8642C04F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14" y="4734962"/>
                <a:ext cx="6540992" cy="458534"/>
              </a:xfrm>
              <a:prstGeom prst="rect">
                <a:avLst/>
              </a:prstGeom>
              <a:blipFill>
                <a:blip r:embed="rId3"/>
                <a:stretch>
                  <a:fillRect t="-7895" b="-21053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A26F4C7-72A3-7A4B-3A73-D05FA9F68EBC}"/>
              </a:ext>
            </a:extLst>
          </p:cNvPr>
          <p:cNvSpPr/>
          <p:nvPr/>
        </p:nvSpPr>
        <p:spPr>
          <a:xfrm>
            <a:off x="1376127" y="986828"/>
            <a:ext cx="1059255" cy="4707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0A7B8-D485-5B8F-0189-55EACD35B664}"/>
              </a:ext>
            </a:extLst>
          </p:cNvPr>
          <p:cNvSpPr/>
          <p:nvPr/>
        </p:nvSpPr>
        <p:spPr>
          <a:xfrm>
            <a:off x="2894029" y="1457608"/>
            <a:ext cx="6014301" cy="2931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ysClr val="windowText" lastClr="000000"/>
                </a:solidFill>
              </a:rPr>
              <a:t>This error is often called the “residual”, which we can store and use later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482AC-8957-1FE0-E769-BABB0AA37C27}"/>
              </a:ext>
            </a:extLst>
          </p:cNvPr>
          <p:cNvSpPr/>
          <p:nvPr/>
        </p:nvSpPr>
        <p:spPr>
          <a:xfrm>
            <a:off x="1698209" y="4002712"/>
            <a:ext cx="3090607" cy="4707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C347BD4-FB4F-7A7D-860E-A7629CDAC592}"/>
              </a:ext>
            </a:extLst>
          </p:cNvPr>
          <p:cNvCxnSpPr>
            <a:stCxn id="6" idx="1"/>
            <a:endCxn id="5" idx="2"/>
          </p:cNvCxnSpPr>
          <p:nvPr/>
        </p:nvCxnSpPr>
        <p:spPr>
          <a:xfrm rot="10800000">
            <a:off x="1905755" y="1457609"/>
            <a:ext cx="988274" cy="14656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8C908DA-25D6-F172-37BD-4764E804A07A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3243513" y="1604173"/>
            <a:ext cx="5664817" cy="2398539"/>
          </a:xfrm>
          <a:prstGeom prst="bentConnector4">
            <a:avLst>
              <a:gd name="adj1" fmla="val -1872"/>
              <a:gd name="adj2" fmla="val 88820"/>
            </a:avLst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F566AC-273C-AFC2-730F-BA4C7A1E3598}"/>
                  </a:ext>
                </a:extLst>
              </p:cNvPr>
              <p:cNvSpPr/>
              <p:nvPr/>
            </p:nvSpPr>
            <p:spPr>
              <a:xfrm>
                <a:off x="5817723" y="4002712"/>
                <a:ext cx="3273480" cy="47078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=2∗</m:t>
                    </m:r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𝑟𝑒𝑠𝑖𝑑𝑢𝑎𝑙</m:t>
                    </m:r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F566AC-273C-AFC2-730F-BA4C7A1E3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723" y="4002712"/>
                <a:ext cx="3273480" cy="47078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19050">
                <a:solidFill>
                  <a:srgbClr val="FF0000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203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64762F-56F7-E1FA-7429-F5505E89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BGD vs SGD (</a:t>
            </a:r>
            <a:r>
              <a:rPr lang="en-US" dirty="0" err="1"/>
              <a:t>Pesudo</a:t>
            </a:r>
            <a:r>
              <a:rPr lang="en-US" dirty="0"/>
              <a:t>-code)</a:t>
            </a:r>
          </a:p>
        </p:txBody>
      </p:sp>
      <p:pic>
        <p:nvPicPr>
          <p:cNvPr id="5" name="Graphic 4" descr="Differences Between Gradient, Stochastic and Mini Batch Gradient Descent |  Baeldung on Computer Science">
            <a:extLst>
              <a:ext uri="{FF2B5EF4-FFF2-40B4-BE49-F238E27FC236}">
                <a16:creationId xmlns:a16="http://schemas.microsoft.com/office/drawing/2014/main" id="{4FBAC823-FFA9-70C6-4EA1-39418DC18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4556" y="759279"/>
            <a:ext cx="4299444" cy="1755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C9F26-FAAF-CB05-5470-6B09CE764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794174"/>
            <a:ext cx="3405414" cy="1687705"/>
          </a:xfrm>
          <a:prstGeom prst="rect">
            <a:avLst/>
          </a:prstGeom>
        </p:spPr>
      </p:pic>
      <p:pic>
        <p:nvPicPr>
          <p:cNvPr id="7" name="Graphic 6" descr="Rendered by QuickLaTeX.com">
            <a:extLst>
              <a:ext uri="{FF2B5EF4-FFF2-40B4-BE49-F238E27FC236}">
                <a16:creationId xmlns:a16="http://schemas.microsoft.com/office/drawing/2014/main" id="{980DD3B9-58AD-215A-E715-9A4E0861C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556" y="759279"/>
            <a:ext cx="4572000" cy="1511300"/>
          </a:xfrm>
          <a:prstGeom prst="rect">
            <a:avLst/>
          </a:prstGeom>
        </p:spPr>
      </p:pic>
      <p:pic>
        <p:nvPicPr>
          <p:cNvPr id="8" name="Graphic 7" descr="Rendered by QuickLaTeX.com">
            <a:extLst>
              <a:ext uri="{FF2B5EF4-FFF2-40B4-BE49-F238E27FC236}">
                <a16:creationId xmlns:a16="http://schemas.microsoft.com/office/drawing/2014/main" id="{14127512-A76F-0BDB-0684-15C7B2F3C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556" y="2682880"/>
            <a:ext cx="4572000" cy="1866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355B88-BAB1-2E41-77DA-DEDFFB7528AC}"/>
                  </a:ext>
                </a:extLst>
              </p:cNvPr>
              <p:cNvSpPr/>
              <p:nvPr/>
            </p:nvSpPr>
            <p:spPr>
              <a:xfrm>
                <a:off x="1301750" y="1451429"/>
                <a:ext cx="730250" cy="203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355B88-BAB1-2E41-77DA-DEDFFB752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50" y="1451429"/>
                <a:ext cx="730250" cy="203200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215A01-E07F-1425-1D94-60791A043611}"/>
                  </a:ext>
                </a:extLst>
              </p:cNvPr>
              <p:cNvSpPr/>
              <p:nvPr/>
            </p:nvSpPr>
            <p:spPr>
              <a:xfrm>
                <a:off x="1536700" y="3549126"/>
                <a:ext cx="730250" cy="203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215A01-E07F-1425-1D94-60791A043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700" y="3549126"/>
                <a:ext cx="730250" cy="203200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553ACA4-1B70-B7B5-BBAC-B99EE47A1411}"/>
                  </a:ext>
                </a:extLst>
              </p:cNvPr>
              <p:cNvSpPr/>
              <p:nvPr/>
            </p:nvSpPr>
            <p:spPr>
              <a:xfrm>
                <a:off x="5988050" y="1565729"/>
                <a:ext cx="730250" cy="203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9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553ACA4-1B70-B7B5-BBAC-B99EE47A1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050" y="1565729"/>
                <a:ext cx="730250" cy="203200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F50ECF-D4FE-778F-136B-BF07463E7C91}"/>
                  </a:ext>
                </a:extLst>
              </p:cNvPr>
              <p:cNvSpPr/>
              <p:nvPr/>
            </p:nvSpPr>
            <p:spPr>
              <a:xfrm flipH="1">
                <a:off x="1073150" y="1603828"/>
                <a:ext cx="381000" cy="313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F50ECF-D4FE-778F-136B-BF07463E7C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73150" y="1603828"/>
                <a:ext cx="381000" cy="3138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A97D18-1F6C-195B-4212-7A02ACDDAC1D}"/>
                  </a:ext>
                </a:extLst>
              </p:cNvPr>
              <p:cNvSpPr/>
              <p:nvPr/>
            </p:nvSpPr>
            <p:spPr>
              <a:xfrm flipH="1">
                <a:off x="1276350" y="3699296"/>
                <a:ext cx="381000" cy="313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A97D18-1F6C-195B-4212-7A02ACDDA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6350" y="3699296"/>
                <a:ext cx="381000" cy="3138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D5826FB-3D34-EE48-279F-99FB633785AB}"/>
                  </a:ext>
                </a:extLst>
              </p:cNvPr>
              <p:cNvSpPr/>
              <p:nvPr/>
            </p:nvSpPr>
            <p:spPr>
              <a:xfrm flipH="1">
                <a:off x="5803900" y="1743218"/>
                <a:ext cx="381000" cy="2575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D5826FB-3D34-EE48-279F-99FB633785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03900" y="1743218"/>
                <a:ext cx="381000" cy="2575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5138E91-9132-B4CC-0ACF-FE1975CDBE3C}"/>
                  </a:ext>
                </a:extLst>
              </p:cNvPr>
              <p:cNvSpPr/>
              <p:nvPr/>
            </p:nvSpPr>
            <p:spPr>
              <a:xfrm flipH="1">
                <a:off x="1638300" y="1649901"/>
                <a:ext cx="165100" cy="24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5138E91-9132-B4CC-0ACF-FE1975CDB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38300" y="1649901"/>
                <a:ext cx="165100" cy="247475"/>
              </a:xfrm>
              <a:prstGeom prst="rect">
                <a:avLst/>
              </a:prstGeom>
              <a:blipFill>
                <a:blip r:embed="rId12"/>
                <a:stretch>
                  <a:fillRect l="-14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D9AAD-0291-8702-B6DB-0F351E33FBCF}"/>
                  </a:ext>
                </a:extLst>
              </p:cNvPr>
              <p:cNvSpPr/>
              <p:nvPr/>
            </p:nvSpPr>
            <p:spPr>
              <a:xfrm flipH="1">
                <a:off x="1835150" y="3732493"/>
                <a:ext cx="165100" cy="24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D9AAD-0291-8702-B6DB-0F351E33F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35150" y="3732493"/>
                <a:ext cx="165100" cy="247475"/>
              </a:xfrm>
              <a:prstGeom prst="rect">
                <a:avLst/>
              </a:prstGeom>
              <a:blipFill>
                <a:blip r:embed="rId13"/>
                <a:stretch>
                  <a:fillRect l="-14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4D2BA99-9DBA-D597-9CB3-48DD6977A818}"/>
                  </a:ext>
                </a:extLst>
              </p:cNvPr>
              <p:cNvSpPr/>
              <p:nvPr/>
            </p:nvSpPr>
            <p:spPr>
              <a:xfrm flipH="1">
                <a:off x="6320684" y="1753261"/>
                <a:ext cx="165100" cy="24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4D2BA99-9DBA-D597-9CB3-48DD6977A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20684" y="1753261"/>
                <a:ext cx="165100" cy="247475"/>
              </a:xfrm>
              <a:prstGeom prst="rect">
                <a:avLst/>
              </a:prstGeom>
              <a:blipFill>
                <a:blip r:embed="rId14"/>
                <a:stretch>
                  <a:fillRect l="-14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727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147755-3869-0449-5682-C289ED62724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sz="1800"/>
                  <a:t>BGD offers smoother convergence towards goal (asymptotically reaches optimal theta if loss function is convex)</a:t>
                </a:r>
              </a:p>
              <a:p>
                <a:endParaRPr lang="en-US" sz="1800"/>
              </a:p>
              <a:p>
                <a:r>
                  <a:rPr lang="en-US" sz="1800"/>
                  <a:t>BGD is super slow. It only updates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800"/>
                  <a:t> once all training data loss is computed.</a:t>
                </a:r>
              </a:p>
              <a:p>
                <a:endParaRPr lang="en-US" sz="1800"/>
              </a:p>
              <a:p>
                <a:r>
                  <a:rPr lang="en-US" sz="1800"/>
                  <a:t>SGD is fast. It updates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800"/>
                  <a:t> every time a training datapoint is seen.</a:t>
                </a:r>
              </a:p>
              <a:p>
                <a:endParaRPr lang="en-US" sz="1800"/>
              </a:p>
              <a:p>
                <a:r>
                  <a:rPr lang="en-US" sz="1800"/>
                  <a:t>SGD does not reach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800"/>
                  <a:t> efficiently (or at all). It oscillates close to the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800"/>
              </a:p>
              <a:p>
                <a:endParaRPr lang="en-US" sz="1800"/>
              </a:p>
              <a:p>
                <a:r>
                  <a:rPr lang="en-US" sz="1800"/>
                  <a:t>For big data, SGD is almost always used.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147755-3869-0449-5682-C289ED6272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457" t="-694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5D05D01-6CB1-E87F-954F-09EE9B54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BGD vs SGD</a:t>
            </a:r>
          </a:p>
        </p:txBody>
      </p:sp>
    </p:spTree>
    <p:extLst>
      <p:ext uri="{BB962C8B-B14F-4D97-AF65-F5344CB8AC3E}">
        <p14:creationId xmlns:p14="http://schemas.microsoft.com/office/powerpoint/2010/main" val="2929527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ACB521-4B2A-82E7-C4B1-D9BAC8C5B89E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SGD will not converge to the optimal solution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constant. Rather, it will keep oscillating.</a:t>
                </a:r>
              </a:p>
              <a:p>
                <a:endParaRPr lang="en-US" dirty="0"/>
              </a:p>
              <a:p>
                <a:r>
                  <a:rPr lang="en-US" dirty="0"/>
                  <a:t>A solution to this is using adaptive learning rates that decay with each iteration. 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is the maximum (starting) learning rate.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 is the minimum (final) learning rate.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a constant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iteration number.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ACB521-4B2A-82E7-C4B1-D9BAC8C5B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62" t="-1042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22E245D-DE26-0A1E-DB01-A27B1153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Learning Rate</a:t>
            </a:r>
          </a:p>
        </p:txBody>
      </p:sp>
    </p:spTree>
    <p:extLst>
      <p:ext uri="{BB962C8B-B14F-4D97-AF65-F5344CB8AC3E}">
        <p14:creationId xmlns:p14="http://schemas.microsoft.com/office/powerpoint/2010/main" val="524289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EAD8BD-D88E-A019-A85B-0F46B9A0753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746661"/>
                <a:ext cx="4159060" cy="3650177"/>
              </a:xfrm>
            </p:spPr>
            <p:txBody>
              <a:bodyPr/>
              <a:lstStyle/>
              <a:p>
                <a:r>
                  <a:rPr lang="en-US" sz="1600" dirty="0"/>
                  <a:t>L1 regularization methods like LASSO tends to produce </a:t>
                </a:r>
                <a:r>
                  <a:rPr lang="en-US" sz="1600" u="sng" dirty="0"/>
                  <a:t>sparse models</a:t>
                </a:r>
                <a:r>
                  <a:rPr lang="en-US" sz="1600" dirty="0"/>
                  <a:t>. (models where a lot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This is due to the trade off between the loss function minimum and the intersection with the regularization penalty curve.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L1 regularization methods tend to have a “pointy” shape. The intersection usually happens at a corner, which is associated with some zero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/>
                  <a:t>. Compare that to the circular penalty function of L2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EAD8BD-D88E-A019-A85B-0F46B9A07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746661"/>
                <a:ext cx="4159060" cy="3650177"/>
              </a:xfrm>
              <a:blipFill>
                <a:blip r:embed="rId3"/>
                <a:stretch>
                  <a:fillRect l="-610" t="-346" r="-305" b="-3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435FF56-5719-1742-AF6A-21284A8F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Note</a:t>
            </a:r>
          </a:p>
        </p:txBody>
      </p:sp>
      <p:pic>
        <p:nvPicPr>
          <p:cNvPr id="4" name="Picture 3" descr="L1 vs L2 Regularization: Intuition, Geometry, and Bayesian View | by Feroz  Khan | Medium">
            <a:extLst>
              <a:ext uri="{FF2B5EF4-FFF2-40B4-BE49-F238E27FC236}">
                <a16:creationId xmlns:a16="http://schemas.microsoft.com/office/drawing/2014/main" id="{A90EA849-E4ED-C405-B0C0-ED1449791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127" y="746661"/>
            <a:ext cx="4504873" cy="246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61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D3FD6C-8A34-4C7F-F4C3-173E617740FC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Convex functions: Functions whose shape curve down like a cup. </a:t>
            </a:r>
            <a:r>
              <a:rPr lang="en-US" u="sng" dirty="0"/>
              <a:t>Mathematically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Advantage of Convex Loss Functions: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Non-convex functions: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9BCB84-0C43-6CD8-A327-605AB919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Convex Optimization vs Non-Convex Optimization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9F8A1-5724-A9E4-686A-241C88BAACFB}"/>
              </a:ext>
            </a:extLst>
          </p:cNvPr>
          <p:cNvCxnSpPr>
            <a:cxnSpLocks/>
          </p:cNvCxnSpPr>
          <p:nvPr/>
        </p:nvCxnSpPr>
        <p:spPr>
          <a:xfrm>
            <a:off x="423600" y="2770832"/>
            <a:ext cx="48545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13DE5F-ED11-1AB7-5B10-0FC0037B9A9B}"/>
              </a:ext>
            </a:extLst>
          </p:cNvPr>
          <p:cNvCxnSpPr>
            <a:cxnSpLocks/>
          </p:cNvCxnSpPr>
          <p:nvPr/>
        </p:nvCxnSpPr>
        <p:spPr>
          <a:xfrm>
            <a:off x="2741422" y="1557669"/>
            <a:ext cx="277449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A232BA-4DD9-CFFF-E20D-1A529EAF9051}"/>
              </a:ext>
            </a:extLst>
          </p:cNvPr>
          <p:cNvCxnSpPr>
            <a:cxnSpLocks/>
          </p:cNvCxnSpPr>
          <p:nvPr/>
        </p:nvCxnSpPr>
        <p:spPr>
          <a:xfrm>
            <a:off x="423600" y="3810471"/>
            <a:ext cx="48545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694C3D-C991-14FC-FD03-A38B222F81D7}"/>
              </a:ext>
            </a:extLst>
          </p:cNvPr>
          <p:cNvCxnSpPr/>
          <p:nvPr/>
        </p:nvCxnSpPr>
        <p:spPr>
          <a:xfrm>
            <a:off x="423600" y="4418564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EB85B39-E646-B285-1115-819D4F60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319" y="1421437"/>
            <a:ext cx="1601945" cy="1371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7143C9-4D13-C404-4A53-9AEA019B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4" y="1399231"/>
            <a:ext cx="1601945" cy="1371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9AC4BA-0488-EFD7-3B86-BAD308053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319" y="2815244"/>
            <a:ext cx="1600200" cy="15589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D545C0-6F80-8849-028B-1C8476C0B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24" y="2815245"/>
            <a:ext cx="1600200" cy="15589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A6CB46-C307-ED56-6FC1-AB7ACC243703}"/>
                  </a:ext>
                </a:extLst>
              </p14:cNvPr>
              <p14:cNvContentPartPr/>
              <p14:nvPr/>
            </p14:nvContentPartPr>
            <p14:xfrm>
              <a:off x="2767766" y="1386147"/>
              <a:ext cx="121680" cy="173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A6CB46-C307-ED56-6FC1-AB7ACC2437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2332" y="1370667"/>
                <a:ext cx="15219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E19FBA-7383-CEDC-5CB4-3620B8F16116}"/>
                  </a:ext>
                </a:extLst>
              </p14:cNvPr>
              <p14:cNvContentPartPr/>
              <p14:nvPr/>
            </p14:nvContentPartPr>
            <p14:xfrm>
              <a:off x="3026966" y="1386147"/>
              <a:ext cx="279360" cy="157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E19FBA-7383-CEDC-5CB4-3620B8F161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11466" y="1370667"/>
                <a:ext cx="309999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38FF2A9-38A2-E9F3-783A-C34919E2DCCF}"/>
                  </a:ext>
                </a:extLst>
              </p14:cNvPr>
              <p14:cNvContentPartPr/>
              <p14:nvPr/>
            </p14:nvContentPartPr>
            <p14:xfrm>
              <a:off x="3455006" y="1440147"/>
              <a:ext cx="113400" cy="103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38FF2A9-38A2-E9F3-783A-C34919E2DC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39526" y="1424667"/>
                <a:ext cx="1440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75F6FF5-B834-20B8-0BE0-DC2E3C166D02}"/>
                  </a:ext>
                </a:extLst>
              </p14:cNvPr>
              <p14:cNvContentPartPr/>
              <p14:nvPr/>
            </p14:nvContentPartPr>
            <p14:xfrm>
              <a:off x="3697646" y="1382187"/>
              <a:ext cx="1123560" cy="194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75F6FF5-B834-20B8-0BE0-DC2E3C166D0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82166" y="1366707"/>
                <a:ext cx="1154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AC40C0A-9DDE-304C-C840-2DAB2887C274}"/>
                  </a:ext>
                </a:extLst>
              </p14:cNvPr>
              <p14:cNvContentPartPr/>
              <p14:nvPr/>
            </p14:nvContentPartPr>
            <p14:xfrm>
              <a:off x="4958006" y="1367067"/>
              <a:ext cx="528120" cy="1789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AC40C0A-9DDE-304C-C840-2DAB2887C2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42537" y="1351618"/>
                <a:ext cx="558699" cy="209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45FED63-D964-5B5D-A770-D05679FB6D36}"/>
                  </a:ext>
                </a:extLst>
              </p14:cNvPr>
              <p14:cNvContentPartPr/>
              <p14:nvPr/>
            </p14:nvContentPartPr>
            <p14:xfrm>
              <a:off x="482760" y="1715547"/>
              <a:ext cx="1112400" cy="191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45FED63-D964-5B5D-A770-D05679FB6D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7285" y="1700038"/>
                <a:ext cx="1142990" cy="22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C4CF8E0-ED2A-AD37-67CB-92AB0BCEDA80}"/>
                  </a:ext>
                </a:extLst>
              </p14:cNvPr>
              <p14:cNvContentPartPr/>
              <p14:nvPr/>
            </p14:nvContentPartPr>
            <p14:xfrm>
              <a:off x="1630800" y="1706187"/>
              <a:ext cx="1369080" cy="2955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C4CF8E0-ED2A-AD37-67CB-92AB0BCEDA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15324" y="1690726"/>
                <a:ext cx="1399672" cy="326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4A79EDB-ADF3-21F0-39ED-2DB6ED927719}"/>
                  </a:ext>
                </a:extLst>
              </p14:cNvPr>
              <p14:cNvContentPartPr/>
              <p14:nvPr/>
            </p14:nvContentPartPr>
            <p14:xfrm>
              <a:off x="3148560" y="1827507"/>
              <a:ext cx="11160" cy="558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4A79EDB-ADF3-21F0-39ED-2DB6ED9277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3564" y="1811926"/>
                <a:ext cx="40804" cy="86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0E1C32A-EA2F-AD9C-6F60-14DA4459BE0E}"/>
                  </a:ext>
                </a:extLst>
              </p14:cNvPr>
              <p14:cNvContentPartPr/>
              <p14:nvPr/>
            </p14:nvContentPartPr>
            <p14:xfrm>
              <a:off x="3667320" y="1719867"/>
              <a:ext cx="290160" cy="1742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0E1C32A-EA2F-AD9C-6F60-14DA4459BE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51840" y="1704387"/>
                <a:ext cx="3207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BDC2A95-4EE0-3E79-06F2-ACBF49391602}"/>
                  </a:ext>
                </a:extLst>
              </p14:cNvPr>
              <p14:cNvContentPartPr/>
              <p14:nvPr/>
            </p14:nvContentPartPr>
            <p14:xfrm>
              <a:off x="3957120" y="1736427"/>
              <a:ext cx="905040" cy="1771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BDC2A95-4EE0-3E79-06F2-ACBF4939160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41640" y="1720915"/>
                <a:ext cx="935640" cy="207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2C67E0C-0799-DA3E-6C15-6AFD26F8B3DF}"/>
                  </a:ext>
                </a:extLst>
              </p14:cNvPr>
              <p14:cNvContentPartPr/>
              <p14:nvPr/>
            </p14:nvContentPartPr>
            <p14:xfrm>
              <a:off x="369210" y="2573754"/>
              <a:ext cx="1398240" cy="2365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2C67E0C-0799-DA3E-6C15-6AFD26F8B3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3734" y="2558250"/>
                <a:ext cx="1428832" cy="2671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9372EBD-C7A1-CD14-10C5-0FB4F2364524}"/>
                  </a:ext>
                </a:extLst>
              </p14:cNvPr>
              <p14:cNvContentPartPr/>
              <p14:nvPr/>
            </p14:nvContentPartPr>
            <p14:xfrm>
              <a:off x="1903530" y="2641074"/>
              <a:ext cx="1233000" cy="1418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9372EBD-C7A1-CD14-10C5-0FB4F236452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88050" y="2625555"/>
                <a:ext cx="1263600" cy="172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113F487-C4A7-AC6A-25CE-E8929B29EBB3}"/>
                  </a:ext>
                </a:extLst>
              </p14:cNvPr>
              <p14:cNvContentPartPr/>
              <p14:nvPr/>
            </p14:nvContentPartPr>
            <p14:xfrm>
              <a:off x="3216810" y="2673114"/>
              <a:ext cx="168840" cy="1036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113F487-C4A7-AC6A-25CE-E8929B29EBB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01363" y="2657580"/>
                <a:ext cx="199375" cy="134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3C71D54-EC2B-D4E0-B937-020D8034AB81}"/>
                  </a:ext>
                </a:extLst>
              </p14:cNvPr>
              <p14:cNvContentPartPr/>
              <p14:nvPr/>
            </p14:nvContentPartPr>
            <p14:xfrm>
              <a:off x="3512526" y="2610114"/>
              <a:ext cx="1682640" cy="1699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3C71D54-EC2B-D4E0-B937-020D8034AB8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97049" y="2594634"/>
                <a:ext cx="1713233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58725DE-5A37-1D4D-C97B-FC0A5AE03DC3}"/>
                  </a:ext>
                </a:extLst>
              </p14:cNvPr>
              <p14:cNvContentPartPr/>
              <p14:nvPr/>
            </p14:nvContentPartPr>
            <p14:xfrm>
              <a:off x="4006557" y="2941132"/>
              <a:ext cx="293400" cy="1098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58725DE-5A37-1D4D-C97B-FC0A5AE03D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91058" y="2925652"/>
                <a:ext cx="324038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54F97F6-B643-F4AA-F62A-7C105FD20FBD}"/>
                  </a:ext>
                </a:extLst>
              </p14:cNvPr>
              <p14:cNvContentPartPr/>
              <p14:nvPr/>
            </p14:nvContentPartPr>
            <p14:xfrm>
              <a:off x="542637" y="2849332"/>
              <a:ext cx="3298320" cy="2217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54F97F6-B643-F4AA-F62A-7C105FD20FB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7157" y="2833852"/>
                <a:ext cx="33289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703F9EC5-D892-D16B-A607-254416D9B4F9}"/>
                  </a:ext>
                </a:extLst>
              </p14:cNvPr>
              <p14:cNvContentPartPr/>
              <p14:nvPr/>
            </p14:nvContentPartPr>
            <p14:xfrm>
              <a:off x="467280" y="3621701"/>
              <a:ext cx="735120" cy="1764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703F9EC5-D892-D16B-A607-254416D9B4F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1792" y="3606253"/>
                <a:ext cx="765735" cy="206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87E99EA2-1D0E-4A77-00E6-3BCE3544E4E3}"/>
                  </a:ext>
                </a:extLst>
              </p14:cNvPr>
              <p14:cNvContentPartPr/>
              <p14:nvPr/>
            </p14:nvContentPartPr>
            <p14:xfrm>
              <a:off x="1359360" y="3640061"/>
              <a:ext cx="1817640" cy="1753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87E99EA2-1D0E-4A77-00E6-3BCE3544E4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43880" y="3624581"/>
                <a:ext cx="18482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1F39344-765F-33CA-B3A4-E2DB3776A117}"/>
                  </a:ext>
                </a:extLst>
              </p14:cNvPr>
              <p14:cNvContentPartPr/>
              <p14:nvPr/>
            </p14:nvContentPartPr>
            <p14:xfrm>
              <a:off x="3124867" y="3697661"/>
              <a:ext cx="54360" cy="500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1F39344-765F-33CA-B3A4-E2DB3776A11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09387" y="3682181"/>
                <a:ext cx="849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A5F748B-525C-3D8B-9864-17BC7FBAF4B8}"/>
                  </a:ext>
                </a:extLst>
              </p14:cNvPr>
              <p14:cNvContentPartPr/>
              <p14:nvPr/>
            </p14:nvContentPartPr>
            <p14:xfrm>
              <a:off x="3326827" y="3641501"/>
              <a:ext cx="1442160" cy="17856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A5F748B-525C-3D8B-9864-17BC7FBAF4B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11343" y="3626021"/>
                <a:ext cx="1472768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36EF383-CB99-5F54-A445-8E791ED63DA6}"/>
                  </a:ext>
                </a:extLst>
              </p14:cNvPr>
              <p14:cNvContentPartPr/>
              <p14:nvPr/>
            </p14:nvContentPartPr>
            <p14:xfrm>
              <a:off x="406440" y="4232498"/>
              <a:ext cx="856800" cy="2440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36EF383-CB99-5F54-A445-8E791ED63DA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90960" y="4217018"/>
                <a:ext cx="8874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800F367C-612D-78DB-908C-F9BA5776158C}"/>
                  </a:ext>
                </a:extLst>
              </p14:cNvPr>
              <p14:cNvContentPartPr/>
              <p14:nvPr/>
            </p14:nvContentPartPr>
            <p14:xfrm>
              <a:off x="3456360" y="4271738"/>
              <a:ext cx="136440" cy="1458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800F367C-612D-78DB-908C-F9BA5776158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40880" y="4256258"/>
                <a:ext cx="167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A9C99132-84B9-EEA2-3FB4-55320E847538}"/>
                  </a:ext>
                </a:extLst>
              </p14:cNvPr>
              <p14:cNvContentPartPr/>
              <p14:nvPr/>
            </p14:nvContentPartPr>
            <p14:xfrm>
              <a:off x="3174840" y="4306658"/>
              <a:ext cx="134280" cy="1083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A9C99132-84B9-EEA2-3FB4-55320E84753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159360" y="4291229"/>
                <a:ext cx="164880" cy="138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6D24F143-91E6-B96C-4889-E3365D67A5D5}"/>
                  </a:ext>
                </a:extLst>
              </p14:cNvPr>
              <p14:cNvContentPartPr/>
              <p14:nvPr/>
            </p14:nvContentPartPr>
            <p14:xfrm>
              <a:off x="2089440" y="4211618"/>
              <a:ext cx="476280" cy="2613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6D24F143-91E6-B96C-4889-E3365D67A5D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73948" y="4196138"/>
                <a:ext cx="506903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D0DAD71-08A1-A72B-B8C7-2742864394CF}"/>
                  </a:ext>
                </a:extLst>
              </p14:cNvPr>
              <p14:cNvContentPartPr/>
              <p14:nvPr/>
            </p14:nvContentPartPr>
            <p14:xfrm>
              <a:off x="2724480" y="4264538"/>
              <a:ext cx="275400" cy="1760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D0DAD71-08A1-A72B-B8C7-2742864394C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08980" y="4249058"/>
                <a:ext cx="3060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431850F1-95B7-057E-4D24-B56EB0F1143E}"/>
                  </a:ext>
                </a:extLst>
              </p14:cNvPr>
              <p14:cNvContentPartPr/>
              <p14:nvPr/>
            </p14:nvContentPartPr>
            <p14:xfrm>
              <a:off x="1392120" y="4260218"/>
              <a:ext cx="554760" cy="1731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431850F1-95B7-057E-4D24-B56EB0F1143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76630" y="4244738"/>
                <a:ext cx="5853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3474047B-6F5F-0AAD-D118-8E7B83F4DDC3}"/>
                  </a:ext>
                </a:extLst>
              </p14:cNvPr>
              <p14:cNvContentPartPr/>
              <p14:nvPr/>
            </p14:nvContentPartPr>
            <p14:xfrm>
              <a:off x="3738109" y="4343378"/>
              <a:ext cx="92880" cy="784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3474047B-6F5F-0AAD-D118-8E7B83F4DD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22569" y="4327898"/>
                <a:ext cx="123599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62602970-10F1-847A-EE2C-65B36F464AB0}"/>
                  </a:ext>
                </a:extLst>
              </p14:cNvPr>
              <p14:cNvContentPartPr/>
              <p14:nvPr/>
            </p14:nvContentPartPr>
            <p14:xfrm>
              <a:off x="4017469" y="4237178"/>
              <a:ext cx="388080" cy="21960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62602970-10F1-847A-EE2C-65B36F464A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01989" y="4221673"/>
                <a:ext cx="418680" cy="250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82E04A99-5AF8-9DD3-662D-57059F4180BE}"/>
                  </a:ext>
                </a:extLst>
              </p14:cNvPr>
              <p14:cNvContentPartPr/>
              <p14:nvPr/>
            </p14:nvContentPartPr>
            <p14:xfrm>
              <a:off x="4516429" y="4268138"/>
              <a:ext cx="850320" cy="16776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82E04A99-5AF8-9DD3-662D-57059F4180B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500949" y="4252691"/>
                <a:ext cx="880920" cy="198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A0CCF9D7-431F-C5F8-18D2-C6FE489F7825}"/>
                  </a:ext>
                </a:extLst>
              </p14:cNvPr>
              <p14:cNvContentPartPr/>
              <p14:nvPr/>
            </p14:nvContentPartPr>
            <p14:xfrm>
              <a:off x="5451709" y="4407818"/>
              <a:ext cx="81000" cy="72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A0CCF9D7-431F-C5F8-18D2-C6FE489F782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36297" y="4392338"/>
                <a:ext cx="111465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B17A3A74-CED2-EF31-8C69-CD36FEC2A1CC}"/>
                  </a:ext>
                </a:extLst>
              </p14:cNvPr>
              <p14:cNvContentPartPr/>
              <p14:nvPr/>
            </p14:nvContentPartPr>
            <p14:xfrm>
              <a:off x="5714865" y="4366418"/>
              <a:ext cx="947160" cy="13896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B17A3A74-CED2-EF31-8C69-CD36FEC2A1C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99385" y="4350938"/>
                <a:ext cx="9777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2DC34D12-DCFF-2DAC-670B-0BE37D6CBA0B}"/>
                  </a:ext>
                </a:extLst>
              </p14:cNvPr>
              <p14:cNvContentPartPr/>
              <p14:nvPr/>
            </p14:nvContentPartPr>
            <p14:xfrm>
              <a:off x="6776865" y="4373258"/>
              <a:ext cx="627120" cy="17100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2DC34D12-DCFF-2DAC-670B-0BE37D6CBA0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61385" y="4357811"/>
                <a:ext cx="657720" cy="201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E56E2769-84FE-554B-F6EC-C817EB2D0E5A}"/>
                  </a:ext>
                </a:extLst>
              </p14:cNvPr>
              <p14:cNvContentPartPr/>
              <p14:nvPr/>
            </p14:nvContentPartPr>
            <p14:xfrm>
              <a:off x="5804865" y="4151498"/>
              <a:ext cx="117720" cy="950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E56E2769-84FE-554B-F6EC-C817EB2D0E5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89338" y="4136018"/>
                <a:ext cx="148414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2DB8609A-D55A-E053-CFF9-2E9C528954F3}"/>
                  </a:ext>
                </a:extLst>
              </p14:cNvPr>
              <p14:cNvContentPartPr/>
              <p14:nvPr/>
            </p14:nvContentPartPr>
            <p14:xfrm>
              <a:off x="5987385" y="4557938"/>
              <a:ext cx="1558800" cy="16308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2DB8609A-D55A-E053-CFF9-2E9C528954F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71905" y="4542458"/>
                <a:ext cx="15894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B46F74DC-DFD1-3BF6-CF25-772ACE46E3FF}"/>
                  </a:ext>
                </a:extLst>
              </p14:cNvPr>
              <p14:cNvContentPartPr/>
              <p14:nvPr/>
            </p14:nvContentPartPr>
            <p14:xfrm>
              <a:off x="8047382" y="4244018"/>
              <a:ext cx="955800" cy="49464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B46F74DC-DFD1-3BF6-CF25-772ACE46E3F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31902" y="4228538"/>
                <a:ext cx="986400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869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522A36-0564-47C6-7751-DDCF5D047DD8}"/>
              </a:ext>
            </a:extLst>
          </p:cNvPr>
          <p:cNvPicPr>
            <a:picLocks noGrp="1" noChangeAspect="1"/>
          </p:cNvPicPr>
          <p:nvPr>
            <p:ph idx="26"/>
          </p:nvPr>
        </p:nvPicPr>
        <p:blipFill>
          <a:blip r:embed="rId2"/>
          <a:stretch>
            <a:fillRect/>
          </a:stretch>
        </p:blipFill>
        <p:spPr bwMode="auto">
          <a:xfrm>
            <a:off x="2851150" y="1215620"/>
            <a:ext cx="1828800" cy="164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BAB3459-66E6-08A8-3118-AB55B6D9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Convex Optimization vs Non-Convex Optimization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E9D6D-BA27-CEB4-4602-68EA917B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911" y="1261350"/>
            <a:ext cx="1828800" cy="1646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F7B08F-9D9C-B7BD-5EDD-B4CC1F379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911" y="3001736"/>
            <a:ext cx="1828800" cy="16465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123071-48B3-40CB-21F6-5B724C69C1E3}"/>
                  </a:ext>
                </a:extLst>
              </p:cNvPr>
              <p:cNvSpPr/>
              <p:nvPr/>
            </p:nvSpPr>
            <p:spPr>
              <a:xfrm>
                <a:off x="403189" y="1215619"/>
                <a:ext cx="2311734" cy="16465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Different initial guesses for the parameters (blue and yellow paths) lead to the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</a:rPr>
                  <a:t> combination associated with the minimum possible loss value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123071-48B3-40CB-21F6-5B724C69C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89" y="1215619"/>
                <a:ext cx="2311734" cy="1646527"/>
              </a:xfrm>
              <a:prstGeom prst="rect">
                <a:avLst/>
              </a:prstGeom>
              <a:blipFill>
                <a:blip r:embed="rId5"/>
                <a:stretch>
                  <a:fillRect b="-22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9EDAF44-3741-2A63-7C8E-E2BA70A4775C}"/>
                  </a:ext>
                </a:extLst>
              </p:cNvPr>
              <p:cNvSpPr/>
              <p:nvPr/>
            </p:nvSpPr>
            <p:spPr>
              <a:xfrm>
                <a:off x="4816177" y="1215620"/>
                <a:ext cx="2311734" cy="17861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Different initial guesses for the parameters (blue and yellow paths) lead to the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</a:rPr>
                  <a:t> combination associated with different minimum loss value (one may not be the absolute minimum)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9EDAF44-3741-2A63-7C8E-E2BA70A47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77" y="1215620"/>
                <a:ext cx="2311734" cy="1786116"/>
              </a:xfrm>
              <a:prstGeom prst="rect">
                <a:avLst/>
              </a:prstGeom>
              <a:blipFill>
                <a:blip r:embed="rId6"/>
                <a:stretch>
                  <a:fillRect t="-704" r="-1639" b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44A14C-FD20-D5AA-0894-DD8CDC7C5FBD}"/>
                  </a:ext>
                </a:extLst>
              </p:cNvPr>
              <p:cNvSpPr/>
              <p:nvPr/>
            </p:nvSpPr>
            <p:spPr>
              <a:xfrm>
                <a:off x="4816177" y="3265714"/>
                <a:ext cx="2311734" cy="118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Sometimes, high learning rates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</a:rPr>
                  <a:t> may lead to jumping between multiple local minima (we do not converge to either).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44A14C-FD20-D5AA-0894-DD8CDC7C5F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77" y="3265714"/>
                <a:ext cx="2311734" cy="1180200"/>
              </a:xfrm>
              <a:prstGeom prst="rect">
                <a:avLst/>
              </a:prstGeom>
              <a:blipFill>
                <a:blip r:embed="rId7"/>
                <a:stretch>
                  <a:fillRect r="-1639" b="-53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A19EF1C-05D8-128D-CE60-20CC5E2B70C3}"/>
              </a:ext>
            </a:extLst>
          </p:cNvPr>
          <p:cNvSpPr/>
          <p:nvPr/>
        </p:nvSpPr>
        <p:spPr>
          <a:xfrm>
            <a:off x="2609683" y="824632"/>
            <a:ext cx="2311734" cy="1886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Convex Optimization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6BA4A0-2757-B3B1-D9B2-A3B629C8C92B}"/>
              </a:ext>
            </a:extLst>
          </p:cNvPr>
          <p:cNvSpPr/>
          <p:nvPr/>
        </p:nvSpPr>
        <p:spPr>
          <a:xfrm>
            <a:off x="6777424" y="824632"/>
            <a:ext cx="2311734" cy="1886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Non-convex Optimization</a:t>
            </a:r>
          </a:p>
        </p:txBody>
      </p:sp>
    </p:spTree>
    <p:extLst>
      <p:ext uri="{BB962C8B-B14F-4D97-AF65-F5344CB8AC3E}">
        <p14:creationId xmlns:p14="http://schemas.microsoft.com/office/powerpoint/2010/main" val="1886279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1C1163-86CE-1EE6-763D-9A1563396EEF}"/>
              </a:ext>
            </a:extLst>
          </p:cNvPr>
          <p:cNvPicPr>
            <a:picLocks noGrp="1" noChangeAspect="1"/>
          </p:cNvPicPr>
          <p:nvPr>
            <p:ph idx="26"/>
          </p:nvPr>
        </p:nvPicPr>
        <p:blipFill>
          <a:blip r:embed="rId2"/>
          <a:stretch>
            <a:fillRect/>
          </a:stretch>
        </p:blipFill>
        <p:spPr bwMode="auto">
          <a:xfrm>
            <a:off x="2034721" y="2661558"/>
            <a:ext cx="7109279" cy="565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35051D-AD1B-A711-02C4-5968188E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”Art” of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E2DDD-ABFF-67C8-57DF-F08F89411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" y="690918"/>
            <a:ext cx="5929748" cy="1791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148FA4-4B13-DD55-84E6-5D0A40E33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1" y="3442035"/>
            <a:ext cx="5715000" cy="8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13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Slides (5-8) </a:t>
            </a:r>
            <a:r>
              <a:rPr lang="en-US" i="1" dirty="0"/>
              <a:t>Data-Driven Science and Engineering: Machine Learning, Dynamical Systems and Control</a:t>
            </a:r>
            <a:r>
              <a:rPr lang="en-US" dirty="0"/>
              <a:t>, Brunton &amp; Kutz, second edition. Section 4.2</a:t>
            </a:r>
          </a:p>
          <a:p>
            <a:r>
              <a:rPr lang="en-US" dirty="0"/>
              <a:t>Materials from this slides (slide 14 – 17) used </a:t>
            </a:r>
            <a:r>
              <a:rPr lang="en-US" i="1" dirty="0"/>
              <a:t>Machine Learning, A First Course for Engineers and Scientists</a:t>
            </a:r>
            <a:r>
              <a:rPr lang="en-US" dirty="0"/>
              <a:t>,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4.4 as a reference. Access to this document is free at the publishers’ GitHub page. </a:t>
            </a:r>
          </a:p>
          <a:p>
            <a:r>
              <a:rPr lang="en-US" dirty="0"/>
              <a:t>Materials for slides (5-13) are from: </a:t>
            </a:r>
            <a:r>
              <a:rPr lang="en-US" i="1" dirty="0"/>
              <a:t>Artificial Intelligence: A Modern Approach</a:t>
            </a:r>
            <a:r>
              <a:rPr lang="en-US" dirty="0"/>
              <a:t>, Russel and Norvig, 4</a:t>
            </a:r>
            <a:r>
              <a:rPr lang="en-US" baseline="30000" dirty="0"/>
              <a:t>th</a:t>
            </a:r>
            <a:r>
              <a:rPr lang="en-US" dirty="0"/>
              <a:t> edition, section 19.6.2.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933</Words>
  <Application>Microsoft Macintosh PowerPoint</Application>
  <PresentationFormat>On-screen Show (16:9)</PresentationFormat>
  <Paragraphs>138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Palatino Linotype</vt:lpstr>
      <vt:lpstr>CP_ppt_standard_v1</vt:lpstr>
      <vt:lpstr>Gradient Descent</vt:lpstr>
      <vt:lpstr>Motivation</vt:lpstr>
      <vt:lpstr>Optimization Problems</vt:lpstr>
      <vt:lpstr>Overview</vt:lpstr>
      <vt:lpstr>A Way to the Solution</vt:lpstr>
      <vt:lpstr>The Sense of Down</vt:lpstr>
      <vt:lpstr>Observations</vt:lpstr>
      <vt:lpstr>Gradient Descent</vt:lpstr>
      <vt:lpstr>Batch Gradient Descent and Stochastic Gradient Descent</vt:lpstr>
      <vt:lpstr>Gradient Calculation for Multivariate Linear Regression</vt:lpstr>
      <vt:lpstr>BGD vs SGD (Pesudo-code)</vt:lpstr>
      <vt:lpstr>BGD vs SGD</vt:lpstr>
      <vt:lpstr>Adaptive Learning Rate</vt:lpstr>
      <vt:lpstr>Regularization Note</vt:lpstr>
      <vt:lpstr>Convex Optimization vs Non-Convex Optimization</vt:lpstr>
      <vt:lpstr>Convex Optimization vs Non-Convex Optimization</vt:lpstr>
      <vt:lpstr>The ”Art” of Optimization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</cp:revision>
  <dcterms:modified xsi:type="dcterms:W3CDTF">2026-09-25T17:09:30Z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