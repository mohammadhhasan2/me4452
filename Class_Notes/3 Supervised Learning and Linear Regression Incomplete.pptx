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theme/theme2.xml" ContentType="application/vnd.openxmlformats-officedocument.theme+xml"/>
  <Override PartName="/ppt/tags/tag1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7" r:id="rId1"/>
  </p:sldMasterIdLst>
  <p:notesMasterIdLst>
    <p:notesMasterId r:id="rId12"/>
  </p:notesMasterIdLst>
  <p:sldIdLst>
    <p:sldId id="315" r:id="rId2"/>
    <p:sldId id="343" r:id="rId3"/>
    <p:sldId id="345" r:id="rId4"/>
    <p:sldId id="346" r:id="rId5"/>
    <p:sldId id="347" r:id="rId6"/>
    <p:sldId id="344" r:id="rId7"/>
    <p:sldId id="348" r:id="rId8"/>
    <p:sldId id="349" r:id="rId9"/>
    <p:sldId id="350" r:id="rId10"/>
    <p:sldId id="351" r:id="rId11"/>
  </p:sldIdLst>
  <p:sldSz cx="9144000" cy="5143500" type="screen16x9"/>
  <p:notesSz cx="9236075" cy="7010400"/>
  <p:custDataLst>
    <p:tags r:id="rId13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AB00"/>
    <a:srgbClr val="C6C0B7"/>
    <a:srgbClr val="3B3523"/>
    <a:srgbClr val="F0EED7"/>
    <a:srgbClr val="857756"/>
    <a:srgbClr val="7E7462"/>
    <a:srgbClr val="273015"/>
    <a:srgbClr val="4F512F"/>
    <a:srgbClr val="2955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39"/>
    <p:restoredTop sz="94795"/>
  </p:normalViewPr>
  <p:slideViewPr>
    <p:cSldViewPr snapToGrid="0">
      <p:cViewPr varScale="1">
        <p:scale>
          <a:sx n="160" d="100"/>
          <a:sy n="160" d="100"/>
        </p:scale>
        <p:origin x="1248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5"/>
    </mc:Choice>
    <mc:Fallback>
      <c:style val="35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3523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75-4CA1-AFBF-A3E9F95F45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857756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875-4CA1-AFBF-A3E9F95F45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6C0B7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875-4CA1-AFBF-A3E9F95F45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4220736"/>
        <c:axId val="146502112"/>
      </c:barChart>
      <c:catAx>
        <c:axId val="1742207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146502112"/>
        <c:crosses val="autoZero"/>
        <c:auto val="1"/>
        <c:lblAlgn val="ctr"/>
        <c:lblOffset val="100"/>
        <c:noMultiLvlLbl val="0"/>
      </c:catAx>
      <c:valAx>
        <c:axId val="146502112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174220736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67469879518072284"/>
          <c:y val="0.32344213649851633"/>
          <c:w val="0.28915662650602408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5"/>
    </mc:Choice>
    <mc:Fallback>
      <c:style val="35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3523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06-4755-B39D-439C5442E7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857756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06-4755-B39D-439C5442E7D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6C0B7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A06-4755-B39D-439C5442E7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1362160"/>
        <c:axId val="251362552"/>
      </c:barChart>
      <c:catAx>
        <c:axId val="2513621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2552"/>
        <c:crosses val="autoZero"/>
        <c:auto val="1"/>
        <c:lblAlgn val="ctr"/>
        <c:lblOffset val="100"/>
        <c:noMultiLvlLbl val="0"/>
      </c:catAx>
      <c:valAx>
        <c:axId val="251362552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2160"/>
        <c:crosses val="autoZero"/>
        <c:crossBetween val="between"/>
      </c:valAx>
      <c:spPr>
        <a:solidFill>
          <a:srgbClr val="F2F2F2"/>
        </a:solidFill>
        <a:ln w="25385">
          <a:noFill/>
        </a:ln>
      </c:spPr>
    </c:plotArea>
    <c:legend>
      <c:legendPos val="r"/>
      <c:layout>
        <c:manualLayout>
          <c:xMode val="edge"/>
          <c:yMode val="edge"/>
          <c:x val="0.67469879518072284"/>
          <c:y val="0.32344213649851633"/>
          <c:w val="0.28915662650602408"/>
          <c:h val="0.37982195845697331"/>
        </c:manualLayout>
      </c:layout>
      <c:overlay val="0"/>
      <c:spPr>
        <a:noFill/>
        <a:ln w="25385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5"/>
    </mc:Choice>
    <mc:Fallback>
      <c:style val="35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3523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EC-4472-834A-CD78B91F17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857756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EC-4472-834A-CD78B91F17C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6C0B7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EEC-4472-834A-CD78B91F17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1363336"/>
        <c:axId val="251363728"/>
      </c:barChart>
      <c:catAx>
        <c:axId val="2513633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3728"/>
        <c:crosses val="autoZero"/>
        <c:auto val="1"/>
        <c:lblAlgn val="ctr"/>
        <c:lblOffset val="100"/>
        <c:noMultiLvlLbl val="0"/>
      </c:catAx>
      <c:valAx>
        <c:axId val="251363728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3336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84421534936998854"/>
          <c:y val="0.34421364985163205"/>
          <c:w val="0.13745704467353953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27A-48D0-BD55-17F64B850A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8080">
              <a:solidFill>
                <a:srgbClr val="90713A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27A-48D0-BD55-17F64B850A7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27A-48D0-BD55-17F64B850A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1364512"/>
        <c:axId val="251364904"/>
      </c:lineChart>
      <c:catAx>
        <c:axId val="2513645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4904"/>
        <c:crosses val="autoZero"/>
        <c:auto val="1"/>
        <c:lblAlgn val="ctr"/>
        <c:lblOffset val="100"/>
        <c:noMultiLvlLbl val="0"/>
      </c:catAx>
      <c:valAx>
        <c:axId val="251364904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4512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66987951807228918"/>
          <c:y val="0.32344213649851633"/>
          <c:w val="0.29638554216867469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077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136-4F72-A118-34CB4C66CEA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8077">
              <a:solidFill>
                <a:srgbClr val="90713A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136-4F72-A118-34CB4C66CEA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8077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136-4F72-A118-34CB4C66CE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1365688"/>
        <c:axId val="251989008"/>
      </c:lineChart>
      <c:catAx>
        <c:axId val="2513656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989008"/>
        <c:crosses val="autoZero"/>
        <c:auto val="1"/>
        <c:lblAlgn val="ctr"/>
        <c:lblOffset val="100"/>
        <c:noMultiLvlLbl val="0"/>
      </c:catAx>
      <c:valAx>
        <c:axId val="251989008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5688"/>
        <c:crosses val="autoZero"/>
        <c:crossBetween val="between"/>
      </c:valAx>
      <c:spPr>
        <a:solidFill>
          <a:srgbClr val="F2F2F2"/>
        </a:solidFill>
        <a:ln w="25385">
          <a:noFill/>
        </a:ln>
      </c:spPr>
    </c:plotArea>
    <c:legend>
      <c:legendPos val="r"/>
      <c:layout>
        <c:manualLayout>
          <c:xMode val="edge"/>
          <c:yMode val="edge"/>
          <c:x val="0.66987951807228918"/>
          <c:y val="0.32344213649851633"/>
          <c:w val="0.29638554216867469"/>
          <c:h val="0.37982195845697331"/>
        </c:manualLayout>
      </c:layout>
      <c:overlay val="0"/>
      <c:spPr>
        <a:noFill/>
        <a:ln w="25385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580-4918-B3E2-DDF92CD730A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8080">
              <a:solidFill>
                <a:srgbClr val="90713A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580-4918-B3E2-DDF92CD730A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580-4918-B3E2-DDF92CD730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1989792"/>
        <c:axId val="251990184"/>
      </c:lineChart>
      <c:catAx>
        <c:axId val="2519897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990184"/>
        <c:crosses val="autoZero"/>
        <c:auto val="1"/>
        <c:lblAlgn val="ctr"/>
        <c:lblOffset val="100"/>
        <c:noMultiLvlLbl val="0"/>
      </c:catAx>
      <c:valAx>
        <c:axId val="251990184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989792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84077892325315007"/>
          <c:y val="0.34421364985163205"/>
          <c:w val="0.14089347079037801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02088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32400" y="0"/>
            <a:ext cx="4002088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22FB6A-490F-4111-A206-DEEE4C4B3FDD}" type="datetimeFigureOut">
              <a:rPr lang="en-US" smtClean="0"/>
              <a:t>9/10/26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6188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3925" y="3373438"/>
            <a:ext cx="7388225" cy="2760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9563"/>
            <a:ext cx="4002088" cy="3508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32400" y="6659563"/>
            <a:ext cx="4002088" cy="3508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28B74E-131A-480B-93D4-B718A5EEA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 and Introductions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28B74E-131A-480B-93D4-B718A5EEA7A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0588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28B74E-131A-480B-93D4-B718A5EEA7A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204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P logo (green 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68388"/>
            <a:ext cx="5797550" cy="257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0602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P logo (white 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68388"/>
            <a:ext cx="5797550" cy="257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61977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P logo (white 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68388"/>
            <a:ext cx="5797550" cy="257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68541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stang Way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763" y="792163"/>
            <a:ext cx="7315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1005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stang Way (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92163"/>
            <a:ext cx="7315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492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stang Way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92163"/>
            <a:ext cx="7315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3867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mall first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97175"/>
            <a:ext cx="7699375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9176" y="2796888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629176" y="1586575"/>
            <a:ext cx="7792510" cy="112514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chemeClr val="tx1">
                    <a:tint val="75000"/>
                  </a:schemeClr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4D28C2B7-260A-4959-9A53-DAB58A9ED79E}" type="datetime1">
              <a:rPr lang="en-US" smtClean="0"/>
              <a:t>9/10/26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1D92EBE0-0249-4044-84F4-57F8D69799D7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8315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mall first (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97175"/>
            <a:ext cx="7699375" cy="0"/>
          </a:xfrm>
          <a:prstGeom prst="line">
            <a:avLst/>
          </a:prstGeom>
          <a:ln w="285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9176" y="2796888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629176" y="1586575"/>
            <a:ext cx="7792510" cy="112514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rgbClr val="FFFFFF"/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8044B52-DC41-452D-81DE-C4050E96D070}" type="datetime1">
              <a:rPr lang="en-US" smtClean="0"/>
              <a:t>9/10/26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7EB4627-764E-4956-AAA8-9BF00A666F4A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097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large first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89238"/>
            <a:ext cx="7699375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/>
          <p:cNvSpPr>
            <a:spLocks noGrp="1"/>
          </p:cNvSpPr>
          <p:nvPr>
            <p:ph type="body" idx="13"/>
          </p:nvPr>
        </p:nvSpPr>
        <p:spPr>
          <a:xfrm>
            <a:off x="722316" y="2848823"/>
            <a:ext cx="7792510" cy="954209"/>
          </a:xfrm>
        </p:spPr>
        <p:txBody>
          <a:bodyPr>
            <a:normAutofit/>
          </a:bodyPr>
          <a:lstStyle>
            <a:lvl1pPr marL="0" indent="0" algn="r">
              <a:buNone/>
              <a:defRPr sz="2400" b="0" i="1" baseline="0">
                <a:solidFill>
                  <a:schemeClr val="tx1">
                    <a:tint val="75000"/>
                  </a:schemeClr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629176" y="1989546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2D73FC4-C9B9-4C51-AA51-ADA91826A3DD}" type="datetime1">
              <a:rPr lang="en-US" smtClean="0"/>
              <a:t>9/10/26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8674670A-36EC-42D0-9FB9-ADC0562D6DC7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4419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large first (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89238"/>
            <a:ext cx="7699375" cy="0"/>
          </a:xfrm>
          <a:prstGeom prst="line">
            <a:avLst/>
          </a:prstGeom>
          <a:ln w="285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/>
          <p:cNvSpPr>
            <a:spLocks noGrp="1"/>
          </p:cNvSpPr>
          <p:nvPr>
            <p:ph type="body" idx="13"/>
          </p:nvPr>
        </p:nvSpPr>
        <p:spPr>
          <a:xfrm>
            <a:off x="722316" y="2848823"/>
            <a:ext cx="7792510" cy="954209"/>
          </a:xfrm>
        </p:spPr>
        <p:txBody>
          <a:bodyPr>
            <a:normAutofit/>
          </a:bodyPr>
          <a:lstStyle>
            <a:lvl1pPr marL="0" indent="0" algn="r">
              <a:buNone/>
              <a:defRPr sz="2400" b="0" i="1" baseline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629176" y="1989546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0BD1211A-9CE7-4E8F-9AB3-FC229049A63C}" type="datetime1">
              <a:rPr lang="en-US" smtClean="0"/>
              <a:t>9/10/26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EECA8F18-7321-4B36-A83D-9376A560E5CB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0286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,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8318119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578"/>
          <a:stretch/>
        </p:blipFill>
        <p:spPr>
          <a:xfrm>
            <a:off x="8291512" y="4771619"/>
            <a:ext cx="852488" cy="342123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5000131" y="4788791"/>
            <a:ext cx="3195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0" i="1" dirty="0">
                <a:solidFill>
                  <a:schemeClr val="bg1">
                    <a:lumMod val="95000"/>
                  </a:schemeClr>
                </a:solidFill>
              </a:rPr>
              <a:t>ME 423 Robotics</a:t>
            </a:r>
          </a:p>
        </p:txBody>
      </p:sp>
      <p:cxnSp>
        <p:nvCxnSpPr>
          <p:cNvPr id="10" name="Straight Connecto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261032" y="4794992"/>
            <a:ext cx="0" cy="295169"/>
          </a:xfrm>
          <a:prstGeom prst="line">
            <a:avLst/>
          </a:prstGeom>
          <a:ln w="9525">
            <a:solidFill>
              <a:schemeClr val="bg1">
                <a:lumMod val="9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875545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text, one colum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8318119" cy="3650177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578"/>
          <a:stretch/>
        </p:blipFill>
        <p:spPr>
          <a:xfrm>
            <a:off x="8291512" y="4771619"/>
            <a:ext cx="852488" cy="34212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261032" y="4794992"/>
            <a:ext cx="0" cy="295169"/>
          </a:xfrm>
          <a:prstGeom prst="line">
            <a:avLst/>
          </a:prstGeom>
          <a:ln w="9525">
            <a:solidFill>
              <a:schemeClr val="bg1">
                <a:lumMod val="9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5000131" y="4788791"/>
            <a:ext cx="3195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0" i="1">
                <a:solidFill>
                  <a:schemeClr val="bg1">
                    <a:lumMod val="95000"/>
                  </a:schemeClr>
                </a:solidFill>
              </a:rPr>
              <a:t>Department Name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757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,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8" name="Straight Connector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1372973"/>
            <a:ext cx="3944283" cy="3182602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27"/>
          </p:nvPr>
        </p:nvSpPr>
        <p:spPr>
          <a:xfrm>
            <a:off x="4783707" y="1372973"/>
            <a:ext cx="3944283" cy="3182602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"/>
          </p:nvPr>
        </p:nvSpPr>
        <p:spPr>
          <a:xfrm>
            <a:off x="4783970" y="850858"/>
            <a:ext cx="3944020" cy="384603"/>
          </a:xfrm>
        </p:spPr>
        <p:txBody>
          <a:bodyPr anchor="b">
            <a:normAutofit/>
          </a:bodyPr>
          <a:lstStyle>
            <a:lvl1pPr marL="0" indent="0">
              <a:buNone/>
              <a:defRPr sz="2100" b="1" i="1" baseline="0">
                <a:solidFill>
                  <a:srgbClr val="29551A"/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30"/>
          </p:nvPr>
        </p:nvSpPr>
        <p:spPr>
          <a:xfrm>
            <a:off x="423863" y="850858"/>
            <a:ext cx="3944020" cy="384603"/>
          </a:xfrm>
        </p:spPr>
        <p:txBody>
          <a:bodyPr anchor="b">
            <a:normAutofit/>
          </a:bodyPr>
          <a:lstStyle>
            <a:lvl1pPr marL="0" indent="0">
              <a:buNone/>
              <a:defRPr sz="2100" b="1" i="1" baseline="0">
                <a:solidFill>
                  <a:srgbClr val="29551A"/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3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771C787-8B4C-4AFC-AB2B-E8B32E4F9E13}" type="datetime1">
              <a:rPr lang="en-US" smtClean="0"/>
              <a:t>9/10/26</a:t>
            </a:fld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3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F65B8BC-C975-44DF-9EAB-CC5566988564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55774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0" y="591285"/>
            <a:ext cx="9144000" cy="4108974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7C35B14C-DC21-45FD-96B5-A57C3FAFCC49}" type="datetime1">
              <a:rPr lang="en-US" smtClean="0"/>
              <a:t>9/10/26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D30BC5C7-E9D8-4217-A430-5196F1B45A1B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5122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E73F47F-18AB-43F9-8F50-A370BCA2D027}" type="datetime1">
              <a:rPr lang="en-US" smtClean="0"/>
              <a:t>9/10/26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ABDAD4C-F747-4892-9E02-B351A936328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858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39"/>
          </p:nvPr>
        </p:nvSpPr>
        <p:spPr>
          <a:xfrm>
            <a:off x="1" y="591284"/>
            <a:ext cx="4553712" cy="4108975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0"/>
          </p:nvPr>
        </p:nvSpPr>
        <p:spPr>
          <a:xfrm>
            <a:off x="4590289" y="591284"/>
            <a:ext cx="4553712" cy="4108975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F6F468F2-F510-45C5-B43F-D0119B9D67AB}" type="datetime1">
              <a:rPr lang="en-US" smtClean="0"/>
              <a:t>9/10/26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2DF5F8B-1960-4890-8C1E-FCDF926B53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066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39"/>
          </p:nvPr>
        </p:nvSpPr>
        <p:spPr>
          <a:xfrm>
            <a:off x="1" y="0"/>
            <a:ext cx="4553712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0"/>
          </p:nvPr>
        </p:nvSpPr>
        <p:spPr>
          <a:xfrm>
            <a:off x="4590289" y="0"/>
            <a:ext cx="4553712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4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8F2B1312-F3D9-46A4-A38C-8A8E391D2291}" type="datetime1">
              <a:rPr lang="en-US" smtClean="0"/>
              <a:t>9/10/26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803CD76E-11F5-4F71-855B-93A5E04DA0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14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591284"/>
            <a:ext cx="4553712" cy="4108975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591283"/>
            <a:ext cx="4553712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idx="42"/>
          </p:nvPr>
        </p:nvSpPr>
        <p:spPr>
          <a:xfrm>
            <a:off x="4590289" y="2661147"/>
            <a:ext cx="4553712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43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6704BD63-F5AC-48AD-8254-910A4091EB66}" type="datetime1">
              <a:rPr lang="en-US" smtClean="0"/>
              <a:t>9/10/26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4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912C530F-F3F6-443B-A1B9-1325A18A852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04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0"/>
            <a:ext cx="4553712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0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2"/>
          </p:nvPr>
        </p:nvSpPr>
        <p:spPr>
          <a:xfrm>
            <a:off x="4590289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3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59122519-350A-4416-BA27-CADC4D4FF918}" type="datetime1">
              <a:rPr lang="en-US" smtClean="0"/>
              <a:t>9/10/26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4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1F2F584E-2F61-4D96-A427-222AAD1B533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501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591284"/>
            <a:ext cx="4553712" cy="203911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idx="42"/>
          </p:nvPr>
        </p:nvSpPr>
        <p:spPr>
          <a:xfrm>
            <a:off x="4590289" y="2661147"/>
            <a:ext cx="4553712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4"/>
          </p:nvPr>
        </p:nvSpPr>
        <p:spPr>
          <a:xfrm>
            <a:off x="6885433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45"/>
          </p:nvPr>
        </p:nvSpPr>
        <p:spPr>
          <a:xfrm>
            <a:off x="0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46"/>
          </p:nvPr>
        </p:nvSpPr>
        <p:spPr>
          <a:xfrm>
            <a:off x="2295144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4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C31BB4D-A3FD-4DC6-A152-9228FEFA00F4}" type="datetime1">
              <a:rPr lang="en-US" smtClean="0"/>
              <a:t>9/10/26</a:t>
            </a:fld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A9B3B996-7AF6-4BC9-9324-7E488133B3A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878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0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0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3"/>
          </p:nvPr>
        </p:nvSpPr>
        <p:spPr>
          <a:xfrm>
            <a:off x="6885433" y="0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idx="46"/>
          </p:nvPr>
        </p:nvSpPr>
        <p:spPr>
          <a:xfrm>
            <a:off x="4590289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47"/>
          </p:nvPr>
        </p:nvSpPr>
        <p:spPr>
          <a:xfrm>
            <a:off x="0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48"/>
          </p:nvPr>
        </p:nvSpPr>
        <p:spPr>
          <a:xfrm>
            <a:off x="2295144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49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3E351CA-C82C-4663-93DF-2CA6F191E599}" type="datetime1">
              <a:rPr lang="en-US" smtClean="0"/>
              <a:t>9/10/26</a:t>
            </a:fld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50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C3968613-2F53-4FB9-9064-B0746BA197E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202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8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4"/>
          </p:nvPr>
        </p:nvSpPr>
        <p:spPr>
          <a:xfrm>
            <a:off x="6885433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45"/>
          </p:nvPr>
        </p:nvSpPr>
        <p:spPr>
          <a:xfrm>
            <a:off x="0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46"/>
          </p:nvPr>
        </p:nvSpPr>
        <p:spPr>
          <a:xfrm>
            <a:off x="2295144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idx="47"/>
          </p:nvPr>
        </p:nvSpPr>
        <p:spPr>
          <a:xfrm>
            <a:off x="0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48"/>
          </p:nvPr>
        </p:nvSpPr>
        <p:spPr>
          <a:xfrm>
            <a:off x="2295144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idx="49"/>
          </p:nvPr>
        </p:nvSpPr>
        <p:spPr>
          <a:xfrm>
            <a:off x="4590288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idx="50"/>
          </p:nvPr>
        </p:nvSpPr>
        <p:spPr>
          <a:xfrm>
            <a:off x="6885432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5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39B5916C-A037-4F53-A414-564B4EEC9E1B}" type="datetime1">
              <a:rPr lang="en-US" smtClean="0"/>
              <a:t>9/10/26</a:t>
            </a:fld>
            <a:endParaRPr lang="en-US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5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995253CE-9904-4998-823A-D3AFE445E1E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985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8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4"/>
          </p:nvPr>
        </p:nvSpPr>
        <p:spPr>
          <a:xfrm>
            <a:off x="6885433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idx="47"/>
          </p:nvPr>
        </p:nvSpPr>
        <p:spPr>
          <a:xfrm>
            <a:off x="0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48"/>
          </p:nvPr>
        </p:nvSpPr>
        <p:spPr>
          <a:xfrm>
            <a:off x="2295144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idx="49"/>
          </p:nvPr>
        </p:nvSpPr>
        <p:spPr>
          <a:xfrm>
            <a:off x="4590289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50"/>
          </p:nvPr>
        </p:nvSpPr>
        <p:spPr>
          <a:xfrm>
            <a:off x="6885433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51"/>
          </p:nvPr>
        </p:nvSpPr>
        <p:spPr>
          <a:xfrm>
            <a:off x="0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5" name="Picture Placeholder 2"/>
          <p:cNvSpPr>
            <a:spLocks noGrp="1"/>
          </p:cNvSpPr>
          <p:nvPr>
            <p:ph type="pic" idx="52"/>
          </p:nvPr>
        </p:nvSpPr>
        <p:spPr>
          <a:xfrm>
            <a:off x="2295144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53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E7C0071-1FD0-47FF-A4AA-2148D9E25892}" type="datetime1">
              <a:rPr lang="en-US" smtClean="0"/>
              <a:t>9/10/26</a:t>
            </a:fld>
            <a:endParaRPr lang="en-US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54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07A2222B-2BEB-48DC-B544-2F3217AEB91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224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left, photo right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Picture Placeholder 2"/>
          <p:cNvSpPr>
            <a:spLocks noGrp="1"/>
          </p:cNvSpPr>
          <p:nvPr>
            <p:ph type="pic" idx="43"/>
          </p:nvPr>
        </p:nvSpPr>
        <p:spPr>
          <a:xfrm>
            <a:off x="4590288" y="1749"/>
            <a:ext cx="4553712" cy="469851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23599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0C53833-DFE9-45F3-9A06-63816F630DBF}" type="datetime1">
              <a:rPr lang="en-US" smtClean="0"/>
              <a:t>9/10/26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0547C88-426F-4B95-8EF2-ABB470937AB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903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right, photo left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Picture Placeholder 2"/>
          <p:cNvSpPr>
            <a:spLocks noGrp="1"/>
          </p:cNvSpPr>
          <p:nvPr>
            <p:ph type="pic" idx="43"/>
          </p:nvPr>
        </p:nvSpPr>
        <p:spPr>
          <a:xfrm>
            <a:off x="0" y="1749"/>
            <a:ext cx="4553712" cy="469851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777566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777565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C0F3201-D3AC-4B80-BAA2-70789CD27765}" type="datetime1">
              <a:rPr lang="en-US" smtClean="0"/>
              <a:t>9/10/26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8063367-8FD0-4EFA-9B8F-D392316BCEF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628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left, photos right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Picture Placeholder 2"/>
          <p:cNvSpPr>
            <a:spLocks noGrp="1"/>
          </p:cNvSpPr>
          <p:nvPr>
            <p:ph type="pic" idx="43"/>
          </p:nvPr>
        </p:nvSpPr>
        <p:spPr>
          <a:xfrm>
            <a:off x="4590288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44"/>
          </p:nvPr>
        </p:nvSpPr>
        <p:spPr>
          <a:xfrm>
            <a:off x="4590288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45"/>
          </p:nvPr>
        </p:nvSpPr>
        <p:spPr>
          <a:xfrm>
            <a:off x="688608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423599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46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5BD1A5F-979B-4B06-9411-BCF73A709CFC}" type="datetime1">
              <a:rPr lang="en-US" smtClean="0"/>
              <a:t>9/10/26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7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E1F8ED6C-9AC5-4882-95C1-FC3FECECD54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89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right, photos left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777566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idx="43"/>
          </p:nvPr>
        </p:nvSpPr>
        <p:spPr>
          <a:xfrm>
            <a:off x="0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idx="44"/>
          </p:nvPr>
        </p:nvSpPr>
        <p:spPr>
          <a:xfrm>
            <a:off x="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5"/>
          </p:nvPr>
        </p:nvSpPr>
        <p:spPr>
          <a:xfrm>
            <a:off x="2295792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777565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46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311C50E9-50BF-46F6-B8B5-6B981E2391CC}" type="datetime1">
              <a:rPr lang="en-US" smtClean="0"/>
              <a:t>9/10/26</a:t>
            </a:fld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7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469214E2-411F-4CCB-9AB1-176E7EF56AD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853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left, photos right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Picture Placeholder 2"/>
          <p:cNvSpPr>
            <a:spLocks noGrp="1"/>
          </p:cNvSpPr>
          <p:nvPr>
            <p:ph type="pic" idx="44"/>
          </p:nvPr>
        </p:nvSpPr>
        <p:spPr>
          <a:xfrm>
            <a:off x="4590288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45"/>
          </p:nvPr>
        </p:nvSpPr>
        <p:spPr>
          <a:xfrm>
            <a:off x="688608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6"/>
          </p:nvPr>
        </p:nvSpPr>
        <p:spPr>
          <a:xfrm>
            <a:off x="4590288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7"/>
          </p:nvPr>
        </p:nvSpPr>
        <p:spPr>
          <a:xfrm>
            <a:off x="6886080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itle 1"/>
          <p:cNvSpPr>
            <a:spLocks noGrp="1"/>
          </p:cNvSpPr>
          <p:nvPr>
            <p:ph type="title"/>
          </p:nvPr>
        </p:nvSpPr>
        <p:spPr>
          <a:xfrm>
            <a:off x="423599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48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AF0F807-10E6-412A-9E8A-7578CC54180E}" type="datetime1">
              <a:rPr lang="en-US" smtClean="0"/>
              <a:t>9/10/26</a:t>
            </a:fld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9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5B71A1D6-CBC1-4D43-99C1-B8E922BEC27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697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right, photos left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777566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idx="44"/>
          </p:nvPr>
        </p:nvSpPr>
        <p:spPr>
          <a:xfrm>
            <a:off x="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45"/>
          </p:nvPr>
        </p:nvSpPr>
        <p:spPr>
          <a:xfrm>
            <a:off x="2295792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idx="46"/>
          </p:nvPr>
        </p:nvSpPr>
        <p:spPr>
          <a:xfrm>
            <a:off x="0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47"/>
          </p:nvPr>
        </p:nvSpPr>
        <p:spPr>
          <a:xfrm>
            <a:off x="2295792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4777565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48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69159CAF-A62E-4CC4-B611-E3F701ED0C7E}" type="datetime1">
              <a:rPr lang="en-US" smtClean="0"/>
              <a:t>9/10/26</a:t>
            </a:fld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9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39A1D63-2D20-4501-9B59-5B207FF26C7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035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, bar graph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aphicFrame>
        <p:nvGraphicFramePr>
          <p:cNvPr id="2" name="Chart 4"/>
          <p:cNvGraphicFramePr>
            <a:graphicFrameLocks/>
          </p:cNvGraphicFramePr>
          <p:nvPr/>
        </p:nvGraphicFramePr>
        <p:xfrm>
          <a:off x="4797425" y="904875"/>
          <a:ext cx="3944938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6" name="Straight 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80407DD2-95E4-42A3-B6BB-CD714D017AD7}" type="datetime1">
              <a:rPr lang="en-US" smtClean="0"/>
              <a:t>9/10/26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CD770F84-B03B-4446-8121-43BDF066046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547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ight, bar graph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3943350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6" name="Straight 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783707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872F6A1-975A-49A4-9945-50AF390241BA}" type="datetime1">
              <a:rPr lang="en-US" smtClean="0"/>
              <a:t>9/10/26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35E862A-697B-4840-A5B5-5FEEF4E48ED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994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bar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8304212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6EAE188A-4D63-400D-ABBD-D2D012BDCD15}" type="datetime1">
              <a:rPr lang="en-US" smtClean="0"/>
              <a:t>9/10/26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2A97726B-1234-427D-89E0-501CF7381A9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332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, line graph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Chart 5"/>
          <p:cNvGraphicFramePr>
            <a:graphicFrameLocks/>
          </p:cNvGraphicFramePr>
          <p:nvPr/>
        </p:nvGraphicFramePr>
        <p:xfrm>
          <a:off x="4797425" y="904875"/>
          <a:ext cx="3944938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4405EEA-9A0A-4B19-94E3-702F602CEF4E}" type="datetime1">
              <a:rPr lang="en-US" smtClean="0"/>
              <a:t>9/10/26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E1BC488-4F9B-486E-BEAF-B2B891EC7A2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424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ight, line graph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3943350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6" name="Straight 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783707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AF6D083A-4B13-46FE-893B-68D7CDF39AD3}" type="datetime1">
              <a:rPr lang="en-US" smtClean="0"/>
              <a:t>9/10/26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8B0A966F-C68B-4C02-98F2-62145451C28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6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ine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8304212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1C89CDC-80D8-4542-9161-88E0E6FE50AF}" type="datetime1">
              <a:rPr lang="en-US" smtClean="0"/>
              <a:t>9/10/26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D5CA62FE-4E2D-42B2-9D14-7EC37747199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871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 right (1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98325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 left (1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4626129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595959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3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93504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s right (2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4636012" y="1728664"/>
            <a:ext cx="4507991" cy="3414836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595959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78497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s left (2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3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3" y="1728664"/>
            <a:ext cx="4507991" cy="3414836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idx="24"/>
          </p:nvPr>
        </p:nvSpPr>
        <p:spPr>
          <a:xfrm>
            <a:off x="4626129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595959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4785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 right (1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2561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 left (1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3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idx="10"/>
          </p:nvPr>
        </p:nvSpPr>
        <p:spPr>
          <a:xfrm>
            <a:off x="4642565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18632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s right (2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4636012" y="1732788"/>
            <a:ext cx="4507991" cy="3410712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45813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s left (2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-3180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-3180" y="1732788"/>
            <a:ext cx="4507991" cy="3410712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idx="24"/>
          </p:nvPr>
        </p:nvSpPr>
        <p:spPr>
          <a:xfrm>
            <a:off x="4642565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19810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(black 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1858646" y="1016001"/>
            <a:ext cx="5440681" cy="29162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8CF076B5-DE80-4212-89E0-8468B8E49686}" type="datetime1">
              <a:rPr lang="en-US" smtClean="0"/>
              <a:t>9/10/26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EDF768FB-1179-4F15-B986-28BC8D5DD81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537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(white on green)">
    <p:bg>
      <p:bgPr>
        <a:solidFill>
          <a:srgbClr val="143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1858646" y="1016001"/>
            <a:ext cx="5440681" cy="29162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924E081-C21B-4512-A36B-8A680E10DB92}" type="datetime1">
              <a:rPr lang="en-US" smtClean="0"/>
              <a:t>9/10/26</a:t>
            </a:fld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DA88F2E9-B851-4DFA-93C4-86BB45129EE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989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(white on black)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1858646" y="1016001"/>
            <a:ext cx="5440681" cy="29162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D7CA327-0034-42B2-B548-D933C5E8C997}" type="datetime1">
              <a:rPr lang="en-US" smtClean="0"/>
              <a:t>9/10/26</a:t>
            </a:fld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147D816C-1382-4552-849F-5EAB9818A05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311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ags" Target="../tags/tag2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46188"/>
            <a:ext cx="8229600" cy="334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4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4745" r:id="rId1"/>
    <p:sldLayoutId id="2147484746" r:id="rId2"/>
    <p:sldLayoutId id="2147484747" r:id="rId3"/>
    <p:sldLayoutId id="2147484748" r:id="rId4"/>
    <p:sldLayoutId id="2147484749" r:id="rId5"/>
    <p:sldLayoutId id="2147484750" r:id="rId6"/>
    <p:sldLayoutId id="2147484751" r:id="rId7"/>
    <p:sldLayoutId id="2147484752" r:id="rId8"/>
    <p:sldLayoutId id="2147484753" r:id="rId9"/>
    <p:sldLayoutId id="2147484754" r:id="rId10"/>
    <p:sldLayoutId id="2147484755" r:id="rId11"/>
    <p:sldLayoutId id="2147484786" r:id="rId12"/>
    <p:sldLayoutId id="2147484756" r:id="rId13"/>
    <p:sldLayoutId id="2147484757" r:id="rId14"/>
    <p:sldLayoutId id="2147484758" r:id="rId15"/>
    <p:sldLayoutId id="2147484759" r:id="rId16"/>
    <p:sldLayoutId id="2147484760" r:id="rId17"/>
    <p:sldLayoutId id="2147484761" r:id="rId18"/>
    <p:sldLayoutId id="2147484762" r:id="rId19"/>
    <p:sldLayoutId id="2147484763" r:id="rId20"/>
    <p:sldLayoutId id="2147484764" r:id="rId21"/>
    <p:sldLayoutId id="2147484765" r:id="rId22"/>
    <p:sldLayoutId id="2147484766" r:id="rId23"/>
    <p:sldLayoutId id="2147484767" r:id="rId24"/>
    <p:sldLayoutId id="2147484768" r:id="rId25"/>
    <p:sldLayoutId id="2147484769" r:id="rId26"/>
    <p:sldLayoutId id="2147484770" r:id="rId27"/>
    <p:sldLayoutId id="2147484771" r:id="rId28"/>
    <p:sldLayoutId id="2147484772" r:id="rId29"/>
    <p:sldLayoutId id="2147484773" r:id="rId30"/>
    <p:sldLayoutId id="2147484774" r:id="rId31"/>
    <p:sldLayoutId id="2147484775" r:id="rId32"/>
    <p:sldLayoutId id="2147484776" r:id="rId33"/>
    <p:sldLayoutId id="2147484777" r:id="rId34"/>
    <p:sldLayoutId id="2147484778" r:id="rId35"/>
    <p:sldLayoutId id="2147484741" r:id="rId36"/>
    <p:sldLayoutId id="2147484742" r:id="rId37"/>
    <p:sldLayoutId id="2147484743" r:id="rId38"/>
    <p:sldLayoutId id="2147484744" r:id="rId39"/>
    <p:sldLayoutId id="2147484779" r:id="rId40"/>
    <p:sldLayoutId id="2147484780" r:id="rId41"/>
    <p:sldLayoutId id="2147484781" r:id="rId42"/>
    <p:sldLayoutId id="2147484782" r:id="rId43"/>
    <p:sldLayoutId id="2147484783" r:id="rId44"/>
    <p:sldLayoutId id="2147484784" r:id="rId45"/>
    <p:sldLayoutId id="2147484785" r:id="rId4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2400" b="1" kern="1200">
          <a:solidFill>
            <a:srgbClr val="29551A"/>
          </a:solidFill>
          <a:latin typeface="+mj-lt"/>
          <a:ea typeface="MS PGothic" pitchFamily="34" charset="-128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rgbClr val="595959"/>
          </a:solidFill>
          <a:latin typeface="+mn-lt"/>
          <a:ea typeface="MS PGothic" pitchFamily="34" charset="-128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hat is AI and Machine Learning?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Instructor: Mohammad Hasan</a:t>
            </a:r>
          </a:p>
          <a:p>
            <a:r>
              <a:rPr lang="en-US" sz="1600" dirty="0"/>
              <a:t>Office: 13-240</a:t>
            </a:r>
          </a:p>
          <a:p>
            <a:r>
              <a:rPr lang="en-US" sz="1600" dirty="0"/>
              <a:t>08/26/26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29176" y="1600724"/>
            <a:ext cx="7792510" cy="1277277"/>
          </a:xfrm>
        </p:spPr>
        <p:txBody>
          <a:bodyPr>
            <a:normAutofit/>
          </a:bodyPr>
          <a:lstStyle/>
          <a:p>
            <a:r>
              <a:rPr lang="en-US" sz="2800" dirty="0"/>
              <a:t>Supervised Learning and Linear Regression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6257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Review of types of machine learning</a:t>
            </a:r>
          </a:p>
          <a:p>
            <a:endParaRPr lang="en-US" dirty="0"/>
          </a:p>
          <a:p>
            <a:r>
              <a:rPr lang="en-US" dirty="0"/>
              <a:t>Hypotheses and Generalization</a:t>
            </a:r>
          </a:p>
          <a:p>
            <a:endParaRPr lang="en-US" dirty="0"/>
          </a:p>
          <a:p>
            <a:r>
              <a:rPr lang="en-US" dirty="0"/>
              <a:t>Linear Regression (single variable)</a:t>
            </a:r>
          </a:p>
          <a:p>
            <a:endParaRPr lang="en-US" dirty="0"/>
          </a:p>
          <a:p>
            <a:r>
              <a:rPr lang="en-US" dirty="0"/>
              <a:t>Linear Regression Generalization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D21F68-F379-2CEB-B79D-D7DFCF008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auto">
          <a:xfrm>
            <a:off x="6117021" y="4966138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endParaRPr lang="en-US" sz="2800">
              <a:solidFill>
                <a:srgbClr val="29551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38198D-9296-08EF-03DC-11B15B97F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auto">
          <a:xfrm>
            <a:off x="5691352" y="4918841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endParaRPr lang="en-US" sz="2800">
              <a:solidFill>
                <a:srgbClr val="29551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0887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78825-F96C-C0F1-1675-26E8F3D05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2AA462-716C-E060-1408-2BF8A3CEE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Learning Types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1289D7-9B98-90EC-E331-81B1858E6E3E}"/>
              </a:ext>
            </a:extLst>
          </p:cNvPr>
          <p:cNvSpPr/>
          <p:nvPr/>
        </p:nvSpPr>
        <p:spPr>
          <a:xfrm>
            <a:off x="4032636" y="826936"/>
            <a:ext cx="1542553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Machine Learning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50E014-C92A-21B7-FAC4-0393E6B923EE}"/>
              </a:ext>
            </a:extLst>
          </p:cNvPr>
          <p:cNvSpPr/>
          <p:nvPr/>
        </p:nvSpPr>
        <p:spPr>
          <a:xfrm>
            <a:off x="1400754" y="1909638"/>
            <a:ext cx="1542553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Supervised Learning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6D0DEF-07D6-2B15-40EA-B89432CD7810}"/>
              </a:ext>
            </a:extLst>
          </p:cNvPr>
          <p:cNvSpPr/>
          <p:nvPr/>
        </p:nvSpPr>
        <p:spPr>
          <a:xfrm>
            <a:off x="3986254" y="1909638"/>
            <a:ext cx="1635319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Unsupervised Learning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C8EEE4-E28F-98C9-AB08-C8E47E8B0BA0}"/>
              </a:ext>
            </a:extLst>
          </p:cNvPr>
          <p:cNvSpPr/>
          <p:nvPr/>
        </p:nvSpPr>
        <p:spPr>
          <a:xfrm>
            <a:off x="6560380" y="1909638"/>
            <a:ext cx="1756684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Reinforcement Learning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E9F53A5-6522-0448-4003-F6A17BCE395A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4803913" y="1423284"/>
            <a:ext cx="1" cy="486354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53DA354E-64FB-07A7-F601-FC5905B8EAB4}"/>
              </a:ext>
            </a:extLst>
          </p:cNvPr>
          <p:cNvCxnSpPr>
            <a:stCxn id="4" idx="2"/>
            <a:endCxn id="5" idx="0"/>
          </p:cNvCxnSpPr>
          <p:nvPr/>
        </p:nvCxnSpPr>
        <p:spPr>
          <a:xfrm rot="5400000">
            <a:off x="3244795" y="350520"/>
            <a:ext cx="486354" cy="2631882"/>
          </a:xfrm>
          <a:prstGeom prst="bentConnector3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ACE7893F-E262-2527-1B29-843F5912ADC1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rot="16200000" flipH="1">
            <a:off x="5878140" y="349056"/>
            <a:ext cx="486354" cy="2634809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D91D1E02-9033-F021-4B67-CEF32473D0CB}"/>
              </a:ext>
            </a:extLst>
          </p:cNvPr>
          <p:cNvCxnSpPr>
            <a:cxnSpLocks/>
            <a:stCxn id="5" idx="2"/>
            <a:endCxn id="14" idx="0"/>
          </p:cNvCxnSpPr>
          <p:nvPr/>
        </p:nvCxnSpPr>
        <p:spPr>
          <a:xfrm rot="5400000">
            <a:off x="1341158" y="2236193"/>
            <a:ext cx="561080" cy="1100667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1A1C0A3-5C23-65C7-B1B7-561C6148340C}"/>
              </a:ext>
            </a:extLst>
          </p:cNvPr>
          <p:cNvSpPr/>
          <p:nvPr/>
        </p:nvSpPr>
        <p:spPr>
          <a:xfrm>
            <a:off x="300087" y="3067066"/>
            <a:ext cx="1542553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Regression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2E3B0E-FD8E-BD03-F5C6-9857F002CDA1}"/>
              </a:ext>
            </a:extLst>
          </p:cNvPr>
          <p:cNvSpPr/>
          <p:nvPr/>
        </p:nvSpPr>
        <p:spPr>
          <a:xfrm>
            <a:off x="2745481" y="3067066"/>
            <a:ext cx="1681113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Classification</a:t>
            </a:r>
          </a:p>
        </p:txBody>
      </p: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D1C24A70-880C-A63D-2095-57550CCFA3F9}"/>
              </a:ext>
            </a:extLst>
          </p:cNvPr>
          <p:cNvCxnSpPr>
            <a:cxnSpLocks/>
            <a:stCxn id="5" idx="2"/>
            <a:endCxn id="19" idx="0"/>
          </p:cNvCxnSpPr>
          <p:nvPr/>
        </p:nvCxnSpPr>
        <p:spPr>
          <a:xfrm rot="16200000" flipH="1">
            <a:off x="2598494" y="2079522"/>
            <a:ext cx="561080" cy="1414007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65807B2D-2120-EEEA-0339-23A060E61FB0}"/>
              </a:ext>
            </a:extLst>
          </p:cNvPr>
          <p:cNvSpPr/>
          <p:nvPr/>
        </p:nvSpPr>
        <p:spPr>
          <a:xfrm>
            <a:off x="0" y="3824340"/>
            <a:ext cx="2445488" cy="5963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Predict a number from a continuous space (example: temperature of a room)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CED5B69-0285-DE77-D6F2-392214EFB0FF}"/>
              </a:ext>
            </a:extLst>
          </p:cNvPr>
          <p:cNvSpPr/>
          <p:nvPr/>
        </p:nvSpPr>
        <p:spPr>
          <a:xfrm>
            <a:off x="2265228" y="3824340"/>
            <a:ext cx="2445488" cy="5963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Predict a category or a number from a discrete set</a:t>
            </a:r>
          </a:p>
        </p:txBody>
      </p:sp>
    </p:spTree>
    <p:extLst>
      <p:ext uri="{BB962C8B-B14F-4D97-AF65-F5344CB8AC3E}">
        <p14:creationId xmlns:p14="http://schemas.microsoft.com/office/powerpoint/2010/main" val="1470318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4" grpId="0" animBg="1"/>
      <p:bldP spid="19" grpId="0" animBg="1"/>
      <p:bldP spid="28" grpId="0"/>
      <p:bldP spid="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C0D534-ED4F-AB75-CAEF-CF602AB7C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Supervised Learning Goal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1E3A3D9E-5254-CD80-B56F-A4ADD08BEBDB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423600" y="905398"/>
            <a:ext cx="8318119" cy="3650177"/>
          </a:xfrm>
        </p:spPr>
        <p:txBody>
          <a:bodyPr/>
          <a:lstStyle/>
          <a:p>
            <a:r>
              <a:rPr lang="en-US"/>
              <a:t>Generalize knowledge based on provided examples to predict and generalize </a:t>
            </a:r>
          </a:p>
        </p:txBody>
      </p: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DFD665BD-30C5-333B-B17B-27DE4F36E011}"/>
              </a:ext>
            </a:extLst>
          </p:cNvPr>
          <p:cNvGrpSpPr/>
          <p:nvPr/>
        </p:nvGrpSpPr>
        <p:grpSpPr>
          <a:xfrm>
            <a:off x="1524000" y="1989667"/>
            <a:ext cx="1178410" cy="429076"/>
            <a:chOff x="1524000" y="1989667"/>
            <a:chExt cx="1178410" cy="42907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826E7B3-4BEA-BD12-E3DB-0BFF0FC2D939}"/>
                </a:ext>
              </a:extLst>
            </p:cNvPr>
            <p:cNvSpPr/>
            <p:nvPr/>
          </p:nvSpPr>
          <p:spPr>
            <a:xfrm flipH="1" flipV="1">
              <a:off x="1524000" y="19896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907C152-C618-E251-F0B2-1EB1EF3E3DEA}"/>
                </a:ext>
              </a:extLst>
            </p:cNvPr>
            <p:cNvSpPr/>
            <p:nvPr/>
          </p:nvSpPr>
          <p:spPr>
            <a:xfrm flipH="1" flipV="1">
              <a:off x="1661969" y="19896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3529C32-BAD0-37BC-67E9-4FFDFA21A1CD}"/>
                </a:ext>
              </a:extLst>
            </p:cNvPr>
            <p:cNvSpPr/>
            <p:nvPr/>
          </p:nvSpPr>
          <p:spPr>
            <a:xfrm flipH="1" flipV="1">
              <a:off x="1799938" y="19896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039FCE6-53C6-8090-BF78-B0EC8C1EDB2D}"/>
                </a:ext>
              </a:extLst>
            </p:cNvPr>
            <p:cNvSpPr/>
            <p:nvPr/>
          </p:nvSpPr>
          <p:spPr>
            <a:xfrm flipH="1" flipV="1">
              <a:off x="1937907" y="19896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717D592-CD33-AE19-D361-9A20357DE70F}"/>
                </a:ext>
              </a:extLst>
            </p:cNvPr>
            <p:cNvSpPr/>
            <p:nvPr/>
          </p:nvSpPr>
          <p:spPr>
            <a:xfrm flipH="1" flipV="1">
              <a:off x="1524000" y="20969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CEB5FAC-6515-FA7D-60DB-97134C9BE120}"/>
                </a:ext>
              </a:extLst>
            </p:cNvPr>
            <p:cNvSpPr/>
            <p:nvPr/>
          </p:nvSpPr>
          <p:spPr>
            <a:xfrm flipH="1" flipV="1">
              <a:off x="1661969" y="20969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1AB0DB-8189-3081-A41A-6C0E28514ABC}"/>
                </a:ext>
              </a:extLst>
            </p:cNvPr>
            <p:cNvSpPr/>
            <p:nvPr/>
          </p:nvSpPr>
          <p:spPr>
            <a:xfrm flipH="1" flipV="1">
              <a:off x="1799938" y="20969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331E29F-C7EC-186C-EA04-CE1285A8409E}"/>
                </a:ext>
              </a:extLst>
            </p:cNvPr>
            <p:cNvSpPr/>
            <p:nvPr/>
          </p:nvSpPr>
          <p:spPr>
            <a:xfrm flipH="1" flipV="1">
              <a:off x="1937907" y="20969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A55B942-59CD-DDC7-625D-B97A38659A0B}"/>
                </a:ext>
              </a:extLst>
            </p:cNvPr>
            <p:cNvSpPr/>
            <p:nvPr/>
          </p:nvSpPr>
          <p:spPr>
            <a:xfrm flipH="1" flipV="1">
              <a:off x="1524000" y="22042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87BFF90-616A-C50F-2802-A17DACEE7623}"/>
                </a:ext>
              </a:extLst>
            </p:cNvPr>
            <p:cNvSpPr/>
            <p:nvPr/>
          </p:nvSpPr>
          <p:spPr>
            <a:xfrm flipH="1" flipV="1">
              <a:off x="1661969" y="22042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7CD162F-56F9-4174-ED98-BDEF44CEE976}"/>
                </a:ext>
              </a:extLst>
            </p:cNvPr>
            <p:cNvSpPr/>
            <p:nvPr/>
          </p:nvSpPr>
          <p:spPr>
            <a:xfrm flipH="1" flipV="1">
              <a:off x="1799938" y="22042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692E941-CCCE-FC8F-8D23-16DF2C994161}"/>
                </a:ext>
              </a:extLst>
            </p:cNvPr>
            <p:cNvSpPr/>
            <p:nvPr/>
          </p:nvSpPr>
          <p:spPr>
            <a:xfrm flipH="1" flipV="1">
              <a:off x="1937907" y="22042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880B1B1C-103D-85AD-EEC9-344BF0373126}"/>
                </a:ext>
              </a:extLst>
            </p:cNvPr>
            <p:cNvSpPr/>
            <p:nvPr/>
          </p:nvSpPr>
          <p:spPr>
            <a:xfrm flipH="1" flipV="1">
              <a:off x="2426472" y="19896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7089E790-6A0E-0646-3C18-721382A549A4}"/>
                </a:ext>
              </a:extLst>
            </p:cNvPr>
            <p:cNvSpPr/>
            <p:nvPr/>
          </p:nvSpPr>
          <p:spPr>
            <a:xfrm flipH="1" flipV="1">
              <a:off x="2564441" y="198966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E9DC3691-545D-B3FE-9508-7783162EB242}"/>
                </a:ext>
              </a:extLst>
            </p:cNvPr>
            <p:cNvSpPr/>
            <p:nvPr/>
          </p:nvSpPr>
          <p:spPr>
            <a:xfrm flipH="1" flipV="1">
              <a:off x="2426472" y="20969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D82DCF39-5C2D-B057-9644-384D75A0A44E}"/>
                </a:ext>
              </a:extLst>
            </p:cNvPr>
            <p:cNvSpPr/>
            <p:nvPr/>
          </p:nvSpPr>
          <p:spPr>
            <a:xfrm flipH="1" flipV="1">
              <a:off x="2564441" y="209693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F8F56259-A3D2-641F-B245-7E96E64BF936}"/>
                </a:ext>
              </a:extLst>
            </p:cNvPr>
            <p:cNvSpPr/>
            <p:nvPr/>
          </p:nvSpPr>
          <p:spPr>
            <a:xfrm flipH="1" flipV="1">
              <a:off x="2426472" y="22042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C987A0A2-859B-5ED9-DB7C-5141442E1E5E}"/>
                </a:ext>
              </a:extLst>
            </p:cNvPr>
            <p:cNvSpPr/>
            <p:nvPr/>
          </p:nvSpPr>
          <p:spPr>
            <a:xfrm flipH="1" flipV="1">
              <a:off x="2564441" y="220420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0B5BE9F-0F1F-5736-4E41-367B92640AD6}"/>
                </a:ext>
              </a:extLst>
            </p:cNvPr>
            <p:cNvSpPr/>
            <p:nvPr/>
          </p:nvSpPr>
          <p:spPr>
            <a:xfrm flipH="1" flipV="1">
              <a:off x="1524000" y="23114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C51D654-DFC5-9266-736C-605FBB97C930}"/>
                </a:ext>
              </a:extLst>
            </p:cNvPr>
            <p:cNvSpPr/>
            <p:nvPr/>
          </p:nvSpPr>
          <p:spPr>
            <a:xfrm flipH="1" flipV="1">
              <a:off x="1661969" y="23114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AF37F93-F336-7100-E039-69CADCCF77C0}"/>
                </a:ext>
              </a:extLst>
            </p:cNvPr>
            <p:cNvSpPr/>
            <p:nvPr/>
          </p:nvSpPr>
          <p:spPr>
            <a:xfrm flipH="1" flipV="1">
              <a:off x="1799938" y="23114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352A213-0303-332B-7542-5971AF2EDEE8}"/>
                </a:ext>
              </a:extLst>
            </p:cNvPr>
            <p:cNvSpPr/>
            <p:nvPr/>
          </p:nvSpPr>
          <p:spPr>
            <a:xfrm flipH="1" flipV="1">
              <a:off x="1937907" y="23114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E204CB3E-0061-A89B-47B9-73FC4FFBBE42}"/>
                </a:ext>
              </a:extLst>
            </p:cNvPr>
            <p:cNvSpPr/>
            <p:nvPr/>
          </p:nvSpPr>
          <p:spPr>
            <a:xfrm flipH="1" flipV="1">
              <a:off x="2426472" y="23114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1C2D3D96-BDE7-41EF-4788-27684B026677}"/>
                </a:ext>
              </a:extLst>
            </p:cNvPr>
            <p:cNvSpPr/>
            <p:nvPr/>
          </p:nvSpPr>
          <p:spPr>
            <a:xfrm flipH="1" flipV="1">
              <a:off x="2564441" y="231147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63BCD17F-6DE1-0C03-B546-4DBD62A5C6AC}"/>
              </a:ext>
            </a:extLst>
          </p:cNvPr>
          <p:cNvGrpSpPr/>
          <p:nvPr/>
        </p:nvGrpSpPr>
        <p:grpSpPr>
          <a:xfrm>
            <a:off x="1524000" y="2410846"/>
            <a:ext cx="1178410" cy="107269"/>
            <a:chOff x="1524000" y="2410846"/>
            <a:chExt cx="1178410" cy="10726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AA34D16-AE24-81CF-4B1E-C37CE776BB17}"/>
                </a:ext>
              </a:extLst>
            </p:cNvPr>
            <p:cNvSpPr/>
            <p:nvPr/>
          </p:nvSpPr>
          <p:spPr>
            <a:xfrm flipH="1" flipV="1">
              <a:off x="1524000" y="241084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DE32BFF-B92F-6789-1ED4-B9749D8622A3}"/>
                </a:ext>
              </a:extLst>
            </p:cNvPr>
            <p:cNvSpPr/>
            <p:nvPr/>
          </p:nvSpPr>
          <p:spPr>
            <a:xfrm flipH="1" flipV="1">
              <a:off x="1661969" y="241084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1A231D0-C436-FBEF-E3AB-9B6A04919EA7}"/>
                </a:ext>
              </a:extLst>
            </p:cNvPr>
            <p:cNvSpPr/>
            <p:nvPr/>
          </p:nvSpPr>
          <p:spPr>
            <a:xfrm flipH="1" flipV="1">
              <a:off x="1799938" y="241084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E3C10ED-3937-2AAB-0D44-5BDADBB28825}"/>
                </a:ext>
              </a:extLst>
            </p:cNvPr>
            <p:cNvSpPr/>
            <p:nvPr/>
          </p:nvSpPr>
          <p:spPr>
            <a:xfrm flipH="1" flipV="1">
              <a:off x="1937907" y="241084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68445F8D-D1D7-8770-B142-1C37B7C3B272}"/>
                </a:ext>
              </a:extLst>
            </p:cNvPr>
            <p:cNvSpPr/>
            <p:nvPr/>
          </p:nvSpPr>
          <p:spPr>
            <a:xfrm flipH="1" flipV="1">
              <a:off x="2426472" y="241084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3D18A4FE-4641-341B-E364-08F61C6FA252}"/>
                </a:ext>
              </a:extLst>
            </p:cNvPr>
            <p:cNvSpPr/>
            <p:nvPr/>
          </p:nvSpPr>
          <p:spPr>
            <a:xfrm flipH="1" flipV="1">
              <a:off x="2564441" y="241084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E0DE0A28-9D87-4EF9-A338-09131F235C34}"/>
              </a:ext>
            </a:extLst>
          </p:cNvPr>
          <p:cNvGrpSpPr/>
          <p:nvPr/>
        </p:nvGrpSpPr>
        <p:grpSpPr>
          <a:xfrm>
            <a:off x="1524000" y="2518115"/>
            <a:ext cx="1178410" cy="1273736"/>
            <a:chOff x="1524000" y="2518115"/>
            <a:chExt cx="1178410" cy="1273736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575B250-92F3-DC35-BF8E-A9BFFBEE8A3C}"/>
                </a:ext>
              </a:extLst>
            </p:cNvPr>
            <p:cNvSpPr/>
            <p:nvPr/>
          </p:nvSpPr>
          <p:spPr>
            <a:xfrm flipH="1" flipV="1">
              <a:off x="1524000" y="25181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5DEF4B2-D406-EEDA-9AB3-2DD0FD185ED1}"/>
                </a:ext>
              </a:extLst>
            </p:cNvPr>
            <p:cNvSpPr/>
            <p:nvPr/>
          </p:nvSpPr>
          <p:spPr>
            <a:xfrm flipH="1" flipV="1">
              <a:off x="1661969" y="25181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0D4D1D6-93F2-8240-30C3-57F9A317DEED}"/>
                </a:ext>
              </a:extLst>
            </p:cNvPr>
            <p:cNvSpPr/>
            <p:nvPr/>
          </p:nvSpPr>
          <p:spPr>
            <a:xfrm flipH="1" flipV="1">
              <a:off x="1799938" y="25181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27422E0-BDB7-516E-8D2B-C6C07CBCEA70}"/>
                </a:ext>
              </a:extLst>
            </p:cNvPr>
            <p:cNvSpPr/>
            <p:nvPr/>
          </p:nvSpPr>
          <p:spPr>
            <a:xfrm flipH="1" flipV="1">
              <a:off x="1937907" y="25181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D6BFA7E-333E-C76E-695E-1511E469D26A}"/>
                </a:ext>
              </a:extLst>
            </p:cNvPr>
            <p:cNvSpPr/>
            <p:nvPr/>
          </p:nvSpPr>
          <p:spPr>
            <a:xfrm flipH="1" flipV="1">
              <a:off x="1524000" y="26253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191BA0D-02DA-1B7F-6713-CE2D93FF7DFD}"/>
                </a:ext>
              </a:extLst>
            </p:cNvPr>
            <p:cNvSpPr/>
            <p:nvPr/>
          </p:nvSpPr>
          <p:spPr>
            <a:xfrm flipH="1" flipV="1">
              <a:off x="1661969" y="26253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5EE3ACE-3786-4637-ECE7-9E1B9429F736}"/>
                </a:ext>
              </a:extLst>
            </p:cNvPr>
            <p:cNvSpPr/>
            <p:nvPr/>
          </p:nvSpPr>
          <p:spPr>
            <a:xfrm flipH="1" flipV="1">
              <a:off x="1799938" y="26253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26DAC2C-3ACC-72CE-9464-C0CCC39D0332}"/>
                </a:ext>
              </a:extLst>
            </p:cNvPr>
            <p:cNvSpPr/>
            <p:nvPr/>
          </p:nvSpPr>
          <p:spPr>
            <a:xfrm flipH="1" flipV="1">
              <a:off x="1937907" y="26253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C30CF39-09D1-E9BD-A0D7-2122482910A3}"/>
                </a:ext>
              </a:extLst>
            </p:cNvPr>
            <p:cNvSpPr/>
            <p:nvPr/>
          </p:nvSpPr>
          <p:spPr>
            <a:xfrm flipH="1" flipV="1">
              <a:off x="1524000" y="27326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9656220-13E8-8E5C-F233-B701A1870D82}"/>
                </a:ext>
              </a:extLst>
            </p:cNvPr>
            <p:cNvSpPr/>
            <p:nvPr/>
          </p:nvSpPr>
          <p:spPr>
            <a:xfrm flipH="1" flipV="1">
              <a:off x="1661969" y="27326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4A9C324-9117-8387-91CC-C7E3279462AE}"/>
                </a:ext>
              </a:extLst>
            </p:cNvPr>
            <p:cNvSpPr/>
            <p:nvPr/>
          </p:nvSpPr>
          <p:spPr>
            <a:xfrm flipH="1" flipV="1">
              <a:off x="1799938" y="27326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CA6F723-55BB-5629-9ACE-73083FFAA0E2}"/>
                </a:ext>
              </a:extLst>
            </p:cNvPr>
            <p:cNvSpPr/>
            <p:nvPr/>
          </p:nvSpPr>
          <p:spPr>
            <a:xfrm flipH="1" flipV="1">
              <a:off x="1937907" y="27326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A45BF6C-C00B-FA30-D2DE-5D6FDFFAA3F4}"/>
                </a:ext>
              </a:extLst>
            </p:cNvPr>
            <p:cNvSpPr/>
            <p:nvPr/>
          </p:nvSpPr>
          <p:spPr>
            <a:xfrm flipH="1" flipV="1">
              <a:off x="1524000" y="28343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D73185A-53B3-5474-0C5D-1AE2A20212FE}"/>
                </a:ext>
              </a:extLst>
            </p:cNvPr>
            <p:cNvSpPr/>
            <p:nvPr/>
          </p:nvSpPr>
          <p:spPr>
            <a:xfrm flipH="1" flipV="1">
              <a:off x="1661969" y="28343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80610A0-98D6-29C7-5574-517134BFFDBB}"/>
                </a:ext>
              </a:extLst>
            </p:cNvPr>
            <p:cNvSpPr/>
            <p:nvPr/>
          </p:nvSpPr>
          <p:spPr>
            <a:xfrm flipH="1" flipV="1">
              <a:off x="1799938" y="28343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C96A4C8-9C20-2C2D-BF0B-1FE377A4901D}"/>
                </a:ext>
              </a:extLst>
            </p:cNvPr>
            <p:cNvSpPr/>
            <p:nvPr/>
          </p:nvSpPr>
          <p:spPr>
            <a:xfrm flipH="1" flipV="1">
              <a:off x="1937907" y="28343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895667D6-9095-750A-F212-9A2CC803E7D6}"/>
                </a:ext>
              </a:extLst>
            </p:cNvPr>
            <p:cNvSpPr/>
            <p:nvPr/>
          </p:nvSpPr>
          <p:spPr>
            <a:xfrm flipH="1" flipV="1">
              <a:off x="1524000" y="29415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B770853-81C7-1F42-EA36-68ADCC41AA1B}"/>
                </a:ext>
              </a:extLst>
            </p:cNvPr>
            <p:cNvSpPr/>
            <p:nvPr/>
          </p:nvSpPr>
          <p:spPr>
            <a:xfrm flipH="1" flipV="1">
              <a:off x="1661969" y="29415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9060B04-6C30-0064-CBE5-187DEC7859A1}"/>
                </a:ext>
              </a:extLst>
            </p:cNvPr>
            <p:cNvSpPr/>
            <p:nvPr/>
          </p:nvSpPr>
          <p:spPr>
            <a:xfrm flipH="1" flipV="1">
              <a:off x="1799938" y="29415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B3BF3D3-1AF0-7734-4598-A3A5C8732289}"/>
                </a:ext>
              </a:extLst>
            </p:cNvPr>
            <p:cNvSpPr/>
            <p:nvPr/>
          </p:nvSpPr>
          <p:spPr>
            <a:xfrm flipH="1" flipV="1">
              <a:off x="1937907" y="29415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0AE7C60-2B90-FED8-BC14-D4B199551C98}"/>
                </a:ext>
              </a:extLst>
            </p:cNvPr>
            <p:cNvSpPr/>
            <p:nvPr/>
          </p:nvSpPr>
          <p:spPr>
            <a:xfrm flipH="1" flipV="1">
              <a:off x="1524000" y="30488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AD6246F-7004-CB16-8827-AF8569F0E782}"/>
                </a:ext>
              </a:extLst>
            </p:cNvPr>
            <p:cNvSpPr/>
            <p:nvPr/>
          </p:nvSpPr>
          <p:spPr>
            <a:xfrm flipH="1" flipV="1">
              <a:off x="1661969" y="30488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91DFF07E-6A7C-EF1C-0C93-7A54927821A2}"/>
                </a:ext>
              </a:extLst>
            </p:cNvPr>
            <p:cNvSpPr/>
            <p:nvPr/>
          </p:nvSpPr>
          <p:spPr>
            <a:xfrm flipH="1" flipV="1">
              <a:off x="1799938" y="30488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4424C2D-AFC0-0208-6AB6-E4DA6F0F6BFD}"/>
                </a:ext>
              </a:extLst>
            </p:cNvPr>
            <p:cNvSpPr/>
            <p:nvPr/>
          </p:nvSpPr>
          <p:spPr>
            <a:xfrm flipH="1" flipV="1">
              <a:off x="1937907" y="30488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FED549A-F84C-CC6B-78DB-00B10B0DE814}"/>
                </a:ext>
              </a:extLst>
            </p:cNvPr>
            <p:cNvSpPr/>
            <p:nvPr/>
          </p:nvSpPr>
          <p:spPr>
            <a:xfrm flipH="1" flipV="1">
              <a:off x="1524000" y="31561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018DDB2-E7BD-6288-7299-6BEBB134B53A}"/>
                </a:ext>
              </a:extLst>
            </p:cNvPr>
            <p:cNvSpPr/>
            <p:nvPr/>
          </p:nvSpPr>
          <p:spPr>
            <a:xfrm flipH="1" flipV="1">
              <a:off x="1661969" y="31561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B4D73AD-F9C4-0649-375B-7742F1A23B2D}"/>
                </a:ext>
              </a:extLst>
            </p:cNvPr>
            <p:cNvSpPr/>
            <p:nvPr/>
          </p:nvSpPr>
          <p:spPr>
            <a:xfrm flipH="1" flipV="1">
              <a:off x="1799938" y="31561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8BD8AABE-11F7-7346-A438-E6191F02068F}"/>
                </a:ext>
              </a:extLst>
            </p:cNvPr>
            <p:cNvSpPr/>
            <p:nvPr/>
          </p:nvSpPr>
          <p:spPr>
            <a:xfrm flipH="1" flipV="1">
              <a:off x="1937907" y="31561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D2C298E-6385-38A5-2B11-BDDB181C5C21}"/>
                </a:ext>
              </a:extLst>
            </p:cNvPr>
            <p:cNvSpPr/>
            <p:nvPr/>
          </p:nvSpPr>
          <p:spPr>
            <a:xfrm flipH="1" flipV="1">
              <a:off x="1524000" y="32555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054D52C7-552F-E08A-FE19-6633D549344D}"/>
                </a:ext>
              </a:extLst>
            </p:cNvPr>
            <p:cNvSpPr/>
            <p:nvPr/>
          </p:nvSpPr>
          <p:spPr>
            <a:xfrm flipH="1" flipV="1">
              <a:off x="1661969" y="32555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2C285BE8-1FE6-81C2-683B-B0891E103E40}"/>
                </a:ext>
              </a:extLst>
            </p:cNvPr>
            <p:cNvSpPr/>
            <p:nvPr/>
          </p:nvSpPr>
          <p:spPr>
            <a:xfrm flipH="1" flipV="1">
              <a:off x="1799938" y="32555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21CC7866-21F8-2241-32B1-A26CA21325E6}"/>
                </a:ext>
              </a:extLst>
            </p:cNvPr>
            <p:cNvSpPr/>
            <p:nvPr/>
          </p:nvSpPr>
          <p:spPr>
            <a:xfrm flipH="1" flipV="1">
              <a:off x="1937907" y="32555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BD24A026-B93B-F204-50BE-B19D14DF2F2C}"/>
                </a:ext>
              </a:extLst>
            </p:cNvPr>
            <p:cNvSpPr/>
            <p:nvPr/>
          </p:nvSpPr>
          <p:spPr>
            <a:xfrm flipH="1" flipV="1">
              <a:off x="1524000" y="33627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75E9AE90-E939-9C81-09E5-2401402E1DE5}"/>
                </a:ext>
              </a:extLst>
            </p:cNvPr>
            <p:cNvSpPr/>
            <p:nvPr/>
          </p:nvSpPr>
          <p:spPr>
            <a:xfrm flipH="1" flipV="1">
              <a:off x="1661969" y="33627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0183028B-F018-6754-0F84-F1C843EB0924}"/>
                </a:ext>
              </a:extLst>
            </p:cNvPr>
            <p:cNvSpPr/>
            <p:nvPr/>
          </p:nvSpPr>
          <p:spPr>
            <a:xfrm flipH="1" flipV="1">
              <a:off x="1799938" y="33627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E0A6DC6-74F7-46EA-0909-71805340DEAA}"/>
                </a:ext>
              </a:extLst>
            </p:cNvPr>
            <p:cNvSpPr/>
            <p:nvPr/>
          </p:nvSpPr>
          <p:spPr>
            <a:xfrm flipH="1" flipV="1">
              <a:off x="1937907" y="33627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47B0BD2B-2C0B-F01B-9D4D-C5E78EA41AF0}"/>
                </a:ext>
              </a:extLst>
            </p:cNvPr>
            <p:cNvSpPr/>
            <p:nvPr/>
          </p:nvSpPr>
          <p:spPr>
            <a:xfrm flipH="1" flipV="1">
              <a:off x="1524000" y="34700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BD3F549-4B26-69A2-EAF3-09566E64E955}"/>
                </a:ext>
              </a:extLst>
            </p:cNvPr>
            <p:cNvSpPr/>
            <p:nvPr/>
          </p:nvSpPr>
          <p:spPr>
            <a:xfrm flipH="1" flipV="1">
              <a:off x="1661969" y="34700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231D60EC-017F-160C-9CF3-4226CC5BF285}"/>
                </a:ext>
              </a:extLst>
            </p:cNvPr>
            <p:cNvSpPr/>
            <p:nvPr/>
          </p:nvSpPr>
          <p:spPr>
            <a:xfrm flipH="1" flipV="1">
              <a:off x="1799938" y="34700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B8E567C7-967F-088E-A321-292E40345C2D}"/>
                </a:ext>
              </a:extLst>
            </p:cNvPr>
            <p:cNvSpPr/>
            <p:nvPr/>
          </p:nvSpPr>
          <p:spPr>
            <a:xfrm flipH="1" flipV="1">
              <a:off x="1937907" y="34700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C6719181-9A39-7AF4-E06E-3D8F30A03165}"/>
                </a:ext>
              </a:extLst>
            </p:cNvPr>
            <p:cNvSpPr/>
            <p:nvPr/>
          </p:nvSpPr>
          <p:spPr>
            <a:xfrm flipH="1" flipV="1">
              <a:off x="1524000" y="35773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2ADFEE5E-BFBC-8212-5213-9C54E085FB18}"/>
                </a:ext>
              </a:extLst>
            </p:cNvPr>
            <p:cNvSpPr/>
            <p:nvPr/>
          </p:nvSpPr>
          <p:spPr>
            <a:xfrm flipH="1" flipV="1">
              <a:off x="1661969" y="35773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5CC036A6-0C11-B4FC-F35A-6D020A317978}"/>
                </a:ext>
              </a:extLst>
            </p:cNvPr>
            <p:cNvSpPr/>
            <p:nvPr/>
          </p:nvSpPr>
          <p:spPr>
            <a:xfrm flipH="1" flipV="1">
              <a:off x="1799938" y="35773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25CE734-7234-BD21-A927-85FE94F79530}"/>
                </a:ext>
              </a:extLst>
            </p:cNvPr>
            <p:cNvSpPr/>
            <p:nvPr/>
          </p:nvSpPr>
          <p:spPr>
            <a:xfrm flipH="1" flipV="1">
              <a:off x="1937907" y="35773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0A39940-F25D-83E9-4F76-19ED042611CF}"/>
                </a:ext>
              </a:extLst>
            </p:cNvPr>
            <p:cNvSpPr/>
            <p:nvPr/>
          </p:nvSpPr>
          <p:spPr>
            <a:xfrm flipH="1" flipV="1">
              <a:off x="1524000" y="36845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69EE36BE-1777-711E-3C83-9F01E828D66B}"/>
                </a:ext>
              </a:extLst>
            </p:cNvPr>
            <p:cNvSpPr/>
            <p:nvPr/>
          </p:nvSpPr>
          <p:spPr>
            <a:xfrm flipH="1" flipV="1">
              <a:off x="1661969" y="36845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15BD2553-4087-F9A9-A5F1-EE0A52FEA0EE}"/>
                </a:ext>
              </a:extLst>
            </p:cNvPr>
            <p:cNvSpPr/>
            <p:nvPr/>
          </p:nvSpPr>
          <p:spPr>
            <a:xfrm flipH="1" flipV="1">
              <a:off x="1799938" y="36845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EC422F36-1483-5C20-4BC2-B3C78249DA81}"/>
                </a:ext>
              </a:extLst>
            </p:cNvPr>
            <p:cNvSpPr/>
            <p:nvPr/>
          </p:nvSpPr>
          <p:spPr>
            <a:xfrm flipH="1" flipV="1">
              <a:off x="1937907" y="36845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C0A1A6B0-1A6D-563B-FE55-E04C9769FB1B}"/>
                </a:ext>
              </a:extLst>
            </p:cNvPr>
            <p:cNvSpPr/>
            <p:nvPr/>
          </p:nvSpPr>
          <p:spPr>
            <a:xfrm flipH="1" flipV="1">
              <a:off x="2426472" y="25181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91A729FC-65DC-223F-99BD-B27C114B86FB}"/>
                </a:ext>
              </a:extLst>
            </p:cNvPr>
            <p:cNvSpPr/>
            <p:nvPr/>
          </p:nvSpPr>
          <p:spPr>
            <a:xfrm flipH="1" flipV="1">
              <a:off x="2564441" y="251811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4D757423-5649-1E63-1A16-9543A7F9BAA9}"/>
                </a:ext>
              </a:extLst>
            </p:cNvPr>
            <p:cNvSpPr/>
            <p:nvPr/>
          </p:nvSpPr>
          <p:spPr>
            <a:xfrm flipH="1" flipV="1">
              <a:off x="2426472" y="26253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370D877D-5683-7BDA-2C1B-351A3E4F43FF}"/>
                </a:ext>
              </a:extLst>
            </p:cNvPr>
            <p:cNvSpPr/>
            <p:nvPr/>
          </p:nvSpPr>
          <p:spPr>
            <a:xfrm flipH="1" flipV="1">
              <a:off x="2564441" y="262538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1F806AC0-CCCE-18CB-7DA0-26CB0300DEBE}"/>
                </a:ext>
              </a:extLst>
            </p:cNvPr>
            <p:cNvSpPr/>
            <p:nvPr/>
          </p:nvSpPr>
          <p:spPr>
            <a:xfrm flipH="1" flipV="1">
              <a:off x="2426472" y="27326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372C82D1-BB5C-C926-FB18-06B4B5A62001}"/>
                </a:ext>
              </a:extLst>
            </p:cNvPr>
            <p:cNvSpPr/>
            <p:nvPr/>
          </p:nvSpPr>
          <p:spPr>
            <a:xfrm flipH="1" flipV="1">
              <a:off x="2564441" y="273265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45CA2C8C-677A-DC78-2D3C-DBF699402673}"/>
                </a:ext>
              </a:extLst>
            </p:cNvPr>
            <p:cNvSpPr/>
            <p:nvPr/>
          </p:nvSpPr>
          <p:spPr>
            <a:xfrm flipH="1" flipV="1">
              <a:off x="2426472" y="28343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96164104-8FE6-D0F9-13CE-341ED52FD572}"/>
                </a:ext>
              </a:extLst>
            </p:cNvPr>
            <p:cNvSpPr/>
            <p:nvPr/>
          </p:nvSpPr>
          <p:spPr>
            <a:xfrm flipH="1" flipV="1">
              <a:off x="2564441" y="2834327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08325B32-071E-0D58-4C44-E9002A1B9E64}"/>
                </a:ext>
              </a:extLst>
            </p:cNvPr>
            <p:cNvSpPr/>
            <p:nvPr/>
          </p:nvSpPr>
          <p:spPr>
            <a:xfrm flipH="1" flipV="1">
              <a:off x="2426472" y="29415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76C236CB-0A55-D8EE-3BD0-6C9AA4D1C43E}"/>
                </a:ext>
              </a:extLst>
            </p:cNvPr>
            <p:cNvSpPr/>
            <p:nvPr/>
          </p:nvSpPr>
          <p:spPr>
            <a:xfrm flipH="1" flipV="1">
              <a:off x="2564441" y="294159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6A286909-9631-2F7B-7CB6-F35C2E896EF5}"/>
                </a:ext>
              </a:extLst>
            </p:cNvPr>
            <p:cNvSpPr/>
            <p:nvPr/>
          </p:nvSpPr>
          <p:spPr>
            <a:xfrm flipH="1" flipV="1">
              <a:off x="2426472" y="30488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9786D818-BE37-27C3-F39F-B6DBC75C524D}"/>
                </a:ext>
              </a:extLst>
            </p:cNvPr>
            <p:cNvSpPr/>
            <p:nvPr/>
          </p:nvSpPr>
          <p:spPr>
            <a:xfrm flipH="1" flipV="1">
              <a:off x="2564441" y="304886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A496C4AA-92F2-9DEE-D211-45A7D496587A}"/>
                </a:ext>
              </a:extLst>
            </p:cNvPr>
            <p:cNvSpPr/>
            <p:nvPr/>
          </p:nvSpPr>
          <p:spPr>
            <a:xfrm flipH="1" flipV="1">
              <a:off x="2426472" y="31561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C70C2F48-A9AF-3F4A-F3F0-2FFE011A3877}"/>
                </a:ext>
              </a:extLst>
            </p:cNvPr>
            <p:cNvSpPr/>
            <p:nvPr/>
          </p:nvSpPr>
          <p:spPr>
            <a:xfrm flipH="1" flipV="1">
              <a:off x="2564441" y="315613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E9298984-8E84-C034-37D8-CDB2ADC41D3C}"/>
                </a:ext>
              </a:extLst>
            </p:cNvPr>
            <p:cNvSpPr/>
            <p:nvPr/>
          </p:nvSpPr>
          <p:spPr>
            <a:xfrm flipH="1" flipV="1">
              <a:off x="2426472" y="32555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94DFD40B-8E6F-6AE9-C409-F6D7A889628C}"/>
                </a:ext>
              </a:extLst>
            </p:cNvPr>
            <p:cNvSpPr/>
            <p:nvPr/>
          </p:nvSpPr>
          <p:spPr>
            <a:xfrm flipH="1" flipV="1">
              <a:off x="2564441" y="3255506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999D2487-B96C-70FA-BD5F-77BCED1178D7}"/>
                </a:ext>
              </a:extLst>
            </p:cNvPr>
            <p:cNvSpPr/>
            <p:nvPr/>
          </p:nvSpPr>
          <p:spPr>
            <a:xfrm flipH="1" flipV="1">
              <a:off x="2426472" y="33627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EE311F78-7E35-1707-A985-93D244CA2C02}"/>
                </a:ext>
              </a:extLst>
            </p:cNvPr>
            <p:cNvSpPr/>
            <p:nvPr/>
          </p:nvSpPr>
          <p:spPr>
            <a:xfrm flipH="1" flipV="1">
              <a:off x="2564441" y="3362775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F29BE137-108E-5B22-3F09-954262DCBC19}"/>
                </a:ext>
              </a:extLst>
            </p:cNvPr>
            <p:cNvSpPr/>
            <p:nvPr/>
          </p:nvSpPr>
          <p:spPr>
            <a:xfrm flipH="1" flipV="1">
              <a:off x="2426472" y="34700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EE2FE311-63CC-2DE8-8E11-67099073159F}"/>
                </a:ext>
              </a:extLst>
            </p:cNvPr>
            <p:cNvSpPr/>
            <p:nvPr/>
          </p:nvSpPr>
          <p:spPr>
            <a:xfrm flipH="1" flipV="1">
              <a:off x="2564441" y="3470044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55B3B8C1-82BA-17B6-B18C-B6F324A46AEE}"/>
                </a:ext>
              </a:extLst>
            </p:cNvPr>
            <p:cNvSpPr/>
            <p:nvPr/>
          </p:nvSpPr>
          <p:spPr>
            <a:xfrm flipH="1" flipV="1">
              <a:off x="2426472" y="35773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64DFC458-63ED-2266-3C73-7718E873B2DF}"/>
                </a:ext>
              </a:extLst>
            </p:cNvPr>
            <p:cNvSpPr/>
            <p:nvPr/>
          </p:nvSpPr>
          <p:spPr>
            <a:xfrm flipH="1" flipV="1">
              <a:off x="2564441" y="3577313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6B41A6B1-D1FC-4B60-0CC3-39FDD988AE47}"/>
                </a:ext>
              </a:extLst>
            </p:cNvPr>
            <p:cNvSpPr/>
            <p:nvPr/>
          </p:nvSpPr>
          <p:spPr>
            <a:xfrm flipH="1" flipV="1">
              <a:off x="2426472" y="36845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908DD667-5FE2-97A2-7A48-6631A30F7433}"/>
                </a:ext>
              </a:extLst>
            </p:cNvPr>
            <p:cNvSpPr/>
            <p:nvPr/>
          </p:nvSpPr>
          <p:spPr>
            <a:xfrm flipH="1" flipV="1">
              <a:off x="2564441" y="3684582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FCDC70DD-7E73-B747-6D2F-5E726DFF1C2F}"/>
              </a:ext>
            </a:extLst>
          </p:cNvPr>
          <p:cNvGrpSpPr/>
          <p:nvPr/>
        </p:nvGrpSpPr>
        <p:grpSpPr>
          <a:xfrm>
            <a:off x="1524000" y="3791851"/>
            <a:ext cx="1178410" cy="321807"/>
            <a:chOff x="1524000" y="3791851"/>
            <a:chExt cx="1178410" cy="321807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EBB254CC-1E34-AAEE-D574-98D5BCCA1D5A}"/>
                </a:ext>
              </a:extLst>
            </p:cNvPr>
            <p:cNvSpPr/>
            <p:nvPr/>
          </p:nvSpPr>
          <p:spPr>
            <a:xfrm flipH="1" flipV="1">
              <a:off x="1524000" y="3791851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0A9317FB-B4EF-A6BF-C739-C536F8B386D6}"/>
                </a:ext>
              </a:extLst>
            </p:cNvPr>
            <p:cNvSpPr/>
            <p:nvPr/>
          </p:nvSpPr>
          <p:spPr>
            <a:xfrm flipH="1" flipV="1">
              <a:off x="1661969" y="3791851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C4B99F05-DCFB-4C69-2108-657D50588A9B}"/>
                </a:ext>
              </a:extLst>
            </p:cNvPr>
            <p:cNvSpPr/>
            <p:nvPr/>
          </p:nvSpPr>
          <p:spPr>
            <a:xfrm flipH="1" flipV="1">
              <a:off x="1799938" y="3791851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524275FD-7FF8-B384-A3EA-9830944F918B}"/>
                </a:ext>
              </a:extLst>
            </p:cNvPr>
            <p:cNvSpPr/>
            <p:nvPr/>
          </p:nvSpPr>
          <p:spPr>
            <a:xfrm flipH="1" flipV="1">
              <a:off x="1937907" y="3791851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58F8705E-E0F9-0CC5-AAC2-8286086BCAEA}"/>
                </a:ext>
              </a:extLst>
            </p:cNvPr>
            <p:cNvSpPr/>
            <p:nvPr/>
          </p:nvSpPr>
          <p:spPr>
            <a:xfrm flipH="1" flipV="1">
              <a:off x="1524000" y="3899120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E7C9B853-D949-516D-E928-01A4D10C86FE}"/>
                </a:ext>
              </a:extLst>
            </p:cNvPr>
            <p:cNvSpPr/>
            <p:nvPr/>
          </p:nvSpPr>
          <p:spPr>
            <a:xfrm flipH="1" flipV="1">
              <a:off x="1661969" y="3899120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515B51C5-5141-9DA2-5692-E8691CA1DB95}"/>
                </a:ext>
              </a:extLst>
            </p:cNvPr>
            <p:cNvSpPr/>
            <p:nvPr/>
          </p:nvSpPr>
          <p:spPr>
            <a:xfrm flipH="1" flipV="1">
              <a:off x="1799938" y="3899120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95D72A96-8B65-648F-E986-0B6C0076EE46}"/>
                </a:ext>
              </a:extLst>
            </p:cNvPr>
            <p:cNvSpPr/>
            <p:nvPr/>
          </p:nvSpPr>
          <p:spPr>
            <a:xfrm flipH="1" flipV="1">
              <a:off x="1937907" y="3899120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FDF24BD7-C23F-E71B-7D7D-3B9B3D2B3E34}"/>
                </a:ext>
              </a:extLst>
            </p:cNvPr>
            <p:cNvSpPr/>
            <p:nvPr/>
          </p:nvSpPr>
          <p:spPr>
            <a:xfrm flipH="1" flipV="1">
              <a:off x="1524000" y="4006389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C5B375EC-BD58-C25F-886E-D2E7F4E74498}"/>
                </a:ext>
              </a:extLst>
            </p:cNvPr>
            <p:cNvSpPr/>
            <p:nvPr/>
          </p:nvSpPr>
          <p:spPr>
            <a:xfrm flipH="1" flipV="1">
              <a:off x="1661969" y="4006389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1797454-537D-D96B-C82F-E43006A36CAB}"/>
                </a:ext>
              </a:extLst>
            </p:cNvPr>
            <p:cNvSpPr/>
            <p:nvPr/>
          </p:nvSpPr>
          <p:spPr>
            <a:xfrm flipH="1" flipV="1">
              <a:off x="1799938" y="4006389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35E76FB9-D225-AA99-D4CC-3A6954631C17}"/>
                </a:ext>
              </a:extLst>
            </p:cNvPr>
            <p:cNvSpPr/>
            <p:nvPr/>
          </p:nvSpPr>
          <p:spPr>
            <a:xfrm flipH="1" flipV="1">
              <a:off x="1937907" y="4006389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6EA500CA-D5B3-FE30-CDCA-D21ABD67E8F9}"/>
                </a:ext>
              </a:extLst>
            </p:cNvPr>
            <p:cNvSpPr/>
            <p:nvPr/>
          </p:nvSpPr>
          <p:spPr>
            <a:xfrm flipH="1" flipV="1">
              <a:off x="2426472" y="3791851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18D9BE7B-8695-0E7F-E9C6-BDF4959D295B}"/>
                </a:ext>
              </a:extLst>
            </p:cNvPr>
            <p:cNvSpPr/>
            <p:nvPr/>
          </p:nvSpPr>
          <p:spPr>
            <a:xfrm flipH="1" flipV="1">
              <a:off x="2564441" y="3791851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2D97BFFA-DFA7-D69A-8111-B9A5D6B2DE00}"/>
                </a:ext>
              </a:extLst>
            </p:cNvPr>
            <p:cNvSpPr/>
            <p:nvPr/>
          </p:nvSpPr>
          <p:spPr>
            <a:xfrm flipH="1" flipV="1">
              <a:off x="2426472" y="3899120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5ABC399F-863D-BB08-CDDD-7BB7A126DB8D}"/>
                </a:ext>
              </a:extLst>
            </p:cNvPr>
            <p:cNvSpPr/>
            <p:nvPr/>
          </p:nvSpPr>
          <p:spPr>
            <a:xfrm flipH="1" flipV="1">
              <a:off x="2564441" y="3899120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B7BFB4AC-6264-CF94-C8C9-2B0931181AA6}"/>
                </a:ext>
              </a:extLst>
            </p:cNvPr>
            <p:cNvSpPr/>
            <p:nvPr/>
          </p:nvSpPr>
          <p:spPr>
            <a:xfrm flipH="1" flipV="1">
              <a:off x="2426472" y="4006389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62A4C918-0F4E-7B28-AEFC-2AE633796C4A}"/>
                </a:ext>
              </a:extLst>
            </p:cNvPr>
            <p:cNvSpPr/>
            <p:nvPr/>
          </p:nvSpPr>
          <p:spPr>
            <a:xfrm flipH="1" flipV="1">
              <a:off x="2564441" y="4006389"/>
              <a:ext cx="137969" cy="107269"/>
            </a:xfrm>
            <a:prstGeom prst="rect">
              <a:avLst/>
            </a:prstGeom>
            <a:solidFill>
              <a:schemeClr val="accent5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CBFE4679-E761-4685-0C5B-98E92F53920F}"/>
              </a:ext>
            </a:extLst>
          </p:cNvPr>
          <p:cNvSpPr txBox="1"/>
          <p:nvPr/>
        </p:nvSpPr>
        <p:spPr bwMode="auto">
          <a:xfrm>
            <a:off x="1333019" y="4191276"/>
            <a:ext cx="795867" cy="258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r>
              <a:rPr lang="en-US" sz="2800">
                <a:solidFill>
                  <a:srgbClr val="29551A"/>
                </a:solidFill>
              </a:rPr>
              <a:t>Full data X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7183681A-7C95-9BE5-0E9D-AF69831BE56E}"/>
              </a:ext>
            </a:extLst>
          </p:cNvPr>
          <p:cNvSpPr txBox="1"/>
          <p:nvPr/>
        </p:nvSpPr>
        <p:spPr bwMode="auto">
          <a:xfrm>
            <a:off x="2230487" y="4204744"/>
            <a:ext cx="792114" cy="258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r>
              <a:rPr lang="en-US" sz="2800">
                <a:solidFill>
                  <a:srgbClr val="29551A"/>
                </a:solidFill>
              </a:rPr>
              <a:t>Full data Y</a:t>
            </a:r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3FAB1DE8-AF3B-5880-51D8-0C1013687DDD}"/>
              </a:ext>
            </a:extLst>
          </p:cNvPr>
          <p:cNvGrpSpPr/>
          <p:nvPr/>
        </p:nvGrpSpPr>
        <p:grpSpPr>
          <a:xfrm>
            <a:off x="1524000" y="2410846"/>
            <a:ext cx="1178410" cy="107269"/>
            <a:chOff x="1524000" y="2410846"/>
            <a:chExt cx="1178410" cy="107269"/>
          </a:xfrm>
          <a:solidFill>
            <a:srgbClr val="FFC000"/>
          </a:solidFill>
        </p:grpSpPr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37D4D13E-3354-E66E-C476-A7953242A26C}"/>
                </a:ext>
              </a:extLst>
            </p:cNvPr>
            <p:cNvSpPr/>
            <p:nvPr/>
          </p:nvSpPr>
          <p:spPr>
            <a:xfrm flipH="1" flipV="1">
              <a:off x="1524000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24469008-67A6-5210-2F3A-617761486306}"/>
                </a:ext>
              </a:extLst>
            </p:cNvPr>
            <p:cNvSpPr/>
            <p:nvPr/>
          </p:nvSpPr>
          <p:spPr>
            <a:xfrm flipH="1" flipV="1">
              <a:off x="1661969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547BB73B-B50C-6BA3-31D9-29F98815E189}"/>
                </a:ext>
              </a:extLst>
            </p:cNvPr>
            <p:cNvSpPr/>
            <p:nvPr/>
          </p:nvSpPr>
          <p:spPr>
            <a:xfrm flipH="1" flipV="1">
              <a:off x="1799938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E60B73F2-CCCE-10A3-EAC4-67854BC26DEC}"/>
                </a:ext>
              </a:extLst>
            </p:cNvPr>
            <p:cNvSpPr/>
            <p:nvPr/>
          </p:nvSpPr>
          <p:spPr>
            <a:xfrm flipH="1" flipV="1">
              <a:off x="1937907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53783165-8A14-7E0C-E4FF-D57C2095E0EF}"/>
                </a:ext>
              </a:extLst>
            </p:cNvPr>
            <p:cNvSpPr/>
            <p:nvPr/>
          </p:nvSpPr>
          <p:spPr>
            <a:xfrm flipH="1" flipV="1">
              <a:off x="2426472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0B53BF59-AB50-9D29-BD98-4C771A79100F}"/>
                </a:ext>
              </a:extLst>
            </p:cNvPr>
            <p:cNvSpPr/>
            <p:nvPr/>
          </p:nvSpPr>
          <p:spPr>
            <a:xfrm flipH="1" flipV="1">
              <a:off x="2564441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E96E23EE-6F14-B3FE-F91A-5E861A0D56FD}"/>
              </a:ext>
            </a:extLst>
          </p:cNvPr>
          <p:cNvGrpSpPr/>
          <p:nvPr/>
        </p:nvGrpSpPr>
        <p:grpSpPr>
          <a:xfrm>
            <a:off x="1524000" y="3798271"/>
            <a:ext cx="1178410" cy="321807"/>
            <a:chOff x="1524000" y="3791851"/>
            <a:chExt cx="1178410" cy="321807"/>
          </a:xfrm>
          <a:solidFill>
            <a:srgbClr val="FFC000"/>
          </a:solidFill>
        </p:grpSpPr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9425A6A7-1DD4-A08D-06DE-FD42E80F4FF7}"/>
                </a:ext>
              </a:extLst>
            </p:cNvPr>
            <p:cNvSpPr/>
            <p:nvPr/>
          </p:nvSpPr>
          <p:spPr>
            <a:xfrm flipH="1" flipV="1">
              <a:off x="1524000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4AB19FF9-83DC-3E34-D8C9-161729058B38}"/>
                </a:ext>
              </a:extLst>
            </p:cNvPr>
            <p:cNvSpPr/>
            <p:nvPr/>
          </p:nvSpPr>
          <p:spPr>
            <a:xfrm flipH="1" flipV="1">
              <a:off x="1661969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F99DE813-0802-6ACF-875F-FC56B2E1803B}"/>
                </a:ext>
              </a:extLst>
            </p:cNvPr>
            <p:cNvSpPr/>
            <p:nvPr/>
          </p:nvSpPr>
          <p:spPr>
            <a:xfrm flipH="1" flipV="1">
              <a:off x="1799938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7E7FFA26-3194-FA35-8BBC-AC8270D1428C}"/>
                </a:ext>
              </a:extLst>
            </p:cNvPr>
            <p:cNvSpPr/>
            <p:nvPr/>
          </p:nvSpPr>
          <p:spPr>
            <a:xfrm flipH="1" flipV="1">
              <a:off x="1937907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E4C88960-1B44-8A90-D8A6-6E392014CECC}"/>
                </a:ext>
              </a:extLst>
            </p:cNvPr>
            <p:cNvSpPr/>
            <p:nvPr/>
          </p:nvSpPr>
          <p:spPr>
            <a:xfrm flipH="1" flipV="1">
              <a:off x="1524000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4D93BAA1-A005-9112-C398-BAA5ADB0DE0D}"/>
                </a:ext>
              </a:extLst>
            </p:cNvPr>
            <p:cNvSpPr/>
            <p:nvPr/>
          </p:nvSpPr>
          <p:spPr>
            <a:xfrm flipH="1" flipV="1">
              <a:off x="1661969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3D6FE7FD-7DCF-C0D6-FA09-365F81B0FEF8}"/>
                </a:ext>
              </a:extLst>
            </p:cNvPr>
            <p:cNvSpPr/>
            <p:nvPr/>
          </p:nvSpPr>
          <p:spPr>
            <a:xfrm flipH="1" flipV="1">
              <a:off x="1799938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2D55A6FF-28C5-D4DF-5A4E-E4FF4E9645BC}"/>
                </a:ext>
              </a:extLst>
            </p:cNvPr>
            <p:cNvSpPr/>
            <p:nvPr/>
          </p:nvSpPr>
          <p:spPr>
            <a:xfrm flipH="1" flipV="1">
              <a:off x="1937907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45E964BC-2A18-9882-DDC3-B9FFF891EAB8}"/>
                </a:ext>
              </a:extLst>
            </p:cNvPr>
            <p:cNvSpPr/>
            <p:nvPr/>
          </p:nvSpPr>
          <p:spPr>
            <a:xfrm flipH="1" flipV="1">
              <a:off x="1524000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1EE58849-2A3A-FE13-763F-13A822AB5E56}"/>
                </a:ext>
              </a:extLst>
            </p:cNvPr>
            <p:cNvSpPr/>
            <p:nvPr/>
          </p:nvSpPr>
          <p:spPr>
            <a:xfrm flipH="1" flipV="1">
              <a:off x="1661969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2C9E7AF2-4025-7618-456C-0BC708C367D4}"/>
                </a:ext>
              </a:extLst>
            </p:cNvPr>
            <p:cNvSpPr/>
            <p:nvPr/>
          </p:nvSpPr>
          <p:spPr>
            <a:xfrm flipH="1" flipV="1">
              <a:off x="1799938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212ACF18-D714-162E-558C-BE242519E89E}"/>
                </a:ext>
              </a:extLst>
            </p:cNvPr>
            <p:cNvSpPr/>
            <p:nvPr/>
          </p:nvSpPr>
          <p:spPr>
            <a:xfrm flipH="1" flipV="1">
              <a:off x="1937907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8E36BAF2-0BFD-8AF1-D57E-B5343FB51433}"/>
                </a:ext>
              </a:extLst>
            </p:cNvPr>
            <p:cNvSpPr/>
            <p:nvPr/>
          </p:nvSpPr>
          <p:spPr>
            <a:xfrm flipH="1" flipV="1">
              <a:off x="2426472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2D56A78F-3FD0-8434-3B6F-1CD91691EE6A}"/>
                </a:ext>
              </a:extLst>
            </p:cNvPr>
            <p:cNvSpPr/>
            <p:nvPr/>
          </p:nvSpPr>
          <p:spPr>
            <a:xfrm flipH="1" flipV="1">
              <a:off x="2564441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FFE0DF61-EF4D-A76E-9764-95C39F26EDB5}"/>
                </a:ext>
              </a:extLst>
            </p:cNvPr>
            <p:cNvSpPr/>
            <p:nvPr/>
          </p:nvSpPr>
          <p:spPr>
            <a:xfrm flipH="1" flipV="1">
              <a:off x="2426472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9DE6F414-A93E-90BC-EECF-BEECDDF4015A}"/>
                </a:ext>
              </a:extLst>
            </p:cNvPr>
            <p:cNvSpPr/>
            <p:nvPr/>
          </p:nvSpPr>
          <p:spPr>
            <a:xfrm flipH="1" flipV="1">
              <a:off x="2564441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23DBFF0B-7C29-F8B4-A2E3-C94D799F0CC4}"/>
                </a:ext>
              </a:extLst>
            </p:cNvPr>
            <p:cNvSpPr/>
            <p:nvPr/>
          </p:nvSpPr>
          <p:spPr>
            <a:xfrm flipH="1" flipV="1">
              <a:off x="2426472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095DA417-AF9F-36F0-6E5C-02AF605F1EC7}"/>
                </a:ext>
              </a:extLst>
            </p:cNvPr>
            <p:cNvSpPr/>
            <p:nvPr/>
          </p:nvSpPr>
          <p:spPr>
            <a:xfrm flipH="1" flipV="1">
              <a:off x="2564441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BF841412-6490-3168-D928-DEC104CF182E}"/>
              </a:ext>
            </a:extLst>
          </p:cNvPr>
          <p:cNvGrpSpPr/>
          <p:nvPr/>
        </p:nvGrpSpPr>
        <p:grpSpPr>
          <a:xfrm>
            <a:off x="4700839" y="1557867"/>
            <a:ext cx="1178410" cy="1700584"/>
            <a:chOff x="3710239" y="1964267"/>
            <a:chExt cx="1178410" cy="1700584"/>
          </a:xfrm>
        </p:grpSpPr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9C857DFB-B0D9-13B8-C278-A00AADD8F18F}"/>
                </a:ext>
              </a:extLst>
            </p:cNvPr>
            <p:cNvGrpSpPr/>
            <p:nvPr/>
          </p:nvGrpSpPr>
          <p:grpSpPr>
            <a:xfrm>
              <a:off x="3710239" y="1964267"/>
              <a:ext cx="1178410" cy="429076"/>
              <a:chOff x="1524000" y="1989667"/>
              <a:chExt cx="1178410" cy="429076"/>
            </a:xfrm>
          </p:grpSpPr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0A12678A-88F5-D27E-0B2C-9AFC102B74A6}"/>
                  </a:ext>
                </a:extLst>
              </p:cNvPr>
              <p:cNvSpPr/>
              <p:nvPr/>
            </p:nvSpPr>
            <p:spPr>
              <a:xfrm flipH="1" flipV="1">
                <a:off x="1524000" y="1989667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F5851B3E-3B86-C078-39B6-2AF735F5F9E7}"/>
                  </a:ext>
                </a:extLst>
              </p:cNvPr>
              <p:cNvSpPr/>
              <p:nvPr/>
            </p:nvSpPr>
            <p:spPr>
              <a:xfrm flipH="1" flipV="1">
                <a:off x="1661969" y="1989667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945148D6-EAA3-281A-0BDE-550F6657BDD0}"/>
                  </a:ext>
                </a:extLst>
              </p:cNvPr>
              <p:cNvSpPr/>
              <p:nvPr/>
            </p:nvSpPr>
            <p:spPr>
              <a:xfrm flipH="1" flipV="1">
                <a:off x="1799938" y="1989667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FBF729DF-D69D-9648-319B-239ADC6B9B70}"/>
                  </a:ext>
                </a:extLst>
              </p:cNvPr>
              <p:cNvSpPr/>
              <p:nvPr/>
            </p:nvSpPr>
            <p:spPr>
              <a:xfrm flipH="1" flipV="1">
                <a:off x="1937907" y="1989667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68D86652-1B63-5899-72B4-236598A49AA5}"/>
                  </a:ext>
                </a:extLst>
              </p:cNvPr>
              <p:cNvSpPr/>
              <p:nvPr/>
            </p:nvSpPr>
            <p:spPr>
              <a:xfrm flipH="1" flipV="1">
                <a:off x="1524000" y="209693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F4F67ACB-F325-83D3-F141-268E48A4A3DD}"/>
                  </a:ext>
                </a:extLst>
              </p:cNvPr>
              <p:cNvSpPr/>
              <p:nvPr/>
            </p:nvSpPr>
            <p:spPr>
              <a:xfrm flipH="1" flipV="1">
                <a:off x="1661969" y="209693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3F9583A6-201D-32B5-BEFF-9203DE622855}"/>
                  </a:ext>
                </a:extLst>
              </p:cNvPr>
              <p:cNvSpPr/>
              <p:nvPr/>
            </p:nvSpPr>
            <p:spPr>
              <a:xfrm flipH="1" flipV="1">
                <a:off x="1799938" y="209693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48C48790-60F6-295E-BC07-2CD7DFF4F090}"/>
                  </a:ext>
                </a:extLst>
              </p:cNvPr>
              <p:cNvSpPr/>
              <p:nvPr/>
            </p:nvSpPr>
            <p:spPr>
              <a:xfrm flipH="1" flipV="1">
                <a:off x="1937907" y="209693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900D186E-2DE6-9AB7-F936-889545F07109}"/>
                  </a:ext>
                </a:extLst>
              </p:cNvPr>
              <p:cNvSpPr/>
              <p:nvPr/>
            </p:nvSpPr>
            <p:spPr>
              <a:xfrm flipH="1" flipV="1">
                <a:off x="1524000" y="220420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6BC70376-6928-195B-3815-0ABA122B21EB}"/>
                  </a:ext>
                </a:extLst>
              </p:cNvPr>
              <p:cNvSpPr/>
              <p:nvPr/>
            </p:nvSpPr>
            <p:spPr>
              <a:xfrm flipH="1" flipV="1">
                <a:off x="1661969" y="220420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C6028B0E-83CC-C2BD-88D2-A634AF5080D2}"/>
                  </a:ext>
                </a:extLst>
              </p:cNvPr>
              <p:cNvSpPr/>
              <p:nvPr/>
            </p:nvSpPr>
            <p:spPr>
              <a:xfrm flipH="1" flipV="1">
                <a:off x="1799938" y="220420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18BD6889-6963-06DB-531A-387D24CF16FB}"/>
                  </a:ext>
                </a:extLst>
              </p:cNvPr>
              <p:cNvSpPr/>
              <p:nvPr/>
            </p:nvSpPr>
            <p:spPr>
              <a:xfrm flipH="1" flipV="1">
                <a:off x="1937907" y="220420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3827612D-062D-4672-466F-241EB41B5358}"/>
                  </a:ext>
                </a:extLst>
              </p:cNvPr>
              <p:cNvSpPr/>
              <p:nvPr/>
            </p:nvSpPr>
            <p:spPr>
              <a:xfrm flipH="1" flipV="1">
                <a:off x="2426472" y="1989667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571E5ACA-9343-2CCE-1A64-BB4016472C4C}"/>
                  </a:ext>
                </a:extLst>
              </p:cNvPr>
              <p:cNvSpPr/>
              <p:nvPr/>
            </p:nvSpPr>
            <p:spPr>
              <a:xfrm flipH="1" flipV="1">
                <a:off x="2564441" y="1989667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03" name="Rectangle 202">
                <a:extLst>
                  <a:ext uri="{FF2B5EF4-FFF2-40B4-BE49-F238E27FC236}">
                    <a16:creationId xmlns:a16="http://schemas.microsoft.com/office/drawing/2014/main" id="{25DF0263-632C-AD9B-E558-C6C14BC05209}"/>
                  </a:ext>
                </a:extLst>
              </p:cNvPr>
              <p:cNvSpPr/>
              <p:nvPr/>
            </p:nvSpPr>
            <p:spPr>
              <a:xfrm flipH="1" flipV="1">
                <a:off x="2426472" y="209693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04" name="Rectangle 203">
                <a:extLst>
                  <a:ext uri="{FF2B5EF4-FFF2-40B4-BE49-F238E27FC236}">
                    <a16:creationId xmlns:a16="http://schemas.microsoft.com/office/drawing/2014/main" id="{C22306D9-8DA5-1FBC-8729-5F43AAFA551B}"/>
                  </a:ext>
                </a:extLst>
              </p:cNvPr>
              <p:cNvSpPr/>
              <p:nvPr/>
            </p:nvSpPr>
            <p:spPr>
              <a:xfrm flipH="1" flipV="1">
                <a:off x="2564441" y="209693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820E0716-BE36-64EA-393C-C75456495D3B}"/>
                  </a:ext>
                </a:extLst>
              </p:cNvPr>
              <p:cNvSpPr/>
              <p:nvPr/>
            </p:nvSpPr>
            <p:spPr>
              <a:xfrm flipH="1" flipV="1">
                <a:off x="2426472" y="220420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06" name="Rectangle 205">
                <a:extLst>
                  <a:ext uri="{FF2B5EF4-FFF2-40B4-BE49-F238E27FC236}">
                    <a16:creationId xmlns:a16="http://schemas.microsoft.com/office/drawing/2014/main" id="{327C9880-2436-68C0-D994-B22D6D2AB6D3}"/>
                  </a:ext>
                </a:extLst>
              </p:cNvPr>
              <p:cNvSpPr/>
              <p:nvPr/>
            </p:nvSpPr>
            <p:spPr>
              <a:xfrm flipH="1" flipV="1">
                <a:off x="2564441" y="220420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2E837E28-6233-E6E1-F7C3-FC637FE8BD2B}"/>
                  </a:ext>
                </a:extLst>
              </p:cNvPr>
              <p:cNvSpPr/>
              <p:nvPr/>
            </p:nvSpPr>
            <p:spPr>
              <a:xfrm flipH="1" flipV="1">
                <a:off x="1524000" y="231147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08" name="Rectangle 207">
                <a:extLst>
                  <a:ext uri="{FF2B5EF4-FFF2-40B4-BE49-F238E27FC236}">
                    <a16:creationId xmlns:a16="http://schemas.microsoft.com/office/drawing/2014/main" id="{3F904CFE-3E2C-4F83-4B4E-3C2195AA18AF}"/>
                  </a:ext>
                </a:extLst>
              </p:cNvPr>
              <p:cNvSpPr/>
              <p:nvPr/>
            </p:nvSpPr>
            <p:spPr>
              <a:xfrm flipH="1" flipV="1">
                <a:off x="1661969" y="231147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FDB9674C-EDC3-D449-D449-A0A065648523}"/>
                  </a:ext>
                </a:extLst>
              </p:cNvPr>
              <p:cNvSpPr/>
              <p:nvPr/>
            </p:nvSpPr>
            <p:spPr>
              <a:xfrm flipH="1" flipV="1">
                <a:off x="1799938" y="231147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0" name="Rectangle 209">
                <a:extLst>
                  <a:ext uri="{FF2B5EF4-FFF2-40B4-BE49-F238E27FC236}">
                    <a16:creationId xmlns:a16="http://schemas.microsoft.com/office/drawing/2014/main" id="{D71BB3A5-3173-A159-69BA-F189588A209E}"/>
                  </a:ext>
                </a:extLst>
              </p:cNvPr>
              <p:cNvSpPr/>
              <p:nvPr/>
            </p:nvSpPr>
            <p:spPr>
              <a:xfrm flipH="1" flipV="1">
                <a:off x="1937907" y="231147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936CD294-B65F-D4A7-A342-C2FD2DA764D9}"/>
                  </a:ext>
                </a:extLst>
              </p:cNvPr>
              <p:cNvSpPr/>
              <p:nvPr/>
            </p:nvSpPr>
            <p:spPr>
              <a:xfrm flipH="1" flipV="1">
                <a:off x="2426472" y="231147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D86FFCBD-7339-C6A8-6955-BD4F4D98D8AB}"/>
                  </a:ext>
                </a:extLst>
              </p:cNvPr>
              <p:cNvSpPr/>
              <p:nvPr/>
            </p:nvSpPr>
            <p:spPr>
              <a:xfrm flipH="1" flipV="1">
                <a:off x="2564441" y="231147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04F7F6CA-A17E-3D38-DD91-4AA0C9A08CC0}"/>
                </a:ext>
              </a:extLst>
            </p:cNvPr>
            <p:cNvGrpSpPr/>
            <p:nvPr/>
          </p:nvGrpSpPr>
          <p:grpSpPr>
            <a:xfrm>
              <a:off x="3710239" y="2391115"/>
              <a:ext cx="1178410" cy="1273736"/>
              <a:chOff x="1524000" y="2518115"/>
              <a:chExt cx="1178410" cy="1273736"/>
            </a:xfrm>
          </p:grpSpPr>
          <p:sp>
            <p:nvSpPr>
              <p:cNvPr id="215" name="Rectangle 214">
                <a:extLst>
                  <a:ext uri="{FF2B5EF4-FFF2-40B4-BE49-F238E27FC236}">
                    <a16:creationId xmlns:a16="http://schemas.microsoft.com/office/drawing/2014/main" id="{277F0348-2953-1448-89D0-11F56F363F3A}"/>
                  </a:ext>
                </a:extLst>
              </p:cNvPr>
              <p:cNvSpPr/>
              <p:nvPr/>
            </p:nvSpPr>
            <p:spPr>
              <a:xfrm flipH="1" flipV="1">
                <a:off x="1524000" y="251811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06D830AA-5B0D-34AC-7380-1D99A5777654}"/>
                  </a:ext>
                </a:extLst>
              </p:cNvPr>
              <p:cNvSpPr/>
              <p:nvPr/>
            </p:nvSpPr>
            <p:spPr>
              <a:xfrm flipH="1" flipV="1">
                <a:off x="1661969" y="251811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5559A899-6E9F-151E-E411-259A5FF428CF}"/>
                  </a:ext>
                </a:extLst>
              </p:cNvPr>
              <p:cNvSpPr/>
              <p:nvPr/>
            </p:nvSpPr>
            <p:spPr>
              <a:xfrm flipH="1" flipV="1">
                <a:off x="1799938" y="251811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156AC934-7843-52AA-B1F2-F3A262D8B633}"/>
                  </a:ext>
                </a:extLst>
              </p:cNvPr>
              <p:cNvSpPr/>
              <p:nvPr/>
            </p:nvSpPr>
            <p:spPr>
              <a:xfrm flipH="1" flipV="1">
                <a:off x="1937907" y="251811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9" name="Rectangle 218">
                <a:extLst>
                  <a:ext uri="{FF2B5EF4-FFF2-40B4-BE49-F238E27FC236}">
                    <a16:creationId xmlns:a16="http://schemas.microsoft.com/office/drawing/2014/main" id="{972C7136-E707-042C-1FB4-DEFC1DB4FEFD}"/>
                  </a:ext>
                </a:extLst>
              </p:cNvPr>
              <p:cNvSpPr/>
              <p:nvPr/>
            </p:nvSpPr>
            <p:spPr>
              <a:xfrm flipH="1" flipV="1">
                <a:off x="1524000" y="262538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C6907B64-0A31-AC2F-6A13-2948E9C02D8F}"/>
                  </a:ext>
                </a:extLst>
              </p:cNvPr>
              <p:cNvSpPr/>
              <p:nvPr/>
            </p:nvSpPr>
            <p:spPr>
              <a:xfrm flipH="1" flipV="1">
                <a:off x="1661969" y="262538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12C6AA6F-4E18-7C3A-3CCD-04726DD46695}"/>
                  </a:ext>
                </a:extLst>
              </p:cNvPr>
              <p:cNvSpPr/>
              <p:nvPr/>
            </p:nvSpPr>
            <p:spPr>
              <a:xfrm flipH="1" flipV="1">
                <a:off x="1799938" y="262538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300F703A-E57E-2682-D8BD-6F769C49F3ED}"/>
                  </a:ext>
                </a:extLst>
              </p:cNvPr>
              <p:cNvSpPr/>
              <p:nvPr/>
            </p:nvSpPr>
            <p:spPr>
              <a:xfrm flipH="1" flipV="1">
                <a:off x="1937907" y="262538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3" name="Rectangle 222">
                <a:extLst>
                  <a:ext uri="{FF2B5EF4-FFF2-40B4-BE49-F238E27FC236}">
                    <a16:creationId xmlns:a16="http://schemas.microsoft.com/office/drawing/2014/main" id="{C9BEECB0-7C19-031C-21AC-8DA85ED4D165}"/>
                  </a:ext>
                </a:extLst>
              </p:cNvPr>
              <p:cNvSpPr/>
              <p:nvPr/>
            </p:nvSpPr>
            <p:spPr>
              <a:xfrm flipH="1" flipV="1">
                <a:off x="1524000" y="2732653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577640FE-9CEA-675D-8340-4557A681EE8D}"/>
                  </a:ext>
                </a:extLst>
              </p:cNvPr>
              <p:cNvSpPr/>
              <p:nvPr/>
            </p:nvSpPr>
            <p:spPr>
              <a:xfrm flipH="1" flipV="1">
                <a:off x="1661969" y="2732653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A673533A-C1A3-5FAB-87FE-6ECDE943F66F}"/>
                  </a:ext>
                </a:extLst>
              </p:cNvPr>
              <p:cNvSpPr/>
              <p:nvPr/>
            </p:nvSpPr>
            <p:spPr>
              <a:xfrm flipH="1" flipV="1">
                <a:off x="1799938" y="2732653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C1767DCE-9B6D-8D85-8143-2C3E658172DF}"/>
                  </a:ext>
                </a:extLst>
              </p:cNvPr>
              <p:cNvSpPr/>
              <p:nvPr/>
            </p:nvSpPr>
            <p:spPr>
              <a:xfrm flipH="1" flipV="1">
                <a:off x="1937907" y="2732653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6CCE947C-DD2B-7F59-41A9-6EE82054FCBC}"/>
                  </a:ext>
                </a:extLst>
              </p:cNvPr>
              <p:cNvSpPr/>
              <p:nvPr/>
            </p:nvSpPr>
            <p:spPr>
              <a:xfrm flipH="1" flipV="1">
                <a:off x="1524000" y="2834327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A8BBBC11-5D71-3C26-B893-9AA1FAC64734}"/>
                  </a:ext>
                </a:extLst>
              </p:cNvPr>
              <p:cNvSpPr/>
              <p:nvPr/>
            </p:nvSpPr>
            <p:spPr>
              <a:xfrm flipH="1" flipV="1">
                <a:off x="1661969" y="2834327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43A125BA-B4AE-59C9-03F2-EC823166A304}"/>
                  </a:ext>
                </a:extLst>
              </p:cNvPr>
              <p:cNvSpPr/>
              <p:nvPr/>
            </p:nvSpPr>
            <p:spPr>
              <a:xfrm flipH="1" flipV="1">
                <a:off x="1799938" y="2834327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2476A53B-CB49-A36D-3BE1-046B48860A7F}"/>
                  </a:ext>
                </a:extLst>
              </p:cNvPr>
              <p:cNvSpPr/>
              <p:nvPr/>
            </p:nvSpPr>
            <p:spPr>
              <a:xfrm flipH="1" flipV="1">
                <a:off x="1937907" y="2834327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2A449B0B-0E20-81F8-7A88-C3885F6DFECC}"/>
                  </a:ext>
                </a:extLst>
              </p:cNvPr>
              <p:cNvSpPr/>
              <p:nvPr/>
            </p:nvSpPr>
            <p:spPr>
              <a:xfrm flipH="1" flipV="1">
                <a:off x="1524000" y="294159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32" name="Rectangle 231">
                <a:extLst>
                  <a:ext uri="{FF2B5EF4-FFF2-40B4-BE49-F238E27FC236}">
                    <a16:creationId xmlns:a16="http://schemas.microsoft.com/office/drawing/2014/main" id="{3067FAFD-A0DA-1E03-C16D-5D8DEE94CAF9}"/>
                  </a:ext>
                </a:extLst>
              </p:cNvPr>
              <p:cNvSpPr/>
              <p:nvPr/>
            </p:nvSpPr>
            <p:spPr>
              <a:xfrm flipH="1" flipV="1">
                <a:off x="1661969" y="294159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33" name="Rectangle 232">
                <a:extLst>
                  <a:ext uri="{FF2B5EF4-FFF2-40B4-BE49-F238E27FC236}">
                    <a16:creationId xmlns:a16="http://schemas.microsoft.com/office/drawing/2014/main" id="{6FBCC0B1-4811-26A7-0206-B08F314858D8}"/>
                  </a:ext>
                </a:extLst>
              </p:cNvPr>
              <p:cNvSpPr/>
              <p:nvPr/>
            </p:nvSpPr>
            <p:spPr>
              <a:xfrm flipH="1" flipV="1">
                <a:off x="1799938" y="294159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34" name="Rectangle 233">
                <a:extLst>
                  <a:ext uri="{FF2B5EF4-FFF2-40B4-BE49-F238E27FC236}">
                    <a16:creationId xmlns:a16="http://schemas.microsoft.com/office/drawing/2014/main" id="{6D05BDB0-73B8-9441-2E56-CDA83834CE20}"/>
                  </a:ext>
                </a:extLst>
              </p:cNvPr>
              <p:cNvSpPr/>
              <p:nvPr/>
            </p:nvSpPr>
            <p:spPr>
              <a:xfrm flipH="1" flipV="1">
                <a:off x="1937907" y="294159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8ED1C792-922A-CA0F-5204-0B992C0D838B}"/>
                  </a:ext>
                </a:extLst>
              </p:cNvPr>
              <p:cNvSpPr/>
              <p:nvPr/>
            </p:nvSpPr>
            <p:spPr>
              <a:xfrm flipH="1" flipV="1">
                <a:off x="1524000" y="304886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36" name="Rectangle 235">
                <a:extLst>
                  <a:ext uri="{FF2B5EF4-FFF2-40B4-BE49-F238E27FC236}">
                    <a16:creationId xmlns:a16="http://schemas.microsoft.com/office/drawing/2014/main" id="{5A63171C-FFFE-AE45-675C-31C4A44593E0}"/>
                  </a:ext>
                </a:extLst>
              </p:cNvPr>
              <p:cNvSpPr/>
              <p:nvPr/>
            </p:nvSpPr>
            <p:spPr>
              <a:xfrm flipH="1" flipV="1">
                <a:off x="1661969" y="304886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98292E2C-CF34-F7A8-B366-886055773187}"/>
                  </a:ext>
                </a:extLst>
              </p:cNvPr>
              <p:cNvSpPr/>
              <p:nvPr/>
            </p:nvSpPr>
            <p:spPr>
              <a:xfrm flipH="1" flipV="1">
                <a:off x="1799938" y="304886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9D8E2B1D-48E9-C7FD-5495-3CC443A5DFAD}"/>
                  </a:ext>
                </a:extLst>
              </p:cNvPr>
              <p:cNvSpPr/>
              <p:nvPr/>
            </p:nvSpPr>
            <p:spPr>
              <a:xfrm flipH="1" flipV="1">
                <a:off x="1937907" y="304886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93386FA0-54B5-BAE7-7011-6E89A2D020A8}"/>
                  </a:ext>
                </a:extLst>
              </p:cNvPr>
              <p:cNvSpPr/>
              <p:nvPr/>
            </p:nvSpPr>
            <p:spPr>
              <a:xfrm flipH="1" flipV="1">
                <a:off x="1524000" y="315613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9CF2511F-AF23-353F-6A30-3187947CFE1A}"/>
                  </a:ext>
                </a:extLst>
              </p:cNvPr>
              <p:cNvSpPr/>
              <p:nvPr/>
            </p:nvSpPr>
            <p:spPr>
              <a:xfrm flipH="1" flipV="1">
                <a:off x="1661969" y="315613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41" name="Rectangle 240">
                <a:extLst>
                  <a:ext uri="{FF2B5EF4-FFF2-40B4-BE49-F238E27FC236}">
                    <a16:creationId xmlns:a16="http://schemas.microsoft.com/office/drawing/2014/main" id="{FE394262-2E88-A0B9-136B-62D2E7BC2E6B}"/>
                  </a:ext>
                </a:extLst>
              </p:cNvPr>
              <p:cNvSpPr/>
              <p:nvPr/>
            </p:nvSpPr>
            <p:spPr>
              <a:xfrm flipH="1" flipV="1">
                <a:off x="1799938" y="315613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42" name="Rectangle 241">
                <a:extLst>
                  <a:ext uri="{FF2B5EF4-FFF2-40B4-BE49-F238E27FC236}">
                    <a16:creationId xmlns:a16="http://schemas.microsoft.com/office/drawing/2014/main" id="{F38BAFBC-83CA-EABB-1B67-861690C800E9}"/>
                  </a:ext>
                </a:extLst>
              </p:cNvPr>
              <p:cNvSpPr/>
              <p:nvPr/>
            </p:nvSpPr>
            <p:spPr>
              <a:xfrm flipH="1" flipV="1">
                <a:off x="1937907" y="315613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43" name="Rectangle 242">
                <a:extLst>
                  <a:ext uri="{FF2B5EF4-FFF2-40B4-BE49-F238E27FC236}">
                    <a16:creationId xmlns:a16="http://schemas.microsoft.com/office/drawing/2014/main" id="{1FE00A33-7B25-1D86-DC63-1E96E889F187}"/>
                  </a:ext>
                </a:extLst>
              </p:cNvPr>
              <p:cNvSpPr/>
              <p:nvPr/>
            </p:nvSpPr>
            <p:spPr>
              <a:xfrm flipH="1" flipV="1">
                <a:off x="1524000" y="325550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D18EE56F-5D5A-14E7-A5F6-550A009BA8FB}"/>
                  </a:ext>
                </a:extLst>
              </p:cNvPr>
              <p:cNvSpPr/>
              <p:nvPr/>
            </p:nvSpPr>
            <p:spPr>
              <a:xfrm flipH="1" flipV="1">
                <a:off x="1661969" y="325550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45" name="Rectangle 244">
                <a:extLst>
                  <a:ext uri="{FF2B5EF4-FFF2-40B4-BE49-F238E27FC236}">
                    <a16:creationId xmlns:a16="http://schemas.microsoft.com/office/drawing/2014/main" id="{C1F261D9-D2D3-8B44-1314-3DF9C7C9DA35}"/>
                  </a:ext>
                </a:extLst>
              </p:cNvPr>
              <p:cNvSpPr/>
              <p:nvPr/>
            </p:nvSpPr>
            <p:spPr>
              <a:xfrm flipH="1" flipV="1">
                <a:off x="1799938" y="325550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46" name="Rectangle 245">
                <a:extLst>
                  <a:ext uri="{FF2B5EF4-FFF2-40B4-BE49-F238E27FC236}">
                    <a16:creationId xmlns:a16="http://schemas.microsoft.com/office/drawing/2014/main" id="{9E77B983-3831-A755-1E9A-882C479D65A2}"/>
                  </a:ext>
                </a:extLst>
              </p:cNvPr>
              <p:cNvSpPr/>
              <p:nvPr/>
            </p:nvSpPr>
            <p:spPr>
              <a:xfrm flipH="1" flipV="1">
                <a:off x="1937907" y="325550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47" name="Rectangle 246">
                <a:extLst>
                  <a:ext uri="{FF2B5EF4-FFF2-40B4-BE49-F238E27FC236}">
                    <a16:creationId xmlns:a16="http://schemas.microsoft.com/office/drawing/2014/main" id="{B5498712-1C65-B5A9-73FD-6FAFCA473221}"/>
                  </a:ext>
                </a:extLst>
              </p:cNvPr>
              <p:cNvSpPr/>
              <p:nvPr/>
            </p:nvSpPr>
            <p:spPr>
              <a:xfrm flipH="1" flipV="1">
                <a:off x="1524000" y="336277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48" name="Rectangle 247">
                <a:extLst>
                  <a:ext uri="{FF2B5EF4-FFF2-40B4-BE49-F238E27FC236}">
                    <a16:creationId xmlns:a16="http://schemas.microsoft.com/office/drawing/2014/main" id="{597E0632-9A7A-BC93-27DD-C190776D0C82}"/>
                  </a:ext>
                </a:extLst>
              </p:cNvPr>
              <p:cNvSpPr/>
              <p:nvPr/>
            </p:nvSpPr>
            <p:spPr>
              <a:xfrm flipH="1" flipV="1">
                <a:off x="1661969" y="336277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49" name="Rectangle 248">
                <a:extLst>
                  <a:ext uri="{FF2B5EF4-FFF2-40B4-BE49-F238E27FC236}">
                    <a16:creationId xmlns:a16="http://schemas.microsoft.com/office/drawing/2014/main" id="{01BF4310-E88D-28CC-C8E3-4E3F3FB84BB8}"/>
                  </a:ext>
                </a:extLst>
              </p:cNvPr>
              <p:cNvSpPr/>
              <p:nvPr/>
            </p:nvSpPr>
            <p:spPr>
              <a:xfrm flipH="1" flipV="1">
                <a:off x="1799938" y="336277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B81BA851-DA71-9824-3366-9028E24D8100}"/>
                  </a:ext>
                </a:extLst>
              </p:cNvPr>
              <p:cNvSpPr/>
              <p:nvPr/>
            </p:nvSpPr>
            <p:spPr>
              <a:xfrm flipH="1" flipV="1">
                <a:off x="1937907" y="336277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1A14F2D7-5265-E9E7-55F1-E1C2A6B441A9}"/>
                  </a:ext>
                </a:extLst>
              </p:cNvPr>
              <p:cNvSpPr/>
              <p:nvPr/>
            </p:nvSpPr>
            <p:spPr>
              <a:xfrm flipH="1" flipV="1">
                <a:off x="1524000" y="347004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E8ECD522-7353-914E-8263-6C2B5A8CA0E1}"/>
                  </a:ext>
                </a:extLst>
              </p:cNvPr>
              <p:cNvSpPr/>
              <p:nvPr/>
            </p:nvSpPr>
            <p:spPr>
              <a:xfrm flipH="1" flipV="1">
                <a:off x="1661969" y="347004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C5908EF4-6BA3-ACCF-B1A9-A5F961195809}"/>
                  </a:ext>
                </a:extLst>
              </p:cNvPr>
              <p:cNvSpPr/>
              <p:nvPr/>
            </p:nvSpPr>
            <p:spPr>
              <a:xfrm flipH="1" flipV="1">
                <a:off x="1799938" y="347004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54" name="Rectangle 253">
                <a:extLst>
                  <a:ext uri="{FF2B5EF4-FFF2-40B4-BE49-F238E27FC236}">
                    <a16:creationId xmlns:a16="http://schemas.microsoft.com/office/drawing/2014/main" id="{538995E4-EA06-E7A8-B760-3A658C3275CD}"/>
                  </a:ext>
                </a:extLst>
              </p:cNvPr>
              <p:cNvSpPr/>
              <p:nvPr/>
            </p:nvSpPr>
            <p:spPr>
              <a:xfrm flipH="1" flipV="1">
                <a:off x="1937907" y="347004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4A994A42-3FD4-57DA-161F-2F71E4284C74}"/>
                  </a:ext>
                </a:extLst>
              </p:cNvPr>
              <p:cNvSpPr/>
              <p:nvPr/>
            </p:nvSpPr>
            <p:spPr>
              <a:xfrm flipH="1" flipV="1">
                <a:off x="1524000" y="3577313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5B85037E-ECBB-71A1-B62D-C94635746DBB}"/>
                  </a:ext>
                </a:extLst>
              </p:cNvPr>
              <p:cNvSpPr/>
              <p:nvPr/>
            </p:nvSpPr>
            <p:spPr>
              <a:xfrm flipH="1" flipV="1">
                <a:off x="1661969" y="3577313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57" name="Rectangle 256">
                <a:extLst>
                  <a:ext uri="{FF2B5EF4-FFF2-40B4-BE49-F238E27FC236}">
                    <a16:creationId xmlns:a16="http://schemas.microsoft.com/office/drawing/2014/main" id="{3AE52E36-C3CD-B762-6E07-94CA73E42C1D}"/>
                  </a:ext>
                </a:extLst>
              </p:cNvPr>
              <p:cNvSpPr/>
              <p:nvPr/>
            </p:nvSpPr>
            <p:spPr>
              <a:xfrm flipH="1" flipV="1">
                <a:off x="1799938" y="3577313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58" name="Rectangle 257">
                <a:extLst>
                  <a:ext uri="{FF2B5EF4-FFF2-40B4-BE49-F238E27FC236}">
                    <a16:creationId xmlns:a16="http://schemas.microsoft.com/office/drawing/2014/main" id="{380B4893-DDB3-BB74-B10A-82A20D1D728F}"/>
                  </a:ext>
                </a:extLst>
              </p:cNvPr>
              <p:cNvSpPr/>
              <p:nvPr/>
            </p:nvSpPr>
            <p:spPr>
              <a:xfrm flipH="1" flipV="1">
                <a:off x="1937907" y="3577313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59" name="Rectangle 258">
                <a:extLst>
                  <a:ext uri="{FF2B5EF4-FFF2-40B4-BE49-F238E27FC236}">
                    <a16:creationId xmlns:a16="http://schemas.microsoft.com/office/drawing/2014/main" id="{805385B9-FB30-A3BC-ADF0-A96B9A796E24}"/>
                  </a:ext>
                </a:extLst>
              </p:cNvPr>
              <p:cNvSpPr/>
              <p:nvPr/>
            </p:nvSpPr>
            <p:spPr>
              <a:xfrm flipH="1" flipV="1">
                <a:off x="1524000" y="3684582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60" name="Rectangle 259">
                <a:extLst>
                  <a:ext uri="{FF2B5EF4-FFF2-40B4-BE49-F238E27FC236}">
                    <a16:creationId xmlns:a16="http://schemas.microsoft.com/office/drawing/2014/main" id="{F33C6E23-E919-8637-E27C-39F160604BBC}"/>
                  </a:ext>
                </a:extLst>
              </p:cNvPr>
              <p:cNvSpPr/>
              <p:nvPr/>
            </p:nvSpPr>
            <p:spPr>
              <a:xfrm flipH="1" flipV="1">
                <a:off x="1661969" y="3684582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87E60D78-6EED-EE21-32B2-D372C1DD40A5}"/>
                  </a:ext>
                </a:extLst>
              </p:cNvPr>
              <p:cNvSpPr/>
              <p:nvPr/>
            </p:nvSpPr>
            <p:spPr>
              <a:xfrm flipH="1" flipV="1">
                <a:off x="1799938" y="3684582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2BD1F427-EE85-34D3-C6EE-895E8A30BDCD}"/>
                  </a:ext>
                </a:extLst>
              </p:cNvPr>
              <p:cNvSpPr/>
              <p:nvPr/>
            </p:nvSpPr>
            <p:spPr>
              <a:xfrm flipH="1" flipV="1">
                <a:off x="1937907" y="3684582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57F1A7BD-3E63-64BA-04D3-E57C89159281}"/>
                  </a:ext>
                </a:extLst>
              </p:cNvPr>
              <p:cNvSpPr/>
              <p:nvPr/>
            </p:nvSpPr>
            <p:spPr>
              <a:xfrm flipH="1" flipV="1">
                <a:off x="2426472" y="251811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64" name="Rectangle 263">
                <a:extLst>
                  <a:ext uri="{FF2B5EF4-FFF2-40B4-BE49-F238E27FC236}">
                    <a16:creationId xmlns:a16="http://schemas.microsoft.com/office/drawing/2014/main" id="{EE0465DA-2B6E-D216-43A1-4AC59FB4F804}"/>
                  </a:ext>
                </a:extLst>
              </p:cNvPr>
              <p:cNvSpPr/>
              <p:nvPr/>
            </p:nvSpPr>
            <p:spPr>
              <a:xfrm flipH="1" flipV="1">
                <a:off x="2564441" y="251811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65" name="Rectangle 264">
                <a:extLst>
                  <a:ext uri="{FF2B5EF4-FFF2-40B4-BE49-F238E27FC236}">
                    <a16:creationId xmlns:a16="http://schemas.microsoft.com/office/drawing/2014/main" id="{0728AE9B-89A1-3331-108E-4FCE09FF6E92}"/>
                  </a:ext>
                </a:extLst>
              </p:cNvPr>
              <p:cNvSpPr/>
              <p:nvPr/>
            </p:nvSpPr>
            <p:spPr>
              <a:xfrm flipH="1" flipV="1">
                <a:off x="2426472" y="262538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66" name="Rectangle 265">
                <a:extLst>
                  <a:ext uri="{FF2B5EF4-FFF2-40B4-BE49-F238E27FC236}">
                    <a16:creationId xmlns:a16="http://schemas.microsoft.com/office/drawing/2014/main" id="{1DE01518-EEEE-1165-A610-DAAD3286CFD9}"/>
                  </a:ext>
                </a:extLst>
              </p:cNvPr>
              <p:cNvSpPr/>
              <p:nvPr/>
            </p:nvSpPr>
            <p:spPr>
              <a:xfrm flipH="1" flipV="1">
                <a:off x="2564441" y="262538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67" name="Rectangle 266">
                <a:extLst>
                  <a:ext uri="{FF2B5EF4-FFF2-40B4-BE49-F238E27FC236}">
                    <a16:creationId xmlns:a16="http://schemas.microsoft.com/office/drawing/2014/main" id="{E8733A37-A413-CE7D-2CA3-92B1073BD33A}"/>
                  </a:ext>
                </a:extLst>
              </p:cNvPr>
              <p:cNvSpPr/>
              <p:nvPr/>
            </p:nvSpPr>
            <p:spPr>
              <a:xfrm flipH="1" flipV="1">
                <a:off x="2426472" y="2732653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68" name="Rectangle 267">
                <a:extLst>
                  <a:ext uri="{FF2B5EF4-FFF2-40B4-BE49-F238E27FC236}">
                    <a16:creationId xmlns:a16="http://schemas.microsoft.com/office/drawing/2014/main" id="{D1321442-43AA-0B05-D164-BC8E0403AFBA}"/>
                  </a:ext>
                </a:extLst>
              </p:cNvPr>
              <p:cNvSpPr/>
              <p:nvPr/>
            </p:nvSpPr>
            <p:spPr>
              <a:xfrm flipH="1" flipV="1">
                <a:off x="2564441" y="2732653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69" name="Rectangle 268">
                <a:extLst>
                  <a:ext uri="{FF2B5EF4-FFF2-40B4-BE49-F238E27FC236}">
                    <a16:creationId xmlns:a16="http://schemas.microsoft.com/office/drawing/2014/main" id="{A20DCD20-0459-2C3B-8B1E-B7FDDC756E8C}"/>
                  </a:ext>
                </a:extLst>
              </p:cNvPr>
              <p:cNvSpPr/>
              <p:nvPr/>
            </p:nvSpPr>
            <p:spPr>
              <a:xfrm flipH="1" flipV="1">
                <a:off x="2426472" y="2834327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0" name="Rectangle 269">
                <a:extLst>
                  <a:ext uri="{FF2B5EF4-FFF2-40B4-BE49-F238E27FC236}">
                    <a16:creationId xmlns:a16="http://schemas.microsoft.com/office/drawing/2014/main" id="{45A852CD-62DB-C3C6-D2A3-CE4DD7E069B7}"/>
                  </a:ext>
                </a:extLst>
              </p:cNvPr>
              <p:cNvSpPr/>
              <p:nvPr/>
            </p:nvSpPr>
            <p:spPr>
              <a:xfrm flipH="1" flipV="1">
                <a:off x="2564441" y="2834327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1" name="Rectangle 270">
                <a:extLst>
                  <a:ext uri="{FF2B5EF4-FFF2-40B4-BE49-F238E27FC236}">
                    <a16:creationId xmlns:a16="http://schemas.microsoft.com/office/drawing/2014/main" id="{9A332248-EE0F-A102-F3A7-4625C5903CDC}"/>
                  </a:ext>
                </a:extLst>
              </p:cNvPr>
              <p:cNvSpPr/>
              <p:nvPr/>
            </p:nvSpPr>
            <p:spPr>
              <a:xfrm flipH="1" flipV="1">
                <a:off x="2426472" y="294159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2" name="Rectangle 271">
                <a:extLst>
                  <a:ext uri="{FF2B5EF4-FFF2-40B4-BE49-F238E27FC236}">
                    <a16:creationId xmlns:a16="http://schemas.microsoft.com/office/drawing/2014/main" id="{6F2C6226-AEA9-10B8-10AF-BD69A7897019}"/>
                  </a:ext>
                </a:extLst>
              </p:cNvPr>
              <p:cNvSpPr/>
              <p:nvPr/>
            </p:nvSpPr>
            <p:spPr>
              <a:xfrm flipH="1" flipV="1">
                <a:off x="2564441" y="294159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9E052FBD-0F20-E363-709E-DB1C0A96F000}"/>
                  </a:ext>
                </a:extLst>
              </p:cNvPr>
              <p:cNvSpPr/>
              <p:nvPr/>
            </p:nvSpPr>
            <p:spPr>
              <a:xfrm flipH="1" flipV="1">
                <a:off x="2426472" y="304886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1D20FFD5-DB4D-2D71-CAC2-93AF5C8203E2}"/>
                  </a:ext>
                </a:extLst>
              </p:cNvPr>
              <p:cNvSpPr/>
              <p:nvPr/>
            </p:nvSpPr>
            <p:spPr>
              <a:xfrm flipH="1" flipV="1">
                <a:off x="2564441" y="304886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5" name="Rectangle 274">
                <a:extLst>
                  <a:ext uri="{FF2B5EF4-FFF2-40B4-BE49-F238E27FC236}">
                    <a16:creationId xmlns:a16="http://schemas.microsoft.com/office/drawing/2014/main" id="{5B09CC39-8038-49A1-1EED-DAFA518F4CB1}"/>
                  </a:ext>
                </a:extLst>
              </p:cNvPr>
              <p:cNvSpPr/>
              <p:nvPr/>
            </p:nvSpPr>
            <p:spPr>
              <a:xfrm flipH="1" flipV="1">
                <a:off x="2426472" y="315613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6" name="Rectangle 275">
                <a:extLst>
                  <a:ext uri="{FF2B5EF4-FFF2-40B4-BE49-F238E27FC236}">
                    <a16:creationId xmlns:a16="http://schemas.microsoft.com/office/drawing/2014/main" id="{2EB727B0-4E2F-9557-689A-FB33D3AE738D}"/>
                  </a:ext>
                </a:extLst>
              </p:cNvPr>
              <p:cNvSpPr/>
              <p:nvPr/>
            </p:nvSpPr>
            <p:spPr>
              <a:xfrm flipH="1" flipV="1">
                <a:off x="2564441" y="315613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7" name="Rectangle 276">
                <a:extLst>
                  <a:ext uri="{FF2B5EF4-FFF2-40B4-BE49-F238E27FC236}">
                    <a16:creationId xmlns:a16="http://schemas.microsoft.com/office/drawing/2014/main" id="{EA6D8C72-A719-68CB-5012-237E7C739B27}"/>
                  </a:ext>
                </a:extLst>
              </p:cNvPr>
              <p:cNvSpPr/>
              <p:nvPr/>
            </p:nvSpPr>
            <p:spPr>
              <a:xfrm flipH="1" flipV="1">
                <a:off x="2426472" y="325550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8" name="Rectangle 277">
                <a:extLst>
                  <a:ext uri="{FF2B5EF4-FFF2-40B4-BE49-F238E27FC236}">
                    <a16:creationId xmlns:a16="http://schemas.microsoft.com/office/drawing/2014/main" id="{FC94ECFD-337D-2746-51D9-2B4D50381BF9}"/>
                  </a:ext>
                </a:extLst>
              </p:cNvPr>
              <p:cNvSpPr/>
              <p:nvPr/>
            </p:nvSpPr>
            <p:spPr>
              <a:xfrm flipH="1" flipV="1">
                <a:off x="2564441" y="3255506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79" name="Rectangle 278">
                <a:extLst>
                  <a:ext uri="{FF2B5EF4-FFF2-40B4-BE49-F238E27FC236}">
                    <a16:creationId xmlns:a16="http://schemas.microsoft.com/office/drawing/2014/main" id="{4C5769BC-47D3-71E4-BBAE-B58369418B6F}"/>
                  </a:ext>
                </a:extLst>
              </p:cNvPr>
              <p:cNvSpPr/>
              <p:nvPr/>
            </p:nvSpPr>
            <p:spPr>
              <a:xfrm flipH="1" flipV="1">
                <a:off x="2426472" y="336277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80" name="Rectangle 279">
                <a:extLst>
                  <a:ext uri="{FF2B5EF4-FFF2-40B4-BE49-F238E27FC236}">
                    <a16:creationId xmlns:a16="http://schemas.microsoft.com/office/drawing/2014/main" id="{0CFF1100-D13C-38BB-A44B-F331416FFFF5}"/>
                  </a:ext>
                </a:extLst>
              </p:cNvPr>
              <p:cNvSpPr/>
              <p:nvPr/>
            </p:nvSpPr>
            <p:spPr>
              <a:xfrm flipH="1" flipV="1">
                <a:off x="2564441" y="3362775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81" name="Rectangle 280">
                <a:extLst>
                  <a:ext uri="{FF2B5EF4-FFF2-40B4-BE49-F238E27FC236}">
                    <a16:creationId xmlns:a16="http://schemas.microsoft.com/office/drawing/2014/main" id="{3F07FC20-ED70-79E8-BAC5-FB71126F1512}"/>
                  </a:ext>
                </a:extLst>
              </p:cNvPr>
              <p:cNvSpPr/>
              <p:nvPr/>
            </p:nvSpPr>
            <p:spPr>
              <a:xfrm flipH="1" flipV="1">
                <a:off x="2426472" y="347004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82" name="Rectangle 281">
                <a:extLst>
                  <a:ext uri="{FF2B5EF4-FFF2-40B4-BE49-F238E27FC236}">
                    <a16:creationId xmlns:a16="http://schemas.microsoft.com/office/drawing/2014/main" id="{5E1458BB-7394-51F0-66D1-A1228140E92F}"/>
                  </a:ext>
                </a:extLst>
              </p:cNvPr>
              <p:cNvSpPr/>
              <p:nvPr/>
            </p:nvSpPr>
            <p:spPr>
              <a:xfrm flipH="1" flipV="1">
                <a:off x="2564441" y="3470044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83" name="Rectangle 282">
                <a:extLst>
                  <a:ext uri="{FF2B5EF4-FFF2-40B4-BE49-F238E27FC236}">
                    <a16:creationId xmlns:a16="http://schemas.microsoft.com/office/drawing/2014/main" id="{08A95374-3AA0-E2AF-1E6E-888DC34356AF}"/>
                  </a:ext>
                </a:extLst>
              </p:cNvPr>
              <p:cNvSpPr/>
              <p:nvPr/>
            </p:nvSpPr>
            <p:spPr>
              <a:xfrm flipH="1" flipV="1">
                <a:off x="2426472" y="3577313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84" name="Rectangle 283">
                <a:extLst>
                  <a:ext uri="{FF2B5EF4-FFF2-40B4-BE49-F238E27FC236}">
                    <a16:creationId xmlns:a16="http://schemas.microsoft.com/office/drawing/2014/main" id="{3BCA8D68-6620-4B64-702E-C5AFDBF72423}"/>
                  </a:ext>
                </a:extLst>
              </p:cNvPr>
              <p:cNvSpPr/>
              <p:nvPr/>
            </p:nvSpPr>
            <p:spPr>
              <a:xfrm flipH="1" flipV="1">
                <a:off x="2564441" y="3577313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85" name="Rectangle 284">
                <a:extLst>
                  <a:ext uri="{FF2B5EF4-FFF2-40B4-BE49-F238E27FC236}">
                    <a16:creationId xmlns:a16="http://schemas.microsoft.com/office/drawing/2014/main" id="{12C66B7C-9A02-4677-8DA1-EF2B34547080}"/>
                  </a:ext>
                </a:extLst>
              </p:cNvPr>
              <p:cNvSpPr/>
              <p:nvPr/>
            </p:nvSpPr>
            <p:spPr>
              <a:xfrm flipH="1" flipV="1">
                <a:off x="2426472" y="3684582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86" name="Rectangle 285">
                <a:extLst>
                  <a:ext uri="{FF2B5EF4-FFF2-40B4-BE49-F238E27FC236}">
                    <a16:creationId xmlns:a16="http://schemas.microsoft.com/office/drawing/2014/main" id="{826863A6-16DF-0F0B-492D-56E973BF866A}"/>
                  </a:ext>
                </a:extLst>
              </p:cNvPr>
              <p:cNvSpPr/>
              <p:nvPr/>
            </p:nvSpPr>
            <p:spPr>
              <a:xfrm flipH="1" flipV="1">
                <a:off x="2564441" y="3684582"/>
                <a:ext cx="137969" cy="107269"/>
              </a:xfrm>
              <a:prstGeom prst="rect">
                <a:avLst/>
              </a:prstGeom>
              <a:solidFill>
                <a:schemeClr val="accent5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ysClr val="windowText" lastClr="000000"/>
                  </a:solidFill>
                </a:endParaRPr>
              </a:p>
            </p:txBody>
          </p:sp>
        </p:grpSp>
      </p:grp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6D4CE387-7E43-9E6F-226E-1581A862DAE4}"/>
              </a:ext>
            </a:extLst>
          </p:cNvPr>
          <p:cNvGrpSpPr/>
          <p:nvPr/>
        </p:nvGrpSpPr>
        <p:grpSpPr>
          <a:xfrm>
            <a:off x="4703750" y="4084007"/>
            <a:ext cx="1178410" cy="107269"/>
            <a:chOff x="1524000" y="2410846"/>
            <a:chExt cx="1178410" cy="107269"/>
          </a:xfrm>
          <a:solidFill>
            <a:srgbClr val="FFC000"/>
          </a:solidFill>
        </p:grpSpPr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8AADF4C5-17FF-B9B7-6A60-81058101A9E4}"/>
                </a:ext>
              </a:extLst>
            </p:cNvPr>
            <p:cNvSpPr/>
            <p:nvPr/>
          </p:nvSpPr>
          <p:spPr>
            <a:xfrm flipH="1" flipV="1">
              <a:off x="1524000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90" name="Rectangle 289">
              <a:extLst>
                <a:ext uri="{FF2B5EF4-FFF2-40B4-BE49-F238E27FC236}">
                  <a16:creationId xmlns:a16="http://schemas.microsoft.com/office/drawing/2014/main" id="{5AE160CB-0D11-4735-EF46-2CBB6445BB6E}"/>
                </a:ext>
              </a:extLst>
            </p:cNvPr>
            <p:cNvSpPr/>
            <p:nvPr/>
          </p:nvSpPr>
          <p:spPr>
            <a:xfrm flipH="1" flipV="1">
              <a:off x="1661969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881DB1FC-8D4B-15F3-92E0-F9D6909B6AD6}"/>
                </a:ext>
              </a:extLst>
            </p:cNvPr>
            <p:cNvSpPr/>
            <p:nvPr/>
          </p:nvSpPr>
          <p:spPr>
            <a:xfrm flipH="1" flipV="1">
              <a:off x="1799938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75BEABAC-5C78-24FB-4A75-CDBC809B9A62}"/>
                </a:ext>
              </a:extLst>
            </p:cNvPr>
            <p:cNvSpPr/>
            <p:nvPr/>
          </p:nvSpPr>
          <p:spPr>
            <a:xfrm flipH="1" flipV="1">
              <a:off x="1937907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93" name="Rectangle 292">
              <a:extLst>
                <a:ext uri="{FF2B5EF4-FFF2-40B4-BE49-F238E27FC236}">
                  <a16:creationId xmlns:a16="http://schemas.microsoft.com/office/drawing/2014/main" id="{599B65DB-42F2-8B7B-3EA3-8B6C877AA247}"/>
                </a:ext>
              </a:extLst>
            </p:cNvPr>
            <p:cNvSpPr/>
            <p:nvPr/>
          </p:nvSpPr>
          <p:spPr>
            <a:xfrm flipH="1" flipV="1">
              <a:off x="2426472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A4EAE704-5E56-D489-DDC7-75B0CC5E35A9}"/>
                </a:ext>
              </a:extLst>
            </p:cNvPr>
            <p:cNvSpPr/>
            <p:nvPr/>
          </p:nvSpPr>
          <p:spPr>
            <a:xfrm flipH="1" flipV="1">
              <a:off x="2564441" y="2410846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1004DA43-9817-AE2F-0BCC-1BB20B5BD3BE}"/>
              </a:ext>
            </a:extLst>
          </p:cNvPr>
          <p:cNvGrpSpPr/>
          <p:nvPr/>
        </p:nvGrpSpPr>
        <p:grpSpPr>
          <a:xfrm>
            <a:off x="4703750" y="4178998"/>
            <a:ext cx="1178410" cy="321807"/>
            <a:chOff x="1524000" y="3791851"/>
            <a:chExt cx="1178410" cy="321807"/>
          </a:xfrm>
          <a:solidFill>
            <a:srgbClr val="FFC000"/>
          </a:solidFill>
        </p:grpSpPr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4AFDFF56-9B77-9111-E64E-F984272C7847}"/>
                </a:ext>
              </a:extLst>
            </p:cNvPr>
            <p:cNvSpPr/>
            <p:nvPr/>
          </p:nvSpPr>
          <p:spPr>
            <a:xfrm flipH="1" flipV="1">
              <a:off x="1524000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BAFE4B27-EDFC-C188-B238-89F1E58C4437}"/>
                </a:ext>
              </a:extLst>
            </p:cNvPr>
            <p:cNvSpPr/>
            <p:nvPr/>
          </p:nvSpPr>
          <p:spPr>
            <a:xfrm flipH="1" flipV="1">
              <a:off x="1661969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98" name="Rectangle 297">
              <a:extLst>
                <a:ext uri="{FF2B5EF4-FFF2-40B4-BE49-F238E27FC236}">
                  <a16:creationId xmlns:a16="http://schemas.microsoft.com/office/drawing/2014/main" id="{9C41A9C0-C06D-D3C2-89E3-890CF266355E}"/>
                </a:ext>
              </a:extLst>
            </p:cNvPr>
            <p:cNvSpPr/>
            <p:nvPr/>
          </p:nvSpPr>
          <p:spPr>
            <a:xfrm flipH="1" flipV="1">
              <a:off x="1799938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299" name="Rectangle 298">
              <a:extLst>
                <a:ext uri="{FF2B5EF4-FFF2-40B4-BE49-F238E27FC236}">
                  <a16:creationId xmlns:a16="http://schemas.microsoft.com/office/drawing/2014/main" id="{3071316C-0639-94F8-9068-1B1A5A56265E}"/>
                </a:ext>
              </a:extLst>
            </p:cNvPr>
            <p:cNvSpPr/>
            <p:nvPr/>
          </p:nvSpPr>
          <p:spPr>
            <a:xfrm flipH="1" flipV="1">
              <a:off x="1937907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00" name="Rectangle 299">
              <a:extLst>
                <a:ext uri="{FF2B5EF4-FFF2-40B4-BE49-F238E27FC236}">
                  <a16:creationId xmlns:a16="http://schemas.microsoft.com/office/drawing/2014/main" id="{72D2A58E-A23B-72E7-A490-8563949EFB56}"/>
                </a:ext>
              </a:extLst>
            </p:cNvPr>
            <p:cNvSpPr/>
            <p:nvPr/>
          </p:nvSpPr>
          <p:spPr>
            <a:xfrm flipH="1" flipV="1">
              <a:off x="1524000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6F2829A7-DAA6-2722-994A-14A9FB2E44AE}"/>
                </a:ext>
              </a:extLst>
            </p:cNvPr>
            <p:cNvSpPr/>
            <p:nvPr/>
          </p:nvSpPr>
          <p:spPr>
            <a:xfrm flipH="1" flipV="1">
              <a:off x="1661969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AC2AF0D0-C84E-5DD1-5B53-D700C88E05A0}"/>
                </a:ext>
              </a:extLst>
            </p:cNvPr>
            <p:cNvSpPr/>
            <p:nvPr/>
          </p:nvSpPr>
          <p:spPr>
            <a:xfrm flipH="1" flipV="1">
              <a:off x="1799938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id="{CE1640CE-99E6-3A81-DABE-D62B6B4F4D64}"/>
                </a:ext>
              </a:extLst>
            </p:cNvPr>
            <p:cNvSpPr/>
            <p:nvPr/>
          </p:nvSpPr>
          <p:spPr>
            <a:xfrm flipH="1" flipV="1">
              <a:off x="1937907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04" name="Rectangle 303">
              <a:extLst>
                <a:ext uri="{FF2B5EF4-FFF2-40B4-BE49-F238E27FC236}">
                  <a16:creationId xmlns:a16="http://schemas.microsoft.com/office/drawing/2014/main" id="{3EDE9A3E-6F3F-9BEB-20F0-7E8A4B41263B}"/>
                </a:ext>
              </a:extLst>
            </p:cNvPr>
            <p:cNvSpPr/>
            <p:nvPr/>
          </p:nvSpPr>
          <p:spPr>
            <a:xfrm flipH="1" flipV="1">
              <a:off x="1524000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05" name="Rectangle 304">
              <a:extLst>
                <a:ext uri="{FF2B5EF4-FFF2-40B4-BE49-F238E27FC236}">
                  <a16:creationId xmlns:a16="http://schemas.microsoft.com/office/drawing/2014/main" id="{1566573A-462F-68C5-76BA-8E4059781352}"/>
                </a:ext>
              </a:extLst>
            </p:cNvPr>
            <p:cNvSpPr/>
            <p:nvPr/>
          </p:nvSpPr>
          <p:spPr>
            <a:xfrm flipH="1" flipV="1">
              <a:off x="1661969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6FF0FCB4-24F0-2BDA-0CF7-976E12A4ECE7}"/>
                </a:ext>
              </a:extLst>
            </p:cNvPr>
            <p:cNvSpPr/>
            <p:nvPr/>
          </p:nvSpPr>
          <p:spPr>
            <a:xfrm flipH="1" flipV="1">
              <a:off x="1799938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07" name="Rectangle 306">
              <a:extLst>
                <a:ext uri="{FF2B5EF4-FFF2-40B4-BE49-F238E27FC236}">
                  <a16:creationId xmlns:a16="http://schemas.microsoft.com/office/drawing/2014/main" id="{F3CAC416-1C8E-DE11-FA75-E8C49B8167A2}"/>
                </a:ext>
              </a:extLst>
            </p:cNvPr>
            <p:cNvSpPr/>
            <p:nvPr/>
          </p:nvSpPr>
          <p:spPr>
            <a:xfrm flipH="1" flipV="1">
              <a:off x="1937907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08" name="Rectangle 307">
              <a:extLst>
                <a:ext uri="{FF2B5EF4-FFF2-40B4-BE49-F238E27FC236}">
                  <a16:creationId xmlns:a16="http://schemas.microsoft.com/office/drawing/2014/main" id="{3202A084-63F0-B718-CD29-189EDFDA9F10}"/>
                </a:ext>
              </a:extLst>
            </p:cNvPr>
            <p:cNvSpPr/>
            <p:nvPr/>
          </p:nvSpPr>
          <p:spPr>
            <a:xfrm flipH="1" flipV="1">
              <a:off x="2426472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69044E3E-425C-F22E-F63B-1BF1A5EB3CCE}"/>
                </a:ext>
              </a:extLst>
            </p:cNvPr>
            <p:cNvSpPr/>
            <p:nvPr/>
          </p:nvSpPr>
          <p:spPr>
            <a:xfrm flipH="1" flipV="1">
              <a:off x="2564441" y="3791851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10" name="Rectangle 309">
              <a:extLst>
                <a:ext uri="{FF2B5EF4-FFF2-40B4-BE49-F238E27FC236}">
                  <a16:creationId xmlns:a16="http://schemas.microsoft.com/office/drawing/2014/main" id="{1577F140-83AE-6924-73FE-A2A99387CA13}"/>
                </a:ext>
              </a:extLst>
            </p:cNvPr>
            <p:cNvSpPr/>
            <p:nvPr/>
          </p:nvSpPr>
          <p:spPr>
            <a:xfrm flipH="1" flipV="1">
              <a:off x="2426472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11" name="Rectangle 310">
              <a:extLst>
                <a:ext uri="{FF2B5EF4-FFF2-40B4-BE49-F238E27FC236}">
                  <a16:creationId xmlns:a16="http://schemas.microsoft.com/office/drawing/2014/main" id="{8D9BF3C3-F049-ECF4-FEDA-EE159B07D2A5}"/>
                </a:ext>
              </a:extLst>
            </p:cNvPr>
            <p:cNvSpPr/>
            <p:nvPr/>
          </p:nvSpPr>
          <p:spPr>
            <a:xfrm flipH="1" flipV="1">
              <a:off x="2564441" y="3899120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1C09B4D6-CEC3-908F-CCAF-199EFB2FDCBE}"/>
                </a:ext>
              </a:extLst>
            </p:cNvPr>
            <p:cNvSpPr/>
            <p:nvPr/>
          </p:nvSpPr>
          <p:spPr>
            <a:xfrm flipH="1" flipV="1">
              <a:off x="2426472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E0CEA05E-9780-3119-6C30-6E745EF7027C}"/>
                </a:ext>
              </a:extLst>
            </p:cNvPr>
            <p:cNvSpPr/>
            <p:nvPr/>
          </p:nvSpPr>
          <p:spPr>
            <a:xfrm flipH="1" flipV="1">
              <a:off x="2564441" y="4006389"/>
              <a:ext cx="137969" cy="10726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14" name="TextBox 313">
            <a:extLst>
              <a:ext uri="{FF2B5EF4-FFF2-40B4-BE49-F238E27FC236}">
                <a16:creationId xmlns:a16="http://schemas.microsoft.com/office/drawing/2014/main" id="{26689935-8D95-49AD-F0E0-68045AB5A4E1}"/>
              </a:ext>
            </a:extLst>
          </p:cNvPr>
          <p:cNvSpPr txBox="1"/>
          <p:nvPr/>
        </p:nvSpPr>
        <p:spPr bwMode="auto">
          <a:xfrm>
            <a:off x="6290732" y="2266949"/>
            <a:ext cx="863601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r>
              <a:rPr lang="en-US" sz="2800">
                <a:solidFill>
                  <a:srgbClr val="29551A"/>
                </a:solidFill>
              </a:rPr>
              <a:t>Training Data</a:t>
            </a:r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91A0B150-53EB-8F21-4523-F61D2F542AB7}"/>
              </a:ext>
            </a:extLst>
          </p:cNvPr>
          <p:cNvSpPr txBox="1"/>
          <p:nvPr/>
        </p:nvSpPr>
        <p:spPr bwMode="auto">
          <a:xfrm>
            <a:off x="6290732" y="4171082"/>
            <a:ext cx="863601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r>
              <a:rPr lang="en-US" sz="2800">
                <a:solidFill>
                  <a:srgbClr val="29551A"/>
                </a:solidFill>
              </a:rPr>
              <a:t>Testing Data</a:t>
            </a:r>
          </a:p>
        </p:txBody>
      </p:sp>
      <p:cxnSp>
        <p:nvCxnSpPr>
          <p:cNvPr id="316" name="Elbow Connector 315">
            <a:extLst>
              <a:ext uri="{FF2B5EF4-FFF2-40B4-BE49-F238E27FC236}">
                <a16:creationId xmlns:a16="http://schemas.microsoft.com/office/drawing/2014/main" id="{EFE6CFE2-1904-B159-F538-C6030895C7A4}"/>
              </a:ext>
            </a:extLst>
          </p:cNvPr>
          <p:cNvCxnSpPr>
            <a:cxnSpLocks/>
            <a:endCxn id="227" idx="3"/>
          </p:cNvCxnSpPr>
          <p:nvPr/>
        </p:nvCxnSpPr>
        <p:spPr>
          <a:xfrm flipV="1">
            <a:off x="3335867" y="2354561"/>
            <a:ext cx="1364972" cy="845839"/>
          </a:xfrm>
          <a:prstGeom prst="bentConnector3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Elbow Connector 318">
            <a:extLst>
              <a:ext uri="{FF2B5EF4-FFF2-40B4-BE49-F238E27FC236}">
                <a16:creationId xmlns:a16="http://schemas.microsoft.com/office/drawing/2014/main" id="{6F2AD486-34DB-631D-A245-4B17A4394722}"/>
              </a:ext>
            </a:extLst>
          </p:cNvPr>
          <p:cNvCxnSpPr>
            <a:cxnSpLocks/>
          </p:cNvCxnSpPr>
          <p:nvPr/>
        </p:nvCxnSpPr>
        <p:spPr>
          <a:xfrm>
            <a:off x="3335867" y="3200400"/>
            <a:ext cx="1364972" cy="1109133"/>
          </a:xfrm>
          <a:prstGeom prst="bentConnector3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0525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" grpId="0"/>
      <p:bldP spid="3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516299-ADC7-0F7B-06C3-30433BC55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Hypotheses and Generalization</a:t>
            </a:r>
          </a:p>
        </p:txBody>
      </p:sp>
    </p:spTree>
    <p:extLst>
      <p:ext uri="{BB962C8B-B14F-4D97-AF65-F5344CB8AC3E}">
        <p14:creationId xmlns:p14="http://schemas.microsoft.com/office/powerpoint/2010/main" val="1378957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87159B6-7D8F-6B30-0447-1E606BB2D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Learning Types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85366A-8AD5-40D0-9A44-F2502E936D3A}"/>
              </a:ext>
            </a:extLst>
          </p:cNvPr>
          <p:cNvSpPr/>
          <p:nvPr/>
        </p:nvSpPr>
        <p:spPr>
          <a:xfrm>
            <a:off x="4032636" y="826936"/>
            <a:ext cx="1542553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Machine Learning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CCFDDF-3F6D-6B26-1474-D93F780D923C}"/>
              </a:ext>
            </a:extLst>
          </p:cNvPr>
          <p:cNvSpPr/>
          <p:nvPr/>
        </p:nvSpPr>
        <p:spPr>
          <a:xfrm>
            <a:off x="1400754" y="1909638"/>
            <a:ext cx="1542553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Supervised Learning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486D57-32E1-D5D3-D52C-2644B6F30FB1}"/>
              </a:ext>
            </a:extLst>
          </p:cNvPr>
          <p:cNvSpPr/>
          <p:nvPr/>
        </p:nvSpPr>
        <p:spPr>
          <a:xfrm>
            <a:off x="3986254" y="1909638"/>
            <a:ext cx="1635319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Unsupervised Learning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E607E9-1F27-A3BB-1934-E3DF354D4FB0}"/>
              </a:ext>
            </a:extLst>
          </p:cNvPr>
          <p:cNvSpPr/>
          <p:nvPr/>
        </p:nvSpPr>
        <p:spPr>
          <a:xfrm>
            <a:off x="6560380" y="1909638"/>
            <a:ext cx="1756684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Reinforcement Learning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BFAA73A-0E57-DBAE-7CC9-6A761AA8D399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4803913" y="1423284"/>
            <a:ext cx="1" cy="486354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4BDBDAF5-F5A3-EFE5-D7CD-2E908D9B1AA0}"/>
              </a:ext>
            </a:extLst>
          </p:cNvPr>
          <p:cNvCxnSpPr>
            <a:stCxn id="4" idx="2"/>
            <a:endCxn id="5" idx="0"/>
          </p:cNvCxnSpPr>
          <p:nvPr/>
        </p:nvCxnSpPr>
        <p:spPr>
          <a:xfrm rot="5400000">
            <a:off x="3244795" y="350520"/>
            <a:ext cx="486354" cy="2631882"/>
          </a:xfrm>
          <a:prstGeom prst="bentConnector3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5B044D39-44FC-962F-25EA-17A1C28121CD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rot="16200000" flipH="1">
            <a:off x="5878140" y="349056"/>
            <a:ext cx="486354" cy="2634809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DD847C22-38E5-6C37-858B-605000666904}"/>
              </a:ext>
            </a:extLst>
          </p:cNvPr>
          <p:cNvSpPr/>
          <p:nvPr/>
        </p:nvSpPr>
        <p:spPr>
          <a:xfrm>
            <a:off x="403189" y="2992340"/>
            <a:ext cx="1542553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Linear Regression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93B248-34DF-63D2-90A1-184924B28E47}"/>
              </a:ext>
            </a:extLst>
          </p:cNvPr>
          <p:cNvSpPr/>
          <p:nvPr/>
        </p:nvSpPr>
        <p:spPr>
          <a:xfrm>
            <a:off x="2291738" y="2992340"/>
            <a:ext cx="1542553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Neural Networks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562BDA-50AA-D708-A2CC-C8A7734CA0A0}"/>
              </a:ext>
            </a:extLst>
          </p:cNvPr>
          <p:cNvSpPr/>
          <p:nvPr/>
        </p:nvSpPr>
        <p:spPr>
          <a:xfrm>
            <a:off x="4180288" y="2993428"/>
            <a:ext cx="2380092" cy="596348"/>
          </a:xfrm>
          <a:prstGeom prst="rect">
            <a:avLst/>
          </a:prstGeom>
          <a:solidFill>
            <a:schemeClr val="accent5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And many other algorithms</a:t>
            </a:r>
          </a:p>
        </p:txBody>
      </p: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3FF12AEB-8490-7653-662C-DF1E28727A91}"/>
              </a:ext>
            </a:extLst>
          </p:cNvPr>
          <p:cNvCxnSpPr>
            <a:cxnSpLocks/>
            <a:stCxn id="5" idx="2"/>
            <a:endCxn id="15" idx="0"/>
          </p:cNvCxnSpPr>
          <p:nvPr/>
        </p:nvCxnSpPr>
        <p:spPr>
          <a:xfrm rot="5400000">
            <a:off x="1430072" y="2250381"/>
            <a:ext cx="486354" cy="997565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4B61B878-99B0-F800-9E9E-C3935D4E22AD}"/>
              </a:ext>
            </a:extLst>
          </p:cNvPr>
          <p:cNvCxnSpPr>
            <a:cxnSpLocks/>
            <a:stCxn id="5" idx="2"/>
            <a:endCxn id="16" idx="0"/>
          </p:cNvCxnSpPr>
          <p:nvPr/>
        </p:nvCxnSpPr>
        <p:spPr>
          <a:xfrm rot="16200000" flipH="1">
            <a:off x="2374346" y="2303671"/>
            <a:ext cx="486354" cy="890984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B6E0DDAC-1BB2-8362-1802-8F63FFEB7D21}"/>
              </a:ext>
            </a:extLst>
          </p:cNvPr>
          <p:cNvCxnSpPr>
            <a:cxnSpLocks/>
            <a:stCxn id="5" idx="2"/>
            <a:endCxn id="17" idx="0"/>
          </p:cNvCxnSpPr>
          <p:nvPr/>
        </p:nvCxnSpPr>
        <p:spPr>
          <a:xfrm rot="16200000" flipH="1">
            <a:off x="3527461" y="1150555"/>
            <a:ext cx="487442" cy="3198303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03BD934D-1BA6-561A-1D50-E3CCBADD2846}"/>
              </a:ext>
            </a:extLst>
          </p:cNvPr>
          <p:cNvSpPr/>
          <p:nvPr/>
        </p:nvSpPr>
        <p:spPr>
          <a:xfrm>
            <a:off x="399933" y="2992340"/>
            <a:ext cx="1542554" cy="596348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414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2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9B53D9D-0DD8-40B0-787B-D0D0821FB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 Models (Single Variable)</a:t>
            </a:r>
          </a:p>
        </p:txBody>
      </p:sp>
    </p:spTree>
    <p:extLst>
      <p:ext uri="{BB962C8B-B14F-4D97-AF65-F5344CB8AC3E}">
        <p14:creationId xmlns:p14="http://schemas.microsoft.com/office/powerpoint/2010/main" val="389281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6BC564-2025-A67D-81ED-8EE57EF43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Single Variable Linear Regression (Closed Form Solution)</a:t>
            </a:r>
          </a:p>
        </p:txBody>
      </p:sp>
    </p:spTree>
    <p:extLst>
      <p:ext uri="{BB962C8B-B14F-4D97-AF65-F5344CB8AC3E}">
        <p14:creationId xmlns:p14="http://schemas.microsoft.com/office/powerpoint/2010/main" val="4196524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8D7B894-F7AA-09E8-4321-9CE10EAEACD1}"/>
                  </a:ext>
                </a:extLst>
              </p:cNvPr>
              <p:cNvSpPr>
                <a:spLocks noGrp="1"/>
              </p:cNvSpPr>
              <p:nvPr>
                <p:ph idx="26"/>
              </p:nvPr>
            </p:nvSpPr>
            <p:spPr>
              <a:xfrm>
                <a:off x="412940" y="655532"/>
                <a:ext cx="8318119" cy="365017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600" dirty="0"/>
                  <a:t>What if the output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600" dirty="0"/>
                  <a:t> is a linear function of multiple inputs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sz="1600" dirty="0"/>
                  <a:t>:</a:t>
                </a:r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1600" dirty="0"/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We can sort out training data into matrix form: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×1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  <m:sup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eqArr>
                              </m:e>
                            </m:mr>
                            <m:m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  <m:sup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×1</m:t>
                          </m:r>
                        </m:sub>
                      </m:sSub>
                    </m:oMath>
                  </m:oMathPara>
                </a14:m>
                <a:endParaRPr lang="en-US" sz="1600" b="0" dirty="0"/>
              </a:p>
              <a:p>
                <a:pPr marL="0" indent="0">
                  <a:buNone/>
                </a:pPr>
                <a:r>
                  <a:rPr lang="en-US" sz="1600" dirty="0"/>
                  <a:t>Here,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600" dirty="0"/>
                  <a:t> is an augmented input matrix</a:t>
                </a:r>
                <a:endParaRPr lang="en-US" sz="1600" b="0" dirty="0"/>
              </a:p>
              <a:p>
                <a:pPr marL="0" indent="0">
                  <a:buNone/>
                </a:pPr>
                <a:r>
                  <a:rPr lang="en-US" sz="1600" dirty="0"/>
                  <a:t>The Solution for optimal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sz="1600" dirty="0"/>
                  <a:t> remains the same: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8D7B894-F7AA-09E8-4321-9CE10EAEAC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26"/>
              </p:nvPr>
            </p:nvSpPr>
            <p:spPr>
              <a:xfrm>
                <a:off x="412940" y="655532"/>
                <a:ext cx="8318119" cy="3650177"/>
              </a:xfrm>
              <a:blipFill>
                <a:blip r:embed="rId2"/>
                <a:stretch>
                  <a:fillRect l="-457" t="-347"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0B9908E9-B0C8-2177-EC0B-53F05501D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1800" dirty="0"/>
              <a:t>Generalization of Linear Regression (Multivariate linear regression)</a:t>
            </a:r>
          </a:p>
        </p:txBody>
      </p:sp>
    </p:spTree>
    <p:extLst>
      <p:ext uri="{BB962C8B-B14F-4D97-AF65-F5344CB8AC3E}">
        <p14:creationId xmlns:p14="http://schemas.microsoft.com/office/powerpoint/2010/main" val="528445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6BA99-4964-4726-852B-87612B9C4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F840553-2C06-28C8-72BB-1049AF5165EA}"/>
                  </a:ext>
                </a:extLst>
              </p:cNvPr>
              <p:cNvSpPr>
                <a:spLocks noGrp="1"/>
              </p:cNvSpPr>
              <p:nvPr>
                <p:ph idx="26"/>
              </p:nvPr>
            </p:nvSpPr>
            <p:spPr>
              <a:xfrm>
                <a:off x="412940" y="655532"/>
                <a:ext cx="8318119" cy="365017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600" dirty="0"/>
                  <a:t>What if the output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600" dirty="0"/>
                  <a:t> is a polynomial function of one input? </a:t>
                </a:r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600" i="1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1600" dirty="0"/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We can sort out training data into matrix form: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×1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  <m:e>
                                <m:sSup>
                                  <m:s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16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60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𝑁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</m:eqArr>
                              </m:e>
                            </m:mr>
                            <m:m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  <m:e>
                                <m:sSup>
                                  <m:s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𝑁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×1</m:t>
                          </m:r>
                        </m:sub>
                      </m:sSub>
                    </m:oMath>
                  </m:oMathPara>
                </a14:m>
                <a:endParaRPr lang="en-US" sz="1600" b="0" dirty="0"/>
              </a:p>
              <a:p>
                <a:pPr marL="0" indent="0">
                  <a:buNone/>
                </a:pPr>
                <a:r>
                  <a:rPr lang="en-US" sz="1600" dirty="0"/>
                  <a:t>Here,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600" b="0" dirty="0"/>
                  <a:t> is an augmented input matrix</a:t>
                </a:r>
              </a:p>
              <a:p>
                <a:pPr marL="0" indent="0">
                  <a:buNone/>
                </a:pPr>
                <a:r>
                  <a:rPr lang="en-US" sz="1600" dirty="0"/>
                  <a:t>The Solution for optimal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sz="1600" dirty="0"/>
                  <a:t> remains the same: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F840553-2C06-28C8-72BB-1049AF5165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26"/>
              </p:nvPr>
            </p:nvSpPr>
            <p:spPr>
              <a:xfrm>
                <a:off x="412940" y="655532"/>
                <a:ext cx="8318119" cy="3650177"/>
              </a:xfrm>
              <a:blipFill>
                <a:blip r:embed="rId2"/>
                <a:stretch>
                  <a:fillRect l="-457" t="-347"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2B7E6FF5-3F66-09F6-BCAF-067344676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1800" dirty="0"/>
              <a:t>Generalization of Linear Regression (Polynomial regression)</a:t>
            </a:r>
          </a:p>
        </p:txBody>
      </p:sp>
    </p:spTree>
    <p:extLst>
      <p:ext uri="{BB962C8B-B14F-4D97-AF65-F5344CB8AC3E}">
        <p14:creationId xmlns:p14="http://schemas.microsoft.com/office/powerpoint/2010/main" val="1476012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CP_PPT_STANDARD_V1" val="bFGnCw1I"/>
  <p:tag name="ARTICULATE_SLIDE_THUMBNAIL_REFRESH" val="1"/>
  <p:tag name="ARTICULATE_SLIDE_COUNT" val="6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CP_ppt_standard_v1">
  <a:themeElements>
    <a:clrScheme name="Cal Poly Theme 1">
      <a:dk1>
        <a:srgbClr val="000000"/>
      </a:dk1>
      <a:lt1>
        <a:sysClr val="window" lastClr="FFFFFF"/>
      </a:lt1>
      <a:dk2>
        <a:srgbClr val="143B1E"/>
      </a:dk2>
      <a:lt2>
        <a:srgbClr val="EEECE1"/>
      </a:lt2>
      <a:accent1>
        <a:srgbClr val="857756"/>
      </a:accent1>
      <a:accent2>
        <a:srgbClr val="7E7462"/>
      </a:accent2>
      <a:accent3>
        <a:srgbClr val="3B3523"/>
      </a:accent3>
      <a:accent4>
        <a:srgbClr val="4F512F"/>
      </a:accent4>
      <a:accent5>
        <a:srgbClr val="273015"/>
      </a:accent5>
      <a:accent6>
        <a:srgbClr val="C6C0B7"/>
      </a:accent6>
      <a:hlink>
        <a:srgbClr val="857756"/>
      </a:hlink>
      <a:folHlink>
        <a:srgbClr val="7E7462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  <a:ext uri="{FAA26D3D-D897-4be2-8F04-BA451C77F1D7}">
            <ma14:placeholderFlag xmlns="" xmlns:ma14="http://schemas.microsoft.com/office/mac/drawingml/2011/main" val="1"/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normAutofit/>
      </a:bodyPr>
      <a:lstStyle>
        <a:defPPr>
          <a:defRPr sz="2800" dirty="0" smtClean="0">
            <a:solidFill>
              <a:srgbClr val="29551A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6684</TotalTime>
  <Words>285</Words>
  <Application>Microsoft Macintosh PowerPoint</Application>
  <PresentationFormat>On-screen Show (16:9)</PresentationFormat>
  <Paragraphs>61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 Math</vt:lpstr>
      <vt:lpstr>Palatino Linotype</vt:lpstr>
      <vt:lpstr>CP_ppt_standard_v1</vt:lpstr>
      <vt:lpstr>Supervised Learning and Linear Regression</vt:lpstr>
      <vt:lpstr>Overview</vt:lpstr>
      <vt:lpstr>Machine Learning Types</vt:lpstr>
      <vt:lpstr>Supervised Learning Goal</vt:lpstr>
      <vt:lpstr>Hypotheses and Generalization</vt:lpstr>
      <vt:lpstr>Machine Learning Types</vt:lpstr>
      <vt:lpstr>Linear Regression Models (Single Variable)</vt:lpstr>
      <vt:lpstr>Single Variable Linear Regression (Closed Form Solution)</vt:lpstr>
      <vt:lpstr>Generalization of Linear Regression (Multivariate linear regression)</vt:lpstr>
      <vt:lpstr>Generalization of Linear Regression (Polynomial regression)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AI and Machine Learning?</dc:title>
  <cp:lastModifiedBy>Mohammad Hasan</cp:lastModifiedBy>
  <cp:revision>197</cp:revision>
  <dcterms:modified xsi:type="dcterms:W3CDTF">2026-09-10T16:22:49Z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118AC62C-6063-445C-83E0-64D5A29EA3D4</vt:lpwstr>
  </property>
  <property fmtid="{D5CDD505-2E9C-101B-9397-08002B2CF9AE}" pid="3" name="ArticulatePath">
    <vt:lpwstr>Unconscious Bias in the Engineering Faculty Search Process_v3</vt:lpwstr>
  </property>
</Properties>
</file>