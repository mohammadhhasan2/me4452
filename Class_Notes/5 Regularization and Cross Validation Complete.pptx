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3"/>
  </p:notesMasterIdLst>
  <p:sldIdLst>
    <p:sldId id="315" r:id="rId2"/>
    <p:sldId id="363" r:id="rId3"/>
    <p:sldId id="364" r:id="rId4"/>
    <p:sldId id="343" r:id="rId5"/>
    <p:sldId id="353" r:id="rId6"/>
    <p:sldId id="367" r:id="rId7"/>
    <p:sldId id="368" r:id="rId8"/>
    <p:sldId id="355" r:id="rId9"/>
    <p:sldId id="365" r:id="rId10"/>
    <p:sldId id="362" r:id="rId11"/>
    <p:sldId id="360" r:id="rId12"/>
  </p:sldIdLst>
  <p:sldSz cx="9144000" cy="5143500" type="screen16x9"/>
  <p:notesSz cx="9236075" cy="7010400"/>
  <p:custDataLst>
    <p:tags r:id="rId1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9-16T22:11:50.831"/>
    <p1510:client id="{4FC57FA3-C7BF-C94A-A782-D6E072F14017}" v="1337" dt="2026-09-15T21:14:22.662"/>
    <p1510:client id="{DD234703-67C1-7E49-BFC7-A9E8C59194F5}" v="619" dt="2026-09-15T18:17:15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5"/>
    <p:restoredTop sz="94213"/>
  </p:normalViewPr>
  <p:slideViewPr>
    <p:cSldViewPr snapToGrid="0">
      <p:cViewPr>
        <p:scale>
          <a:sx n="130" d="100"/>
          <a:sy n="130" d="100"/>
        </p:scale>
        <p:origin x="1488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944" y="18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asan" userId="S::mhasan04@calpoly.edu::d4b62e5f-30fe-45a7-8f36-1981bbe99191" providerId="AD" clId="Web-{00000000-0000-0000-0000-000000000000}"/>
    <pc:docChg chg="modSld">
      <pc:chgData name="Mohammad Hasan" userId="S::mhasan04@calpoly.edu::d4b62e5f-30fe-45a7-8f36-1981bbe99191" providerId="AD" clId="Web-{00000000-0000-0000-0000-000000000000}" dt="2026-09-16T22:11:50.831" v="1"/>
      <pc:docMkLst>
        <pc:docMk/>
      </pc:docMkLst>
      <pc:sldChg chg="modAnim">
        <pc:chgData name="Mohammad Hasan" userId="S::mhasan04@calpoly.edu::d4b62e5f-30fe-45a7-8f36-1981bbe99191" providerId="AD" clId="Web-{00000000-0000-0000-0000-000000000000}" dt="2026-09-16T22:11:50.831" v="1"/>
        <pc:sldMkLst>
          <pc:docMk/>
          <pc:sldMk cId="2388308109" sldId="3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7:55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155 210 7957,'-5'-11'0,"4"4"635,-3 0 49,-2-1 9,5-3-141,-9 0 269,9 5-392,-4-4-207,5 9 1,0-3 149,0 8 0,0 2-150,0 5 1,3 0-56,1 0 1,3 4-11,-3 0 1,5 4-167,-2 0 0,-2 2-59,-1 1 0,0 0-289,0 0 0,1 3-555,-1 1 0,-3 0 466,3-4 0,-2 0-538,2 0 1,-3-5-186,3-2 147,2-3 1022,-5-6 0,4-25 0,-5-12 0</inkml:trace>
  <inkml:trace contextRef="#ctx0" brushRef="#br0" timeOffset="340">33 100 7957,'-7'-18'0,"0"1"0,-1 1 0,2 2 0,1 6 661,5 0 0,0 5 199,0-5-636,0 6 0,2-3-50,1 5 0,5 0 62,6 0 0,3 5-140,6 2 0,0 3 140,3 1 1,-1 1-275,8 3 0,-1-2 0,9 6 0,-5 3-252,5 4 0,-4 5 31,3 3 1,-6-1-137,-1 3 1,-6-1 115,-8-2 1,-3 0-29,-5 0 1,-7-1 159,-4-3 1,-9-3-27,-10-8 1,-3 2 326,-3-5 1,-2-2-112,-3-6 0,0 2 38,4-5 0,-1 3-61,1-3 0,4-1-533,0-3 1,1 0 71,7 0 0,3-1 441,3-3 0,40-31 0,6-13 0</inkml:trace>
  <inkml:trace contextRef="#ctx0" brushRef="#br0" timeOffset="722">640 464 7957,'6'0'427,"4"0"0,-9 1 74,3 3-427,2-3 136,0 4-128,5-5 0,0 0-82,0 0 0,-4 0-188,1 0 0,-1 0-192,4 0 1,0-1 184,0-3 0,0-1-144,0-2 1,0-3 87,0 3 1,-1-3 51,-3-1 0,2 0-70,-5 0 411,-1 0 0,-3 0-6,0 0 0,-5 1-23,-2 3 1,-4-2 201,-4 5 1,2 1-93,-6 3 0,2 0 116,-1 0 1,-3 5-42,3 2 1,1 3 1,-2 1 1,6 3-66,-2 1 0,4 5-300,4-2 0,-2 3-26,5 1 0,2 0-5,6 0 1,2-1-328,5-3 1,6 2 204,5-5 0,4-2-624,3-6 1,4 0 841,0-4 0,35-21 0,12-2 0</inkml:trace>
  <inkml:trace contextRef="#ctx0" brushRef="#br0" timeOffset="1099">1180 332 7925,'-11'-4'0,"0"-1"387,0-1 1,4 2-21,-1-3 0,1 5-80,-4-2 1,4 3-105,-1 1 0,4 0 61,-3 0-207,0 0 0,-3 1 92,3 3 0,2-2-197,5 5 1,0-3 68,0 3-60,0 1 0,1 3 61,3 0 0,-2 0-229,5 0 0,2 0 41,6 0 0,-3 0-65,3 0 1,1 0 16,-2 0 1,2 0 154,-1 0 0,-3 1 130,3 3 1,-3-3-79,-1 3 0,-5-3 167,-2-1-143,2 0 1,-6 0 131,0 0 0,-6-1-73,-9-3 0,-1 2-297,-2-5 0,-3 1-141,3-2 1,-3-2-192,-1 3 1,3-3-195,1-1 767,5 0 0,7-19 0,7-6 0</inkml:trace>
  <inkml:trace contextRef="#ctx0" brushRef="#br0" timeOffset="1509">1378 464 7925,'11'0'213,"0"0"1,-3 0 224,-1 0-149,1 0 1,3 0 175,0 0-432,0 0 1,0 0 66,0 0 1,-4 0 190,0 0-475,1-5 189,3 4 0,-4-8-439,0 6 320,-4-6 1,5 7-294,-4-6 254,0 1 0,-5-3 118,-3 3 1,1-2 62,-4 5 0,-1-3 153,-7 3 0,3-3-11,-3 3 0,-1 1-105,1 3 0,-3 0 151,3 0 1,-3 0-18,3 0 0,0 3-10,4 1 1,0 5-57,0-2 0,5 4-108,3 4 1,1-2-16,2 6 0,0-1-197,0 4 0,5-4-120,3 1 1,6-2 138,5 1 1,1-1-90,3-2 0,-1-6 64,0 2 0,2-8-493,-2 1 1,6-3 241,-6-1 1,3-5-240,-3-2 683,-5-3 0,9-30 0,-3-8 0</inkml:trace>
  <inkml:trace contextRef="#ctx0" brushRef="#br0" timeOffset="1933">1676 420 7925,'-5'-11'-241,"0"0"735,-2 0 991,-3 5-609,9-4-277,-4 9-297,5-4 0,1 8-83,3 1 0,-2 3-74,6-3 1,-5 5 73,5-2 0,-2 3-208,1 1 1,2 4 26,-6-1 0,5 1-71,-5-4 1,5 0-60,-4 0 1,0 0 148,0 0 1,-3 0-191,3 0 0,-3 0-21,-1 0-266,0 0 142,0 0 9,0 0-64,0-5-27,0-1 1,-1-6-9,-3-3 1,3 2 60,-3-5 1,3-1 235,1-3 0,0 0-105,0 0 0,0 0 220,0 0 0,0 0-58,0 0 0,0-4 174,0 1 0,0-1-27,0 4 1,0 0 1,0 0 1,5 0-7,2 0 1,3 0-99,1 0 1,0 1 47,0 3 0,5 2-35,3 5 1,-2 0-11,1 0 0,1 1 2,3 3 1,-4 3-59,0 8 0,-4-2 3,0 6 1,1-2-84,-4 1 1,3 3-347,-7-3 1,-1-1 180,1 2 0,-3-4-465,4 3 1,-6-5-4,2 2 735,2-8 0,0-7 0,5-6 0</inkml:trace>
  <inkml:trace contextRef="#ctx0" brushRef="#br0" timeOffset="2216">1985 199 7924,'-6'-17'587,"1"3"1876,0 1-1907,4 7 0,1 1 141,7 5 1,3 9-272,1 2 0,1 7-44,3 1 0,1 6-95,2 5 0,2 2-337,-6 1 0,5 1 107,-5 3 1,0-3-840,-7 3 1,3 0 8,-3-4 0,-2 1-380,-1-8 0,-3-4 602,-1-4 0,4-5-358,0 2 909,-1-7 0,2-23 0,1-10 0</inkml:trace>
  <inkml:trace contextRef="#ctx0" brushRef="#br0" timeOffset="2516">2007 420 6258,'-5'-6'1605,"4"-4"1,1 9-1111,7-3 0,4-1-126,4 1 0,2 1-230,5 3 0,4 0 33,-1 0 1,6 0 13,-2 0 1,0 3-150,0 1 0,-1 5 117,2-2 0,-5 3-248,-6 1 1,0 4 54,-4-1 1,0 5-211,-4-5 1,-4 2 144,0-1 0,-3-2-219,3 6 1,-4-6 82,1 2 1,-3-3-47,-1-1 1,0-3-1269,0-1 788,5-5 766,-4 3 0,9-24 0,-4-6 0</inkml:trace>
  <inkml:trace contextRef="#ctx0" brushRef="#br0" timeOffset="2673">2238 232 7929,'-11'-17'250,"0"3"0,0 1 1093,0 2-1767,5 5 369,1 1 55,5 5 0,30 30 0,6 6 0</inkml:trace>
  <inkml:trace contextRef="#ctx0" brushRef="#br0" timeOffset="3782">2734 398 7951,'-3'-8'-240,"-1"1"1,-3 3 1305,3-3-604,-5 0 1,3 1-128,-5 2 0,0-1-235,0 1 0,-3 1 72,-1 3 0,-3 3-185,3 1 0,-4 5 92,5-2 1,-1 6-195,4 2 0,1 4 93,3-5 1,2 6-188,5-2 1,0 3-5,0 1 1,5 0 2,2 0 0,4 0-65,4 0 0,-2-3 57,6-1 1,-1-5-23,4 2 1,4-6 62,0-2 0,-1-4-165,-3 0 0,0-2 46,1-1 1,-5-4 295,0-4 0,-1-3 0,2-4 0,-3 2 0,-5-5 0,0 3 0,0-3 0,-1 3 0,-3-3 0,-2 3-71,-5-4 1,0 5 109,0-5 1,0 5 582,0-5 1,-4 6-240,0-2 0,-3 3 500,3 1 0,-3 0 388,3 0-193,1 5-664,-2-4-192,4 9 0,-4-3-92,5 8 0,1 2 106,3 5 0,-2 1-240,5 3 0,-3 2 104,3 5 1,0 0-357,0 0 0,3 0-145,-3 0 1,-1-1-284,2-3 1,-1 3-578,4-2 0,0-4 584,0 0 1,0-4 676,0-3 0,25-43 0,5-14 0</inkml:trace>
  <inkml:trace contextRef="#ctx0" brushRef="#br0" timeOffset="3932">2823 166 7951,'-10'-17'107,"1"2"-1286,2 3 464,4 6 715,-1 1 0,48 44 0,11 10 0</inkml:trace>
  <inkml:trace contextRef="#ctx0" brushRef="#br0" timeOffset="4674">3153 376 7261,'-6'-5'740,"0"4"159,2-3-323,3 3 366,-4-4 44,5 4-74,0-4-295,-5 0-118,4 4-405,-4-4 1,6 1 127,3 0 0,-1 1-200,4 3 0,-3 0 63,3 0 0,0-4-203,4 0 1,2 1-6,1 3 0,0 0-105,4 0 0,-3 0-15,3 0 1,-3 0 93,3 0 1,-4 1-49,0 3 1,-5-2 88,-2 5 0,-4-3 68,1 3 0,-3 1-38,-1 3 0,-1 0 117,-3 0 1,-2 0-7,-5 0 1,-4 4-8,0-1 0,1 2 44,3-1 1,0-3-79,0 3 1,1 1 114,2-2 0,3 1-96,5-4 1,0 0-162,0 0 0,2-1 99,1-3 1,4 2-248,4-5 0,4 3-232,4-3 0,2-1-290,1-3 1,1 0-181,3 0 1,1 0 999,2 0 0,3-5 0,21-20 0,10-11 0</inkml:trace>
  <inkml:trace contextRef="#ctx0" brushRef="#br0" timeOffset="5357">3694 442 7951,'6'-11'0,"0"0"297,-3 0 0,-1 0-62,1 0 1,-1 0 328,-2 0 1,0 3-147,0 1 1,-5 3-64,-3-3 0,-1 5-89,-2-2 0,-2 3-54,-1 1 1,0 1-209,-4 3 0,3-2 92,-3 5 1,4 1 124,-1 3 1,3 3-486,1 1 0,0 4-381,0-5 0,5 5 341,2-5 0,-1 5-191,2-5 0,-1 2 51,4-1 1,1-4-33,3 0 0,-2 0 168,6-4 1,3 0 59,4 0 1,0-5 110,0 2 0,-3-3-104,3-1 0,1-3 268,-1-1 1,1-5-70,-2 2 1,-1-3 215,1-1 0,-3 0 31,-3 0 0,0 0 146,-4 0 1,3 0-9,-3 0 0,0-4-130,-4 1 0,0-1 300,0 4 0,0 4 250,0-1-57,-5 1-133,3 1-682,-7 1-21,7 5 42,-2 5 0,4 1-185,0 5 0,0 4 159,0-1 1,1 1-86,2-4 1,-1 4 38,1-1 1,3 1-114,2-4 1,-2 0 25,1 0 0,1 0 6,3 0 0,-4-3-10,0-1 0,1-5-80,3 2 0,3-3 76,1-1 1,0-1 80,-4-3 1,4 1 167,-1-8 1,1 2-130,-4-6 1,0-1 129,0 2 1,-1-5-96,-3 5 1,2-6 300,-6 2 0,5-3 27,-5-1 1,1 0 28,-4 0 1,0 0 289,0 0 1,-1-4-249,-3 0 1,2 0 394,-6 4 1,2 0-238,-1 0 0,-3 2 34,3 1 1,1 3-129,-2 5 1,5 5 404,-5 2-613,6-2 1,-3 6-199,5 0 1,0 9 220,0 6 0,5 5 44,2 2 0,3 2-351,1 5 0,1 2 98,3 5 0,-3-1-367,3 1 1,-2-2 242,2-5 1,-3 3-84,3-3 0,-3-2-133,-1-1 0,-3-4-173,-1-4 1,-1-2-1369,2-5 789,1 0 425,-7-5 337,2-1 361,-4-5 0,0-14 0,0-5 0</inkml:trace>
  <inkml:trace contextRef="#ctx0" brushRef="#br0" timeOffset="5641">3892 420 7946,'-6'-5'786,"-4"4"-415,9-9-150,-4 4 1,10 0 130,2 2 1,4-1-79,4 1 0,2 1-51,5 3 0,0 0 25,0 0 1,0 0-56,0 0 0,0 0 62,0 0 1,0 3 27,0 1 1,1 5-9,-1-2 1,-2 3-55,-1 1 0,0 0-75,-4 0 0,3 4 75,-3-1 1,-4 2-423,-3-1 0,-1-3-72,4 3 1,-4 1-314,1-1 1,-6-1 131,2-3 0,1-3-1169,-2-1-993,1 0 1453,1-1 1163,-4-1 0,4-19 0,-5-5 0</inkml:trace>
  <inkml:trace contextRef="#ctx0" brushRef="#br0" timeOffset="5792">4190 221 8029,'0'-11'0,"0"0"178,0 0-1213,0 0 1035,0 5 0,14 16 0,5 8 0</inkml:trace>
  <inkml:trace contextRef="#ctx0" brushRef="#br0" timeOffset="6338">4620 409 7995,'7'-4'229,"0"1"-3,-4-6 0,2 6 642,-5-4-194,5 5-445,-4-8 1,2 7-95,-6-4 1,0 5-23,-4-2 1,-4 2-18,-4-2 1,-3 3 114,3-3 0,-4 3-369,0 1 0,0 3 119,0 1 1,0 5-366,4-2 1,0 4 68,4 4 0,1-3-55,3 3 1,2-2 108,5 2 1,0-3 109,0 3 1,1-3 237,3-1 0,6-4-148,5 1 1,4-6 99,0 2 1,1-3-115,2-1 0,0 0-161,0 0 1,-1-4-53,-2 1 1,0-6-137,-4 2 0,0-3 444,-4-1 0,14-25 0,5-5 0</inkml:trace>
  <inkml:trace contextRef="#ctx0" brushRef="#br0" timeOffset="6752">4763 365 7995,'6'5'357,"-1"-4"0,-4 4 513,3-5-548,-3 5 1,5 0-97,-2 2 1,-2 2-130,6-6 1,-5 6 95,5-2 0,-5 3-237,5 1 0,-6 0 81,2 0 1,1 4-57,-2-1 1,1 1-20,-4-4 1,1 0-323,3 0 115,-3 0-165,4 0 171,-5 0 170,0-5 221,0-1-141,0-5 1,-4-1 22,1-3 1,-1 2-47,4-5 0,0-1 9,0-3 0,0 0-65,0 0 0,0-1 70,0-3 0,1 3 97,3-3 1,1 3-104,2 1 1,3 0 200,-3 0 1,7 0-117,1 0 1,4 0 154,0 0 1,1 1 11,2 3 0,0 2 16,0 5 0,1 0-106,-1 0 1,-2 1-11,-1 3 1,0 2-172,-4 5 1,2 4 96,-6-1 1,3 5-259,-7-5 0,-1 5 89,2-5 1,-6 5-585,2-5 1,1 5-154,-2-4 1,1-1-470,-4-3 1,0 0 1300,0 0 0,5-5 0,1-1 0</inkml:trace>
  <inkml:trace contextRef="#ctx0" brushRef="#br0" timeOffset="7161">4631 409 7853,'7'0'-66,"0"0"90,-4 0 0,3 0-1336,-2 0 1312,-3 0 0,4 19 0,-5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05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100 749 7973,'6'0'-1521,"0"0"2375,-2 0-89,-3 0-225,9 0 0,-5-1-37,2-3 1,0 3 106,-4-3-454,-2-2 222,4 5-446,-5-4 0,-1 5 100,-3 0 1,-2 0-75,-5 0 0,0 5 3,0 2 0,-3-1-323,-1 2 1,0-1 14,4 4 1,0 4-127,0-1 0,0 1 27,0-4 0,5 0 103,2 0 0,3 0 295,1 0-77,0-5 0,9-1 92,2-5 0,7-1-23,0-3 1,3-1-18,1-2 1,-3-6-117,-1 2 0,-3-3 16,3 3 0,-6 0 177,-1 0 1,0 0-5,-3 0 0,-3 0 0,-1 0 11,-4 0 1,-1 5 23,-2 2 97,1 3-44,-7 1 23,2 0 153,1 0-232,1 0 1,5 1 427,0 3-213,0-3 43,5 4 1,1-5-68,5 0 0,4 0-57,0 0 0,4-1-6,0-3 0,3 1-4,4-4 0,-1 0-110,8-4 0,-2-5 114,6-3 1,2-1-233,1-2 0,0-4 52,0 0 1,-4-4-157,0 0 1,1-5-24,-4-2 1,-6 4 140,-9 3 1,-5 2 31,-2-1 0,-2-2 0,-5 5 1,0 0 66,-4 0 0,-1 1-70,-3-4 0,-2 4 310,-5 0 0,0 1-81,0 2 0,0 5 179,0 3 1,0 1-138,0 2 1,0 5-103,0 2 1,3 4-220,1 4 1,1 3 136,-2 8 0,4-1-11,4 4 0,0 5 61,0 7 0,0 2-54,0 1 0,4 1-13,4 3 1,0 2-79,0 5 1,0 4 75,-4-1 0,0 1-88,-4-4 1,0 5 117,0 3 0,-2-7-23,-1-1 0,-7-11 77,-5 0 0,-1-7-82,2 0 0,1-4-146,-1-4 1,1-6 142,2-4 0,4-6-519,0 2 0,3-3-410,-3-1 302,4 0 0,-2-5-124,5-2 1,4-3 238,0-1 1,4-4 324,0 1 0,0-5 17,-1 5 0,2-1 307,-5 4 0,-1-1-250,-3-3 0,4 6 232,0-2 1,1 3 616,-2-3 60,-1 0 1,7 1-249,-1 3 0,-2-2 277,1 5 1,1-1-351,3 2 1,1 2-188,3-3 1,-2 3-572,5 1 0,-3 0 248,3 0 1,-3 0-1410,4 0 1,-5 0 1405,5 0 0,9-5 0,6-1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13.7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199 253 7912,'-11'-9'537,"0"0"1,0 3 548,0 1 0,0 1-507,0 4 0,0 5 19,0 3 0,-1 5-184,-3 2 1,3 6 66,-3 1 1,2 1-101,-2 6 1,6 1-492,-2 3 0,8-3 145,-1 3 0,3-2 196,1 6 1,6-7-3094,5 0 1,6-7 326,9-1 2535,-3-5 0,43-16 0,5-2 0</inkml:trace>
  <inkml:trace contextRef="#ctx0" brushRef="#br0" timeOffset="275">607 386 7912,'-5'-11'932,"3"3"-699,-6 1 0,5 3 412,-5-3 1,1 4-197,-4 0 1,0 5-236,0 2 0,-1 4-9,-3 0 1,2 5 27,-6 2 0,6 5-311,-2-2 1,4-1 97,4 1 1,-2 1-473,5 3 0,-3-4 259,3 1 0,2-5-254,6 5 1,2-9 149,5 1 0,1-4 137,3 0 0,-3-2 5,3-5 0,1-5-123,-2-2 0,5-3-182,-5-1 0,1 0 133,-4 0 1,0-4-212,0 1 0,-1-5 538,-3 5 0,3-26 0,-4-1 0</inkml:trace>
  <inkml:trace contextRef="#ctx0" brushRef="#br0" timeOffset="583">673 342 7524,'0'-8'851,"0"1"-64,0 4-32,0-6-182,0 7-234,0-3 0,4 10-155,0 3 0,4 2-126,0 1 1,-2 3-230,1 1 1,-3 3 163,3-3 0,-3 5-480,3-2 0,-4 3 272,0 1 0,-2-4-40,-1 1 1,0-2 30,0 1 1,0 2 38,0-6 0,-1 1 161,-2-4 1,-2-4 516,-3 1 771,-1-6-958,2 3 0,-2-10 544,1-2 1,3-3-329,5-1 0,0-1 61,0-3 1,0-1-174,0-2 0,6-3 116,5 3 0,5 1-163,6-2 1,2 1-291,1-4 0,2 3-1045,3 1 1,0 4 666,-4 0 0,0 5-3465,-4 2 2085,-5 4 1685,-6-1 0,-31 13 0,-10 4 0</inkml:trace>
  <inkml:trace contextRef="#ctx0" brushRef="#br0" timeOffset="1917">1467 319 8387,'0'7'970,"0"2"-745,0-1 0,-5 2 0,-2 1 0,-3 3-61,-1 1 0,0 5 57,0-2 1,0-1-213,0 1 1,0-3 102,0 4 1,1-6-276,3 2 1,-3-3 121,3-1 0,2-4-554,1 1 202,3-6 192,1 3 1,0-6-17,0-3 0,5-2 82,2-5 0,0-4-128,4 1 0,-2-5 77,6 5 0,2-6-61,1 2 0,-1-2 113,2 2 1,-1-2 164,4 5 0,-4-3-16,1 3 1,-1 1 90,4 2 0,-1 1 174,-3 0 0,2 4-119,-5 0 1,-1 4-23,-3 0 0,-3 3-34,-1 3 0,-4 3 43,0 5 0,-3 2-43,-3 1 1,-3 0-162,-6 4 0,1-3 98,0 3 0,0-3-108,0 3 0,4-3-16,0 3 0,-1-4 102,-3 1 1,4-3-109,0-1 1,3-4 67,-3 1-136,4-1 109,-2-1 62,5-1-53,0-5 0,4-1-5,0-3 0,4-2-80,0-5 0,3 0 94,3 0 1,-2-4 121,3 0 1,2 0-122,2 0 0,-2-2 176,1-5 0,-1 3-106,2 1 0,2 3 319,-3-3 0,2 4-49,-2 0 1,-2 3 65,-5 3 1,0 0 354,0 4-428,0 0 1,-5 6-298,-2 1 1,-3 3 126,-1 5 0,0 0-196,0 0 1,0 4 66,0 0 1,-1 1-41,-3-2 0,-1 0-247,-2 4 0,1-4-292,2 0 1,3-1-656,-3-2 0,-1 0 123,2 0 1105,-1 0 0,33-15 0,8-3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10.0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78 197 7921,'6'-11'-21,"-1"-1"0,-2-1 1,1-2-1,0 1 450,1 2 1,-3 2 194,5 3-347,-4-8 0,5 8-58,-4-8 0,3 7 47,-3 0 171,0 6-615,1-3 189,-4 5 1,4 5 121,-5 2 0,-1 4-175,-3 4 0,1 3 75,-4 8 1,0-1-125,-4 4 0,3-3 86,1 3 0,0-1-155,-4 2 0,1 0 119,3-4 0,-3 3-119,2-3 0,2 1 37,-1-1 1,1-4-10,-2 0 1,0-1 65,4-7 1,-1 1 5,2-4 1,1-3 16,-1-1 26,1-5 104,2 3 0,4-13-154,0-3 1,4-4-24,0 0 1,2 2-133,1-6 0,0 5 23,0-5 1,3 1 88,1-4 1,1 0-91,-1 0 1,-2 1 32,5 3 0,1-3 176,3 2 1,-4 0-102,1 0 1,-6 5 158,2 6 0,-3 0-116,-1 4 175,-5 0 1,-1 6 35,-5 1 0,0 4 18,0 4 1,0 1-130,0 2 0,0-1-10,0 1 0,-4 2-54,1-1 0,-1 3 53,4-3 0,0 0-80,0-4 1,0 0 95,0 0-134,0 5 0,0-4 63,0 3 0,0-7-11,0 0-85,0-1 102,5-1 0,1-1-76,5-5 1,0 0 70,0 0 1,-3-1-180,-1-3 0,0-1 92,4-2 1,0-3-37,0 3 0,-3 1-33,-1-2 233,0 1 93,4-4 0,-3 1-130,-1 3 59,-4 2 1,1 4-78,-4-3 0,2 3 252,1-3-174,-1 3-43,2 1 0,-2 4-38,1-1 0,-1 2-16,1-1-80,3-3 0,-3 8 118,4-6-183,-4 6 150,6-3 0,-6 1-8,4 1 0,-4-5 103,0 5 82,3-6 0,-3 3-166,4-5 0,-3 0 24,3 0 295,-4 0-206,7 0 1,-4 0-299,5 0 0,-4-4 64,0 1 1,-3-6 19,3 2 0,1 1 73,3-2 0,-4 5-353,0-5 234,1 1 1,3-4-44,0 0 0,-5 3 122,-2 1 0,1 3-119,-2-3 61,6 5-37,-8-8 201,9 4 0,-8-4-67,6 3 1,-6 0 8,2 4 0,1 0 404,-2-4-258,1 5 1,0-5 290,-1 4-248,1 2 0,-4-6 90,0 4-66,0 1-254,0-2 24,0 4 36,0-5 60,0 3 0,0-4 29,0 3 91,0 1 1,1-2 0,3 4 280,-3 0-164,4 0 791,-5 0-913,-5 0 0,4 1-79,-3 2 0,2 2 72,-2 3 1,3 1-59,-3-1 1,-1 2-154,2 1 0,-2 3 100,1 1 0,2 1-90,-6-1 0,5 2 20,-5 5 1,1 0 23,-4 0 0,0 4 13,0-1 0,0 5-8,0-4 1,-4 1 85,0-2 1,-4-1-56,0 1 0,-1 2-31,-2-1 1,0 0 11,-1-4 0,-2 0 4,-1 0 0,0-1 13,4-3 0,0-2 35,0-5 1,5-1 95,2-3 1,3-2 21,1-5-214,5 0 0,-3-5 93,6-2 1,-1-3-319,4-1 1,0-5-121,0-2 1,5 0-144,2 0 1,3-3-390,1-1 1,1-2 368,3 5 0,1-2-326,2-1 1,3 0 480,-2 0 1,1 4 364,2 0 0,25-20 0,6-9 0</inkml:trace>
  <inkml:trace contextRef="#ctx0" brushRef="#br0" timeOffset="343">430 418 7921,'-11'6'-141,"2"-1"203,1 0 170,3-4 1,5 3-72,0-8 1,2 3 42,1-3 1,2-2 2,2-1 1,3-2 8,-2 2 0,4-3-221,-1 3 1,4-3-163,-4-1 1,-3 3-232,7 1 1,-9 0 114,5-4 1,-2 1 282,2 3 0,0-18 0,0 1 0</inkml:trace>
  <inkml:trace contextRef="#ctx0" brushRef="#br0" timeOffset="999">949 330 8656,'6'0'813,"-1"0"1,-5 1-552,0 3 0,-2 5-35,-1 6 1,0 5 5,-4-2 1,1 3-189,-2 1 0,-1 4-45,1-1 0,-2 6-196,-1-2 1,0 0-421,0 0 1,-2-5 353,2 2 0,-3-7-344,7-5 0,1-1-53,-1-2-288,4-5 532,-2-1 0,5-7 415,0-1 0,1-3 0,3-5 0,-1-4 0,4 0 0,-1-4 0,1 0 0,3-2 0,-2-1 0,-2-1 14,1-3 0,-3 3-22,3-3 0,-3 2 562,3-2 0,0 2-217,4-6 1,0 4 22,1-3 1,3 5-11,4-2 1,-2 3-68,1 1 0,1 3-297,3 1 1,-1 8 166,-3-1 0,2 7-131,-6 1 1,2 1 28,-1 2 0,-5 2-105,4 1 0,-6 3-2,6 5 0,-7 0-55,4 0 0,-7 2 25,4 1 1,-6 0 119,2 4 1,-4-3-136,-4 3 1,-2-1 98,-5 2 0,-4 0-91,1-4 1,-10 4-104,2-5 0,-2 1-227,2-4 0,-4 2-368,0-2 0,4 2 791,4-10 0,14-19 0,1-8 0</inkml:trace>
  <inkml:trace contextRef="#ctx0" brushRef="#br0" timeOffset="1342">1533 352 7970,'-4'-8'393,"0"1"0,0 1 246,0-1 334,3-3-557,-9 4 1,7-4-310,-4 2 0,3 4-11,-3 4 0,0 0-76,-4 0 1,0 0-193,0 0 0,-2 4 144,-1 4 0,1 2-80,-1 1 1,-3 3 42,-2 1 1,3 1-182,2-1 1,1-2 52,2 6 1,5-5-37,3 5 0,1-6 44,2 2 0,3-4 83,4-4 0,2-2 225,9-5 1,4 0-136,4 0 0,1-5-378,-2-2 1,-5-7 121,2 0 1,-3-1-920,-1 4 1187,-2-5 0,14-35 0,6-14 0</inkml:trace>
  <inkml:trace contextRef="#ctx0" brushRef="#br0" timeOffset="1633">1830 43 8261,'0'-11'873,"0"0"-873,0 0 1381,0 5 1,0 2-612,0 8 0,0 6-211,0 4 1,-3 10-188,-1-2 0,-4 3-391,0 1 0,2 2-221,-1 5 0,-1 0-320,-3 1 0,0 2-723,0 1 1,-3-4 647,-1-4 0,0-4-96,4 1 0,1-7 209,3 0 1,-3-10-510,3 3 1031,2-9 0,5-22 0,6-12 0</inkml:trace>
  <inkml:trace contextRef="#ctx0" brushRef="#br0" timeOffset="2358">1720 230 7970,'11'-11'0,"-3"0"84,-1 0 1,2-3 138,5-1 1,0 0 152,4 4 0,0-3-153,5-1 1,-1 0-83,0 4 0,1 0 70,3 0 1,-3 0-109,3 0 1,-4 5-122,-4 2 1,2 3 86,-6 1 0,1 0-185,-4 0 0,-5 6 53,-2 5 0,-3 1 13,-1 7 0,0-4 50,0 3 1,-5 4-84,-2 4 0,-3 1-2,-1-2 1,-1-1-191,-3 1 0,3 2 37,-3-1 0,3 0 131,1-4 1,1 0-52,3 0 0,-3-4 64,3 1 1,2-6-53,1 2-57,-2-3 173,5-1 0,-3-5-47,8-2 1,-2-3 13,5-1 0,2-5-228,6-2 0,-3-3 70,3-1 1,1-1-17,-2-3 1,5 3 149,-5-3 0,2-1 13,-1 1 1,-3 1 73,3 3 0,-3 0 0,-1 0 0,-1 3 0,-3 1 0,-1 5 0,-2-2 651,-3 3-459,4 1 1,-6 5 88,-3 2 0,3 3-60,-3 1 0,0 0-33,0 0 1,-1 0-59,1 0 0,3 0 23,-3 0 1,3 0 213,1 0 171,0 0-356,0 0 1,5-1-13,2-3 0,1-2-175,3-5 1,-3 0 113,7 0 1,1-1-532,-1-3 1,4 2 229,0-6 0,1 0-427,3-7 1,-1 3 211,0-3 0,-4 2 13,0-2 0,0 3 416,0-3 1,-2-1-54,-5 1 1,0 1 154,0 3 0,-5 0-95,-2 0 635,-3 0-426,-1 4 1,-6 3 134,-5 4 0,-1 4 81,-7 4 1,4 3 93,-3 4 1,3-2-68,-3 5 0,5-4-124,-2 1 0,3 0-377,1 0 0,1 0 125,2-4 0,0 4-131,4-1 1,0 1 95,4-4 0,5 0-699,3 0 0,6-1-109,5-3 1,2-2-398,1-5 1,5 0 408,2 0 1,3-1 725,1-3 0,54-31 0,-37 11 0,0 0 0</inkml:trace>
  <inkml:trace contextRef="#ctx0" brushRef="#br0" timeOffset="2633">2845 275 7966,'-4'-11'62,"0"0"1,-1 3 781,2 1-5,2 4-428,-9-2 0,7 5-205,-4 0 0,3 0 17,-3 0 1,3 5 50,-3 3 1,3 0-38,-3 0 1,1 1-168,-2-1 0,4 2 111,4 1 0,-4 1-267,0 3 1,1-3 16,3 3 1,-4-3 90,0-1 0,0 1 71,4 3 1,0-3-66,0 3 1,-1-3-731,-2-1 1,1 0 299,-1 0 1,-3 0-266,-2 0 0,0-4 231,0 1 1,-2-5-540,3 5 1,-3-6 974,-1 2 0,5-27 0,1-8 0</inkml:trace>
  <inkml:trace contextRef="#ctx0" brushRef="#br0" timeOffset="2835">2944 319 9095,'6'1'1943,"-2"3"0,-3-2-1353,-1 5 1,0 2-698,0 6 0,0-2 129,0 5 1,0-3-549,0 4 1,0-1 392,0 4 0,-4-4-3089,1 1 3222,-6-6 0,8-7 0,-4-7 0</inkml:trace>
  <inkml:trace contextRef="#ctx0" brushRef="#br0" timeOffset="2967">3098 142 7912,'-11'-28'0,"4"2"718,0 8 0,4 2 272,-1 5-2571,3 5 947,1-4 634,0 9 0,15 16 0,3 9 0</inkml:trace>
  <inkml:trace contextRef="#ctx0" brushRef="#br0" timeOffset="3335">3297 297 7912,'-11'-8'0,"0"2"0,0 0 372,0 0 0,0 3-223,0 0 0,3 2 38,1 1 0,0 0 169,-4 0 1,-1 1-377,1 2 0,4 4 139,0 4-290,4 0 1,-2 1 95,5 3 0,0-3-199,0 3 0,5-3 90,3-1 1,1 0-7,2 0 1,1 0-5,-1 0 1,3 0 72,1 0 0,-2 0 375,-5 0-209,2 0 0,-6 0 361,4 0 1,-3-4-165,-5 1 1,-5-5 54,-3 5 1,-3-6-356,-3 2 1,-3-3-456,-5-1 1,-2 0-146,-1 0 0,1 0 658,-1 0 0,21-10 0,6-2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33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17 385 7831,'11'-4'-457,"0"-1"319,0-3 1,-2-1 574,2 1 0,-2 0-56,5 0 0,4-5-341,0 2 1,3-3 37,1 3 0,0-3-120,0-1 1,0-5 17,0 2 1,-1-4 120,-3-4 0,-2 3-93,-5-3 0,-1 4 77,-3 4 0,-2-2-47,-5 5 0,-1 1-21,-3 3 0,-2 3 178,-5 1 1,-1 5-73,-3-2 1,2 11-16,-6 4 0,1 8-211,-4-1 0,4 4 122,-1 4 0,4 3-54,-3 8 1,3 1 62,-3 2 1,5 3-183,-2-2 0,3 1 81,1 3 1,3 2-78,1 1 0,3-4 86,-3-3 0,3-7 78,-3-1 1,3-2-351,-3-9 1,4-3-134,0-8-219,-3 0 136,-1-5 556,1-1 0,6-44 0,6-10 0</inkml:trace>
  <inkml:trace contextRef="#ctx0" brushRef="#br0" timeOffset="446">6 540 7831,'8'-6'138,"-1"2"0,-3-1 128,3 1 0,0 0-1,4 0 1,5 3-119,3-3 0,3 3 102,4 1 0,2 0-233,5 0 0,4 0 58,-1 0 0,5 3-62,-5 1 1,5 0 107,-4-4 0,-2 0-488,-5 0 0,-3 0 97,-5 0 1,-4 0-347,0 0 454,-4 0 0,0-5 77,-6-3 0,0 2 175,-4-1 0,0 3-100,-4-3 220,0 5 0,0-5 96,0 4-181,0 2 0,-1-4-56,-3 5 0,1 0 7,-4 0 0,3 0-27,-3 0 1,3 0 22,-3 0 1,3 3 15,-3 1 24,5 0-256,-8-4 214,9 5-102,-9-4 101,8 4-188,-2 0 103,4-4-29,0 4-3187,0-5 3233,4 0 0,-2 0 0,12-5 0,-1-1 0</inkml:trace>
  <inkml:trace contextRef="#ctx0" brushRef="#br0" timeOffset="1117">536 529 7716,'6'0'285,"0"0"-124,-3 0 0,0 0 60,4 0 0,-3 0-258,3 0 140,1 0 1,3 0-80,0 0 0,0 0 76,0 0 0,0 0-268,0 0 1,0 0-38,0 0 0,0-4-9,0 0 1,-4 0 43,1 0 1,-5 1-1,5-4 367,-6 0-64,3-4-103,-5 0 1,-1 5 49,-3 2 1,-3 3 141,-8 1 0,3 0 155,-3 0 1,-1 3-139,1 1 0,-3 5 32,3-2 1,1 3-102,3 1 0,3 3-236,1 1 0,3 0 2,-3-4 1,4 5-149,0 2 0,3-1 140,3 2 0,5-6-86,7 2 1,-2 0-490,5-4 1,6 2 277,5-6 1,-1-2-248,2-1 1,-1-4 615,4-4 0,39-36 0,10-14 0</inkml:trace>
  <inkml:trace contextRef="#ctx0" brushRef="#br0" timeOffset="1501">1098 485 7849,'-6'-11'0,"0"3"151,2 1 1,-1 3 335,-2-3 0,-3 4-101,2 0 0,-1 2-137,-2 1 0,-4 1-80,0 2 0,-3 4 42,3 4 1,-3 0-227,3 0 1,0 3 91,4 1 0,0 1-259,0-1 0,4-3-7,0 3 1,4 1-153,0-2 0,1 1-126,2-4 1,0 0 193,0 0 0,5-4 31,3 1 1,1-6 69,2 2 0,0-4 34,0-4 0,2 2-38,1-6 0,-1 1 221,1-4 1,-1 0-107,-2 0 0,0-4 152,0 1 1,0-1 47,0 4 0,-2 0 38,-1 0 0,2 0 141,-3 0 1,-1 0-118,1 0 0,-4 3 80,1 1-102,-3 5-28,-1-3-105,0 5 0,0 5-17,0 2 1,0 3 60,0 1 0,0 0-322,0 0 0,0 1-141,0 3 1,0-3-138,0 3 0,0-3-103,0-1 0,0 0 613,0 0 0,0 0 0,0 0 0,29-24 0,8-7 0</inkml:trace>
  <inkml:trace contextRef="#ctx0" brushRef="#br0" timeOffset="1770">1373 220 7849,'0'-11'1761,"0"0"-1094,0 5 0,-1 2-212,-2 8 0,1 2-79,-1 5 1,1 5-156,2 2 0,0 3 17,0 1 0,0 4-352,0 0 0,0 3 130,0-3 0,0 3-564,0-3 0,-1 3 313,-3-3 1,3-1-589,-2-7 0,0 3-651,-1-3 667,3-2 0,-5 0-69,2-5 876,3-5 0,-4-1 0,0-34 0,-1-8 0</inkml:trace>
  <inkml:trace contextRef="#ctx0" brushRef="#br0" timeOffset="2246">1186 463 7750,'0'-7'376,"5"1"-98,2 3 0,8 1-269,3-1 0,3 2 117,1 1 1,4-4-189,0 0 0,4 1 95,0 3 0,-3 0-74,-2 0 1,2 0 74,-1 0 0,-5 0-92,-6 0 1,-3 0 88,-1 0 20,-5 0-230,-1 4 0,-5 3 124,0 4 1,0 0-127,0 0 1,-4 1 94,0 3 0,1-3-178,3 3 0,-4-3 26,0-1 0,1 0 22,3 0 1,0 0 253,0 0 0,0-4-172,0 1 391,0-6-194,5 3 1,1-5-62,5 0 0,4-1-19,-1-3 0,5-2 24,-5-5 0,6 0-1,-2 0 0,-1-1-4,2-3 0,-2 3 178,1-3 0,2-1-121,-5 1 0,3 1 267,-3 3 0,-2 0-89,-5 0 1,1 3 444,-1 1-97,-3 4-256,-1-1 91,-4 4-419,0 4 1,0 3-259,0 4 1,0 0 174,0 0 0,0 3-428,0 1 1,0 0 269,0-4 1,0 0-467,0 0 1,4-4 369,0 0 1,1 0 335,-2 0 0,13-7 0,8-6 0</inkml:trace>
  <inkml:trace contextRef="#ctx0" brushRef="#br0" timeOffset="2893">2002 463 7849,'5'-7'-6,"-4"3"121,9 4 1,-8 0 669,6 0-442,-6 0 0,7 1-61,-6 2 0,1 4-56,-4 4 1,0 0 12,0 0 1,0 1-59,0 3 1,0-3 29,0 3 1,0-2-346,0 2 0,0-3 157,0 3 1,-1-3-288,-3-1 0,3 0 164,-3 0 1,2-4-238,-2 1 1,3-5-133,-3 5-30,3-6 281,1 3 1,1-6-56,3-3 1,1-2 146,2-5 0,3 0-1,-3 0 0,-1 0 277,2 0 0,-1-4-102,4 1 0,0-2 175,0 1 0,0 3-95,0-3 1,0 3-117,0 1 1,0 3-42,0 1 1,1 1-128,3-1 1,-3 2 185,3 5 1,1 0-21,-1 0 0,-1 0-159,-3 0 0,0 1 25,0 3 0,0-2 176,1 5 0,-5 1-51,0 3 0,1-4 59,3 0-63,0 1 1,0-1 31,0 0 1,-4-4 31,0 1 0,1-3 2,3-1 0,0 0-53,0 0 1,3 0 4,1 0 1,1-1-104,-1-3 0,-3 1 98,3-4 0,1 0-30,-2-4 0,1 1 156,-4 3 0,0-3-127,0 2 129,-5-1 0,3-2-118,-5 0 0,-1 3-24,-3 1 0,-1 4 45,-3 0 0,1-2-44,-8 1 1,2 1 48,-6 3 0,-2 1 109,-1 2 0,-2 4 66,2 4 1,-2 0 164,6 0 0,-5 3-134,4 1 0,-3 1 15,3-1 1,4-3-215,4 3 0,1 1 104,-1-2 1,2 5-172,5-5 0,2 1-235,5-4 0,2-4-325,9 1 1,1-6-412,3 2 1,0-3 435,0-1 0,1-1-71,3-3 0,-2-2 620,6-5 0,14-20 0,7-4 0</inkml:trace>
  <inkml:trace contextRef="#ctx0" brushRef="#br0" timeOffset="3245">2917 396 7849,'0'-7'575,"0"0"-351,0 4 1,-1-5-127,-3 4 0,1 0 240,-4 4-304,0 0 0,-8 2 114,0 1 0,1 0-152,3 4 1,-4 0-37,0 4 0,4 1-149,4-1 0,1 0 37,-2 0 1,3 0 76,5 0 0,0-4 2,0 0 0,2 1 61,1 3 0,1 0 47,7 0 0,-2 0-71,5 0 1,2-4 230,-1 0 0,1 1 62,-1 3 1,-3-1 93,3-3 0,-3 3 38,-1-3 0,-4-1 194,1 2-340,-6-1 0,3 4-46,-5 0 0,-9-4-178,-2 1 0,-6-2 75,2 1 0,-5-1-1009,-2-2 0,0-3-26,-4 3 0,4 1 941,3-2 0,13-4 0,7-5 0</inkml:trace>
  <inkml:trace contextRef="#ctx0" brushRef="#br0" timeOffset="3569">3270 771 7849,'-8'0'794,"2"-1"3755,1-3-3853,2-2-247,3 0-1603,0 1 0,3 4 379,1-3 775,4 3 0,13 1 0,9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29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188 354 7296,'7'-11'-1107,"0"-1"2801,-4 6-1128,2-3 1,-5 6 154,0-4-634,0 4 1,-5-2 91,-3 5 0,-1 5-98,-2 3 0,-4-2 143,0 1 1,-3 2-267,3 5 0,-3-1 74,3 1 0,0 0-184,4 1 0,0-2-2,0 5 1,0-4-90,0 1 0,5-3-42,2-1 1,3 0-95,1 0 217,0 0 1,9-5 80,2-2 0,3-3 102,1-1 0,-1-3-122,4-4 0,-4 0 215,0-8 0,2 2 2,-1-2 0,0-1 27,-4-2 1,-2-2-230,-1 5 0,0-3-133,-4 3 0,3 1-498,-3 3 0,0-1 93,-4 1 624,0 5 0,-5 1 0,-1 5 0</inkml:trace>
  <inkml:trace contextRef="#ctx0" brushRef="#br0" timeOffset="657">706 122 7849,'0'-11'0,"0"0"406,0 0 1,0 4 340,0-1 193,0 6-541,0-3 1,0 6-135,0 3 1,-1 2 3,-3 5 1,-1 1-59,-2 3 1,-3 2-139,2 5 0,-1 1 101,-2 3 0,3-1-278,1 4 1,0-5 136,-4 2 0,0 1-413,0-1 0,3 3 177,1-3 0,1 0-172,-2-4 0,-1 0 121,1 0 1,2-5 9,-1-2 0,3-3 104,-3-1-136,4-5 417,-2-1 0,5-6-79,0-3 1,0-3-220,0-8 1,0-2 126,0-5 1,4 0-12,0 0 1,1-2 18,-2-1 0,-2 1-11,3-1 1,-3 5 6,-1 2 1,0 3-105,0-3 149,-5 4 0,-1 0-76,-5 6 0,-1 3 52,-3 5 1,3 5-12,-3 3 1,0 3-28,0 3 1,0 3-43,4 5 0,0-3 49,0-1 1,1 2-86,3 6 0,-2-3 75,6 3 1,-1-4-66,4-4 1,0 2 43,0-6 1,6 3-226,5-6 0,1 2-68,7-10 0,-1 1-82,4-4 0,0-5 442,0-2 0,-3-4 0,-1-4 0,0-2 0,24-35 0,5-6 0</inkml:trace>
  <inkml:trace contextRef="#ctx0" brushRef="#br0" timeOffset="1257">673 442 7849,'0'6'108,"0"0"490,0-2-266,0-3 0,1 4-120,3-5 0,2 0-158,5 0 0,0 0 96,0 0 1,1 0-235,3 0 0,-3 0 128,3 0 1,1-5-310,-2-2 1,5 0 104,-5 0 0,1-4-49,-4-4 0,0 1 14,0 3 0,-1 0 89,-3 0 1,2 0 106,-5 0 0,-1-1-69,-3 1 1,-1 4 147,-3 0 0,2 4-70,-5 0 1,-5 1 17,-2 2 1,-1 5-8,4 3 0,-4-1 3,1 4 1,-1-2 57,4 5 0,0 2-70,0-1 0,1 1 111,3-1 1,-2-2-98,6 5 0,-1-3-43,4 3 1,1-4 50,3 1 0,2-3 84,5-1 1,1-1-76,3-3 1,2-2 1,5-5 1,4-1-48,-1-3 0,1-3 41,-4-8 1,4 2-153,0-6 0,3-3 86,-3-4 1,0-3-95,-4 3 1,0-1 67,0 2 1,-1-2-136,-3-3 1,1-2 136,-4 3 1,1 1 204,-1-2 1,-7 6-201,3-2 0,-3 3-2,-1 1 0,-1 4 573,-2-1 1,-3 9 121,3-1 195,-3 8-543,-6-2 0,-1 8-225,-5 1 1,0 6 79,0 1 0,0 1-16,0 7 0,-1-1-81,-3 4 0,3 1 87,-3 3 1,3-2-128,1 6 0,0-4 44,0 3 0,3-3-127,1 3 0,5-1 41,-2 2 0,3-3-106,1-5 1,0 0-122,0 0 0,5-5-133,2-2 0,3-8-439,1-3 0,1-3 346,3-1 0,-2-1-1068,5-3 1546,-4-2 0,17-35 0,-2-6 0</inkml:trace>
  <inkml:trace contextRef="#ctx0" brushRef="#br0" timeOffset="2185">1544 67 7729,'0'-7'101,"0"-1"524,0 6 1,1-3 248,3 5-607,2 0 0,8 1-155,1 3 0,1 3 112,-1 8 1,1 2-236,2 5 1,2 4 32,-6-1 1,1 6 9,-4-2 1,-1 2 105,-3-2 0,-4 3-42,-11-2 1,-2-2-30,-12 1 1,3-4-135,-7 1 1,-1-8-135,1-3 0,1-2 11,3 2 0,1-3-558,2 3 1,3-7 747,5 0 0,20-16 0,5 1 0</inkml:trace>
  <inkml:trace contextRef="#ctx0" brushRef="#br0" timeOffset="2519">2282 100 7849,'0'-11'1402,"0"5"1,0 2-880,0 8 0,0 2-275,0 5 1,-3 5-11,-1 2 0,-1 7-293,1 0 1,2 6 106,-5-1 0,3 1-107,-4 2 1,5 4 90,-5 0 0,1-4-728,-4-4 0,4-4 74,-1 1 1,1-4-176,-4-4 0,1-2-302,3-5-136,-3-5 1231,4-1 0,0-34 0,1-8 0</inkml:trace>
  <inkml:trace contextRef="#ctx0" brushRef="#br0" timeOffset="2945">2051 265 7710,'0'-11'46,"1"4"101,3 0 0,-2 4 78,5-1 0,-3 3-61,3 1 0,6-3-38,5-1 0,3 0-8,1 4 1,4 4-168,-1 0 0,7 4 40,1 0 0,-1-2-82,1 1 1,-1 0-147,-6 4 0,3-3 82,-3-1 0,-5 0-41,-7 4 0,-3 0 29,-3 0 0,-3 2 50,-5 1 1,0-1 26,0 1 1,-9 2 104,-2-1 1,-2 1-63,2-1 1,3-3 12,1 3 0,4-3 97,0-1 1,-2-4-53,1 1 149,1-1 1,7 3-52,4-3 0,2-2 191,1-5 0,1 0-90,3 0 0,0-5 28,4-2 0,2-4 74,-3-4-1,-1 3 151,2-3 0,-7 2 74,-1-2 1,-1 3-174,-7-3 1,1-1 142,-4 1 0,-5 1-112,-2 3 0,-7-4-596,0 0 1,-6 2 206,2 5 0,-2 0-1198,2 4 1,-2-3 244,5 3 948,1 0 0,27 14 0,7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43.5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155 45 8192,'-6'-8'0,"2"1"2529,3-1-1066,1-2 92,0 4-1086,0 1 0,1 6 74,3 3 1,1 2-65,2 5 0,3 6-182,-2 5 0,1 1-218,2 7 1,0-3-228,0 6 0,-1-3-224,-2 7 1,0-3 318,-4-1 1,3-3-1463,-3-1 1,-1-4 680,-3 0 0,0-6-716,0-5 1,-4-1 161,-4-2 1388,3-5 0,-19-31 0,-1-11 0</inkml:trace>
  <inkml:trace contextRef="#ctx0" brushRef="#br0" timeOffset="434">1 243 8192,'6'-5'0,"4"4"122,-3-3 1,3 0 184,1 0 1,1 0 260,3 4 1,0-3-124,7-1 1,-3 0 8,7 4 0,-1 0-124,0 0 1,3 0-49,5 0 1,-4 4-37,-4 0 0,-1 0-244,-2 0 0,-4-1-119,0 4 0,-8-3-165,1 3 0,-7-3-423,0 3 1,-3 0 363,-1 4 1,0 0-206,0 0 1,0 0 183,0 0 0,-4 2-49,1 1 1,-1-1 103,4 1 1,1-1 134,3-2 0,2 0 26,5 0 0,1 0 188,3 0 0,-2-5 87,6-3 1,1 2-90,3-1 1,1 0 107,-6-4 0,3 0-65,1 0 0,0-4 366,0 0 1,-3-4-182,-1 0 0,-6-1 226,-1-2 1,-1-2 126,-6-1 0,-2 1 382,-5-1 0,-5 0-413,-6 0 0,-4 0-62,-4-4 1,-5 4-583,-2 0 1,-3 3 116,-1 3 1,1 0-981,3 4 0,6 0 290,4 4-3285,6 0 3912,2 5 0,35 26 0,13 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40.2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54 264 8062,'-11'0'1201,"0"0"-281,0 0 221,0-5-687,5 4 1,3-4-154,6 5 0,8 0 129,8 0 0,6 0-137,5 0 1,3 0-184,4 0 0,2-4 137,5 1 1,0-1-743,0 4 1,-1-1 387,-3-3 0,2 3-1130,-5-3 1,-5-1 182,-7 2 1,-3-2-169,-3 1 1,-3 2 401,-5-6 820,0 1 0,-10-14 0,-2-2 0</inkml:trace>
  <inkml:trace contextRef="#ctx0" brushRef="#br0" timeOffset="333">473 110 8062,'-11'-5'1602,"0"4"-768,5-4-373,1 5 1,7 0-94,1 0 1,5 0-91,6 0 0,3 3-78,5 1 1,5 5 32,3-2 0,-2-1-349,1 2 0,-3-1-99,4 4 1,-6 0-208,2 0 1,-3 0 136,-1 0 0,-5 0 146,-2 0 1,0 4-99,-4-1 0,-3 1 32,-8-4 1,0 4 83,0 0 0,-6-1 17,-5-3 0,-1 4 130,-7 0 0,1-1-95,-4-3 0,0-1 111,0-2 1,1 1-199,3-1 0,-3-2-178,3 1 0,0-4-933,0 0 494,5-1-24,-3-2 797,9 0 0,3-5 0,33-31 0,8-12 0</inkml:trace>
  <inkml:trace contextRef="#ctx0" brushRef="#br0" timeOffset="540">584 198 8062,'-6'-11'144,"2"0"0,-1 0 748,1 0-479,1 5 0,3 0 697,0 2-825,0 3 0,0-3-38,0 8 1,0 2-146,0 5 0,3 1 83,1 3 0,3-2-290,-3 6 1,1-5-183,-1 5 1,-2-2-267,5 1 0,-4 2 60,0-5 0,0 0 154,1 0 1,-3-3-398,3 3 0,-2-4 251,2-3 1,-3 1 92,3-1 0,-2-3 392,2-2 0,2-36 0,5-10 0</inkml:trace>
  <inkml:trace contextRef="#ctx0" brushRef="#br0" timeOffset="925">595 198 8062,'-6'0'868,"1"-5"-705,5 4 0,1-4-96,3 5 1,5 0 141,6 0 1,5 1-205,-2 3 1,-1-3 98,2 3 0,-2 1-84,1-2 1,2 5-2,-6-5-234,1 6 448,-4-8-163,-5 9 1,-1-8-11,-5 6 1,-5-6 3,-2 2 1,-4-2-89,-4 2 0,2-3 84,-6 3 0,6-2 74,-2 2-211,-2-3 1,5 4-258,-3-5 0,6 1-235,2 3 232,5-3 354,-3 4 0,10-5-104,2 0 1,3 0 140,1 0 1,1 0-143,3 0 0,-3 0 513,3 0-265,-3 0 1,-1 0 427,0 0-129,-5 0-178,4 0-755,-9 0 0,3 0 250,-8 0 1,2 4-859,-6 0 0,1 3 1082,-4-3 0,-5 19 0,-1 1 0</inkml:trace>
  <inkml:trace contextRef="#ctx0" brushRef="#br0" timeOffset="1426">1124 77 8059,'0'-11'686,"0"0"227,0 0 0,0 3-319,0 1 1,1 4 118,3 0 1,-2 3-274,6 3 0,-5 9 54,5 6 1,-2 3-199,1 1 1,3 3-12,-3 1 0,2 5-24,-2-2 1,2 7-572,-6 0 0,5 1-226,-5-4 0,2-1-545,-1-2 1,-3-1-403,3-7 1,1 1 672,-2-8 0,6-5-696,-2-7 1506,3-1 0,31-32 0,6-6 0</inkml:trace>
  <inkml:trace contextRef="#ctx0" brushRef="#br0" timeOffset="1783">1466 374 8059,'0'-6'418,"1"1"-7,3 5 0,-2-3-104,5-1 0,-3 0 77,3 4 0,1 0-151,3 0 0,0 0-111,0 0 1,0 0 124,0 0 0,3 0-347,1 0 1,1 0-107,-1 0 1,-3-3-177,3-1 1,1-3-142,-2 3 1,-3-5 264,-3 2 0,-2-3-7,1-1 1,-2 4 128,-5-1 1,0 1 213,0-4 0,-5 4-69,-2-1 1,-4 6-106,-4-2 0,2 3 133,-6 1 0,5 1 701,-5 3 0,2 2-179,-1 5 0,2 0-223,5 0 0,3 0-233,1 0 1,5 4 36,-2 0 0,3 3-511,1-3 1,1 4 216,3 0 0,3-3-296,8-2 1,2-1-212,5-2 0,1 0-1310,3 0 1971,-3-5 0,23-11 0,9-5 0,2-2 0,0 0 0</inkml:trace>
  <inkml:trace contextRef="#ctx0" brushRef="#br0" timeOffset="2159">2083 363 8059,'-1'-13'516,"-3"2"0,2-3-79,-6 7 0,5-2 198,-5 2 1,5-1-217,-5 4 1,1 0-34,-4 4 1,0 0-179,0 0 0,0 1-207,0 3 1,-2 2 7,-1 5 1,2 0 192,-3 0 1,4 4-270,3 0 1,-1-1 42,1-3 0,3 4-264,2 0 0,-2-1-80,1-2-409,1-1 467,3 0 1,1-2-72,2-1 1,1-3 14,7-5 1,-2 0 132,5 0 0,0-5 112,1-3 0,-2 2-83,5-1 0,-4 0 268,1-4 0,0-1-69,0 1 0,0 4 998,-4 0-737,0-1 1,0-3 347,0 0 0,-4 4 230,1 0-270,-6 4-435,8-2 18,-9 5 0,8 2-575,-6 1 0,2 0 243,-1 4 0,-3 0-769,3 4 0,1 0 84,-2 0 0,6-3-168,-2-1 0,3-1 1038,1 2 0,35-3 0,7-5 0</inkml:trace>
  <inkml:trace contextRef="#ctx0" brushRef="#br0" timeOffset="2592">2447 66 8059,'-6'-17'0,"-3"1"1157,5 5 1,1 3 207,3 1-552,0 4 1,0 0-301,0 6 1,0 4 393,0 4 0,5 5-372,2 2 1,6 3-28,2 1 0,0 1-267,-4 3 0,0 1-81,0 2 0,0-1-467,0-2 1,0-2 276,0 6 0,-4-2-587,1 1 0,-6-3 311,2-7 0,-3 0-1413,-1-4 627,0 0-440,0-9 440,0-1 511,0-15 0,-1 2-130,-3-6 0,2-2 288,-6 1 1,1 0 191,-4 4 0,-1-3-31,-3-1 1,-1 0 582,-2 4 1,-3 0-278,3 0 1,-3 4 789,-1 0 1,1 3-275,2-4 0,0 6 36,4-2 0,0 8 181,4 3 1,2 3-268,1 1 0,3 1-366,5 3 0,2-1 68,1 4 0,7-3-573,5 3 1,4-4 294,0 0 1,5-1-1373,2-2 1,1-2 258,-1-1 0,-3-3 1179,3-5 0,21-20 0,6-5 0</inkml:trace>
  <inkml:trace contextRef="#ctx0" brushRef="#br0" timeOffset="2918">2844 253 8059,'-11'-5'0,"3"4"293,1-3 1,0 2-47,-4-2 1,0 3-1,-1-3 1,1 3 12,0 1 0,0 4 1,0-1 0,0 6-185,0-2 1,0-1 90,0 2 0,1-1-111,3 4 0,2-3 264,5-1-492,0 0 0,1 4 107,3 0 0,2-3-113,5-1 1,2-3 31,1 3 0,0-3-6,4 3 1,0-3 63,5 3 0,-5-3 62,0 3 1,-1-3 153,2 3 0,-2-1-48,-2 2-80,-3 1 5,4-3 1,-10 6 236,-2-1 1,-13-4-192,-6 0 1,-4-3-323,-3 3 1,-6-3-948,-6 3 0,3-4 1218,-2 0 0,-10-11 0,2-4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44.9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34 232 8397,'0'-6'1471,"0"1"1,4 10-1379,-1 3 0,5 1 129,-5 2 0,5 4-497,-5 0 1,5 4 204,-5 0 0,2-3-898,-1-2 1,-2 2 235,6-1 732,-6 0 0,18-9 0,-2-1 0</inkml:trace>
  <inkml:trace contextRef="#ctx0" brushRef="#br0" timeOffset="149">23 78 7956,'-6'-17'299,"2"2"-211,-2 3 0,5 1-33,-3 0-409,3 5 0,6 1-119,2 5 1,4 0 472,4 0 0,22 19 0,9 6 0</inkml:trace>
  <inkml:trace contextRef="#ctx0" brushRef="#br0" timeOffset="543">243 221 8548,'6'0'2149,"4"5"1,-5 1-1782,3 5 1,1 2-127,-1 1 0,-2 0-187,1 4 0,-1-3 61,2 3 0,-3-4-165,-5 0 0,0-1 51,0-2 1,0 0 98,0 0-148,0-5 1,-2-1-14,-1-5 0,0 0-65,-4 0 0,3-5 104,-3-3 1,1-3 24,-2-3 0,0 1 25,4-1 0,0-2-111,4 1 0,0-3 13,0 3 0,0-1-140,0 1 1,2 3 11,1-2 0,3 1 153,5 2 0,5 5 11,3 2 0,2 0-41,1 0 0,5 0-197,2 4 1,-1 5 45,2 2 1,-6 4-212,2 4 0,-2 1-172,2 2 0,-8 2-171,1-5 1,-6 4 53,-2 0 0,-1-3 725,-3-2 0,-2-1 0,-5-2 0</inkml:trace>
  <inkml:trace contextRef="#ctx0" brushRef="#br0" timeOffset="860">872 221 7994,'-16'-11'0,"2"0"0,-4 0 0,3 4 999,-3-1 1,4 6-330,0-2 0,1 8-102,2 3 0,0 3-333,0 1 1,4 4-182,0 0 1,4 4-27,0 0 0,1 0 62,2 0 1,0 0-279,0-4 0,5 4 194,3 0 1,5-3-327,2-2 0,4-1 142,0-2 1,2-1-701,1-3 0,1-2 369,3-5 1,-3 0-426,3 0 0,-3-1 373,-1-3 1,0-2 560,0-5 0,-1-2 0,-3-1 0,8-28 0,-3-11 0</inkml:trace>
  <inkml:trace contextRef="#ctx0" brushRef="#br0" timeOffset="1425">1081 243 7963,'-3'-17'0,"-2"2"364,-2 3 1,5 5 212,-2 0-261,3 4-79,1-2 0,0 6-71,0 3 1,0 2 17,0 5 1,4 0-1,-1 0 0,5 2-159,-4 1 1,4 0 85,-1 4 0,0-3-182,0 3 0,-3-4 6,3 0 0,-1 0 44,1 0 0,0-1 99,-4 1 1,0-1-154,4-2 0,-5-4 73,2 0 1,-1-3 33,0 3-257,-2-4 202,4 2 1,-5-10-396,0-2 1,0-3 163,0-1 1,0-2-218,0-1 0,0 2 152,0-3 1,0-1 145,0 1 0,0-1 114,0 2 0,0 1 278,0-1 0,0-2-62,0 1 27,0 0 1,2 4 554,1 0-507,-2 5 0,9-2-89,-2 4 1,-2 0 1,1 4 1,4 4-163,4 0 1,1 4 91,-2-1 0,4 7-136,4 1 0,-4-1 39,0-3 1,1 0 59,3 0 0,-1 0-32,-3 0 1,2-3 11,-6-1 1,5-4-54,-5 0 0,2-1 61,-1-2 0,-3 0-293,3 0 1,-3-5 89,-1-3 1,0-2 142,0-1 0,-1 4-248,-3 0 0,2-1-293,-5-3 1,-1 0 428,-3 0 1,0 0-19,0 0 1,-6 1 187,-5 3 0,-1-1-118,-6 4 0,3 0 618,-3 4 0,-1 0-259,-3 0 0,1 1 412,3 3 0,1 2-276,2 5 1,4 0-18,0 0 1,0 2-120,4 1 1,2 0-32,1 4 0,3-3-203,1 3 1,1-1 29,3 2 0,6-2-776,4-2 0,5-6 352,-5 6 1,7-10-804,1 2 0,1-1-363,7-2 1529,-1 0 0,48-29 0,12-5 0</inkml:trace>
  <inkml:trace contextRef="#ctx0" brushRef="#br0" timeOffset="1819">1930 265 7963,'-6'-11'583,"0"0"-346,2 0 0,2 1 262,-6 3 1,5-1-119,-5 4 0,1 0-8,-4 4 0,-1 0-30,-3 0 1,-1 5 62,-2 2 1,-2 3-141,5 1 1,-4 0-1,0 0 0,3 2-295,2 1 1,2-1 114,1 1 0,3-2-490,1 0 1,4-1 261,0 0 0,1 0-552,2 0 0,5-2 228,3-1 1,3 0 6,3-4 0,0 0 10,4-4 0,1 0 56,3 0 1,-4 0 358,0 0 0,-3-5-147,4-3 0,-5 2 194,5-1 1,-6 0-64,2-4 1,-4 0 198,-4 0 1,3-4 93,-3 0 1,-1 0 189,2 4 0,-6 0-36,2 0 0,-3 0 77,-1 0 352,0 0-168,0 5-330,0 1-95,0 5 1,0 5-371,0 3 1,4 1-128,-1 2 0,1 0-300,-4 0 0,0 0-34,0 0 1,1 0-68,3 0-476,-3 1 0,8-1 1141,-5 0 0,19-5 0,1-1 0</inkml:trace>
  <inkml:trace contextRef="#ctx0" brushRef="#br0" timeOffset="2142">2305 199 7963,'-5'-14'0,"-2"-1"0,-3 1 574,-1 7 0,0-2-134,0 6 0,-1-5 256,-3 5 1,1-1-208,-4 4 1,4 0-7,0 0 1,2 4-379,1-1 1,1 6 8,2-2 1,3 4-229,5 4 0,0-1 175,0 4 1,5-3-67,3 3 1,5-1-10,2 1 0,0 3-98,-4-2 0,0-2 95,0 1 0,0-4 104,0 0 0,-4 2-365,0-1 1,-4 0 123,1-4 0,-3-4-458,-1 0 0,-1-3 254,-3 3 1,-2-4-989,-5 1 0,-4-3 100,0-1 1246,1 0 0,-7-34 0,-2-9 0</inkml:trace>
  <inkml:trace contextRef="#ctx0" brushRef="#br0" timeOffset="2527">2371 298 7981,'11'0'0,"0"-1"300,0-2 1,4 1-4,-1-1 0,2 1 177,-1 2 1,-3 0-101,3 0 1,-3-1-122,-1-2 0,0 1-511,0-1 298,0 1-560,0-3 457,0-1-236,-4-5 0,-3 4 150,-4 0 0,-1 1-48,-2-2 0,-4 0 155,-4 4 1,0-3 25,0 3 1,-5-3 207,-2 3 0,1 0-65,-1 4 0,0 0 195,0 0 0,-2 4-74,6 0 0,-5 4 252,5-1 0,0 3-119,7 1 0,-3 4 166,3 0 1,2 3-101,1-3 0,4 4 32,4 0 1,3-2-89,8 1 1,3-4-167,8 0 0,-2-1-226,6-2 1,-2-4 73,1 0 0,0-4-754,-4 1 1,-1-7 430,1-1 1,-1-4-1776,-2 0 1,-5 2 2024,-3-1 0,-16-10 0,-5-6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48.5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89 408 11045,'11'11'149,"-4"0"-121,1 0 0,-5 2-244,5 1 1,-6-1-773,2 1 1,1 2 572,-2-1 0,1 0 415,-4-4 0,5 0 0,1 0 0</inkml:trace>
  <inkml:trace contextRef="#ctx0" brushRef="#br0" timeOffset="147">45 254 7938,'-11'-17'0,"1"-3"0,3 6 0,-2-1-158,5 4-59,1 5-389,3 1 0,5 5 606,2 0 0,3 0 0,1 0 0,24 19 0,7 6 0</inkml:trace>
  <inkml:trace contextRef="#ctx0" brushRef="#br0" timeOffset="474">265 408 7938,'11'16'-775,"0"-4"581,0 3 1,0 1 765,0-1 0,-3 3-115,-1-3 0,-4 1 12,0-2 1,2-1-48,-1 1 1,-1-5 30,-3-2 0,-3 1 311,-1 3-323,-4-5-20,1 4 47,-4-9-422,0 4 0,4-10 83,0-2 1,4-1-198,0-3 1,1 3-45,2-7 1,0 1-124,0 0 1,0 0 53,0-4 1,0 3 73,0-3 0,2 4-31,1 0 1,2-2 45,2 1 0,3 2 169,-2 5 1,3 0-120,3 4 1,3 0 147,6 4 1,-5 0-233,0 0 0,1 5-192,3 2 0,2 7-280,-2 1 0,3 3 265,-7-3 1,-1 1-265,2-2 0,-6 0 182,2 4 1,-3-4 414,-1 0 0,15-1 0,3-2 0</inkml:trace>
  <inkml:trace contextRef="#ctx0" brushRef="#br0" timeOffset="867">1246 188 7971,'-6'-5'346,"3"-2"0,0-2 1317,-1 2-82,3-3-606,-4 9-557,5-4 1,2 6 62,1 3 1,3 5-127,5 6 0,2 5-434,1-2 1,0 3 134,4 1 0,-4 1-958,0 3 0,2-3 509,-1 3 1,-2-3-1064,-5-1 1,0 0 317,-4 0 0,0-1-236,-4-2 1374,0-4 0,-30-23 0,-6-6 0</inkml:trace>
  <inkml:trace contextRef="#ctx0" brushRef="#br0" timeOffset="1333">1136 100 7971,'-6'-18'0,"2"4"0,3-2 759,1 1 0,1 4-155,3 4 1,6 1-42,5-2 0,5 3-90,2 5 0,5 0-199,6 0 1,0 2-122,1 1 0,-1 3 98,0 5 1,2 4-264,-2 0 0,2 0 94,-10-4 0,0 3-512,-7 1 0,-2 0 39,-5-4 1,-5 0-151,-2 0 1,-3-4-123,-1 0 404,-5 1 1,-2 2 119,-8-3 1,3 2-49,-3-6 1,-1 5 43,2-5 1,-1 2-13,4-1 1,0-3 128,0 3 0,0 1 56,0-2 68,0 1 1,3 0-137,1-1 298,5 1-15,-3 1 0,10-3-65,2 6 0,4-5-12,4 5 0,-1-5-77,8 5 0,-2-1 83,6 4 1,2 0-131,1 0 0,3 1-109,1 3 0,-1-1-209,-2 4 0,0 0 100,-4 4 0,-5-3 30,-7-1 1,-6-4 92,-5 0 0,-3 2 303,-3-1 1,-8-4-116,-8-4 0,-3-3-32,-3 3 0,0-4-100,-4 0 0,3-1-457,-3-2 0,0 0-226,0 0 0,2 0 678,5 0 0,20-25 0,4-5 0</inkml:trace>
  <inkml:trace contextRef="#ctx0" brushRef="#br0" timeOffset="1507">1864 353 7971,'7'0'683,"0"0"0,-3 0-186,3 0 0,-3 0-193,4 0 1,-1 5 166,4 2 0,0 3-107,0 1 0,0 1-536,0 3 0,0-1 204,0 4 1,0-4-1159,0 0 1,-4-2 290,1-1 835,-6 1 0,8-6 0,-4-1 0</inkml:trace>
  <inkml:trace contextRef="#ctx0" brushRef="#br0" timeOffset="1665">1875 188 7971,'-11'-19'0,"0"1"0,0 5 804,0-2-219,5 3-1421,1 6 0,11 2 836,5 8 0,39 21 0,15 11 0</inkml:trace>
  <inkml:trace contextRef="#ctx0" brushRef="#br0" timeOffset="2084">2327 353 8001,'-10'-11'0,"3"1"676,-8 3 1,6-2-138,2 6 1,0-1-10,-4 4 0,0 0-527,0 0 1,3 5 56,1 2 0,1 4-151,-2 4 1,0-3 81,4 3 0,0-2-35,4 2 1,0-1 121,0 4 0,0-5-558,0 2 1,0-3 21,0-1 1,2-1-99,1-2 0,0 0 214,4-4 0,-3 0 114,3-4 1,1 0-195,3 0 1,-3 0 116,3 0 1,-6-2 304,6-1 0,-2-3 0,2-6 0,0 1 0,0 0 0,-1 0 283,-3 0 0,1 0 390,-4 0 1,1 0 1008,-1 0-1201,-3 0 1,5 0 273,-2 0-512,-3 5 0,5 1-188,-2 5 0,-2 0 124,6 0 0,-6 5-163,2 2 1,2 4-300,1 4 0,-1-1-450,2 4 0,-2-3-468,1 3 1,3-4 541,-3 0 1,2-1 658,-2-2 0,18-5 0,-1-1 0</inkml:trace>
  <inkml:trace contextRef="#ctx0" brushRef="#br0" timeOffset="2409">2746 342 8001,'-17'-5'-641,"1"3"449,5-6 0,0 6 890,0-2 0,0 3-208,0 1 1,-1 0 447,1 0-658,-4 0 1,2 4-73,-1-1 47,6 6 0,3-3-255,5 5 1,0-3-12,0-1 1,2-1 138,1 1 0,3 3-186,5-3 0,2 2 33,1-2 1,0 3-70,4-2 0,-3 1 81,3 2 0,-3-3-53,3-1 0,-4 0 65,1 4 1,-1 0-173,-3 1 1,1-5-55,-8 0 1,0 1-68,-4 3 0,-1 0-81,-3 0 0,-3-4 104,-8 0 0,-7-1-596,-8 2 0,-1 0 867,-2-4 0,-45 0 0,-10-4 0</inkml:trace>
  <inkml:trace contextRef="#ctx0" brushRef="#br0" timeOffset="2701">1302 750 7983,'12'0'101,"2"0"1,4 0 259,4 0 1,7 0 20,8 0 1,9-1-97,17-3 1,2 3 857,12-3 0,4 3-824,11 1 0,3 0 82,-43 0 1,-1 0 0,43 0 13,-2 0 1,-13 4-48,-13-1 0,-4 2-285,-3-1 1,-12-3-390,-3 3 0,-9-3-707,-5-1 1,-2 0 663,-2 0 1,-8 4-1587,0-1 0,-8 1 141,-3-4 1918,-4 0 1,-13-5 0,-8-1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52.5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255 309 7962,'0'-7'529,"0"0"0,0 3-469,0-3 1,-5 4 103,-3-1 1,-2 3 185,-1 1 1,-4 5-168,-4 2 0,0 3-122,0 1 0,-2 4-185,3 0 0,-3 4 125,-1 0 1,5-2-399,2 1 0,4-4 244,4 0 0,-2 2-456,6-1 352,-1 0 1,9-6-126,2-1 1,3-3 50,1-5 0,0 0 42,0 0 1,1 0 162,3 0 0,1-5 126,2-3 0,3-1-62,-2-2 0,-2 0 62,1 0 0,-1-2 22,2-1 1,1 1-23,-1-1 0,-2 0-19,1 0 1,-1 1-22,2-1 1,-5 1 631,-6 2 340,2 0-404,-9 0-376,4 5 0,-5 2 16,0 8 0,-4 2-381,0 5 0,0 0 99,0 0 0,3 4-197,-3 0 0,-1-1 78,1-3 1,-1 4-28,2 0 1,2 0 259,-3-4 0,3 0 0,-9 5 0,-2 1 0</inkml:trace>
  <inkml:trace contextRef="#ctx0" brushRef="#br0" timeOffset="424">574 287 7962,'0'-11'856,"0"4"-411,0-1-126,0 6-139,0-3 0,0 6-5,0 3 0,0 2-217,0 5 0,-1 4 70,-3 0 1,2 4-19,-5 0 0,0-2-12,0 1 0,-2-1 30,6 2 1,-5-2 18,5-3-49,-6-1 1,4 3-180,-2-5 1,2-4-62,5 0-240,0-4 297,0 2 1,1-7-6,3-1 0,2 0 109,5-4 1,0 0 49,0-4 1,4-2 78,0-1 0,0 1-81,0-1 1,2 0 54,5 0 1,0 0-58,0-4 1,4 3 75,0-3 1,3 4-44,-3-1 0,0 7 116,-4 1 0,-5 4-110,-2-1 130,-8 3 1,-2 6-76,-5 2 1,-1 4 157,-3 4 1,-2-1-65,-5 4 1,1-1-79,3 2 0,-2 0-229,5-4 0,-3 0 48,3-4-701,1 4 1,8-2 806,2 1 0,27-21 0,8-6 0</inkml:trace>
  <inkml:trace contextRef="#ctx0" brushRef="#br0" timeOffset="916">1412 23 7992,'6'-8'1930,"-2"1"-1073,-3 4-482,-1-1 1,0 5 36,0 2 0,0 5 25,0 7 0,0-2 16,0 5 1,-1 1-379,-3 3 0,3 4 100,-3-1 1,-2 2-534,-1-1 0,1 1 284,-2 2 1,1-1-677,-4-2 1,4-3 331,-1 3 1,1-4-149,-4-3 1,4-5-568,-1-6 589,1 1 0,-1-7 186,1 1 0,5-3 118,-2-3 0,3-3-47,1-5 1,0-2 60,0-1 1,0-2 284,0-3 1,-4-2-60,0 3 0,-3 1 31,3-1 1,-4 4-16,0-1 1,-1 3 101,-2 1 0,0 1 57,0 3 0,-4 2 172,0 5 1,-4 5-42,0 2 1,3 4 129,2 4 0,-1 2 53,4 5 0,-3 0-131,7 0 1,2 0-288,1 0 0,5-3 96,2-1 1,0-1-391,4 2 0,4-3 20,4-5 0,3-2-117,-3-1 0,8-3-809,-1-5 1129,3 0 0,31-25 0,9-5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58.8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1 133 6383,'6'-11'1591,"0"5"-261,-2 2-817,-3-2 1,5 5-130,-2-3 1,-3 4-110,3 4 0,-3 2-192,-1 5 0,0 1 93,0 3 0,0 2-365,0 5 0,0 1 192,0 3 0,0-2-526,0 6 0,0-6 282,0 2 0,0 1-126,0-1 1,0-2 130,0-5 1,0 0 24,0-4 1,1-2 251,3-5 0,-2-3 200,6-5 1,-5-2 214,5-1 1,0-3-186,7-5 0,-2-5-76,6-3 1,-4-2-4,3-1 1,-1-3-185,1-1 1,3-1-113,-2 1 0,-2 2-241,1-6 0,-1 6-131,2-2 0,-2 4 185,-3 4 0,-2 2-1951,-1 5 2242,0 5 0,-15 35 0,3 14 0</inkml:trace>
  <inkml:trace contextRef="#ctx0" brushRef="#br0" timeOffset="471">541 287 6992,'5'-11'-485,"-4"-1"1707,3-3 1,-2 4-504,2 0 1,-3 0 497,3 4-791,-3 2 1,-1-1-400,0 2 1,-5 3-8,-2-3 1,-3 4-124,-1 4 0,-5 2-201,-2 5 0,1 0 262,-2 0 0,1 0-230,-4 0 1,3 4 71,1-1 1,5 1-115,-2-4 1,6 5 33,2 2 0,1-2-124,-2-1 0,4 1-48,4-1 0,0 1-34,0-2 1,4-3 74,4 0 0,3-1 411,4-6 0,-2 0-141,5-4 1,-3 0 140,3 0 0,-3-5 0,4-3 0,-6-5 0,2-2 0,1-3 0,-2 3 0,1-5 42,-4 2 0,-4 1 58,1-1 0,-1 0 291,4 0 1,-3 1-148,-1 2 1,-3 3 232,3-3 0,-1 3 133,1 1 192,-2 0-150,0 5-368,-4 1-117,4 5 0,-5 5-139,0 2 1,0 3-126,0 1 0,0 1 92,0 3 1,0-2-466,0 6 0,-1-5 258,-3 5 1,3-4-585,-3 3 0,3-1 356,1 1 1,0 0-332,0-4 771,0-1 0,0 2 0,0-3 0</inkml:trace>
  <inkml:trace contextRef="#ctx0" brushRef="#br0" timeOffset="943">883 199 7961,'1'-10'1905,"3"3"-1827,-3 2 1,5 5 57,-2 0 1,-3 1-113,3 3 0,-3 2 22,-1 5 1,0 1 145,0 3 0,0 1-303,0 2 0,0 2 114,0-6 1,-4 6-52,1-2 0,-1 0-64,4 0 0,-4-5 44,1 2 0,-1-3-50,4-1 11,0 0-225,0 0 272,0-4 1,5-2-428,2-5 0,3-2 168,1-1 0,0-4-175,0-4 1,4 0 141,-1 0 0,5-1 407,-5-3 1,6 2 170,-2-5 1,2 0 272,-2 0 1,2-2 38,-5 6 1,3-2-249,-3 1 1,-1 3-91,-3-3 1,0 7 222,1 0-429,-1 6 1,-4-3 158,0 5 1,-4 1-118,0 3 1,-1 2 10,-2 5 1,0 0-29,0 0 1,-4 0-42,0 0 1,1 4 48,3-1 0,-2 2-41,-1-1 0,1-3 88,-1 3 1,2-3-451,1-1 255,4 5 0,1-3-455,3 1 1,1-5-77,-1-2 0,2-4-830,1 0 1482,0-2 0,34-35 0,9-9 0</inkml:trace>
  <inkml:trace contextRef="#ctx0" brushRef="#br0" timeOffset="1084">1368 34 7929,'-10'-5'241,"3"-3"0,-2 2 14,6-1-636,-6 4-4,8-1 1,-4 5-951,5 2 1335,5-1 0,1 17 0,5 0 0</inkml:trace>
  <inkml:trace contextRef="#ctx0" brushRef="#br0" timeOffset="1553">1621 254 7929,'-7'-11'0,"0"0"1649,-2 0-1059,-1 0 1,-1 5-89,0 2 0,0 3-436,0 1 1,0 1 20,0 3 1,0 2-452,0 5 1,0 1 298,0 3 0,0-3-451,0 3 1,4 1 328,-1-1 0,6 0-401,-2 0 0,3-3 146,1 3 0,0-3 21,0-1 1,0 0 169,0 0 1,5-4 78,2-4 1,3-2 64,1-1 1,1-3 123,3-1 0,-3-6 14,3-1 1,1 0-98,-1-3 1,1-2 353,-2 1 1,-1-1 63,1 1 0,-2 3 245,-1-3 0,-3 3-277,-1 1 1,-1 0 77,2 0 1,-2 1 216,-3 3 7,-1 2-734,3 5 200,-1 5 0,-1 5-351,4 4 0,-3 6-120,3-2 0,-1 3-277,2 1 1,2 0-249,-3 0 1,-1-3 907,1-1 0,6 5 0,4 6 0</inkml:trace>
  <inkml:trace contextRef="#ctx0" brushRef="#br0" timeOffset="1971">1875 243 7929,'5'-6'1900,"-4"0"-1145,3 2-495,2 3 0,-5-3 168,3 8 0,-3-2-148,-1 6 0,0-1-79,0 4 0,0 4-8,0-1 1,4 6-134,-1-2 0,1 0-12,-4 0 1,0-3-204,0 3 1,4-1-537,-1 2 1,2 0 384,-1-4 0,-3 0-5,3-4 1,-2-4-230,2 0 504,-3-4 0,5 2-135,-2-5 1,-3-5-36,3-3 0,1-1 51,-1-2 1,0 0-88,0 0 1,-1-4 112,4 0 0,-3-3 24,3 3 0,0-1 153,4 1 1,2 2-127,1-5 1,0 4 333,4-1 0,-3 3-143,3 1 0,-4 5 106,0 2 1,-1 3-33,-2 1 1,0 0 295,0 0 1,0 5-155,0 2 1,-1 7-138,-3 1 1,3 4-434,-3-1 1,3 3 159,1 1 1,-4-1-804,1-2 1,-2 1 432,1-1 1,2-2-924,-6 1 1374,6-4 0,-8-8 0,4-7 0</inkml:trace>
  <inkml:trace contextRef="#ctx0" brushRef="#br0" timeOffset="2518">2647 243 7929,'-4'-7'1740,"0"-1"-657,-4 1-710,2 1 1,-5 1-138,0 5 0,-4 0-17,0 0 1,-1 5-148,2 2 1,1 7 124,-1 0 1,1 6-354,2-2 1,4 0 187,0 0 0,4-3-291,0 3 0,1-1-26,2 1 1,0 2 42,0-5 0,5-2 33,3-5 0,5 1 81,2-1 0,6-3-122,1-2 0,0-1 101,3-2 0,4-2 93,0-1 0,-1 0-24,2-4 1,-5 0 111,5-5 0,-2 1-32,1 0 0,-2 0 49,-5 0 1,0 0-55,0 0 1,-1 0 35,-2 0 0,0-3 63,-4-1 0,0 0-92,-4 4 1,0 0 240,0 0-236,-5-5 1,-1 4 430,-5-3-280,0 8 1,-9 2-99,-2 5 0,-7 0 29,-1 0 1,-4 1 344,1 3 0,-3 2 162,7 5 0,1 0-198,-1 0 1,4 4-48,-1-1 0,7 1-111,0-4 1,6 1 123,-2 3 1,4-1-6,4 4 0,7-5 119,7 2 1,8 1-388,4-1 1,3-2 13,3-5 0,0 0 121,4-4 0,-3 0 7,3-4 1,-4-4-398,1 0 1,-8-4 163,-3 0 0,-3 0-1315,-1 0 1,-6-1-683,-5 1 861,-5 3 0,-6-1-2320,0 3 2032,0 1 1424,-10-3 0,-21 10 0,-16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57.8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55 254 8212,'0'-11'913,"0"5"0,1 1 206,3 5-740,-3 0 1,4 5-450,-5 2 1,0 7 109,0 1 0,-1 4-538,-3 0 1,2 0 272,-6 0 1,5 1-256,-5-1 0,5-2 254,-5 1 1,5-4-1547,-5 0 1772,6-1 0,-8-27 0,4-5 0</inkml:trace>
  <inkml:trace contextRef="#ctx0" brushRef="#br0" timeOffset="148">143 56 7920,'5'-11'0,"-4"3"685,3 1-407,-3 0 0,1-3-891,1 3 1,0 2 150,4 5 0,-3 0-436,3 0 898,-4 0 0,16 24 0,0 7 0</inkml:trace>
  <inkml:trace contextRef="#ctx0" brushRef="#br0" timeOffset="443">187 364 7920,'-4'11'0,"-1"-3"61,-3-1 1,2-4 375,3 0 220,1 3-136,-3-4 1,5 3-391,0-5 1,2-4 48,1 0 1,0-6-144,4-1 0,2 0 100,5-3 0,-1-2-80,1 1 1,2-1 20,-1 1 1,3 3 102,-3-3 0,3 3-78,-3 1 0,3 4-15,-3-1 1,0 5-157,-4-5 0,4 6 125,-1-2 1,1 4-164,-4 4 1,-1 2 75,-3 5 1,2 4-344,-6 0 0,2 4 138,-1 0 1,-3-2-729,3 1 0,-2-1 66,2 2 897,-3-3 0,34-5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8:54.6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409 40 7992,'0'-11'848,"0"0"0,0 3-98,0 1 64,0 5-236,-5 6 0,2 9-300,-4 9 1,4 3-54,0 1 0,-3 6-320,-2 1 1,3 0 119,2 4 0,-3 1-422,-2-1 0,2 4 286,-1 0 0,-1-7-163,-3-1 0,2-8 88,1-3 1,-2-2-499,3-5 448,-3-5 1,3-5 219,0-5 1,4-1-275,-1-3 0,-1-2 128,2-5 0,-1-1-215,4-3 1,-1 1 92,-3-4 0,3 0 144,-3-4 1,-2 1-46,-1 2 0,-2-1 106,2 1 0,-4 3 28,0 2 1,0 3 125,-4 3 0,-2 2-170,-1 2 0,2 4 45,1 0 1,-1 5 440,1 6 0,1 5-192,3 3 0,0 1-28,0 2 1,5 1-193,2-1 0,3 0 1,1 0 0,0-1-109,0-3 1,5-1-222,2-2 0,4-4-206,4 0 1,1-5 555,2-6 0,3 0 0,20-29 0,12-8 0</inkml:trace>
  <inkml:trace contextRef="#ctx0" brushRef="#br0" timeOffset="343">409 415 7018,'7'0'1308,"0"0"-495,-4 0-408,6 0 1,-6 0-230,4 0 1,-3 0 48,3 0 0,1 0-304,3 0 1,-3 0 100,3 0 0,-2 0-476,6 0 1,-3-4 292,-1 0 0,3-3-373,1 3 1,1-4 152,-1 0 0,-3-2-38,3-1 1,-4 0 165,-4 0 1,2 0 80,-6 0 1,1 4 279,-4 0 1,-1 1-122,-3-2 1,-2 0 292,-5 4 0,-4 0-139,1 4 1,-6 5 274,2 2 0,0 3 34,0 1 1,3 2-182,-3 1 1,5-1-220,-2 1 1,3 2 107,1-1 1,4 3-283,4-3 0,2 3 86,1-3 1,1 1-666,2-1 0,7-3 75,5 3 628,9-8 0,68-17 0,-32 1 0,-1 0 0</inkml:trace>
  <inkml:trace contextRef="#ctx0" brushRef="#br0" timeOffset="1168">1070 249 7984,'-18'0'181,"-1"0"0,5 0 355,-5 0 1,6 0-199,-2 0 1,1 5 11,0 2 1,3 4-455,0 4 0,1-1 121,6 4 1,-3 0-335,3 4 1,1-3 185,3-1 1,0-1-272,0 2 0,4 0 220,4-4 0,2 0-56,1-4 0,1-4-138,3 0 0,-2-4-88,5 1 0,1-4 205,3-4 1,0 1 258,0-4 0,0-4 0,0-4 0,-1 1 0,-3 3 0,3-2 0,-3-1 0,2 0 0,-2-4 0,2 4 0,-5 0 0,-1 0 0,-3-1 0,0 3 0,1-2 0,-6 1 750,-3 2 1,2 0-254,-1 0 0,0 4 703,-4 0-423,0 4-811,0-2-39,0 5 0,-2 5 10,-1 2 0,0 3 38,-4 1 1,3 5 72,-3 3 1,1-2-199,-2 1 1,-1-3 38,1 3 1,2-3 154,-1 3 1,1-4-48,-2 0 1,0-1-103,4-2 1,-3 0-130,3 0-280,-5 0 208,8 0-156,-4-5-24,5-1 0,2-6 134,1-3 0,3-2 352,5-5 0,0 0 0,0 0 0,4-2 0,0-1 0,3 1 0,-3-1 0,3-2 0,-3 1 0,5-3 12,-2 3 0,-1 0 167,1 4 0,-4 2 68,1 1 0,1 0-47,-2 4 0,1 0-118,-4 4 1,-4 0 57,1 0 1,-1 5-179,4 3 1,0-2 121,0 1 0,0 0 39,0 4 0,-2-3 1,2-1 1,-3-4-55,7 0 0,-3 2 4,-1-1 1,2-1 2,1-3 1,-2 0 29,3 0 1,1-3 11,-1-1 1,3-4-140,-3 0 0,3-2 12,-3-1 1,0 0 18,-4 0 1,0-1 149,0-3 1,-5 3-54,-3-3-139,-1 3 0,-2 1 90,0 0 0,-6 5-117,-5 2 0,-2 3 76,-5 1 1,0 5-29,-4 2 1,1 3 36,2 1 1,0 0 106,4 0 1,-3 4-140,3 0 1,0 3-1,4-3 1,1 4-374,3 0 1,1 1 177,2 3 0,3-3-466,-3-1 0,8 0 288,3-4 1,4 2 13,4-6 1,2 1 363,5-8 0,0 0 0,22-17 0,8-8 0,5-1 0,0 1 0</inkml:trace>
  <inkml:trace contextRef="#ctx0" brushRef="#br0" timeOffset="1551">2128 271 7932,'-5'-11'327,"4"0"1,-5 0 74,2 0 1,2 5-132,-5 2 1,3 3 81,-3 1 0,-1 0-62,-3 0 1,0 5 10,0 2 1,0 3-106,0 1 0,-4 4 27,1 0 1,-1 3-180,4-3 1,0 4 69,0 0 1,0-2-428,0 1 0,1-3 174,3 3 1,2-4-1094,5 0 896,0-1 1,1-4-103,3-1 1,-1-3 73,8-5 1,-2 0 51,6 0 0,1-5 64,-2-3 0,5-1 135,-5-2 1,2 0 61,-1 0 0,-2-4-51,6 0 1,-6 0 309,2 4 0,-3-1-134,-1-2 1,-3 1 542,-1-1 1,-3-2 260,3 1 41,-5 0-714,3 4 13,-5 5 1,-1 1-201,-3 5 0,2 5 122,-5 2 0,3 3-267,-3 1 0,3 2 87,-3 1 0,3 0-570,-3 4 1,4-4-44,-1 0 1,0 2-274,0-1 1,0 1 143,4-2 781,0-6 0,25 7 0,5-9 0</inkml:trace>
  <inkml:trace contextRef="#ctx0" brushRef="#br0" timeOffset="1846">2360 161 7247,'-11'0'221,"0"0"0,0 1 142,0 3 1,5-2-31,2 6 0,-1-5-122,1 5 1,-1 0-94,2 7 1,2-2 4,-3 6 0,3-1-195,1 4 0,0 0-187,0 0 1,0 4 182,0 0 0,-4 0-217,0-4 0,-1 0 116,2 0 1,0-5-35,-4-2 1,3-3 3,-3-1-59,0-5 0,-4-1-136,-1-5 402,1 0 0,10-39 0,2-10 0</inkml:trace>
  <inkml:trace contextRef="#ctx0" brushRef="#br0" timeOffset="2220">2470 337 7932,'11'0'-686,"0"-1"719,0-3 0,4 3 600,0-2 0,-1 1-82,-3 2 1,1-3-156,3-1 1,-3-1-177,3 1 0,-3 2 13,-1-5 1,0 3-416,0-3 0,0 3 188,1-3 0,-3 3-132,-1-3 1,0-1 78,-4-3 1,0 4-68,-4-1-109,0 1 1,-2-3 62,-1 3 1,-7-2-12,-5 6 1,-4-1 76,0 4 1,-3 4 296,-4-1 1,3 6-95,-3-2 0,3 3 621,1 1 0,0 1-217,0 3 1,5-1-37,2 4 1,4 0-23,4 4 1,2 0-143,5 0 1,2 1 105,6-1 0,4-2-119,10-1 0,5-3-266,2-5 1,3-1 66,1-3 0,0-2-574,0-5 1,0-1-341,1-3 0,-7-2-720,-5-5 0,-5 0 1533,-6 0 0,-20-20 0,-4-4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02.2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34 7937,'-11'-1'2504,"0"-3"-1085,5-2-1322,1 0 1,15 0 72,5 2 1,17 3 249,12-3 0,18 3-65,23 1 0,-34 0 1,3 0-370,13 0 0,2 0 1,3 0-1,2 0 399,9 0 1,3 0-1,-1 0 1,1 0-136,1 0 0,-1 0 0,-1 2 1,0 0-200,-3-1 1,-2 1 0,-2 2 0,-2 1 30,-9-1 0,-1-1 1,-2 0-1,0-1-278,-5 0 1,0 0 0,-3-1-1,-1 0 212,44 3 0,-9-3-868,-20 3 1,-8-3 181,-14-1 0,-3 0-231,-12 0 0,-7 0-2351,-11 0 2401,-8 0 1,-14 0 850,-8 0 0,-2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29.9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462 242 8237,'0'-11'488,"0"0"1,0 4-36,0-1 1,0 1-112,0-4 1,0-1-3,0-3 1,0 3-40,0-3 1,0-1-28,0 1 1,-1-3 68,-3 3 0,-2-3-99,-5 3 0,-1 1 53,-3 3 1,-3 4-81,-8 4 0,0 4-68,-7 6 1,1 6 67,-8 9 0,3 5-176,-3 2 1,4 3 21,0 1 1,6 0-52,4 0 1,9-4-442,6 1 0,6-4 240,9 3 1,8-5-589,10 2 0,10-3 360,9 0 1,6-3-986,5-1 1,2-3 665,1-5 1,-1-2 735,-3-1 0,23-18 0,0-8 0</inkml:trace>
  <inkml:trace contextRef="#ctx0" brushRef="#br0" timeOffset="274">881 275 7902,'-7'-11'444,"-1"0"1,5 4 337,-5-1-450,1 1 1,-4 1-65,0 2 1,0 4-210,0 4 0,0 3 55,0 8 1,4-2-82,-1 6 0,4-4-70,-3 3 0,5 0-99,-2 4 0,3 0-241,1 0 1,0-3 159,0-1 1,5-1 70,2 2 1,3-3 69,1-5 1,4-5 219,-1-3 1,2-1-144,-1-2 1,-3-5 158,3-3 1,-3-1-206,-1-2 0,-4-5-207,1-3 0,-6 2-66,2-1 1,-3 1-362,-1-2 1,0 0-228,0 4 906,0 0 0,-15-10 0,-3-5 0</inkml:trace>
  <inkml:trace contextRef="#ctx0" brushRef="#br0" timeOffset="864">1057 286 8419,'11'0'1261,"1"0"0,-3 1-1228,-1 3 0,0 2 100,-4 5 1,3 0-35,-3 0 1,0 4 117,-4 0 0,1 1-265,3-2 0,-3-1-37,2 1 0,-1-1-63,-2-2 0,0 0-206,0 0 175,0-5-87,0 3 225,0-7 1,1 1-86,3-6 0,-2-3 57,5-5 0,-3 2 24,3-2 1,-3 2 27,3-5 1,-3 0-7,3 0 0,-3 1 229,3-1 0,-3-2-75,3 1 1,-3 0 55,3 4 0,-3 1-27,3 3 0,-3-1-168,4 4 0,-5 0 92,5 4 0,-5 0-20,5 0 1,-6 1-6,2 3 1,-2 2-10,2 5 0,-3 4-156,3 0 0,-2 3 73,2-3 1,-3 1-112,3-2 0,-2-1 37,2 1 0,-2-1 9,6-2 0,-5-4 71,5 0 1,-5-1-79,5 2 1,-5-3-15,5-5-8,-1 0 0,4-5 26,0-3 1,-4-1 4,1-2 0,-2 0 169,1-1 1,3-2-88,-3-1 0,0-1 211,0 1 0,0 3-77,4-2 1,-3 1 223,-1 2 1,0 0-10,4 0 0,0 1 93,0 3 1,-3 1 145,-1 2-337,0 3 0,3-3-251,-2 8 1,0 2 100,-4 5 0,1 1-414,-2 3 0,-1-3 198,1 3 1,0 1-567,0-1 0,-1 1-15,1-2 0,0-1-292,1 1 1,-2-5 208,5-2 1,-3-1 792,3 2 0,20-18 0,9-9 0</inkml:trace>
  <inkml:trace contextRef="#ctx0" brushRef="#br0" timeOffset="1431">1752 297 7902,'-1'-11'0,"-3"0"0,3 4 1594,-3-1-264,3 6-145,1-8-231,0 9-580,0 6 1,4 3-222,-1 11 1,1-6 63,-4 2 0,4 1-10,-1-1 1,1 4 9,-4 0 0,0-3-235,0-2 1,4 2-52,-1-1 1,1 0-148,-4-4 0,0 0-262,0 0 1,0-4 62,0 0-471,5-4 592,1 2 1,5-5-7,0 0 0,-1-6 130,-3-5 0,3-1 77,-3-2 0,3-3 19,1-2 0,0 0 232,0 0 0,0 0 96,0 4 0,-3 0-7,-1 4 71,0-5-236,4 4 0,-3-3-24,-1 8 0,-3 2-3,3 5 1,-4 1-44,0 3 1,-2 2-6,-1 5 0,2 0-114,1 0 1,-1 2-7,1 1 1,-1-2 106,-2 3 0,0 1-148,0-1 0,3-1 126,1-2 0,0-1-276,-4 0 217,0 0 0,1-2-109,2-1-73,-1-3 129,7-5 0,-4-2-91,3-1 0,1-3 121,-1-5 1,-2 0 162,1 0 0,-1 0-103,2-1 1,2-2 268,-3-1 0,3-3-86,1 3 0,0-1 249,0 1 0,0 2-67,0-5 1,0 4 29,0-1 0,0 4-123,0 4 1,-4-2-9,1 6 0,-1-1-267,4 4 0,-4 1 101,1 3 0,-5 3-403,5 8 0,-5-2 176,5 6 0,-5-4-660,5 3 1,-5-3-20,5 3 1,-2-3-300,1 3 1,3-4 1156,-3 0 0,13-1 0,3-2 0</inkml:trace>
  <inkml:trace contextRef="#ctx0" brushRef="#br0" timeOffset="1756">2678 352 7902,'-1'-17'342,"-3"2"1,3 3 1387,-3 1-909,-2 0 0,0 1-352,-5 3 1,0 2-87,0 5 1,-1 0-102,-3 0 1,-2 5 2,-5 2 1,-4 3-69,0 1 0,1 1-162,3 3 1,-1-3-200,1 3 1,9 1-201,2-1 0,7 3 16,1-3 1,3 3-405,3-3 1,7 0-110,5-4 1,4-2 292,0-1 1,2-3 186,1-5 0,-2 0 144,-1 0 0,0-2 252,-4-1 1,3-3-141,-3-5 0,-1 0-168,-7 0 0,3-2-396,-3-1 1,2 1 668,-2-1 0,3 1 0,1-17 0,6-6 0</inkml:trace>
  <inkml:trace contextRef="#ctx0" brushRef="#br0" timeOffset="2173">2733 297 7902,'0'-7'1137,"0"0"-271,0 4 133,5-2-525,1 5 0,5 1 55,0 3 1,-3 2-93,-1 5 1,-5 0-172,2 0 0,1 2-339,-1 1 1,-1-2 121,-3 3 0,0 1-325,0-1 1,0-1 267,0-2 1,0-1-762,0 0 194,0 0 250,0 0 1,2-2-823,1-1 416,-2-3 422,9-5 0,-4-4 84,5 0 1,-3-4 279,-1 0 0,-1-3-102,2-3 1,1 1 291,-1-1 0,1-3-74,3-2 0,-1 2 65,0-1 0,0 3 289,0-3 1,0 4-247,0-1 1,0 3 79,0 1 1,0 5 238,0 2-374,0 3 0,0 2 7,0 3 1,-1 6-41,-3 5 0,2 3-17,-6-3 1,6 4 18,-2 0 1,-1 0-52,2 0 0,-5-2 35,5-3 1,-2-1-311,1 1 0,3-3 115,-3-3 1,3 0-616,1-4 1,0 0 351,0-4 0,4 0-1277,0 0 1,-4-2 52,-4-1 1505,0 1 0,9-27 0,1-2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34.0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12 221 7922,'-4'-7'478,"1"-1"289,-1 6-208,4-8 246,0 9-517,0-4 0,4 10-63,-1 2 0,6 4-160,-2 4 1,-1-2-22,2 6 1,-5 0-18,5 7 1,-6-3 121,2 3 0,-3-3-445,-1 0 0,0-1 142,0 0 1,0-2-64,0-1 0,-4-3 105,1-5 1,-6-4 67,2 0 1,1-4-37,-2 1 1,6-8 14,-2-3 1,3-8-147,1-4 0,0-1 65,0-2 0,1-2-122,3-1 1,2-2 60,5-3 1,0 3-184,0 5 0,1 0 71,3 0 0,-2 1 96,6 3 0,-5 2 288,5 5 0,-2 5-112,1 2 1,-1 3 250,-2 1 0,-3 0-122,3 0 1,-6 5 107,-2 2 1,0 4-58,4 4 1,-3-3-65,-1 3 1,-3-2-37,3 2 0,-1-3-1,2 3 1,1-3-109,-1-1 0,0 0 108,0 0 0,2 0-106,-3 0 1,4-3 74,4-1 0,-3-4-36,3 0 1,-3-2 24,-1-1 0,3-4-109,1-4 0,1 1 22,-1-4 0,-3 2-130,3-5 1,-3-2 220,-1 1 0,-4-1-63,1 1 1,-6 2 185,2-6 1,-3 6-65,-1-2 1,-4 3 185,1 1 0,-6 1-71,2 3 0,-3 2 76,-1 5 0,0 1-8,0 3 0,0 2-21,0 5 0,-4 4 2,0-1 1,1 6-60,3-2 1,3 2-242,1-2 0,5 3 81,-2-2 1,3 1-440,1 2 0,1-1 239,3-2 1,5 0-661,6-4 1,8 0-2,-1-4 863,8-5 0,47-16 0,17-8 0</inkml:trace>
  <inkml:trace contextRef="#ctx0" brushRef="#br0" timeOffset="372">971 254 7872,'0'-11'-258,"0"0"258,0 0 0,-1 0 666,-3 0 1,2 4-187,-6-1 0,1 6-95,-4-2 0,0 3-135,0 1 0,-5 0-194,-2 0 0,-3 5-9,-1 2 1,1 3-155,2 1 0,0 0 10,4 0 0,0 0 130,4 0 1,2 0-529,1 0 1,3 0 218,5 0 1,0 0-223,0 0 1,2-3 154,1-1 1,3-1-39,5 2 0,4-2 178,0-3 0,3-1 209,-3 1 1,1-2-138,-1-1 0,-2 0 203,5 0 0,-4 0 4,1 0 0,0 0-115,0 0 1,0-3 381,-4-1 1,1 0 74,3 4 512,-3 0-614,9 0 0,-9 2-18,3 1 1,-7 3-211,0 5 0,-6 0 40,2 1 0,-3 2-110,-1 1 0,-10 4 99,-4 0 1,-7-2-104,-5 1 0,-2-4 32,-5 1 1,-5-3-450,-3-1 1,-1 0-204,-2 0 0,4-5 606,4-2 0,6-18 0,3-4 0</inkml:trace>
  <inkml:trace contextRef="#ctx0" brushRef="#br0" timeOffset="1072">1269 232 11504,'0'11'782,"0"0"-681,0 0 1,-4 4 71,0 0 1,1 4-408,3 0 0,0 0 237,0 0 0,0 1-595,0-1 0,1-3-41,2-2 326,4 4 0,4-7-35,0 0 1,0-2 21,0-5 1,0-2 49,0-5 0,3-3 59,1-5 1,0-2 230,-4-1 0,4-2-55,-1-3 0,1-1 165,-4 1 0,0 0 15,0 0 1,-1 0-11,-3 4 1,3-3 556,-3 3-259,-2 0 138,5 4-378,-9 5 0,4 2-24,-5 8 1,0-2-9,0 6 0,0 3-210,0 4 1,0-1-11,0-3 1,4 5-137,0 3 1,3-2 102,-3 1 1,4-4-77,-1 0 0,3 2-107,1-1 0,0-2 72,0-5 0,0 0 169,0-4 1,0 0-91,0-4 0,0 0 160,0 0 0,1-5-121,-1-3 1,1-3-107,2-3 1,-1-2 97,1-3 1,0-3 22,1 0 1,-3 0 83,3-3 1,-3-2-95,-1 1 1,0-4 600,0 5 1,-5-5-258,-2 5 1,-3-5 675,-1 4 1,0 2-194,0 6 0,0 2 824,0 5-781,-5 5-536,-1 1 0,-4 11 89,3 5 1,2 1-131,5 6 1,0 2-169,0 6 1,0-2 138,0 6 1,0-5-586,0 5 1,4-5-312,-1 5 1,6-6-650,-2 2 1,-1 1-481,2-1 0,-1-1 929,4-2 0,0-3 912,0-1 0,20-18 0,4-8 0</inkml:trace>
  <inkml:trace contextRef="#ctx0" brushRef="#br0" timeOffset="1475">2228 243 7871,'0'-11'0,"0"-1"387,0-3 0,0 5 1508,0-4-1221,-5 9 1,-1-5-258,-5 10 1,0 0-228,0 0 0,-4 9 23,0 2 1,-3 3-262,3 1 1,-4 2 109,0 5 0,3 0-40,2 0 1,1-1-213,2-3 0,2 3-337,1-2 1,3 0-444,5 0 1,0 0 434,0-4 0,5-2-186,2-5 1,3 0 273,1-4 0,4 0 287,0-4 0,3-5-67,-3-3 0,1-1 176,-2-2 0,-1 0 69,1 0 1,-1-4 134,-2 0 0,-4-3 552,0 3 0,-3-3-381,3 3 0,-4-3 569,0 3 0,2 0-362,-1 4 1,0 0 203,-4 0 0,0 4 131,0-1-715,0 6 111,0-3-181,0 15 0,0-1-128,0 9 1,0-3-248,0 3 1,0-3-635,0 3 0,0-3 492,0 3 1,3-4-929,1 0 0,5 2 160,-2-1 1204,-2 0 0,24 1 0,2 1 0</inkml:trace>
  <inkml:trace contextRef="#ctx0" brushRef="#br0" timeOffset="1950">2481 265 7864,'0'-11'2256,"0"0"-1188,0 5-16,0 1-738,5 15 1,-4-3-290,3 8 1,-1 1-25,0-1 1,-2 4 162,3 0 0,-1 0-103,0 0 1,-2 1 113,3-1 1,-3-2-390,-1 1 0,2-4 70,1 0 0,-2-1-192,3-2 1,-3 0 42,-1 0 1,0-4-86,0 0 1,2-4-300,1 1 1,0-4 246,4-4 0,0 1 77,4-4 1,-3 0 45,-1-4 0,1-4 333,3 0 0,0-3-88,0 3 0,0-3-165,0 3 1,1-4 463,3 0 0,-3 0 656,3 0 1,-3 0-299,-1 4 1,0 0-268,0 4 0,0 1-155,0 3 194,0 2-277,0 5 0,-1 5 51,-3 2 1,-2 7-191,-5 1 0,0 4 34,0 0 0,4 0 73,-1 0 1,1 1-22,-4-1 1,1-2 2,3 1 0,-2-4-299,6 0 0,-5 2 113,5-1 0,-5-4-138,5-4 0,-1-4 68,4 1 1,0-3-844,0-1 0,1-1 1059,3-3 0,27-41 0,10-15 0</inkml:trace>
  <inkml:trace contextRef="#ctx0" brushRef="#br0" timeOffset="2089">2867 67 7864,'-11'-5'0,"0"-2"0,4 0-281,-1 0 240,6 5 41,-3-3 0,15 29 0,2 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36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 7848,'5'-6'882,"-4"-4"0,4 8 117,-5-5-542,0 4 0,1-2-107,3 5 1,-2 0-371,6 0 1,-1 5 118,4 2 0,0 3-1072,0 1 0,4-1 311,-1-3 662,1 8 0,16 2 0,4 11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37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12 347 7354,'-7'-6'935,"2"0"-39,5 2-481,0 3 0,2-4-119,1 5 1,4-1 52,4-3 1,0 3-131,0-3 1,3 3-1,1 1 1,5 0-169,-2 0 0,3 0 97,1 0 0,-4 0-569,1 0 1,-6 4 299,2-1 0,-3 5-346,-1-4 0,-5 4 175,-2-1 0,-4 4 40,-4 4 0,-3-3 233,-8 3 1,2 1-65,-6-1 0,2 3 100,-1-3 1,2 3-62,5-3 1,1 0 165,3-4 0,2 3 15,5 1-251,0 0 0,5-6-92,2-1 1,8-3-314,3-5 1,4 0-239,4 0 1,2-1 756,5-3 0,39-27 0,10-10 0</inkml:trace>
  <inkml:trace contextRef="#ctx0" brushRef="#br0" timeOffset="825">695 391 7826,'0'-11'0,"0"0"586,0 0 0,0 0-176,0 0 1,-1 5 20,-3 2 0,2-1-87,-6 2 1,0-1-112,-7 4 1,2 5-100,-6 2 0,1 3-132,-4 1 0,1 4-296,3 0 1,-2 3 270,5-3 1,1 4-406,3 0 0,3-3 216,1-2 0,4 2-101,0-1 0,2 0 74,1-4 1,4-2-186,4-1 1,2-3 26,1-5 0,5 0 71,2 0 0,-1 0 259,1 0 0,0-5-98,0-3 1,3-1 183,-3-2 1,2-2-48,-2-1 0,-1 1-115,-2-1 0,-3-2 156,3 1 1,-4 0 449,-4 4 0,2 0 212,-5 0 298,-1 0-342,-3 0-426,0 5 0,-1 5-89,-3 5 0,3 4-98,-3 0 0,-1 3-142,2 3 1,-1-2 66,4 3 1,0 1-84,0-1 0,0 0 7,0-4 0,1 1-319,3 2 0,1-5 64,2 2 1,3-4-68,-3 1 1,7-3 183,1-5 0,1 0 271,-2 0 0,2-5 0,3-3 0,1-5 0,-1-2 0,0-4 0,0 0 0,0-2 0,-4-1 0,3 0 0,-3 0 0,-1-1 0,-7-3 0,3 3 0,-3-3 0,-1 3 0,2 1 0,-6 0 0,2 0 0,-3 0 727,-1 0 1,0 5 155,0 2 480,-5 3-905,-1 6 0,-4 6-233,3 7 0,-2 4-47,5 4 0,-3 3 57,3 8 1,1-2-379,3 6 0,-4-2 176,0 1 0,1 3 114,3-3 1,-4 2-379,0-2 0,1 2-975,3-5 0,-2 3 655,-1-3 1,2 0 82,-3-4 0,-1-1-279,1-3 287,1-2 460,-2-5 0,4-5 0,-3-2 0,8-8 0,-2-2 0,5-5 0,-3 0 0,3 0 0,-4-4 0,0 0 0,2-1 0,-1 2 0,1 0 420,-1-4 0,-3 3-205,3-3 1,0 1 49,0-2 1,5 0-39,-2 4 1,-1-3 372,1 3 1,5 0-150,2 4 0,1 0-170,-4 0 1,4 1-108,-1 3 1,5 2-13,-5 5 0,1 0-54,-4 0 1,4 5 75,0 2 0,-1 7-148,-3 1 0,3 3 41,-3-3 1,2 4-363,-5 0 0,-2 0 174,1 0 1,-4 0-552,0-4 1,-2 3 114,-1-3 1,0 0-777,0-4 153,0 0 1170,0 0 0,5-20 0,1-4 0</inkml:trace>
  <inkml:trace contextRef="#ctx0" brushRef="#br0" timeOffset="967">1368 138 7826,'-7'-5'0,"-1"2"-483,4-4-473,0 5 956,4-3 0,15 24 0,4 6 0</inkml:trace>
  <inkml:trace contextRef="#ctx0" brushRef="#br0" timeOffset="1642">1709 413 7826,'0'-11'201,"-5"0"-168,-2 0 1,-3 1 744,-1 3 0,-1 2-234,-3 5 1,-2 0-239,-5 0 1,0 5-160,0 2 0,0 3-124,0 1 1,3 4-397,1 0 1,6 3 233,1-3 0,1 3-366,6-3 1,1 3 287,3-3 1,0 3-344,0-3 0,5-4 173,2-4 1,3-3-45,1 3 1,5-4 144,2 1 1,2-4 285,-2-4 0,4-2 0,0-5 0,0 0 0,4 0 0,-3-4-6,-1 0 0,-3-1 6,-1 2 0,-1 0 0,1-4 0,-2 1 153,-5-2 0,0 0 725,0 4 0,-3 0 120,-1 4-144,-4 0-530,2 5 162,-5 1-400,-5 15 1,2-1 115,-4 9 0,4-5-199,0 2 0,-2 1 33,1-1 1,0 3-168,4-3 0,-1 3-4,-2-3 0,1 0-92,-1-4 0,1 0 4,2 0 0,2-2 98,1-1 0,0 0-9,4-4 1,-3 0 51,3-4 0,2-2-206,5-1 0,-1-3 26,1-5 1,4-2 10,0-1 0,-1 0 279,1-4 1,0 3 228,0-3 1,2 3 242,-6-3 0,5 1-275,-5-2 1,5 3 35,-5 5 1,1 0 1,-4 0 0,0 5 244,0 2-270,-5 3 1,0 2-206,-2 3 1,-3 2-43,3 5 1,-4 4 142,-4 0 0,2 4 118,-5 0 1,3-2-91,-4 1 1,6-3-155,-2 3 1,4-4 117,4 0 1,2 1-99,5-4 1,5 1-155,2-8 1,5 3-313,2-3 0,3-2-765,5-5 1,1-5 140,-1-6 1063,0 2 0,14-34 0,5-2 0</inkml:trace>
  <inkml:trace contextRef="#ctx0" brushRef="#br0" timeOffset="3137">3032 358 7522,'0'-11'1307,"0"0"-803,5 0 1,-2 1 614,4 3-323,-5 2-547,8 5 0,-9 5-93,3 2 1,-3 4 12,-1 4 1,0 2-196,0 5 0,-3 4 85,-1 0 0,-5-1-124,2-2 0,1-1 29,-2 0 1,2-5-197,-1-3 0,-2-1 101,6-2 0,-5 0-751,5 0 269,-1-5-44,4-1 139,0-5 1,5-6 162,2-5 1,7-2 91,0-5 0,2 3 36,-1-3 0,2 0 277,5-4 1,0 3-116,0 1 0,2-1 248,1-3 0,-1 4-104,1 0 0,-1 5-65,-2 2 0,0 0 225,0 4 0,-5 2 93,-2 1-140,-3 3 0,-6 6-94,-2 2 0,-4 4-10,-4 4 1,-2-1-33,-5 4 1,-1-3-75,-3 3 0,3-3 55,-3 3 0,3-4-3,1 0 1,0 2-16,0-1 1,3-2-5,1-5-113,5 2 116,-3-4 1,10 0-42,2-3 0,4-1 36,4-2 0,2-5-125,5-3 0,0-1 63,0-2 0,0-2-76,0-1 0,4 0 21,-1-4 0,1 1 28,-4-2 0,0 0 36,0 4 0,0-3-18,0 3 0,-3 1-10,-1 7 0,-8-1-84,1 4 258,-2 0-101,-3 4 1,-3 1 1,-6 3 1,-2 2-68,-3 5 0,-1 0 35,1 0 0,-2 4 25,-1 0 1,2 1-23,1-2 1,0-1 103,4 1 1,0-1-115,4-2 62,0 4 0,2-2-28,1 1 0,5-5 3,6-2 1,0-4 9,4 0 1,1-1-10,3-2 0,0-5 66,0-3 0,3-3-64,1-3 1,4 0-48,-5-4 1,1 3 48,-4-3 0,0 1-68,0-2 1,-5 0 146,-2 4 0,-6 0 140,-2 4 0,-5 0-48,2 0 0,-3 4 510,-1-1-462,-5 6 0,-1-3-106,-5 5 1,-1 0 127,-3 0 1,3 5-61,-3 2 1,3 3 144,1 1 0,0 1-23,0 3 0,0-3-90,0 3 0,5-1-324,2 0 1,2-1 115,-2 1 0,3 2-533,-3-1 0,4 0 303,4-4 0,2 0-868,5 0 0,5-4 487,2 0 1,3-4-179,1 0 0,0-3 406,0-3 1,5-7 367,3-5 0,1-4 0,2 0 0,12-4 0,7-4 0,5-2 0,-1-1 0</inkml:trace>
  <inkml:trace contextRef="#ctx0" brushRef="#br0" timeOffset="3369">4498 50 7869,'0'-11'827,"0"0"1187,-4-1-1114,2 1 0,-3 7-360,5 4 0,0 4 123,0 7 0,-1 7-255,-3 4 0,2 1-262,-5 6 1,-1 2 66,-3 6 1,0-3-743,0 3 1,-3 1-127,-1-2 1,-5 9-654,2-5 1,-3 0 272,-1-6 0,4-3 349,-1-1 0,2-5-684,-1-6 1370,7-3 0,1-25 0,4-4 0</inkml:trace>
  <inkml:trace contextRef="#ctx0" brushRef="#br0" timeOffset="3911">4311 292 7869,'5'-11'717,"-3"0"-358,6 0 1,-5 0-263,5 0 1,-1 0 115,4 0 1,5 0 255,2 0 0,3 0-118,1 0 0,5-1-231,3-3 0,3 3-1,3-3 1,-1 3-86,1 1 0,-1 5-204,-2 2 0,-5-1 203,-2 1-61,-13 1 0,-3 8 77,-10 2 1,-1 4-292,-3 4 1,-3 2 65,-8 5 1,2 0 25,-6 0 0,5 4 31,-5-1 1,6 5-147,-2-5 0,-1 5-158,1-4 0,-3 3 140,3-3 0,1 3 2,3-3 1,0 0 50,0-4 0,3 0 57,1 0-7,4-5 1,0-2 484,6-8 0,5-2-58,6-5 1,4-5 101,4-2 1,1-5-197,3-2 1,-2-3-91,5-5 1,1 0-72,3 0 0,-5-1 77,-2 1 1,1 0 111,-1 0 1,-2 4-113,-6 0 0,2 4 168,-5-1 0,-1 7 143,-3 0-99,-4 6 0,1-2-216,-4 8 1,-1 3 79,-3 8 1,-3-3-254,-1 3 0,-4 2 80,0 2 0,2-2-385,-1 1 1,4-3 207,0 3 1,-2-4-332,1 0 0,0-1-117,4-2 653,0 0 0,49-15 0,13-3 0</inkml:trace>
  <inkml:trace contextRef="#ctx0" brushRef="#br0" timeOffset="4152">5325 314 7869,'0'-7'1561,"0"-1"-226,0 6-893,-5-3 0,-1 5-172,-5 0 1,-1 3-105,-3 4 0,-1 0 47,-2 8 1,-3 1-193,3-1 1,-3 4 90,-1 0 1,3 1-447,1 2 1,8-3 225,-1-1 1,8-3-248,-1 3 1,4-6 226,4-1 1,3-4 131,8-7 0,2 0 240,5 0 1,0-7-137,0-4 0,-1-1 198,-3-6 0,2-1-85,-6-3 1,1 4-1183,-4 0 0,0 1-33,0-2 0,-1-2 994,-3 3 0,3-3 0,-4-1 0</inkml:trace>
  <inkml:trace contextRef="#ctx0" brushRef="#br0" timeOffset="4645">5810 138 7869,'0'-11'0,"0"0"0,0 0 0,-1 1 3816,-3 3-1335,3 2-1547,-4 5 0,5 5-252,0 2 0,0 8-145,0 3 1,0 3-284,0 1 1,0 4-42,0-1 1,-3 6-544,-1-2 1,-5 2 257,2-2 1,-3 2-202,-1-5 1,4 1 253,-1-2 1,-1-3-86,-2 0 1,-3-4-2266,7-7 415,-3-5 1244,-1-1 1,5-7 294,2-1 0,3-3-131,1-5 1,1-4 172,3 0 1,-3-3 24,3 3 1,-3-4 62,-1 0 1,0 2 148,0-1 1,-1 4 45,-3-1 1,-2 4 159,-5 4 0,0-2 290,0 6 0,-4-1-267,1 4 1,-6 5 350,2 2 0,0 7-206,0 1 1,8 4-22,-1 0 0,8 0-123,-1 0 0,3 1-127,1-1 1,2-3-600,5-2 1,2-1 328,9-2 0,1-2-702,3-1 0,0-3 209,0-5 796,0 0 0,39-20 0,10-4 0</inkml:trace>
  <inkml:trace contextRef="#ctx0" brushRef="#br0" timeOffset="4946">6130 314 7858,'0'-7'203,"0"-1"514,5 1-431,-4-4 0,3 4 0,-8-1 1,2 6-116,-6-2 1,0 3 53,-7 1 1,3 4-60,-3-1 1,2 2 45,-2-1 1,3 2-154,-3 5 0,4 0 98,4 0-230,-3 0 0,9 4 92,-3 0 1,3-1-77,1-3 0,5 0 83,2 0 1,6 0 37,2 0 1,1 0-51,-1 0 0,-3 0 30,3 0 1,-3-3-108,-1-1 0,-1 1-9,-3 3-257,-2 0-316,-5 0 1,-9-2 294,-2-1 0,-8 0-278,-3-4 1,0 1-18,-4-1 645,-2-3 0,-15-1 0,-9-6 0</inkml:trace>
  <inkml:trace contextRef="#ctx0" brushRef="#br0" timeOffset="5186">6527 579 7858,'6'-11'3239,"4"0"-3929,-9 5 1,4-1-134,-5 4-919,0 2 1742,0-4 0,10-5 0,2-2 0</inkml:trace>
  <inkml:trace contextRef="#ctx0" brushRef="#br0" timeOffset="5303">6626 369 7858,'-4'-17'975,"1"2"-682,-1 3 1,4 1-21,0 0-2320,0 5 2047,5 1 0,6 15 0,6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44.6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277 166 7968,'3'-11'258,"1"0"1,1 1 66,-1 3 1,-2-2-95,5 6 1,-3-5 585,3 5-263,-4-1-138,7 4 1,-8 1-13,5 3 1,-4 6-125,1 4 1,-4 6-186,-4-2 0,-7 8 91,-8 4 0,-1 1-277,-2 2 1,-2 1 136,-1-1 1,-1 3-279,-7 1 1,7 4 140,-3-5 1,4-4-160,3-6 0,4-3-37,-1-1 1,11-5-594,0-2 296,6-8 1,11-2 200,2-5 0,7 0-111,0 0 0,8-1 96,3-3 1,8-2-96,4-5 1,1 0 492,3 0 0,-1 0 0,29-19 0,8-6 0</inkml:trace>
  <inkml:trace contextRef="#ctx0" brushRef="#br0" timeOffset="617">905 188 8825,'-11'5'531,"0"2"0,-1 5-393,-3 2 1,-2 1 92,-5 7 1,-1-1-213,-3 8 0,3-3 146,-3 3 0,3-3-373,0 3 1,8-5 8,4-2 0,-1-1-201,5-7 1,2-3-356,2-3 362,1-6 261,2 3 1,5-10-5,3-2 0,-2-3-106,1-1 0,2-5 99,5-2 1,0-3 129,4-1 0,1-2-44,3-1 1,1 0 108,3-4 0,-2 3 116,6-3 0,-1-1-71,4-3 1,4 1 221,-1 3 0,1 2-90,-4 5 0,-1 5 29,-2 2 0,-7 8-4,-5 3 0,-4 3 159,0 1 1,-1 5-114,-2 2 0,-2 7-111,-1 0 0,0 10-370,-4-2 0,0 2 158,-4-2 0,0 1-363,0 3 0,-4 1 228,0 3 1,-4-2-175,0-3 1,-1-1-137,-2 1 0,0-1-301,0-2 1,0-5 165,0-2 603,-5-3 0,3-16 0,-3-3 0</inkml:trace>
  <inkml:trace contextRef="#ctx0" brushRef="#br0" timeOffset="792">850 332 7909,'0'-11'690,"1"3"-541,3 1 0,2 1-480,5-2 1,10 0 48,4 4 1,7-3 116,5 3 0,2-3-750,5 3 915,-4-5 0,37 3 0,5-5 0</inkml:trace>
  <inkml:trace contextRef="#ctx0" brushRef="#br0" timeOffset="1143">1721 111 7909,'-6'-11'0,"-4"4"335,2-1 1,2 5-61,-1-5 0,0 6 56,-4-2 0,0 3-100,0 1 0,-2 0-199,-1 0 0,1 0-42,-1 0 1,0 5-91,0 2 1,1 3-23,-1 1 0,1 1 181,2 3 0,4-3-285,0 3 1,4-2 79,-1 2 1,3-3-80,1 3 1,1-1 44,3 0 1,6-2 123,5 3 1,4-3-37,0-1 1,1 2 18,3 1 1,-1-5 168,0 2 1,-5-2-87,-3 2 0,-1-4 195,-2 0-169,-5 1 0,-2 1 251,-8-1 0,-7 0-217,-8-4 1,-3 3-367,-3-3 0,1 1-642,-1-1 0,-2-3 938,1 3 0,0-8 0,4-2 0</inkml:trace>
  <inkml:trace contextRef="#ctx0" brushRef="#br0" timeOffset="1501">2206 34 7904,'-11'-5'589,"-4"0"-345,0-2 0,-1-2 80,2 6 0,0-1-107,-4 4 0,3 0-12,-3 0 0,3 5-53,-3 2 1,4 3-1,0 1 0,1 4-164,2-1 0,2 2 75,1-1 0,2-2-224,2 6 0,3-5 152,-2 5 1,6-2-230,5 1 0,3 2 85,3-5 0,0 1 3,4-2 0,-4-1 75,0 1 1,-1-2 1,-2 0 1,-2-1 16,-1 0 1,-3 0 140,-5 0 1,-2-2 178,-1-1 0,-8 0-98,-8-4 1,-2 3-449,-1-3 1,-5 3 122,-2-3 0,-3 1-917,-1-1 1,5-3 1075,2 3 0,18-18 0,4-4 0</inkml:trace>
  <inkml:trace contextRef="#ctx0" brushRef="#br0" timeOffset="1836">2647 133 7904,'0'-11'511,"-5"0"173,-2 0 0,-4 0-211,-4 0 0,3 5-141,-3 2 0,-2 3-175,-2 1 1,-5 1 59,-2 3 0,-4 3-15,0 8 1,-7 2 41,-3 5 0,-2 0-137,2 0 0,3 4-77,8 0 0,3 4-213,8 0 1,3-2-475,8 1 1,8-4 378,10 0 0,11-4 99,11-6 1,9-2 45,5-9 0,10 0 126,-2-4 1,2-10-169,-1-5 0,-3-4 36,-1-3 1,-9 0 41,-10 0 1,-10-5 94,-8-3 1,-4 2-664,-4-1 1,-3 5 276,-8 2 1,-3 2-716,-8 5 1103,-2 0 0,-20 9 0,-3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47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375 56 7812,'0'-11'0,"-1"1"749,-3 3 1,-2 2-239,-5 5 0,-1 0 40,-3 0 1,-3 11-160,-8 7 0,-3 5-186,-8 10 1,3-1 1,-3 9 0,4-1 61,3 4 1,1 0-237,7 0 1,4 0-218,10 1 0,3-3-238,5-1 1,10-3-639,5-5 1,6-9-1433,4-2 2492,-1-12 0,42-10 0,5-12 0</inkml:trace>
  <inkml:trace contextRef="#ctx0" brushRef="#br0" timeOffset="319">949 56 9203,'-12'1'841,"1"3"1,-1 7-441,-2 7 1,-4 8-138,-4 3 1,0 3-152,0 1 0,0 5 73,0 2 0,5 0-284,2 0 0,4-6 136,4-1 0,2-1-430,5-6 0,0-4-79,0-4 0,9-5-109,2-2 0,2-1-52,-2-7 0,4 1 211,-1-4 0,5 0-11,-4 0 0,4-4 111,0 1 1,0-6 320,0 2 0,0-7 0,-4-1 0,19-14 0,2 0 0</inkml:trace>
  <inkml:trace contextRef="#ctx0" brushRef="#br0" timeOffset="635">1125 397 7823,'5'7'-93,"-3"-3"269,6-4 1,-5 0 32,5 0 0,-5 4-65,5 0 0,-5 0 78,5-4 0,-5 0-112,5 0 1,-1 0 78,4 0 1,0 0-347,0 0 1,4-4 9,0 0 0,0-4-113,0 0 0,-1 1-70,4-4 1,-3 2 143,3-5 0,-4 1 189,0 2 0,-3-1-70,-3-3 1,-3 3 210,-5-3 0,0 7-76,0 0 1,-7 2 294,-4-1 0,-1 2-101,-6 5 1,-1 5 26,-3 2 0,0 4-241,0 4 0,1-1 50,3 4 0,-2-1-152,6 1 0,-5 3 29,5-2 0,0 3-524,7 3 1,2-1 270,5 1 1,0-1-258,0-2 1,6-5 534,5-2 0,44-13 0,16-3 0</inkml:trace>
  <inkml:trace contextRef="#ctx0" brushRef="#br0" timeOffset="1078">1775 254 7823,'-1'-7'330,"-3"-1"1,2 6-59,-5-2 0,3-1 131,-3 2 1,-1 0-121,-3 7 1,-1 2-229,-3 5 0,-1 4-44,-2 0 0,-3 4 98,3-1 0,1 3-108,-2 1 0,2 0 78,-1 0 1,2 1-217,5-1 0,0 0-82,0 0 1,5-5-61,2-2 1,3-3-50,1-1 1,1-1 103,3-3 0,-2-2 95,5-5 1,1 0-9,3 0 1,1-5-124,3-2 0,-2-4 54,6-4 1,-5 1-73,5-4 1,-5 3 65,5-3 1,-5 1 197,5-2 0,-4-1 64,3 1 1,-5-2 172,2-1 1,1 4 52,-1 0 1,-2 0-167,-6 0 1,2 2 1034,-5 5-454,-1 5-226,-3 1 1,-1 6-79,-2 3 0,-2 6-178,-3 4 1,-2 5-41,3-4 0,-3 4-240,-1 0 1,4 1-119,0 2 0,0-3-183,0-1 0,1-1-71,2 2 1,3 0 211,-3-4 0,0 0-837,0-4 0,0 0 1068,4 0 0,30-20 0,6-4 0</inkml:trace>
  <inkml:trace contextRef="#ctx0" brushRef="#br0" timeOffset="1394">2018 221 7823,'0'-11'645,"0"0"0,-4 4 254,1-1-369,-1 6-425,-1-3 0,-1 5 104,-5 0 0,0 5 75,0 2 1,0 7-50,0 0 0,0 2-237,0-1 0,3-3 84,1 3 1,4-2-47,0 2 0,2-3-183,1 3 1,0-3-32,0-1 0,1 4 28,2 0 0,4-1 53,4-3 1,0 1-43,0-1 1,0 1 62,0 2 0,0-1 120,0 1 0,-5-1-95,-2-2-131,2 0 0,-5 0 22,3 0 0,-8-1-92,-3-3 0,-3 2-271,-1-6 1,-1 1 522,-3-4 0,-17-10 0,-8-2 0</inkml:trace>
  <inkml:trace contextRef="#ctx0" brushRef="#br0" timeOffset="1711">2260 45 7837,'-7'-11'2299,"0"0"-959,4 0-330,-7 4-613,9 3 0,-4 10-32,5 5 1,0 2-156,0 9 0,0-1 0,0 8 1,4-3-157,0 4 0,3-1 68,-3 4 0,-1 1-654,-3 3 1,0-3 309,0 3 0,-1-3-700,-3 0 1,2-3 384,-5-1 1,1-3-276,-2-5 1,0-5-185,4-2 402,0-3 1,13-7 128,2-5 0,7-5 465,1-6 0,26-30 0,8-6 0</inkml:trace>
  <inkml:trace contextRef="#ctx0" brushRef="#br0" timeOffset="1909">2106 276 9442,'16'-6'703,"2"1"-693,8 5 0,3 0-471,8 0 0,2-4 461,6 1 0,23-20 0,7-2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55.4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286 374 7792,'0'-11'716,"0"4"112,0 0-26,0 4-569,0-2-15,0 0 1,-5 4-149,-2-3 1,0 4 85,-4 4 1,1 2-155,-9 5 1,4 5 42,-8 2 1,4 0-99,-7 0 0,3 4-32,1 4 1,3 1-82,1-2 0,5-1-206,-2 1 1,4-1 182,4-2 1,-2-1-180,5-3 1,2-2 128,6-5 0,2-5-71,5-2 0,3-3 79,1-1 0,5-5 21,-2-2 1,3-8 7,1-3 1,4-1 26,-1-3 0,1 4 159,-4-4 0,-1-4-86,-3 4 0,2-2 176,-5 1 1,-1 1-57,-3 0 1,-1 0 288,-2 0 0,0 4 13,-4 0 353,-1 4-245,-3-2-249,0 10 1,0 2 4,0 8 1,0 2 58,0 5 0,-4 1-319,-4 3 0,2-1 126,-1 4 0,1-3 8,-2 3 1,0 0-170,4 4 1,-1-1 111,1-2 0,3 1-115,-2-1 1,1 0 101,2 0 0,2-2-193,1-2 0,3-7 40,5 3 0,0-3 16,0-1 0,2-3 19,1-8 0,3-2-116,6-5 0,-1-5 4,0-2 0,0-7 135,0-1 0,0-4 121,0 0 1,-1 0-73,-3 0 1,2-2 140,-6 3 1,2-4-118,-1-4 1,-3 3 364,3-3 0,-3-1-52,-1 1 1,-3 2 78,-1 5 0,-1 4-21,1 3 0,-2 10 497,-5 2-553,0 7 0,0 1-78,0 6 1,0 3-107,0 5 1,-3 5 80,-1 3 0,-5 5-121,2 2 0,1 5 68,-2-2 0,5 3-229,-5 1 1,1 0 20,-4 0 1,4-1-137,-1-3 1,1 3-60,-4-2 0,0 4 114,0-1 1,4 1 106,-1-8 1,1 0 2,-4-4 0,4-1 166,-1-3-144,6-7 196,-3-6-129,5-5 1,1-5-11,3-2 0,2-4-127,5-4 0,-1-1 70,-3-2 0,3-3 22,-3 2 1,3-1-10,1-2 0,1-1-22,3 1 0,-3 4 9,3 0 0,2 3-67,1-3 0,0 4 52,0-1 1,-5 3-3,2 1 1,1 4 72,-1-1 1,1 6 120,-2-2 0,-3 4 33,0 4 1,0 2-51,-3 5 0,-3 4 193,-2 0 0,-1 4-62,-2 0 0,-5-2-11,-3 1 0,-5-1-77,-2 2 0,-4 0-12,0-4 1,-2 3-647,-1-3 0,0 0 291,0-4 0,0 0-1145,0 0 0,4-1 1341,-1-3 0,11-12 0,-2-7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55.8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55 7288,'0'-11'1894,"0"0"-1018,0 0-607,0 0 1,-1 5-184,-3 2 0,-2 3 71,-5 1 1,-1 0-189,-3 0 1,2 1-58,-6 3 1,5 2-131,-5 5 1,7 0-105,1 0 1,0 0 121,4 0 0,2 0 36,1 0 1,3 1 71,1 3 0,5-3 142,2 3 1,3-3-126,1-1 0,4 0 180,-1 0 1,5 0-92,-5 0 1,1-1-32,-4-2 0,-1 1-237,-3-1 1,-2 2 82,-5 1 0,-1 0-257,-3 0 1,-7 0 129,-7 0 1,-4 0-348,-4 0 645,3 0 0,-29 0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56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165 11 7792,'-7'-3'81,"0"-1"1,-1 0 174,-3 4 109,0 0 1,0 4-6,0 0 1,-1 5-129,-3 3 0,3-1-248,-3 3 0,7 2 118,1-1 1,-1 4-198,-3 0 0,5-2 70,2 1 1,3-3-80,1 3 0,1-4 119,3 1 0,7-8 78,7-3 1,3-3 301,1-1 0,-3-3-160,-1-4 0,-1-2-362,2-9 0,-4 0 109,-3-4 0,-3 0-1007,-1 0 1,-2 3 155,-3 1 869,-1-1 0,-7-7 0,-7-3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49:56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111 45 7792,'6'-11'1643,"-1"0"0,-4 1-401,3 3-606,-3 2 0,4 10-293,-5 2 0,0 4-125,0 4 1,-5 2-123,-2 5 0,-3 5 123,-1 2 0,0 1-427,0 3 0,0-6 200,0 6 0,0 1-1027,0 3 1,4 0 52,-1-4 0,2-2-305,-1-1 0,2-3 512,5-5 1,0-5 89,0-2 685,0-8 0,19-27 0,6-10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50:03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0 420 7758,'10'-12'0,"-3"1"0,2 4 491,-5 0-289,4-1 1,-3 1 570,2 0-414,3 4 1,-7-2-115,4 5 107,-5 0-255,3 0 0,-5 5-75,0 3 0,0 3 84,0 3 1,-1 0-91,-3 4 1,-2 1 43,-5 3 1,4-2-174,0-1 0,0 2-51,0-3 1,-1 2-99,4-2 0,0 2 67,4-6 1,-3 1-303,-1-4 252,0 0 1,9-1 82,2-3 0,3-3-14,1-8 0,4-2 45,0-5 0,4-1-127,0-3 0,1-3 78,3-8 1,-1 3 221,0-3 1,0 3 6,0 1 0,-1-4 53,-3 0 0,1 2-9,-4 5 0,4 0-115,-5 4 78,1 0-76,-9 4-4,4 5 0,-9 3 18,3 6 1,-8 3 26,-3 5 0,1 0-22,-2 0 0,1 5 4,-4 3 1,0-2 27,0 1 1,4 1 8,-1 3 1,4-4-20,-3 0 0,5 0-11,-2 0 0,3-2-48,1-5 0,1 0 49,3 0 1,5-5-85,6-2 0,4-3 70,-5-1 1,10-6-42,-2-5 1,3-5-20,1-6 0,-1-1 39,4-3 1,-1-2-24,2-5 1,-4 3 20,-4 1 1,1-1 103,-1-3 1,0 0-98,0 0 0,-5 0 102,-2 0 1,0 0-92,0 0 1,-1 1 179,-7 3 1,2 3 301,-6 8 118,1 6-340,-4 8 0,-5 10-77,-2 5 0,-3 6 136,-1 9 0,-4 2-100,0 5 1,-4 4-25,0-1 0,4 2-66,0-1 0,3-3-152,1 3 0,0-1-116,0 0 1,3-4 101,1 5 1,4-9-371,0 5 1,3-8 211,3-3 1,3-4-400,6-3 0,-1-8 35,0 1 0,3-6-127,1-2 1,5-5 693,-2-2 0,-2-8 0,29-56 0,-21 26 0,0 1 0</inkml:trace>
  <inkml:trace contextRef="#ctx0" brushRef="#br0" timeOffset="166">529 276 7760,'-6'0'187,"1"0"1,7 0-115,1 0 1,8 0-434,8 0 1,5 0 144,2 0 1,8 1-168,-1 3 1,3-3-68,-3 3 449,-5 2 0,23 0 0,2 5 0</inkml:trace>
  <inkml:trace contextRef="#ctx0" brushRef="#br0" timeOffset="510">948 386 7760,'6'0'1917,"4"0"-1449,-4 0-266,5 0 1,0 0-82,0 0 0,0 0 46,0 0 0,2 0-124,1 0 0,-1-1 89,1-2 1,2 0-515,-1-4 0,1-1 107,-1-3 0,-3-1 51,3-3 0,-4 3 22,-4-3 0,-1 0 91,-2 0 1,-3 0 89,3 4 0,-8 0-48,-3 0 1,-7 5 146,-1 2 0,-4 3-58,0 1 1,-5 6 160,-2 5 0,0 1 137,4 7 1,-3-4 165,-1 3 1,4 0 50,4 4 0,4 2-157,-1 1 0,7-1-48,0 1 0,6 2-123,-2-1 0,9-2-302,6-5 0,5 0 124,6-4 0,5-1-320,3-7 0,1-2-338,3-5 0,-1-5-665,0-2 1,-5-4 1293,-2-4 0,2-27 0,0-10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50:05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276 243 7730,'0'-6'1019,"0"1"1,-2 4-821,-1-3 1,-3 3-90,-5-3 1,0 3 4,0 1 0,-5-4 39,-3 1 0,2-1-197,-1 4 1,1 1 69,-2 3 1,0 1-299,4 2 1,-3 3-38,3-3-97,0 3 1,9 1 159,2 0 0,3 0-61,1 0 0,5-1 124,2-3 0,4 3 60,4-2 1,3 1 2,8 2 1,-1-1-19,4-2 0,-3 1 189,3-1 1,-4 0-103,0 0 0,-1 1 146,-2-1 1,-3 2-85,-4 1 1,-1-4 296,-11 0 0,0 1-34,-7 3 1,-3 0 63,-8 0 1,-6-1-139,-5-3 1,-4 3-73,0-3 1,-1 3-460,-3 1 0,1-4 215,0 1 1,5-2-630,2 1 0,4 2 88,4-6 656,2 1 0,30-29 0,5-5 0</inkml:trace>
  <inkml:trace contextRef="#ctx0" brushRef="#br0" timeOffset="454">562 34 7751,'2'-11'0,"1"0"1242,-2 5-883,4 1 1,-5 11 429,0 5 0,-1 6-313,-3 9 0,-2 2-211,-5 5 1,0 0-166,0 0 1,0 4 62,0 0 1,-1 1-314,-3-2 0,5 2 173,-4 3 0,8-3-170,-5-5 0,3-5 51,1-2 1,-2-3-182,6-1 1,-1-9-174,4-2-49,0-7 206,0 1 0,1-6 66,3-3 1,2-3-156,5-8 0,5 2 97,2-6 1,3 1 82,1-4 0,0-4-8,0 0 0,2-3 155,1 3 1,-3 0 85,0 4 1,0 0 175,-3 0 1,-3 5 528,-2 2-432,-6 3-86,2 6 0,-9 2-29,2 8 1,-1 2-35,-2 5 1,0 2-40,0 1 1,-4 2-108,0 3 0,-1 1 80,2-1 0,0-2-12,-4 1 0,3-1-23,-3 2 1,3-2 13,-3-2 1,3-3-392,-3 3 0,4 0-1,0 0-574,2 0 1,2-5 416,2-3 1,5-2-562,7-5 1042,2 0 0,44-34 0,10-9 0</inkml:trace>
  <inkml:trace contextRef="#ctx0" brushRef="#br0" timeOffset="1004">1058 276 7751,'0'6'1441,"0"0"-1198,0-2 1,0-1-89,0 4 1,0-3 58,0 3 1,0 0-171,0 4 1,-3 2 54,-1 1 1,-5 0-177,2 4 0,-3 1 28,-1 3 0,-3-4-151,-1 0 1,0-1 47,4 2 1,0-2 5,0-2 1,0-3 67,0 3 0,4-7 43,-1 0 15,6-6-7,-3 3 0,5-6-99,0-3 1,1-2 107,3-5 0,2-1-63,5-3 1,1 1-46,3-4 1,2 0-170,5-4 0,-1 3-25,-3 1 1,7 0 129,-3-5 0,6 1 157,-2 0 1,0 5-84,-4 3 0,0 1 431,0 2 0,-1 1-170,-3 3 0,-1 2 415,-2 5 1,-7 0-95,3 0 1,-2 5 120,2 2 1,-5 3-309,-2 1 1,-3 4-43,-1 0 1,0 4-303,0 0 1,-1-2 101,-3 1 1,2-1-29,-6 2 1,1 2-22,-4-3 1,1-1-584,3 1 0,-3-4-82,3 1 1,1-7-1065,-2 0 1741,6-6 0,21-31 0,12-14 0</inkml:trace>
  <inkml:trace contextRef="#ctx0" brushRef="#br0" timeOffset="1145">1444 89 7751,'-6'-11'595,"-4"0"946,4 0-2734,0 5 690,1 1 503,5 5 0,10 24 0,2 7 0</inkml:trace>
  <inkml:trace contextRef="#ctx0" brushRef="#br0" timeOffset="1929">1466 353 7751,'0'-11'0,"2"4"1302,1 0-387,-2 4-24,4-2-547,-5 5 0,-3 5-160,-1 3 0,-5 3 18,2 3 0,1 0 24,-1 4 1,0-1-25,0 2 0,-1 0-1,4-4 1,-3 3-492,3-3 1,-4 3 178,5-3 1,-2 0-1093,1-4 583,3 0 159,-4 0 265,5-5 1,5-2-85,2-8 1,7-3 96,1-8 0,3 2-36,-3-6 0,4 2 58,0-1 1,1-3 48,2 2 0,1 2 75,-1-1 0,0 3-120,0-3 0,0 4 108,0 0 0,-4 1-68,0 2 0,0 5 170,0 3 0,-2-2 234,-5 1-218,-5 0 160,-1 9 0,-5 1-69,0 5 0,-5 4-72,-2 0 0,1 1-25,-2-2 0,1 0-61,-4 4 1,5-4 72,2 0 0,3 2-141,1-1 0,0 1-94,0-1 1,0-7 120,0 3 0,5-3-109,2-1 1,7 2 70,0-6 0,5 1-138,-5-4 0,6-6 52,-2-5 0,3-2-81,1-5 0,0 3-20,0-3 0,0-2 5,0-5 0,-3 1 259,-1-1 0,-4 0 0,0-1 0,0 2 341,0-5 0,-1 0-195,1 0 1,-3-2 546,-3 6 0,2-2-327,-3 1 1,2 6 206,-2-2 1,-1 9 655,-2 2 229,-3 5-894,4 6 1,-5 1-167,0 3 0,-4 7 6,0 7 0,-4 0-89,1 4 1,0-2-213,0 6 1,1-2 73,-1 2 0,-3-2-135,2 6 1,-1-6-124,-2 2 0,1-1-285,2 0 1,-1 0-833,1 4 1,-1-4 580,-3 0 1,3-5-551,1-2 1,-1 0 558,1 0 0,3-6-1287,2-4 1458,1-6 0,2 2 437,0-8 0,25-27 0,6-10 0</inkml:trace>
  <inkml:trace contextRef="#ctx0" brushRef="#br0" timeOffset="2180">2271 232 7751,'-11'0'1157,"0"0"0,0 4-469,0-1 0,-1 6-67,-3-2 1,-2 3 76,-5 1 1,-4 4-194,0 0 1,1 4-131,3 0 1,4 1-363,4 2 1,6 1 125,5-1 0,3 0-525,3 0 0,5-5 281,6-2 0,0-4-926,4-4 1,1-2-124,3-5 1,0 0-494,0 0 1,-1-1 1646,-3-3 0,3-17 0,-4-8 0</inkml:trace>
  <inkml:trace contextRef="#ctx0" brushRef="#br0" timeOffset="3005">2525 342 7751,'0'-17'1526,"-4"0"-1012,0 2 0,1 7 746,3-3-861,-5 7 0,2-4-123,-4 4 1,-2 1-76,-5 7 1,0 2-167,-4 5 1,3 4-50,-3 0 1,1 3-85,-2-3 0,0 4-136,4 0 1,-1 2 178,1 1 1,4-4-670,0 0 0,1-1 341,7 2 0,-1 0-93,4-4 0,0 0 142,0-4 1,6-5-281,5-2 1,1-3 215,7-1 0,-4-1 159,3-3 1,0-2 238,4-5 0,-3-4 0,-1 0 0,-3-3-165,3 3 0,-4-4 165,0 0 0,2-1 444,-1-2 0,-2 3-246,-5 1 0,0 4 242,-4 0 1,3 1-125,-3 2 0,0 4 544,-4 0-238,0 4-603,0 8 0,0 4-203,0 9 1,0 0 172,0 4 0,-1 0-506,-3 1 0,3-5 273,-3 0 0,3 1-126,1 3 0,-4-4-27,0 0 0,1-4-7,3 1 0,1-4 404,3-4 0,2 2 0,5-6 0,0 1 0,0-4 0,3-1 0,1-3 0,5-2 0,-2-5 0,-1 0 0,2 0 0,-1-4 0,4 0 0,-4-3 0,1 3 0,-4-3-98,3 3 1,-5-4 542,2 0 0,0 0-194,-4 0 0,2 0 429,-5 4 0,-3-1-230,-2 1 0,-2 3 130,-1-3 1,-1 3-214,-2 1 0,0 5-190,-4 2 0,-1-1-49,-3 2 1,-3-1-112,-1 4 1,0 1 41,4 3 0,0-2 98,0 6 1,0-4-365,0 3 0,4-1 114,-1 1 0,5 3-411,-5-3 362,6 3 1,-3 1-73,5 0 1,4 0 43,-1 0 1,6-1 48,-2-2 0,3 1 96,1-1 1,0 1-55,0 3 1,4-5 148,0 0 1,-1 1-77,-3 3 1,0 0 116,0 0 0,0-4-80,0 0 1,-3 1 142,-1 3 0,-4 0-10,0 0 1,-2 0 62,-1 0 1,-6 1-162,-5 3 1,-1-7 9,-6 3 0,-2-2-162,-6 2 0,2-4 113,-5 1 0,3-6-634,-4 2 0,5-3 298,-5-1 1,6 0-792,-2 0 0,8 0-13,3 0 1113,3 0 0,35-24 0,9-7 0</inkml:trace>
  <inkml:trace contextRef="#ctx0" brushRef="#br0" timeOffset="3407">3032 464 7751,'17'-5'0,"-1"2"137,-5-4 0,1 3 305,3-3 1,1 4-221,2 0 1,-1-2-22,-2 1 1,-2-3-194,6 3 0,-2-4 62,1 0 0,-1 0-126,-2 0 0,-3-1 106,3 1 1,1-2-212,-1-1 0,-1 0 70,-3 0 0,-4 0 110,-4 0 0,2 0 103,-1 0 0,-2 1-56,-5 3 1,-7-1 5,-5 4 0,-8 0-6,1 4 0,-9 0 274,-2 0 1,0 5-67,-4 2 0,4 7 15,4 1 0,2 1-7,5-2 1,3 0 19,1 4 1,6 0 36,1 4 1,5 4-41,6 0 0,6 0 30,5-4 0,6 0-95,9 0 1,3-5-278,8-2 1,1-8 122,2-3 1,2 1-59,-5-2 0,-1-4-154,-3-6 0,-4-3-180,-4-1 0,1-1-791,-4-3 0,-4 3 518,-10-3 0,0 3-3041,-4 1 3626,0 0 0,-29-5 0,-5-1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50:09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319 375 7691,'11'-6'0,"-1"-3"0,-2 1 335,-4 3 0,-5 0-2,-2 5 0,-4 0-115,-4 0 1,-5 2-105,-2 1 1,-3 5-98,-1 6 0,0-1-112,0 1 1,0 2 116,0-1 1,-1 5-128,-3-2 0,4 1 18,0 0 1,1 2-33,6-3 1,2-1 51,6 2 0,-2-6-171,5 2 1,2-4 79,6-4 1,3-2 115,8-5 0,2 0-41,5 0 1,1-5-22,3-2 0,2-8-139,5-3 1,-1 1 112,-3-2 0,2 1-144,-5-4 0,3 0 96,-3 0 1,-4 0 150,-4 0 0,-8 0 54,1-1 0,-7 6 20,-1 3 0,-1 1 514,-2 2-280,0 5-20,-5 1 1,2 7-73,-4 1 0,3 3 35,-3 5 0,3 4-61,-3 0 1,3 4-143,-3 0 0,3 2-14,-3 1 1,3 0-180,-3 0 1,4-4-348,0 0 1,-2 0 268,1 0 0,-1 3-448,1-3 698,3-2 0,16-20 0,9-9 0</inkml:trace>
  <inkml:trace contextRef="#ctx0" brushRef="#br0" timeOffset="408">573 364 7742,'-11'11'1055,"1"0"-909,3 1 1,-3 2 54,3 1 0,0 1-235,0-1 0,5-2-26,-2 5 0,-1-4-119,1 1 1,1 0-36,3 0 275,0 0 0,0-4-202,0 0 1,1-5 17,3-2 1,-2-3 241,5-1 1,1 0-138,3 0 0,0-5-59,0-2 0,0-1 13,0-3 0,4 3-123,-1-7 1,2-1 64,-1 1 1,-2 0 89,6 0 0,-2-1-50,1-2 0,2-2 9,-5 5 0,-1-1 463,-3 2-199,5 1 238,-3-3 1,-1 7 210,-5 1-314,-4 3 0,1 10-276,-4 3 1,0 1 118,0 2 0,0 0-134,0 0 1,0 4 91,0 0 1,-3 1-361,-1-1 0,-1-3 108,2 2 1,1-1-565,-1-2 1,1-4 65,2 0 0,2 0-69,1 0 0,0-2 692,4-5 0,0 0 0,29-25 0,6-5 0</inkml:trace>
  <inkml:trace contextRef="#ctx0" brushRef="#br0" timeOffset="885">1278 23 7742,'5'-11'1696,"-3"5"0,4 1-1345,-3 5 0,-1 1 71,1 3 1,-1 5-77,-2 6 1,-4 5-78,0-2 1,-3 3-69,3 1 0,-4 1-83,0 3 0,-2-2-53,-1 6 0,0-2-156,0 1 0,-1 2-220,-3-5 1,2 3 229,-5-3 1,4 0-354,-1-4 0,3-2-20,1-1-855,0 2 526,0-9-253,5-1 571,1-6 0,5-11-31,0-5 0,4-2 179,-1-5 0,5 3 116,-5-3 1,1 3 184,-4-3 1,1 3-150,3-3 1,-3 3 438,3-3-290,-3 4 1,-6-2 302,-2 5 1,0 5-50,-5 2 0,4 3 51,-7 1 0,-2 9-75,-1 2 1,-2 7-70,2 1 0,-2 1 784,5 2 0,2 1-362,6-1 0,-2 0-280,5 0 1,1-4-87,3 0 0,5-5-151,2-2 0,4-1-81,4-7 0,-2 1-61,5-4 0,-3 0 137,4 0 1,-6-5-58,2-2 0,1-3 12,-2-1 0,11-30 0,-2-6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50:13.1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199 210 7763,'7'-3'0,"0"-2"86,2-1 161,-4 3 1,0-3 412,-5 2-254,0 3-262,0-9 40,0 9 1,-5-4-122,-2 5-59,-3 0 1,-1 4-72,0 0 1,0 4-8,0-1 1,0 3 80,0 1 1,3 0-117,1 0 1,4 0 53,0 0 1,2 2-22,1 1 1,1 0 64,2 4 0,0 1-5,4 3 1,1-4 110,3 0 0,0 1-90,0 3 1,-4-5 78,0-2 1,-4 1-61,1-2 0,-8 0-188,-4-7 1,-6 2 118,-5-6 0,-1 1-530,-2-4 0,-4 0 66,0 0 1,2-1-461,5-3 969,3-2 0,20-30 0,3-5 0</inkml:trace>
  <inkml:trace contextRef="#ctx0" brushRef="#br0" timeOffset="750">353 354 7763,'11'-8'211,"0"1"0,0 1-85,0-2 1,0 4 453,0 4 1,1-4-213,3 0 1,-1 0-168,4 4 0,-5-1-429,2-2 0,1 1 147,-1-1 0,0-2-1016,-4 1 566,0-4-403,0 1 411,-5-4 236,-1 0 0,-14 2 165,-2 1 0,-7 3 124,-1 5 0,-2 0 287,-1 0 0,0 5-181,0 3 1,1 1 294,3 2 1,-1 0-206,4 0 1,0 0 149,4 0 0,1 2-59,3 1 1,2 0-155,5 4 1,0-3-43,0 3 0,1-3-164,3 3 1,7-4 0,7 1 1,3-4 89,1-4 1,5-2-98,3-5 1,-2-1 56,1-3 1,4-7-71,4-7 1,0-3 95,-4-1 0,-4-2-148,1-1 0,-2 1 53,1-1 0,-2-2-29,-5 1 1,-5-1 64,-2 1 0,1-1-4,-1-2 0,-2 2 278,-6 5 1,2 4-101,-5-1 0,3 6 531,-3-2-233,-1 8-174,-3 2 0,-1 6 4,-3 3 1,-5 6-37,-6 4 1,-5 7-182,2 1 1,1 0 126,-2 4 0,6-2-227,-2 2 0,-1-1 46,2 4 0,-1-4-256,4 0 0,4 2 126,-1-1 1,6 1-167,-2-1 0,3-7 149,1 3 1,5-7 77,2 0 0,3-7 26,1 0 1,5-6 13,2 2 0,1-8-137,3-3 1,-1-4 104,8-4 1,-3 1-351,3-4 0,-3 3 153,3-3 0,-3 1-13,3-2 0,-4 0 71,1 4 1,-4-3 379,-4 3 0,-1-3 437,-2 3 0,-7 0-387,3 4 0,-7 0-87,0 0-51,-3 0 0,-2 1 500,-3 3 0,2 2-149,-6 5 0,-3 1-246,-3 3 0,-5 2-1,4 5 1,-3 0-111,3 0 1,1 4-20,3 0 0,0 3 36,0-3 0,0 3-88,0-3 1,3 3 48,1-3 0,4 3-345,0-3 1,2 3 156,1-3 0,0 3-648,0-3 1,6 0 55,5-4 1,1-5-166,6-2 1,1-3 902,3-1 0,-5 0 0,28-25 0,3-5 0</inkml:trace>
  <inkml:trace contextRef="#ctx0" brushRef="#br0" timeOffset="1400">1489 210 7763,'0'-6'-1818,"0"0"4328,0 2-1709,-5 3 0,-1 0-276,-5 5 1,-4 4-136,0-1 0,0 5-136,4 2 0,-3 0-213,-1 4 1,0 0 98,4 4 1,0 1-379,0-1 0,4-4 240,0 0 1,4-1-298,-1 2 1,3-3-85,1-5 1,9-5-308,2-2 1,7 1-196,1-2 1,1-4 353,2-6 0,2-3 156,1-1 1,-1-4 370,1 0 0,2-4-136,-1 0 0,0 1 136,-4-4 0,0 2 0,0-5 0,-4 0 0,1-1 0,-5 2 296,5-5 1,-6 0 30,2 0 0,-3 2 272,-1 5 0,-3 0 637,-1 0-393,-5 5-78,3 6-550,-5 6 1,-5 10 111,-2 2 0,-3 8-96,-1 3 0,0 3-42,0 1 1,1 0-160,3 0 0,-3 1 128,3 3 0,-3-3-168,-1 3 1,0 1 31,0-1 1,0 1-205,0-2 1,4 0 108,-1 4 1,1 0-281,-4 0 1,3-2 139,1-5 0,3-5-168,-3-2 290,5-3-8,-3-6 1,6-1-52,3-5 1,2-5 61,5-2 1,0-7-123,0 0 1,1-6 82,3 2 0,-3 0 122,3 0 1,-2 0-30,2-4 1,-2 3 111,6 1 0,-5 0-2,5-4 0,-1 3-98,4 1 0,0 4 220,0 0 1,-1 3-60,-2 3 0,0 0 401,-4 4 1,3 2-134,-3 5 1,-2 3 17,-5 5 0,0 4-117,-4 0 0,0 4-119,-4 0 0,0 2-350,0 1 0,0 0 198,0 0 1,-4 2-239,0-2 1,-3 2 151,3-10 0,-3 5-1882,3-5 1396,-4 1 0,5-9-1819,-4-2 2354,4-3 0,-1-21 0,4-4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7:50:15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78 7753,'7'-11'1011,"-4"0"1,-2 0 374,-1 0-940,0 0 0,0 4-1917,0-1 644,0 6-683,0-3 1510,5 5 0,2 10 0,4 2 0</inkml:trace>
  <inkml:trace contextRef="#ctx0" brushRef="#br0" timeOffset="361">408 310 7750,'-7'-8'520,"0"1"-120,-1 4 0,-3-5-85,0 4 1,-3 1-21,-1 3 1,-1 4-159,1 4 1,3-2-259,-3 1 0,-1 1 19,2 3 0,0 0 120,7 0 1,-3 0-184,3 0 0,2 0 85,1 0 1,3 0-55,1 0 0,0-4 43,0 1 1,1-6 2,3 2 0,2-3-147,5-1 0,0-1-261,0-3 0,5 2-36,2-6 1,3 1 249,1-4 1,0-1 281,0-3 0,44-22 0,12-9 0</inkml:trace>
  <inkml:trace contextRef="#ctx0" brushRef="#br0" timeOffset="711">618 254 7750,'6'2'0,"-2"1"0,-3 0 653,-1 4 1,0 1-116,0 3 1,-5 1-48,-2 3 0,0-3-20,0 2 0,3 2-122,-3-1 0,3 1-244,-3-1 1,1-3 108,-1 3 0,-2-3-242,5-1 0,-3-4 141,3 1-317,-4-6-167,7 3-440,-4-5 335,5 0 0,0-5 205,0-2 1,6-3 86,5-1 1,1-4 6,6 1 1,-2-5 148,6 4 0,-2-3-74,6 3 1,1-3 186,-2 3 1,6-3 109,-2 3 1,-2 2 123,-1 5 0,-4 3 186,-4 5 1,-2 0-231,-5 0 0,-1 5-37,-2 3 1,-4 6-45,-4 5 1,0-2-163,0 1 0,0 1 106,0 3 0,0-1-1163,0-3 0,0 2 167,0-6 858,0 1 0,0-9 0,0-1 0</inkml:trace>
  <inkml:trace contextRef="#ctx0" brushRef="#br0" timeOffset="1643">1731 365 7724,'0'-8'-954,"0"1"2950,0 5-1329,0-8 1,-1 7 113,-3-4-519,3 5 0,-5-7-63,2 5 0,2-1 0,-5 2 0,3 1 37,-3-1 0,-1 2-25,-3 1 1,-1 0-122,-3 0 0,-1 4-141,-2 4 1,-3 2-675,3 1 1,2 3 395,1 1 0,0 3-72,4-3 0,-1 1 152,8-1 0,1-7 142,3 3 1,1-3-22,3-1 1,2-2-2,5-5 1,5-1-60,2-3 1,7 2 4,0-6 0,1 1-418,-4-4 1,-4 0 197,1 0 0,-1 0 403,4 0 0,-5 0 0,-2 0 0,7-20 0,1-4 0</inkml:trace>
  <inkml:trace contextRef="#ctx0" brushRef="#br0" timeOffset="1868">1930 232 7724,'10'-7'0,"-3"0"1056,3 4-132,-9-2-465,9 5 0,-9 5-20,3 3 0,-8 6-113,-3 5 0,0 3-196,0 3 0,-1 4 69,-7 4 0,3 0-425,-3 0 0,-1 5 80,1 2 0,-2-3-624,6-4 0,-2-1 321,5-6 1,2-4-570,-1-4-619,4-4 1250,-2-3 0,7-8 387,1-6 0,2-5 0,3-6 0,1 1 0,-3-42 0,6-5 0</inkml:trace>
  <inkml:trace contextRef="#ctx0" brushRef="#br0" timeOffset="2059">1886 365 7724,'5'-28'0,"1"-3"-19,5 5 1,0-2 116,0 6 0,1-1 257,3 8 0,-3 2-113,3 5 1,1 0 187,-2 4 1,5 0 48,-5 4 1,5 5 11,-5 3 0,1 1-160,-4 2 1,0 2-108,0 1 0,-1 5-219,-3 6 1,-3-1 77,-8 1 0,-7 0-327,-7 1 1,-3-3-151,-1 3 1,1-3-429,3-1 1,-3-5 199,3-2 1,-2-1-374,2-3 1,2 2 112,5-10 882,0 6 0,9-37 0,4-4 0</inkml:trace>
  <inkml:trace contextRef="#ctx0" brushRef="#br0" timeOffset="3688">2282 310 7724,'13'-8'128,"1"1"0,-1 1 253,1-2 1,2 0-156,-1 4 0,1-3-47,-1 3 0,-3-3-325,3 3 1,1-3 92,-2 3 1,-3-4 26,-3 0 0,-2 2 100,1-1-128,-2-1 1,-10 1-91,-2 0 0,-4 4 109,-4 0 1,-2 1-18,-5 2 1,0 4 34,0 0 0,1 4 16,2 0 0,0 3-8,4 3 0,-3 0-161,3 4 1,0-3 36,4 3 1,0-3-85,0 3 0,5-1 37,3 2 1,1 2-179,2-3 1,5-2 117,3-1 1,6-3 239,5-1 0,1-5 0,3-2 0,-1-3 0,0-1 0,0-5-84,0-2 0,0-7 103,0 0 1,-4-2-52,1 1 1,-1-1 158,4-2 0,-4-2 76,1 5 1,-5-3 113,5 3 0,-2-3-88,1 3 1,-2 2-100,-5 5 1,-3 0 121,-1 4-407,0 0 187,-1 4 1,-2 5-54,-8 3 0,2 1 27,-5 2 1,-1 4-112,-3 0 1,0 4 21,0 0 1,-1 0 35,-3 0 1,3 2 22,-3-3 0,3 3 5,1 1 0,-2 0-406,2 0 1,-2-5-101,10-2 750,-6-3-118,8-1 1,2-8-16,10-3 0,1-11-1,7 0 0,-1-7-49,4 4 0,4-6-201,0 2 0,4-3 142,0-1 0,1 1-218,3 3 1,-1-2 74,0 5 1,-4-3 159,0 3 0,0-3 18,0 3 1,2 0-19,-6 4 0,0 4 0,-7 0 0,2 1 0,-5-2 0,-4 2 593,-4 2-393,-5 3 0,2-4 249,-8 5 0,-2 2-154,-5 1 0,-1 2-99,-3 3 1,-2 1-261,-5-1 0,0 3 102,0 3 1,-1-1-29,-3 1 1,3 2 58,-3-1 0,6 1-390,2-1 0,3-2 143,-3 5 0,4 0-235,0 0 0,5-1 103,2-2 1,4-3 85,0 3 0,6-7 224,5 0 0,3-6 0,3 2 0,0-4 0,4-4 0,1 2 0,3-6 0,0-3 0,0-3 0,-4-2 0,1 1 0,-1 2-4,4-6 1,-5 4 116,-2-3 1,1 1 179,-2-1 0,1-3 85,-4 2 1,-1 3-101,-3 2 1,2-2-217,-5 1 0,-1 4 220,-3 4-285,0 4 1,0 0 107,0 6 0,-5 3-296,-2 5 1,-2 0 60,2 0 0,-3 5-49,3 3 0,-3-2 32,-1 1 1,0-1 107,0 2 1,1 2-45,3-3 1,-2-2 44,6-1 1,-2 1-134,1-2 1,3 1-6,-3-4 90,3 0 0,6-5 52,2-2 0,4-3-12,4-1 1,-2-5-95,6-2 0,-1-4 78,4-4 1,4-1 61,0-2 0,-1-3 0,-3 3 0,0-7 105,1-1 0,-1-1-102,0 2 0,-5 0 186,-3-4 1,2 3 128,-1-3 0,0 3 165,-4-3 0,0 4-109,0-1 0,-1 4 523,-3 4-104,3 2-205,-9 10-512,4 1 0,-6 10 74,-3 2 0,-2 7-73,-5 0 0,1 6 147,3-2 0,-7 7-252,3 1 0,-2 0-148,2 0 1,-1-3-220,-3 3 0,1 2-155,-4 2 0,3-2 232,-3 1 1,4-4-170,0 1 0,1-1 145,2-3 0,0 2 202,0-10 1,4-3-132,0-3 411,4-6-251,-2 3 0,5-10-41,0-2 1,5-7 121,3 0 1,0-2-58,0 1 0,1 2 335,-1-6 0,3 4-122,3-3 1,-1 3 261,1-3 1,0 3-187,1-3 1,-2 1 176,5-2 0,1 0-57,3 4 0,0-1-71,0 1 0,0 4-182,0 0 1,0 2 126,0 5 0,0-3-58,0 3 0,-3 0 4,-1 4 0,-5 1-126,2 3 1,-3-1-6,-1 4 0,-3-1-84,-1 1 0,-4 3-58,0-2 1,-2-2 136,-1 1 1,4-3-39,0 3 1,-1-3 81,-3 3-150,0 0 1,-1 3 35,-2-2 1,1 1-73,-1-1 1,-2-2 29,1 1 1,-5-1-132,2 2 0,1 2 26,-1-3 0,-4 3 92,-4 1 0,-1 0-45,1 0 1,2 0 38,-6 0 1,1 3-246,-4 1 1,5 0 65,2-4 0,-1 4 242,2-1 0,0 1-22,7-4 1,-2-4 164,5 1 1,2-6 52,6 2 1,3-3-100,8-1 0,-2 0 90,6 0 0,-1-5-72,4-2 0,0 1-24,0-2 1,0-3 24,0-3 1,0-1 449,0 4 0,-1-4-161,-2 1 0,-2-2-8,-3 1 1,-3 3-386,0-3 1,0 3 47,-3 1 0,-3 0-544,-2 0 0,-3 0 310,-3 0 1,-3 3-156,-5 1 1,0 4 130,0 0 1,-2-2-255,-1 1 0,1 0 514,-1 4 0,1 15 0,2 4 0</inkml:trace>
  <inkml:trace contextRef="#ctx0" brushRef="#br0" timeOffset="4071">3749 277 7724,'5'-7'1519,"-3"3"-546,5 4-477,-4 0 0,2 4-129,-5 4 1,0 2-287,0 1 0,0 0 91,0 0 0,-1 3-455,-3 1 0,-2 3 120,-5-3 1,0 3-24,0-3 1,0 1-29,0-1 0,0-4 82,0 0 1,0-1 134,0-7-199,4 6 424,3-8 1,4 3-83,0-8 0,8-2 408,3-5 0,6-1-114,-2-3 1,6 2 6,1-6 1,0 1-96,4-4 0,1 3-178,-2 1 1,5 1-319,-5-2 0,2 0 179,-1 4 0,-4 0-1050,0 4 0,-1 4 539,-6 0 0,-4 4-1063,-4 0 1,-3 3 723,3 3 0,-4 0 815,0 4 0,-6 20 0,-4 9 0</inkml:trace>
  <inkml:trace contextRef="#ctx0" brushRef="#br0" timeOffset="4345">4113 78 7724,'-4'-11'594,"0"0"0,0 4 67,4-1 0,5 2-123,3-1 0,5 2-181,2 5 0,5 1 463,-2 3 1,6 7-287,2 7 1,0 7 284,-4 0 1,-1 6-305,-3-1 1,-7 5-59,-7 2 0,-3 3-507,-1-3 0,-7 3 71,-8-3 1,-3 0-791,-12-4 1,2-1 507,-1-3 1,-3-3-433,2-8 0,2-3 224,-1-8 1,1 2-2953,-2-5 3421,3-1 0,10-17 0,1-5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28.7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55 144 8252,'-11'0'3241,"5"1"-2840,3 3 1,-2 3 130,1 8 1,0-2-184,4 6 0,0-1-168,0 4 0,0 5-26,0 3 0,0 1-108,0 3 1,-1-3-93,-3-1 0,3 0-423,-2-4 1,1 0-76,2-4 0,-3-5-670,-1-2 1,0-3-1263,4-1 2475,0-5 0,25-60 0,5-19 0</inkml:trace>
  <inkml:trace contextRef="#ctx0" brushRef="#br0" timeOffset="367">254 23 7818,'-1'-6'0,"-2"1"0,0 0 647,-1 4 143,4-4 1,5 5-165,2 0 1,7 1-188,0 3 0,10 3-99,-2 8 0,7 2-118,0 5 0,2 5-103,-2 2 1,2 4 27,-5 4 1,-5 2-112,-7 5 0,-6 0 128,-5 1 1,-8-3 20,-6-1 1,-9-3-115,-10-5 1,-3-2-188,-4-6 0,4 0-596,0-11 1,0 2 101,4-1 0,7-8-1053,3 1 1663,6-6 0,26-26 0,7-7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44.2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77 420 7737,'5'-7'-159,"1"-2"0,5 3 471,0-1 1,2-1 549,1 4 0,3-4-401,5 0 0,2-2 48,1-1 1,2-1-282,3-3 0,-3 2-57,-5-5 0,0-1-194,0-3 1,-1-4-63,-3 1 1,-6-1-29,-4 4 1,-5 0 109,5 0 0,-6 1-114,2 3 0,-3 2 4,-1 5 0,0 0-93,0 0 1,-1 5-7,-3 2 116,3 3 0,-8 9 189,6 3 0,-6 8 36,2-1 0,1 4 139,-2 4 0,1 2-123,-4 5 1,-4 4 46,0-1 0,0 2-107,0-1 1,-1 4 27,-2 6 1,-7 0-63,3 4 1,-2-4-152,1 1 1,0-3-147,-3-1 0,3-6 121,-3-5 1,3-6 11,1-8 0,5-4 28,2-4 52,3-4 1,6-4-6,2-6 0,3-4 9,1-4 0,9-1-91,2-3 0,7 0-152,0-4 1,8-2-19,4 3 0,0-3 75,0-1 1,1 1-73,-1 3 0,3-3 146,4 3 1,-4 2 9,0 1 0,0-1-10,-4 1 1,-2 2 96,-1 6 1,-4-2 33,-4 5 1,-5 1-158,-6 3 367,-5 5 0,2 4-15,-8 6 1,-2 3 92,-5-3 0,0 5-128,0-2 0,0-1 49,0 2 1,1-5-167,3 5 1,-2-6-12,6 2 1,-5-3-39,5-1 1,-1 0 153,4 0-246,0-5 0,1 3-1,3-5 1,2-2-65,5-6 1,1 2 52,3-5 0,-2-2-105,6-6 0,-4 2 112,3-6 1,0 5-5,4-5 0,0 2 71,0-1 0,1-2-54,-1 6 1,0-5 128,0 5 1,-5-1 37,-3 4 1,-1 5 485,-2 2-393,0 3 0,-5 2 43,-2 3 0,-3 2-186,-1 5 0,-4 0-75,0 0 0,-3 4-392,3-1 1,-3 2 209,3-1 1,-3-3-543,3 3 0,1-3 782,3-1 0,5-10 0,1-2 0</inkml:trace>
  <inkml:trace contextRef="#ctx0" brushRef="#br0" timeOffset="395">1014 497 7737,'0'-8'1503,"0"1"-919,0 5 0,-1-3-88,-3 5 0,2 5-156,-5 2 0,3 4 86,-3 4 1,-1-2-217,-3 5 1,0 1-28,0 3 1,0 0-69,0 0 0,0-1-160,0-3 1,4 2-84,-1-5 0,5-1-76,-5-3-299,6 0 228,-3 0 27,5-5 0,5-2 69,2-8 1,3-2-57,1-5 1,0 0 84,0 0 0,1-3-12,3-1 1,-1-4-119,4 5 1,-3-6 129,3 2 1,0 1 64,4-2 0,0 2 39,0-1 1,-3 1 194,-1 2 0,-1 4 46,2 0 0,-3 1 281,-5 6 1,0 1-302,0 3 1,-5 5 23,-2 2 1,-3 4-144,-1 4 0,0-2 100,0 5 1,-5 0-640,-2 0 0,0 2-237,0-6 1,1 5-1544,-1-5 2263,2 1 0,5-9 0,0-1 0</inkml:trace>
  <inkml:trace contextRef="#ctx0" brushRef="#br0" timeOffset="1168">1532 519 7737,'-16'-6'189,"4"-3"1,-2 4 230,1-1 0,-1 4 472,-1-2 0,0 8-207,4 3 0,0 3-329,0 1 1,4 3-154,-1 1 1,6 5-32,-2-2 1,3 3-131,1 1 0,5-1-39,2-3 1,7 3-205,1-3 1,3 0-148,-3 0 1,3-8-505,-3 1 0,3-4-29,-3 0 0,3-2 324,-3-5 0,1-1 89,-2-3 1,0-2 140,4-5 0,-3-5 63,3-2 1,-4-4 263,1-4 0,0 2 0,0-6 0,4 1 0,-5-4 0,1 0 0,-4 0 0,0-2 0,0-1 0,0 1 0,0-1 0,-4 3 343,1 3 0,-6 4 487,2 8 261,2 2-737,-5 10 0,-1 2-8,-7 8 0,1 3 29,-2 8 0,1-1 14,-4 4 0,4 2-225,-1 5 0,2-1-46,-1 1 0,-2 2-114,6-1 0,-2 5-57,1-2 1,3 3-297,-3 1 1,2-1 185,-2-3 0,2 3-150,-6-3 1,2 2-127,-1-2 0,-3-2-374,3-5 1,0-3 199,0-1 0,3-8-17,-3 1 630,5-7 0,-3-4 0,5-8 0,0-6 0,5 1 0,2-1 0,2-4 0,-2 0 0,3 1 0,-3-1 0,3 0 0,1 0 0,0-3 222,0 3 0,0 1 52,0-2 1,4 5 102,-1-5 0,2 5-26,-1-5 1,-2 6 73,6-2 1,-4 6-53,3 2 0,-3 5 44,3-2 0,-5 3-176,2 1 0,-4 5-19,-3 2 1,0 4-145,-4 4 0,-1 2 83,-3 5 0,-3-1-81,-1-3 1,-4 3-109,0-3 0,-2 2-220,-1-2 0,0 2-111,0-5 1,0-1-483,0-3 1,4-1 326,0-3 514,4-2 0,3-34 0,6-8 0</inkml:trace>
  <inkml:trace contextRef="#ctx0" brushRef="#br0" timeOffset="1309">2095 232 7755,'-11'0'-186,"14"15"1,5 3 0</inkml:trace>
  <inkml:trace contextRef="#ctx0" brushRef="#br0" timeOffset="2001">2359 574 7755,'-11'-6'0,"0"-3"0,0 6 326,0 0 1,-1 2 479,-3 1 1,2 0-267,-6 0 0,5 1-194,-5 3 0,5 2-227,-5 5 1,2 4-19,-1-1 1,1 5-138,2-5 0,3 6 104,-3-2 1,6-2-108,2-1 1,5 1-223,-2-1 1,3-1-418,1-3 1,5-1 26,2-3 1,6-2 214,2-5 0,5 0 109,-2 0 0,-1-5 117,2-2 1,-1-3 138,4-1 0,0-5 14,0-2 1,-4 1 209,1-2 1,-5 5-69,5-5 0,-6 2 104,2-1 1,-3-2 153,-1 6 1,-1-1 61,-3 4-3,3 0-272,-9 0 1,4 6-6,-5 5 1,-3 5-19,-1 6 1,-5 1-11,2 3 0,1-2-28,-1 6 1,1-2-22,-2 1 0,0 2-71,4-6 1,0 2 61,4-1 0,0-3-11,0 3 1,0-3 29,0-1-122,0 0 1,1-1 24,3-3 1,2-2-122,5-5 0,0-3-60,0-1 0,2-5-211,1 2 1,-1-4 151,1-4 1,2 2 50,-1-5 0,4 0 103,0 0 0,-2-2 62,1 6 0,0-6 150,0 2 1,1-2 51,-4 2 0,0 2 295,-4 5 0,0 0 88,0 0-107,-5 5 0,-1 2-65,-5 8 0,0 2-79,0 5 1,0 3-93,0 1 1,0 4-57,0-5 0,0 6-136,0-2 1,6-1-117,5 2 0,1-6-317,7 2 0,-1-3-126,4-1 1,-3-5-604,-1-2 0,-1-3 1175,1-1 0,18-29 0,-1-8 0</inkml:trace>
  <inkml:trace contextRef="#ctx0" brushRef="#br0" timeOffset="2643">2040 265 7755,'-11'0'1208,"3"-3"-994,1-1 1,3 0-58,-3 4 0,3 1-129,-3 3 0,3-1 127,-3 4 0,3-1-120,-3 1 0,4 3-97,0-2 1,1 1 90,2 2 1,2-3-144,1-1 0,3-5-49,5 2 1,0 1 29,0-1 0,-3-1-92,-1-3 1,-1-1-768,2-2 552,1 1 440,-7-8 0,-2-15 0,-6-11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40.9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78 7735,'5'-11'97,"-2"0"1,3 0 537,-1 0 0,3 1-74,0 3 1,-2-2 634,1 6-805,0-1 0,0 9-93,-4 2 1,-2 4-109,-1 4 1,0 2 25,0 5 0,-4 5-122,-4 2 1,-2 0-160,-1 0 1,0 0-11,0 5 0,-3 2-205,-1 1 1,-1 0-347,1-4 0,3-1 47,-3-3 1,3 3-439,1-3 1,4-3-314,-1-4 134,6 0 1196,-8-10 0,19-45 0,-2-17 0</inkml:trace>
  <inkml:trace contextRef="#ctx0" brushRef="#br0" timeOffset="743">12 387 7735,'-1'-10'433,"-3"3"-265,3-3 1,-4 7 565,5-4-532,0 5 1,1-7-32,3 5 0,2-1-283,5 2 1,4-2 21,-1-2 1,7-3 4,1 2 0,2-5 126,5-2 1,4-4-78,4 0 0,4-2 41,0-1 1,0 0-154,0 0 0,-4 4 75,-8 0 1,-2 5-9,-5 2 0,-9 5 149,-1 6 121,-9 0 1,-3 9 72,-7 2 0,-3 7-56,-1 0 0,-4 5 12,1 2 1,-5 0-92,5 4 1,-5-3-2,4 3 0,1-3-13,3 3 0,-4-3-74,0 3 1,1-4-15,3 1 0,3 1-181,1-2 1,4 1-150,0-4 1,2-5 64,1-2 1,1-6-94,2-2 1,5-5 121,7 2 1,2-4-58,5-4 1,0-2 49,0-5 1,4-3-1,-1-1 1,1-4-27,-4 5 1,4-6 45,-1 2 1,0-2 137,-7 2 0,2 2 43,-5 5 1,-1-3 136,-3 3 1,-3-2 65,-1 6 327,-4 2-327,1 0 1,-7 6 64,-1 3 1,-4 3-85,0 8 1,-2-3-12,-1 3 0,4-2-51,0 2 0,4-3-21,0 3 0,1-3 77,2-1-112,0 5 0,5-4-91,3 3 1,5-7 15,2 0 1,4-6-165,0 2 0,2-3 113,1-1 1,3-6-64,1-5 0,3-1 63,-3-7 0,4 1 10,-5-4 0,2 0-17,-1 0 1,-4 0 76,0 0 0,-1 3 113,-6 1 1,-4 5-86,-4-2 111,0-2 1,-1 4-119,-2-1 1,-4 6 11,-4 5 0,-2 2 23,-5 1 0,0 0 109,0 0 0,-1 6 141,-3 5 1,2 1 60,-6 6 1,2-3 164,-1 3 0,-2 1-143,6 3 0,-1 0 29,4 0 0,1 0 42,3 0 0,2 0-179,5 0 0,1-4-75,3 1 1,7-7-53,7-1 1,4-1-97,4-6 0,1-1-390,2-3 0,2-8-658,-5-3 1,4-8 582,0 1 414,-3-3 0,14-35 0,0-9 0</inkml:trace>
  <inkml:trace contextRef="#ctx0" brushRef="#br0" timeOffset="1559">1842 45 7737,'6'-11'308,"-2"0"1,1 4 132,-2-1 38,1 6 1,-5 3-132,-3 10 1,-3 1 102,-8 7 1,3 3-145,-3 3 1,-2 2-23,-1-1 0,0 1-266,0 3 0,3 1-128,-3-1 1,3 2-244,-3 1 0,4-1 30,0-3 1,5-2-403,2-5 1,4-5-154,0-2-318,1-3 534,2-6 661,5-1 0,21-25 0,10-4 0</inkml:trace>
  <inkml:trace contextRef="#ctx0" brushRef="#br0" timeOffset="1852">2029 232 7831,'-5'-6'736,"-1"1"-699,-5 5 0,4 0 198,0 0 1,-4 5 25,-4 3 0,0 3-157,4 3 0,-4 0 48,1 4 1,-1 2-71,4 6 0,0-3-11,0 3 1,5 1-200,2-2 0,3 2 31,1-1 0,5-8-70,2 1 0,8-6 177,3-2 0,3-5 23,1-2 1,4-8-35,0-3 1,-2-8-116,-5-3 0,0-3-148,-4-1 0,-2-5-1,-5-2 1,-3 2-245,-5 1 1,0 3 106,0 1 1,0 1 401,0 2 0,-15 4 0,-4 4 0</inkml:trace>
  <inkml:trace contextRef="#ctx0" brushRef="#br0" timeOffset="2187">2404 166 7737,'0'-11'1143,"0"0"0,0 4-744,0 0-353,0 4 0,-5-2 35,-2 5 1,-2 5-68,2 2 0,-3 3 95,3 1 1,-3 0-37,-1 0 0,4 4-4,-1 0 0,6 3-240,-2-3 1,3 3 61,1-3 1,1 4 74,3 0 0,2 0 137,5 0 1,0 2 16,0-3 0,-4 2 138,1-2 0,-5 2-99,5-6 1,-6 5 110,2-5 0,-4 1-218,-4-4 1,-2 0 14,-5 0 1,-4-4-186,1 1 1,-6-6-466,2 2 0,-2-3-949,2-1 0,2 0 1532,5 0 0,10-29 0,2-8 0</inkml:trace>
  <inkml:trace contextRef="#ctx0" brushRef="#br0" timeOffset="2486">2735 166 7737,'-5'-11'1530,"3"5"-1027,-6 2 0,5 3-209,-5 1 0,5 0-97,-5 0 0,2 1-1,-1 3 1,-3 2-30,3 5 1,0 0-54,0 0 1,1 5 45,-1 3 0,1 0-118,2 0 0,3 1-104,-3-1 0,3 2-9,1 1 0,0 0 54,0 0 0,0 0 95,0 0 1,0-4 107,0 1 1,0-6-83,0 2 0,-2-3 29,-1-1 0,-7 0-314,-5 0 1,-3-1-419,3-3 1,-4-1-356,0-2 1,0-3 953,0 3 0,28-27 0,10-8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36.7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198 364 8001,'1'-10'0,"2"2"1153,1 1-640,-1 4-261,-3-2 0,0 6 116,0 3 1,0 6-168,0 5 0,0 4-13,0 0 1,-5 1-139,-2 2 0,-3 2 6,-1 1 0,0 2-131,0 3 0,-1-2 6,-3-2 1,3 2-206,-3 5 1,-1-5 119,2-2 1,-1-3-100,4-1 0,0-1-419,0-3 1,5-2-414,2-5-109,-2-5 855,5-1 1,-3-6 338,8-3 0,-2-5 0,5-6 0,1-5 0,18-41 0,3-16 0</inkml:trace>
  <inkml:trace contextRef="#ctx0" brushRef="#br0" timeOffset="443">220 375 7728,'5'-11'0,"-4"4"186,3 0 501,2-1-237,0-3-117,0 5 1,3 2-150,-5 8 1,-1 2-25,-3 5 0,0 1-67,0 3 0,-3-1-151,-1 4 0,-3 0-73,3 4 1,0-3 75,4-1 1,-1-1 17,-3 2 0,3 0-7,-3-4 1,3 3-170,1-3 0,5 0 26,2-4 0,0-1-75,0-3 1,2 2 100,5-6 1,-2 1 26,3-4 0,1-5-44,-1-2 0,4-7 67,0-1 0,-2-4-8,1 0 1,1-5 60,3-2 0,-1 1 111,-3 2 0,3 1-54,-3 0 0,-1 0 161,2 0 0,-6 1-42,2 3 1,-3-2 390,-1 6-224,0 4 0,-4 1-7,1 6 1,-6 4 8,2 6 1,-3 4-103,-1 4 0,-4-1-6,1 4 0,-5 1-53,5 7 0,-5-3-13,5 3 1,-2-1-25,1 0 1,3-1-119,-3 1 1,3-1-375,1-2 1,-4 0-18,1 0 1,-1 0-262,4 0 0,0-5 255,0-2 0,0-3-454,0-1 880,0 0 0,34-29 0,9-8 0</inkml:trace>
  <inkml:trace contextRef="#ctx0" brushRef="#br0" timeOffset="792">1036 430 7728,'-6'-1'882,"2"-2"1,2 1-568,-2-1 1,2 1-71,-6 2 1,5 5 24,-5 3 1,1-1-113,-4 4 1,-1-1 0,-3 8 0,3-3 31,-3 3 0,-1 4-81,1 4 1,1 0-240,3-4 0,0 4-28,0-1 0,4 0-197,4-7 1,3-2 210,3-5 1,4-5-56,4-2 0,1-3 52,3-1 0,0-2 16,4-6 0,0 0 1,-4-11 1,4 1 26,-5-4 0,1-4-162,-4 0 0,0 0-162,0 0 1,0 1-832,0-4 1258,0 4 0,-5-11 0,-1 1 0</inkml:trace>
  <inkml:trace contextRef="#ctx0" brushRef="#br0" timeOffset="1457">1565 232 7742,'0'-15'0,"0"1"458,0 0 1,0 6 105,0 0 1,1 4 406,3-3 1,-1 5-244,4-2 0,-5 4-306,2 4 1,1 5 21,-1 6 1,-1 5-210,-3-2 0,0 8-210,0 3 1,0 3-2,0 1 1,-5 0-199,-2 0 1,-2 0 143,2 1 1,-3-1-89,3 0 0,-3 0-64,-1 0 0,4-6-129,-1-5 1,2-1-78,-1-7 1,1 0-182,2-7 13,3-2 290,-4-5 1,5-5-151,0-2 1,0-4 157,0-4 0,0-1-83,0-2 1,0-7 139,0 3 1,0-2 14,0 2 1,-1 3 131,-3 1 1,2 0 4,-6-4 1,5 4 145,-5 4-112,1 1 0,-8 4 170,1 1 1,-2 5-45,1 6 1,1 8 83,-4 8 0,1 3-94,-1 3 0,2 0 103,5 4 0,0 1-30,0 3 0,4-4-73,4 1 0,2-6 12,1 2 0,0-7-60,0 0 1,4-7-73,4-1 1,3-1-23,3-6 0,-1-1-202,1-3 0,2-1-432,-1-3 1,1-1 324,-1-2 0,-2-6-261,6 2 0,-6-3-14,2 3 625,2-5 0,15-21 0,8-9 0</inkml:trace>
  <inkml:trace contextRef="#ctx0" brushRef="#br0" timeOffset="1641">1764 463 7742,'6'-4'810,"-3"-4"1187,4 3-1003,-6 0-515,4 5 1,-5 7-172,0 4 1,0 1-117,0 6 0,-2-3-364,-1 3 0,2 1 14,-3 3 0,3-1-105,1-3 1,0 3-263,0-3 1,0-1-1905,0 2 1657,0-6 772,0 3 0,0-5 0</inkml:trace>
  <inkml:trace contextRef="#ctx0" brushRef="#br0" timeOffset="1774">1830 276 7742,'-11'-15'635,"0"1"-998,5-1-1497,1 4 1860,5 0 0,5 5 0,35 11 0,14 7 0</inkml:trace>
  <inkml:trace contextRef="#ctx0" brushRef="#br0" timeOffset="2118">2282 177 7763,'0'-22'20,"-4"0"164,0 0 0,-3 3 317,3 1 1,-3 4-129,3 0 1,-4 2-158,0 1 1,-1 1-55,-2 2 1,0 3-20,0 5 0,0 2-110,0 1 0,-1 3 32,1 6 1,-1 5-105,-2 5 1,5 2 84,-2 9 1,4-2-109,-1 6 0,0 1 19,4-2 0,-1 7 30,1 1 0,3-3-259,-2 3 1,1-2-6,2 2 0,-1-4-102,-3 0 0,2-5 77,-5-2 0,0-5-51,0-6 1,-3-5-420,3-2 267,-3-3 0,-1-6 505,0-2 0,5-4 0,2-4 0,3-2 0,1-5 0,-5-15 0,-1-3 0</inkml:trace>
  <inkml:trace contextRef="#ctx0" brushRef="#br0" timeOffset="2341">1962 607 7742,'0'-11'1367,"0"0"-1006,5 0 1,1 0 184,5 0 1,0 3-194,0 1 1,5 3-3,2-3 0,7 3-223,1-3 1,4 4-109,0 0 1,-2 2-212,1 1 0,-4 0 84,0 0 0,-6 1-81,-4 2 0,-4 4 100,-4 4 0,2 0-53,-6 0 0,1 3-129,-4 1 1,-4 3-162,1-3 0,-5 4 5,4-5 0,-3 5-121,3-5 0,-4 1-223,1-4 0,2 0 770,1 0 0,-2-10 0,0-2 0</inkml:trace>
  <inkml:trace contextRef="#ctx0" brushRef="#br0" timeOffset="2474">2392 309 7742,'0'-11'-95,"0"0"-1,0 0 96,0 0 0,20 10 0,4 2 0</inkml:trace>
  <inkml:trace contextRef="#ctx0" brushRef="#br0" timeOffset="2961">2535 618 7742,'6'0'69,"4"0"149,-2 0 1,-2 0-72,1 0 1,0 0-11,4 0 1,-3 0-132,-1 0 1,0 0-268,5 0 1,-1-1-40,0-3 1,0 3 136,0-3 1,0-2 64,0-1 1,0 0 10,0 0 0,-4 0-12,0-4 1,-4 0 26,1 0 1,-3 0 6,-1 0 1,-1 0 71,-3 0 0,-3 1 152,-8 2 0,1 0 175,-4 4 0,0 0-72,-4 4 0,-1 2-9,1 1 1,2 7-61,1 5 1,0 1 172,4-1 0,0-2-43,4 5 0,1 1-79,3 3 0,2 0-164,5 0 1,0 0-185,0 0 0,6-1-77,5-3 1,2 2-361,5-6 1,0-3 25,4-3 1,0-6-464,0 2 0,4-4 978,0-4 0,34-31 0,5-13 0</inkml:trace>
  <inkml:trace contextRef="#ctx0" brushRef="#br0" timeOffset="3269">3031 463 7742,'-4'-9'261,"-4"1"0,2 3 63,-1 5 0,3 0 473,-3 0-596,-1 0 1,-3 0-99,0 0 0,1 5 73,3 3 1,-1 1-89,4 3 1,0-1-56,4 0 1,0 0-243,0 0 0,0 3-124,0 1 1,1 0 138,3-4 1,-1-3 9,4 3 1,0-6 80,4 6 1,0-3 63,0-1 1,0 3 64,0-3 1,0-1 177,0 2 1,-3-2-66,-1 1 1,-3-1 414,3-2 323,-4 2-635,1 5 1,-8 0-103,-4 0 1,-3 0-270,-3 0 1,-1 0-442,-7 0 1,1-4 412,-8 1 157,4-1 0,-17-6 0,2-2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47.9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144 177 7455,'6'0'293,"0"0"126,-2 0 51,-3 0-151,9 0-250,-4 0 1,5-1-5,0-3 1,-3 2 22,-1-6 1,0 5-37,4-5 1,-3 5 86,-1-5 0,-1 1 118,2-4-123,1 0 1,-4 0 44,3 0 0,-3 0-28,-5 0 1,0 0 12,0 0 1,-4 3 115,0 1 1,-6 1-149,-1-1 1,0-2-159,-3 5 0,1 1-99,2 3 1,-3 0-332,-1 0 1,0 0-33,4 0 0,0 0-1464,0 0 1308,0 5 644,0 1 0,10 24 0,2 6 0</inkml:trace>
  <inkml:trace contextRef="#ctx0" brushRef="#br0" timeOffset="451">133 56 7762,'-5'-11'639,"-1"0"1,-5 3-377,0 1 1,4 5-212,-1-2 0,0 3-11,-7 1 1,3 0-299,-3 0 1,3 0 181,1 0 75,5 5 0,1 15 0,5 10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52.7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353 33 7937,'6'-5'534,"-2"-2"1,-2 1 66,2-1 11,-3 4-345,4-2 1,-5 10 97,0 2 0,-1 8-152,-3 4 1,-2 3 12,-5 3 1,0 3-119,0 6 0,-1-1-132,-3 0 0,2 3-219,-6 1 1,2 5-80,-1-2 1,-3-2-355,2-1 0,4-6 55,0-2 1,3-5-421,1 2 1,4-11 274,4-4 766,2-7 0,10-39 0,4-14 0</inkml:trace>
  <inkml:trace contextRef="#ctx0" brushRef="#br0" timeOffset="456">11 309 7789,'-6'-11'459,"1"0"-312,5 5 1,2 0 77,1 2 1,3 3-89,5-3 0,5 3-144,3 1 1,3 0 149,3 0 0,5 0-144,7 0 1,-1 0-124,8 0 0,-1 0-2,9 0 0,-2 0-247,1 0 1,-2 3 129,-5 1 0,-6 0-95,-4-4 1,-4 0 9,-8 0 228,-7 0 1,-11 0 19,-8 0 0,-3 3 318,-8 1 0,1 5-112,-4-2 1,0 3 220,-4 1 1,0 1 43,-1 3 0,3-3-135,1 3 1,0 1 14,4-2 0,2 5-101,5-5 0,3 2 17,5-1 1,0-3-10,0 3 0,9-3-56,2-1 0,11-5-502,0-2 1,7-3 161,1-1 0,-2-5 271,1-2 1,-4-6 111,1-2 0,-8-5 238,-3 2 0,-8-3-137,-3-1 0,-8 1-67,-3 3 1,-9-3-119,-6 3 1,-2 3-204,-5 4 1,4 1-208,0 6 0,3-3-1514,3 3 1843,3 1 0,25 22 0,4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57.1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1 232 7984,'5'-11'1802,"-4"5"-2393,4-4 131,0 9-997,-4-4 1457,9 5 0,-4-5 0,5-1 0</inkml:trace>
  <inkml:trace contextRef="#ctx0" brushRef="#br0" timeOffset="508">34 67 7740,'0'-11'236,"0"0"93,0 0-178,0 0 1,0 3-359,0 1-146,5 5 0,-3-3-800,6 5 1153,-6 0 0,13 9 0,-3 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7:59.1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45 242 7751,'-6'8'-83,"2"-1"1,-1-3-4,1 3 1,-3-3 89,3 3 1,1-3-211,3 3 85,-5 0 169,4 4-58,-4 0 0,10-1 47,2-2 0,3-4-83,1-4 0,0 0 54,0 0 1,0 0-118,0 0 1,4 0 108,-1 0 0,1 0-11,-4 0 1,2-1 161,-2-2-97,8 1 0,-12-7 122,8 1 0,-7 2-114,0-1 0,-6 3 12,2-3 1,-3 3-64,-1-3 0,0 3 2,0-3 0,0 3-9,0-3 1,-1 3-21,-3-3-150,-2 4 0,-5-5-674,0 4 840,5 0 0,-19-1 0,1-1 0</inkml:trace>
  <inkml:trace contextRef="#ctx0" brushRef="#br0" timeOffset="1004">111 88 7751,'0'-6'-711,"0"1"2050,0 5-1244,5 0 0,-3 0-55,6 0 0,-5 0-1,5 0 1,-5 1-27,5 3 1,-1-3-127,4 3 1,-4-3 61,1-1 1,-1 0-92,4 0 0,0 0-58,0 0 1,0 0 115,0 0 0,0 0 22,0 0 0,-1-1-10,-3-3 0,2 2 2,-5-6 0,3 4 40,-3-3 0,-1 3 85,-3-3 0,0 3-50,0-3 0,-1 3 109,-3-3 1,-2 3-295,-5-3 1,-3 5-52,-1-2 1,0 1-92,4 0 1,0 2 321,0-3 0,-15 27 0,-3 8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8:56.0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408 23 7917,'0'-11'30,"0"5"167,0 1 1,1 5 141,3 0-22,-3 0-183,4 0 1,-5 1 26,0 3 0,4 2 20,0 5 1,-1 3-218,-3 1 1,0 1 72,0-1 0,0 2-39,0 5 0,0 0 31,0 0 1,-3-4-126,-1 1 1,-3-1 72,3 4 0,-3-3-158,3-1 1,-3-5 57,3 2 0,-3-3-332,3-1-238,0 0-403,4 0 1096,0-4 0,5-27 0,1-11 0</inkml:trace>
  <inkml:trace contextRef="#ctx0" brushRef="#br0" timeOffset="1584">33 552 7583,'-6'-5'-243,"1"4"502,0-4-5,4 5-206,-4 0 1,4 0 37,-3 0 152,3 0-5,-4 0 68,5 0-155,0-5-76,5 4 1,1-4-13,5 5 0,0 0-10,0 0 1,5 0 0,3 0 0,3-4-6,3 0 0,4 0-12,4 0 0,1 3-110,3-3 1,3-1 79,8 1 0,-4-1-10,0 2 1,-1 2-4,-6-3 0,3-1-25,-3 1 1,-5 1-125,-6 3 1,-7 0 2,0 0-252,-6 0 51,3 0 22,-10 0 0,-2 0-137,-8 0 1,2 0 183,-6 0 0,1 3 290,-4 1 0,-34 9 0,-9 0 0</inkml:trace>
  <inkml:trace contextRef="#ctx0" brushRef="#br0" timeOffset="2282">155 750 8010,'0'-11'610,"0"0"0,1 4-266,3 0-89,-3 4 1,5-2-33,-2 5 0,-3 5-132,2 2 0,-1 3 39,-2 1 1,0 4-121,0 0 0,-4 4 49,0 0 0,-3 1-221,3 2 0,-4 1 206,0-1 0,2 1 18,-1 3 0,1-7-315,-2 3 1,-1-3 96,1-1 1,2-1 10,-1-2 0,3-7-4,-3 3-10,4-7 49,-2 1 0,5-6-123,0-3 1,4-3 39,0-8 1,4 2-94,0-6 0,5 1 84,2-4 0,3 3 75,-3 1 0,3 0 12,-3-4 1,5 0 34,-2 0 0,3 3 134,1 1 1,0-1-70,0-3 1,0 5 200,0 2 1,-5 4-34,-2 4 38,2-3-1,-8 9-19,2-3 0,-8 8-46,1 3 1,-8 7 150,-3 1 0,-3 3-102,-1-3 0,0 3 88,0-3 1,4 4-96,-1 0 0,2 0 11,-1 0 0,-2 0-134,6-4 0,-2 3 16,1-3 0,3 3-46,-3-3 0,3 0 53,1-4 1,1 0-162,3 0 0,-2-4-95,6 1 1,3-6-373,3 2 0,6-3 561,-2-1 0,52-39 0,14-10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8:59.7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529 45 7306,'0'-11'-325,"0"4"723,0-1-288,0 6 0,-5-7 90,-2 5 0,-4 1-69,-4 3 1,-2 0-2,-5 0 0,-4 0 17,1 0 1,-6 1-87,2 3 0,-7-2-144,-1 5 0,-3 0 117,3 0 1,2 3-5,5-3 0,0-1-43,4 2 1,5-1-157,7 4 0,2-4 84,5 1 0,2-1-82,5 4 0,5-4 37,2 1 0,5-1 41,2 4 0,3-1 55,5-3 1,4 3 27,0-3 0,0 3 1,-4 1 0,0-3 14,0-1 0,-4-1 15,0 1 0,-5 3 0,-2-2 1,0-2 23,-4 1-39,-2 0 1,-5 4 48,-7 0 1,-8 0 122,-3 0 1,-4 0-79,-4 1 1,1 2 154,-4 1 1,1 1-90,-2-1 0,3-3 119,5 2 1,2 2-165,1-1 1,4 3 4,8-3 0,2 0-113,5-4 0,6 4 59,5-1 0,10 1-23,9-4 0,3-1 12,3-3 0,4 2-23,4-6 1,0 5 64,0-5 1,4 1 81,-1-4 0,2-1-6,-1-3 0,-4 2 172,0-6 1,-6 2-281,-8-1 1,-4-3-134,-8 3-482,-2 2 184,-10-5 63,-1 9 0,-10-4-315,-2 5 0,-3 0-1453,-1 0 2062,0 0 0,-15 10 0,-3 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9:09.9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155 199 7886,'0'-7'539,"0"-1"-278,0 6 52,4-8-168,-2 9 0,3-3-21,-5 8 0,3-2-195,1 6 0,0-1-59,-4 4 0,3 0 80,1 0 1,0 0-54,-4 0 0,3 0 123,1 0 0,0 0-81,-4 0 0,0 0 50,0 0 0,0 0-1,0 0 1,0 0-21,0 0 1,-2 0 0,-1 0 0,-3-1-27,-5-2 1,0 0-133,0-4 0,0 3 152,0-3 1,-1-1-13,1-3 1,-3 0-280,-1 0 0,0 0 329,4 0 0,-14-44 0,-5-11 0</inkml:trace>
  <inkml:trace contextRef="#ctx0" brushRef="#br0" timeOffset="248">110 56 7889,'0'-11'123,"0"0"0,-1 0 447,-2 0-579,1 4-621,-3 3-871,5 4 1501,0 0 0,5 19 0,1 6 0</inkml:trace>
  <inkml:trace contextRef="#ctx0" brushRef="#br0" timeOffset="699">375 177 7362,'0'-6'580,"4"0"-238,-1 2 1,2 3-196,-1-3 1,-2 3 11,6 1 0,-1 0-80,4 0 0,1 0-175,3 0 0,-3 0 89,3 0 1,-1 0-121,0 0 1,-2 0-572,3 0 1,-3 0 98,-1 0 599,0 0 0,-9 5 0,-4 1 0</inkml:trace>
  <inkml:trace contextRef="#ctx0" brushRef="#br0" timeOffset="906">364 276 8697,'7'0'147,"1"0"0,-1 0-503,4 0 0,4 0-21,-1 0 1,6 0-828,-2 0 1204,3 0 0,31-10 0,7-2 0</inkml:trace>
  <inkml:trace contextRef="#ctx0" brushRef="#br0" timeOffset="1199">772 155 8122,'0'-6'1348,"0"1"322,0 5-1288,5 5 0,-4 1-242,3 5 1,-2 4-148,2-1 1,-2 5-121,6-5 1,-6 6-361,2-2 1,1-1 196,-2 2 1,2-4-263,-1 3 0,-3-5 552,3 2 0,-3-17 0,-1-6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9:12.4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34 7803,'0'6'679,"0"4"1,0-4-574,0 5 1,0-4-147,0 1 1,0 0 93,0 7 0,0-3-119,0 3 1,0-3 86,0-1 0,0 0-95,0 0 1,0 0-37,0 0 1,0-3 56,0-1 1,-2-1-148,-1 2 82,1 1-266,-2-7 138,4 3-43,0-5 0,0-5 118,0-3 1,0-2-58,0-1 0,0-3 233,0-1 0,3-3-67,1 3 1,3-3 127,-3 3 0,4-3-99,0 3 0,-2 0 15,1 4 1,1 0 38,3 0 0,0 0 166,0 0 0,-4 5-44,0 2 0,1 3 414,3 1-254,0 0 0,0 5-42,0 2 1,-4 4 26,1 4 0,-5-2-182,5 6 0,-6-4 22,2 3 0,1-3 4,-2 3 0,1-5-110,-4 2 0,0-3-66,0-1 0,0 0-620,0 0 663,0 0 0,0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9: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133 397 7545,'0'-6'-298,"0"0"581,0 2 0,-1-1 32,-3-2 16,3 2 22,-4 5 28,5 0-368,-5 5 0,4 1 12,-3 5 0,3 0-105,1 0 0,-4 1 115,0 3 1,1-1-144,3 4 0,0-3 19,0 3 0,0-3-246,0 3 1,1-4 59,3 0 0,2-1-58,5-2 1,0 0 47,0 0 0,0-5 123,0-3 0,0-1 191,0-2 1,4 0 19,-1 0 1,1-5 50,-4-3 1,0-5-116,0-2 0,0 1 110,0 3 1,-3-2 34,-1-1 1,-1 1 432,1-1-234,-2 1 1,-1 2-31,0 0 0,-1 4 178,-3 0-311,0 4 18,0-2 81,0 5-147,0 5 1,0 1-7,0 5 0,0 0-29,0 0 0,0 2-128,0 1 0,2 3 88,1 6 0,0 0-124,4 3 1,-1-2 42,1 5 0,2 0 51,-5 0 0,3 2 18,-3-6 0,1 1-25,-2-4 1,-1 0 51,1 0 0,-6-5 159,-5-2 1,-3-3-322,-4-1 1,0-1 46,-4-3 0,-2 2-63,3-5 0,-3-1 73,-1-3 1,0 0-20,0 0 1,-4 0 33,1 0 0,-1 0-3,4 0 1,3-1 42,1-3 0,5-2 26,-2-5 1,3 2 155,1 1 1,4-2-98,4 3 1,2-3 15,1-1 0,4 1-82,4 3 0,3-3-3,4 3 0,2-2-8,5 2 1,0-2-100,0 6 1,1-6 9,3 2 1,2 2-185,5 1 0,-4-1-101,1 2 0,-4-1-228,3 4 1,-1-4-319,2 1 1,-5-1 903,-6 4 0,-8 0 0,-6 0 0</inkml:trace>
  <inkml:trace contextRef="#ctx0" brushRef="#br0" timeOffset="547">122 55 7861,'-6'-4'354,"-4"2"-192,9-3 0,-8 10 169,5 3 1,0 0-162,0 0 1,3 1-23,-3-1 1,3 2-181,1 1 1,-4 0-41,0 0 1,1-4-149,3 0 184,0 1 0,-2 1-323,-1-1 151,2-3-158,-4-5 63,5 0 45,5 0 1,-1-5 246,4-3 0,2-1-90,-3-2 1,-1-2 365,1-1 1,-3 1 9,3-1 1,-3-2 161,4 1 1,-6 0-83,2 4 0,1 4 557,-2 0-679,1-1 1,-3 2 137,3 3-452,-3 1 0,9 4 104,-3 1 0,3 3-908,1 5 0,1 2 65,3 1 1,-2 3 819,6 5 0,9 30 0,6 7 0</inkml:trace>
  <inkml:trace contextRef="#ctx0" brushRef="#br0" timeOffset="857">794 673 7953,'0'-6'1622,"0"-4"-1339,0 9 0,5-8-128,3 5 1,1 1 0,2 3 0,2 0 93,1 0 1,0 0-28,4 0 0,1 0-222,3 0 0,34 0 0,9 0 0</inkml:trace>
  <inkml:trace contextRef="#ctx0" brushRef="#br0" timeOffset="1549">1323 397 7953,'-4'-6'0,"1"-3"245,-4 6 545,4-1-551,-2 4 1,5 1-67,0 3 0,0-2-126,0 6 1,0 0 39,0 7 1,0-3-210,0 3 0,4 1 86,0-1 0,4 1-173,0-2 1,-2-1 132,1 1 1,1-2-14,3 0 1,0-1-422,0 0 0,0-4 181,0 0 0,1-4 45,3 0 0,-3-1 135,3-2 1,0-2 138,0-1 1,0-3-35,-4-5 1,0 0 199,0 0 1,-1-1-106,-3 1 1,2-1 100,-6-2 1,1 1 828,-4-1-558,0 1 1,0 2 51,0 0 1,0 4 276,0 0-142,0 4-242,0-2-206,0 5 1,0 5-19,0 2 1,0 4-166,0 4 1,5-1-39,2 4 1,-1 0 25,2 4 0,-1 5-127,4 3 0,0 2 25,0 1 0,-5 1-89,-2 3 0,1-3 126,-1 3 0,-1-4 21,-3-4 0,-5-2 35,-2-5 1,-3-1 5,-1-3 1,-1-2 88,-3-5 0,2-4-69,-6-4 0,2 2 18,-1-1 1,-2-1-56,6-3 1,-6 0-89,2 0 1,0-1 117,0-2 1,5 0-11,-2-4 1,0-1 168,4-3 0,-1 0-105,8 0 1,1 0 155,3 0 0,0-3-74,0-1 0,8-3-42,3 3 1,8 0-56,-1 4 0,3-1 23,1-3 0,3 3-136,1-3 0,4 4-240,-5 4 1,5-2-549,-5 6 1,5-5 411,-4 5 1,-4-2 472,-4 1 0,-5 13 0,3-2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9:16.7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10 7693,'-5'-6'728,"-2"2"0,0 6-77,0 5 0,0 2-170,-4 9 1,0 5-79,0 7 0,0 4-108,0 6 0,1 3 64,2 12 1,0 2-242,4 5 1,1-2-157,3-5 1,4-1-68,4-2 0,5-1-385,2-7 0,8-6-1216,-1-8 1,4-6 1705,0 2 0,21-13 0,11-3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9:17.3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0 375 7940,'0'-11'2132,"2"5"-1666,1 2 0,0 3-31,4 1 1,4 9 96,4 2 0,5 8-176,-2 3 0,6 5-76,2 6 1,4 5-191,-5 3 1,1 5-196,-4 2 0,-1 4-510,-3-5 0,-3 0 151,-8-7 1,-2-3-171,-5-8 1,-5-2-133,-2-5 1,-3-1 765,-1-2 0,-15-18 0,-3-9 0</inkml:trace>
  <inkml:trace contextRef="#ctx0" brushRef="#br0" timeOffset="692">177 33 7997,'4'-7'0,"0"1"95,3 1 1,-1 0 135,1 1 0,3 3 320,-3-2 0,3 1-224,1 2 0,0 0-97,0 0 1,0 0-1,0 0 1,0 4-112,0 0 0,0 4-146,0 0 0,-3 1 68,-1 2 0,-5 0-156,2 0 0,-3 0 181,-1 0 1,-3 4-120,-1 0 0,-5 0-518,2-4 0,-3 3 279,-1 1 0,0 0-8,0-4 0,1 0-7,3 0 1,-3 0-215,3 0 0,-3-1 78,-1-3 1,4 2 442,-1-6 0,6 6 0,2-13 0,6 3 0</inkml:trace>
  <inkml:trace contextRef="#ctx0" brushRef="#br0" timeOffset="876">254 265 7958,'0'-7'201,"0"-1"1,0 5 1284,0-5-1000,0 6 0,1-7-13,3 5 0,-2 1-129,6 3 1,-1-1 59,4-3 1,4 3-680,0-3 0,4 3 256,-1 1 0,3 0-1529,1 0 0,-3 3 1548,-1 1 0,5 5 0,6-3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9:33.9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441 144 7807,'7'-5'350,"-3"4"78,-4-4-144,0 5-127,0-5 1,-4 4-52,-4-3 1,-2 3-139,-1 1 0,0 0 130,0 0 1,-5 0-172,-2 0 1,-3 0-11,-1 0 1,-1 0-66,-3 0 1,2 0-126,-6 0 1,5 0 143,-5 0 0,6 4-92,-2-1 1,0 1-27,4-4 1,-1 0-641,8 0 403,0 0 484,4 0 0,30 0 0,7 0 0</inkml:trace>
  <inkml:trace contextRef="#ctx0" brushRef="#br0" timeOffset="706">243 12 7911,'0'-6'-440,"5"1"623,-4 5 61,4 0 1564,-5 0-1527,0 5 1,0 1-43,0 5 0,0 0 10,0 0 0,0 4-124,0-1 0,4 6-139,-1-2 1,1 2-55,-4-2 0,0 3 29,0-3 1,0-1-4,0 2 1,0-6 95,0 2 0,0-3-26,0-1-76,0 0-5,0 0-116,0-5-376,0-1-38,0-5 1,5-39-1,1-10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09:52.5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354 100 7972,'9'-1'192,"-1"-3"1,-2 3 33,-2-3 1,-3 2 141,2-2 1,0 3 131,1-3-113,-3 3-202,4 1 1,-5-1-111,0-3 1,-5 3 91,-3-3 0,-1 3-122,-2 1 0,-5 0 17,-3 0 0,-2 0-21,-1 0 1,0 0-180,0 0 1,-1 4-23,-3-1 0,3 5-215,-3-5 1,3 6 104,1-2 1,1-1-46,3 2 1,2-1 59,5 4 1,4-3 44,-1-1 0,6 0 110,-2 4 1,3 0 73,1 0 0,5-3-63,2-1 0,3 0 35,1 4 0,0-3 165,0-1 0,4-1-139,-1 2 0,5 0 128,-5-4 1,2 3-81,-1-3 0,-1 3 118,4-3 0,-5 4 42,2 0 0,-3-2-100,-1 1 1,-1-3 73,-3 3-18,3 1 0,-9 3-26,3 0 1,-4-2 4,-3-1 0,-4 2 84,-4-3 1,0 3-125,0 1 1,-1 0 9,-3 0 1,2 4-44,-5-1 0,3 1-4,-4-4 1,5 1-83,-5 3 0,5-3 65,-5 3 1,6 1-57,-2-2 1,3 1 69,1-4 1,3 0-16,1 0 1,5 0 12,-2 0 1,3 0 1,1 0 1,1-1 31,3-3 1,5 2 94,6-5 0,6 3-48,1-3 0,1-1 148,7-3 0,-1 0-159,4 0 1,3 0 43,4 0 1,-3 0 76,7 0 0,-4-1-51,1-2 0,-3 0 148,-5-4 0,-5 3-315,-2-3 1,-8 4-220,-3 0 0,-4 0-1223,-4-1-177,-2 3 359,-5-4 0,-1 5 1254,-3 0 0,-17-5 0,-8-1 0</inkml:trace>
  <inkml:trace contextRef="#ctx0" brushRef="#br0" timeOffset="1259">916 45 7987,'0'-6'262,"0"-4"10,0 4 0,0-1 268,0-1 28,0 6-89,0-3 51,0 5 1,0 5-226,0 2 1,0 7-65,0 0 0,0 6 14,0-2 0,1 8-152,3 3 1,-2 3-31,6 1 1,-6 2-117,2 1 1,1 4 127,-2 4 1,5 0-124,-5 0 0,1-5 47,-4-2 1,4-4-185,-1-4 0,1-3-38,-4-8 1,0-2-140,0-5 0,0-3-1746,0-1 273,0-5 1825,0 3 0,10-29 0,2-7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01.3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386 111 7407,'0'-11'-475,"0"-1"475,0 1 0,0 4 1142,0 0-736,0-1 0,-4-3-82,-4 0 0,2 4-155,-1 0 1,-2 1 10,-6-2 0,2 3-41,-5 5 1,-1 0-151,-3 0 1,0 2 140,0 1 0,-1 3-11,-3 5 1,2 5-67,-6 3 1,7 3-136,1 3 1,0 1-172,3 7 1,5-6 141,3 6 1,5-1-279,6 5 0,1-7 109,3 4 0,7-9-30,7 1 1,8-4 93,3-4 1,8-3 44,3-8 1,-1-2 15,2-5 0,-2-1 59,1-3 0,2-3 182,-5-8 1,-5-2-100,-7-5 1,-6-4 180,-4 1 0,-4-5-115,-4 5 0,-2-2 78,-5 1 0,-3 6-219,-4-2 0,-2 4-124,-9 0 0,0 2 41,-4 5 0,0 0-188,0 0 0,-1 3 359,1 1 0,0 4 0,5 3 0,1 7 0</inkml:trace>
  <inkml:trace contextRef="#ctx0" brushRef="#br0" timeOffset="306">67 276 8018,'-5'-6'1587,"4"-4"-1266,-4 9 1,5-5 117,0 2 1,6 3-134,5-3 0,1 3 51,7 1 0,4 0-98,6 0 1,3 0-15,1 0 0,0 0-680,0 0 1,4 0-189,0 0 0,-2 0-601,-5 0 1,-5 0 1223,-6 0 0,-13 0 0,-7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03.1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0 441 7972,'0'-7'364,"0"-1"-105,0 6 0,0-4 203,0 2 30,0 3 55,0-4-356,5 15 0,-4-5 0,3 9 0,1-2 61,-1 6 0,-1-3-29,-3 3 1,4-1-61,0 1 1,-1 3-216,-3-2 0,0 0-639,0 0 1,0 0-95,0-4 0,0 0-1717,0-4 2502,0 0 0,-9-20 0,-4-4 0</inkml:trace>
  <inkml:trace contextRef="#ctx0" brushRef="#br0" timeOffset="359">320 441 6318,'6'0'412,"-1"0"0,-5 1-321,0 3 1,-6-3-93,-5 3 1,-1 2 51,-7 1 1,1 3-119,-4 1 1,0-3-62,0-1 0,1 0 65,3 4 0,-2-3-294,5-1 0,-3-3 46,3 3 311,0 0 0,4 0 0,0-4 0,0-2 0</inkml:trace>
  <inkml:trace contextRef="#ctx0" brushRef="#br0" timeOffset="567">55 562 7997,'16'5'359,"-2"-2"-494,4 4 1,-3 0-197,3 5 1,1-1-240,3 0 1,3 0 221,1 0 348,0 0 0,16 0 0,4 0 0</inkml:trace>
  <inkml:trace contextRef="#ctx0" brushRef="#br0" timeOffset="1510">518 11 7977,'7'0'480,"-3"0"-186,-4-5 0,2 4 600,1-3-339,-1 3-213,3 1 0,-4 0 68,2 0 0,-1 5-53,1 2 0,2 8-71,-1 4 0,3 3-103,-3 3 0,3 5-1,-3 6 1,5-1-44,-2 1 0,-1 4-114,1 0 0,-3 3 92,3 1 0,-4-5-140,0-2 0,-1-4 39,-2-4 1,0-2 43,0-5 1,0-4-245,0-4 202,0-1-283,0-2-72,0-5-135,0-1 0,0-4-294,0 3 0,1-3-2081,3 2 2847,-3-1 0,18-17 0,0-3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08.7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0 8063,'-5'6'-304,"3"-1"0,-4-5 313,3 0 65,1 0 0,-4 0 127,3 0-21,1 0-60,-3 0 679,5 0-759,5 0 0,2 0-27,4 0 1,0 0-7,0 0 0,1 0 15,3 0 1,-2 0-12,5 0 1,6 0 11,5 0 0,0 0 8,5 0 0,1 0 0,9 0 1,1 0 13,3 0 1,1 0 0,3 0 0,2 0-46,-3 0 0,-1 0 1,2 0 0,-6 0 23,2 0 0,-4 0-7,-3 0 0,3 0 46,0 0 1,-1-3-55,1-1 1,0 0 6,-4 4 1,-1 0-54,2 0 0,-9 0-141,1 0 0,-8 0 114,1 0 0,-6 0-151,-2 0 0,-8 1-148,1 3-50,-7-3 1,1 5-214,-5-2 0,-7-3 626,-4 3 0,-39-3 0,-15-1 0</inkml:trace>
  <inkml:trace contextRef="#ctx0" brushRef="#br0" timeOffset="556">34 133 8070,'-8'0'-1484,"1"0"1209,4 0 377,-6 0 34,7 0-8,-3 0 423,5 0-403,5 0 0,-1 1-20,7 2 1,-2-1-70,5 1 1,3-1 13,2-2 0,3 0 49,4 0 0,2 0-15,5 0 1,5 0-51,2 0 0,3 0-1,1 0 0,5 0-18,3 0 0,-2 0-101,1 0 1,-3 0 41,4 0 1,-1 0 20,4 0 1,0 0-19,0 0 1,0 0 103,1 0 1,1-4-3,6 0 0,-5 1 20,9 3 1,-4 0 147,3 0 0,1 0-211,-1 0 1,-6 0-153,-5 0 0,-5 3 150,-6 1 1,0 3-228,0-3 1,-8 1-93,-3-2 1,-7-1 24,-1 1 1,-5-1-497,-2-2 375,-4 0 0,-2 0 15,-5 0 0,-4-2 361,1-1 0,-23-13 0,-5-7 0</inkml:trace>
  <inkml:trace contextRef="#ctx0" brushRef="#br0" timeOffset="1289">1235 33 7707,'6'0'-890,"0"0"1224,-2 0 1,-1 0-92,4 0 1,1-3 108,7-1 1,4 0-72,6 4 1,3 0-89,6 0 1,5 0 1,5 0 0,1 0-75,7 0 1,-6 0-119,2 0 0,-4 0 56,-4 0 0,-3 0-195,-7 0 0,-3 2 67,-5 1 0,-5-2-463,-3 3 173,-1-3 0,-6-1-374,0 0-17,-4 0 239,2 0 229,-5 0 1,-5 0 151,-3 0 0,2 0 131,-1 0 0,0 0 0,-24 0 0,-5 0 0</inkml:trace>
  <inkml:trace contextRef="#ctx0" brushRef="#br0" timeOffset="1598">1864 33 8081,'18'0'0,"0"0"0,-4 0-725,0 0 0,-1 0 0,-2 0 579,0 0 146,-5 0 0,-1-5 0,-10 4 0,-2-2 0,-3 1 0,-1 2 0,-2 0 8,-1 0 0,2 0 0,-3 0 0,-2 0-8,-2 0 0,-21-5 0,-7-1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18.8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12 8549,'0'-6'1420,"0"1"-561,0 5-618,0 5 0,0-3-20,0 5 1,0 1-201,0 3 0,0 0 16,0 0 0,0 0-137,0 0 0,0 0 1,0 0 0,0 0-180,0 0 1,0 0-51,0 0 1,0 0-344,0 0 1,0 0-55,0 0 1,0-4 2,0 1 723,0-1 0,-5-6 0,-1-2 0</inkml:trace>
  <inkml:trace contextRef="#ctx0" brushRef="#br0" timeOffset="799">353 144 7802,'6'-1'479,"-2"-3"-62,2 3-13,-5-4-63,9 5-52,-9 0-80,4 0-248,-5 0 0,-5 0 57,-2 0 1,-4 0-135,-4 0 1,2 4-35,-6-1 0,1 1 35,-4-4 1,-4 4 100,0-1 1,1 1 24,3-4 1,-1 0 18,1 0 1,2 0-17,1 0 1,0 0 31,4 0 14,-5 0 0,8 0 60,-3 0 88,8 0 3,2 0 166,5 0-120,5 5 1,-3-4-70,6 3 1,-2-2-37,1 2 1,3-3-36,-3 3 1,0 2-5,0 1 1,0-1-82,4 2 0,-1-1 33,-3 4 1,3-1-109,-2-3 1,1 3 60,2-3 0,-1 3-125,-2 1 0,1 0 11,-1 0 0,-2 0-116,1 0 0,-4 0-51,0 0 44,3 0-6,-4 0-11,3 0-243,-5-4-33,0-3-176,0-4 481,4 0 1,-2-4 35,1-4 0,-1 2-24,-2-1 206,4-1 0,-1-3 7,4 0 1,-3 0 21,3 0 1,-3 0 178,3 0 1,-3-3-83,3-1 0,-3 0 112,3 4 1,-3 0-91,3 0 1,0 0 216,0 0-215,3 0 2,-4 0-116,5 0 0,-4 1 1,1 3-27,-6 2-16,3 5-539,-5 0 242,0 5 1,-1-3-299,-3 6 275,3-6 0,-5 4-348,2-2-458,3-3 1121,-4 9 0,0-9 0,-1 14 0,-5-3 0</inkml:trace>
  <inkml:trace contextRef="#ctx0" brushRef="#br0" timeOffset="1483">276 188 7817,'0'-6'318,"0"-4"99,0 4-252,0 0 0,-4 0-348,0 2 239,-4 3 0,2-4-1,-5 5 1,0 0 24,0 0 1,0 0-124,0 0 0,0 0 114,0 0 0,1 1-61,2 3 1,-1-3 26,1 3-132,3-3 0,-1 0-180,3 3 211,1-3 1,-3 5 20,5-2 23,5-3 14,1 9 0,4-8-3,-2 6 1,1-5 4,-1 5 0,-2-5-15,1 5 0,-3-5 2,3 5 0,-3-5-24,3 5 0,-3-2-5,3 1 1,-3 2-196,3-5 63,-4 4-27,2-2 151,0 5 0,-4-3-52,2-1 71,-1-5 0,-2 5-33,0-4 220,0-2-152,0 4 198,0-5-154,0-5 0,0 3 98,0-5 0,0 3-64,0-3 1,1-1 5,3-3 1,-3 4 82,2 0 17,-1-1-68,-2-3 0,1 1-28,3 3 1,-3 1 79,2 2-116,-1 3 0,-2-5 52,0 2-81,0 3-34,0-4-145,-5 15 1,4-3 18,-3 8 68,-2-3-36,0-1 106,0 0 0,-1-1-11,4-3 24,2 3 27,-4-9-115,5 4 219,0-5 1,3-5-118,1-2 1,1 1-58,-1-1 1,-2-1-76,5-3 0,-4 4-180,0-1 1,0 5-900,1-5 1183,-3 6 0,4 2 0,-5 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21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12 7588,'0'-6'-107,"0"1"0,-1 5 106,-3 0-208,3 0 232,-9 0-23,9 5 0,-19 25 0,2 12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27.6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221 221 8136,'0'-11'0,"0"0"0,1 4 96,3-1 1,-3 5 431,3-5 95,-3 6-236,-1-3-9,0 5 6,0 5-224,0 1 1,-1 9-7,-3 0 1,2 3-12,-6-3 1,-3 4-269,-3 0 0,-5 3-129,5 3 1,-6-1-157,2 1 1,1 2 194,-2-1 0,6-1-32,-2-7 0,-1-1 47,1-2-41,1-3 21,8-1 120,1-6 0,5-10-112,0-2 0,5-4 137,2-4 0,3 1-168,1-4 1,1 0 96,3-4 0,-3 0 18,3 0 1,1-2 48,-2-1 1,5 1 144,-5-1 1,5 1-64,-5 2 1,6 0 226,-2 0 0,-2 5-87,-1 2 0,1 1 139,-1 3 0,-1-2-8,-3 10 1,0-1 25,0 4 1,-3 1 54,-1 3 0,0 3-131,4 8 0,-3-2-35,-1 6 0,-1-1-94,2 4 0,1 0-152,-1 0 1,-2 0 2,1 0 1,-1 0-180,2 1 1,0-1-19,-4 0 0,3-5-144,-3-3 0,0-1-177,-4-2 0,0 0-364,0 0 936,0-5 0,-10-11 0,-2-7 0</inkml:trace>
  <inkml:trace contextRef="#ctx0" brushRef="#br0" timeOffset="180">199 343 8136,'-6'-5'391,"1"3"-206,5-7 0,5 7-110,2-1 0,4 1-245,4 2 0,2 0-246,5 0 1,2 0-832,1 0 1247,-1 0 0,21-4 0,10-1 0,2-1 0,0-1 0</inkml:trace>
  <inkml:trace contextRef="#ctx0" brushRef="#br0" timeOffset="624">960 89 8093,'0'-11'742,"0"0"1,0 4-211,0-1-339,0 6 211,0-3-206,0 15 1,0-2-106,0 11 0,0-1-219,0 4 0,0 0 19,0 0 0,0 0 28,0 0 1,0 0-165,0 0 1,0 0 53,0 0 0,-4-1-61,0-2 0,1 0 102,3-4 0,-4 0-61,0-4 0,0 0 102,0 0 1,1-5-118,-4-3-211,5-1 290,-8-2 0,9-2-13,-3-1 0,1 0 70,0-4 0,2 0-2,-3-4 0,-1 0 32,1 0 0,-3 0 147,3 0 1,-4 1-77,0 2 1,-1 0 196,-2 4 0,0-3-84,-1 3 1,-2-1 127,-1 2 0,-1 1-84,1-1 0,0 3 5,-4 3 0,2 0 147,2 4 0,3 0-94,-3 4 0,4 2-43,4 1 1,2-1-39,5 1 0,0-1 22,0-2 0,1 2-223,3-2 0,3 3-292,8-7 1,-1-2-533,4-1 0,0 0 154,4 0 724,0 0 0,15-24 0,4-4 0</inkml:trace>
  <inkml:trace contextRef="#ctx0" brushRef="#br0" timeOffset="1180">1291 100 8083,'0'-11'0,"0"0"554,0 0 897,0 0-533,0 5-327,0 1-71,0 5-309,0 5 0,0 5-153,0 4 1,0 6 56,0-2 1,0 3-167,0 1 0,0 0-80,0 0 0,-2 4-320,-1 0 1,0-1 205,-4-3 0,3 4-111,-3 0 1,4-4 26,0-4 0,-2-4-89,1 0 0,-3-1-51,3-2 214,0-5 126,4-1 1,0-6-64,0-3 1,0-2 32,0-5 1,0 0 53,0 0 0,0-4 78,0 0 0,0-1-61,0 2 0,-1 1 195,-2-1 1,0 1 276,-4 2-276,-1 0 1,-3 2 136,0 1 0,-1 3-19,-3 5 0,3 0 118,-3 0 1,3 5-130,1 3 1,1 1-31,3 2 0,-2 0-108,6 0 1,-1 4-111,4 0 1,-4 0-62,1-4 1,-1 0-72,4 0 0,4 0-210,-1 0 0,6-2 21,-2-1 1,4 0-152,4-4 0,-1 0-30,4-4 535,0 0 0,29-25 0,5-5 0</inkml:trace>
  <inkml:trace contextRef="#ctx0" brushRef="#br0" timeOffset="1573">1467 354 10246,'7'0'-166,"1"0"0,-1 0 64,4 0 0,0 0-19,0 0 1,0 0 36,0 0 0,0-4-189,0 0 0,0-1 101,0 2 1,-3 0-69,-1-4 1,0 3-21,4-3 0,-3 3-465,-1-3 600,-5-1 0,5-1 2,-4 1 439,-2-2-222,4 4 0,-10-1 190,-2 0 0,-3 4-92,-1 0 0,-1 1 35,-3 2 0,2 0 115,-6 0 1,6 5 136,-2 3 1,3-2 6,1 1 1,0 0-197,0 4 0,0 0-109,0 0 0,5 0-7,2 0 0,3 1-143,1-1 1,1 3-70,3 1 1,3 0-228,8-4 0,-2 0 6,6 0 0,-1-4-175,4 0 0,1-3-1886,3 3 2320,-3-4 0,19-8 0,-2-7 0</inkml:trace>
  <inkml:trace contextRef="#ctx0" brushRef="#br0" timeOffset="2231">2007 67 8053,'0'-11'143,"0"0"0,-4 0 748,1 0-92,-1 0 347,4 5-337,0 1-272,0 5-170,0 5 0,4 1-171,-1 5 0,5 5 0,-5 2 0,6 3 5,-2 1 1,0 1-147,0 3 1,-1-3-48,1 3 1,2 1-369,-5-1 1,3 1 53,-3-2 1,-1-3-306,-3 0 0,0 0-571,0-3 400,0-3 433,0 0 0,-1-10-259,-3-3 340,-2-1 0,-4-4-229,3-1 265,-3-3 1,4-5 88,-5 0 0,4 0-79,-1 0 1,1 0 248,-4 0 0,0 1 121,0 2 0,0 0 125,0 4 0,-1 0-18,-3 4 1,3 0 170,-3 0 0,3 0-184,1 0 0,0 4 112,0 0 1,3 4 143,1 0 1,5-2-115,-2 1 0,3 1-69,1 3 0,3-4-61,1 0 0,6-1-294,1 2 1,0 2-321,4-3 0,-3-2-428,-1-2 0,4 2 55,-1-1 0,2 1 733,-1-1 0,31-18 0,13 1 0</inkml:trace>
  <inkml:trace contextRef="#ctx0" brushRef="#br0" timeOffset="2964">2613 100 8045,'-6'-11'56,"3"0"0,1 0 269,2 0 1,0 4 639,0-1-297,0 1-314,0-4 0,0 3 279,0 1-347,0 5 0,2-2 67,1 8 1,0 2-93,4 5 1,-3 1-29,3 3 0,-4 3-62,0 8 0,2-2-91,-1 6 0,3-1 69,-3 4 1,1 0-159,-2 0 0,-1-3-720,1-1 0,0 1 48,0 3 1,-1-5-274,1-2 0,-1-4 273,-2-4 1,0 2-147,0-6 1,-2-4-129,-1-6 955,1-3 0,-2-1 0,-1-34 0,-1-9 0</inkml:trace>
  <inkml:trace contextRef="#ctx0" brushRef="#br0" timeOffset="3215">2525 265 8237,'1'-6'393,"3"3"0,-1 0-248,4-1 1,0 3-114,4-2 1,2 1 104,1 2 1,0 0-111,4 0 0,0 0-38,5 0 0,0 0-312,3 0 1,-7 4-15,3 0 0,-3 1-756,-1-2 1093,-2-2 0,-5 4 0,0-5 0</inkml:trace>
  <inkml:trace contextRef="#ctx0" brushRef="#br0" timeOffset="3635">2867 343 8045,'11'0'196,"0"0"-199,0 0 53,0 0 1,0 0-167,0 0 1,0 0 82,0 0 0,0 0-301,0 0 294,0 0 1,0 0-168,0 0-289,0 0 239,0 0 0,-1-2 9,-2-1 1,0 0 247,-4-4 0,-1 3 0,-3-3-39,0-1 0,-1-1 39,-2 1 0,-4 0 5,-4 4 1,0 0-38,0 4 0,0-3 303,0-1 1,-1 0-12,-3 4 0,3 0 84,-3 0 1,3 5-122,1 3 1,1-2 31,3 1 1,-2 0-86,6 4 1,-5 2 8,5 1 0,-1-1-137,4 1 0,0 2-259,0-1 1,6 3 193,5-3 1,1 0-6,7-4 1,-5 0-159,5 0 1,-1-1-98,4-3 1,0-2-300,0-5 1,0 0 205,0 0 376,1 0 0,13-30 0,5-6 0</inkml:trace>
  <inkml:trace contextRef="#ctx0" brushRef="#br0" timeOffset="3967">3209 309 7791,'0'-7'984,"0"0"-667,0 4-148,0-2 1,1 5-58,3 0 0,-2 4-117,5 0 0,0 4 56,0 0 1,3 1-135,-3 2 1,-1 1-96,2-1 1,-5 0 13,5 0 0,-5 3-46,5 1 0,-6 0 113,2-4 0,-3 0 8,-1 0 0,1-1 79,3-3 1,-3 3-16,3-3 271,-3-2 552,-1 0-307,0-5 0,0-5-106,0-2 1,0-3 51,0-1 0,0-1-120,0-3 1,0 1-47,0-4 1,0 3-112,0-3 1,5 4-282,2 0 0,3-2-233,1 1 0,1 0-676,3 4 1,-2 0 1029,6 0 0,43 10 0,15 2 0</inkml:trace>
  <inkml:trace contextRef="#ctx0" brushRef="#br0" timeOffset="5168">3573 287 7686,'7'0'623,"0"0"-349,-4-5 0,3 4 470,-2-2-471,-3 1 1,5 2 244,-2 0-371,-3 0 1,5 0 246,-2 0-311,-3 0 0,4 5 322,-5 3-378,5 1 1,-4 6-51,2 0 1,-1 0-215,-2-4 0,0 3 39,0 1 1,0 0-190,0-4 1,0 3 35,0 1 1,0 0 137,0-4 0,0-4-34,0 0 13,0-4 75,0 7 31,0-9 1,3 3 6,1-8 0,3-2 122,-3-5 0,3 0-78,-3 0 0,3-2 133,-3-1 0,5 0 30,-2-4 1,2 3 130,-2-3 1,3 4-197,-3 0 1,2-2-18,-2 1 0,3 0 242,-3 4 1,-1 0 213,2 0 0,-5 4-195,5 0 1,-5 4 131,5-1-426,-6 3 50,3 1 1,-5 5-94,0 3 0,0 3 50,0 3 1,0-2-176,0 3 0,0 1 92,0-1 0,0 0-73,0-4 1,1 3 79,3 1 28,-3 0 1,4-4 113,-5 0 1,1-4-69,3 0 211,-3-4-154,9 2-3,-4-5 0,4-2-41,-3-1 1,3 0-11,-3-4 0,3 0 54,1-4 0,0 0-30,0 0 1,0 0 82,0 0 0,0 0 29,0 0 1,0-1 184,0 1 0,-1-1-81,-2-2 0,1 2 166,-1 1 0,-3 0-232,-2 4 0,2 1 95,-1-1-335,4 4 150,-6-7-58,8 9 0,-9 1-42,2 7 0,0 3-145,1 1 0,-3 2 48,2 1 1,-1 0-155,-2 4 0,0-3 99,0 3 0,-4 1-102,0 3 1,1-5 474,3-3 0,3 2-89,1-1 0,5 0 402,-2-4 0,4-1-168,4-3 1,2-2-23,5-5 0,0 0-56,0 0 1,0-5 57,0-2 0,0-3-284,0-1 1,-4-4-275,1 0 1,-6 1-1155,2 3 1,-6 0 706,-2 0 0,-5 0 696,2 0 0,-22 0 0,-7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34.7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33 398 8209,'0'-8'1640,"0"1"-1117,0 5-327,5-3 1,-4 4-103,3-3-1128,-3 3 313,-1-4 482,0 5 0,10 0 0,2 0 0</inkml:trace>
  <inkml:trace contextRef="#ctx0" brushRef="#br0" timeOffset="141">33 210 8062,'-11'-11'-1353,"1"0"585,3 0 768,2 5 0,15 6 0,2 6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41.6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22 155 7979,'0'-11'324,"0"0"0,0 0 1400,0 0-943,5 5-493,-4 1 1,8 10 154,-6 2 1,1 8-220,-4 3 1,0 3-1,0 1 0,0 5-207,0 2 1,0 2-142,0-2 1,0 3-160,0-2 1,-1 0-33,-3 0 1,-1 4-462,-2-5 0,-2 1 325,6-8 0,-5 0-798,5 0 38,-1-5 1211,4-6 0,20-45 0,4-15 0</inkml:trace>
  <inkml:trace contextRef="#ctx0" brushRef="#br0" timeOffset="401">198 320 7910,'7'-11'686,"2"5"0,-7 3-333,1 6 1,-1 3-196,-2 5 0,0 2-160,0 1 1,-4 3 57,0 5 1,-3 1-219,3-1 1,-1-2 87,2-1 1,0 2-161,-4-3 0,4-1 17,0 1-269,-3-4 120,4 2 76,-3-5 79,5-5 1,0-6 149,0-7 0,4-3 1,0-1 0,3-4 23,-3 0 0,3-3 113,-3 3 0,4-4-100,0 0 1,2 2 109,1-1 1,0 4-65,0 0 0,1-2 124,3 1 0,-2 0 38,5 4 1,-4 0 14,1 0 1,-2 4 48,2 0 0,-7 4-133,3 0 0,-3 3 130,-1 3 0,-1 3-185,-2 5 0,-3 2 0,3 1 0,-3 0-91,-1 4 0,0-3-455,0 3 1,0-1-70,0 2 0,0 0 109,0-4 0,0 3-87,0-3 0,4 0 533,-1-4 0,21-15 0,0-3 0</inkml:trace>
  <inkml:trace contextRef="#ctx0" brushRef="#br0" timeOffset="640">684 298 8341,'-11'-7'909,"0"0"1,3 4-627,1-1 0,-1 8-20,-3 3 1,-1 3 106,-3 1 0,3 5-124,-2 3 0,1 1-1,2 2 1,4-3-99,0-1 0,4 3-74,-1 1 1,3 3-139,1-7 1,1-2-57,3-1 0,2-3-370,5-1 1,5-4-88,3 1 0,1-6-586,2 2 0,0-4 393,1-4 771,-1-2 0,29-39 0,8-9 0</inkml:trace>
  <inkml:trace contextRef="#ctx0" brushRef="#br0" timeOffset="1373">871 331 7982,'7'-9'195,"1"1"1159,-6-2-908,8 9 0,-8 1-279,6 8 0,-6 5-213,2 2 0,1 3 131,-2-3 0,1 4-126,-4 0 0,1 2 29,3 1 1,-3-4-261,3 0 1,-3 0 91,-1 0 1,-4 1-123,1-4 1,-5 0 39,5-4 0,-2-1-49,1-3 336,3-2-76,-4-5 1,5-5-33,0-2 0,0-8 15,0-3 1,0-3 23,0-1 1,4-4 7,-1 0 0,5-1-1,-5 2 1,6 1 168,-2-1 0,2 1-115,-2 2 1,3 2 132,-3 1 0,7 0-91,1 4 1,-1 4-1,-3 3 0,0 6-76,0-2 1,0 3-6,0 1 1,-3 5-30,-1 2 0,-1 4-194,2 4 0,0-1 110,-4 4 1,1-3-54,-2 3 1,0-5 215,4 2 0,-3 1-111,3-1 1,-1 0 231,2-4 1,2 0-30,-3 0 0,-1-4-3,1 0 0,1-4-22,3 0 0,0-1 314,0-2-390,0 0 1,0 0-19,0 0 1,0-4-260,0 0 0,1-4 42,3 0 0,-3-1 55,3-2 1,-3-2 111,-1-1 1,0 1 3,0-1 0,-4-2 11,1 1 0,-6-1 121,2 1 0,-3 3-206,-1-3 280,0 3 1,-5 5 290,-2-1 1,-3 6-49,-1-2 0,-1 8 164,-3 3 1,2 3-164,-6 1 1,5 0-51,-5 0 0,6 4-163,-2 0 1,3 4-11,1 0 0,3-2-391,1 1 0,5-1-81,-2 2 1,3 2-250,1-3 0,6-1 86,5 1 0,1-5-413,6-2 1,2-2 335,6-5 1,-2 0 529,6-4 0,24-30 0,9-6 0</inkml:trace>
  <inkml:trace contextRef="#ctx0" brushRef="#br0" timeOffset="1784">1654 309 7982,'1'-11'162,"3"0"0,-3 0 775,3 0 74,-3 0-279,-1 0-507,0 5 0,-5 1-52,-3 5 0,-1 4-76,-2-1 0,0 7 37,0 1 0,0 2-139,0 5 1,0-3 87,0 3 0,-1-1-173,1 2 0,0 1-213,0-1 0,4-2 135,0 1 0,4-3-36,0 3 0,1-4 14,2 0 0,0-1-165,0-2 0,2-1 92,1-3 0,3-2-79,5-5 1,2-1 79,1-3 0,-1-2-144,1-5 1,2-1 130,-1-3 0,0 1 195,-4-4 0,3 3 237,1-3 1,0 3-92,-4-3 0,-4 1 61,0-2 1,0-2 142,0 3 1,-2 1 307,-5-1 0,0 4 302,0-1 228,0 3-752,0 1-48,0 5 1,-4 6-75,0 7 0,-3 4-84,3 4 0,0-1-112,0 4 0,3-3 64,-3 3 0,2-1-131,-2 2 0,3 0-181,-3-4 0,3 3-483,1-3 0,0 3-1926,0-3 2619,0 0 0,24 1 0,7 1 0</inkml:trace>
  <inkml:trace contextRef="#ctx0" brushRef="#br0" timeOffset="2235">1885 265 7870,'-5'-6'-145,"4"0"616,-3 2 87,-2 3 103,5-4-201,-9 5-1,4 0-118,0 0-316,-4 5 0,9 1 68,-3 5 0,3 0-103,1 0 0,0 0 39,0 0 0,0 4-110,0 0 0,4 1-47,-1-2 1,5 2 83,-5 3 1,5 0 35,-5-4 0,5 3-19,-4-3 0,-1 3-15,-3-3 1,0 1-51,0-1 1,-1-3-189,-3 3 1,-2-3-21,-5-1 0,0-1-258,0-3 0,-4-1-197,1-2 1,-1-3 754,4 3 0,5-23 0,1-5 0</inkml:trace>
  <inkml:trace contextRef="#ctx0" brushRef="#br0" timeOffset="2618">2051 386 7929,'7'0'577,"0"0"-199,1 0 0,3-1-140,0-2 0,-4 1-213,0-1 0,-3 1-10,3 2 1,1 0-199,3 0 0,-4 0 121,0 0 0,0-1-79,0-2 0,3 1 51,-3-1 1,-1-2-308,2 1 120,-6-4 0,7 1 127,-6-4 1,1 4 79,-4 0 0,-1 1 25,-3-2 1,2 0 166,-6 4 0,0-1-130,-7 1 0,1 3 135,-4-3 0,1 7 161,-1 1 0,-3 4-103,2 0 1,0 3 205,0 3 0,0 0-120,4 4 0,-3-3-51,3 3 1,0 1-63,4 3 0,5 0-181,3 0 0,3-2 23,3-1 1,5 2-241,6-3 0,3-3-53,5-4 1,4-1-236,0-7 1,5 1-484,-2-4 1,-1-5 1010,1-2 0,35-52 0,-26 23 0,0 0 0</inkml:trace>
  <inkml:trace contextRef="#ctx0" brushRef="#br0" timeOffset="2934">2458 287 7929,'-11'0'-672,"0"0"884,0 0 1,4 0 497,0 0 0,-1 0-279,-3 0 0,4 4 114,0 0-51,-1 4-379,-3-2 0,1 5-158,3 0 0,2-3 98,5-1 0,0 0-206,0 4 1,1-3 81,3-1 0,2 0 106,5 5 1,2-5-161,1 0 1,-2-3-8,3 3 1,-3-1 84,-1 2 1,4 2 112,0-3 1,-4-1 5,-4 1 0,-1-3 103,2 3 1,0-3 621,-4 3-423,0 1 1,-6 3 188,-1 0 1,-8-4-323,-8 0 1,-2 0-223,-1 0 0,-5 2-82,-2-6 1,-3 2-514,-1-1 0,5-3-1733,2 3 2307,3-3 0,1-6 0,0-1 0</inkml:trace>
  <inkml:trace contextRef="#ctx0" brushRef="#br0" timeOffset="3775">3043 287 7927,'6'-11'69,"-1"4"-35,-5 0 1,0 3 1830,0-3-735,0 4-548,0-7 1,0 10-126,0 0 0,1 5-126,3 6 1,-3 5-119,3 2 1,-3 5-1,-1 2 0,0-1-65,0 1 1,0 3-93,0 2 0,0-2-384,0 1 0,0 0-128,0 0 0,-1-2-368,-3-5 1,1 0 252,-4 0 0,3-5-287,-3-2 1,5-7-216,-2 0 545,-2-6 1,5-2 191,-3-7 0,3-4 336,1-4 0,0-2 0,10-20 0,2-3 0</inkml:trace>
  <inkml:trace contextRef="#ctx0" brushRef="#br0" timeOffset="3967">3054 386 7927,'0'-22'207,"3"-2"61,1 2 0,3-1 16,-3 8 0,4-3 27,-5 3 0,6 1 200,-2 7 1,3-2-80,1 6 0,4-1-71,-1 4 1,2 0-162,-1 0 1,-2 1-1,6 3 1,-6 2-49,2 5 1,-3 1-170,-1 3 0,-5 2 73,-2 5 0,-4-1-144,-4-3 0,-2 6-104,-5-6 0,-5 4-194,-2-7 0,-3 3-422,-1-3 0,1 3-19,3-3 0,-2 0 827,6-4 0,-1-15 0,4-3 0</inkml:trace>
  <inkml:trace contextRef="#ctx0" brushRef="#br0" timeOffset="4421">3385 375 7991,'-7'2'-766,"4"1"1564,1-1-263,2 2 339,0-4-740,5 0 22,2 0 0,4 0-42,0 0-110,0 0 0,0-1 25,0-2 1,0 0-87,0-4 1,-2 3 92,-1-3 1,-2-1 14,-2-3 0,-3 0 79,3 0 1,-3 4-5,-1 0 0,0-1-75,0-3 1,-5 4 0,-2 0 1,-3 4-97,-1-1 0,-2 3 5,-1 1 1,1 1 28,-1 3 1,2 2 86,1 5 1,-1 2-7,1 1 1,2 0-60,1 4 0,0 0-2,4 4 1,0 1-82,4-1 1,4 0-143,0 0 0,8-4 175,-1 0 1,6-8 40,-2 1 1,4-3-21,0-1 1,2-2-637,1-5 0,0-6 653,0-5 0,10-35 0,2-12 0</inkml:trace>
  <inkml:trace contextRef="#ctx0" brushRef="#br0" timeOffset="4830">3682 298 7991,'0'-6'1484,"0"0"-594,0 2-39,0 3 1,0 6-614,0 10 0,0-1-204,0 1 0,-3 2 95,-1 2 1,0-2-117,4 1 1,-4-1 39,1 2 0,-1 0-189,4-4 1,-1 3 65,-3-3 0,3 0-132,-3-4-174,3 0 6,1 0 48,0-5 168,0-1 1,4-10-207,-1-2 1,6-4 123,-2-4 0,3 3-124,1-3 1,0-2 132,0-2 1,0 2 24,0-1 1,0 3 123,0-3 0,0 3 65,0-3 0,0 3 178,0-3 0,0 4-10,0 0 0,1 1 162,-1 2 1,-4 4 283,0 0-170,1 4 1,-1-1-72,0 8 1,-4 2 39,0 5 1,-1 1-185,-2 3 1,0 1-212,0 2 0,0 2 55,0-5 1,0 3-125,0-3 0,0 1-648,0-2 0,0-1-16,0 1 0,0-1-365,0-2 0,0 0 309,0 0 784,5 0 0,20-20 0,11-4 0</inkml:trace>
  <inkml:trace contextRef="#ctx0" brushRef="#br0" timeOffset="5735">4211 298 7991,'-1'-7'533,"-3"0"920,3 4-1025,-9-7 0,4 9-69,-5-3 1,0 4-283,0 4 1,-1 2-42,-3 5 1,3 4-155,-3 0 1,-1 1 142,2-2 1,-1 2-157,4 3 1,0 0 113,0-4 0,1 3-154,3-3 1,-2 3-380,6-3-343,-1 0 605,4-4 0,5-5 90,2-2 1,3-3 59,1-1 1,1-5-8,3-2 1,-2-3 28,6-1 1,-2-2-24,1-1 1,2 2 19,-5-3 1,3-1 191,-3 1 1,1 0 176,-2 4 0,-3-3 109,0-1 0,0 0-146,-3 4 0,-3 0 27,-2 0 1,2 4-70,-1 0-144,-1 4 0,-7-2 36,-4 5 0,-2 5-15,-1 2 1,2 3 39,1 1 0,-2 0-18,3 0 0,-3 4 30,-1 0 1,4 1-117,0-2 1,3-1 12,-3 1 0,4-1 5,-1-2 0,3 0-21,1 0-25,0 0 1,1 0-160,3 0 0,3-5 58,8-2 0,-3-3-102,3-1 0,1-1 115,-1-3 0,4-4 34,0-6 1,-2 0 69,1-4 0,1 0-11,3-4 0,-2-1 131,-1 1 0,0-1-3,-4-3 0,4 2 232,-5-5 1,1-1-52,-4-3 0,0 5 111,0 2 1,-1 2-103,-3-2 1,-1 8 346,-2-1-312,-3 6 1,3 7-138,-8 2 0,2 3-92,-6 1 0,1 5 101,-4 2 1,-1 6-24,-3 2 1,3 5-93,-3-2 1,3 4-147,1 4 1,-1-2 153,-3 6 0,4-5 21,0 5 1,0-4-8,3 3 0,2-3-335,-1 3 0,5-4-498,-2 0 1,3-1 281,1-2 0,1-4-131,3 0 1,-2-8 497,5 1 1,1-7-82,3 0 0,1-3 226,3-1 1,-2-6-77,6-5 0,-5-2-54,5-5 0,-1 0 58,4-4 0,0-2 19,0-1 0,-4 0 36,1-4 1,-1-1 150,4-3 1,-3 0 224,-1 0 0,-5 0-195,2 0 0,-3 0 46,-1 0 1,-1 6-108,-2 5 1,0 5 138,-4 6-116,0 5-83,-4 1 0,-4 10 96,0 2 0,-4 4-46,0 4 0,-2 2 0,-1 5 1,0 1 12,0 3 1,0-2-238,0 6 1,0-5 12,0 5 0,0-4-108,0 3 0,0 0-87,0 4 0,4-4-334,-1-4 1,5-1 357,-5-2 0,6 0-197,-2 0-1869,3-5 1613,1-1 1,1-10-340,3-2 1027,2-8 0,20-27 0,3-10 0</inkml:trace>
  <inkml:trace contextRef="#ctx0" brushRef="#br0" timeOffset="6351">4597 276 7947,'0'-7'0,"0"0"606,0-1 0,5-2-159,2 3 1,3-2-104,1 6 1,4-1-172,0 4 1,4-1-83,0-3 1,0 3 25,0-3 1,0 3-192,-4 1 1,0 1 1,-4 3 1,-4 2-31,0 5 0,-4 0-208,0 0 1,-1 4 58,-2 0 1,0 4-25,0 0 0,-2-2 17,-1 1 1,2-3-104,-3 3 1,3-4 198,1 0 0,0-1-62,0-2 296,5 0 0,1-5-73,5-3 0,0-1 52,0-2 1,-3-3 44,3-4 1,-2 0 153,6-8 0,-3-1-26,-1 1 0,0-4 88,0 0 0,1 0-39,3 0 1,-3 0 48,3 4 1,-3-3-44,-1 3 0,-1 0 451,-3 4-648,3 0 21,-9 5 1,4 2 29,-5 8 0,0 2-19,0 5 0,-1 5 5,-3 2 1,-2 4-91,-5 4 1,0-1-174,0 4 0,0 1-127,0 3 0,-4 5 26,1 2 1,-6 3 91,2 1 1,1-1 139,-2-3 1,-3 6-26,-4-6 1,1-3 163,3-8 0,0-8 264,0 1 1,-1-9-135,1-2 0,2-1 68,1-6 1,0 0-177,4-4 0,-2-5 14,6-3 1,-2-1-177,10-2 0,-1-2 43,4-1 0,6-4-120,5-4 1,5 0 135,6 0 0,5-1-60,3-3 0,1 2-32,3-6 1,-5 6-163,0-2 0,1 3-369,3 1 0,-1 1-301,-3 3 0,-2 1-648,-5 2 0,-1 3 1527,-3-3 0,8-12 0,-3-2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0:50.2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111 111 7953,'0'-11'0,"0"0"625,0 0 1,3 0-34,1 0 1,0 3 719,-4 1-580,0 5-307,0-3-123,0 5 1,0 6 0,0 5 0,0 1-148,0 6 1,0 4 13,0 4 1,-2 5-193,-1-2 1,0 3-112,-4 1 0,1 0-126,-1 0 0,-3 0 35,2 0 1,-1-3-199,-2-1 1,1-4 202,2 0 1,-1-1-84,1-2 0,3-5 70,2-2 0,0-8-116,0-3 315,1-3 1,-3-6-109,5-2 1,4-3-33,0-1 0,4-5 117,0-3 1,-2 2 149,1-1 1,-1 3-132,2-3 1,1 3 8,-1-3 1,0 1-8,0-2 1,2 3 90,-3 5 1,3-3 66,1-1 0,0 4-5,0 4 0,0 3-43,0-3 0,0 4 0,0-1 0,0 4 115,0 4 1,-1 2-68,-3 5 0,3 0 124,-3 0 1,2 4-74,-2 0 1,-2 4-12,-5 0 1,0-2 16,0 1 1,-1-4-94,-3 0 1,-3-1-97,-8-2 1,2 0-163,-6 0 1,5 0-414,-5 0 0,6-5-742,-2-2-1288,-2 2 2615,5-5 0,30-11 0,14-8 0</inkml:trace>
  <inkml:trace contextRef="#ctx0" brushRef="#br0" timeOffset="484">585 342 7967,'0'-11'273,"0"0"31,0 0 0,1 1 409,3 3 427,-3-3-824,4 4 1,-10 0-81,-2 2 0,-3 3-229,-1 1 1,-2 5-58,-1 2 1,1 4-63,-1 4 1,-2-1 140,1 4 0,-1-1-67,2 1 1,3 3-208,0-2 1,-1-2-187,5 1 0,2-3 126,2 3 0,1-4-82,2 0 1,0-5-18,0-2 1,5-4 94,3 0 1,1-1 129,2-2 0,4-2 22,0-1 0,3-7 78,-3-5 1,3-1-49,-3 2 0,0 0 115,-4-4 0,3 3 91,1-3 1,0 1 294,-4-2 1,-4 0 294,0 4 0,-3-3-294,4 3 1,-6 0 180,2 4 0,-3 4 214,-1-1-205,0 6-409,0-3 0,-4 10-106,1 2 0,-5 4 108,4 4 0,0-1-130,0 4 0,3-1-152,-3 1 0,-1 3-307,1-2 0,1 0-461,3 0 0,-1 1 406,-3-1 1,3-2-468,-3 1 0,3-4 180,1 1 773,0-8 0,14-12 0,5-7 0</inkml:trace>
  <inkml:trace contextRef="#ctx0" brushRef="#br0" timeOffset="765">871 221 7967,'-7'-1'-82,"0"-3"121,-1 3 326,-3-4 26,0 5 1,1 5-197,3 2 0,1 3-42,2 1 0,3 0 46,-3 0 0,3 4-25,1 0 0,0 4 1,0 0 1,4 1-20,0 2 1,0-1-11,0-2 1,-3 0-20,3-4 1,-3 3-118,-1-3 1,-1 3-76,-3-3 0,-2-2-292,-5-5 0,0 2-130,0-3 1,0-2-647,0-1 1,4-3 1132,-1-1 0,16-30 0,-1-6 0</inkml:trace>
  <inkml:trace contextRef="#ctx0" brushRef="#br0" timeOffset="1125">1059 386 7967,'11'0'-388,"0"-1"965,0-2 0,0 0-290,0-4 1,0 4 123,0 0-374,0-4 0,0 3-536,0-4 340,0-2-59,0 4 383,-5-5 0,-1 0-155,-5 0 0,0 4-23,0 0 1,-5 3 115,-2-4 1,-3 6-1,-1-2 1,-1 3 30,-3 1 0,-1 1 128,-2 3 1,-2-2 16,5 6 0,-4 0 286,1 7 1,2-3-143,1 3 0,1 1 44,0-1 0,5 4-294,-2 0 1,4 0 5,-1 0 1,4 0 43,4-4 1,4 1-471,4-1 0,6-3-723,5 2 1,2-6 422,1-4 0,1-3-315,3-1 1,1 0 861,2 0 0,47-35 0,7-7 0</inkml:trace>
  <inkml:trace contextRef="#ctx0" brushRef="#br0" timeOffset="1740">1566 78 7963,'0'-16'67,"0"4"1,0-3 1787,0 3-517,0 1-225,0 4-765,5 3-1,-4 5 72,3 2 1,-3 7-131,-1 5 1,0 5-15,0-2 1,0 6-84,0 2 0,0 5 0,0-2 1,0-1-127,0 2 1,-1-2-182,-3 1 1,2-1-473,-6-2 1,6-3 215,-2 3 0,2-4 12,-2-3 1,3-3-447,-3-5-308,-2 0 553,5-5 0,-8-3-40,5-6 1,1-1 193,3-7 1,-4 2-17,0-5 1,0-2 423,0 1 0,1-3-10,-4 3 1,3-3-44,-3 3 0,1-3 150,-1 3 0,-3 1 369,2 7 1,-1-1-150,-2 4 1,0 0 292,0 4 1,-4 1 54,0 3 1,-3 7-181,3 7 1,-3 3-147,3 1 0,0 0-118,4 0 0,5 4-6,2 0 0,3-2-22,1-5 1,6-2-1,5-2 1,2-7-269,5 3 0,4-3-494,4-1 1,0-2-1080,-4-5 0,3-1 143,1-3 1503,0-2 0,25-44 0,8-10 0</inkml:trace>
  <inkml:trace contextRef="#ctx0" brushRef="#br0" timeOffset="2225">2117 397 7963,'7'-1'294,"1"-2"609,-1-4-115,4-4 243,-5 0-780,-1 0 1,-6 5-42,-3 3 0,-2-2-60,-5 1 1,-1 0-145,-3 4 0,-1 4-109,-2 0 0,-3 4 64,3 0 0,-2 1-9,2 2 1,-2 4 7,5 0 1,0 1 2,0-2 1,4-1-107,0 1 0,1 2-142,6-1 1,1 0 189,3-4 0,5-4 173,2 0 0,8-4-226,3 1 0,2-3-58,-2-1 1,3-5-247,-3-3 0,2-3 97,-2-3 0,2 2-79,-6-3 0,-3 3 8,-3 1 0,-2-2 426,1-1 0,3-13 0,-4-8 0</inkml:trace>
  <inkml:trace contextRef="#ctx0" brushRef="#br0" timeOffset="2635">2216 353 12081,'2'11'582,"1"0"1,-2 0-451,3 0 0,-3 0-74,-1 0 0,2 4-206,1 0 0,-2 0-83,3-4 1,-3 0-50,-1 0 1,0 0-126,0 0 1,0-4-72,0 0 206,0-4 1,2 5 82,1-4 1,0 0 50,4-4 1,-3-5 54,3-2 0,-1 0 93,2 0 0,1-4 62,-1-4 1,3-1-42,3 2 1,-1 1 42,1-1 0,0 0-57,1 0 1,-3 1 7,3-1 1,-3 3 7,-1 3 0,0 0 186,0 4-81,0 0 53,0 4 0,0 4 147,0 0 0,-5 5 29,-2 3 1,1-1 10,-2 3 0,2 0-122,-1 0 0,-2-1-50,6 1 0,-5-1-116,5-2 1,-1 0-250,4 0 1,-1 0 62,-3 0 1,3-4-243,-3 0 0,4-4-1275,4 1 1,-3-3 1610,3-1 0,27-25 0,5-5 0</inkml:trace>
  <inkml:trace contextRef="#ctx0" brushRef="#br0" timeOffset="3093">3220 100 7958,'-5'-11'1829,"3"0"-1320,-2 5 1,4 6 40,0 7 1,0 4 25,0 4 1,0 2-127,0 5 0,0 1-175,0 3 0,0 1-274,0 2 0,3 3-264,1-3 1,0 3 99,-4 1 0,0-1-188,0-2 1,0 0-963,0-4 0,-2-4 553,-1-4 0,1-4-686,-1 1 211,-3-3 1235,4-6 0,-2-31 0,4-11 0</inkml:trace>
  <inkml:trace contextRef="#ctx0" brushRef="#br0" timeOffset="3908">3109 287 7958,'0'-11'535,"0"0"0,0 0-191,0 0 0,5 4 197,3-1 0,1 5-115,2-5 1,0 5 118,0-5 0,5 2-181,3-1 0,2-2-150,1 6 1,0-5-164,0 5 1,-4-6 91,0 2 1,0 2-188,0 1 0,-2 2-13,-5-2 1,-4 3-666,1-3 506,-6 8 0,3 2-123,-5 5 0,0 4 102,0-1 1,-1 6 121,-3-2 1,3 3-91,-3 1 1,2 0 21,-2 0 1,3 0-118,-3 0 0,3-1 219,1-2 0,1 0-12,3-4 1,-3 3 22,3-3 0,-2 0 88,2-4 1,-3-4-131,3 0 220,-3-4 1,0 2 186,3-5-228,-3 0-54,4 0 1,-4-4-117,3 0 1,-2-3-180,6 3 1,-1-4 104,4 0 0,-2 2-131,2-1 1,-3 0 143,7-4 1,1 0 24,-1-1 0,3 1 125,-3 0 1,3 2 203,-3 1 0,-1 0-96,-3 4 0,0-3-20,0 3 251,0 0-284,1 4 1,-6 2 12,-3 1 1,-1 3-19,-2 5 0,0 2-19,0 1 1,0-1 159,0 1 0,0-1-96,0-2 0,3 0-42,1 0 0,3 0 1,-3 0 1,8 0 15,-1 0 0,4-4-49,0 0 0,2-4-16,5 1 0,0-3-1,0-1 0,0-1-150,0-3 0,4-1 118,-1-2 1,2-3 14,-1 2 1,-3-1 186,3-2 0,-6-2-47,-2-1 1,0 1 203,4-1 1,-3 0-167,-1 0 1,-4 0-24,0-4 0,-5 4 9,-2 0 0,-4 1 5,0 2 0,-1 0-199,-2 0 1,-6 4 121,-5 0 1,0 4 26,-4-1 0,-1 3 60,1 1 1,-3 4 135,3 0 1,0 5-115,4 2 1,2 0 2,1 4 0,0-1 255,4 0 1,0 0 26,4 4 1,3-3 125,4 3 1,2-4-220,9 0 0,2 2-133,5-1 0,5-4-15,7-4 0,-2-1-28,5 2 1,-4-3-50,1-5 1,-4-2-95,-4-1 0,-2 0-476,-5-4 0,-8 5-1351,-3-2-1835,-8-2 2311,2 5 1,-6-4 1303,-3 5 0,-26 0 0,-12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1:08.7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12 321 7971,'0'-11'195,"0"3"1222,0 1-725,0 4-378,0-1-403,0-1 176,0 3 1,0-1-74,0 6 1,0 0 55,0 4 0,3 2-156,1 6 0,0-2-23,-4 5 1,0 2-33,0 6 0,0-2-146,0 6 0,0-5 57,0 5 1,-4-1-105,0 4 1,-1-5 244,2-2 1,2-4 18,-3-3 0,3-4 132,1-4 1,1-4 260,3-4 0,-2-3-72,5-3 0,4-5-35,4-6 1,3-4-92,-3-4 0,5-1 12,-2-3 1,3-1 49,1-2 0,-1-2-177,-3 6 0,3-2-273,-3 1 0,2 3-69,-2-3 0,2 4-273,-5 4 0,3 2-875,-3 5 1480,-1 4 0,7 17 0,3 9 0</inkml:trace>
  <inkml:trace contextRef="#ctx0" brushRef="#br0" timeOffset="1518">662 420 8148,'0'-7'19,"0"-1"1,-1 6 405,-3-2-186,3-2 1,-4 3 372,5-4-61,0 5-380,-5-8 268,-1 9-515,-5-4 1,0 5 102,0 0 1,0 5-101,0 2 1,0 3-96,0 1 0,-4 1-15,0 3 0,1-2 18,3 6 1,3-2-155,1 1 0,1 2 162,-1-6 0,2 5 38,5-4 1,0-1-93,0-3 29,0 0 0,1-1 14,3-3 1,2-2 105,5-5 0,0 0 146,0 0 0,0-5-124,0-2 1,0-3 29,0-1 0,0 0-118,0 0 1,1 0 71,3 0 1,-4-1-10,0-3 1,0 3 19,-4-3 0,2-1 126,-2 2 0,2-2-43,-6 1 0,2 3 150,-1-3 0,-3 3 8,3 1 289,-3 0-458,-1 5 0,-1 1 128,-3 5-147,3 0 1,-8 5 25,6 2 0,-1 3-14,4 1 0,0-4-36,0 1 0,0-1-19,0 4 1,0 0-5,0 0 1,0 0-11,0 0 1,1-4-26,3 1 0,-2-2 70,6 1 1,-4 2-15,3-6 1,0 1-9,4-4 0,0 0 6,0 0 1,0-1-56,0-3 0,0-2-6,0-5 1,4 0 2,0 0 0,3-4-106,-3 1 1,3-6 76,-3 2 0,5-3 95,-2-1 0,-1 0 1,1 0 0,-3 0-9,3 0 0,-3-4 103,4 0 1,-7 2 20,-1 5 0,0 0 232,-4 4 0,-1 1 297,2 7 266,-6-3-507,3 9 1,-6-3-194,-3 8 1,3 0-151,-3 7 0,-2-3 52,-1 7 0,1 2-175,-2 2 0,1 3 123,-4 3 0,0-1-90,0 1 0,4 2-50,-1-1 0,1 5-136,-4-2 1,3-1-21,1 2 1,3-5 68,-3 5 1,5-6 57,-2 2 1,3-4 11,1-4 1,0 2 2,0-5 1,1-4 18,3-4 0,2-5-11,5 2 1,-3-4-32,3-4 0,-2 1 3,6-8 0,-2 2-109,2-5 1,-2-4 107,6 0 0,-5 1 35,5-2 1,-2 1 31,1-4 0,2 1 25,-5 3 1,3-3-7,-3 3 0,-1 2 152,-3 1 1,0 3-133,0 1 269,-4 0 122,2 0-220,-7 5 0,1 2-122,-6 8 0,-2 2-29,-3 5 0,-1 3-136,1 1 1,-2 5 92,-1-2 0,0-1-145,0 2 0,0-1 47,0 4 0,1 0-119,3 0 1,-1-1 190,4-3 1,0 3-28,4-2 180,0-4 0,1 0-85,3-7 0,2-4 179,5-4 1,5 0-186,3 0 1,-2-6-43,1-5 1,0-1-15,4-6 1,-3 3-174,-1-3 0,1 0 219,3 0 1,-5-2 16,-3 6 0,2-6 0,-1 2 0,0 1 0,-4-2 0,0 6 0,0-2 0,-4-1 52,1 1 1,-5 4 39,5 4 141,-6 0 84,3 1 1,-6 2-2,-3 8 1,-1 2-205,-2 5 0,-3 1-34,3 3 0,-3 2-17,-1 5 0,1-4-134,3 1 0,-2-2 117,5 1 0,1 3-163,3-3 1,0-2 267,0-1 1,0-3 153,0-1 0,1-1 126,3-3 0,2 2-208,5-5 0,0-1-269,0-3 0,4 0 111,-1 0 1,6-3-130,-2-1 1,-1-5 21,2 2 1,-1-4-202,4-4 1,-3 3 94,-1-3 1,-3 3-109,3 1 0,-3 0 214,3 0 1,-4-4 46,0 1 1,-2-1 165,-1 4 1,1 0-129,-1 0 1,-4-4 173,0 1 0,-4-1-13,0 4 1,-1 0 508,-2 0-429,0 0 0,-2 1-33,-1 3 0,-3 2-294,-5 5 1,0 0 138,-1 0 0,-2 5 86,-1 2 0,-1 6-24,1 2 0,3 1 120,-2-1 1,1-2-130,2 6 1,0-2-8,0 1 1,4 3-48,0-3 0,4-1 31,-1 2 1,4-2-122,4 1 0,3-2-152,8-5 0,-1-1-292,4-3 0,0 2-98,4-5 0,0-1-545,0-3 0,-3 0 329,-1 0 755,1-5 0,12-20 0,4-11 0</inkml:trace>
  <inkml:trace contextRef="#ctx0" brushRef="#br0" timeOffset="2358">2525 365 7978,'11'-8'130,"0"1"0,-5 3 717,-2-3-179,2 5-268,-5-3 0,-1 5-233,-7 0 0,-4 0-108,-4 0 1,-2 5 1,-5 2 1,1 3-288,3 1 1,-3 1-33,3 3 0,-2-2 163,2 6 0,1-6-50,2 2 0,3 1-43,-3-2 0,4 5-88,4-5 1,2 1 193,5-4 0,5-1 246,2-3 1,4-2-52,4-5 1,2-1-170,5-3 1,0 2-140,0-5 0,-1-5 129,-3-2 1,3-1-100,-3 4 1,2-1 71,-2-3 1,2 3-185,-5-3 1,-1 3 70,-3 1-69,0 0 391,0 0 89,0 0-4,0 5 1,-3 1-90,-1 5 0,1 0 166,3 0 1,0 0-112,0 0 0,1-1 68,3-3 1,-2 3 11,5-3 1,2-1 157,6 1 1,-3-4-76,3 0 0,1-1-220,-2-2 0,5-2-214,-5-1 1,1 0 99,-4-4 0,-3 3-151,-1-3 1,-5-4 116,2-4 1,-7 0-66,-5 4 0,2 1-43,-1 3 0,-2-3-75,-5 3 0,-4 2 305,-4 1 1,0 4 9,0 4 1,-3 2 130,-1 5 1,0 0-125,4 0 0,-1 6-28,-3 5 0,3 5-43,-3 6 1,3 1 0,1 3 0,0-1-6,0 4 0,4 0 43,-1 4 1,1 4-146,-4 0 0,4 5 132,-1-2 0,5-1 82,-5 2 1,6-2-65,-2 1 1,3-1 25,1-2 0,0-7-348,0-1 0,0-9-1104,0-6-996,0-1 2349,0-7 0,15-31 0,3-12 0</inkml:trace>
  <inkml:trace contextRef="#ctx0" brushRef="#br0" timeOffset="2516">2768 497 7962,'-8'-10'693,"1"3"0,5-3 945,-2 3 0,4 2-996,4 1 0,7 2-137,7-2 1,7 3-1607,0-3 1,6 3 570,-2 1 0,7 1 530,1 3 0,34 12 0,5 7 0</inkml:trace>
  <inkml:trace contextRef="#ctx0" brushRef="#br0" timeOffset="2926">3705 155 8014,'0'-11'0,"0"0"1646,0 0-246,0 0-684,0 0 0,0 10-194,0 5 0,0 5 9,0 6 0,1 4-208,3 6 0,-3 3-61,3 5 0,-3 1-467,-1-1 0,0 3 230,0 1 1,-1 1-780,-3-1 0,3-3-92,-3 3 0,-1-4-484,1-4 0,0 2 455,0-5 1,3-5-655,-3-7 1529,3-2 0,1-30 0,0-8 0</inkml:trace>
  <inkml:trace contextRef="#ctx0" brushRef="#br0" timeOffset="3641">3628 398 8014,'0'-15'-46,"0"0"1,0-3 396,0 3 0,1 1 553,3 3 0,2 0-416,5 0 1,1 0-13,3 0 1,2 0-225,5-1 1,4 0-129,-1-2 1,6 1 31,-2-1 1,2 1-97,-2 2 0,2 2 11,-5 1 1,-1 0-35,-3 4 0,-4 0-278,-4 4 1,-3 5 17,-3 3 0,0 5-68,-4 2 1,-2 6 89,-5 1 1,-1 3-42,-7 5 0,2 2-37,-5-3 1,-2 2 106,1-2 1,0 2 79,4-6 1,0 5-33,0-5 1,2-3-8,1-3 0,0-2-74,4 1 1,0-2-514,4-5 183,0-5 306,5-1 0,5-6-125,5-3 0,3-3 143,-3-8 0,8 2 67,-1-5 0,3 0-47,-3 0 1,0-3 190,0 3 0,0 1 11,0-2 0,-4 7-86,1 1 0,-6 1 265,2 7 167,-3-1-175,-6 4 1,-1 5 262,-5 2 1,0 4-121,0 4 0,0-3-6,0 3 1,0-2-87,0 2 0,5-3-121,2 3 1,-1-7 4,2 0 1,0-2-15,7 1 0,-2 2-223,6-5 1,-4-1 88,3-3 1,0 0-158,4 0 1,-1-5-76,-2-2 1,1 1 95,-1-1 0,2-2-76,1-6 1,-2 3 87,-1-3 0,-2 2 219,-2-2 0,-3 2-118,3-6 1,-4 6 92,-4-2 0,2-1-15,-6 1 1,1 1 207,-4 3 0,-1 1-27,-3 3 1,2 2-104,-6 5 0,0 0 6,-7 0 0,3 5 106,-3 2 0,-1 4 80,1 4 0,1-2-77,3 6 1,0-6 92,0 2 0,3-2 354,1 2 1,4-3-131,0 3 1,2-3 1,1-1 0,4 4-491,4-1 1,8-2-385,6-5 0,5-1-25,6 1 0,5-2-369,2-5 1,-1 0 419,2 0 1,-11-1-134,0-3 1,-7-2-1776,-5-5 2221,-2 0 0,0-24 0,1-7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1:13.6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0 287 7983,'0'-7'65,"0"-1"496,0 6 863,0-3-911,0 5 0,4 2-192,0 6 0,-1 0-141,-3 11 0,0 3-12,0 3 0,0 6-101,0-2 1,0 3 35,0 1 1,0-1-231,0-2 0,0 0 39,0-4 0,0 0-306,0-4 0,0-2-817,0-1 343,0-3-16,0-10 171,0-1 257,0-20 1,0 2 171,0-13 1,0 3 95,0 1 0,0-2 192,0-1 0,0 0-56,0-4 0,0 3 187,0-3 0,4 0 137,0 0 1,4-3 217,0 3 1,1-2-138,2 2 1,4-2 37,0 5 0,3 4-73,-3 4 0,3 8 44,-3-1 0,1 7-103,-1 1 0,-2 3-36,5 3 0,-3 4-7,4 4 1,-6 1-82,2 3 1,-4 2-175,-4 5 1,-2 0 5,-5 0 1,-1 0-184,-3 0 0,-7 0-24,-7 0 1,-3-1-170,-1-3 0,0 2 173,0-5 0,-3-1-122,3-3 0,-1 0-511,8 0 1,0-3 868,4-1 0,30-24 0,7-3 0</inkml:trace>
  <inkml:trace contextRef="#ctx0" brushRef="#br0" timeOffset="435">618 276 7983,'5'-11'367,"-4"0"176,2 0 0,-1 3 398,-2 1-584,0 5 0,-5-3-4,-3 5 0,-3 1-200,-3 3 1,-3 2-80,-5 5 0,3 1-48,1 3 1,1 1-169,-2 2 0,0 3 22,4-3 1,0 2-223,4-2 0,4 3-229,0-3 1,4 0 199,-1 0 0,3-5 28,1 2 0,1-3 17,3-1 0,2-3-78,5-1 0,1-5 208,3 2 1,-1-4-20,4-4 0,-3-2 32,3-5 0,-4-3 160,0-1 0,0-1 89,0 1 0,-5 2 81,2-6 1,-2 1 323,2-4 0,-5 1-206,-3 3 0,2-3 23,-1 3 1,0 2 53,-4 1 0,0 6 693,0 2-273,0 5-516,0-3 0,0 6-96,0 3 1,0 2-48,0 5 1,0 1-251,0 3 0,0-2 113,0 6 1,1-2-128,3 1 1,-3 3-159,3-3 1,0-1-332,0 2 0,3-4 116,-3 3 0,5-5-300,-2 2 0,-1-6 834,2-2 0,9-24 0,6-3 0</inkml:trace>
  <inkml:trace contextRef="#ctx0" brushRef="#br0" timeOffset="750">816 265 7983,'0'-11'541,"0"0"0,0 0-201,0 0 0,0 3 407,0 1-486,0 5-243,0-3 0,0 6 42,0 3 1,1 3-29,3 8 0,-3 2-197,3 5 0,1 0 149,-2 0 0,1 0-108,-4 0 0,0 0 18,0 0 0,4 0 68,0 0 1,-1-1 112,-3-3 1,0 0 498,0-4 0,0-2-303,0 4 403,0-9 0,-3-4-153,-1-6 0,0-4 8,4-4 1,0-3-214,0-1 1,0-5-92,0 2 0,6-4-425,5-4 0,2 3-549,5-3 0,2-1 143,5 2 0,0-5-858,4 4 1,1 2 278,3 6 1,-3 2 1184,-4 5 0,-5 34 0,-10 9 0</inkml:trace>
  <inkml:trace contextRef="#ctx0" brushRef="#br0" timeOffset="1317">1191 331 7988,'4'-7'-391,"-1"-1"0,1 5 964,-4-5 0,1 6 339,3-2-343,-3-2 1,4 4 685,-5-6-396,0 6-597,0-8 1,-1 9-152,-3-3 0,2 3-144,-6 1 1,1 0 232,-4 0-179,0 5 0,-3 2 52,3 8 0,-2-3-360,6 3 1,-3 1-261,-1-2 0,3 6 248,1-2 1,3-1-368,-3 2 0,5-2 169,-2 1 1,3-2-32,1-5 1,1 3 258,3-3 0,-2 1 96,5-8 0,1-1-41,3-3 0,3 0 108,1 0 0,0-6 5,-4-5 1,1-1 204,3-6 1,-3 0 345,3 0 0,-3-3-28,-1 3 0,-4-3 194,1-1 1,-2 0-135,1 0 1,-2 4 248,-5-1 0,0 6 175,0-2-118,0 3-718,0 6 124,0 1-202,0 15 0,0-2 12,0 10 0,0-3-194,0 4 0,4-1-152,-1 4 1,5 0-444,-5 0 0,6 0 68,-2 0 1,2 0-468,-2 0 1,3-1 1183,-3-3 0,13-7 0,3-6 0</inkml:trace>
  <inkml:trace contextRef="#ctx0" brushRef="#br0" timeOffset="2429">1500 309 7988,'-2'-10'664,"-1"3"196,2-3 0,-4 8 241,5-6-615,0 6 0,0-2-305,0 8 0,0 2-36,0 5 1,3 0-92,1 0 0,1 5-19,-1 2 1,-2-1-276,5 2 0,-4-1 65,0 4 1,2-3-174,-1-1 0,3-3 65,-3 3 1,3-5-57,-3 2 0,1-4-47,-1-3 0,-2 0 32,5-4 0,-3-1-95,3-3 210,1 0 0,2-4-10,-3-4 1,3-3 133,-3-4 0,-1 2-13,2-5 0,-5 3 43,5-3 1,-5 0 201,5 0 1,-5-3 308,5 3 0,-5 1-121,5-2 0,-5 6 96,5-2 0,-5 4-163,5 4 0,-5-2 65,5 6-214,-6-6 1,7 9 30,-6 0 1,5 1-30,-5 7 1,1 3-147,-4 3 1,1 5-89,3-5 1,-3 6 9,3-2 0,-2-1-18,2 2 0,-3-6 173,3 2 0,1-3 16,-1-1 1,0 0-54,0 0 0,-1-3-35,4-1 91,-5-5 57,8 3-283,-4-5-266,5-5 0,-3-1 13,-1-5 0,-3 0 222,3 0 1,-4 0 116,0 0 0,2 0 47,-1 0 0,1-4 218,-2 1 1,0-1-177,4 4 1,-3 0 77,3 0 1,-1 0 187,2 0 70,1 0 1,-2 1-38,4 3 1,-4 2-91,0 5 0,-3 0-71,3 0 1,-4 1-81,0 3 0,2 2-124,-1 5 1,1 0 83,-1 0 1,-3 1-7,2 3 1,2-3-90,-1 3 0,5 1 64,-2-2 1,-1 1 45,1-4 0,1-1-13,3-3 0,0 3 10,0-2 0,0-4-57,0 0 1,0-3-80,0-1 1,4 0 71,-1 0 0,1-1-125,-4-3 0,1-2-191,3-5 0,-3 0 149,3 0 0,-4 0 73,-4 0 0,3-1 238,-2-3 1,-4 3 333,0-3 0,-3-1-80,-1 2 0,0-1 201,0 4 1,-1 0-205,-3 0 0,-2 1-52,-5 3 1,0 1-272,0 2 0,0 3 10,0-3 1,0 8 18,0 3 0,4 3 91,-1 1 1,2 0-63,-1 0 0,2 0-39,5 0 1,0 4-115,0-1 0,0 5 93,0-5 1,1 2-74,3-1 1,2-1-67,5 4 0,0-5 56,0 2 1,4-3-53,0-1 1,4-5 81,0-2 0,1-3-31,2-1 1,0-1 39,0-3 0,1-2 7,-1-5 1,0-5-91,0-2 0,-4 1-156,0-1 0,-3-5 229,3-2 0,-4-1 62,1 4 0,-7-1 134,0-3 1,-2-1-49,1-2 0,2-2 146,-6 5 1,1-3-10,-4 3 0,4 0 258,-1 4 0,1 2-86,-4 1 0,0 7 614,0 5-432,0 4-450,0-2 0,0 6-101,0 3 1,-4 6 36,1 5 1,-1 4-181,4 0 1,0 5 44,0 2 1,0 4-70,0 0 0,0-2-54,0 1 1,0 1-274,0 3 1,0 0-252,0 0 1,0-5 95,0-2 1,4 0-175,-1-4 0,2 5 214,-1-9 1,-2-1-115,6-9 0,-5-4 136,5-4 1,-5 0 526,5 0 0,19-39 0,8-10 0</inkml:trace>
  <inkml:trace contextRef="#ctx0" brushRef="#br0" timeOffset="3127">2536 287 7887,'5'-6'112,"1"1"468,5 5 1,1 0-187,3 0 1,-2 0-45,6 0 1,-1 0-89,4 0 0,0 0 0,0 0 0,2 1-52,1 3 0,-1-3-51,1 3 0,-1-3-120,-2-1 0,-4 0-19,0 0 0,-4-1-197,1-3 0,-2 3 21,2-3 0,-7-2-146,3-1 1,-6 0-173,3 0 237,-6 0 0,2-4 50,-8 0 0,-2 3 117,-5 1 0,0 1 21,0-1 1,-4 2-8,0 5 0,-1 0 107,2 0 1,0 5-64,-4 2 0,8 3 23,-1 1 0,3 0 4,-4 0-1,3 3 8,1 1 1,2 4-148,3-5 1,1 5 63,-1-5 0,1 6-83,2-2 0,7-2 60,4-1 1,1-3-106,6-1 1,1-3 107,3-1 1,0-5-23,0 2 1,0-8 187,0-3 1,4-3 42,-1-1 0,0-1-31,-7-3 0,2 2-116,-6-6 1,5 6 28,-4-2 1,-1-1 61,-3 2 0,0-2 135,0 1 1,-1 3 11,-3-3 0,2-1 749,-5 1-598,4 1 1,-5 3 480,4 0-374,-5 4-540,3 3 1,-5 5-29,0 2 0,0 0 162,0 4 1,0 1-81,0 3 0,-3 3-41,-1 1 0,-1 1-243,1-1 0,3 1 26,-2 2 0,-2 2-64,1-6 0,0 5-102,4-5 1,-3 2 238,-1-1 0,0-3 375,4 3 0,0-6-52,0-2 279,0-5-145,0 3 1,0-6 303,0-3 1,0-2-117,0-5 0,4 0 109,0 0 1,4-4-441,0 1 0,1-5-27,2 5 0,2-6-255,1 2 1,0 2-141,4 1 1,-3-1-364,3 1 0,1 1 237,3 3 0,-4 0-241,0 0 0,1 1-27,3 2 0,0 0-242,0 4 1,-4-1 537,1 2 1,-5 1 399,5-1 0,-1 2 0,-1-4 0,-1-1 0</inkml:trace>
  <inkml:trace contextRef="#ctx0" brushRef="#br0" timeOffset="3437">3660 110 7988,'-7'0'61,"0"0"1,3 0 438,-3 0-224,-1-4 1,-3 2-77,0-1 0,0 1 0,0 2 0,4 0-37,0 0 0,-1 0-57,-3 0 81,0 5-19,0 1 1,1 5-170,3 1 0,2-5-10,5 0 0,0 1 10,0 3 0,0-4 116,0 0 0,0 1 23,0 3 0,5 0-92,2 0 1,3 0-91,1 0 1,1 0 65,3 0 1,-3 0-163,3 0 0,-3 0 101,-1 0 0,0 1 148,0 3 0,-1-3 132,-3 3 0,0-7-126,-4 0 1,-1-1 391,1 4-421,-6 0 1,-7-1 2,-5-3 1,-5-1-160,2-2 0,-3-3-259,-1 3 0,0-3-906,0-1 0,1 0 181,3 0 1054,-3 0 0,19-10 0,-2-2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4:11.6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67 100 7776,'0'-7'116,"0"-1"137,0 0 0,0 1-194,0 0 1,0 3 46,0-3 1,3 3-15,1-3 1,5 3 6,-2-3 1,3 3-23,1-3 0,0 5 21,0-2 1,0-1-7,0 1 1,0 1-114,0 3 0,0 0 122,0 0-36,0 0 1,0 5 4,0 2 1,-5 4 13,-2 4 0,2-1 21,1 8 1,0-1 2,0 9 0,-3-5-23,3 5 1,0 3-3,4 4 0,0-1 24,0-3 0,0 4-36,0 0 1,0-2-161,0-5 0,-1 0 66,-2-4 1,1-5 25,-1-6 1,-2 1-55,1-2 1,-4-3 0,0-3 0,0-6-617,0 2-959,-1-3 1626,7-1 0,-7-25 0,3-5 0</inkml:trace>
  <inkml:trace contextRef="#ctx0" brushRef="#br0" timeOffset="391">232 298 7440,'-6'-5'316,"1"4"202,0-4 1,4 7-150,-3 1 0,-1 0-148,2 4 0,-2 0-22,1 4 1,-1 4-13,-2 0 0,-3 4-8,3 0 1,-3-2-75,-1 1 0,0 1-66,0 3 1,0-2 109,0-1 0,0 2-495,0-3 0,0 2 212,0-2 1,0-1-836,0-2 1,1-3 259,3 3 1,-2-7-479,5 0 1187,1-6 0,32-12 0,8-8 0</inkml:trace>
  <inkml:trace contextRef="#ctx0" brushRef="#br0" timeOffset="1123">717 684 7776,'0'-6'1670,"0"-4"-1264,0 9 0,0-5 504,0 2-142,0 3 164,0-4-640,0 15 0,0-3-27,0 8 0,0 1-118,0-1 1,0 3-1,0-3 1,0 4-408,0 0 1,-1-2-280,-3 1 1,3-3-565,-3 3 0,3-4 201,1 0 1,0 2 901,0-1 0,-5 0 0,-1-4 0</inkml:trace>
  <inkml:trace contextRef="#ctx0" brushRef="#br0" timeOffset="1957">177 420 7334,'-5'-7'502,"4"3"0,-4 2 216,5-1-454,0 1 1,1-6 265,3 4-309,-3-4-150,9 1 1,-8-4-192,6 0 1,-6 4-193,2 0 1,-2 1-430,2-2 0,-3-2 741,3 3 0,2-8 0,0-2 0</inkml:trace>
  <inkml:trace contextRef="#ctx0" brushRef="#br0" timeOffset="2858">706 706 7787,'0'-7'-5,"0"-1"80,0 0 90,0-2 1,0 3 303,0-1-15,0 6-237,0-3 0,0 6-63,0 3 0,0 2-145,0 5 1,0 0 142,0 0 0,-4 5-117,1 2 1,-1 0 64,4 0 0,0-1-106,0 2 1,0 1 82,0-1 0,-4-3-94,1-2 0,-1 2-63,4-1 1,0 0 14,0-4 1,0-4 29,0 0 53,0-4-9,0 2-39,0-5 0,0-6-1,0-5 0,0-2 52,0-5 0,1 3 5,3-3 1,-3 0 114,3-5 0,-2 1-58,2 0 0,-3 2 129,3 1 0,-3 2-106,-1 2 0,4 3 349,0-3-368,-1 8 23,-3-3 29,0 9-86,0 6 1,0 3-74,0 11 0,0-4-11,0 3 1,0 0-103,0 4 0,0-3 76,0-1 1,0-3 17,0 3 1,0-3 41,0 3 1,0-4-2,0 0 0,0-1 111,0-2 284,0-5 14,0 4-181,0-9-153,0 4 1,0-6 47,0-3 1,0-2 3,0-5 0,0-2 14,0-1 0,0 0 18,0-4 0,0 1-19,0-2 0,0-1-36,0 1 0,0 2-115,0-1 0,0 0-4,0 0 1,0 2-378,0 5-144,0 0 0,1 1-2042,3 3 2576,-3 2 0,9 44 0,-4 10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36.1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0 927 7875,'0'-8'-181,"0"1"1,0-2 0,0 0 85,0-2 1,0 3-88,0 1 1,2 3 219,1-3 1,3 3 151,5-3 1,0 3 87,1-3 0,3 3-108,4-3 1,3 3 69,4-3 1,-2 4-110,5 0 1,1 1-155,3 2 1,-4 0 160,1 0 0,-6 2-156,2 1 0,-3 0-81,-1 4 0,-3 1 43,-1 3 1,-4-2-42,0-1 1,-3 1 41,-3-1 1,1-3 71,-1-2-55,2 4 238,1-6-119,0 4-29,0-5 1,-2-2-12,-1-1 0,-2 0 0,-2-4 0,-2 1-40,5-2 1,-3-1 35,3 1 1,-4 2-81,1-1 1,0 3 62,0-3 1,1 3-99,-1-3 0,-2 4 78,5 0 1,-3-2-44,3 1 49,-4 0 1,6 3 9,-6-2 42,6 1-58,-8-3 5,9 5 10,-9 0 148,9 0 0,-9 2 18,3 1-139,2-1 1,0 6-29,5-4 0,-1 1 24,-3-2 1,7 0-48,-3 4 1,3-3 44,1 3 1,2-4-10,5 0 1,4 2-38,0-1 0,4 0-1,0-4 0,5 0 27,2 0 0,1 0-111,-1 0 1,-2-4 10,6 0 0,-1-4 80,4 0 0,-3-2-39,-1-1 1,0 0 6,5 0 1,1 2 143,-2 1 0,1 0-66,-8 4 1,0 0 137,-4 4 0,0 5-20,0 3 1,-5 1-109,-2 2 0,-3 0-106,-1 0 1,0 0 76,1 1 1,-3-1-142,-1 0 1,2-2 102,-3-1 1,3 0-333,1-4 0,-4 1 109,1-1 1,-2-3-425,1 2 0,2-1 34,-6-2 628,1 0 0,-28-20 0,-7-4 0</inkml:trace>
  <inkml:trace contextRef="#ctx0" brushRef="#br0" timeOffset="375">1004 750 7875,'1'-9'-576,"3"1"0,2 0 1161,5 4 1,5-5-190,2 2 1,5 1 24,7-1 1,0-1-76,11-3 1,4-5-15,6-2 0,3 1-118,1-2 0,7 0 27,4-7 0,2 3 83,2-3 1,-1 3-74,-10 1 0,-1 3-179,-2 1 1,-5 4 40,-7 0 0,-3 5-347,-16 2 1,-4 4-458,-6 0-699,-3 2 453,-6 1-600,-1 0 1537,-5 0 0,0 4 0,0 3 0</inkml:trace>
  <inkml:trace contextRef="#ctx0" brushRef="#br0" timeOffset="924">2867 486 8067,'6'-5'697,"4"4"1,-8-6-287,5 4 0,1 0-156,3-4 1,4 1-42,-1-1 0,6-4-105,-2 0 1,3-1-22,1-2 0,4-3-130,0-2 0,3-2 28,-3-1 0,-1 0-206,-3 0 0,-1-1-143,-2-3 0,-5 3 196,-6-3 0,0-1-57,-4 2 0,3-1 15,-3 4 1,-2 1-41,-5 3 1,0 2-120,-4 5 404,0 5 1,-4 1 98,0 5 0,3 1-152,1 3 0,4 2 174,0 5 0,-2 5-57,1 2 0,0 3-21,4 1 0,0 1-54,0 3 1,0-3-3,0 3 0,2 1-62,1-1 1,0 3-150,4-3 0,-1-1 97,2-3 1,1-1-176,-1-2 1,5 0 15,2-4 0,0-2-194,-4-5 1,3 0 101,1-4 0,1 0 342,-1-4 0,-3-5 0,14-16 0,-3-8 0</inkml:trace>
  <inkml:trace contextRef="#ctx0" brushRef="#br0" timeOffset="1106">3517 298 7875,'6'-6'1101,"-1"-4"-786,0 9 1,-4-2-21,3 6 1,1 3-55,-1 5 0,0 0-145,0 0 0,-1 4 118,4 0 0,-3 3-534,3-3 1,-3 4 247,3 0 0,-5-2-488,2 1 1,1-4 559,-1 1 0,-1 7 0,-3 1 0</inkml:trace>
  <inkml:trace contextRef="#ctx0" brushRef="#br0" timeOffset="1885">4388 221 7991,'-6'-5'1603,"-4"4"-862,9-4 34,-4 5-513,5 0 1,0 5 21,0 2 0,4 0-45,-1 0 1,5 4-107,-5 4 0,5-1 79,-5-3 1,5 2-167,-5 1 0,1-1-17,-4 1 0,4 0-114,-1 0 0,1-1-57,-4 1 1,0-1 56,0-2 1,0 0-117,0 0 167,0 0 14,0 0-47,0-5 1,-1-1-122,-3-5 1,3-5 61,-3-3 0,3-1-103,1-2 1,0-4-10,0 0 0,0-4 104,0 0 0,4 2 86,-1-1 0,6-1-81,-2-3 0,2 4 142,-2 0 1,3 4-57,-3-1 0,5 3 140,2 1 1,-2 1 348,3 3-313,-3-3 0,-1 9 24,0-3 1,0 8-63,1 3 1,-3 3-98,-1 1 1,1 4 69,-1 0 1,2 3-533,1-3 0,0 3 216,0-3 1,-4-1-291,0-3 1,1 4-1627,3 0 1664,-5 0 0,0-4 500,-2 0 0,-3-20 0,4-4 0</inkml:trace>
  <inkml:trace contextRef="#ctx0" brushRef="#br0" timeOffset="2174">4961 199 7861,'0'-11'371,"0"0"804,5 0-342,-4 0-246,4 5-484,-10 1 0,1 6 73,-4 3 0,0-2-227,4 6 1,-3-1 71,3 4 1,-3 1-239,3 3 1,-3-3 175,3 3 1,-3 1-292,3-1 0,-3 1 94,3-2 1,0-2 132,4 3 1,0-3-30,0-1 1,1-3 54,3-1 1,2-4-69,5 0 0,0-2 71,0-1 0,0 0 162,0 0 1,0-8-92,0-3 0,-3-3-319,-1 3 1,-4-3-146,0-1 0,-2-1-600,-1 1 1069,0 3 0,-19-28 0,-6-2 0</inkml:trace>
  <inkml:trace contextRef="#ctx0" brushRef="#br0" timeOffset="2560">5127 177 8898,'7'0'1010,"0"0"-851,1 0 0,3 5 40,0 2 1,-4-1 26,1 2 0,-5-1-205,5 4 0,-5 1 141,5 3 0,-6-3 64,2 3 0,-3-3-641,-1-1 1,0 0 248,0 0 1,0 0 444,0 0-131,0 0 0,-1-4 424,-3-4 353,3-2-581,-9-1 0,8-2 50,-6-5 0,6-1-44,-2-6 0,3 0-362,1-1 1,5 2 100,2-5 1,0 3-337,4-3 0,-2 0 203,6 0 0,-2 1-255,2 2 1,-2 3-696,6-3 0,-6 3 476,2 1 1,-3 5-711,-1 2 0,-1 2 568,-3-2 0,-1 3 660,-2-3 0,-8 27 0,3 8 0</inkml:trace>
  <inkml:trace contextRef="#ctx0" brushRef="#br0" timeOffset="3352">5468 199 7861,'0'-7'1476,"0"-1"-776,0 6-461,0-3 1,2 5 188,1 0 0,-1 1 256,1 3-454,3 2 0,-1 9-111,3-1 0,-3 1-141,-5-4 0,3 0 20,1 0 0,0 2 88,-4 1 1,0-5-268,0 2 1,0-3 72,0 3 0,0-3-62,0-1 1,0-3-97,0 3 148,0-4-52,0 1-20,0-4 1,1-4 26,2-4 1,0-2 79,4-1 0,-3-1-107,3-3 0,-3 2 53,3-5 1,1 4-9,3-1 1,0 0 70,0 0 0,-4 0 124,0 4 1,1 0 98,3 0 1,-4 4 14,1-1-133,-1 6 140,4-3 0,-5 6-59,-2 3 1,-2 2-53,2 5 1,-3 0 5,3 0 0,-3 0-4,-1 0 0,1 0-73,3 0 1,-3 0-50,3 0 1,-3 0 90,-1 0 0,1 0 114,3 0 0,-3-3-8,3-1 86,-3-5 1,-1 5 13,0-4-27,0-1-167,5 2 0,-3-7-70,6-1 0,-5-5 36,5 2 1,-2 1-131,1-1 0,3-1 97,-3-3 0,3-3 0,1-1 1,-3-1 0,-1 1 0,0 3 12,4-3 1,0-1 2,0 2 0,0-5 5,0 5 1,0-1-127,0 4 1,0 0 85,0 0 0,-3 3-165,-1 1 142,-4 5 21,6-3 0,-7 6 88,1 3 0,-2 2-79,-1 5 1,0 4 143,0-1 0,4 2-70,0-1 1,1-2 169,-2 6 1,0-5 13,4 5 1,1-6 18,3 2 1,0-3-60,0-1 0,3 0 127,1 0 0,5-5-370,-2-2 1,2-3 57,-2-1 0,3-1-561,-3-3 1,-2-2 292,-1-5 1,0-3-395,-4-1 0,-3-1 665,-8 1 0,-29-22 0,-8-9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1:06.7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155 110 7631,'0'-7'472,"0"0"1415,0-2-1152,0 4-365,0 0 1,0 7-80,0 1 1,0 3 11,0 5 0,3 2-67,1 1 0,3 3-161,-3 6 0,3-1-28,-3 0 1,5 1-137,-2 3 1,-1-2 86,1 6 0,-3-6-164,3 2 1,-3-2-572,4 2 0,-6-6 342,2 2 1,1-6-865,-2 2 1,1-5 98,-4 2 1160,0-8 0,0-16 0,0-10 0</inkml:trace>
  <inkml:trace contextRef="#ctx0" brushRef="#br0" timeOffset="648">33 188 7631,'-3'-8'-344,"-1"1"0,-1 4 317,1 0 720,3-3-252,-4 0 1,2-2 231,-1 1 56,0 4-241,4-6-112,0 7 0,2-3-117,1 5 1,-2 2 45,3 1 0,-1 3-26,0 5 0,-2 5-78,3 3 1,-1 2 2,0 1 0,-2 1-3,3 3 1,-1-2-235,0 6 0,-1-5 82,1 5 0,0-5-698,0 5 1,0-6 129,4 2 1,-3-4-113,3-4 1,-3 2 318,3-5 0,-3-2 312,3-5 0,1-23 0,3-10 0</inkml:trace>
  <inkml:trace contextRef="#ctx0" brushRef="#br0" timeOffset="1167">717 276 7631,'0'-8'-308,"0"1"0,0 3 154,0-3 0,0 3 370,0-3 1,0 3 429,0-3-214,-5 0 0,3-4-127,-6 0 0,2 0-104,-1 0 1,-3 3 125,3 1 1,-3 1-75,-1-2 1,-4 0-47,0 4 1,-4 0-84,0 4 1,2 0-86,-1 0 0,1 5-128,-2 3 1,0 3 85,4 3 0,2 4-220,5 4 0,0 1 115,4 3 1,0-3-36,4 3 0,0 1 22,0-2 0,5 1-76,3-4 1,5 0 62,2 0 0,3-5 30,-3-2 1,4-3-49,0-1 0,0-3 69,0-1 1,0-5-107,-4 2 0,0-4 64,-4-4 1,0-2-91,0-5 1,0 0 54,0 0 1,-4-3 19,1-1 0,-6-4-110,2 5 0,1-2-421,-2 1 671,1 3 0,-38-9 0,-9 4 0</inkml:trace>
  <inkml:trace contextRef="#ctx0" brushRef="#br0" timeOffset="1321">452 375 7631,'-11'0'965,"0"5"-386,5-4-36,1 4 1,10-5-130,2 0 0,5 0-166,2 0 1,3 0-277,5 0 1,4-4-55,0 1 1,4-5-1008,0 5 1,-3-5 324,-1 5 764,2-6 0,5-2 0,6-6 0</inkml:trace>
  <inkml:trace contextRef="#ctx0" brushRef="#br0" timeOffset="1764">926 99 7632,'0'-7'92,"0"0"0,-1 1 142,-3-2 0,2 0 227,-5 4-126,4-5 1,-3 8 805,2-3-401,3 3-275,-4 1 1,5 1-63,0 3 0,0 2-54,0 5 1,0 4-40,0 0 0,0 6-106,0 1 1,4 0-384,0 3 0,3 0 198,-3 1 0,3-2-230,-3 5 1,1-3 175,-2 4 1,0-6-984,4 2 1,-4-3 427,0-1 0,0-1-509,0-3 1,-1-2-381,1-5 458,3-5 1021,0-1 0,10-54 0,2-12 0</inkml:trace>
  <inkml:trace contextRef="#ctx0" brushRef="#br0" timeOffset="2056">1037 44 7655,'0'-11'0,"-2"4"398,-1 0 711,1 4 40,-2-7-420,4 9-315,0-4 0,1 6-124,2 3 1,0 2 198,4 5 0,-1 1-58,2 3 0,2 1-130,-3 2 0,1 7-318,0-3 1,2 3 107,-3-3 0,-1 3-520,1 1 0,-3 3 320,3-3 0,-3 0-353,3-4 0,-4 2 170,1-2 1,1 2-998,-2-10 1,2 1-241,-1-4 15,-3 0 1514,4-5 0,0-25 0,1-12 0</inkml:trace>
  <inkml:trace contextRef="#ctx0" brushRef="#br0" timeOffset="2406">1356 331 7645,'6'0'2432,"-1"0"-1695,-5 0 310,5 0-595,-4 0 0,4 5-28,-5 2 0,2-1-251,1 2 0,-2 0 19,3 7 0,-3-2-138,-1 6 0,0-5 84,0 5 0,0-4-682,0 3 0,4-1 350,0 1 0,-1-2-1425,-3-5 1,0 0 1618,0 0 0,-4-24 0,-3-7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2:52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67 7757,'-11'0'640,"3"0"193,1 0 1,3 8-444,-3 3 1,5 8-135,-2-1 1,-1 8-114,1 3 0,-4 7 59,0 1 1,-1 4-369,-2 0 0,0-2-56,0 1 1,0-2-290,0-1 0,0-1 133,-1-11 0,1-4-990,0-6 413,5 2 459,1-10 0,5 2 496,0-13 0,0-7 0,15-65 0,3-19 0</inkml:trace>
  <inkml:trace contextRef="#ctx0" brushRef="#br0" timeOffset="584">100 144 7758,'5'-22'0,"2"1"157,3 3 0,1-2 73,0 5 0,3 2-13,1 6 0,5-2 39,-2 5 1,4 1 82,4 3 0,-3 0-202,3 0 1,-7 5-86,0 2 1,-4 4-280,3 4 0,-10-2 149,0 6 1,-6-1-5,-2 4 0,-6 4-83,-5-1 1,-1 1-140,-6-4 1,-5 0 77,-2 0 1,-1-3-29,4-1 1,0-4 103,0 0 0,1-5-85,3-2 0,1-3-13,2 3 1,6-4 69,-2 0-24,8-1 109,-2-2 1,5-2 11,0-1 0,1 1 87,3-1-2,2-3 1,5 4 21,0-1 0,-4 1 166,0 2 0,1 0 10,3 0 0,0 4-13,0 0 0,0 3-91,0-3 0,1 1-44,3-2 1,-3 0 12,3 4 0,1-3-40,-2 3 1,6-3-16,-2 3 0,-2-4-47,-1 0 1,1 0-156,-1 0 1,-1-1-16,-3 1 0,0-1 127,0-2 1,0 0 36,0 0 0,0-4 5,1 0 1,-1-4-5,0 0 0,1-1-7,3-2 0,-3-4 11,2 0 0,2 0 47,-1 4 0,0-3 134,-4-1 1,3-1 38,1 1 1,-1 3-58,-7-3 0,2 3 335,-6 1-117,6 0-229,-8 0 0,3 5-48,-8 2 1,-2 3-28,-5 1 0,0 1 99,0 3 0,-1 3 3,-3 8 0,1-1 117,-4 4 0,5-3-41,-2 3 1,3-1 88,1 1 1,-3 3-203,3-2 0,-2-2-62,5 1 1,3-3-59,2 3 1,2-4-313,1 0 0,1-1 111,2-2 1,5-4-113,6 0 0,0-4-1449,4 1 1776,6-8 0,23-27 0,11-10 0</inkml:trace>
  <inkml:trace contextRef="#ctx0" brushRef="#br0" timeOffset="1123">1092 298 7758,'-4'-11'260,"0"0"0,1 0 1087,3 0-840,0 0 1,-1 0 11,-3 0 1,1 1-284,-4 3 1,3-2-91,-3 6 0,3-1-104,-3 4 1,0 0-78,-4 0 1,0 1-225,0 3 1,-2 0 59,-1 7 1,1-3-228,-1 7 1,1-3 85,2-1 1,0 4-211,0 0 0,2 1 66,1-2 0,0-1-185,4 1 516,-5-2 0,8 0-252,-2-1 177,1-5 1,4-1 177,1-5 1,3 0 182,5 0 1,0 0-111,0 0 1,4-5 94,0-3 1,1 2 110,-2-1 1,0 1-24,4-2 0,-3-1 41,3 1 0,-3 2-125,3-1 1,-4 4 81,1 0 1,1 1-98,-2 2 0,2 0 94,-1 0 0,-3 2-74,3 1 0,-7 3-53,0 5 1,-6 5 65,2 3 1,-3 2 15,-1 1 0,-6 0 59,-5 0 0,-9 3-195,-5 1 0,-7 0-138,-1-4 1,-4 0 27,-3 0 0,0-1-153,4-3 1,-2 2-262,-3-5 1,4-2 503,8-6 0,17-12 0,8-7 0</inkml:trace>
  <inkml:trace contextRef="#ctx0" brushRef="#br0" timeOffset="1744">1367 243 7850,'-4'-11'2182,"2"5"-1760,-3 1 1,4 5-192,-2 0 0,1 5-134,-1 2 1,0 8-158,-1 4 0,3 3-21,-2 3 1,-2-1-312,1 1 0,-3 2 55,3-1 0,-5 0 113,2-4 0,1 0-158,-1 0 0,3-5 210,-3-2 0,3-7-33,-3 0 0,4-6 210,-2 3 0,5-14-173,0-2 0,5-3-85,2-1 1,4-2 8,4-5 1,-1 0 136,4 0 1,-1 0 33,2 0 0,0 1 43,-4 2 0,4-1 212,0 1 1,-2 3-83,1 2 0,-4 5 179,0 2 1,-1 3 146,-2-3-169,0 4 0,-1 3 1,-3 7 1,2 0-197,-6 0 1,2 2 3,-1 5 1,-3-2-23,3 3 0,1-3-169,-2-1 0,5 0 31,-5 1 1,6-3-129,-2-1 1,-1 0 64,2-4 1,-1 0-56,4-4 0,0 0 42,0 0 0,4 0 116,-1 0 1,5-5-5,-4-3 0,3-3-2,-3-3 1,3 0 16,-3-4 1,-1 3 19,-3-3 1,-1 3 101,-2-3 0,0 4-62,-4-1 0,-1 3 125,-3 1 1,0 4 30,0-1 1,-4 6 24,-4-2 1,-5 3 31,-2 1 0,-5 5-61,2 2 1,1 4 115,-1 4 0,0-1-79,0 4 1,-2-3 195,6 3 0,-3-1-218,6 2 1,-3 1-34,7-1 1,-2-2 97,2 1 1,2-1-532,5 2 1,1-3-782,3-5 0,3 0 461,8 0 0,2-5-783,5-2 1385,5-3 0,16-31 0,8-6 0</inkml:trace>
  <inkml:trace contextRef="#ctx0" brushRef="#br0" timeOffset="2060">2128 133 7850,'-11'0'0,"0"1"113,0 3 1,0-3 253,0 3 0,0 2 70,0 1-205,0 3 0,0 1-295,0 0 0,5 4-69,2 0 0,3-1-94,1-3 1,0 0 261,0 0 1,4 0 59,-1 0 1,6 0-2,-2 0 1,-1-1-60,2-2 0,-2 1 315,1-1 78,3 1 0,-9 3 229,3-1-422,-3 0 1,-6 0-152,-2 0 0,-4 0-317,-4 0 1,-2 0-602,-5 0 0,0-2 833,0-1 0,-15-3 0,-3-5 0</inkml:trace>
  <inkml:trace contextRef="#ctx0" brushRef="#br0" timeOffset="2485">2393 243 7850,'-6'-1'0,"1"-1"231,0-2 43,4 0 1,-8 3-39,5-3 1,-4 3-1,0-3 1,-1 3-193,-2 1 1,3 1-58,1 3 0,-1-1-192,-3 4 1,0-3 62,0 3 0,4-1-108,0 1 1,1 3 92,-2-2 1,3-2-159,5 1 276,0 0 0,0 4-84,0 0 0,5-3 340,3-1 1,3-3 74,3 3 0,2-3 93,3 3 1,1-3-98,-1 3 0,-2-3 23,1 3 1,-3-3-125,3 3 0,-5-3-36,-2 3 0,-2-3 24,-5 3 0,0 1-153,-4 3 1,0-4-334,0 0 0,-5-1-147,-2 2 0,-7 2-358,-1-3 1,-4-1 319,0 1 496,4-4 0,-26-8 0,-1-7 0</inkml:trace>
  <inkml:trace contextRef="#ctx0" brushRef="#br0" timeOffset="2712">2635 276 8304,'0'-6'5869,"0"1"-5666,0 15 1,0 1-34,0 7 0,0 2-563,0-5 1,0 3-399,0-3 0,-3 4-875,-1 0 0,-1-3 1666,1-2 0,-2-1 0,-5-2 0</inkml:trace>
  <inkml:trace contextRef="#ctx0" brushRef="#br0" timeOffset="2861">2712 34 8909,'-11'-10'0,"2"1"920,1 2-1184,-2 5 1,10-3 263,0 5 0,25 9 0,10 4 0</inkml:trace>
  <inkml:trace contextRef="#ctx0" brushRef="#br0" timeOffset="3619">3076 331 8223,'1'-9'0,"2"0"0,1 2 1809,-2-2-1252,-1 4 1,-2 0-259,-3 5 1,1 0-197,-8 0 0,-2 0 64,-5 0 1,-7 2 12,3 1 1,-7 5-40,0 6 0,0-1-140,0 1 1,8 2-457,-1-1 0,8 3 15,-1-3 1,4 3-217,3-3 1,5 0 358,6-4 0,1-1 29,7-3 0,-1-2 4,8-5 0,1-1-12,3-3 0,0-2-41,0-5 1,4 0 90,-1 0 1,1-4 80,-4 0 0,-1-3 76,-3 3 1,2-3 152,-5 3 1,3-3-82,-3 3 1,-1 0 169,-3 4 1,-3 0-21,-1 0 1,-3 4 588,3 0 220,-4 4-665,1-2 1,-4 6 38,0 3 0,-1 2-60,-2 5 0,-2 0-75,-3 0 1,-2 2-30,3 1 1,1 0-182,-1 4 1,3-3 80,-3 3 0,3-4-108,-3 0 1,4 2 78,-1-1 0,0 0-140,0-4 1,0 0 10,4 0 0,-1-4 145,-3 0-286,3-4 125,-4 2 0,6-5-102,3 0 1,2-1-9,5-3 1,0-3-187,0-8 1,5 3 131,3-3 1,-2-2-43,1-2 0,0 2 288,5-1 1,-5 1 306,0-2 1,-3 0-79,3 4 1,-3-3-132,3 3 1,-4-2 139,1 6 1,-3-1-82,-1 8 0,-4-3 40,1 3-261,-1 0 1,-1 9 46,-2 2 1,-3 3-57,-1 1 0,0 4 88,0 0 0,-5 1-31,-2-2 1,-3 0 84,-1 4 1,1-1 143,3 2 1,-2-3-58,5-5 1,-3 1 387,3 3-264,1-3 0,4 2-320,3-6 1,3-3-301,8-5 0,-2 0-192,6 0 0,-1-3-525,4-4 1,0 0 1076,0-8 0,15-32 0,3-7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2:49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122 165 8132,'-4'-11'1142,"1"0"-479,-1 5 0,4 2-231,0 8 1,0 2-19,0 5 1,0 5-211,0 2 0,-1 3-120,-3 1 0,2 4-403,-6 0 0,5 4 238,-5 0 1,2 1-304,-1 3 0,-3-5-82,3 0 1,-2 0-463,2 0 0,-2-2 309,5-5 1,-3-1-579,3-3 1197,1-2 0,-2-29 0,-1-7 0</inkml:trace>
  <inkml:trace contextRef="#ctx0" brushRef="#br0" timeOffset="554">34 264 7844,'0'-21'0,"0"2"355,0 0 1,5 1 64,2-4 1,4 1-15,4 3 1,2 2-149,5 5 0,1 0 68,3 0 1,2 5-140,5 2 0,0 3 13,0 1 0,-3 1-187,-1 3 0,-4 2 71,0 5 1,-6 1-492,-5 3 0,-6-2 82,-5 6 1,-1-1-80,-2 4 1,-10-4 164,-5 1 0,-4-1-15,-4 4 1,-2-1 48,-1-3 0,-3 2 168,3-5 1,-1 4 87,1 0 0,7-2-32,-3 1 0,7-4-159,0 0 0,4 2 58,4-1 0,2 0-106,5-4 1,1 0 85,3 0 0,3-1-17,8-3 1,-2 2 61,6-6 1,-1 1-19,4-4 1,-3 0-5,-1 0 0,0 0 173,4 0 0,0-1-148,0-3 0,-3 2 13,-1-6 0,-1 2 94,2-1 0,0-3-2,-4 3 1,3-3 129,-3-1 0,1 3-88,-1 1 1,-3 0 90,3-4 0,-3 1 132,-1 2 0,-1-1-91,-3 1 1,3 3 140,-3 2 0,-1 2 0,2 1 0,-5 0 96,5 0-278,-6 0 1,4 4-141,-2 4 0,-3 2 78,3 1 0,-3 0-115,-1 0 0,1 3 93,3 1 0,-3 1-97,3-1 0,-3-3-27,-1 3 1,0 1-441,0-2-172,0 1 0,1-5-877,3-3-566,-3 3 2079,9-9 0,6-30 0,7-14 0</inkml:trace>
  <inkml:trace contextRef="#ctx0" brushRef="#br0" timeOffset="673">750 187 7845,'-11'-16'6,"4"5"0,1-1-55,1 3-601,1 7-18,9-3 668,1 5 0,25 24 0,4 7 0</inkml:trace>
  <inkml:trace contextRef="#ctx0" brushRef="#br0" timeOffset="1290">1147 55 7857,'0'-11'273,"0"0"1379,0 0-592,0 0-575,0 5 0,0 2-11,0 8 0,1 3-148,3 8 0,-1 2-23,4 5 0,-3 4-174,3-1 0,-5 6-126,2-2 0,-3-1 120,-1 2 0,0 3-97,0 4 0,0-1-523,0-3 1,-1-1 62,-3-2 1,3 0-173,-3-4 1,0-1 186,0-7 0,-1 0-710,1-7 394,3 3 477,-4-13 1,5 3-24,0-8 1,0-2-57,0-5 0,0-4 116,0 0 0,0-4 34,0 1 0,0-3 131,0-1 1,-1 1 40,-3 2 1,2-1 232,-6 1 0,5 0-5,-5 0 0,1 3 197,-4 5 0,0 2-152,0 1 0,0 3 109,0 5 1,0 2-40,0 1 1,4 7-38,-1 5 1,1 4-128,-4 0 1,1 5-69,3 2 0,-2 0-145,5-4 1,1-2-93,3-1 0,0 0-287,0-4 1,2 0-61,6-4 0,-1 0-354,8 0 0,2-5 842,1-2 0,27-32 0,8-9 0</inkml:trace>
  <inkml:trace contextRef="#ctx0" brushRef="#br0" timeOffset="1752">1522 330 7857,'4'-11'196,"-1"0"0,1 0 900,-4 0-309,0 0-514,0 0 0,-1 5-285,-3 2 1,-3 4-37,-8 4 1,2 0-84,-6 7 0,2-3 150,-1 7 1,-3 1-103,3-1 0,0 3-26,0-3 0,5 3-274,-2-3 1,3 4-9,1 0 1,4-3-88,4-2 1,2-1 136,1-2 1,0-4 126,0 0 0,6-4 174,5 1 0,0-3-60,3-1 1,2-5 133,-1-2 1,3-3-38,-3-1 0,3-2 102,-3-1 1,1 1 34,-1-1 0,-3 2 152,3 1 0,-3 0-16,-1-1 0,-1 1 177,-3 0-323,3 0 0,-5 4 160,2 0-160,-2 4 0,-5 3-40,0 8 1,-1 1 4,-3 2 1,2 5-19,-6 3 1,1 3-5,-4 3 0,0-1-145,0 1 0,-1 4 1,-3 0 0,2 3-97,-6 1 1,1-4 137,-4 1 1,0-2 30,0 1 0,0-5-65,0-6 1,0-5-85,-1 2 0,3-4 13,1-3 1,3-4-345,5-4 485,5 0 0,26-34 0,10-9 0</inkml:trace>
  <inkml:trace contextRef="#ctx0" brushRef="#br0" timeOffset="2160">1632 452 7857,'11'0'314,"0"0"658,0 0-855,0 0 0,0 0-40,0 0 0,0 0-83,0 0 0,0 0 13,0 0 0,1 0-233,-1 0 0,0-2 35,0-1 1,0 0-141,0-4 0,0 1 75,0-2 0,-4-1-141,0 1 1,1-1 263,3-2 0,-4-1 30,0 1 0,-3-3 58,3-1 1,-4 0 28,1 4 0,-3 0 216,-1 0 1,-4 4-51,0 0 0,-5 4 74,-2-1 0,0 3 12,-4 1 1,-1 1 89,1 3 1,-4 2 157,0 5 1,2 0-137,-1 0 1,3 5 19,-3 3 0,1 1-154,-2 3 0,3-1-27,5 0 0,4 1 88,0 3 0,4-3-13,-1 3 0,9-3-68,6-1 0,7-5 13,7-2 0,0-8-90,4-3 1,-1-3-76,2-1 1,0-5-205,-4-2 0,3-8-61,-3-3 1,0 1-278,-4-2 0,-4 1 500,1-4 0,-11-15 0,2-3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2:48.2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89 165 7990,'-6'-11'981,"1"0"1,10 2-598,2 1 0,4 2-165,4 2 1,2 3-14,5-2 0,0 1-205,0 2 0,0 0-96,0 0 0,-1 5-137,-3 3 1,-2 1 148,-5 2 0,-1 5-74,-3 3 0,-2 2 75,-5 1 1,-9 0 0,-6 0 1,-5 0 13,-2 0 0,-1 0 75,-3 0 0,-1-1 70,-2-3 1,-2 2-91,6-6 1,-1 1 76,4-4 1,5-1-113,2-3-202,3-2 243,6-5 1,1-1-8,5-3 0,5 2 8,2-6 0,6 5 54,2-5 0,1 2 117,-1-1 1,2 1-47,5 2 1,0 3 123,0-3 1,-4 2-287,1-2 0,-1 3-248,4-3 1,0 3-135,0 1 0,-3 0-451,-1 0 1,-3-1-367,3-3 1241,-4 3 0,6-24 0,-3 1 0</inkml:trace>
  <inkml:trace contextRef="#ctx0" brushRef="#br0" timeOffset="333">684 55 7836,'-11'-11'0,"0"1"256,0 3 1,4-2 438,-1 6 0,5-5 526,-5 5-490,6-1-480,-3 4 1,10 1-23,2 3 1,3 2-1,1 5 1,5 4-58,2 0 1,3 4-27,1 0 1,0 3-83,0 3 0,-3-1-219,-1 1 1,-6-1-55,-1-2 1,-5 3-217,-6 1 1,-4 1-546,-4-1 1,-6-3 280,-5 3 0,-2-7-567,-1 0 1256,0-6 0,5-2 0,1-6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2:57.9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254 331 8042,'-7'5'591,"-1"2"0,1 4-513,-4 4 0,0 2-20,0 5 0,-5 2-194,-2 1 1,0 3-212,0 6 1,1-5 142,-1 0 0,2-4-26,5 1 0,-2-3 11,-1-1 0,5-5-244,-2-2 0,6-4 4,-2-4 459,4-2 0,-1-5 0,13-49 0,4-12 0</inkml:trace>
  <inkml:trace contextRef="#ctx0" brushRef="#br0" timeOffset="395">232 342 7798,'0'-6'-240,"-5"1"402,4 5 0,-8 5 156,6 2 1,-5 3-260,5 1 0,-5 1-114,5 3 0,-5 1-139,5 2 0,-1 3 29,4-2 1,0-2-3,0 1 1,0-3 94,0 3 0,0-8-96,0 1 0,5-6 96,2 2 1,3-4-37,1 0 1,1-3 55,3-3 0,-2-3 160,6-5 0,-2-4-49,1 0 0,3-4-58,-3 0 1,3 0-2,1 0 0,0-2 42,0 3 0,-1-2 1,-2 2 0,0 2 45,-4 5 189,0 0-201,-4 5 1,-5 2 140,-3 8 1,-6 2 83,-5 5 1,-1 1-49,-2 3 1,-2 2-197,-1 5 0,1 0 3,-1 0 1,5 0-145,2 0 0,-1 1-21,-3-1 1,4 2-252,0-2 1,4 3 138,0-7 0,1-1-148,2 2 1,0-6 11,0 2 353,5-3 0,31-16 0,12-3 0</inkml:trace>
  <inkml:trace contextRef="#ctx0" brushRef="#br0" timeOffset="669">827 485 7854,'0'-11'422,"0"4"-62,0 0-160,0 4-66,-5-2 1,-1 7-5,-5 1 1,-1 3-139,-3 5 0,2 5 54,-6 3 0,5 2-117,-5 1 0,2 0 86,-1 0 0,0 0-116,6 0 0,-1 0-23,6 0 1,2-4-31,1 1 0,4-7 184,4-1 0,3-5 14,8-6 1,-2-1-1,6-3 1,-1-6-84,4-4 1,-1-7 7,-3-1 1,2 2-284,-5-6 0,3 7 314,-3-3 0,4-25 0,-2-1 0</inkml:trace>
  <inkml:trace contextRef="#ctx0" brushRef="#br0" timeOffset="1223">1356 243 8291,'0'-11'0,"2"0"814,1 0 336,-1 0-733,3 5 0,-5 2-26,0 8 1,-2 3-95,-1 8 0,0 3-119,-4 8 0,-1-2-135,-3 6 1,0-1 68,0 4 0,-3-2-164,-1 2 1,0-2-81,4 5 1,-1-1-361,-3-2 1,3-4 270,-3 0 0,3 0-118,1 0 1,1-7 18,3-7 1,1-3-587,2-1 667,3-5 0,-4-6-21,5-7 1,0-3 15,0-1 1,4-5 94,-1-2 1,1-3 132,-4-1 0,4-1-96,-1-3 0,1 3 16,-4-3 1,-1 4 98,-3 3 0,2 2-3,-6 3 0,1 5 73,-4-2 0,2 7-33,-2 1 1,3 8 95,-7 6 1,3 2-63,1 9 1,1-2 80,3 5 1,-2 4-142,5 0 1,1-2 25,3-1 1,0-3-193,0-1 1,1-4 109,3 1 0,3-6-267,8 2 1,-3-8-16,3-3 1,2-3 97,1-1 1,-1-1 225,2-3 0,33-56 0,-19 21 0,-1 0 0</inkml:trace>
  <inkml:trace contextRef="#ctx0" brushRef="#br0" timeOffset="1334">1500 485 7798,'0'11'14,"-4"1"88,0-1 1,-4 1-33,1 2 0,0 0-43,0 4 1,0 1-222,-4 3 1,1-4-86,3 0 1,-2 0 278,5 0 0,1-2 0,3-5 0</inkml:trace>
  <inkml:trace contextRef="#ctx0" brushRef="#br0" timeOffset="1476">1544 265 7519,'-6'-11'-509,"2"0"-459,3 0 968,1 5 0,19 6 0,6 6 0</inkml:trace>
  <inkml:trace contextRef="#ctx0" brushRef="#br0" timeOffset="1895">2084 254 7721,'11'-16'-77,"0"0"238,0-2 0,0-2 307,0 5 1,-3-3-171,-1 3 1,-5-4 47,2 0 1,-3 3-122,-1 2 1,0-2 13,0 1 0,-5 4-77,-2 4 1,-3 1-64,-1-2 0,-4 3-157,1 5 0,-6 7 92,2 4 1,1 1-157,-2 6 1,5 2 1,-5 5 0,1 4-165,-4 4 1,1 5 11,3 2 1,-3 3-131,2 1 0,-1 4-15,-2 0 1,-1-1-92,1-2 0,4-3-124,0-1 1,4-1 632,0-7 0,1-3 0,2-12 0,4-2 0,0-5 0,3-5 0,-3-2 0,4-4 0,-1-4 0,4-2 0,4-5 0,2-5 0,5-2 0,39-33 0,10-7 0</inkml:trace>
  <inkml:trace contextRef="#ctx0" brushRef="#br0" timeOffset="2052">2007 485 7798,'15'-6'-95,"-1"3"0,1 0 88,-4 0 0,-4 1 176,1-1 0,-6 6 40,2 5 0,-3 1 0,-1 2 0,-5 4-62,-2 0 0,-7 4-164,0 0 1,-6 0 5,2 0 1,1 2-161,-2-3 1,4-1-343,-3 2 1,6-6-245,1 2 757,0-3 0,24-21 0,1-4 0</inkml:trace>
  <inkml:trace contextRef="#ctx0" brushRef="#br0" timeOffset="2185">2161 287 7798,'-1'-10'0,"-1"2"-523,-2 0-590,0 6 1113,4-8 0,15 28 0,3 2 0</inkml:trace>
  <inkml:trace contextRef="#ctx0" brushRef="#br0" timeOffset="2621">2327 541 7826,'6'0'1012,"4"0"-581,-3 0 0,-1 0-228,1 0 0,1 0-231,3 0 0,3 0-33,1 0 1,0-4-248,-4 0 0,4-3 76,-1 3 0,1-4-153,-4 0 1,0 0 227,0 0 1,-1-1-43,-3 1 1,-2-2 143,-5-1 0,0 0-20,0 0 1,-6 2 175,-5 1 0,-1 3-46,-7 5 1,1 0 194,-4 0 0,0 2-22,0 1 1,0 5 86,0 6 1,0 0-107,0 4 0,3 0 74,1 5 1,8 0-275,-1 2 1,7 0-17,1 4 1,1-4-117,2 1 1,10-4-87,5-4 1,5 0-351,2-7 1,3 2 117,1-10 1,5-1 440,-2-10 0,13-18 0,7-9 0,4-7 0,0 1 0</inkml:trace>
  <inkml:trace contextRef="#ctx0" brushRef="#br0" timeOffset="2855">2845 364 7826,'-5'-6'-890,"-1"1"1207,0 0 0,-4 4-132,2-3 1,2 4 2,-1 4 0,0-2 13,-4 6 0,0-1 19,0 4 1,0 4-252,0 0 0,3 1 59,1-2 0,4 0 4,0 4 1,0-3 189,0 3 0,1-3 127,-1 3 1,1-3-167,2 3 1,-1-4-28,-2 0 0,-2 2-162,-3-1 0,-5 0-208,2-4 0,-9 0 255,-2 0-41,0 0 0,-49-10 0,-6-2 0</inkml:trace>
  <inkml:trace contextRef="#ctx0" brushRef="#br0" timeOffset="3321">1687 585 10642,'1'-6'1273,"3"2"1,3-1-1184,8 1 1,4-1-475,6 2 0,0 0 384,4-4 0,30-10 0,11-6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2:57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1 232 7769,'0'-6'2294,"0"0"-2245,0 2 276,0 3 82,0-4-50,0 0-357,5 4 0,1-19 0,5 2 0</inkml:trace>
  <inkml:trace contextRef="#ctx0" brushRef="#br0" timeOffset="116">89 66 7769,'-5'-6'0,"0"0"-254,-2 2 1,-2 2-759,6-5 1012,-6 4 0,18-16 0,-2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03.5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232 221 7850,'3'-7'349,"1"-1"0,0 5 486,-4-5-18,5 6-299,-4-3-139,4 5 1,-6 9-138,-3 2 0,-2 8 13,-5 3 1,-5 2-95,-3 5 0,2 0 50,-1 4 1,1-3-277,-2-1 1,-1 1-249,1 3 0,2-1-367,-1-3 1,4 2 118,-1-6 1,4-3-425,4-3 1,2-6-186,5 2 1170,0-8 0,15-17 0,3-8 0</inkml:trace>
  <inkml:trace contextRef="#ctx0" brushRef="#br0" timeOffset="302">386 409 7850,'6'-8'-15,"-2"1"312,-3 4 506,-1-2-832,-5 5 0,-5 5 56,-4 3 0,-2 6 69,1 5 1,-2-1-83,-5 4 1,0-2-143,0 6 0,0-2 93,0 2 1,4-3-85,4 3 0,3-3 81,3-1 0,5-5-23,6-2 0,4-4 171,4-4 1,6-2 211,5-5 1,0-6-67,4-5 1,-3-1-208,-1-7 0,0 1-156,0-4 1,-5 0-138,-2 0 0,-3 0-472,-1 0 1,-5 1 715,-2 3 0,-18-23 0,-4 0 0</inkml:trace>
  <inkml:trace contextRef="#ctx0" brushRef="#br0" timeOffset="604">695 342 8030,'0'-11'1155,"0"0"-502,0 5 168,0 1-779,-5 5 0,-1 0 27,-5 0 1,-4 5-46,0 3 1,1 1-15,3 2 1,1 2-177,2 1 0,0-1 148,4 1 1,-3 2-155,3-1 0,0 3 193,4-3 0,0 1 19,0-1 1,0-3 233,0 3 0,2 0-82,1 0 0,-1 0-27,1-4 0,-2 0-175,-1 0 1,0 0-197,0 0 0,-4 0-58,-4 0 0,-2-4-399,-1 1 0,-3-6 67,-1 2 0,0-3-1114,4-1 1710,0 0 0,5-15 0,1-3 0</inkml:trace>
  <inkml:trace contextRef="#ctx0" brushRef="#br0" timeOffset="935">981 309 8105,'0'-11'2402,"0"0"-2052,0 5 0,-5 1-129,-2 5 0,-3 1-57,-1 3 0,0 2 27,0 5 0,-3 0-154,-1 0 1,0 4-226,4 0 1,4 1 127,-1-2 1,2-1-151,-1 1 1,2 2 137,5-1 0,0 0 76,0-4 1,0 1 107,0 3 0,0-7-26,0 3 1,4-2-23,-1 2 1,5 0 0,-5 0-2,1 0 1,-4 0 8,0 0-178,0 0 0,-5-1 141,-2-3 1,-4 3-235,-4-3 0,-1-1-338,-2 2 1,-2-5 536,5 5 0,-9-6 0,1 3 0</inkml:trace>
  <inkml:trace contextRef="#ctx0" brushRef="#br0" timeOffset="1808">1676 342 7844,'12'-9'70,"2"1"0,2 3 443,1 0 0,-3 1-166,5-4 0,-2-2 62,1 3 0,3-3-212,-3-1 0,2 0 27,-2 0 0,2-1-196,-5-3 0,-2 2 86,-5-6 1,1 5-159,-1-5 1,-3 2-48,-2-1 0,-2-2-106,-1 5 0,-1-3 33,-2 3 1,0 1-255,-4 3 151,-1 0 177,-3 5 0,0 1-175,0 5 1,4 5 32,0 2 0,-1 8 217,-3 3 0,-1 3 12,-3 1 0,2 4 145,-5-1 0,3 7-152,-4 1 1,1 1-13,-4 7 0,1-4-89,3 3 0,-4 1-119,0 3 0,1 0 122,-1 0 1,0-5 2,3-2 1,-4-4 121,1-4 0,-1-3 49,8-8 0,-3-7 145,3-7 1,4 1-87,4-1 43,4-1 0,-2-4-167,5-3 1,2 2-28,1-5 0,5-1 3,6-3 0,3 0 10,5 0 1,1 0-157,-1 0 0,1-4 137,3 1 1,-2-2-28,5 1 0,1-1 66,3-2 1,-4 1 13,1 2 1,-5 1-9,5-4 1,-6 5 119,2-2 1,-4 4-104,-3 4 0,-4-2-33,-4 5 4,0 1 1,-4 4-41,-4 2 0,-3 4-13,-3 4 0,-4 0 53,-4 0 0,0 3-10,0 1 0,-1 3 7,-3-3 0,3 4-66,-2-5 1,1 5-2,2-5 0,0 1-3,0-4 1,4 0-115,-1 0 1,6 0 116,-2 0 0,3-4-133,1 1 181,0-6 1,5 3 11,2-5 0,8-1-116,3-3 0,3-3 74,1-8 1,2 2 2,1-6 0,0 1 83,4-4 1,-1 4 148,2-1 0,-3 2-55,-5-1 1,0-2 135,0 5 1,-5 1-22,-2 3 1,-3 1 198,-1 3 1,-4-2-56,1 5-345,-6 1 1,3 4-231,-5 2 1,0 4 73,0 4 1,-5 0-137,-2 0 0,-3 3 26,-1 1 0,0 3-69,0-3 0,0 4 33,0-5 0,0 2-91,0-1 1,3-3 349,1 3 0,10-3 0,-2-1 0</inkml:trace>
  <inkml:trace contextRef="#ctx0" brushRef="#br0" timeOffset="2219">2392 453 7837,'0'6'-43,"-3"0"1,-1-2 42,2 3 0,-3-1 265,1 1 1,-5 1 449,2 3 1,-1 0-430,0 0 0,-2 3-298,3 1 0,-3 1-19,-1-1 0,0-3-265,0 3 1,1-3-5,3-1-115,-3 0-107,9 0 164,-4-5 262,5-1 0,5-6 84,2-3 1,4-2 157,4-5 0,-3 0-21,3 0 1,1-4 198,-1 1 1,4-2-55,0 1 0,-2 3 89,1-3 0,1-1 173,3 1 0,-4 1-131,0 3 0,1 0 34,3 0 1,-1 0-121,-3 0 1,2 3 48,-6 1 1,1 4-192,-4 0 0,-1 3-153,-3 3 0,-2 4 56,-5 4 1,0 0-146,0 0 0,-1 3-736,-3 1 1,-2 3-170,-5-3 0,0 0-620,0-4 0,0 4 1594,0-1 0,-15 11 0,-3-2 0</inkml:trace>
  <inkml:trace contextRef="#ctx0" brushRef="#br0" timeOffset="2670">2999 475 7820,'-8'0'492,"1"-2"1,-1 0 712,-2-2 0,-1 1-552,0 3 1,0 0-249,0 0 0,-2 5-175,-1 2 1,1 3-339,-1 1 0,1 1-84,2 3 1,2-2-131,1 6 1,0-5 34,4 5 0,0-5-429,4 5 0,0-6 269,0 2 0,5-3-111,3-1 0,5 0 59,2 0 1,4-5 103,0-2 0,5-3 26,2-1 1,1-5 368,-1-2 0,1-4 0,2-4 0,3 3 0,4-23 0,5-10 0,6 0 0,0 0 0</inkml:trace>
  <inkml:trace contextRef="#ctx0" brushRef="#br0" timeOffset="2887">3352 243 7974,'-7'-5'1056,"3"4"0,0 1-738,0 7 1,-3 4-100,3 4 1,-4 3-63,0 8 1,1 0-69,-4 7 1,2-1-165,-5 8 0,-2-3-106,1 3 1,-5-4-331,2 1 0,1-3 19,-2-1 0,6-8-392,-2-3 0,4-8-379,4 1 1263,-3-8 0,9-2 0,-3-6 0,8-3 0,17-16 0,8-10 0</inkml:trace>
  <inkml:trace contextRef="#ctx0" brushRef="#br0" timeOffset="3103">3230 530 7820,'8'-15'24,"-1"0"87,2 2 1,0 1 165,2 1 1,2 0 111,1 0 1,2 3-145,3 1 0,0 3 13,-4-3 0,5 4-36,-2 0 0,-1 2-14,1 1 1,-4 0 12,1 0 1,1 4 96,-2 4 0,-3 2 130,-3 1 1,-6 1-214,2 3 0,-3-2-117,-1 5 0,0 0-232,0 0 0,-5 3-463,-2-3 1,-3-1 2,-1 2 0,0-2-556,0 1 1,-1-2-68,-3-5 1,3 0 1196,-3 0 0,8-15 0,2-3 0</inkml:trace>
  <inkml:trace contextRef="#ctx0" brushRef="#br0" timeOffset="3252">3649 243 7820,'-6'-11'1002,"2"0"-246,3 0 0,1 4-831,0-1-851,0 6-1027,0-3 1953,0 5 0,15 29 0,3 8 0</inkml:trace>
  <inkml:trace contextRef="#ctx0" brushRef="#br0" timeOffset="3961">3958 475 7820,'-11'0'91,"0"0"0,0 0 0,-1 0 0,-2 0 584,-1 0 1,-4 0-613,0 0 1,-1 5 21,-2 2 0,0 3-244,-1 1 1,1 0 27,0 0 1,4 1-253,0 3 0,4-3 117,-1 3 1,8 1 47,3-2 0,3 1-117,1-4 1,6-4 52,5 1 1,2-6 49,5 2 0,0-3 232,4-1 0,2-4 0,1 1 0,-3-6 0,0 2 0,2-3 0,-2-1 0,-4 0-16,4 0 1,-6-4 15,3 1 0,-5-1 149,5 4 1,-7 0 237,-1 0 0,0 0 55,-4 0 1,-2 0-172,-1 0 0,-3 3 44,-1 1-25,0 5-242,0-3 1,-5 6-36,-2 3 0,1 2 107,-2 5 0,1 0-112,-4 0 0,4 0 13,-1 0 0,5 1-77,-5 3 1,5-3 51,-5 3 1,6-3-112,-2-1 1,3 0 119,1 0 1,0 0-27,0 0 1,0-4 20,0 1 1,5-6-5,2 2 0,-1-3-131,2-1 0,-1-1-147,4-3 0,4-2-224,-1-5 1,1 0 210,-4 0 1,0-4 118,0 1 1,0-2 153,0 1 1,0 1 254,0-4 0,0 5-137,0-2 0,-1 3 286,-3 1-54,3-5 1,-5 3 436,2-1 0,0 5 491,-4 2-651,-2 4-434,9-1 1,-7 5 95,4 2 1,-4 0-27,0 4 1,2 2-166,-1 5 1,3 0 27,-3 4 1,1-3-134,-2 3 0,-1-4-179,1 1 1,2-3-404,-1-1 1,4 4 25,0-1 1,-2-3-539,1-3 1,1-2 1122,3 1 0,34-17 0,9-8 0</inkml:trace>
  <inkml:trace contextRef="#ctx0" brushRef="#br0" timeOffset="4152">4641 607 5820,'10'-11'0,"2"0"0</inkml:trace>
  <inkml:trace contextRef="#ctx0" brushRef="#br0" timeOffset="4276">4652 431 7820,'-3'-8'-15,"-1"1"0,2-2 0,0 3-1044,2-1 1059,0 4 0,15 3 0,3 7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02.2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45 8044,'0'-11'804,"1"0"-400,3 0-67,-3 5 466,4 1-546,0 5 1,-4 10-57,3 4 0,-3 6-63,-1 2 0,-1 9-169,-3 2 1,2 2 27,-6-2 0,0 2-138,-7 1 1,3-1 26,-3 1 1,2-1-84,-2-2 0,3-5-346,-3-2 1,3-1-29,1-3 0,0-2-202,0-9 1,5-4 105,2 1 667,3-6 0,10-26 0,4-13 0</inkml:trace>
  <inkml:trace contextRef="#ctx0" brushRef="#br0" timeOffset="787">23 321 7805,'-6'0'0,"-1"0"30,4 0 389,1-5-57,-2 3 0,4-4-135,0 3 1,1 0 2,2-4 0,4 3-64,4-3 0,5 0-111,2-4 0,0-1 51,4 1 1,-2-1-124,6-2 0,2 0-113,1-4 1,2 4 23,-2-1 0,2 3-6,-5 1 0,-1 5 12,-3 2 0,-4 0-358,-4 0 304,-2 0 0,-5 9-15,-4 2 0,-1 3 146,-2 1 1,-4 5 96,0 3 0,-6-1-12,-1 4 0,0-2-55,-3 5 1,1-1 103,2-2 0,-3 1-142,-1 3 0,0-3 13,4 3 1,4-3-41,0-1 1,3 0-131,-3 0 1,4-1 95,-1-3 0,3-2 7,1-5 1,0-3 28,0-1 0,1-5 51,3 2 1,-1-3 105,4-1 1,0-1-144,4-3 1,0 2 20,0-5 1,4-1-27,0-3 1,4 0-93,0 0 1,1-4-9,3 1 1,-1-5-221,0 5 1,0-1 238,0 4 0,-4-4 114,0 0 1,-4 4 329,1 4-163,-3 0 376,-1 1-323,-5 1-30,-1 5 1,-5 1-18,0 3 0,0-2 144,0 5-189,0 1 0,1 2 165,3-3-61,-3 3 0,9-4-82,-3 5-66,-2-5 1,5 3 23,-3-6-171,3 6 1,1-8 61,0 3 0,0-3-85,0-1 0,1 0-24,3 0 1,-3-4-176,3 1 1,2-7 30,2-1 0,-2 0 122,1-4 0,-3 2 66,3-2 0,-4 3 27,0-3 1,1-1 161,-4 1 0,1 1-175,-8 3 1,1 0 22,-1 0 0,-3 3 231,2 1 1,-3 4 0,-3 0 0,-3 2-128,-5 1 0,-2 1 75,-1 2 0,1 4 164,-1 4 1,-3 0-46,-2 0 0,2 1 152,-1 3 1,4-3-50,0 2 0,0 2 78,-1-1 1,4 3-223,0-3 0,2 4-67,5-5 1,0 6-149,4-2 1,0-2-34,0-1 1,6-3-229,5-1 0,2-4-168,5 1 1,0-6-450,4 2 0,4-8 160,0-3 1,3-4 718,-3-4 0,29-36 0,4-14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11.2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751 44 7755,'-4'-11'135,"-1"2"0,0 0 0,-1 3 0,0 1 448,-3 2 1,-1 2-545,-1 1 0,0 0 32,0 0 1,-1 6 81,-3 5 1,-2 5-80,-5 6 1,-5 2 32,-2 1 1,-3 4-100,-1 4 1,-1 3 80,-3 1 1,-4 6-24,-6 1 0,3-1-29,0 1 0,1 0-128,6-3 0,4-3-43,3-2 0,7-6 63,1-5 0,5-3 41,6-3 1,1-3 29,3-5 3,2-5-13,5-1 0,5-5 5,2 0 0,8-4 29,3 0 1,4-8 3,4 1 0,2-2 161,5 2 1,4 0-64,0 0 0,-1 0 21,-2 0 0,0 3-15,3 1 1,-3 1 104,3-2 0,-4 0-33,-4 4 0,3-3-19,-3 3 1,-2 0-91,-1 4 0,-8 0-64,-3 0-871,-3 0 427,-1 0-407,-5 5 0,-4 1 375,-6 6 0,0-5-1283,4 0 1728,0-4 0,49-13 0,13-9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11.7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22 9859,'12'-1'446,"3"-3"1,-2 3-333,6-3 1,-1 3-120,4 1 1,4-1-708,0-3 0,-1 3 63,-3-3 1,0 3-1059,0 1 1707,-4 0 0,-7 0 0,-7 0 0</inkml:trace>
  <inkml:trace contextRef="#ctx0" brushRef="#br0" timeOffset="123">1 165 9466,'11'0'665,"5"0"-446,2 0 0,8 0-534,3 0 0,4 0-1555,4 0 1870,-3-4 0,19 7 0,-1-2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15.3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784 12 7770,'7'0'297,"1"0"873,-6 0-839,3 0 0,-5-1-102,0-3 0,-1 3 12,-3-3 1,-7 3 87,-7 1 1,-3 0-191,-1 0 1,-4 0 63,0 0 1,-4 1-158,0 3 0,-3-2-51,-3 5 1,1-3-124,-1 4 0,3-5 51,3 5 1,-1-1-90,6 4 0,4 0-33,6 0 0,8 0-140,3 0 1,3 0 99,1 0 1,6 0-24,5 0 0,1 0 99,7 0 1,-1 0 4,4 0 0,0 0-3,0 0 1,-1-1 51,-3-3 1,2 3 91,-5-2 1,-1-2-48,-2 1 0,-3-3 124,-1 3 0,-3-3-42,-5 3 0,-2-4 176,-1 0 0,-5 3 33,-6 2 0,0-2-82,-4 1 0,-2-1-89,-6 2 1,3 1-24,-3-1 0,-2 3 8,-1 3 0,1-1-15,-2 1 1,6-1-9,-2-2 0,3 3 93,1 1 0,5 3 109,2-3 0,4 0-102,4-4 1,2 0-10,5 0 1,6 0 13,5 0 1,5-4 72,6 1 1,5-6 172,2 2 1,4-3-222,4-1 1,2 0-102,5 0 0,4-1-346,0-3 1,0-2 173,-4-5 1,-4 0-610,0 0 0,-4-4-33,1 1 1,-8-1-394,-3 4 1,-8 1 1159,-3 3 0,-22-3 0,-7 4 0</inkml:trace>
  <inkml:trace contextRef="#ctx0" brushRef="#br0" timeOffset="451">255 949 7770,'0'6'1297,"0"0"-970,0-2 1,0-2-34,0 6 0,0-1-24,0 4 0,0 0-97,0 0 1,0 5-14,0 2 1,0-1-13,0 2 0,-5 0-103,-2 7 0,-4-6-105,-4 2 1,1-4-33,-4 1 1,0-2-140,-4-3 1,1-5-162,2 2 1,-1-7-328,1-1 1,2-1 127,-1-2 1,8-2-879,-1-1 1469,2-3 0,8-15 0,2-3 0</inkml:trace>
  <inkml:trace contextRef="#ctx0" brushRef="#br0" timeOffset="608">112 828 7770,'-7'-7'-123,"-1"-2"-399,4 1 522,1 3 0,12 10 0,4 8 0</inkml:trace>
  <inkml:trace contextRef="#ctx0" brushRef="#br0" timeOffset="986">586 883 8793,'7'-6'798,"0"2"1,2 3-763,6 1 0,-2 0-226,5 0 1,0 0-192,0 0 0,3 0-497,-3 0 1,-2 0 877,-1 0 0,-3 0 0,-1 0 0</inkml:trace>
  <inkml:trace contextRef="#ctx0" brushRef="#br0" timeOffset="1151">575 993 7770,'7'0'0,"0"-1"116,2-3 0,1 3 275,1-3 0,1 3-277,3 1 1,-2-4-216,5 1 1,1-1-1482,3 4 1582,0-5 0,15-6 0,3-6 0</inkml:trace>
  <inkml:trace contextRef="#ctx0" brushRef="#br0" timeOffset="1394">994 750 7770,'-2'-6'980,"0"1"1128,-2 1-1547,0 2 1,4-1-14,0 6 1,0 1-55,0 7 1,0-1-197,0 8 0,0-1-71,0 2 0,0 2-413,0-3 0,0 3-475,0 1 0,2 0-1144,1 0 1,-1-4 1804,1 1 0,-6-6 0,-4 3 0</inkml:trace>
  <inkml:trace contextRef="#ctx0" brushRef="#br0" timeOffset="2092">167 839 7534,'-6'0'344,"1"0"0,3 3-89,-1 1-302,2 0 1,-6-4 92,4 0 0,2 1 122,-3 3 205,3-3-170,1 4 386,0-5-542,0-5 47,0 4-4,-5-4-24,3 5 0,-4 0 46,3 0 82,1 0 184,-2 0-1088,4 0-550,0 5 937,0-4 323,0 4 0,14-15 0,5-2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13.5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374 23 7770,'2'-8'1192,"1"1"-208,-1 5-160,2-3-298,-4 5-310,0 0 1,0 5-189,0 2 1,0 4 59,0 4 1,-3 1-31,-1 2 1,-3 3-94,3-3 1,-3 3-392,3 1 1,-3 0-499,3 0 1,-3-4 133,3 1 1,-1-2-674,1 1 1463,3-2 0,-9-5 0,4 0 0</inkml:trace>
  <inkml:trace contextRef="#ctx0" brushRef="#br0" timeOffset="275">22 486 8231,'-8'0'1948,"1"0"-1691,5 0 1,-2 0 32,8 0 1,3 0 130,8 0 0,7 0 16,7 0 0,9 0-186,6 0 0,6-1-202,9-3 1,-1 1-159,4-4 0,-6 5-448,0-2 0,-9-1 72,-10 1 0,-6 1-1533,-13 3 1292,-7 0 1,-8 0-802,-11 0 1527,1 0 0,-58 9 0,-7 4 0</inkml:trace>
  <inkml:trace contextRef="#ctx0" brushRef="#br0" timeOffset="753">198 706 7770,'-11'0'876,"4"1"-447,-1 3 1,5-1-160,-5 4 1,5 1-60,-5 7 0,2-1-13,-1 4 0,-3-3-20,3 3 0,-3 0 0,-1 5 0,1-1-46,3 0 0,-3-5-94,3-3 1,-3 2-133,-1-1 0,3 0-119,1-4 0,5-4-357,-2 1 245,3-6-67,1 3 170,0-5 1,5-5-91,2-2 1,3-3 43,1-1 1,0-1-60,0-3 1,5 1 187,2-4 0,3 1 40,1-2 1,-4-1 108,1 1 1,-1 2 6,4-1 0,1-1 141,3-3 1,-3 4-109,3 0 1,-3 4 91,-1-1 0,-3 7-15,-1 0 1,-8 6 193,1-2 1,-4 4-50,1 4 1,-3 2-127,-5 5 0,0 4-54,0 0 0,0 3 82,0-3 1,-5 4 98,-3 0 1,-1-2-23,-2 1 1,0-1 183,0 2 1,-1-2-152,1-2 1,2-3-4,1 2 0,-1-1-774,1-2 457,3 0-1263,0 0 1,11-5 203,6-2 1095,-1-8 0,63-41 0,-31 15 0,-1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20.1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12 10447,'0'7'364,"0"1"0,0-5-200,0 5 0,-1-1-27,-3 4 0,3 0-97,-3 0 1,0 1-165,0 3 0,-3-3-26,3 3 0,-3-3-72,3-1 0,-1 3-45,1-3 0,3 2-140,-3-6 1,-1 0-171,2 0-2,-1-5-9,4 8-148,0-9 513,5-1 1,1-6 107,5-5 1,0-3 115,0-1 0,4 0-7,0 4 1,-1-4 159,-3 1 1,4-5-9,0 5 0,1-5 111,-2 5 0,-1 0-77,1 7 0,-1-3 19,-2 3 0,0 0 194,0 0 1,-4 5 281,0-2-253,1 3 1,1 6-123,-1 2 0,-2 3-48,-2 1 1,-3 1-58,3 3 0,-3-2-119,-1 6 1,0-6 88,0 2 1,0 1-58,0-2 0,0 1-410,0-4 1,0 1-188,0 3 1,-1-6-413,-3 2 1,3-3 375,-3 3 525,3 0 0,30-24 0,8-7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3:22.0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605 419 7765,'0'-11'242,"0"4"518,0-1-632,0 6 1,0-4 353,0 2-546,0 3 5,0-4 0,-3 10-44,-1 2 1,0 1 141,4 3 1,-3-3-48,-1 7 1,-3 1-60,3-2 1,0 5-127,4-5 0,0 2-73,0-1 1,0-3 85,0 3 1,0 1-36,0-1 1,0-4 29,0-4 0,5-1 56,3 2 1,1-4 66,2-4 1,1 0 8,-1 0 0,1-4-21,2-4 1,0-2 154,4-1 1,-4-1-50,0-3 1,2 2 73,-1-5 0,0 4 91,-4-1 1,-4-1 63,1 2 1,-5 0 44,5 7 1,-6-3 29,2 3-73,2 2-10,-5 0-126,4 5 0,-5 5 30,0 2 1,0 8-21,0 3 1,0 3-172,0 1 0,0 4-4,0 0 1,0 5-100,0 3 1,-4-1 4,1 3 1,-5 0-162,5 1 1,-10-3 142,2 3 0,-3-3-77,-1-1 0,-2-4-79,-5 1 0,-2-9 39,-1 1 0,1-8 419,-1 1 0,0-8 8,-1-3 0,3-3 58,-3-1 0,8-1-49,3-3 0,4-7 75,4-7 0,2 1-45,5-1 1,1-1 44,3-3 1,3 0-18,8 0 1,2 0-75,5 0 1,4 5-51,0 2 0,4 3-148,0 1 0,2 1-18,1 3 1,0-2-177,0 5 1,0 1-485,0 3 0,-4 1 356,1 3 367,-6-3 0,-11 4 0,-10-5 0</inkml:trace>
  <inkml:trace contextRef="#ctx0" brushRef="#br0" timeOffset="543">804 99 8066,'0'-11'0,"-1"1"1048,-3 3-539,3 2-145,-9 5 1,4 4-241,-5 0 0,0 5-146,0 2 0,0 0 74,0 4 0,0-3-245,0-1 1,3 0-71,1 0 0,1 0-173,-1 0-137,-3 1 203,4-1-163,-1 0 72,3-5 200,4-1 0,4-7 223,4-1 0,2-3 26,1-5 0,-2-4 195,-1 0 0,2-1 32,-3 2 1,3-2 217,1-3 0,-1 0-108,-3 4 1,1-3 194,-4 3 0,4 0-219,-5 4 0,5 4 374,-5-1-174,1 6-458,1-3 1,-3 6 46,6 3 0,-5 6-133,5 4 1,-1 6-931,4-2 1,-2 3 97,2 1 0,-3 4 875,7 0 0,36 29 0,9 4 0</inkml:trace>
  <inkml:trace contextRef="#ctx0" brushRef="#br0" timeOffset="806">1344 728 7769,'0'-8'425,"0"1"1,1 5 3,3-2 0,2-1-334,5 1 1,1 1-455,3 3 0,6 0 136,5 0 223,9 0 0,48 0 0,-30 0 0,0 0 0</inkml:trace>
  <inkml:trace contextRef="#ctx0" brushRef="#br0" timeOffset="1457">1972 397 8552,'-4'-11'963,"2"5"-720,-3 1 1,5 6-14,0 3 1,0 2-94,0 5 0,0 4-121,0-1 1,0 6-307,0-2 1,0-1 43,0 2 1,2-1-173,1 4 1,3-3 116,6-1 1,-5-5-71,0 2 0,2-3 186,5-1 0,-1-1 50,1-2 0,-1-3-1,-2-5 1,0-2 106,0-1 1,-4-5 244,0-6 0,1 0-26,3-4 1,0-1 68,0-3 0,-4 4-29,1 0 1,-2 0 37,1 0 0,3-2-10,-3 6 1,-1-1 96,2 4 1,-6 0 123,2 0-62,2 5-389,-5 1 1,5 6 67,-2 3 0,-3 3 26,3 8 0,-3 2-95,-1 5 1,0 1-166,0 3 0,0 2 11,0 5 0,-1 0-105,-3 0 1,2 2 100,-6 2 1,5-3 89,-5 3 0,0-3-521,-7-1 1,2-1 199,-6-3 1,5-2 75,-5-5 0,1-5 305,-4-2 0,3-6 262,1-2 1,-3-5-112,-1 2 1,-2-3 70,5-1 0,2 0-15,-1 0 0,4-5 116,0-2 1,3-4-7,3-4 1,3 2-89,5-6 1,5 1-124,3-4 1,4 1-59,6 3 1,2-3-133,9 3 1,-3 1-40,3-2 1,-1 6-226,2-2 1,2 3-39,-3 1 1,2 3-276,-2 1 1,-3 5-1138,-8-2 1779,-2 3 0,-49 25 0,-11 7 0</inkml:trace>
  <inkml:trace contextRef="#ctx0" brushRef="#br0" timeOffset="1941">198 375 7769,'3'-7'531,"1"-1"0,1 5 179,-1-5-291,-3 6 1,2-3-59,-6 5 1,-1 1 154,-7 3 0,1 2 16,-8 5 1,-1 6-47,-3 5 0,0 5-102,0 6 0,2 5-221,1 2 0,1 5-143,7 2 0,-2 2-228,10 3 1,0 0-498,7-4 1,3-1-170,8-7 0,3-5-2426,8-6 3300,2-5 0,5-6 0,1-9 0</inkml:trace>
  <inkml:trace contextRef="#ctx0" brushRef="#br0" timeOffset="2491">2314 419 7769,'0'-6'592,"1"-4"61,3 3 0,-3 1-222,3-2 1,2 6-62,2-2 0,-1 4 71,4 4 1,-1 3-127,8 8 0,0 7 104,4 7 1,5 8-55,3 3 1,0 3-259,0 1 1,-3 5-315,-5 3 1,-5-3-121,-2-1 0,-8-8-395,-3-3 1,-4-4 130,-4-4 1,-2-3-508,-5-8 1,1-2 164,3-5 0,-3-5 933,3-2 0,-3-17 0,-1-6 0</inkml:trace>
  <inkml:trace contextRef="#ctx0" brushRef="#br0" timeOffset="2926">2645 232 7999,'0'-11'1250,"0"3"161,0 1-503,0 4-597,5-1 1,2 4-118,8 0 1,-3 0-68,3 0 0,-2 3-102,2 1 0,-3 4 33,3 0 1,1-2-167,-1 1 1,-1-1-127,-3 2 0,-3 2 106,-1-3 0,-5 3-52,2 1 1,-3-4 90,-1 0 0,-1 1 26,-3 3 0,-2-1 59,-5-3 0,-3 3-5,-1-3 0,-3 3 72,3 1 1,-4-4 188,5 1 1,-2-5 177,1 5 1,3-2-118,-3 1 0,7 2 8,0-6 1,5 2-19,-5-1-153,6-3 0,-2 8-55,8-6 1,7 1-160,7-4 0,8 0-422,3 0 0,8 0-1818,4 0 2304,1 0 0,47-10 0,10-2 0</inkml:trace>
  <inkml:trace contextRef="#ctx0" brushRef="#br0" timeOffset="3675">3736 772 7711,'7'0'582,"2"0"1,-7-1-10,1-3 0,-6 3-129,-5-3 1,-7 3-165,-3 1 0,-8 0-188,-3 0 1,-8 3-53,-3 1 1,-3 0-216,-1-4 1,3 3-94,1 1 1,6 0-370,1-4 0,6 0 274,8 0 0,7 0-802,5 0 1165,4 0 0,28-15 0,12-3 0</inkml:trace>
  <inkml:trace contextRef="#ctx0" brushRef="#br0" timeOffset="3899">3549 651 7719,'4'-8'628,"-1"1"958,1 4-459,-4-2-420,0 5 0,0 5-261,0 3 0,0 3-62,0 3 0,-4 0-115,1 4 1,-5 1-209,5 3 0,-5-1-160,5-3 0,-5 3-248,5-3 1,-5-2-530,5-1 0,-1-3-58,4-1 1,0 0 933,0 0 0,19-29 0,6-8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7:13.5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95 122 7754,'0'-11'580,"0"0"-739,0 0 272,0 0 1,4 0 48,-1 0 0,6 4-137,-2-1 1,3 2 19,1-1 1,0-2-67,0 6 1,4-2 110,0 1 1,-1 3-10,-3-3 0,2 3 35,1 1 0,-1 1-6,1 3 0,-1 2 30,-2 5 0,-4 5 19,0 2 1,1 3 4,3 1 1,0 5-81,0 2 0,0 3-10,0 1 0,0 0-13,0 0 1,0 1-116,0-1 0,0-2 25,0-1 0,0-3-327,0-5 0,-1-1-606,-3-3 487,3 3 1,-9-9-357,3 3 0,-3-7 201,-1 0 630,0-6 0,0-12 0,0-8 0</inkml:trace>
  <inkml:trace contextRef="#ctx0" brushRef="#br0" timeOffset="325">349 298 7746,'0'-7'-26,"0"0"254,0 4 1,-2-5 975,-1 4-761,2 0 0,-6 4 11,4 0 0,-3 7-134,-5 4 0,-2 1-73,-1 6 0,-4 2 66,-4 6 1,0 0-153,0 4 1,-3 0-67,-1-4 1,-1 4-16,1-5 0,4 1-184,0-4 1,1-4-236,7 1 0,3-9-1383,3 1 908,6-3 1,3-3 813,10-5 0,34-34 0,14-14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8:17:14.8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49 55 7742,'0'-7'167,"0"0"433,0 4 26,0-7-268,0 4-179,0 0 1,4 0 198,0 2-51,4 3-176,-2-4 1,5 5-74,0 0 1,-3 0 57,-1 0 1,0 0-153,5 0 1,-5 0 30,0 0-11,1 5 0,-2 1-51,-3 5 1,-1 4 81,-2 0 1,0 1-116,0-2 1,-5 0 84,-3 4 0,-1-4-109,-2 0 0,-1 2-56,1-1 1,0 0-215,0-4 0,0 0-322,0 0 0,4 0 127,0 0 1,1 0-43,-2 0 1,-2-5 610,3-2 0,2 2 0,-5-5 0,14-1 0,-3-6 0</inkml:trace>
  <inkml:trace contextRef="#ctx0" brushRef="#br0" timeOffset="209">16 265 7742,'-6'-5'2369,"1"4"-1437,5-4-385,0 5 0,5 0-229,3 0 1,3 0-115,3 0 0,3 1-735,5 3 1,0-3 414,1 3 0,3-2-373,4 2 0,-2-3 76,1 3 413,-4-3 0,2 4 0,-5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08.2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67 110 7807,'-7'-10'1465,"-1"3"-494,6-3-101,-3 9-192,5-4-339,0 5 0,1 5-86,3 2 1,2 4 203,5 4 0,0 3-178,0 8 1,0-2-260,0 6 1,0-1-414,0 4 0,0 4 309,0 0 0,-1-1-878,-3-3 1,2-1 476,-5-2 0,3-1-780,-3-7 0,-1 1 54,-3-8 1211,0-5 0,-10-25 0,-2-9 0</inkml:trace>
  <inkml:trace contextRef="#ctx0" brushRef="#br0" timeOffset="458">1 319 7845,'0'-11'0,"0"0"271,5 0 0,1 1 41,5 3 1,5-2-38,2 6 1,1-5-85,3 5 1,-3-1 12,7 4 1,2 0 4,2 0 0,-4 1 2,0 3 0,0-2-282,-4 6 0,2 0 115,-5 7 1,-7-3-388,-1 3 1,-7 2 108,-1 2 0,2-2-32,-1 1 1,0-1 30,-4 2 0,0 0 112,0-4 1,3 3 13,1-3 1,3 0-110,-3-4 24,5 0 0,-3-2 107,5-1 0,-4-3-162,0-5 0,1 0 80,3 0 0,0-2-114,0-1 0,-3-3 79,4-5 0,-4-2 204,7-1 0,-3 1-44,-1-1 0,0-2 44,0 1 0,-1-1 34,-3 2 1,3 1-121,-3-1 1,-2 1 687,-1 2 0,-3 0-53,-1 0 0,0 4 897,0 0-648,0 4-242,0-2-534,0 5 0,1 5 67,3 2 1,-1 7-99,4 1 1,-3 1 17,3-2 0,-3-1-661,3 1 1,-3 2 32,3-1 1,0 0-228,4-4 1,-3-2 845,-1-1 0,15-3 0,8-5 0</inkml:trace>
  <inkml:trace contextRef="#ctx0" brushRef="#br0" timeOffset="767">839 286 7845,'-8'-6'1018,"1"2"-191,5 3-73,-3 1-593,5 0 0,0 5-73,0 2 0,3 7-122,1 1 1,3 0 97,-3 0 1,3-1-173,-3 4 0,1-3 88,-1 3 1,-3-3-280,3 3 1,-3-4 137,-1 0 1,0-1-127,0-2 373,0 0 407,0-5-159,0-1 1,0-8-113,0-4 0,0 0 20,0-8 1,0-2-50,0-2 0,1-2 14,3-1 0,2 0-531,5 0 0,3 4-883,1 0 1,1 3 254,-1-3 0,1 4 952,2-1 0,8 8 0,-3 2 0</inkml:trace>
  <inkml:trace contextRef="#ctx0" brushRef="#br0" timeOffset="1267">1114 264 7845,'-6'0'1464,"1"0"1,2 1-1230,-1 3 0,0 2 2,4 5 1,0 0-37,0 0 0,-1 1 10,-3 3 0,3-1-208,-3 4 1,3-5-110,1 2 1,0 1-132,0-1 1,0 0 33,0-4 0,0-4-78,0 0 0,0-3-104,0 3 72,0-4-78,0 2 1,1-14 281,3-2 1,-3-2 67,3 2 0,1-1 139,-1 1 1,3-3-114,-3-1 0,4-3 143,0 3 1,1 0-202,2 4 1,0-3 42,0-1 0,4-1 17,0 1 0,3 7 1,-3-3 1,4 3-71,0 1 1,0 2 47,0 5 0,0 0-167,-4 0 0,0 5 22,-4 2 1,-1 4-85,-3 4 1,2-3 164,-6 3 0,1 1-34,-4-1 1,0 3-90,0-3 0,0-1-61,0-3 1,0 0 281,0 0 0,0 0 0,0 0 0,-5-9 0,-1-4 0</inkml:trace>
  <inkml:trace contextRef="#ctx0" brushRef="#br0" timeOffset="1625">1643 176 7837,'-6'-5'2232,"1"-1"-2100,1 0 0,1 1 102,-4 5 0,3 0-71,-3 0 1,3 1 95,-3 3 1,-1 1-77,-3 2 1,0 3 222,0-3-215,0 3 1,0 1-314,0 0 1,5 0 113,2 0 1,3 0-353,1 0 0,0-4 76,0 1 1,1-1-109,3 4 0,2-1 82,5-3 1,0 3 10,0-3 1,4 3 150,0 1 0,-1-1-40,-3-3 0,0 3 826,0-2-481,0 1 0,-3 2 792,-1 0-743,-4 0 0,-3-1-127,-8-2 0,-6 0-375,-5-4 0,-2 3 192,-1-3 0,0 0 104,0-4 0,-10-15 0,-2-3 0</inkml:trace>
  <inkml:trace contextRef="#ctx0" brushRef="#br0" timeOffset="2293">2294 352 7802,'11'-3'297,"0"-1"628,0-5 17,-5 8-614,-1-9 1,-6 9 69,-3-3 0,-3 3-92,-8 1 0,2 0 9,-6 0 1,1 1-128,-4 3 0,0 2-26,0 5 0,1-2-187,2 2 0,0-5 118,4 9 1,0-5-55,4 4 1,2 2-33,1-1 0,3 0-333,5-4 1,0 3 167,0 1 1,2-2-261,1-5 0,3 0 87,5-4 1,5 0-24,3-4 0,2-5-167,1-3 0,0-1 141,0-2 0,0-4-342,0 0 0,-4-3 279,1 3 1,-2-3 442,1 3 0,3-5 0,-9 3 0,4-5 0</inkml:trace>
  <inkml:trace contextRef="#ctx0" brushRef="#br0" timeOffset="2917">2503 297 7802,'-6'0'1539,"-4"5"1,9 1-1240,-2 5 1,-2 4-69,1 0 1,0 1-162,4-2 1,0 3 102,0 5 1,0-3-111,0-1 0,2-1-88,1 2 1,3-3-200,5-5-1,-3 0-201,-1 0 1,0-5 186,4-2 0,4-3-40,0-1 1,1 0 56,-2 0 1,0-6-30,4-5 0,-4 0 54,0-4 0,2-1 194,-1 1 0,0-3-81,-4 3 0,-1-3 265,-3 3 1,3-3-82,-3 3 1,-1 0 20,2 4 0,-6 0 296,2 0-18,-3 5-147,4 1-159,-4 5 0,4 1-76,-5 3 1,0 2 53,0 5 1,-4 0-133,1 0 1,-1 2 20,4 1 1,0-1-59,0 1 0,4-2-198,-1 0 1,5-1 109,-5 0 0,6 0-179,-2 0 0,3-2 115,1-1 1,4-2 3,-1-2 1,1-3 76,-4 2 0,4-5 88,0-2 1,3-5-97,-3-3 0,3 0 100,-3-6 1,3 0-16,-3-5 1,4 1-28,0 0 0,-3 0 120,-2 0 0,2-3-65,-1-1 1,0-5 163,-4 2 0,-1 1-64,-3-2 1,1 6 454,-4-2 1,0-1 25,-4 1 0,0 6 195,0 5 1,0 6 608,0 2-912,-5 4 0,-1 0-184,-5 6 0,3 4 6,1 4 1,3 5-15,-3 2 1,5 3-12,-2 1 0,3 3 25,1 1 1,-2 5-847,-1-2 1,2-1 367,-3 2 1,3-4-412,1 3 0,0-1 318,0 1 1,0 2-117,0-5 1,5 0 98,2-4 0,-1-2-329,1-1 0,4-7 260,4-5 1,1-4 424,-1 1 0,41-52 0,15-13 0</inkml:trace>
  <inkml:trace contextRef="#ctx0" brushRef="#br0" timeOffset="3083">3033 231 7802,'-15'-4'0,"0"1"0,0-6 1606,9 3 0,9-4-949,11 3 1,5 2-731,10 5 0,6-4-2644,5 1 2717,-2-6 0,24-2 0,2-6 0</inkml:trace>
  <inkml:trace contextRef="#ctx0" brushRef="#br0" timeOffset="3810">3870 220 7341,'0'-11'-526,"0"0"723,0 0 1,0 0 184,0 0 1,0 4 102,0-1 0,-1 5-125,-3-5 1,3 4 72,-2-3 0,1 3 279,2-3 67,0 5-160,0-8-508,0 9 0,0-3 77,0 8 0,4 3-80,0 8 0,-1 3-220,-3 8 0,4 0 149,0 7 1,-1-3-550,-3 7 1,0-3 272,0-1 1,0 0-733,0 0 1,0 1 413,0-1 0,0-5-487,0-2 1,0-3 1043,0-1 0,5-30 0,1-6 0</inkml:trace>
  <inkml:trace contextRef="#ctx0" brushRef="#br0" timeOffset="5136">3848 352 7820,'-1'-11'713,"-3"0"-56,3 0-370,-4 0 1,5 0 174,0 0-231,0 5 0,5-3-44,3 6 0,1-5-26,2 5 1,0-5-53,0 5 0,4-5 92,0 5 1,3-5-161,-3 5 0,3-5-99,-3 5 1,3-1-91,-3 4 1,3 0-59,-3 0 67,0 0 1,-4 1 35,0 3 0,-5-2 70,-2 6 1,-3-1 6,-1 4 1,0 1-1,0 3 1,0-2 27,0 6 0,4-6-15,-1 2 1,1 1 112,-4-1 0,1 4-91,3 0 1,-3-2-77,3 1 1,1-3 19,-2 3 0,2-3-120,-1 3 0,-3-4-45,3 0 1,1-1 97,-2-2 0,2-1-108,-1-3 124,-3-2 0,9-5-112,-3 0 1,-1 0 10,2 0 1,-1-5-161,4-2 1,0-3 114,0-1 0,0-4-77,0 0 1,-1 1 179,-3 3 1,3-4-62,-2 0 0,-2 1 166,1 2 0,-1 1-135,1 0 205,3 0-34,-4 0 0,2 5 358,-1 3 93,-4 1-187,6 2 1,-4 5-43,3 3 0,0-2-47,-4 1 1,4 0-100,0 4 1,2 0 23,1 1 0,3-1-73,1 0 0,1-2 46,-1-1 1,1-2-158,2-3 0,3-1-68,-3 1 1,3-1 117,1-2 0,0-5-210,0-3 0,0-1 66,0-2 0,-3-2-47,-1-1 0,-5 1 74,2-1 0,-3-2 169,-1 1 1,-5 0 90,-2 4 1,-3 0-136,-1 0 0,-5 4 296,-2 0 1,-4 4-116,-4-1 0,3 3 219,-3 1 1,3 0-120,1 0 0,4 1 1,0 3 0,0 2-41,0 5 0,-2 0-182,6 0 0,-5 0 121,5 0 0,-1 4-161,4 0 1,0-1-118,0-3 1,5 4-203,2 0 0,3-2-151,1-5 0,5 1 191,2-1 1,0-3 3,0-2 1,0-1 120,4-2 0,0-5 79,0-3 0,-1-1-12,-2-2 1,0-2-51,-4-1 1,3 1 136,-3-1 0,-1 1-43,-7 2 0,3 0 268,-3 0 1,-1 0-103,2 0 0,-5 2 793,5 1-657,-6-2 0,4 5 153,-2-2 1,-3 1-161,3 2 0,-2 3 146,2-3-415,-3 3 0,8 6 62,-6 2 1,1 0-36,-4 0 0,1 0 27,3 4 1,-3 4-136,3 0 1,-2-1-12,2-3 0,-3 0 71,3 0 1,-3 0 60,-1 1 1,4-5-10,-1 0 1,2-1-5,-1 2 6,-3-3 1,5-5-104,-2 0 1,-2 0 98,6 0 1,-5-2-308,5-1 1,-5-3 34,5-5 1,-5 0 37,5-1 0,-6 1 230,2 0 0,1 0-115,-1 0 1,3 0 108,-3 0 1,4 0-63,-1 0 1,0 4 253,0 0-162,0 4 83,4-7 0,0 9-18,0-3 1,-3 7-26,-1 1 1,-1 4-130,2-1 1,1 3 80,-1 1 0,1 0-52,3 0 0,-1-1 46,0-2 0,1 1 49,3-1 1,-3-3-63,2-2 0,-1 2 127,-2-1 0,3-1-110,1-3 0,0-1 11,-4-2 0,0 0 10,0-4 0,1-1 34,3-3 0,-4 0-226,0 0 1,0 0 59,-4 0 1,-1 0-1,2 0 0,-6 0 69,2 0 5,2 0 0,-6 0-17,0 0 1,-1 5 42,-7 2 0,-3 3-22,-3 1 1,-2 0 285,1 0 1,2 5 108,-6 2 1,6 3 117,-2 1 0,-1 0-5,1 0 0,2 1-133,6 3 0,-2-1 20,5 4 0,1-3-224,3 3 0,1-4 0,3 0 0,7 2-41,7-1 0,8-2 55,3-5 1,3 0-491,1-4 1,0 0 200,0-4 1,4-4-746,0 0 1,-2-4 427,-5 0 1,-5-1 438,-6-2 0,-18-10 0,-8-3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07.2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28 7827,'-7'-1'469,"3"-3"1436,-1-3-1615,3-3 1,-3 5-82,5 5 0,0 5 391,0 6 1,5 1-155,3 3 1,0-2-183,0 6 0,1 0-433,-1 7 1,-2-2 214,1 6 1,-4-1-238,0 4 1,2-1 170,-1-2 0,3 1-1096,-3-1 1,3-3 504,-3-2 1,5-3-1484,-2-3 2094,3-3 0,20-54 0,6-12 0</inkml:trace>
  <inkml:trace contextRef="#ctx0" brushRef="#br0" timeOffset="215">243 39 7827,'-6'-8'1765,"2"1"-1229,3 5 0,1-2-118,0 8 1,0 3-144,0 8 1,4 3 141,-1 8 1,6-2-117,-2 6 0,3 0-217,1 7 0,0-3-135,0 3 0,0-3-312,0 0 0,0-1-791,0 0 1,0-9-44,0-2-99,0-7 1296,0-4 0,5-36 0,1-11 0</inkml:trace>
  <inkml:trace contextRef="#ctx0" brushRef="#br0" timeOffset="364">221 248 7827,'-6'-5'0,"-3"3"1859,6-5-1276,-1 4 0,6-5-326,6 4 0,0 0-48,11 4 1,-1 0-299,4 0 0,4 0 13,0 0 76,-1 5 0,17 1 0,4 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21.2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1 375 7842,'0'-11'442,"0"0"0,1 1-71,3 3 1,2-2 3,5 6 0,4-5-58,-1 5 1,6-5-2,-2 5 1,7-6-107,1 2 1,-1-3-65,-3-1 0,0 0 56,0 0 1,-4-4-97,-4 0 1,-2-1-146,-1 2 1,-4 0 82,-4-4 1,-1 1-159,-2-2 1,0 0 51,0 4 1,-5-3-81,-3 3 0,-2-2 27,-1 6 1,0-1-104,0 8 1,4 0-1,0 4 0,-1 1 44,-3 3 1,4 4 185,0 6 1,1 3-104,-2 5 1,0 2-70,4 1 1,0 4 78,4 4 1,0 0-147,0 0 1,0 4 97,0-1 0,1 6 39,3-2 0,2 4 12,5 4 1,0-4-3,0 0 1,-1-1-224,-3-6 1,0-4 46,-4-3 1,-2-11 276,3-1-95,-3-4 0,-2-8 350,-3-2-123,3-3 1,-4-6 6,5-2 1,0-3-194,0-1 1,4-1-123,0-3 1,6 1 67,1-4 0,1 3 88,6-3 0,-3 1-139,3-1 1,1-3 27,3 2 1,0 2 219,0-1 1,-4 4 56,1 0 1,-6 3 104,2 3 1,-3 3 628,-1 5-626,0 0 0,-5 5-94,-2 3 0,1 5-15,-2 2 1,1 3-81,-4-3 0,0 3 103,0-3 1,4 3-354,-1-3 0,1 0-143,-4-4 1,0 0-291,0 0 0,1-1-1699,3-3 2296,-3 3 0,14-29 0,-3 0 0</inkml:trace>
  <inkml:trace contextRef="#ctx0" brushRef="#br0" timeOffset="140">640 320 7842,'-11'-22'851,"0"0"0,1 1-302,3 3 1,2 2-530,5 5-278,0 5 0,6 1-351,5 5 0,2 5 609,5 2 0,20 17 0,8 6 0</inkml:trace>
  <inkml:trace contextRef="#ctx0" brushRef="#br0" timeOffset="811">795 496 7842,'0'-6'1323,"0"1"-975,5 10 0,-4 1-48,2 5 0,2 4-76,-1 0 0,3 3-23,-3-3 0,3 4-136,-3 0 0,3-2-183,-3 1 1,3-4-576,-3 1 550,5-3 1,-3-2 0,5-3 1,-4-2 2,1-5 1,-5 0-220,5 0 1,-1-5 83,4-2 0,-4-3 97,1-1 0,-5-2 94,5-1 0,-6 2 106,2-3 1,1-1 174,-2 1 0,1-1-83,-4 2 1,4 1 29,-1-1 0,2 1 139,-1 2 261,-3 0-47,9 0-152,-4 5-183,5 1 1,0 11-23,0 5 1,-4 2-282,1 5 0,-1-1 74,4 2 0,-3 1-62,-1-1 1,4 2 23,4 1 1,-1-2-597,-3-1 1,4 0-65,0-4 764,4 0 0,23-24 0,11-4 0</inkml:trace>
  <inkml:trace contextRef="#ctx0" brushRef="#br0" timeOffset="1276">1555 232 7842,'-6'-11'987,"1"0"0,5 3 196,0 1-512,0 5 1,4 2-238,0 7 0,4 8 17,0 3 1,3 4-264,3 4 1,-1 2-176,1 5 0,0 5-587,0 2 1,-1 0 444,1 0 0,-5-4-290,-2 0 1,-4-1 209,0-2 0,-1-5-1413,-2-2 494,0-8 583,0-2 1,-2-10 174,-1-2 0,1-4 156,-1-4 1,2-2-12,1-5 1,0-4 13,0 0 0,-2-3 207,-1 3 0,1-4-106,-1 0 0,-3 0 180,-2 0 1,-1 0-125,-3 4 1,1-3 613,0 3 0,-1 0-87,-3 4 1,2 2 154,-5 1 1,3 3 176,-3 5 1,-1 2-328,-3 1 0,1 7-5,3 5 1,2 4-142,5 0 1,4 1-151,-1 3 1,7-1 54,1 0 0,3 0-149,8 0 1,2-1-155,9-3 1,4-2-241,0-5 0,3-1-1135,-3-3 0,-1-2 715,-3-5 0,0 0-1274,1 0 2000,-1 0 0,0-39 0,0-10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18.1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177 254 7430,'11'0'-40,"0"0"0,-4 0 322,1 0 1,-1 0 64,4 0 1,0 0 37,0 0 0,4-1-138,-1-3 0,5 3-96,-4-3 0,0-2 81,0-2 1,-4 2-321,0-1 1,-5 0 100,-6-4 1,0-2-258,0-1 1,-9 0 71,-6-4 1,-5 4-58,-2 0 0,-5-3 374,-2-2 1,-3 3-101,-1 2 1,1 1 127,3 2 1,-2 1-97,5 3 0,2 2 144,5 5 1,5 1-2,6 3 0,3 7-80,5 7 0,0 5-6,0 2 0,9 8-9,2 8 0,9 2-264,2 1 1,1 1 59,6 3 1,1-3-523,3 3 0,-5-3 299,-2-1 1,-1-2-107,-2-5 0,-8-7 135,-7-11 1,-6-3-1034,2-5 961,-3-5 0,-6-1 345,-2-5 0,-22-25 0,-7-5 0</inkml:trace>
  <inkml:trace contextRef="#ctx0" brushRef="#br0" timeOffset="357">11 441 7800,'0'-7'0,"0"-1"168,0 1 0,0 0 29,0-1 0,4 5 120,0-5 0,8 6-76,-1-2 0,7 3-201,1 1 0,3-4 134,4 1 1,2-1 112,5 4 1,4 1-211,-1 3 0,1-2 121,-4 6 1,-1-2-504,-3 1 0,-7 3 214,-7-3 0,-3 3-248,-1 1 0,-4 0-11,-4 0 0,-2 0 156,-1 0 1,0 2-132,0 1 1,0-2-115,0 3 0,0-3 100,0-1 1,4 0 112,0 0 1,4-3 267,0-1 1,2-4-95,1 0 1,0-1 166,0-2 1,0 0-86,0 0 1,3-4 209,1 0 1,-1-4-108,-7 0 0,1-5-44,-4-2 0,0 0 247,-4 4 0,-1-3-108,-3-1 1,-3 0-305,-8 4 1,1 0 57,-4 0 0,1 4-681,-1-1 0,-2 6 699,5-2 0,1 8 0,2 2 0</inkml:trace>
  <inkml:trace contextRef="#ctx0" brushRef="#br0" timeOffset="708">706 441 7801,'6'0'1132,"3"1"-803,-6 3 0,2-1-139,-1 4 0,-2 0-81,6 4 0,-5 0 63,5 0 1,-6 0-195,2 0 1,1 4 77,-1 0 1,3-1-156,-3-3 1,-1 0 39,-3 1 0,0-5 440,0 0 458,0-4-268,0 2-209,0-15 1,0 1-53,0-9 0,0 3-91,0-3 0,0-1 23,0-3 1,0 1-438,0 3 0,1-3-286,3 3 0,6 1-599,5-2 1,5 6 323,2-2 0,1 3-436,2 1 0,2 4 746,-1-1 1,0 5 445,-4-5 0,10 11 0,2-2 0</inkml:trace>
  <inkml:trace contextRef="#ctx0" brushRef="#br0" timeOffset="1264">1070 430 7801,'-6'11'0,"1"-3"102,5-1 1,-1 0 95,-3 4 1,3-3 66,-3-1 1,3 0 247,1 4-177,0 0 0,0 0-195,0 0 1,0-3 297,0-1-387,0-4 84,0 6 1,1-7-359,3 1 0,-2-2 41,5-1 0,-3-3-97,4-1 1,-5-4 80,5 0 0,-1-2 34,4-1 1,-4-1 10,1-3 0,-1 3-73,4-3 1,0 2 300,0-2 0,0 3-110,0-3 0,-1 3 150,-3 1 0,3 4-79,-3-1 1,-1 5 135,2-5-30,-6 6-102,8-3 0,-9 10-28,3 2 1,-3 3 17,-1 1 1,0 0-129,0 0 0,0 0 56,0 0 1,0 4-44,0 0 0,0-1 75,0-3 0,0-3 2,0-1 0,4-3-76,0 3 8,4-5-33,-2 3 0,5-5 77,0 0 1,0-1-90,0-3 1,0-2 80,0-5 1,4 0 119,0 0 1,0 0-128,-4 0 1,-4 0 260,0 0 1,-1 0-96,2 0 1,2 1-145,-3 3 21,-2-3 1,0 4-11,0-5 43,-4 5 97,4 1 1,-5 10-136,0 2 0,0 3 69,0 1 1,0 0-22,0 0 1,0 0-35,0 0 0,1 4-130,3 0 1,2-1-227,5-3 1,3 0 198,1 0 1,6-5 77,1-2 0,0-3 287,4-1 1,-3-1-123,-1-3 0,0-2 247,0-5 0,-1 0-116,-3 0 1,-2 0-1524,-5 0 1300,-5 0 0,-10-10 0,-9-2 0</inkml:trace>
  <inkml:trace contextRef="#ctx0" brushRef="#br0" timeOffset="2109">2249 144 7842,'-4'-7'950,"2"2"1,-3 7-507,5 1 1,2 5-116,1 6 0,0 4-386,4 4 1,4 5 71,4 2 0,1 4-387,-2 4 1,-1 1 83,1 2 1,-1 3-88,-2-3 1,-2-5-107,-1-2 0,-3-7-1209,-5-1 1690,0-1 0,-25-22 0,-5-4 0</inkml:trace>
  <inkml:trace contextRef="#ctx0" brushRef="#br0" timeOffset="2491">2150 408 7842,'8'-10'223,"-1"3"1,-3-3-67,3 3 0,0 2-83,4 1 1,0-1 293,0 2 1,5-1-106,3 4 1,1 0-2,3 0 0,0 0-52,3 0 1,-3 4-216,3-1 0,-3 6 113,-1-2 0,0 7-391,0 0 1,-6 2 12,-5-1 0,-1-1-56,-7 4 1,1-3 116,-4 3 1,1-3 11,3 3 1,-3-3-2,3 3 1,-2-4 73,2 0 0,2-1 35,5-2 1,1 0-59,3 0 0,2-5-78,5-3 1,-3-1 261,-1-2 0,0 0-96,4 0 0,-4-5-51,-4-3 1,-1-1-12,-2-2 0,-5-4 796,-3 0 0,-1-3-322,-2 3 0,-7-1 248,-4 1 0,-6 2-222,-8-5 1,-4 5-63,-4 2 1,1 2-850,3 5 1,-3-3 353,3 3 0,7 0-2328,3 4 2506,6 0 0,95 20 0,-29-8 0,-1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15.2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199 330 7816,'0'-7'109,"0"0"761,0-2-361,0-1 0,-3 3 279,-1 0-590,-5 4 0,3-2 23,-5 5 0,-1 0-99,-3 0 0,3 5-27,-3 3 0,-1 1-158,2 2 1,-1 0-14,4 0 1,0 4-309,0 0 0,1-1-166,3-2 1,-2-1 261,6 0 0,-1 0-711,4 0 661,0 0 0,5-2 18,2-1 0,3-3 98,1-5 0,0 0 125,0 0 1,4 0 39,-1 0 1,5-5 140,-5-3 1,5-1 234,-4-2 0,-1 0-50,-3 0 471,5 0 1,-4-3 23,3 3 163,-3-7 1,-4 10 178,-1-6-18,-5 1-357,3 2 189,-5 5-591,0 1 0,4 7-177,0 1 0,4 3-736,0 5 1,1 2 461,2 1 0,4 2-1686,0 3 1,4 1 1807,0-1 0,16 21 0,6 7 0</inkml:trace>
  <inkml:trace contextRef="#ctx0" brushRef="#br0" timeOffset="582">1092 352 7794,'0'-7'98,"0"0"1,0-2 197,0-1 0,-5 1-51,-2 1 1,-3 2-14,-1 2 0,-4 3 140,1-2 0,-5 1-124,5 2 0,-5 5-30,5 3 1,-5 1-92,5 2 1,3 0-119,3 0 1,6 2-201,-2 1 1,3 2 161,1 3 0,1-2-306,3-3 1,2 0 204,5 4 1,5-4-148,2 1 0,3-3-141,1-1 0,5-1-163,2-3 1,3-2 154,1-5 1,0 0 27,0 0 1,1-6 397,-1-5 0,24-44 0,7-16 0</inkml:trace>
  <inkml:trace contextRef="#ctx0" brushRef="#br0" timeOffset="782">1401 143 7794,'-5'-11'0,"0"0"1051,-2 0-48,-3 5-495,9-4 1,-4 10-124,5 0 0,0 2-131,0 9 0,1-1 42,3 9 0,2-1-77,5 4 0,0 1-283,0 3 1,4-3 99,-1 3 1,1 1-741,-4-1 0,0 1-98,0-2 1,4-1-465,0 1 0,-1-3 82,-3-3 1184,0 2 0,39-24 0,11 1 0</inkml:trace>
  <inkml:trace contextRef="#ctx0" brushRef="#br0" timeOffset="1059">1820 319 7794,'0'-11'0,"0"0"0,-1 2 722,-3 1-387,3-2 0,-9 8-129,3-5 0,-3 4-218,-1-1 1,0 4 89,0 4 1,0 2-79,0 5 1,1 0 68,3 0 0,-2 2-92,5 1 1,1 2 103,3 3 0,0 0-446,0-4 1,4 3 183,4-3 1,3-2-130,4-5 0,-2 0 70,5-4 1,0 3 134,0-3 1,-2-2 263,-5-5 0,-4 0-91,1-4 0,-6-2-178,2-5 1,-4 0 85,-4-4 1,-3 3-216,-8-3 1,2 4 238,-6 0 0,-9-4 0,-6 1 0</inkml:trace>
  <inkml:trace contextRef="#ctx0" brushRef="#br0" timeOffset="1442">2018 242 7786,'-7'-10'0,"0"2"227,-2 0 1,3 2 1043,-1-1-405,-1-3-340,-3 9-432,0-9 22,0 9 0,4 0-242,-1 4 1,6 6 117,-2-2 0,4 3-64,4 1 0,0 4 18,7 0 0,-3 4-3,7 0 1,-2-2 166,2 1 1,-1 0-106,4 4 1,-5-3 103,2-1 0,1-1-54,-1 2 1,-4 0-399,-4-4 1,-4 0 177,0-4 0,-3-1-173,-3-3 0,-5 1-142,-6-4 0,0 0-342,-4-4 1,3 0 821,-3 0 0,-6-25 0,-4-5 0</inkml:trace>
  <inkml:trace contextRef="#ctx0" brushRef="#br0" timeOffset="1777">2272 363 7804,'16'-6'0,"-4"-2"546,3 4 0,-3-1-174,-1 2 1,0 1-147,0-1 0,0-2-90,0 1 80,0-5-114,0 3 0,-5-1 364,-2 0-564,-3-1 0,-2-2 109,-3 3 0,-3 1-188,-8 2 0,2 3 139,-6-3 1,1 3 272,-4 1 1,0 1 282,0 3 0,0-1-197,0 4 1,1 0 253,3 4 0,2 0-155,5 0 1,1 5-157,2 3 0,4-2-149,4 1 1,1-1-112,2 2 0,10 1-216,9-1 0,5-3-462,6-2 0,0-2-1145,0-5 1,0 1 251,0-4 1567,0 0 0,20-34 0,4-6 0</inkml:trace>
  <inkml:trace contextRef="#ctx0" brushRef="#br0" timeOffset="2261">2768 88 7846,'-5'-22'0,"0"5"1736,-2 2-649,2 3 579,5 1-1165,0 5 1,0 2-95,0 8 0,5 3 252,2 8 1,7-1-231,0 8 0,2-1-291,-1 9 1,-2-1 85,6 4 0,-6 0-689,2 0 1,-3 0 384,-1 0 0,0 0-906,0 0 1,-3-1 174,-1-2 0,-5-8-102,2-8 1,-3-1-187,-1-2 375,0-5 247,-5-1 0,3-14 101,-5-2 0,3-4 57,-3 1 1,3 0 124,-3-4 0,0 3 252,0-3 1,-4-1 81,0-3 1,0 4 115,-4 0 0,-2 1 139,-1-2 1,-3 0-209,-1 4 1,0 1 704,0 7 0,0 2-329,0 5 1,0 0 329,0 0 0,5 9-333,2 2 0,7 6 128,5-2 0,3 4-271,3 0 1,8 1-139,8 2 0,3 3-68,4-3 0,2 1 0,5-8 1,-1 0-89,-3-4 1,3 0 87,-3 0 1,-3-5-2592,-4-2 1,-1-3 195,-6-1 2184,-6-5 0,-23-16 0,-11-8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14.0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23 199 7796,'0'-7'1463,"0"0"-534,0 4-411,0-7-175,0 9-137,4 6 1,1 2-426,3 8 0,0 1 199,-4-1 1,3-1-877,-3-3 1,1 4 255,-1 0 640,-3 0 0,9-4 0,-4 0 0</inkml:trace>
  <inkml:trace contextRef="#ctx0" brushRef="#br0" timeOffset="142">34 67 7809,'-5'-11'478,"-3"0"1,3 0-954,2 0 1,-2 4-324,1-1 148,0 6 313,9-3 337,1 5 0,20 10 0,4 2 0</inkml:trace>
  <inkml:trace contextRef="#ctx0" brushRef="#br0" timeOffset="487">364 144 7809,'-16'0'94,"4"-3"113,-3-1 1,3 0-118,1 4 1,-1 0 264,-3 0-189,3 0 0,-4 0-49,5 0 1,5 1-162,2 3 0,3-1-164,1 4 1,0-3 157,0 3 1,5-1-56,2 1 0,1 2 11,3-5 0,-3 4-47,7 0 1,1 0 125,-2 0 0,6 1-26,-2-1 0,3-2 32,1 1 0,4-1 32,0 2 1,-1 1-55,-2-1 0,-3 0 24,-1 0 0,0 1 33,-4-1 1,-5-2-35,-7 1 297,-1 1 1,-12 1-95,-5-1 0,-9-3-143,-6-5 0,-3 3-46,-3 1 0,1 0-122,-2-4 1,8 0-1374,3 0 1489,3 0 0,40-10 0,10-2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24.9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496 530 7858,'-4'-11'0,"1"-1"40,-4-3 0,-2 3 146,-6-3 0,2 3 126,-5 1 0,-1-4-100,-3 0 0,-1 2 42,-3 6 0,0-2-15,-7 5 0,6 1-14,-6 3 1,6 1-50,-2 3 1,4 7 49,0 7 0,2 0-201,0 4 0,6-2 67,3 6 1,1 2-196,2 1 0,5-2 92,3-1 0,1 1-312,2-1 0,10 1 113,5-2 1,6-5-28,4 2 1,4-7-25,4-1 1,5-5 55,2-2 1,2-4-214,-2 0 1,2-3 100,-6-3 0,1-2-144,-4-3 1,-5-5 90,-2 2 0,-7-4 370,-5 1 0,-5 0 0,-2-4 0,-6 4 0,-1-1 0,-5 0 0,-6 0 0,-8 0 0,-3 4 0,-4 4 0,0-1 0,-2 6 0,-5-2 0,-4-1 31,1 2 0,-1-1 67,4 4 1,1 0 354,3 0 0,-6 0-23,6 0 1,1 1 110,9 3 0,3-3 18,5 3-359,0 2 0,10-1-125,5 2 1,6-2 118,4-5 0,8 4-734,8-1 1,3 1 323,4-4 1,-2 0 215,6 0 0,43-5 0,15-1 0</inkml:trace>
  <inkml:trace contextRef="#ctx0" brushRef="#br0" timeOffset="1274">111 89 7785,'-11'0'-285,"4"0"390,-2 0 31,2 0 0,-4 0 158,0 0 0,4 1-99,0 3 0,3-2-79,-3 6 0,3-2-68,-3 1 1,4-1 78,0-2 0,-2-2-307,1 6-44,0-6 260,4 3-708,0-5 633,0-5 1,2-1-40,1-5 1,-2 0-62,3 0 1,-3-1-3,-1-3 1,4 3 932,0-3 0,1 4-326,-2 4 1,2-3-132,3 3 0,1 2 19,-1 1 0,5 3-84,2 1 1,6 5-613,1 2 1,1 4 223,6 4 0,2 2-1923,6 5 2041,2 5 0,25 11 0,4 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28.3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23 7350,'0'-6'-331,"9"-4"0,4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28.4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44 7818,'-6'-7'-450,"2"0"0,2 0-183,-2 0 633,3 2 0,6 0 0,7-1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30.3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144 110 7823,'-12'1'-23,"-2"1"0,0 3-128,0 1 1,1 2 330,-2 3 0,6-2-114,-2-1 0,3 2-93,-3-3 0,3 3 141,1 1-236,5-5 221,-3-1-263,5-5 0,1 0 77,3 0 0,1-1-127,2-3 1,3-2 89,-3-5 1,3 0 57,1 0 1,0-2 185,0-1 0,-1 1-59,-3-1 1,3 1 87,-3 2 1,3-3-90,1-1 0,-4 2 255,1 5 1,-2-2-41,1 3 1,2 1 17,-6-1-225,6 4 0,-3-1-112,5 8 0,0 2-574,0 5 0,1 2 106,3 1 512,2 3 0,54 50 0,-29-29 0,0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3:29.6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508 66 7848,'-8'-11'96,"1"0"1,3 4 452,-3 0 1,0 3-167,-4-3 1,0 3-246,0-3 1,-5 4 60,-3-1 0,-5 3-106,-2 1 1,-5 5 72,2 2 0,-4 8-150,-4 3 1,3 3 41,-3 1 1,3 4-8,1 0 0,6 3-70,5-3 0,2 5 8,9-2 1,3-2-203,8-1 0,2-7 114,5 0 0,3-6 24,12 2 0,-1-8 42,8-3 0,1-3-148,3-1 0,5-1-50,2-3 1,-2-3-63,-1-8 1,1 2-36,-1-6 1,-1 1 100,-2-4 0,-6 0-116,-3 0 1,-6 0 108,-4 0 1,-7 4-142,-1 4 1,-5 2 374,-2 0 0,-10 1 0,-9 0 0,-1 5 0,-42 6 0,-9 6 0</inkml:trace>
  <inkml:trace contextRef="#ctx0" brushRef="#br0" timeOffset="149">188 155 7816,'-18'1'0,"-1"2"0,2 0 263,-1 4 0,3-3-19,8 3 0,-2-3 25,5 3-188,1-4 0,8 5 98,2-4 0,4 0-125,4-4 0,3 0 76,8 0 0,2-5-532,5-3 1,0 0 249,0 0 0,0-1 152,0 1 0,40-31 0,9-9 0</inkml:trace>
  <inkml:trace contextRef="#ctx0" brushRef="#br0" timeOffset="1043">993 132 8783,'6'-4'-164,"4"2"151,-3-1 1,6 1 243,2 2 0,5 0-112,-2 0 0,4-3 15,4-1 0,-3 0-15,3 4 1,-4 0-2165,-4 0 2045,-2 0 0,-10 10 0,-1 2 0</inkml:trace>
  <inkml:trace contextRef="#ctx0" brushRef="#br0" timeOffset="1225">949 287 9513,'11'0'-364,"5"0"-12,2 0 0,4 0-1014,4 0 1390,2 0 0,39 0 0,9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21.2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341 309 7797,'7'-5'-601,"0"-3"1043,-4 4 0,3-3 369,-2 4-152,-3 2-390,4-4 1,-6 10 30,-3 2 0,1 3-104,-4 1 1,0 1 32,-4 3 1,-4 2 0,0 5 0,-3 0-14,3 0 1,-1 0-162,2 0 1,-4 4 102,-4-1 0,0 5-251,0-4 1,0 3-106,0-3 0,0 3-91,0-3 0,5-2-15,2-5 0,3 0 136,1-4 0,4 0-586,-1-4 98,6-5 1,-2-1-189,8-5 1,-2 0 326,6 0 0,-5-5 517,5-2 0,-6-3 0,18-16 0,-2-3 0</inkml:trace>
  <inkml:trace contextRef="#ctx0" brushRef="#br0" timeOffset="358">142 375 7898,'0'-11'0,"-3"3"289,-1 1 0,0 3 144,4-3 225,-5 5-226,4-3 272,-4 5-351,10 0 0,1 0 57,5 0 0,0 5-160,0 2 1,0 4 26,0 4 1,4-2-163,0 6 0,-1-5 67,-2 5 0,2-1-169,1 4 1,0 0 62,-4 0 0,0 0-96,0 0 0,0 0-137,0 0 0,-4 0-187,0 0 1,-4-1-32,1-2 0,0 0-200,0-4 0,0 0-1030,-4-4 3,0 0 259,5 0 1343,1-5 0,20-31 0,3-11 0</inkml:trace>
  <inkml:trace contextRef="#ctx0" brushRef="#br0" timeOffset="891">815 99 7887,'0'-7'0,"0"0"519,0-2 120,0 4-208,0-5 60,0 9-6,0-4-252,5 10 1,-4 2-19,3 8 0,-3-3-153,-1 3 0,3 1-53,1-1 0,0 3-149,-4-3 1,0 3-37,0-3 1,0 3-252,0-3 1,0 0-373,0-4 0,0 0 367,0 0 1,0 0-688,0 0 1119,0-5 0,10-21 0,2-9 0</inkml:trace>
  <inkml:trace contextRef="#ctx0" brushRef="#br0" timeOffset="1149">1068 44 7687,'-7'0'285,"0"0"0,-2 0 142,-6 0 0,2 0-37,-5 0 0,-2 0-122,-6 0 0,-2 0 120,-5 0 1,1 0-172,3 0 0,-2 0-162,5 0 0,2 0-35,5 0 1,4 0-284,4 0-1057,4 0 1,4 0 1319,6 0 0,38-19 0,13-6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29.9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11 144 7758,'8'-7'-31,"-1"-1"1,-3 5 125,3-5 1,-3 5 65,3-5 0,0 5-79,4-5 0,0 1 93,0-4 0,0 3-118,0 1 0,4 3 108,0-3 0,0 3 7,-4-3 0,0 5-34,0-2 1,-4 3-29,0 1 0,1 5-10,3 2 1,-4 4 1,0 4 1,-3-2-108,3 6 0,0 0 77,0 7 0,-1-3-88,-2 3 0,-3-2 102,3 2 1,1-3-231,-2 3 0,1-3 1,-4-1 1,0-1-186,0-2 0,0-2-81,0-3 1,0-5-726,0 2-160,0-2 1294,0-3 0,0-1 0,-5-20 0,-1-3 0</inkml:trace>
  <inkml:trace contextRef="#ctx0" brushRef="#br0" timeOffset="207">199 287 7758,'-11'6'892,"0"3"-488,0-5 1,0 4-38,0 0 1,0 1-67,0 2 1,-1 2-184,1 1 0,0 0 48,0 4 0,0-4-440,0 0 1,0 2 233,0-1 1,2 1-325,1-1 0,0-3-866,4 3 0,0-7 1230,4-1 0,15-9 0,3 1 0</inkml:trace>
  <inkml:trace contextRef="#ctx0" brushRef="#br0" timeOffset="709">540 409 7758,'7'-5'-34,"-1"2"140,-3-4 1,0 4-86,4 0 1,-3 1 14,3 2 1,-3 0-27,3 0 0,1 0 64,3 0 0,0 0 80,0 0 1,0 2-140,0 1 0,0 2 153,0 3-262,0 1 46,0-2 1,-1 4 99,-3 0 1,-2-4 75,-5 0 0,0-3-1,0 3 0,-5-1-2,-2 2 1,-3 0-41,-1-4 1,0 5 3,0-2 0,-4-1 24,0 1 0,-1-3 39,2 3 1,1 0-29,-1 0 1,1 2-19,2-6 0,4 5-199,0-5 0,4 6 16,0-2-173,1-2 235,2 5 1,7-5-487,4 2 1,1-2 239,6-5 1,2 1-345,5 3 0,-1-3 605,1 3 0,33-18 0,7-4 0</inkml:trace>
  <inkml:trace contextRef="#ctx0" brushRef="#br0" timeOffset="1274">1301 45 7758,'0'-8'1166,"0"1"-866,0 5 1,0-2 80,0 8 1,0-2-236,0 5 0,0 4 56,0 4 0,0 5-50,0-2 0,-4 3 50,1 1 1,-1 0-276,4 0 1,0 0 117,0 0 1,0 4-455,0 0 0,-4-4 217,1-4 0,-1-5-1599,4 2 1094,0 2 0,-4-8 125,1 2 1,-2-7 571,1-1 0,-2-36 0,-5-10 0</inkml:trace>
  <inkml:trace contextRef="#ctx0" brushRef="#br0" timeOffset="1649">1114 23 7758,'-6'-5'-702,"-4"4"0,5-6 702,-2 4-112,2 2 614,5-4-157,0 5 1,5 0 177,2 0 0,8 0-193,3 0 0,4 0-143,4 0 1,-2 0-16,6 0 1,-1 0-417,4 0 1,0 0 241,0 0 1,-5 0-583,-2 0 1,-4 0 286,-3 0 1,-4 0-117,-4 0 0,-1 1-265,-2 3 678,-3-3 0,-12 7 0,-4-4 0,0 5 0,-39 7 0,-4 7 0</inkml:trace>
  <inkml:trace contextRef="#ctx0" brushRef="#br0" timeOffset="2099">1081 464 6798,'5'-6'1147,"-4"1"0,5 5-767,-2 0 0,2 0 109,5 0 1,3 0-94,1 0 1,5 0-136,-2 0 0,8 0-221,3 0 1,-1 0 0,2 0 0,-6 0-85,2 0 0,-3 0-618,-1 0 0,-1 0 106,-3 0-1484,-2 0 863,-5 0 627,0 0 550,-4 0 0,-22 5 0,-10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29.3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486 143 8640,'-12'0'721,"-3"0"1,-2 0-481,-5 0 1,-6 4-205,-6 0 0,-3 3 71,-8-3 1,1 3-391,0-3 1,1 3-36,3-3 1,3-1-899,8-3-576,7 0 1101,11 0 690,6-4 0,44-22 0,10-10 0</inkml:trace>
  <inkml:trace contextRef="#ctx0" brushRef="#br0" timeOffset="206">265 0 9138,'-6'0'1833,"-2"5"-1483,4 2 0,0 7-315,4 0 1,0 6 59,0-2 0,0 2-21,0-2 0,0 7-128,0-3 0,0 4-354,0-1 1,0-1-728,0 1 0,-3-1 586,-1-2 1,0-5 548,4-2 0,15-8 0,3-2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28.7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375 95 7758,'8'-8'0,"-2"1"667,-1-1-124,3 3-595,-6 0 85,3 5 0,-5 5 329,0 2 1,-5 4-145,-3 4 1,-3 1-28,-3 2 1,-2 4-182,-3 0 1,-2 0 96,3 4 1,-3-2-102,-1 2 1,-4-1-109,1 4 0,-2-1-253,1 2 1,3-3 49,-3-5 0,3 1-133,1 3 1,5-8-72,2 0 1,6-4-150,2-3 63,5-5 595,-3-1 0,6-8 0,3-4 0,-3 0 0,33-58 0,3-7 0</inkml:trace>
  <inkml:trace contextRef="#ctx0" brushRef="#br0" timeOffset="266">166 51 7758,'-5'-11'0,"4"0"1006,-3 0-275,-2 5-530,5-4 48,-4 9 1,5 1 112,0 7 1,4 3-100,-1 1 0,10 5 25,-2 2 1,2 3-46,-2 1 0,4 1-41,-1 3 1,2-2-194,-1 6 0,1-1-176,2 4 1,2 0-200,-5 0 0,-1 0 333,-3 1 0,0-3-421,0-1 1,-3-3-862,-1-5 1,-3-5 13,3-2 1301,-4-3 0,21-26 0,1-5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34.7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287 21 7737,'-11'-11'664,"0"5"0,0 2-464,0 8 0,-4 7 165,0 7 0,-4 8-42,0 3 1,-5 9 14,-2 7 1,0 5-2,4 9 1,0 2-113,0 5 0,6 3-304,5-3 0,5-3 111,6-8 1,5-6-489,2-4 0,8-3 276,3-5 1,3-5-442,1-6 0,0-3-118,0-1 739,0-5 0,10-6 0,3-6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35.5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1 177 7321,'0'-7'-34,"0"0"1,0 3 811,0-3-423,0 4 1,0-3 47,0 2 142,0 3-116,0-4 897,0 5-1099,4 0 1,3 5-115,4 2 0,0 7 101,0 1 1,0 8-225,0-1 1,3 9 76,1 2 0,3 2-279,-3 9 1,5 0 128,-2 11 0,-6-3-281,-1 3 0,-7-1-18,0-6 0,-3-1-174,-1-2 1,-5-10 93,-2-2 1,-8-8 118,-3-3 1,0-1-286,0-7 1,1 0 321,-1-7 1,5-2 305,6-5 0,14-34 0,1-9 0</inkml:trace>
  <inkml:trace contextRef="#ctx0" brushRef="#br0" timeOffset="333">265 144 6132,'0'-6'413,"0"1"0,5 5-524,2 0 147,3 0 1,1 0-388,0 0 0,0 0 171,0 0 0,0 0 180,0 0 0,0 0 0,0 0 0,30-15 0,7-3 0</inkml:trace>
  <inkml:trace contextRef="#ctx0" brushRef="#br0" timeOffset="514">552 34 7759,'0'-7'-1478,"0"-1"2418,0 1-168,0 1-244,0 1-361,0 5 1,3 1-113,1 3 1,3 2-394,-3 5 0,3 1 215,-3 3 1,1-2-612,-1 6 1,-3-2 733,3 1 0,7 42 0,1 6 0</inkml:trace>
  <inkml:trace contextRef="#ctx0" brushRef="#br0" timeOffset="959">1257 442 7768,'-7'0'155,"0"0"0,3 1 281,-3 3 0,3-2 70,-3 6 1,-1-1-162,-3 4 0,0 1-310,0 3 1,-1 3 137,-3 8 0,-1 1-182,-2 2 0,-3 3 118,3-2 0,1-4 84,-2 0 1,6 1-534,-2-1 1,0-4-731,4-4 1,-2-4-868,5 0 1099,4-1 838,-1-7 0,5-1 0,5-25 0,1-4 0</inkml:trace>
  <inkml:trace contextRef="#ctx0" brushRef="#br0" timeOffset="1199">982 464 7768,'-2'-15'0,"-1"0"0,0 4 1151,-4 4-321,5 0 26,-3 1-583,5 1 0,0 6 71,0 3 0,3-1-42,1 8 0,5-2-47,-2 6 0,4 2-99,4 1 1,-3 7-82,3 0 1,2 6-382,1-2 1,2 0 206,-2 0 1,3 0-979,-3 4 1,3 0 531,1 1 0,-5-6-680,-2-3 1,-3-5 1224,-1-2 0,0-19 0,0-1 0</inkml:trace>
  <inkml:trace contextRef="#ctx0" brushRef="#br0" timeOffset="1510">1643 221 7768,'0'-6'681,"0"1"0,0 7-452,0 1 1,0 5-360,0 6 0,0 0 86,0 4 1,4 0-81,-1 5 1,5-1 66,-4 0 1,3 0-520,-3 0 0,-1 0 128,-3 0 0,4-5 448,0-2 0,-1-13 0,-3-3 0</inkml:trace>
  <inkml:trace contextRef="#ctx0" brushRef="#br0" timeOffset="1774">1864 199 7768,'-16'0'10,"2"0"-10,-4 0 0,-1 0 585,-3 0 0,-1 0-165,-3 0 0,-2 0-51,-5 0 1,-1 0-211,-3 0 0,4 4-127,0 0 0,1-1-467,6-3 0,6 0 101,5 0-741,3 0 0,10 0 1075,6 0 0,73-5 0,20-1 0</inkml:trace>
  <inkml:trace contextRef="#ctx0" brushRef="#br0" timeOffset="2459">2029 387 7774,'0'-11'-303,"0"0"413,0 0 1,0 3 1026,0 1-450,0 4-471,5-1 1,-4 5-125,3 2 1,-3 4 110,-1 4 1,4 0-267,-1 0 0,2 5-38,-1 2 1,-2-1-68,6 2 1,-5-5 58,5 5 1,-1-5-205,4 5 1,-4-6 75,1 2 1,-1-3 33,4-1 1,0-4-74,0 1 1,0-6 27,0 2 1,0-3-12,0-1 0,0-1 87,0-3 1,0-2 68,0-5 1,0-4 15,0 1 0,1-2 44,-1 1 0,0 3 145,0-3 1,0-1-108,0 2 0,-4-1 105,0 4 0,-1 0 57,2 0 683,-3 0-119,-5 0 134,0 0-457,0 5 0,-2 1-49,-1 5 1,0 0-107,-4 0 0,3 1-19,-3 3 1,3 2 15,-3 5 1,3 0-37,-3 0 0,1 1-51,-2 3 1,-1-2 63,1 6 0,-1-1-14,-3 4 0,5 4-399,0-1 1,-1 6 147,-3-2 0,2 3-110,1 1 0,0 0 86,4 0 0,0-1 10,4-2 1,0-5 21,0-6 0,0 0-39,0-4-328,0 0-45,0-4 0,2-5-682,1-2-395,-2-8 1529,9-2 0,-4-39 0,5-9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50.3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1 237 7719,'5'-6'661,"-4"1"0,5 5-305,-2 0 1,-2 0 63,6 0 1,-5 3-55,5 4 1,-5 0-156,5 8 0,-5 2-125,5 2 1,-5 5 123,5 2 1,-6 1-104,2-1 0,1-3-143,-2 3 0,1-3-29,-4-1 0,4-1-171,0-3-271,-1 3-191,-3-9 277,0-1 72,0-6 1,0-6 67,0-3 1,0-3-16,0-8 1,0 2 162,0-6 0,1 1-50,3-4 0,-3 0 229,3 0 0,-3 0-76,-1 0 0,1 3 101,3 1 1,-3 0-32,3-4 0,1 4 188,-1 4 0,0 1-42,0 2 1,-3 4 245,3 0-198,2 4 0,-3 0-110,4 6 1,-1 0 56,1 4 1,3 2-80,-2 5 0,1 0 6,2 4 1,0 1 6,0 3 0,0 0-163,1 0 1,-3 0 43,-1 0 0,1-1-88,-1-3 0,-2 2-4,1-6 0,-4 1 67,0-4-40,-1 0 44,-2-5-64,0-1 70,0-5 1,0-5-100,0-2 1,0-3 56,0-1 0,0 0-7,0 0 0,0-4 32,0 1 1,0-5-19,0 4 1,3-4 133,1 0 0,0 2-120,-4-1 0,0 1 371,0-2 0,1-1-122,3 1 1,-3 3 39,2 2 0,4 5-48,0 2 0,-1 4-51,1 0 1,2 1-42,6 2 0,-3 6 2,3 5 1,-2 5-226,2 6 0,-3 2-54,3 1 0,1 0-156,-2 4 0,5-4 134,-5 1 0,1-3-810,-4-1 1,4 0 409,0 0 1,-1-5-709,-3-2 1298,0-8 0,15-12 0,3-7 0</inkml:trace>
  <inkml:trace contextRef="#ctx0" brushRef="#br0" timeOffset="425">839 370 7719,'-11'-18'0,"0"4"0,0 2 672,0 1 0,0 1-212,0 2 0,-2 3-197,-1 5 1,1 0-16,-1 0 0,3 5 61,3 3 1,0 2-218,4 1 1,-3 1 78,3 2 1,0 0-208,4 4 0,0-3 106,0 3 0,0-3-504,0 3 1,5-3 231,3 4 0,-2-6-460,1 2 1,1-3 207,3-1 1,0-1 43,0-3 0,0 2-390,0-6 209,0 1 527,0-4 0,-2-5-115,-1-2 1,0-3 169,-4-1 1,0 0-59,-4 0 0,3-4 331,1 1 1,1-5 28,-1 4 1,-3 0 181,3 0 0,-2 1-69,2-4 1,-3 5-146,3-2 1,1-1 134,-2 1 0,2 4-57,-1 4 0,-2 1-278,6-2 0,-5 3 94,5 5 1,-5 0-174,5 0 1,-5 5 37,5 3 1,-5 2-180,5 1 0,-5 3 30,5 1 1,-2 5-93,1-2 1,-1 1-394,-2 0 0,-2 0 280,6-4 0,-5 4-525,5-5 0,-5 1 859,5-4 0,14-15 0,7-3 0</inkml:trace>
  <inkml:trace contextRef="#ctx0" brushRef="#br0" timeOffset="690">1026 39 7719,'-6'-11'0,"-4"1"0,3 3 0,2 1 634,1 2 1,3 4-131,1 0 0,0 5 0,0 6 0,5 5-179,2 2 0,7 4-110,1 4 1,-1-2-295,-3 6 0,4-1 115,0 4 1,-1 4-144,-3 0 0,0 0 87,0-4 0,-3 0-864,-1 0 1,-3-1 129,3-3 1,-4-3-179,0-8 1,2-1 229,-1-2 702,0-8 0,-4 3 0,4-34 0,3-7 0</inkml:trace>
  <inkml:trace contextRef="#ctx0" brushRef="#br0" timeOffset="1159">1070 370 7719,'-7'-5'0,"0"-3"0,4-1 1076,-1-2-251,3 0-426,1 0 0,1 1-281,3 2 0,2 3 80,5 5 1,5-3-60,3-1 0,1 0 59,2 4 1,1 2-96,-1 1 0,0 3 88,0 5 1,-1 1-454,-3-1 0,1 3 116,-4 1 0,0 3-15,-4-3 0,-4 5 125,1-2 1,-6-1 22,2 1 1,-3-4-208,-1 1 1,4 1-4,-1-2 1,1 1 166,-4-4 1,0-4-78,0 1 60,0-6 25,5 3-307,1-5 1,5 0 94,0 0 1,-4-5-21,1-2 0,-1-3 163,4-1 0,-1 0-44,-3 0 0,3-1 323,-3-3 1,3 3-136,1-3 1,-1-1 299,-3 1 0,3 1-147,-2 3 0,1-3 212,2 3 1,0-1 189,0 8-270,0-4 0,0 6 21,0-1 0,1 6-99,-1 5 0,-4 3-163,0 4 1,-1-3 114,2 2 0,0 2-248,-4-1 1,3 3 69,-3-3 1,3 1-365,-3-1 1,1-3-599,-1 3 0,-3-7 474,2 0 0,2-5-743,-1 5 553,5-6 670,-3 3 0,15-39 0,2-9 0</inkml:trace>
  <inkml:trace contextRef="#ctx0" brushRef="#br0" timeOffset="1315">1677 105 7719,'-5'-15'487,"-3"1"0,0-1-938,0 4 114,4 0-738,4 5 698,0 1 0,1 6 377,2 3 0,4-3 0,28 28 0,7 2 0</inkml:trace>
  <inkml:trace contextRef="#ctx0" brushRef="#br0" timeOffset="1651">1996 259 7730,'6'0'2603,"-1"0"-2079,-5 0 0,0 5-30,0 3 0,-3 3-105,-1 3 1,-5 0-133,2 4 1,-3 1-372,-1 3 1,-3 0 155,-1 0 1,-1 3-738,1 1 1,-1 0 456,-2-4 0,1-1-993,2-3 0,3-2 487,-3-5 0,7-1-436,0-3 1180,6-2 0,12-29 0,8-7 0</inkml:trace>
  <inkml:trace contextRef="#ctx0" brushRef="#br0" timeOffset="1849">1776 226 7730,'-11'-11'0,"1"0"0,3 0 0,-2 4 2124,5 0-1355,1 4 1,3 3-98,0 7 0,5 4-153,2 4 0,4 2-167,4 5 1,3 5-308,8 3 1,-2 2 110,6 1 1,-5-4-313,5 0 0,-6 1 190,2 3 0,1-1-1527,-1-3 0,-4-2 226,-4-5 1,-4-6-1123,0-5 2389,-1-5 0,-2-20 0,0-5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46.0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55 371 7756,'0'-7'2904,"0"2"-2664,0 15 0,0-1-220,0 9 1,-1-3-190,-3 3 1,3 1-231,-2 3 1,-2-4 342,1 0 1,-3 1-859,3 3 1,-1-5 128,1-2 785,3-3 0,-9-16 0,4-3 0</inkml:trace>
  <inkml:trace contextRef="#ctx0" brushRef="#br0" timeOffset="156">44 150 7756,'0'-11'0,"-3"0"0,-1 0 7,0 0 0,4 4-638,0-1 1,5 6 96,3-2 534,1 3 0,27 16 0,6 3 0</inkml:trace>
  <inkml:trace contextRef="#ctx0" brushRef="#br0" timeOffset="715">585 40 7788,'0'-11'696,"0"0"0,0 3 298,0 1-129,0 5-407,0 11 1,0 1-135,0 12 0,0 1 36,0 3 0,0 1-94,0-1 0,-4 2-252,0 5 1,1-3 88,3-1 1,0 0-388,0 4 1,-4 0 71,0 1 1,-1-6-94,2-3 1,0-3-239,-4-3 0,4-3-103,0-5 262,-3-5 0,3-1 65,-4-5 1,4-5-108,0-2 0,1-4 131,2-4 0,-1-2 123,-2-5 0,1 0 46,-1 0 1,0 0 104,-1-1 0,2 1 57,-5 0 0,3 4-143,-3 0 0,-1 4 372,-3-1 1,0 4-138,0 4 0,-1 2 262,-3 5 0,2 1-143,-6 3 1,6 6 129,-2 5 0,3 4-115,1 0 0,4 1-22,-1 2 0,6 3-71,-2-3 0,3 2-253,1-5 0,5 0 5,2 0 1,4 0-45,4-4 0,-2-1-677,6-7 1,-1 2 388,4-6 1,0 1-468,0-4 1,-3 0 877,-1 0 0,25-25 0,10-5 0</inkml:trace>
  <inkml:trace contextRef="#ctx0" brushRef="#br0" timeOffset="1076">706 426 7788,'5'-6'1079,"-3"1"-733,6 5 1,-5 0 89,5 0-453,-1 0 1,4-4-96,0 0 1,1 1-144,3 3 1,-3-2 64,3-1 0,1 0-130,-2-4 1,1 1-66,-4-2 0,0-1 150,0 1 0,-1-2 24,-3-1 1,2 0 30,-5 0 0,-1 0 290,-3 0 0,-1 0 102,-3 0 0,-2 4 118,-5 0 1,0 4 223,0-1 0,-3 4-251,-1 4 0,-4-1 172,5 4 1,-1 4-116,4 4 0,0 1-236,0-2 0,1 3 51,3 5 0,-2-3-147,6-1 0,-1 1-86,4 3 0,1-4-256,3 0 0,2-4-2,5 1 0,1-3-209,3-1 1,-2-1 32,6-3 1,-1-2-332,4-5 1,0-1 822,0-3 0,-1-2 0,-3-5 0,3 0 0,11-30 0,9-6 0</inkml:trace>
  <inkml:trace contextRef="#ctx0" brushRef="#br0" timeOffset="1468">1103 282 7788,'0'-7'0,"0"0"825,0 4-53,0-7 1,0 9-242,0-4-121,0 15 0,0-3-220,0 8 0,0-3 15,0-1 1,0 4-130,0 0 1,0 4 77,0 0 0,0-2-231,0 1 0,0-4 8,0 0 0,0 2-141,0-1 0,0 3-41,0-3 138,0 0 0,0-4-83,0 0 1,1-5 51,3-2 0,-2-3-75,5-1 1,1 0 30,3 0 0,0-5 85,0-2 1,0-7-109,0-1 1,1-3-99,3 3 1,-3-4 266,3 0 1,-3 2-74,-1-1 1,4 0 392,-1-5 1,1 5-170,-4 0 1,0 4 209,0 0 0,-3 3 86,-1 3 45,0-2 1,1 9 265,-1-3-347,-5 3 1,5 6-325,-4 3 1,-2 1 37,3 2 1,-3 2-108,-1 1 1,2-1 116,1 1 0,-2-2-653,3 0 1,-3-1 288,-1 0 1,2 0-1903,1 0 422,-2 0 1751,4 0 0,5-5 0,2-1 0</inkml:trace>
  <inkml:trace contextRef="#ctx0" brushRef="#br0" timeOffset="1801">1511 84 7788,'-7'-17'0,"3"4"1655,4 6-452,-5 0-691,3 1 1,-1 7-10,6 10 0,0 5 84,4 6 0,1 4-70,3-1 1,0 7-125,0 1 1,0 2-604,0 5 0,-1-3 207,-3 3 1,1-3-373,-4 3 0,3-1 298,-3 2 0,0-8-1292,-4-7 0,0-4-313,0-4-780,0 3 1442,0-14 1020,0-2 0,0-40 0,0-13 0</inkml:trace>
  <inkml:trace contextRef="#ctx0" brushRef="#br0" timeOffset="2042">1511 359 7788,'0'-11'1179,"0"0"-796,5 0 0,4 4-138,6 0 0,5 4 33,-2 0 0,4 1-60,4 2 0,2 5-34,5 3 1,-4 1 33,1 2 1,-4 5-245,3 3 1,-6-2-100,-1 1 0,-2-1-150,-9 2 0,1 2 129,-8-3 1,3-2 68,-3-1 0,-1 1-524,-3-2 1,-3-3 251,-1-3 1,0-5-1335,4 5 804,0-6 879,0 3 0,0-20 0,0-3 0</inkml:trace>
  <inkml:trace contextRef="#ctx0" brushRef="#br0" timeOffset="2208">1786 117 7788,'-11'-15'0,"0"1"0,4-1 1054,-1 4-435,6 5-977,-3 1 206,5 5 1,0 1-1487,0 3 1638,5 2 0,21 24 0,9 6 0</inkml:trace>
  <inkml:trace contextRef="#ctx0" brushRef="#br0" timeOffset="2518">1919 95 7788,'0'-17'190,"0"2"1,0 3 1690,0 1-1202,0 5 0,0 2-174,0 8 1,1 3-110,2 8 1,4 2 60,4 5 1,0 1-346,0 3 1,0 2 46,0 5 1,0 1-659,0 3 1,0-1 375,0 4 0,0-4-1220,0 0 1,-4-1 562,0-2 1,-4-5-1571,1-2 1480,-3-3 870,-1-6 0,-5-21 0,-1-9 0</inkml:trace>
  <inkml:trace contextRef="#ctx0" brushRef="#br0" timeOffset="3035">1941 293 7788,'0'-11'0,"0"0"0,0 0 399,0 0 1,0 4-35,0 0 1,1 4-276,2-1 0,5 0 68,6 0 0,0 1-83,4 7 1,4-1 41,4 4 0,4 0 83,-5 4 0,5 4-286,-5 0 0,2 4 96,-1 0 1,-8-2-521,1 1 0,-6-1 128,-2 2 1,-3 1-26,-1-1 1,-5-3 65,2-2 0,-1-1 72,0-2 0,-2 0 39,3 0 1,-1-4 53,0 0 0,0-4 176,4 1 0,0-3 0,4-1 0,0-4 0,0 0 0,0-4 0,1 1 0,-1-2 0,0 2 0,1-4 0,3 0 0,-7 0 0,3-4 0,-2-1 127,2 1 0,-5-1-1,-2 2 1,-3 0 609,-1-4 0,0 4 465,0 0 99,0 1-652,0 2-620,0 5 51,0 1 52,0 15 1,0-1-324,0 9 0,1-1 159,3 2 1,-2 1-188,5-1 1,-3 5-29,3 2 0,-3 0-113,3-4 0,1 0 145,3 0 1,-4 4 112,1-1 0,-6 0 483,2-7 0,-3 2-216,-1-6 0,-1 5 108,-3-4 1,-3-4-75,-8-4 0,1-5-193,-4 2 1,-4-3 101,-4-1 1,2-1-808,5-3 1,0-2 116,4-5 583,-4 0 0,16-19 0,-1-6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44.8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77 7745,'1'-12'0,"2"-1"486,0-2 1,2 4 323,-1 3-35,-3 1-91,4 1-171,-5 1-300,0 20 0,0-2 0,0 13 1,-1-2-156,-3 2 1,2 2 90,-6 5 1,5 1-181,-5-1 0,1 0 72,-4 0 1,4 0-568,-1 0 0,1 0-7,-4 0 1,1-5-249,3-2 0,-3-4 157,3-4 0,2-2-292,1-5 514,-2-5 0,5-2 402,-3-8 0,3-41 0,1-15 0</inkml:trace>
  <inkml:trace contextRef="#ctx0" brushRef="#br0" timeOffset="767">1 254 7746,'0'-11'579,"0"0"-447,0 4 231,0-2-143,0 3 1,5-2-20,2 1 1,-1 3-74,1-3 1,4 1 40,4-2 0,5-1-201,-2 1 0,3-2-31,1-1 1,5 0-107,2 0 0,0 0-184,0 0 0,-5 0 189,2 0 0,0 0-33,-4 0 0,1 5 97,-8 2 1,-4 3 13,-4 1-104,-4 0 274,2 5 0,-10 2 156,-3 8 0,-1-3-92,-2 3 1,0 2 32,0 2 1,-2-2-10,-1 1 1,1 0-47,-1 5 1,1-1-35,2 0 1,0 0-19,0 0 1,0 0 16,0 0 1,4-1-186,0-3 1,4 3 18,-1-3 1,3-2-184,1-1 78,0-3 0,5-2 102,2-3 1,3-2 29,1-5 0,2-4-85,1 1 0,0-6-173,4 2 1,-1-4 128,2-4 1,1 3 96,-1-3 1,2 2-40,1-2 0,-2 3 18,-1-3 0,0 3 132,-4 1 0,0 3-78,-4 1 1,0 3 324,0-3-106,-5 5 232,-1-3-208,-5 10 1,0 1-39,0 5 1,0 0-93,0 0 1,0 0 23,0 0 0,0 0-113,0 0 0,1-1 96,3-3 0,-2 3-134,6-3 0,0-1 62,7 2 0,-2-6-120,6 2 1,-5-3 26,5-1 1,-4 0-38,3 0 0,0-1 66,4-3 1,0-2 28,0-5 1,-3-1-110,-1-3 0,1-1 53,3-2 0,-2 1-63,-1 2 0,-3 1 38,-5-4 1,-4 5 252,0-2-49,-4-2 1,1 4 143,-8-1 0,-2 6 12,-5 5 0,-4 2-105,0 1 0,-4 1 44,0 2 1,2 4-32,-1 4 1,1 0 110,-2 0 0,0 1-38,4 3 0,-3-2 54,3 5 0,0 0-32,4 0 1,1 3-8,3-3 0,-1 3-255,4 1 1,1-1 68,7-3 0,2 2-319,5-5 1,6 2 153,5-6 1,0 1-267,4-8 0,1-1 196,-1-3 0,3 0-994,-3 0 1,0-8 1173,-4-3 0,5-32 0,1-5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43.5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22 298 8100,'0'-6'2597,"0"1"-2324,0 5 0,0 5-58,0 2 0,0 7-393,0 0 0,-1 1-131,-3-4 0,3 0-325,-3 0 1,3 4-1490,1-1 1619,0 1 0,-4-4 504,1 0 0,-1-24 0,4-7 0</inkml:trace>
  <inkml:trace contextRef="#ctx0" brushRef="#br0" timeOffset="147">33 66 7758,'-5'-11'0,"3"0"393,-6 0 0,6 0 301,-2 0-1139,3 5-350,1 1-752,0 5 1547,5 5 0,45 36 0,16 12 0</inkml:trace>
  <inkml:trace contextRef="#ctx0" brushRef="#br0" timeOffset="466">364 232 7758,'-11'-10'407,"0"3"0,0-2 318,0 5-501,0 1 0,0-1 85,0 0-107,0 1 0,3 4-287,1 3 0,5-2 246,-2 5-268,3 1 0,2 3-105,3 0 0,2 0-231,5 0 1,0 0 91,0 0 0,0 0 123,0 0 0,0 4 167,0-1 0,0 1-60,0-4 0,0 0 250,0 0 0,-1 0-76,-3 0 0,2 0 312,-6 0 0,1 0-141,-4 0 1,0-3 291,0-1 1,-1 0-185,-3 4 0,-2-3-45,-5-1 1,-1-5-239,-3 2 0,2 1-316,-6-1 0,1-1-902,-4-3 1,5 0 1168,2 0 0,8-29 0,2-8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42.5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44 7758,'0'-11'-305,"0"0"1519,0 0-353,0 5 67,0 1-254,0 5-317,0 5 1,0 3-69,0 6 0,-4 3-52,1 5 1,-1 1-114,4-1 0,-4 0-93,1 0 1,-2 3-400,1 1 0,2 1 288,-6-1 1,5-3-787,-5 3 0,5-4 402,-5-4 1,4 1-611,-3-8 1,5 2-185,-2-6 1258,-2-2 0,5-29 0,-4-13 0</inkml:trace>
  <inkml:trace contextRef="#ctx0" brushRef="#br0" timeOffset="292">56 33 7758,'-5'-7'395,"-3"0"0,2 4 302,-1 0 99,4-4-278,-2 6-163,5-4 1,2 5-21,1 0 1,3 0-77,6 0 0,3 0-173,4 0 0,2 0-46,1 0 0,5 0-666,2 0 1,-1 0 384,2 0 0,-1 0-382,4 0 1,-5 2 278,-2 1 0,-3-2-775,-1 3 1,-1-3 1118,-3-1 0,-21 10 0,-11 2 0</inkml:trace>
  <inkml:trace contextRef="#ctx0" brushRef="#br0" timeOffset="550">0 430 7495,'5'6'1119,"-3"-1"1,7-1-355,-1 0 1,1 1-302,3-2 1,7-2-162,3 3 1,9-3-102,2-1 1,1 0-307,7 0 0,-1 0-368,4 0 1,-8 0-580,-3 0 1,-9-1-1198,-2-3 2248,0 3 0,-24-9 0,-1 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05:40.5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78 265 7781,'0'-7'-503,"0"0"1023,0-1 34,0 2-224,0 1 0,-1 7-263,-3 1 1,2 5 67,-6 6 1,1 3-133,-4 6 1,4-1 69,-1 0 0,2 0-135,-1 0 0,-2-1-23,6-3 1,-1 5-79,4-4 0,0 3 79,0-8 1,1 5-103,3-5 0,-2 0 49,6-7 0,0 2 80,7-6 1,-3 1-11,3-4 0,1-1 2,-2-3 1,5 2 80,-5-6 0,1 1-71,-4-4 1,4-4-2,0 1 0,-2-1 11,-6 4 0,3-4-4,-2 1 0,-2-1-21,1 4 1,-3 0-24,3 0 87,-4 0 1,1 0-46,-4 0 0,0 3 141,0 1-167,0 5 134,0-3-27,0 5 1,0 5 8,0 2 1,0 3 76,0 1 0,0 0-70,0 0 0,0 3-21,0 1 1,0 4-5,0-5 0,2 1 50,1-4 1,3 0 55,5 0 0,4-5 154,0-2 1,4-3 35,0-1 0,2-6-95,1-5 0,-4-3-221,0-8 0,-4 3 94,1-7 0,-3-1-541,-1 1 0,-1-3 106,-3 3 0,-2 1-62,-5 2 0,0 3-611,0 1 1013,0 3 0,-10 5 0,-2 0 0</inkml:trace>
  <inkml:trace contextRef="#ctx0" brushRef="#br0" timeOffset="1414">773 45 7809,'-5'-11'0,"-3"0"0,3 4 820,2-1-136,-3 6-358,4-3 0,-3 10-66,5 2 0,0 4-52,0 4 0,0 2 16,0 5 0,0 4-43,0-1 1,0 6-164,0-1 1,0 1 101,0 2 0,0 4-319,0 0 1,-1 3 32,-2-3 0,1 0-99,-1-4 1,-2-1 47,1-3 0,0-3 69,4-8 1,0-2 54,0-5-25,-4 0 77,2-5 0,-3-2-21,5-8 1,0 2 44,0-5 1,5-1-19,3-3 1,-2-4-172,1 1 1,0-6 68,5 2 0,0-3-40,2-1 1,-1 0 32,1 0 0,2 0-76,-1 0 1,1 0 80,-1 0 1,-2 1-13,6 2 1,-1-1 110,4 1 1,-5 7-80,-2 1 0,-3 6 345,-1-2-44,0 4 0,-5 3 57,-2 8 0,-3 3-134,-1 3 0,-4 0-47,1 4 1,-6 1 182,2 3 0,2-4-104,1 0 1,-1 1-94,2 3 0,-1-4 3,4 1 0,0-5-87,0 5 1,1-6 52,3 2 0,1-3-85,2-1 0,7-1 39,-3-3 0,3-2-7,1-5 1,-1 0-71,4 0 1,-1-1 60,1-3 1,2-3-43,-5-8 1,3 2 57,-3-6 0,3 5-196,-3-5 0,1 1-2,-2-4 1,-1 3 142,1 1 0,-1 1 87,-2-1 0,-5-3-89,-2 2 0,-3 3 194,-1 2 0,0 1-57,0 2 1,-1 2 207,-3 1 1,1 0-72,-4 4 0,0 0-6,-4 4 0,0 5 26,0 3 1,0 1 74,0 2 1,0 2-106,0 1 1,3 2-35,1 3 1,1 2-174,-2-3 1,2-1 101,3 1 1,1 0-262,-1 0 1,1 2 112,2-6 0,4 5-226,0-5 1,4 1 100,0-4 1,5-1-17,2-3 0,3 2-40,-3-6 0,5 1-96,-2-4 0,-1-5-6,1-2 1,1-4 164,3-4 0,-1-1 192,-3-2 0,2-3 5,-6 3 0,5-3 96,-5-1 1,1 0-77,-4 0 1,-4 3 70,1 1 1,-4 1 119,3-2 1,-5 0 204,2 4 0,-3 4 642,-1 4-363,0 4-112,0-2-390,0 5 1,0 5-41,0 3 1,1-1-8,3 4 0,-3-2-95,3 5 1,-3 2-14,-1-1 1,0 3 43,0-3 1,0 5-107,0-2 1,0 3 49,0 1 1,0-4-22,0 1 0,0-2 77,0 1 1,0 2-176,0-6 63,0 6 0,0-8-92,0 3-51,0-8 152,0-2 0,1-6-383,3-3 0,-1-2 135,4-5 0,0-1-77,4-3 0,-3 2 131,-1-6 1,0 1 117,4-4 0,0 1 9,0 3 1,0-2 102,0 5 1,3-3 89,-3 3 0,2 1-123,-5 3 0,2 1 99,1 2 1,-4 0 4,0 4 1,-3 1 116,3 3 1,-3 1 7,3 2 1,0 0 19,0 4 1,1 1-43,-4 3 0,5 0-91,-2 0 0,-1-2-45,1-1 1,-3 2 54,4-3 1,-5 2-213,5-2 157,-1 3-110,4-4 0,0 0-117,0-2-121,0-3 0,0-1 74,0 0 1,0-4-78,0 0 1,0-4 57,0 1 0,-4-3 109,1-1 0,-2 0 183,1 0 0,2 0-62,-5 0 1,-1-4 81,-3 0 0,0 1-78,0 3 0,-1 1 277,-3 2 1,-2 0-20,-5 4 0,3-3 70,-3 3 0,2 0 68,-6 4 0,2 5-83,-2 3 1,2 1 68,-6 3 1,6 3-81,-2 4 1,-1-2 91,1 1 0,1 1-107,3 3 1,1 3-132,3 1 0,2 0 8,5-4 0,0 0-126,0 0 1,1-5-169,3-2 0,5-3 142,6-1 1,5-1-986,-2-3 0,3-2 492,1-5 1,0-1-985,0-3 0,-1 2 166,-3-5 1305,-2-1 0,0-27 0,1-7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7:19.5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177 216 7570,'-2'-11'-191,"-1"0"0,0 4 138,-4 0 0,5 3 39,-2-3 0,-2 4 204,-2 0 0,2-2-119,-1 1 0,0 0-53,-4 4 0,3 0-24,1 0 1,-1 0 60,-3 0-91,0 0 0,0 4 61,0 0 0,4 3-166,0-3 1,3 3 91,-3-3 1,3 3-39,-3-3 0,4 4 30,0 0 0,1-2-1,2 1 1,0-3 47,0 3 1,2-3 10,1 3 0,0-4-7,4 0 0,0 2 10,4-1 0,0 0-12,0-4 1,0 3-2,0 1 0,0 1-89,1-2 0,-1-1 60,0 1 1,0 2-9,0-1 0,0 3 40,0-3 1,0 1-58,0-1 20,0 2 0,0 5 1,0 0 1,-1-4 324,-3 0-233,3 1 0,-8 3 129,6 0 1,-6 0-42,2 0 1,-4-1 51,-4-3 1,2 3-5,-6-3 0,0 2-102,-7-2 0,3 2-95,-3-6 0,1 5 64,0-5 1,2 1-147,-3-4 0,3 0 93,1 0 0,0 0 32,0 0 1,-1 0-33,1 0 1,2-1-1241,1-3 1240,-1-2 0,17-30 0,-1-5 0</inkml:trace>
  <inkml:trace contextRef="#ctx0" brushRef="#br0" timeOffset="215">320 294 7744,'7'1'-804,"1"3"0,-5-3 1514,5 2 0,-5 2-199,5-1 1,-6 5-421,2-2 0,1 3-9,-2 1 1,1 0-422,-4 0 0,0 0 214,0 0 0,0 4-507,0-1 1,-1 0 128,-3-7 503,3 3 0,-14-9 0,3 4 0</inkml:trace>
  <inkml:trace contextRef="#ctx0" brushRef="#br0" timeOffset="790">386 18 7744,'-7'-1'-306,"-1"-3"344,6 3-714,-3-9 676,5 9 0,15 1 0,3 6 0</inkml:trace>
  <inkml:trace contextRef="#ctx0" brushRef="#br0" timeOffset="1868">552 238 7312,'0'-6'-739,"0"-3"889,4 7 0,-1-3-88,4 5-33,-4-4 1,6 2 24,-1-1 0,-2 1-12,1 2 0,1 0-50,3 0 1,-4 0 50,0 0 1,1 0-128,3 0 1,0 2 137,0 1-129,0-1 1,-1 7 11,-3-1 1,-2 1 24,-5 3 0,0-4 16,0 3 1,-1-2-2,-3 5 1,-2 0 68,-5 1 1,-4-3-67,0 2 1,1 2 150,3-1 0,0 1-75,0-1 1,0-3-34,0 3 1,4-3-8,4-1-12,2 0 1,1 0 105,0 0-87,0-5 1,4 3 3,4-6 1,-2 1-12,1-4 0,1 0 25,3 0 1,1 0-18,3 0 1,-3 0 28,3 0 1,-2-4-38,2 1 1,-3-5 2,3 5 1,-2-5-46,2 5 0,-3-5 49,3 5 1,1-2-13,-2 1 0,1 2 5,-4-6 0,0 5 3,0-5 1,-3 5-8,-1-5 1,0 5-33,4-5 0,0 5 10,0-5 1,-3 6-2,-1-2 0,0-2-61,4-1 1,-1 0 70,-2 0 1,1 1-131,-1-1 1,-2-2 67,1 5 0,-3-4 35,3 0 0,-4 2-13,0-1 0,0 1 200,0-1-112,-1-3 98,3 4 1,-7-4 6,-1 2 1,0 2 1,-4 3 12,0 1 0,-5-2-60,1 4 0,0 0 33,0 0 1,0 0-45,0 0 0,0 4 8,0 4 0,0 2 9,0 1 1,1 0 12,3 0 0,-3 0 20,3 0 0,1 1-44,-2 3 0,6-2 49,-2 5 0,3-3-48,1 4 1,1-5 127,3 5 1,2-6-60,5 2 0,5 0-47,2-4 1,3 1-88,1-9 1,5 5 109,3-5 0,-2 1-257,1-4 1,-1-5 74,2-2 1,-3-3-343,-5-1 1,-1 0 196,-3 0 0,-6 0-1095,-4 0 261,-6 0 465,8 0 0,-10 1-86,0 3 635,-5 2 0,-21 5 0,-3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7:18.6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155 453 7849,'5'-11'444,"-4"0"1,4 3-129,-5 1-84,0 4-151,0-2 0,-5 5 62,-2 0 1,1 2-197,-2 1 0,1 1 97,-4 7 0,-4-2-140,1 5 0,-1 3 13,4 2 0,0 2-12,0 1 1,0 0 3,0 0 1,5 0-118,2 0 1,-1-1 24,1-3 1,1 2 132,3-6 0,3-3 76,1-3 1,5-5-82,-2 5 1,3-6 115,1 2 0,-4-8-108,1-3 0,-1 0 6,4-4 0,-4 2 30,1-6 0,-2 3 0,1 1 0,3-4-60,-3 1 1,-1-1 42,2 4 1,-5 0-8,5 0 0,-6-1-3,2-3 1,1 6 95,-2-2-119,1 3 20,-4-3 69,0 0 0,-1 5 39,-3 2-171,3 3 92,-4 1 32,0 5-42,4 1 33,-4 5 0,6-4-23,3 0 1,-2-4 72,6 0 0,-5-1 6,5-2-27,-1 0 1,4 0-26,0 0 1,4 0 4,0 0 0,-1-2 4,-3-1 0,5-3 6,3-5 1,-2-4 68,1 0 0,-3-4-58,3 0 1,-1-3-124,2-3 1,0 1-1,-4-1 1,0-2-100,-4 1 1,-1-4 91,-3 5 1,-2-5 54,-5 5 1,-5-5 3,-2 4 1,-3 1-23,-1 3 0,0 3 186,0 1 0,0 6-65,0 1 1,0 1 459,0 6-297,0 1 0,1 4-16,2 2 0,0 4 6,4 4 0,0 5-80,4 2 1,0 3 106,0 1 1,0 3-110,0 1 1,0 5-14,0-2 0,2 4 22,1 4 1,2-3-153,3 3 0,1-1 8,-1 0 0,2-1-73,1 1 1,-2-1-191,-1-2 0,0-1 113,-4-3 0,1-3-61,-1-8 1,-3 2 20,2-6 0,-1-3-899,-2-3-37,0-6 571,0 3 1,0-6 549,0-3 0,-5-21 0,-1-11 0</inkml:trace>
  <inkml:trace contextRef="#ctx0" brushRef="#br0" timeOffset="165">387 552 7744,'0'-8'319,"0"1"0,0 3-22,0-3 0,1 3-685,2-3 0,0 5 101,4-2 1,1-1-14,3 1 0,1 1-500,3 3 800,-3 0 0,58 0 0,8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7:47.7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341 241 7803,'0'-11'337,"0"5"0,0 0-44,0 2 95,0 3 48,0-4-78,0 5-217,0 5 0,-3 3-99,-1 6 1,-1 0-169,2 4 0,1 1 88,-1 3 1,0 0-265,0 0 0,1 1 166,-1 3 0,-2-3-86,1 3 1,-1-6 33,1 3 1,3-9-205,-2 5 1,-2-6 79,1-2 1,0 0-354,4 0 309,-5-5 356,4-1 0,-4-6 0,5-3 0,0-2 0,0-5 0,0-4 0,0 1 0,2-6 0,1 2 0,0-3 0,4-1 0,-5 0 0,2 0 0,1 2 0,-1-2 0,-1 6 246,-3-6 0,4 4-53,0-1 0,-1 2 312,-3 3-126,5 1-132,-3-3 0,4 10 123,-3 3-190,-1 1 0,6 4-52,-4 1 0,3 5-8,-3 6 0,4 0-201,0 4 0,0-3 63,0 3 1,1 1-180,-1 3 1,2 0 71,1 0 1,0-1-79,0-3 0,-4 2 45,0-6 0,1 5-197,3-5 267,0 1 0,0-5 13,0-3 1,0-2 151,0-5-116,0 0 1,0-5 125,0-2 0,-4-7-69,1 0 1,-5-6 172,5 2 1,-6-4-50,2-4 1,-3 1-104,-1-4 0,1 1 0,3-2 1,-3-4-97,3 5 0,-2-4-492,2 7 1,-2 0 56,6 4 492,-1 0 0,14 15 0,2 3 0</inkml:trace>
  <inkml:trace contextRef="#ctx0" brushRef="#br0" timeOffset="476">1168 374 7418,'8'-4'-93,"-1"0"1,-5-1 1153,2 2-262,2 2-198,-5-4-375,4 5 188,-5 0-329,-5 0 1,-2 1 68,-8 3 0,-2-2-312,-5 5 0,-5-3 129,-2 3 0,1-3-455,-2 3 0,6-4-259,-2 1 0,3 0 373,1 0 1,1 0-180,3-4 1,2 0 548,5 0 0,24-5 0,7-1 0</inkml:trace>
  <inkml:trace contextRef="#ctx0" brushRef="#br0" timeOffset="724">1036 297 7682,'0'-11'1450,"0"0"-638,0 4-58,0 2 17,0 5-459,5 0 0,-4 7-79,3 4 1,-3 1-200,-1 6 0,0-3 49,0 3 1,0 1-462,0 3 0,0-4 306,0 0 1,0 0-844,0 0 1,-4 2 410,1-6 0,-1 1-235,4-4 0,0 0-79,0 0 818,0 0 0,0 0 0</inkml:trace>
  <inkml:trace contextRef="#ctx0" brushRef="#br0" timeOffset="1000">1301 142 7682,'0'-11'548,"0"0"501,0 5-554,0 1 1,1 5 20,2 0 0,0 5-416,4 2 1,-3 8 63,3 3 0,1 8-130,3 4 0,-4 1 57,0 3 0,1-1-878,3 0 0,-4 3 472,0 1 1,-3-1-1780,3-7 2094,-4-2 0,2-10 0,-5-1 0</inkml:trace>
  <inkml:trace contextRef="#ctx0" brushRef="#br0" timeOffset="1558">1411 43 7997,'0'-11'861,"0"0"0,0 4-482,0-1 0,1 6 69,3-2 1,-2 8-21,6 3 1,0 3 12,7 1 0,-2 5-185,6 2 1,-5 7-4,5 0 1,-2 6-357,1-1 1,2 1 130,-5 2 1,-2 4-479,-6 0 0,-2 1 262,-5-1 0,0-7-849,0 3 1,-8-3 211,-3-1 1,-8-2 2,1-5 1,-4-1 821,-4-3 0,-22-2 0,-9-5 0</inkml:trace>
  <inkml:trace contextRef="#ctx0" brushRef="#br0" timeOffset="2060">176 98 7669,'-11'0'0,"3"0"855,-4 0 1,6 5-343,-8 2 0,4 3 171,-5 1 1,-1 5-186,2 2 0,-5 8-16,4 4 1,1 3-440,3 3 1,5 2 29,2 3 0,4 0-275,4-4 1,3 0 208,8-4 1,3-4-1455,8 1 0,2-9 1446,5 1 0,29-17 0,8-2 0</inkml:trace>
  <inkml:trace contextRef="#ctx0" brushRef="#br0" timeOffset="2510">2083 142 11279,'-11'10'749,"4"-1"-638,0 9 1,-4 0-15,-4 4 0,0 0-45,4 0 0,-4 5-488,1 3 0,-1-3 285,4-2 1,1-1-916,3-2 0,-3-1 459,3-3 1,1-2-205,-2-5 1,5-5 810,-5-2 0,11-18 0,-2-4 0</inkml:trace>
  <inkml:trace contextRef="#ctx0" brushRef="#br0" timeOffset="2708">1896 175 7669,'-11'-11'0,"4"1"858,-1 3 1,5-1 170,-5 4-223,6 0-547,-3 4 1,5 1 255,0 3 1,5 2-150,2 5 1,7 1-228,0 3 1,6 2-337,-2 5 0,7 0-401,0 0 0,6 2-276,-2 1 0,0 0 118,0 4 756,0-4 0,14 26 0,3 2 0</inkml:trace>
  <inkml:trace contextRef="#ctx0" brushRef="#br0" timeOffset="3001">2579 197 7669,'-7'-9'515,"0"1"414,4 3-442,-2 5 0,2 2-147,-1 1 1,0 7-325,4 5 0,0 4 56,0 0 1,0 5-196,0 2 1,0 1 123,0-1 1,0-2-817,0 5 0,0-4-274,0 1 1,0-4 660,0-4 1,2 0 427,1-7 0,-2-22 0,4-13 0</inkml:trace>
  <inkml:trace contextRef="#ctx0" brushRef="#br0" timeOffset="3285">2535 208 7669,'0'-11'-29,"0"4"218,0 0 97,0 4-17,5-7 86,1 9 1,5 1-102,0 8 0,0 6-250,0 5 0,0 1 115,0 2 1,4 4-262,0 0 0,3 3-109,-3-3 0,5 1-105,-2-1 1,-2-3 215,-1 3 0,0-7-81,0 0 1,-4-11 77,-3 0 13,-6-6 1,3-4 435,-5-6 0,0 0-182,0-11 0,-1-3 282,-3-3 1,-1-5-212,-2 4 1,-3-4-108,3 0 1,0 2-206,0-1 0,5 4-427,-2 0 1,3 1 31,1 2 1,0 5 48,0 2 463,0 3 0,19 16 0,6 3 0</inkml:trace>
  <inkml:trace contextRef="#ctx0" brushRef="#br0" timeOffset="3584">3296 495 7669,'-7'-4'95,"-1"1"1,5-2 134,-5 1 0,5 3 373,-5-3 1,1 2-200,-4-2 1,0 3-88,0-3 1,-4 3-331,0 1 0,-3 0 83,3 0 0,-3 0-714,3 0 1,-3 0 376,3 0 1,1 0-717,2 0 1,1 0 982,0 0 0,10-5 0,2-1 0</inkml:trace>
  <inkml:trace contextRef="#ctx0" brushRef="#br0" timeOffset="3775">3109 374 7669,'0'-11'0,"0"5"0,-2-3 1755,-1 5-710,1 1-496,-2 3 1,5 0-262,2 0 0,0 5-136,4 2 1,-3 6-644,3 2 1,-3 1 383,3-1 0,-1-2-423,2 6 0,2-6-167,-3 2 1,-1 1 696,1-2 0,11 1 0,5-4 0</inkml:trace>
  <inkml:trace contextRef="#ctx0" brushRef="#br0" timeOffset="4026">3395 275 7669,'0'-7'3114,"0"-2"-2188,0 7-782,0 7 0,4 4 7,0 9 0,4-3-559,-1 3 1,2 1-120,-2 3 1,3 3-436,-2 1 0,1 0 187,2-4 1,-3 0-31,-1 0 805,0-5 0,4-6 0,0-6 0</inkml:trace>
  <inkml:trace contextRef="#ctx0" brushRef="#br0" timeOffset="4286">3539 109 7674,'-5'-11'1872,"3"-5"-773,-3 4-674,5-4 0,7 10-131,4 2 1,1 8 380,6 3 0,4 4-216,4 4 1,3 3-103,-3 8 1,4-1-750,-5 4 1,1 4 313,-4 4 1,-5 1-485,-2-1 1,-4-3 381,-4 3 1,-2-2-1490,-5 2 0,-5-7 1669,-2 4 0,-42 1 0,-11 4 0</inkml:trace>
  <inkml:trace contextRef="#ctx0" brushRef="#br0" timeOffset="4884">2337 120 7660,'-6'11'0,"1"1"585,0 3 1,3 2-130,-6 5 1,6 5-33,-2 3 1,4 4-82,4 6 1,3-3-120,8 7 0,2-3-186,5-1 0,5 3 67,2-3 0,2-7-1135,-2-3 0,-2-7 602,-5-4 1,-5-5 427,-2-6 0,-7-18 0,-4-9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8:11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56 221 7712,'0'-11'-513,"0"3"210,0 1 922,0 4 1,1-5 593,3 4-855,-3 1 1,5 3-94,-2 0 1,-3 1-67,3 2 1,-3 4-98,-1 4 0,0 1 89,0 3 1,0 0-265,0 4 1,-5 2 80,-2-3 1,-3 3 152,-1 1 1,4 4-675,-1-1 1,2 1 252,-1-4 0,-2 0-240,6 0 1,-1-1 186,4-3 0,0 2-82,0-5 1,5-1 88,2-3 1,7 0-36,0 1 0,6-5 42,-2 0 0,3-4 299,1 0 0,0-3 0,0-3 0,2-3 0,1-5 0,33-40 0,12-9 0</inkml:trace>
  <inkml:trace contextRef="#ctx0" brushRef="#br0" timeOffset="283">67 199 7729,'-10'-2'0,"3"-1"449,-3 1 1,5-4 191,-2 3-618,2 1 0,10-2 77,2 4 0,8-2 34,3-1 0,4 0-301,4-4 0,2 3 95,5-3 0,0 1-677,0-2 0,0 0 113,1 4 636,-1-4 0,5-8 0,1-8 0</inkml:trace>
  <inkml:trace contextRef="#ctx0" brushRef="#br0" timeOffset="457">34 331 7164,'11'-6'-552,"0"2"0,1-2 552,3-1 0,7 2 0,26-12 0,11-5 0,6 0 0,1 1 0</inkml:trace>
  <inkml:trace contextRef="#ctx0" brushRef="#br0" timeOffset="968">552 66 9904,'0'11'372,"0"5"-187,0 3 1,0 1-180,0 3 1,0 0 84,0 3 0,0-2-258,0 5 1,0 0 141,0 0 1,0 2-608,0-6 0,0 5 332,0-5 0,0-3 112,0-3 0,0-4-1219,0 3 1407,0-5 0,10-16 0,2-11 0</inkml:trace>
  <inkml:trace contextRef="#ctx0" brushRef="#br0" timeOffset="1452">905 254 7729,'0'-11'377,"0"0"0,-1 1-56,-3 3 1,2-2-285,-6 5 0,4 1 117,-3 3 0,0 0 176,-4 0 0,0 6-160,0 5 1,-2 1-146,-1 6 1,-2-3 52,-3 3 0,4 1-93,4 3 0,-3 0-120,3 0 1,-2 0 66,5 0 0,3 0-195,2 0 1,1-1 120,2-3 0,0 2-83,0-5 1,0-1 44,0-3 1,5-1-84,3-2 0,1-4-6,2-4 1,-3 0 73,-1 0 0,4-4-21,4-4 0,0-5 67,-4-2 0,1-5 175,3 2 0,-3-3-106,3-1 1,-4 4 92,-4-1 0,3 1-75,-3-4 1,2 0 310,-2 0 1,2 0 7,-6 0 0,1 1 126,-4 3 0,1 0 280,3 4 186,-3 6-97,4-6-436,-5 12 1,-4 2-72,1 8 1,-1 3-66,4 4 0,0-2-75,0 5 0,0-3 94,0 3 1,0 1-381,0 3 1,0 0-353,0 0 0,0-1 321,0-3 0,0 2-603,0-6 0,0 6-145,0-2-612,0-2 1572,5 0 0,21-34 0,9-8 0</inkml:trace>
  <inkml:trace contextRef="#ctx0" brushRef="#br0" timeOffset="1852">1203 143 7729,'-7'-4'377,"-2"2"-264,1-1 0,2-2 1107,-1 1-681,-1 0 0,-3 4-46,0 0 0,4 2-267,0 1 0,-1 0-2,-3 4 1,2 0-132,1 5 0,-2-3 106,3-1 1,1 1-252,-1-1 1,4 2 85,-1 1 0,3 0-412,1 0 0,0 0 66,0 0-181,0 0 0,4 0 206,0 0 1,4-4-44,-1 1 1,3-2 53,1 1 1,0 2 45,0-6 1,0 2 8,0-1 1,0-3 13,0 3 0,0 1 279,0-2 0,-3 2-77,-1-1 0,1-3 116,3 3 0,-4 1 239,0-2 107,-4 6-152,7-3-233,-9 5 1,-1 0 57,-8 0 0,-1-4-18,-2 1 0,-5-1-394,-3 4 1,-2-3-184,-1-1 1,-3-3-1031,-1 3 1495,0-5 0,14-16 0,2-11 0</inkml:trace>
  <inkml:trace contextRef="#ctx0" brushRef="#br0" timeOffset="2252">1335 44 7729,'0'-11'114,"0"0"685,0 0 918,0 5-241,0 1-1056,0 5 0,5 5-75,2 2 1,-1 7-88,2 1 1,-2 8-277,1-1 0,3 6 87,-3-2 0,2 4-130,-2 0 1,3 2-294,-3 1 1,-2-1-386,-1-3 0,1 2 38,-2-6 1,1 5-321,-4-5 0,0-4-802,0-6 1823,0-3 0,-5-30 0,-1-8 0</inkml:trace>
  <inkml:trace contextRef="#ctx0" brushRef="#br0" timeOffset="2560">1346 276 7729,'0'-8'425,"0"1"1,0 3-56,0-3 0,0 3-231,0-3 0,1 5 73,3-2 0,2 1 26,5 0 0,0 2-88,0-3 1,5 3-87,2 1 1,4 0 94,4 0 1,-3 0-119,3 0 1,1 0-178,-1 0 0,-1 5 20,-3 2 1,-1 3-41,-2 1 0,-3 1 73,-5 3 0,-2-2 12,-1 6 0,-3-1-13,-5 4 1,0-4-33,0 1 0,0-1-69,0 4 0,-4-5 52,0-2 0,-3-3-490,3-1 1,-1-3-181,2-1 803,1-5 0,2-31 0,7-14 0</inkml:trace>
  <inkml:trace contextRef="#ctx0" brushRef="#br0" timeOffset="2708">1632 55 7729,'-11'-11'342,"0"0"0,4 1 163,0 3-799,4-3 193,-2 9 1,7-4-673,1 5 1,3 0-57,5 0 829,0 0 0,15 10 0,4 2 0</inkml:trace>
  <inkml:trace contextRef="#ctx0" brushRef="#br0" timeOffset="3144">1974 276 7726,'-11'-10'296,"0"3"-66,0-3 1,0 7-19,0-4 0,0 5 92,0-2 0,0 3-65,0 1 1,0 1-1,0 3 0,4 0-40,-1 4 1,1 3 12,-4 0 0,4 1-104,-1 7 1,6-5 56,-2 5 0,3-1-132,1 4 1,1-2-13,3 2 0,2-6-113,5 6 0,5-6-129,2 2 1,4-5 126,4 2 0,-3-6-507,3-2 0,-3-5 280,-1 2 1,-3-3-684,-1-1 0,-1-6-2,2-5 1006,-8 0 0,-7-29 0,-4-2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8:11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43 110 7710,'-11'0'680,"0"0"-129,5-5-181,-4 4-325,9-4 0,-2 5 102,6 0 0,0 0-70,4 0 1,0 0 52,4 0 0,4 0-83,0 0 0,3 0 26,-3 0 1,1 0-14,-1 0 1,-3 2-539,2 1 0,-3 0 257,-3 4 1,0-3 54,-4 3 0,1-3 87,-1 3 0,-3-3 81,3 3 1,-8 0-60,-3 4 1,0-3 61,0-1 1,0-3-43,-4 3 0,0-1 125,0 2 1,0 0-72,0-4 1,0 3 2,0-3 0,0 3-24,-1-3 5,6 0 0,-2-3-65,4 3 56,0-3-2,4 4 0,2-5-37,1 0 1,3 0-6,5 0 1,1 0-59,-1 0 1,1 0 78,2 0 1,-1 0-72,1 0 1,0 3 61,1 1 0,-2 1-69,5-1 0,-4-2 53,1 5 1,-3-3 102,-1 3 0,-4 1-100,1 3 0,-6 0 146,2 0 1,-3 0 1,-1 0 0,0 0 89,0 0 1,-6 0-40,-5 0 0,-1 0-91,-7 0 0,3 0-87,-6 0 1,3 0 90,-7 0 0,3-4-348,1 1 1,0-6 25,-1 2 1,5-4-356,0-4 619,9 3 0,14-43 0,13-5 0</inkml:trace>
  <inkml:trace contextRef="#ctx0" brushRef="#br0" timeOffset="366">473 44 7712,'-6'-11'557,"-4"0"1,6 4-419,-4-1 102,3 6 397,5-3-374,0 5 1,5 5-45,3 2 1,1 3-24,2 1 1,2 5-18,1 2 1,3 3-69,6 1 1,-1 0-134,0 0 1,-2 5-17,-1 3 1,0 2-213,-4 1 0,-1 0 52,-7 0 0,-2-4 55,-5 1 1,-6-2-226,-5 1 0,-5-2 134,-6-5 0,3-5-545,1-2 0,1-3 13,-2-1 765,8-5 0,21-30 0,9-13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8:18.3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67 110 7695,'6'0'788,"-1"0"0,-4 0-360,3 0-208,-3 0 1,4 2-80,-5 1 1,0 5 54,0 6 0,-4 3-159,0 5 1,-3 1-96,3-1 0,-3 3-91,3 1 0,-3 5 85,3-2 0,-4 2-138,0-2 0,4 2-492,0-6 0,-1 1 292,1-4 1,-1-1-294,2-3 1,2-2 694,-3-5 0,3-5 0,10-20 0,4-11 0</inkml:trace>
  <inkml:trace contextRef="#ctx0" brushRef="#br0" timeOffset="424">254 342 7702,'1'-10'-1809,"3"3"3673,-3 2-1275,4 5 1,-5 1-230,0 3 1,0 3-230,0 8 0,0-3-86,0 3 0,-3 1-34,-1-2 0,-1 5 122,1-5 0,3 5-123,-3-5 1,2 1 222,-2-4-542,3 5 1,-4-4 167,5 3-1,0-6-474,0-2 174,0-5 172,0 3 1,1-6 82,3-3 1,2 2 87,5-5 0,-3-4 93,-1-4 0,0 0-100,4 4 0,4-4 129,0 1 1,-1-5-103,-3 5 1,2-5 165,1 5 0,-1-5-16,1 5 1,-1-1 77,-2 4 1,0 0 331,0 0-177,0 5-100,0 1 1,-4 6-81,0 3 1,-4-1-93,0 8 0,-1-2 87,-2 6 1,0 1-189,0-2 1,0 5-82,0-5 0,-4 1-196,0-4 0,1 0-1241,3 0 767,0 0 820,5 0 0,25-19 0,12-6 0</inkml:trace>
  <inkml:trace contextRef="#ctx0" brushRef="#br0" timeOffset="697">783 287 7702,'0'-11'640,"-1"3"-340,-3 1 0,2 5-37,-5-2 0,3 3-66,-3 1 0,-1 1 94,-3 3 1,0 2-39,0 5 0,0 0 38,0 0 1,0 1-68,0 3 0,0-2-32,0 6 0,4-2-286,-1 1 0,6 2 128,-2-6 1,3 6-561,1-2 1,1-2 283,3-1 0,3-3-359,8-1 1,-2-5 210,6-2 1,-4-3-282,3-1 0,-3 0 172,3 0 0,-3-5 499,3-2 0,15-42 0,8-11 0</inkml:trace>
  <inkml:trace contextRef="#ctx0" brushRef="#br0" timeOffset="1123">1059 143 7712,'0'-11'556,"0"0"1,0 4 553,0 0-334,0 4-419,0-2 1,0 7-64,0 1 0,0 3 56,0 5 0,-4 4-110,1 0 1,-5 6-146,5 1 1,-2 0-54,1 3 0,2 2-251,-6-1 0,5 0 48,-5-4 0,6 0-715,-2 0 0,-1 2-274,1-2 1,1 2 541,3-10 1,-4 1-597,0-4 1204,1 0 0,3-5 0,19-25 0,6-12 0</inkml:trace>
  <inkml:trace contextRef="#ctx0" brushRef="#br0" timeOffset="1499">1213 298 7712,'6'-5'1214,"-1"4"-961,-5-4 1,0 6-44,0 3 0,0 2-223,0 5 0,-3 0 66,-1 0 0,-3 4-46,3-1 0,-1 5-5,1-5 1,3 5-126,-3-5 1,3 5-170,1-5 1,0 1 156,0-4 1,0 0-229,0 0 0,1-3 135,3-1 0,-1-5-50,4 2 1,2-3 110,5-1 1,-2-5-57,3-2 0,1-6 99,-1-2 0,3-5 79,-3 2 1,3 1 62,-3-2 0,0 2-83,-4-1 1,0-2 147,0 6 1,-1-1-101,-3 4 1,3 0 130,-3 0 1,-2 3 17,-1 1 334,-3 5-250,4-3 0,-4 10-67,3 2 0,-3 3-78,-1 1 1,-1 0 29,-3 0 1,3 4-286,-3-1 0,2 2 104,-2-1 0,3-3-444,-3 3 0,3-3 524,1-1 0,24-5 0,7-1 0</inkml:trace>
  <inkml:trace contextRef="#ctx0" brushRef="#br0" timeOffset="1974">1897 0 8170,'-6'0'1086,"1"0"1,4 1-721,-3 3 0,1 6-88,-4 4 1,3 6-178,-3-2 1,3 3 63,-3 1 1,1 4-128,-1 0 1,-3 3 46,2-3 0,2 0-472,-1-4 1,3 0 76,-3 0 1,4-5-490,0-2 502,2-3 0,1-5-143,0 1-186,0-6 1,0-6 250,0-7 1,0-6 63,0 2 1,0 0 368,0 0 1,3 1 17,1-4 0,0 5 25,-4-2 0,0 3-52,0 1 0,0 0-86,0-1 0,-5 5 151,-3 0 0,2 4-25,-1 0 1,-2 5 163,-5 2 0,0 9-76,-4 2 0,4 5 90,0 2 1,0 0 3,-1 0 1,7 0-108,-3 0 1,3-1-175,1-3 1,2 3 97,5-3 0,0-2 42,0-1 0,0-7-65,0 0 0,5-6-657,2 2 0,3-3 9,1-1 0,2-1-253,1-3 1,0-2 835,4-5 0,10-20 0,7-4 0</inkml:trace>
  <inkml:trace contextRef="#ctx0" brushRef="#br0" timeOffset="2332">1886 320 8283,'7'0'95,"0"0"0,-3 0 73,4 0 1,-5 0-73,5 0 1,-5 0-201,5 0-28,-1 0 0,4 0 116,0 0 1,-4 0-109,1 0 1,-1 0 20,4 0 1,-4 0-146,1 0 1,-1-5 90,4-2 0,-4 0-4,1 0 1,-2 0 127,1-4 0,2 0-16,-5 0 0,-1 0-38,-3 0 0,0 0 1,0 0 1,-1 4 78,-3 4 0,2 2 150,-6 1 1,0 0 204,-7 0 0,3 1-162,-3 2 0,-1 4 211,2 4 0,-1 1-146,4 3 1,0-3 82,0 2 1,0 2-126,0-1 1,5 3 1,2-3 1,-1 0-547,1-4 1,1 4 198,3-1 1,5-3-777,2-3 1,3-5 67,1 5 844,5-6 0,60-26 0,-29 5 0,1 1 0</inkml:trace>
  <inkml:trace contextRef="#ctx0" brushRef="#br0" timeOffset="2649">2250 154 7712,'-11'0'0,"0"0"466,0 0 0,3 4-19,1 0 1,-1 3-101,-3-3 0,5 4-241,3 0 1,-2-2 103,1 1 1,0 1-249,4 3 0,0 0 80,0 0 0,0 0-27,0 0 0,5 0 91,3 0 1,-2-1-189,1-3 0,-3 3 4,3-3 0,-1 3-37,2 1 0,0-4 89,-4 1 0,3-1 57,-3 4 0,0-4 82,-4 1 0,0-1-70,0 4 60,0 0 0,-2 0-64,-1 0 1,-3-1-473,-5-3 1,-4 3-233,0-3 1,-3-1-1356,3 2 2020,-5-6 0,3-7 0,-5-7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8:16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45 232 8992,'6'0'529,"-1"5"1,-5 1-508,0 5 0,0 2 61,0 1 1,0 0 69,0 4 1,-4 4-6,0 4 1,0 0-160,0-4 1,1 4 31,-4-1 0,3 1-495,-3-4 0,5-5 207,-2-2 1,-1-3-58,1-1 138,1-5 138,3-1 0,0-6-57,0-3 0,0-2 52,0-5 1,0-5-55,0-2 0,5 1 58,2-2 0,3 2-107,1-1 1,0-3 89,0 3 0,1-3-108,3-1 1,-3 3 150,3 1 0,2 1-73,1-2 1,3 2 142,1 3 1,-4 3-76,1 0 0,-6 1 100,2 6-155,-3 0 205,-1 4 0,-5 5 12,-2 3 1,-4 1 88,-4 2 1,2 4-1,-5 0 1,-1 3-112,-3-3 1,1 5-28,3-2 0,-2-2 5,6-1 0,-5 0-85,5 0 0,-1 4 97,4-5 0,1 1-185,3-4 0,-2 0-5,6 0 1,0 0-18,7 0 1,-3-5 2,3-2 1,1-3 92,-1-1 0,4 0-124,0 0 0,0-5 107,0-2 0,1-3-123,-1-1 0,-2-1 109,1-3 0,-3 3-40,3-3 0,-4-1-2,1 2 1,0-1-3,0 4 0,-4-4 14,-3 0 0,-2 1-14,1 3 1,-2 0 328,-5 0 0,0 3-93,0 1 1,-1 3 95,-3-3 0,-2 4-64,-5 0 0,-1 2 11,-3 1 0,3 1 9,-3 2 1,3 0 198,1 4 0,3 1-45,1 3 0,1 0-120,-1 0 0,-2 3-168,5 1 1,1 0 72,3-4 1,0 3-188,0 1 0,1 0 45,3-4 0,3 4-26,8-1 1,-2 1 10,5-4 1,1-4-304,3 1 0,4-6-129,-1 2 0,6-8 196,-2-3 0,-1-4-23,2-4 0,-6-2 106,2-5 1,-3-4-64,-1 0 1,-1-3 89,-2 3 1,-3-4 186,-5 0 1,-2 2-65,-1-1 0,0 1 85,-4-2 1,3 3 179,-3 5 1,0 0-114,-4 0 1,1 2 361,3 6 0,-3-1 120,2 8 456,-1 2-696,-2 0 0,-2 5-133,-1 0 0,2 1 2,-3 3 1,-1 2-20,1 5 0,-3 5-103,3 2 1,-3 3 85,3 1 1,-1 0-245,2 0 1,1 0 60,-1 0 1,-2 4-198,1 0 0,1 1 96,3-2 1,-4 2-330,0 3 0,1 2 65,3-3 1,0-2-96,0-1 1,3-3 57,1-1 0,4-5 90,0-2 0,3-4-416,4-4 1,-2-2 247,5-5 1,1-5-264,3-2 1,-4-7 288,1 0 1,-2-6 426,1 2 0,18-28 0,-1-6 0</inkml:trace>
  <inkml:trace contextRef="#ctx0" brushRef="#br0" timeOffset="215">772 221 7717,'-11'-3'837,"0"-1"192,5-5 0,1 7-825,5-5 1,1 4-80,3 0 1,7 1-938,8 2 1,1-3 378,2-1 0,5-1-982,3 1 1415,2 3 0,45-13 0,11 1 0</inkml:trace>
  <inkml:trace contextRef="#ctx0" brushRef="#br0" timeOffset="607">1467 574 7717,'-6'0'-331,"6"-29"1,6-8 0</inkml:trace>
  <inkml:trace contextRef="#ctx0" brushRef="#br0" timeOffset="748">1511 398 7717,'-5'-6'-506,"4"-4"506,-4 9 0,20-9 0,3 4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8:22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65 7722,'0'-11'304,"0"0"351,0 0-171,0 0-183,5 5 1,-4 0 96,2 2-184,-1 3 0,-2-3 16,0 8 0,0-2-25,0 6 1,0 3-151,0 3 0,0 6 120,0-2 1,0 4-169,0 4 1,0-1 79,0 4 0,-2-3-205,-1 3 1,0 1 85,-4 3 0,3 0-362,-3 0 1,3 0 83,-3 0 0,1-1-65,-2-3 0,2-3 118,3-8 1,1 2-144,-1-5 390,2-1-237,1-8 180,0-1-9,0-14 0,0 1 68,0-7 0,3 0-18,1 0 1,3-5 122,-3 2 1,3-3-47,-3-1 0,5 4-94,-2-1 1,1 1 121,0-4 1,2 3-61,-3 1 1,3 5 133,1-2 1,0 3-69,0 1 1,0 1-29,0 2 0,0 0 171,0 4-124,0 1 0,-1 7-51,-3 4 1,2 7-2,-6 3 1,1 3-59,-4 1 1,0 0 61,0 0 1,-1 1-129,-3 3 1,-1-3 59,-2 3 0,-3-4-126,3-4 1,-3 2 76,-1-5 1,0-1-361,0-3-35,0 0 1,0-5 185,0-2 1,3-3-160,1-1 0,5-5-30,-2-2 459,3-8 0,10-21 0,4-11 0</inkml:trace>
  <inkml:trace contextRef="#ctx0" brushRef="#br0" timeOffset="326">453 297 7722,'0'-8'704,"0"1"-405,0 5-100,0-3 0,-4 6-77,0 3 0,-4 2 5,0 5 1,2 0-115,-1 0 0,1 1-74,-2 3 0,-1-2 85,1 6 0,3-2-172,2 1 0,1 3 51,2-3 0,0-1-12,0 2 0,2-6 59,1 2 1,1-3-83,7-1 0,-2-1 125,5-3 1,0-2 128,0-5 0,-1-5-86,1-2 0,-3-6-40,-3-2 1,0-5-366,-4 2 0,0-2 170,-4 2 1,0-2-449,0 6 1,-4-5 646,0 5 0,-9 4 0,1 5 0</inkml:trace>
  <inkml:trace contextRef="#ctx0" brushRef="#br0" timeOffset="634">706 109 7722,'0'-11'1865,"0"0"-1532,0 5 417,0 1 1,0 17-311,0 3 0,4 7-341,-1-3 1,1 3-72,-4 3 1,0 0-12,0 4 0,0 1-560,0 3 1,0 0 322,0 0 0,-4 0-579,1 0 0,-5-1 317,5-3 1,-5 1-232,5-8 0,-2 1-200,1-8 913,3-1 0,-9-8 0,14-30 0,-3-13 0</inkml:trace>
  <inkml:trace contextRef="#ctx0" brushRef="#br0" timeOffset="1224">618 363 7722,'0'-11'173,"0"0"1,4 0 102,-1 0 0,6 3-13,-2 1 0,4 0-86,4-4 0,2 0-30,5 0 1,4-4-6,0 0 0,3-3-1,-3 3 1,3-3 17,-3 3 1,-2 0-410,-5 4 1,-3 2 77,-5 1-35,-5 3 218,4 5 1,-9 5 37,2 3 0,-6 6-7,-5 5 0,2 3-16,-1 3 0,3 0-49,-3 4 1,3-1 70,-3 2 1,3 2-4,-3-3 1,4-2-40,0-1 1,-2 1 14,1-2 0,0 1-68,4-4 1,0-5 63,0-2 0,0-3-291,0-1 228,0 0 0,5-5 23,3-2 1,2-8 1,1-3 0,3-3-397,1-1 1,3-5 141,-3-2 1,3-3-45,-3-1 0,3 0 159,-3 0 0,4 1 34,-5 3 0,1-2 155,-4 6 0,0-5-99,0 4 0,-4 6 137,1 5-115,-6 3 339,3 1 1,-5 8-77,0 3 0,-4 8 38,1-1 1,-2 2 5,1-2 0,3 3-117,-3-3 0,3-1 90,1 2 1,0-2-76,0 1 0,5-2 85,2-5 0,3-3-68,1-1 0,4-5 83,-1 2 0,6-3-48,-2-1 0,3-6 86,1-5 1,-1 0-231,-2-4 0,-4 0-187,-4 0 1,0-1-550,1 1 0,-5 4 394,0 0 1,-4 0-1069,0 4 0,-1 1 1346,-2-2 0,-25 11 0,-6-2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9:12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12 243 9152,'0'-6'-634,"0"-9"0,0 3 1</inkml:trace>
  <inkml:trace contextRef="#ctx0" brushRef="#br0" timeOffset="167">56 45 7759,'-11'-11'1673,"0"0"-1951,0 0 342,0 5-1595,4 1 1531,2 5 0,20 0 0,4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9:09.6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56 122 7248,'0'-8'-147,"0"1"464,0 4 0,-1-1 23,-3 4-209,3-5 146,-4 3-35,5-2 58,0 4-209,0 4 1,0-1 33,0 4 1,0 1-45,0 3 0,0 1 36,0 3 0,0-2-146,0 5 1,0-3-63,0 4 1,-1-1 117,-3 4 0,3 0-137,-3 0 0,-1-1 96,1-3 1,-3 3-82,3-3 0,-1-2 53,2-1 0,2-3 15,-3-1 1,3-3 0,1-1-290,0-5 224,0 3 1,0-6 17,0-3 1,0-2-40,0-5 0,3-1 57,1-3 0,5 2-59,-2-5 1,-1-1 88,1-3 1,1 0 6,3 0 1,0 0-38,0 0 0,0 4 73,0-1 1,1 1-13,3-4 1,-3 3 131,3 1 1,-3 5 45,-1-2 0,0 6-41,0 2 1,-4 4 51,1 0 0,-5 2-65,5 1 1,-6 1-2,2 2 0,1 4-59,-1 4 1,-1 3 6,-3 1 1,0 3-136,0-3 0,0 3 75,0-3 0,0 4-133,0-5 0,0 2 39,0-1 0,0-2-306,0 6 0,0-6 141,0 2 1,1-3-354,3-1 0,-3 0 208,3 0 0,-3-3 388,-1-1 0,0-5 0,20-11 0,4-10 0</inkml:trace>
  <inkml:trace contextRef="#ctx0" brushRef="#br0" timeOffset="334">519 133 7976,'0'-11'417,"-5"5"1,2 1-160,-4 5 1,3 0-58,-3 0 0,3 1-210,-3 3 1,3 2 86,-3 5 0,0 0-125,-4 0 1,3 3-138,1 1 0,0 5 120,-4-2 1,3 3-136,1 1 0,4-4 72,0 1 0,2-1-18,1 4 0,0-1 49,0-3 1,0-2-95,0-5 0,4 0 93,4 0 0,2-5 116,1-2 0,3-3 125,1-1 1,0-2-141,-4-5 0,3-1 57,1-7 1,-4-2 180,-3-1 1,-2-3-213,1-1 0,-2-4 17,-5 1 1,0-1-293,0 4 0,0 4-46,0-1 291,0 1 0,0 6 0,0 2 0</inkml:trace>
  <inkml:trace contextRef="#ctx0" brushRef="#br0" timeOffset="1151">706 144 7440,'0'-11'404,"0"3"247,0 1-271,0 5-266,0-3 0,0 6 51,0 3 1,0-2-160,0 5 0,0 1 13,0 3 1,0 3-54,0 1 0,0 1 60,0-1 1,0 1-127,0 2 0,0 2 113,0-6 0,0 5-142,0-5 1,0 5 89,0-5 0,0 1 40,0-4 1,0 0-126,0 0 104,0 0 203,0 0-192,0-5 7,0-1 1022,0-5-698,0-5 0,4-1 10,0-5 1,0-3-75,0-1 1,-1-6-14,4-1 0,-1 0-44,1-4 0,3-1-299,-2 2 1,1-2-217,2 1 0,0 3-281,0-3 1,0 4 76,0 3 1,1 2-426,-1 3 1,0 6 179,0 1 0,0 4 763,0 3 0,0 0 0,5 25 0,1 6 0</inkml:trace>
  <inkml:trace contextRef="#ctx0" brushRef="#br0" timeOffset="1877">1026 144 7759,'6'-11'1938,"-1"0"-1533,-5 5 256,0 1-522,5 5 0,-4 1 31,3 3 0,-3 3-108,-1 8 0,0-3 41,0 3 1,0 2-172,0 1 0,-4-1 35,1 2 0,-1-1-211,4 4 1,-4-1 131,1-3 1,-1 2-38,4-6 0,-4 5 54,1-4 0,-1-1 37,4-3 1,-1-1-176,-3-3 150,3 3-26,-4-9 1,5 3 59,0-8 0,4-2-89,-1-5 0,2-3 35,-1-1 1,1-3-19,2 3 0,2-5 11,-6 2 1,6-3-7,-2-1 1,3 1-45,1 3 1,0-3 57,0 3 1,0 2 164,0 1 0,0 3-149,0 1 358,0 0-122,0 5-2,0 1 1,-5 10 80,-2 2 0,-3 4-126,-1 4 1,0-2-63,0 5 1,0-3 26,0 4 1,0-5-120,0 5 1,0-5 70,0 5 0,-3-6-177,-1 2 1,0-3 61,4-1 1,0 0 12,0 0 54,0 0 0,0-3 10,0-1 16,0-5-21,0 3 1,0-6-70,0-3 1,0 2 78,0-5 1,4-1-96,0-3 0,1-1 104,-2-3 0,0 3-5,4-3 0,-3-1 46,3 2 1,-3-5-69,3 5 0,0-5 95,4 5 0,0-5-75,0 4 0,0-3 52,1 3 1,-1-3-29,0 3 0,3-3 184,1 3 0,0 4-107,-4 4 1,-4 3 391,0-3-232,1 4 0,2 0-102,-3 6 0,-2 3-57,-5 6 1,0 0 23,0 2 1,0 0-52,0 4 1,0-3 44,0 3 1,0-3-225,0 3 1,0-4 53,0 1 1,0 2-364,0 1 0,-4-2-347,0-1 1,1-3-38,3-1 140,0 5 1,0-4 667,0 3 0,0-8 0,5-17 0,1-8 0</inkml:trace>
  <inkml:trace contextRef="#ctx0" brushRef="#br0" timeOffset="2319">1665 22 7759,'0'-6'1757,"-5"-4"-1575,-1 9 0,-1-4 381,0 5-308,-1 0 1,-3 4-54,0 0 1,4 3 25,0-3 0,3 4-408,-4 0 1,2-2 181,-1 1 0,1 0-680,2 5 531,3-1 1,-4 0-92,5 0 0,0-4-65,0 0-64,0 1 232,0 3 1,5-2 32,2-1 1,-1-2-6,2-2 1,-1-3 26,4 3 1,0-3 153,0-1 0,-3 0-77,-1 0 1,0 0 196,4 0 0,-3 1 50,-1 3 213,0-3 53,4 4-115,-4 0 59,2 1-263,-7 5 0,-1 0-119,-5 0 1,-4-4 65,0 1 1,-3-1-236,-4 4 0,2 0 66,-5 0 0,3-4-500,-3 1 0,3-2 95,-4 1 0,6 2-84,-2-6 1,3 1 519,1-4 0,5-10 0,1-2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9:17.4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563 44 7513,'-11'-7'-254,"0"0"1,0 1 549,0-2 1,0 2 7,0 2 1,-1 3-101,-3-3 0,1 3 153,-4 1 0,3 0-107,-3 0 1,0 5-12,-4 3 0,0 3-39,0 3 1,-1 3-123,1 5 1,0 0 86,0 1 1,-3 3-135,-1 4 0,4 2-83,3 1 1,1 4 76,-4-1 0,4 3-72,-1-5 0,7 0 72,1-8 1,0 2-180,4-6 1,2 1 24,1-8 0,-1-1 102,1-2 1,1-5 66,3 0 21,0-4 194,0 2-100,0-5 1,5-2 26,2-1 1,3 1-115,1-1 0,0-2 40,0 1 1,5-3-76,2 3 1,3-3-11,1 3 0,1-3-77,3 3 0,2-3 111,5 3 1,4-3-665,0 3 0,4 0 308,0 4 0,-2 0-406,2 0 1,-2-3 280,1-1 1,-7 0 423,-7 4 0,-3-14 0,-1-5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9:20.0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485 386 7422,'-5'-10'410,"-2"3"1,-3 2-63,-1 5 1,-5 0-81,-2 0 0,-4 0-1,-4 0 1,-2 0-18,-5 0 1,0 0 26,0 0 1,1 4-225,2-1 1,3 5 113,5-5 0,4 2-273,0-1 1,9-1 85,2 4 0,4-3-251,3 3 0,0-3 141,0 3 1,5-3-12,3 3 1,1-1 13,2 1 0,5 3-88,3-2 1,2 0 66,1-1 1,0 3 33,0-2 1,0 0-65,0 0 0,-4 1 93,0-1 1,-4-2 50,1 1 0,-3-1-49,-1 2 1,-5 1 92,-2-1 1,-3-2 11,-1 1 1,-5 1 167,-2 3 0,-4-2-120,-4-1 1,-2 4 100,-5-5 1,0 9-20,0-5 1,3 3-60,1-3 1,1 1 118,-2 3 0,-1-2-74,1 6 1,2-5 66,-1 5 0,4-5-72,0 5 1,5-5 13,2 5 1,0-6-74,0 2 1,3-3 55,8-1 1,0 0-190,7 0 0,-1-1 95,8-2 0,0-2-108,4-3 1,5-1 77,3 1 1,5-2-427,2-1 0,5-1 47,-2-2 1,5-2-93,0-3 1,-4-2-634,-8 3 0,-1-3 1098,-2-1 0,-23 0 0,-10 0 0</inkml:trace>
  <inkml:trace contextRef="#ctx0" brushRef="#br0" timeOffset="435">210 1301 7992,'-7'5'454,"3"-4"1,4 9-234,0-3 1,0 3 9,0 1 0,0 0-71,0 0 0,0 5-90,0 3 1,0-2 122,0 1 1,0 1-18,0 3 1,0 0-271,0 0 0,-5-4 84,-3 0 0,-1 0-448,-2 0 0,-2-2 269,-1-5 0,-2 0-178,-3 0 1,0-5-130,4-2 0,-3-3-301,3-1 1,0 0 796,4 0 0,5-54 0,1-13 0</inkml:trace>
  <inkml:trace contextRef="#ctx0" brushRef="#br0" timeOffset="584">132 1136 7819,'0'-11'198,"0"0"1,-1 0-469,-2 0 187,1 5-526,-3-4-130,5 9 739,0-4 0,10 19 0,2 5 0</inkml:trace>
  <inkml:trace contextRef="#ctx0" brushRef="#br0" timeOffset="894">419 1334 8406,'-5'-6'230,"4"1"1,-3 5-129,8 0 0,2 0 47,5 0 0,0 0-182,0 0 1,1 0-350,3 0 1,-1 0-20,4 0 1,-3 0-328,3 0 0,-5 0 728,2 0 0,-3 10 0,-1 2 0</inkml:trace>
  <inkml:trace contextRef="#ctx0" brushRef="#br0" timeOffset="1060">419 1467 8694,'11'0'-1514,"4"0"1141,-1 0 0,6 0 373,-2 0 0,52-20 0,14-5 0</inkml:trace>
  <inkml:trace contextRef="#ctx0" brushRef="#br0" timeOffset="1260">871 1290 9080,'-6'0'1205,"1"0"0,5 1-863,0 3 1,0 6-135,0 5 1,0 3-234,0-3 1,0 4-323,0 0 1,1 4-458,3-1 0,-3 2-1545,3-5 2349,2 2 0,-5 6 0,4 1 0</inkml:trace>
  <inkml:trace contextRef="#ctx0" brushRef="#br0" timeOffset="1911">154 22 8659,'7'2'461,"-4"1"1,-1 0-367,-2 4 1,0 0-78,0 4 0,-2 0-12,-1 0 1,1 4 84,-1 0 0,-2 0-78,1-4 1,-3 0 82,3 0 1,-1 0-430,2 0 253,1 0 0,-3-4-580,5 0 156,0-4-90,0 2 370,0-15 1,2 3 97,1-8 1,2 1 190,3 0 0,1 0-130,-1-4 1,2 3 95,1-3 0,0 4-72,0 0 0,0 1 383,0 2 1,0 2 40,0 1 0,0 0 175,0 4 0,0 0-48,0 4 1,-1 2-128,-3 1 1,3 3-396,-3 5 0,-1 0 122,2 0 0,-6 4-263,2 0 0,1 3 143,-2-3 1,1 1 9,-4-1 0,-5 7 0,-1 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9:18.5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233 23 7848,'0'-11'1624,"0"5"-944,0 1-418,0 5 1,0 5 127,0 2 0,0 7-332,0 0 0,1 6 102,2-2 1,-1 3-427,1 1 0,-1 0 207,-2 0 0,0 0-659,0 0 0,0 0 222,0 0 0,-2 1-66,-1-1 1,1 0-147,-1 0 0,-3-1 708,-2-3 0,-16 22 0,-6 2 0</inkml:trace>
  <inkml:trace contextRef="#ctx0" brushRef="#br0" timeOffset="240">12 552 8027,'-6'-1'1161,"2"-3"-500,3 3-450,6-4 1,5 5 12,4 0 1,7 0 146,1 0 1,5 0-112,6 0 0,4 0-221,0 0 0,4 4-278,0-1 0,-3 1-372,-1-4 1,-8 0-343,-3 0 0,-7 0 23,0 0-240,-11 0 1170,2 5 0,-10-4 0,-39 19 0,-10-2 0</inkml:trace>
  <inkml:trace contextRef="#ctx0" brushRef="#br0" timeOffset="691">133 773 7848,'-10'7'1545,"3"0"-1384,-3 1 1,5 4 49,-2 3 1,1-3 46,2 3 0,2 0-121,-6 0 0,6 5-118,-2-2 1,3-1-129,1 2 0,0-2 105,0 1 0,0 2-144,0-5 0,-4-1 75,1-3 0,-1 0-444,4 0 161,0-5 190,0 4 0,1-9-32,3 3 0,-3-4-34,3-4 0,1-2-7,-2-5 1,5 0 111,-4 0 1,4-3 24,-1-1 1,0-5-46,0 2 1,0-2 37,4 2 0,0-3-15,0 3 1,0-2-12,0 2 0,4-3 12,0 3 1,-1 2 607,-2 1 0,0 4 145,2 4 0,-1-2-351,1 5 1,-1 1 234,-2 3 0,-4 5-173,0 2 0,0 4 98,0 4 1,-2-2-76,-5 5 1,3 1-300,1 3 0,0-1-37,-4-3 1,0 3-11,0-3 1,0-1-232,0 2 1,0-2-568,0 1 0,-4-2-1679,0-5 2459,1 0 0,13-19 0,2-6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9:17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23 7667,'-5'-6'-380,"4"0"1063,-2 2-125,1 3-268,2-4 0,5 5-95,3 0 1,3 0-202,3 0 1,2 0-41,3 0 1,1 0-181,-1 0 0,5 0-464,2 0 1,-4 0 379,-4 0 0,0 0-387,0 0 697,3 0 0,-29 15 0,0 3 0</inkml:trace>
  <inkml:trace contextRef="#ctx0" brushRef="#br0" timeOffset="164">11 166 7840,'-6'0'1420,"1"0"-1496,5 0 73,10 0 0,-1 0 135,9 0 1,4-1-164,4-3 1,4 3-1979,0-3 2009,7 3 0,36-13 0,14-5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00.2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342 320 7404,'0'-11'-780,"-1"2"780,-3 1 0,3 2 137,-3 2 0,2 2-63,-2-5 1,3 3 92,-3-3 0,0 3-115,0-3 1,-5 4-36,2-1 0,1 0-61,-2 0 142,1 0-141,-9 4 0,0 0 83,-2 0 1,2 1-45,5 3 0,-4 2 13,1 5 0,-5 4 16,4 0 0,-3 4-12,3 0 1,1 1 0,3 2 1,1 1-113,3-1 0,-2 1 69,5 3 1,1-2-74,3 5 1,5-4 55,2 1 0,6-7 29,2 0 1,5-2-21,-2 1 0,3-2 51,1-5 1,0 0-60,0 0 0,1-1 5,3-3 1,-6-2 59,2-5 1,-3 0-41,3 0 0,-3-1 8,-1-3 1,-5-2-5,2-5 1,-3-1-29,-1-3 1,-3 2 20,-1-6 1,-1 1 24,2-4 0,0 4 34,-4-1 0,0 5 9,-4-5 0,0 2 48,0-1 0,0-2-88,0 5 0,-5-3 80,-3 3 1,-3-3-64,-3 3 1,1 0-31,-1 4 1,1 0 37,2 0 1,-3 4-98,-1 0 0,0 4-8,4 0 0,-1 1-159,-3 2 0,3 0-64,-3 0 1,-1 4 297,2 0 0,-1 4 0,4 0 0,-5 26 0,-1 8 0</inkml:trace>
  <inkml:trace contextRef="#ctx0" brushRef="#br0" timeOffset="299">23 486 7665,'-8'0'0,"1"0"352,4-5 83,-1 4-429,4-4 0,2 5 142,5 0 0,2 0 79,9 0 0,4 0-24,4 0 0,5 0-24,-2 0 0,3 0-144,1 0 1,0 0 80,0 0 1,0 0-482,0 0 1,-5 0 46,-2 0 1,1 0-182,-1 0 0,-4 0-177,-4 0 1,-4 0 62,0 0 613,-1 0 0,-2 0 0,-15-5 0,-3-1 0</inkml:trace>
  <inkml:trace contextRef="#ctx0" brushRef="#br0" timeOffset="709">728 541 7665,'6'0'-97,"0"0"257,-2 0 211,-3 0-11,9 0-43,-9 0-45,4 0-139,0 0-197,-4 0 1,4 1 64,-5 3 0,0-2 4,0 6 0,0-1 39,0 4 1,-1-4-188,-3 1 1,3-1-11,-3 4 1,3 0-8,1 0 0,0 0 69,0 0 0,0 0-73,0 0 0,5-1-99,2-3 1,0 2 65,0-5 0,0 0-60,4 0 1,0-3 256,0 3 0,20-22 0,4-7 0</inkml:trace>
  <inkml:trace contextRef="#ctx0" brushRef="#br0" timeOffset="874">838 398 7665,'-6'-5'-701,"-2"2"-83,4-4 784,0 4 0,4-2 0,5 10 0,1 2 0</inkml:trace>
  <inkml:trace contextRef="#ctx0" brushRef="#br0" timeOffset="1401">827 23 7688,'6'-5'-609,"1"4"759,-4-3 1,0 1-76,4 0 0,-3 2 103,3-3 1,-3 3 53,3 1-230,0 0 1,3 1 62,-2 3 0,1-2-186,-1 5 0,-3-3 42,-2 3 0,2-3-182,-1 3 152,0 1 0,-4 3 74,0 0 0,0-4-28,0 1 10,0-1 1,-2 4 80,-1 0 1,0-1-19,-4-3 1,3 3 12,-3-3 1,3-1 55,-3 2 0,3-5-77,-3 5 1,4-5 113,0 5-105,1-1 0,2 0-6,0 1 1,5-6 15,3 2 0,1 1-148,3-2 0,-1 1-100,0-4 1,1 0-215,3 0 0,-3 0 441,2 0 0,9-10 0,0-2 0</inkml:trace>
  <inkml:trace contextRef="#ctx0" brushRef="#br0" timeOffset="2152">265 298 7630,'-7'-3'-113,"-1"-1"1,2-1 238,-1 1-6,-3 3 1,4-4 399,-5 5-370,0 0 0,0 0-36,0 0 0,4 0 9,-1 0 0,1 0-98,-4 0 1,3 0-2,1 0 0,3 1 148,-3 3-256,5-3 1,-7 6 125,5-4-112,1-2 141,3 4-116,0-5 73,0 5 0,5-4-5,2 3 1,3-3-56,1-1 0,0 0 52,0 0 1,4 0-46,-1 0 0,2 0 45,-1 0 0,-3 0-31,3 0 1,-3 0 29,-1 0-421,0 0 97,0 0 305,-5-5 0,-25-1 0,-12-5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19:52.7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1 794 7680,'0'-6'908,"0"1"1,1 5-678,3 0 0,2-4-127,5 1 1,0-1 60,0 4 1,0 0-411,0 0 0,4 1 207,-1 3 1,2-2-146,-1 6 1,-3-1 93,3 4 1,-3 4 19,-1-1 1,-1 6 23,-3-2 0,2 7 18,-5 0 0,3 5-4,-3-4 0,-1 4-74,-3 0 0,0-2 87,0 1 0,0-4 3,0 0 0,0-3-33,0-3 1,0 0-26,0-4 73,0 0 133,5-9 327,-4-1-162,4-5 1,-5-5-105,0-2 1,1-7 46,3-1 0,-3-4-30,3 0 0,-1-5 35,0-2 1,-2-4-62,3 0 1,-1-3 130,0-4 0,-2 2-90,3-6 0,-3-4-47,-1-6 0,4-8-46,0-4 1,-1-3-115,-3-4 0,4 3-49,0-3 0,3 8 120,-3 3 1,1 9 44,-2 6 1,-1 9-34,1 10 1,-2 3 58,-1 3 1,0 3 23,0 5-186,0 5 0,0-4 79,0 3 1,-1 2-850,-2 1-409,1-2 0,-3 4 13,5-5-260,-4 4 1,1-2 1426,-4 5 0,-10 20 0,-7 4 0</inkml:trace>
  <inkml:trace contextRef="#ctx0" brushRef="#br0" timeOffset="1542">1346 408 7073,'-11'0'0,"0"0"-548,0 0 0,-4 0 929,0 0 0,-1 0 4,2 0 0,0 0-524,-4 0 1,-1 0 39,-3 0 1,-3 1 180,-1 3 0,0-3-48,4 3 1,0-2-13,0 2 0,0-3 8,0 3 0,4 1-6,-1-2 1,9 5-105,-1-5 0,8 2 84,-1-1 1,3-2-92,1 6 0,5-2 44,2 1 0,4 3-22,4-3 0,-2 0 45,6 0 1,-5-1 12,5 1 1,-5 3-18,5-2 1,-5 0 3,5-1 1,-7 3-14,-1-2 1,0-2 17,-4 1 1,0-3 8,0 3 1,-5-3-10,2 3 0,-4-1 108,-4 2 1,-2 1-66,-5-1 1,-1-2 76,-3 1 0,-2-3 6,-5 3 1,0 1-24,0 3 1,0-4-30,0 0 0,0 1 12,0 3 0,1-1 23,3-3 1,-2 3-37,5-3 1,2 3-60,6 1 1,-2 0-3,5 0 1,1-4-10,3 1 0,0-1 6,0 4 0,4 0-17,4 0 1,3-1 72,4-3 1,-2 3-34,5-3 0,1-2 38,3-1 0,0 1-40,0-2 0,0 1 149,0-4 0,4 0-75,-1 0 0,5 0 101,-4 0 1,4 0 43,0 0 0,-2 0-142,1 0 1,-4 0 26,0 0 1,0-4-10,1 1 1,-8-1-24,0 4 130,-4 0-440,-3 0 27,-5 0 0,-2 0-82,-8 0 1,2 0-535,-6 0 1,5 0-63,-5 0 874,1 0 0,-19 0 0,-3 0 0</inkml:trace>
  <inkml:trace contextRef="#ctx0" brushRef="#br0" timeOffset="11623">287 11 8554,'7'0'318,"-1"0"-294,-3 0 0,0 0 59,4 0 0,0 0-90,4 0 1,2 0 25,1 0 0,0 0 15,4 0 0,1 0-57,3 0 1,3 0 42,1 0 0,4 0-81,-5 0 0,2 0 56,-1 0 0,-2 0-36,6 0 0,-6 0 49,2 0 0,1 0 8,-1 0 0,-1 0-9,-2 0 0,-1 0 5,0 0 1,0-4-19,0 1 1,1-1 18,3 4 1,-3 0-24,3 0 1,-3 0 21,-1 0 0,0 0-85,0 0 1,0 0 70,0 0 1,-3 0-49,-1 0 1,0 0 34,4 0 1,-1 0 0,-2 0 0,1 1 11,-1 3 0,3-3 4,4 3 0,-6-3-12,6-1 1,-5 0 0,5 0 1,-3 0 13,-1 0 1,0 0-10,0 0 0,0 0 16,0 0 0,0 0 20,0 0 1,-1 0 3,-3 0 1,3 0 78,-2 0 1,-2 0-66,1 0 1,-3 0 16,3 0 0,-3 0-26,3 0 1,-1 4 22,2 0 1,2-1-15,-3-3 1,-1 0 24,2 0 0,-5 0-22,5 0 0,-6 0 65,2 0 0,-3 0-6,-1 0 0,0 0-52,0 0 1,0 0-45,0 0 1,-3 0 56,-1 0 1,0 0-68,4 0 0,0 0 116,0 0-259,0 0 135,5 0 1,-3 0-14,1 0 1,-2 0-12,-1 0 0,4 0 37,0 0 0,0 0-13,-4 0 0,0 0 12,0 0 0,0 0-21,0 0 0,0 0 19,0 0 0,3 0-9,1 0 0,4 4-7,-5 0 0,2-1-4,-1-3 1,-2 0-3,6 0 1,-2 0 12,1 0 0,2 0 2,-5 0 0,3 0-5,-3 0 1,3 0 10,-3 0 1,3 0-10,-3 0 0,3 0 4,-3 0 0,7 0-11,-4 0 0,5 0 0,-4 0 0,2 0 8,1 0 1,0 0-2,0 0 1,0 0 58,0 0 1,0 0-58,0 0 1,-4 0 131,1 0 0,-5 0-73,5 0 0,-4 0 26,3 0 1,-5 0-70,2 0 1,-3 0 9,-1 0 0,2 0-70,1 0 1,-5 4 79,2 0 1,-3-1-183,4-3 0,-5 0 30,0 0 46,1 0 51,3 0 1,-4 0-5,0 0 1,-3 0-6,3 0 0,-3 0-1,3 0 1,-3 0 10,3 0 1,-3 0 0,3 0 0,-3 0 46,3 0-56,1 0 63,3 0-67,0 0 190,0 0-159,0 0 15,-5 0 137,4 0-115,-9 0-85,4 0 83,0 0-16,-4 0 3,4 0 1585,-5 0-1515,0 5 1,0-2-113,0 4 0,-1 0 22,-3 4 0,3-3-101,-3-1 0,3 2-454,1 5 0,-4-1 267,1 1 0,-1-2-392,4-1 1,-4 1 32,1-1 646,-1 0 0,-1 4 0,-1 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08.7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452 441 7904,'0'-11'1010,"0"4"-855,0 0 14,0 4 237,0-2 50,0 5-490,0 5 1,0 1 88,0 5 0,0 0-102,0 1 0,0 2-20,0 1 0,0 5-18,0-2 1,0-2-32,0-1 1,4 0 0,0 0 1,3 0 47,-3-4 0,3 0 76,-3 0 0,4-5-122,0-2 1,-2-3 64,1-1 0,0 0-85,4 0 1,2-5 42,1-2 0,-1-4-126,1-4 1,-5 3 193,-2-3 1,1-1-18,3 1 123,0 1 0,-2 3-98,-1 0 1,-2 5 196,-2 2-127,-3 3 32,4 1 0,-4 1-66,3 3 1,-3 3 62,3 8 0,-3 2-78,-1 5 1,1 1-21,3 3 1,-3-2-133,3 6 0,-3-1 86,-1 4 0,0 4-105,0 0 0,-1-1 76,-3-3 1,0-2-76,-7 2 0,3-7 121,-7 3 1,-2-4-9,-2-3 0,2 0 155,-1 0 1,-1-6-103,-3-5 1,4-5 230,0-6 1,4 0-68,0 0 0,2-10 150,5-5 1,2 0-85,5-4 0,0 1-48,0-4 1,5 0-87,2 0 1,8 1-93,4 2 1,1-1 14,2 1 0,4 3 47,0 2 1,1-2-446,-1 1 1,2 0 168,5 4 1,-5 4 206,-2 0 0,-3 4 0,-1-2 0</inkml:trace>
  <inkml:trace contextRef="#ctx0" brushRef="#br0" timeOffset="501">574 45 7761,'-7'0'937,"1"0"-478,3 0-257,1 0 0,-6 5 35,4 2 1,-3 3-10,3 1 0,-4 0-228,0 0 1,2 0-30,-1 0 1,4 0-30,0 0 0,-2 0-150,1 0 0,0 0 125,4 0 0,0-4-490,0 1 214,0-6-40,0 3 205,5-5 130,1-5 1,2-2-48,-1-8 0,-3 3 204,3-3 1,-3 3 279,3 1 1,-4 0-186,0 0 0,2 0 205,-1 0 0,3 3-142,-3 1 1,1 1-123,-2-1 1,0 0 22,4 4 1,-3 2 200,3-3-582,1 3 0,3 6-582,0 2 1,0 6-1115,0 2 1925,-5 5 0,38 65 0,-20-31 0,1 0 0</inkml:trace>
  <inkml:trace contextRef="#ctx0" brushRef="#br0" timeOffset="816">1048 750 7761,'7'0'221,"0"0"160,-4 0 0,7-4-230,-3 1 0,-1-1-78,1 4 1,1 0-576,3 0 0,1 0 284,3 0 0,-2 0 218,6 0 0,28-10 0,12-2 0</inkml:trace>
  <inkml:trace contextRef="#ctx0" brushRef="#br0" timeOffset="1458">1544 430 7761,'0'-11'586,"0"0"1,0 0 227,0 0-350,0 5-249,0 1 1,0 7-116,0 1 1,0 5 80,0 6 0,3 0-263,1 4 0,0-3-105,-4 3 0,1-1-110,3 2 0,-2 2 56,5-3 1,-3 3-235,3 1 1,-4-5 196,1-2 0,2 1 51,1-2 1,-1 0 237,1-7 0,-3-2-92,4-5 1,-1 0 44,4 0 0,-4-5 11,1-2 0,-2-4 141,1-4 1,3-2 66,-3-5 0,-1 3-73,2 1 1,-5 0 81,5-4 0,-5 0-100,5 0 0,-5 4-6,5 4 1,-5 1-23,5 2 0,-5 0 28,5 0 63,-6 5-109,8-4 0,-7 10 38,4 0 0,-5 5-9,2 6 1,-2 5-59,2 3 1,-3 3-2,3 3 1,-3 2 17,-1 3 0,0 2 20,0-3 0,-1 4-31,-3 4 0,2-3 21,-5 3 1,-1-2 60,-3 2 0,0-3-33,0 3 1,-1-6 90,-3-2 0,2-3-91,-6 3 1,1-4-5,-4 1 1,1-4-33,3-4 1,-3 2 46,3-6 1,-2 0-111,2-7 1,2-2 84,5-5 1,3-1-81,1-3 1,4-2-5,0-5 1,2-5-117,1-2 1,1-4-40,2-4 1,7 3 100,5-3 1,3 3-198,-3 1 1,5 0 45,-2 0 1,2 1-171,-2 2 1,3 0 105,-3 4 0,3 0-441,1 4 1,0 1 395,0 3 0,-4-1 340,1 4 0,-6 0 0,13 14 0,-3 2 0</inkml:trace>
  <inkml:trace contextRef="#ctx0" brushRef="#br0" timeOffset="1766">1963 221 7765,'0'-7'1931,"0"-1"-1297,5 6 1,1-3-221,5 5 1,0 5-169,0 2 1,1 4-44,3 4 0,-3 6 3,3 4 0,1 10 10,-2-2 0,1 7-291,-4 1 1,2 3 115,-2 4 1,3-2-927,-7 6 1,-2-6-134,-1 2 1,-8-4-1655,-3-4 2672,-3-7 0,-35 9 0,-9-1 0</inkml:trace>
  <inkml:trace contextRef="#ctx0" brushRef="#br0" timeOffset="2300">66 386 8030,'7'-11'1204,"-3"5"0,-5 1-866,-2 5 0,0 5 309,-4 3 0,-1 7-208,-3 8 1,0 5 104,0 8 1,2 4-170,1 4 0,3 1-240,5 3 0,1 7-192,3 7 0,2-3-357,5-4 0,4-1-93,0-6 0,-1 0 319,-3-4 0,0-9-1258,0-2 1,1-10-37,-1-1 1482,-5-8 0,3-3 0,-2-6 0</inkml:trace>
  <inkml:trace contextRef="#ctx0" brushRef="#br0" timeOffset="3251">2161 45 8394,'0'-11'849,"0"3"-682,0 1 0,1 4-33,3 0 0,2-2 11,5 1 0,1 1-153,3 3 1,-1 0-101,4 0 0,-3 0 139,3 0 1,-3 0-185,3 0 0,-4 1 54,0 2 1,-5 0-23,-2 4 0,-1 1 90,2 3 0,-3-4-78,-5 0 0,-2 2 109,-1 6 0,-4-3 111,-4 3 1,0-3-38,0-1 1,-3 1 193,-1 3 1,-3-3 113,3 3 0,-3-3-161,3-1 1,0 0 27,4 0 1,0 0-79,0 0 0,5-4-189,2 1 0,3-5-111,1 5 0,3-6-184,4 2 1,1-3-761,11-1 1,0 0 518,7 0 0,1-1 554,2-3 0,38-22 0,4-9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14.2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403 133 7655,'8'-4'-145,"-1"1"891,2 0-138,-5-3-189,1 5 1,-10-4-434,-2 5 1,-8 4 60,-3-1 1,-6 2-19,-2-1 1,-5 1 74,2 2 0,-3 2-381,-1-5 1,0 0 175,0 0 1,1-3-576,2 3 0,4-3-108,3-1 0,6 0 784,3 0 0,6 0 0,47-19 0,17-6 0</inkml:trace>
  <inkml:trace contextRef="#ctx0" brushRef="#br0" timeOffset="214">282 12 8809,'0'-6'1692,"0"1"-1392,0 15 0,-1 1-91,-3 7 1,2 3-97,-6-3 0,6 4-82,-2 4 1,-2-3-189,-1 3 0,2-1-196,1 0 1,-1-5-536,2 2 0,-1-7 888,4-1 0,-5-16 0,-1-6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18.9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34 265 7994,'-5'-6'-865,"4"1"0,-6 5 660,4 0 184,2-5 101,-4 4 0,3-4 182,-1 5-143,2 0 28,-4 0 1563,5 0-1573,0 5 72,0 1-213,5 5 1,-1 0 103,4 0 1,2-1-189,-3-3 1,0 3 90,4-2 0,-5-2-72,9 1 1,-5-3 4,5 3 1,1-5-75,-2 2 0,6-3 115,-2-1 1,4-1 13,4-3 0,-2-2-15,6-5 0,-1-3 3,4-1 0,4 0-82,0 4 0,0 0 72,-4 0 0,3 0 64,1 0 0,-4 4 8,-3-1 1,-5 6 137,5-2 0,-6 3-25,2 1 0,-8 0-125,-3 0 0,-3 0-40,-1 0 1,0 4 57,0-1 1,-3 1-93,-1-4 1,-3 0 96,3 0 0,-3 0-145,3 0 0,-3 0-4,3 0 27,1 0 0,4-1 36,2-3 1,-1 3 12,1-3 1,4-1 64,0 2 0,3-1-58,1 4 0,0 0 125,0 0 0,4 0-68,-1 0 0,8 0 71,-3 0 1,5 0-52,-2 0 1,2 0 101,5 0 0,1 0-101,3 0 0,0 0-13,0 0 1,4-4-96,-1 1 1,9-1 60,-5 4 0,2-1-99,-6-3 0,4 3 70,4-3 0,0-1-18,0 2 1,-4-1 19,1 4 0,-4-4 50,3 1 1,-4-2 143,0 1 1,-1 2-105,-2-6 0,1 2 85,3-1 1,-8-3-110,1 3 1,-7-3-329,-5-1 1,3 0 123,-2 0 1,-7 3-665,-1 1 812,-7 0 0,-29-14 0,-11-2 0</inkml:trace>
  <inkml:trace contextRef="#ctx0" brushRef="#br0" timeOffset="475">1467 276 9383,'11'5'499,"0"2"1,1 3-274,3 1 1,3 0-29,8 0 0,3 4-238,8 0 0,4-1 121,6-3 1,7 4-111,5 0 1,1-4 148,-1-4 0,1-4-248,2 0 1,2-1 64,-5-2 1,3-2-9,-3-1 0,1-3 126,-1-5 0,5-2 136,2-1 0,2 0 66,-5-4 0,2 3-38,1-3 1,7 1-58,1-2 0,-2 0-43,-9 4 1,0 0-100,-4 4 0,1 0 125,-8 0 0,-7 4-509,-16-1-523,-2 6-668,-10-3 83,-6 5 0,-7 0 1472,-8 0 0,-21-10 0,-11-2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21.1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0 485 7944,'0'-7'-251,"4"1"282,0 3 548,-1 1-397,2-7 1,1 6 5,5-4 0,1 1-99,3-2 0,-1-1-16,4 1 0,0-2 66,4-1 1,1-3-136,-1-1 0,0-5 1,0 2 1,0 1-103,0-2 0,2 1 50,-2-4 1,2 0 79,-10 0 1,2 4-165,-1-1 1,-4 2 29,0-1 0,-4-2-38,-3 5 1,-3-3 97,3 3 0,-3 1 35,-1 3 0,-1 1 14,-3 2 1,2 0 86,-6 4 0,5-1-64,-5 2 1,5 1-29,-5-1 0,5 3 55,-5 3 1,1 3-29,-4 6 1,4-1 113,-1 0 0,5 1-68,-5 3 1,6 2 55,-2 5 1,3 0-103,1 0 1,0 5 10,0 2 0,0-1-89,0 2 1,1-2 95,3 1 1,2 3-3,5-2 0,0-2-33,0 1 1,0-8-10,0 1 0,-1-4-241,-3 1 1,3-3-69,-3-5-1225,3 0 805,1-5 725,0-1 0,0-25 0,0-4 0</inkml:trace>
  <inkml:trace contextRef="#ctx0" brushRef="#br0" timeOffset="592">540 485 7945,'-3'-8'-129,"-1"1"1,0 3-184,4-3 1,0 3 739,0-3 33,0 4-265,0-6 1,2 4 66,1-3 281,3 3-375,10 0 0,0 4 38,3-2 1,-3 1-106,-5 2 0,0 0-91,0 0 0,0 5-148,0 3 0,0 1 80,0 2 0,-4 0-158,0 0 1,-4 4 64,0 0 0,-1 3 21,-2-3 0,0 3 29,0-3 1,-2 3-114,-1-3 1,0 0 73,-4-4 0,3 0-125,-3 0 0,3 0-34,-3 0 1,5-4 59,-2 1 1,-1-5 237,1 5 0,1-6 0,-2 3 0,3-20 0,-2-3 0</inkml:trace>
  <inkml:trace contextRef="#ctx0" brushRef="#br0" timeOffset="842">629 694 7945,'-7'0'1735,"3"0"-958,4 0 1,4 0-409,4 0 0,6 0 68,5 0 0,2-1-258,1-3 1,1 3 55,3-3 0,-3-1-549,3 2 1,-4-2 260,-4 1 0,2 3-1025,-6-3 0,1-1-69,-4 2 1147,-5-1 0,-16-6 0,-8-2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28.9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1 265 8047,'0'-6'482,"0"1"0,1 5-80,3 0-276,-3 0 0,8 5 65,-6 2 0,5 3-214,-5 1 1,6 4-178,-2-1 0,-1 5 109,2-5 0,-2 6-87,1-2 1,2 0 54,-6 0 0,5-3 6,-5 3 1,1-5 52,-4 2 0,0-3-19,0-1 0,0 0 59,0 0 16,0-4 0,-1-2 99,-3-5 0,2 0-35,-6 0-18,6 0 0,-7-5-24,6-3 1,-1-2-14,4-1 1,0-3 9,0-1 1,0-3-93,0 3 0,0-3 82,0 3 0,0-5-70,0 2 0,5 1 46,2-2 0,-1 2 11,2-1 1,-1-2 128,4 6 0,0-5-129,0 5 0,0-1 198,0 4 0,4 3-51,0 1 1,-1 3 37,-3-3 1,2 5-54,1-2 1,-1 4-89,1 4 1,-5-2-21,-2 5 0,1 2-172,3 6 0,-4-3-179,0 3 0,-3 2 161,3 1 0,-4-1-209,0 2 1,0-5 117,1 5 1,-3-5-104,2 5 1,2-4 99,-1 3 1,0-5 271,-4 2 0,5-3 0,11-10 0,7-4 0</inkml:trace>
  <inkml:trace contextRef="#ctx0" brushRef="#br0" timeOffset="325">684 155 7905,'-1'-8'0,"-2"1"0,1 0 0,-1-4 0,0 4 28,-1 4 305,3-3 1,-5 4-385,2-1 103,3 2 0,-7 5-43,4 4 1,-3 2 71,3 1 0,-5 0-159,2 0 1,1 3 96,-1 1 0,-1 5-86,-3-2 1,4 2 61,0-2 1,0 3-104,0-3 0,1 2 58,2-2 0,3 2-103,-3-6 1,3 5 107,1-4 0,5-1 13,2-3 1,3-5 102,1-2 1,4-3-69,0-1 0,3-1 199,-3-3 1,-1-7-34,-3-7 1,0 0-93,0-4 1,0 2-459,0-6 0,-4 3 195,-4 1 0,0 0 132,0 0 54,-1 5 0,-17-9 0,-10 3 0</inkml:trace>
  <inkml:trace contextRef="#ctx0" brushRef="#br0" timeOffset="808">883 188 7905,'0'-6'441,"0"-4"177,0 9-419,0-4 1,0 6-108,0 3 1,0-2-38,0 5 1,1 1-134,3 3 0,-3 3-1,3 1 1,1 4 119,-2-5 1,1 5-265,-4-5 1,1 5 98,3-5 0,-3 5-96,3-5 1,-3 5-32,-1-4 497,5-1-263,-4-3 360,4 0 1,-5-6-146,0-5 0,0-5-5,0-6 1,0-5-8,0-2 0,4-3 104,-1-1 1,5 0-334,-5 0 1,5 1 110,-5 3 0,6-2-662,-2 5 0,3-3-27,1 3 1,0 1-267,0 3 1,0 1 270,0 3 616,0 2 0,5 10 0,1 1 0</inkml:trace>
  <inkml:trace contextRef="#ctx0" brushRef="#br0" timeOffset="1507">1236 188 7905,'0'-6'1647,"0"-1"-1560,0 4 1,1 2 22,3-3 0,-3 4 120,2 4 1,-1-2-130,-2 5 1,0 2 128,0 6 1,0-2-247,0 6 1,0-5 73,0 5 1,0-5-234,0 5 1,0-5 60,0 5 0,0-6-33,0 2 0,0-3 26,0-1 1,0 0 128,0 0 1,0-3 234,0-1-221,0-5-73,0 3 0,0-6 74,0-3 0,0-2-190,0-5 1,0 0 60,0 0 1,1-4-75,3 1 0,-2-6-31,5 2 0,-3 1 95,3-2 1,1 2 134,3-1 0,0-3-116,0 3 0,0 0 130,0 0 1,0 5-90,0-2 0,0 6 11,0 2 0,0 4 609,0 0 15,0 2-457,0 1 1,-4 4-65,1 4 0,-6 5-122,2 2 1,-3 1 78,-1-1 0,0-2-118,0 5 1,0-4 70,0 1 1,0-3-1,0-1 0,0 0 7,0 0 1,0 0 84,0 0 0,0-4 55,0 1 1,-4-5-112,1 5 132,-1-6-81,4 3-214,0-5 122,0-5 0,4-1-6,-1-5 0,2 0-48,-1 0 1,-2 0 74,6 0 0,-5-1 31,5-3 0,-1 2-44,4-6 1,0 4 86,0-3 1,1 0-83,3-4 0,-1 0 165,4 0 0,-1 0-82,2-1 0,0 6 338,-4 3 1,0-1 271,-4 4 98,0 2-207,0 9 1,-2 5-159,-1 3 1,-3 5 32,-5 2 0,0 4-150,0 0 0,0-2-320,0 1 0,0-3 114,0 3 0,0-4-746,0 0 0,3 2-463,1-1 385,0 0 0,-4-4-2196,0 0 2941,0-5 0,0-21 0,0-9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44.1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66 44 6934,'-11'0'387,"0"0"1,4 0-16,0 0 1,3 0 313,-4 0-71,6 0 38,-8 0-275,9 0-163,-4 0 0,6 0-114,3 0 1,1-1 70,2-3 1,7 2-182,-3-5 1,2 3 40,-2-3 1,4 3-26,0-3 1,1 4 3,-2-1 1,-1 3-225,1 1 0,2 0 15,-1 0 1,0 1 23,-4 3 1,3 3 76,1 8 0,0 2 61,-4 5 1,0 2 73,0 1 0,0 4-66,0 4 0,0 3 30,0 1 0,0 0-12,0-4 1,0 2-9,0-1 1,0 0-44,0-8 0,0-4-280,0-4-81,0 0 1,-1 0-124,-3-4-1080,3-6 819,-4-4 806,0-4 0,-6-39 0,-6-10 0</inkml:trace>
  <inkml:trace contextRef="#ctx0" brushRef="#br0" timeOffset="248">331 265 7883,'-7'-6'827,"-1"2"1,4 3-330,-3 1 0,3 0-97,-3 0 0,0 5-134,-4 2 0,0 4 152,0 4 1,-2 2-93,-1 5 0,1 0-391,-1 0 1,-2 0-269,1 0 1,-1-3-348,2-1 0,5-3-804,-2 3 1,4-5 1482,-1 2 0,3-22 0,5-7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45.5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1 738 7819,'0'-7'835,"0"0"-105,0 4-386,0-7 344,0 9-172,0-4 0,1 6-174,3 3 1,-3 2-122,2 5 1,2 4-234,-1 0 1,1 4 100,-1 0 1,-3 0-714,2 0 1,0 1 398,1-1 1,-3-2-2032,3 1 2256,2 1 0,0 3 0,5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0:58.3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11 177 6471,'0'-6'429,"0"1"1,-1 4 107,-3-3 335,3 3-156,-4-4 224,5 5 64,0-5-258,0 4-138,0-4 27,0 5 1,0 5-379,0 2 1,0 8-164,0 3 1,0 8-7,0 3 1,0 3-140,0 1 0,4 5-346,-1 3 0,2 1 280,-1 3 1,-3-3-266,3-1 1,-3-4 170,-1-8 1,0 0-807,0-7 1,0 2-215,0-10-455,0 1 1120,0-9 0,-1-6 566,-3-7 0,8-62 0,-3-15 0</inkml:trace>
  <inkml:trace contextRef="#ctx0" brushRef="#br0" timeOffset="240">154 166 7701,'0'-11'0,"0"-5"896,0 4 1,0-1-218,0 6 0,2 5-128,1-2 1,-1 4-81,1 4 0,-2 2-129,-1 5 1,0 5-249,0 2 0,0 3 115,0 1 0,4 5-170,0 2 0,1-1 55,-2 2 1,-1-1-56,1 4 0,2-3-276,-1-1 0,0-1-420,-4 2 1,1-3-617,2-5 0,-1 0 587,1 0 0,-1-5-1086,-2-2 1772,0-8 0,0-17 0,0-8 0</inkml:trace>
  <inkml:trace contextRef="#ctx0" brushRef="#br0" timeOffset="727">717 309 7701,'6'-7'147,"-3"-1"1,0 1 246,1-4-263,-3 0 1,4 0 89,-5 0 0,0 0 410,0 0-384,0 0 1,0 0-16,0 0 0,0 0-58,0 0 1,-2 0-1,-1 0 1,0 3 60,-4 1 1,0 0-39,-4-4 0,0 1-112,0 3 0,-2 0 136,-1 4 0,-3 2-138,-6-3 1,5 4-24,0 4 1,-1 5-100,-3 6 0,-2 5-58,2-2 1,-2 8-205,10 3 1,-1 3-15,4 1 0,1 1 138,3 3 0,2-3-393,5 3 1,1-4 204,3-3 1,6 0 61,4-4 0,6-2 14,-2-5 0,4-4 235,4-8 1,-3 1 42,3-4 1,-3 0 56,-1-4 1,1-9-36,-1-2 1,0-7 149,0-1 0,-5-1-79,-3-2 0,-1 0-62,-2 0 0,-1-4-370,-3 0 1,1 0 113,-4 4 1,4 4-773,-5 0 1008,1-1 0,-14 7 0,-2 2 0</inkml:trace>
  <inkml:trace contextRef="#ctx0" brushRef="#br0" timeOffset="889">485 364 7709,'-6'0'2680,"1"0"-1945,5 0-381,5 0 0,1 0-271,5 0 1,5 0-277,2 0 0,8-3-597,4-1 0,1-5-827,3 2 1617,-1 2 0,24-14 0,7 0 0</inkml:trace>
  <inkml:trace contextRef="#ctx0" brushRef="#br0" timeOffset="1285">1014 34 7709,'0'-8'0,"0"1"0,0 3 982,0-3 106,0 4-476,5-2 1,-2 7-163,4 1 1,-5 5-105,2 6 0,1 4 47,-1 4 1,3 5-79,-3 2 0,4 7-313,0 0 1,-2 6 63,1-2 0,-1 0-608,2 0 1,0-3 416,-4 3 1,3-6-1090,-3-1 0,0-6 303,-4-8 1,3-3-837,1-5 977,0-5 770,-4-6 0,0-41 0,0-12 0</inkml:trace>
  <inkml:trace contextRef="#ctx0" brushRef="#br0" timeOffset="1532">1191 45 7709,'-6'-11'667,"1"3"974,5 1-712,0 4-271,0-1 140,0 13 1,0 0-308,0 9 1,3 2 59,1 6 0,5-2-172,-2 5 0,3 1-289,1 3 0,0 0-150,0 0 1,-3 0-256,3 0 1,-6 0-608,6 0 1,-6-4 494,3-4 0,-6-5-354,2-2 0,-3-4-296,-1 0 1077,0-6 0,0-23 0,0-9 0</inkml:trace>
  <inkml:trace contextRef="#ctx0" brushRef="#br0" timeOffset="2132">1555 397 7703,'-5'-11'418,"3"0"123,-1 0 1,1 4-54,2 0 0,0 3-126,0-3 0,2 4-187,1-1 0,4 0 22,4 0 0,1 0-119,2 4 1,0 0 48,4 0 0,-4 0-47,1 0 0,-3 5 11,-1 2 0,0 3-202,0 1 0,-5 0-74,-2 0 1,-3 4 98,-1 0 1,0 3-255,0-3 1,-5 1 151,-2-2 1,-3-1-331,-1 1 0,0 0 107,0 1 1,3-3-498,1 2 306,0-1 1,-3-2 238,3 0 0,0-4 363,4 0 0,2-4 0,1-8 0,6-7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1:01.6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78 7087,'-5'6'1225,"3"-1"473,-2-5-456,4 0-729,4 0 0,3-1-150,4-3 0,1 2-186,3-6 1,2 6 31,5-2 1,-4-1-1,0 2 0,1-5-67,3 5 1,-4-1-880,1 4 1,-6-4-62,2 0 1,-3 1-1817,-1 3 763,0-5 1851,0 4 0,-19-14 0,-6 3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1:22.4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56 7729,'0'-11'51,"0"4"118,0-1 1,0 5 277,0-5 434,0 6-208,0-8 80,0 9-442,0-4 0,0 6 111,0 3 1,3 2-78,1 5 1,1 5-58,-1 2 1,-3 7-90,2 1 1,-1 8-149,-2-1 0,3 4-36,1-1 0,0 0-17,-4 4 0,3 0-386,1 0 1,0 0 226,-4-7 0,0 2-586,0-10 0,0 0 306,0-7 1,0 2-315,0-5 1,0-4-466,0-4-17,0-5 1068,0 3 0,0-39 1,0-9-1</inkml:trace>
  <inkml:trace contextRef="#ctx0" brushRef="#br0" timeOffset="375">155 45 7724,'-6'-6'1497,"1"-4"-428,5 9-287,0-4-524,0 5 0,0 5-59,0 2 0,4 4 124,-1 4 0,5 3-112,-5 8 1,2-1-50,-1 4 0,-3 0-14,3 4 0,1 5-95,-2 3 1,1-3-125,-4-1 1,4 1 81,-1-2 0,1 1-124,-4-4 1,1-4 47,3 1 1,-3-9-38,3 1 0,-3-6-85,-1 2-604,0-4-376,0 1-779,0-8 61,-5-3 1885,4-13 0,-9-33 0,4-17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1:24.2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199 320 7704,'11'-5'-365,"-1"2"397,-2-4 0,-2 5 43,-3-2 0,0-1-140,4 1 223,-4-4-38,6 2 0,-2-5 17,4 0 1,-4 0-19,0 0 1,-3 0 15,3 0 0,-1-2 32,2-1 0,0 0-52,-4-4 1,0 3-60,-4-3 0,0 3 36,0-3 1,0 4-130,0-1 1,-5 3 20,-3 1 0,-1 0 58,-2 0 1,0 5-78,0 2 0,-4 3 46,0 1 1,-4 6-69,0 5 0,2 5 44,-1 6 1,-1 5 0,-3 3 0,1 5 53,3 2 0,-2 6-2,6 1 0,0 0 2,7 4 0,-2-4-20,6-4 1,-1-2-126,4-5 0,6-5 125,5-2 1,0-4-4,4-3 1,1-8 6,-1-8 0,4-2-4,-1-1 0,3-1-12,1-2 0,-1-4-5,-2-4 0,0-5-81,-4-2 0,3-3 93,-3-1 1,0-4-185,-4 1 1,-5-1-111,-3 4 0,2 0-123,-1 0 0,0 1-208,-4 3 0,-2 2 295,-1 5 1,-5 1 313,-6 3 0,0 2 0,-4 5 0,0 0 0,-24 14 0,-5 5 0</inkml:trace>
  <inkml:trace contextRef="#ctx0" brushRef="#br0" timeOffset="148">45 375 7704,'-10'1'-298,"3"3"1,-3-3 1623,3 3-441,2 2-9,0-5-445,5 4 1,6-5-34,5 0 1,1-1-467,7-3 0,-1-1 118,4-2 1,0-3-1133,0 3 0,0-3 662,0-1 1,0 1 419,0 3 0,10-13 0,3 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1:28.0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0 331 7679,'0'-11'57,"0"0"1,0 4 149,0-1 0,0 1 74,0-4-87,5 0 1,1 0 11,5 0 1,0 0 218,0 0 1,0 0-100,0 0 0,4 4 47,0-1 0,4 1-111,0-4 1,1 4-69,2-1 1,1 6 11,-1-2 1,0 3 80,0 1 0,-5 2-15,-3 6 0,2 1 129,-1 13 0,0-1-80,-4 9 0,0 0-127,0 7 1,-1-3-98,-3 3 1,3-1 72,-3 0 1,-1-1-329,2 1 0,-5-5 184,5-2 1,-5-7-703,5 4 0,-6-10-87,2 3 0,-2-10-1581,2-1-697,-3-6 2299,4 3 1,-6-5 741,-3 0 0,-12-15 0,-7-3 0</inkml:trace>
  <inkml:trace contextRef="#ctx0" brushRef="#br0" timeOffset="215">342 408 7679,'-11'0'5,"0"0"1,0 2 1399,0 1 0,-4 0-66,0 4 1,1 2-735,3 5 1,0 0-212,0 4 0,-4 1-192,0 3 0,0 0-362,4 0 0,4-1 203,0-3 0,1 2-950,-2-6 1,3 1-1150,5-4-1444,0 0 3500,0 0 0,25-15 0,5-3 0</inkml:trace>
  <inkml:trace contextRef="#ctx0" brushRef="#br0" timeOffset="709">639 629 7710,'7'-1'35,"-4"-3"127,3 3 0,-1-5 43,3 2 1,1 3 162,-1-3 0,-2 3-102,1 1 1,1 0-124,3 0 0,3 0 54,1 0 1,0 1-216,-4 3 0,0-2 87,0 6 1,0-5-176,0 5 0,-1-5 55,-3 5 0,-2-5 8,-5 5 0,0-5 20,0 5 1,-1-5 46,-3 5 1,-2-2 138,-5 1 1,0 3-88,0-3 1,-4-1 213,0 2 0,-3-1-60,3 4 1,1-4 430,3 1-400,0-1 0,1 4-251,2 0 0,4-3 17,4-1 1,0-3 110,0 3 1,8-3-536,3 3 0,8-5 205,-1 2 0,6-3-1019,2-1 1,5-1 554,-2-3 1,2 2 655,-2-5 0,18-11 0,-1-5 0</inkml:trace>
  <inkml:trace contextRef="#ctx0" brushRef="#br0" timeOffset="1324">1246 34 7707,'6'-5'1445,"4"3"0,-9-1-1097,3 6 1,-3 5-12,-1 7 1,0-2-53,0 5 1,0 6-39,0 5 0,1 3-182,3 1 1,-3 5 37,3 2 0,-3 2-479,-1-2 0,0 2 286,0-5 0,0 2-812,0-6 0,0-2 126,0-9 0,0-1-1260,0-3 1162,0 3 874,0-9 0,5-21 0,1-10 0</inkml:trace>
  <inkml:trace contextRef="#ctx0" brushRef="#br0" timeOffset="1600">1488 34 7707,'0'-11'2025,"0"0"-1630,0 4 628,0 3-633,0 13 1,0 4 129,0 9 1,-3 0-150,-1 0 0,0 6 62,4 5 1,0 0-364,0 4 0,0 1 41,0-2-1,0 6-270,0-1 1,4-3 171,0-2 1,1-3-900,-2-3 0,-2-3 432,3-5 0,-1-1-1161,0-3 1,-2-2 1615,3-5 0,-3-15 0,-1-3 0</inkml:trace>
  <inkml:trace contextRef="#ctx0" brushRef="#br0" timeOffset="2068">2040 419 7707,'9'-11'477,"-1"0"1,0 4-318,-4 0 1,5 3 43,-2-3 1,-1 1-25,1-2 0,-3-2-33,3 3 0,-4-3 24,1-1 1,0 0-5,0 0 0,0-1-1,-4-3 1,-1 3-175,-3-3 0,1-1 14,-4 2 1,-2-1 47,-5 4 1,2 0 74,-3 0 1,-2 5-28,-2 2 1,0 3-13,0 1 1,-1 5-42,1 2 1,-4 9-33,1 6 1,-3 1 20,7 7 0,2 3 83,1 4 1,4 3-1,4-3 0,2-1-160,5-2 0,0-1 46,0 0 1,9 0-261,2 0 0,7-9 91,0-2 0,3-7-213,1 0 0,0-4 63,0-4 1,-3-2 112,-1-5 0,0-6-165,5-5 1,-5-1 92,0-7 0,-4 1-435,0-4 0,-1-1 218,-2-3 0,-1 3 488,-3-3 0,-2 8 0,-25-18 0,-4 0 0</inkml:trace>
  <inkml:trace contextRef="#ctx0" brushRef="#br0" timeOffset="2216">1885 441 7707,'-17'0'266,"2"0"0,-1 4 403,2 0 0,4 1-281,6-2 0,3 0-59,1 4 0,5-4 56,2 0 1,7-1-130,0-2 0,7 0-381,1 0 1,2 0 167,5 0 0,-4 0-1314,0 0 1,-1 0-924,-2 0 2194,0-5 0,9-11 0,4-8 0</inkml:trace>
  <inkml:trace contextRef="#ctx0" brushRef="#br0" timeOffset="2708">2447 133 7707,'-3'-8'0,"-1"1"0,0 3 446,4-3 1,-3 3 423,-1-3-108,0 5 212,4-3-114,0 5 0,4 5-474,0 2 1,3 4-10,-3 4 0,1 2-119,-2 5 1,2 5 119,3 2 1,0 3-81,-4 1 1,1 4-299,-2 0 0,-1 4 84,1 0 1,2-3-552,-1-2 1,0-1-1073,-4-2 0,1-1 788,2-3 0,-1-7-2157,1-7 1671,-1-3 1237,3-6 0,1-30 0,5-13 0</inkml:trace>
  <inkml:trace contextRef="#ctx0" brushRef="#br0" timeOffset="2983">2613 100 7707,'-6'-11'2661,"1"5"-2214,5 1 1,0 7 77,0 5 1,0 6-40,0 9 0,3 1 4,1 3 0,5 3-34,-2 8 0,-1-2-200,2 6 0,-2-2-336,1 1 0,3 2 136,-3-5 0,-1 3-822,2-3 1,-6-5 146,2-6 1,-3-3-198,-1-1 0,0-5 120,0-2 696,0-3 0,20-11 0,4-2 0</inkml:trace>
  <inkml:trace contextRef="#ctx0" brushRef="#br0" timeOffset="3469">2922 640 7707,'-7'-7'-269,"4"-1"1,-2 1 787,1-4 1,0 3-137,4 1 0,0 3-112,0-3 1,0 3 148,0-3-114,5 5 0,3-4-71,6 2 1,-1 3-1,1-3 1,2 3-212,-1 1 0,3 0 128,-3 0 0,3 0-171,-3 0 1,3 3 47,-3 1 1,-4 6-8,-3 1 1,-5 0-12,5 4 1,-6 2-160,2 1 1,-4-1-115,-4 2 0,2-1-136,-6 4 0,1-4-230,-4 1 1,0-6 270,0 2 1,0-2-299,0 2 1,0-3 228,0 3 0,1-6 426,3-2 0,-2-3 0,5 3 0,-4-4 0,11-13 0,-1-9 0</inkml:trace>
  <inkml:trace contextRef="#ctx0" brushRef="#br0" timeOffset="3642">2977 860 7707,'0'-6'1775,"0"1"1,5 4-1172,2-3 1,3 3-221,1-2 1,5 1-317,2 2 1,8 0-174,3 0 0,-1 2-121,2 1 0,-6-2-337,2 3 1,1-3-1775,-1-1 2337,-6 0 0,-9 0 0,-6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1:27.2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34 177 7679,'-7'-4'211,"-1"1"1,5-1 88,-5 4 114,6 0-236,-3 0 1,6 0 15,3 0 1,3 0 66,8 0 1,2-1-55,5-3 0,5 3-51,2-3 1,3 3-247,1 1 1,0 0-384,0 0 0,1 0-95,-1 0 0,-5 0 300,-3 0 1,-1 1-976,-2 3 1243,-10-3 0,-22 4 0,-14-5 0</inkml:trace>
  <inkml:trace contextRef="#ctx0" brushRef="#br0" timeOffset="217">243 1 8828,'-6'0'1297,"1"0"0,5 5-867,0 2 0,0 6-454,0 2 0,0 1 63,0-1 1,0-2-665,0 6 0,4-5 475,0 5 1,4-2-1315,0 1 1,-2-1 1463,1-2 0,10 7 0,7 6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9:21:26.0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0 100 7704,'0'-7'-616,"0"-1"-492,0 0 2066,0-2-89,0-1-91,0 0-62,0 0-215,0 0-198,0 5 0,1-3 91,3 5-82,-3 1 1,8 8-74,-5 2 0,-1 8-25,-3 3 1,0 4-130,0 4 1,4 3 98,0 8 1,-1-1-184,-3 4 0,0-1 55,0 2 0,0 1-71,0-1 1,-1 1-2,-3-2 0,3-6-400,-3-4 0,3-6 209,1 2 0,-3-4-287,-1-4 0,0-2-413,4-5-286,0 0-77,0-5 493,0-1 468,0-15 1,1 2 308,3-10 0,-3-1 0,3-3 0,12-29 0,2-8 0</inkml:trace>
  <inkml:trace contextRef="#ctx0" brushRef="#br0" timeOffset="282">177 56 7704,'0'-7'893,"0"-1"-116,0 6-45,0-3-441,0 5 0,0 6 203,0 5 0,0 1-114,0 7 1,0 3-93,0 3 0,0 5-32,0-5 1,0 6 0,0-1 0,3 1-244,1 2 0,0 1 85,-4-1 1,3-3-319,1 3 0,0-7-123,-4 3 1,0-4-290,0-3 1,0-4 91,0 1 0,0-2 214,0 1 1,0-2-467,0-5 0,0 0 293,0 0 1,0-3-831,0-1 1329,0 0 0,0-1 0,9-11 0,4-7 0</inkml:trace>
  <inkml:trace contextRef="#ctx0" brushRef="#br0" timeOffset="582">441 607 7971,'0'11'1112,"0"0"1,0 1-571,0 3 1,0-1-63,0 4 0,4 2 4,0 5 1,0 0-280,0 4 1,-3-4-54,3 0 1,-2-1-155,2-2 1,-3 2-303,3-2 0,-3-1-245,-1-6 1,4-7 88,0 3 460,-1-7 0,7-24 0,2-10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9/16/2026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9/16/2026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9/16/2026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9/16/2026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9/16/2026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9/16/2026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9/16/2026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9/16/2026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9/16/2026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9/16/2026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9/16/2026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65.png"/><Relationship Id="rId21" Type="http://schemas.openxmlformats.org/officeDocument/2006/relationships/image" Target="../media/image17.png"/><Relationship Id="rId42" Type="http://schemas.openxmlformats.org/officeDocument/2006/relationships/customXml" Target="../ink/ink21.xml"/><Relationship Id="rId47" Type="http://schemas.openxmlformats.org/officeDocument/2006/relationships/image" Target="../media/image30.png"/><Relationship Id="rId63" Type="http://schemas.openxmlformats.org/officeDocument/2006/relationships/image" Target="../media/image38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51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60.png"/><Relationship Id="rId11" Type="http://schemas.openxmlformats.org/officeDocument/2006/relationships/image" Target="../media/image12.png"/><Relationship Id="rId32" Type="http://schemas.openxmlformats.org/officeDocument/2006/relationships/customXml" Target="../ink/ink16.xml"/><Relationship Id="rId37" Type="http://schemas.openxmlformats.org/officeDocument/2006/relationships/image" Target="../media/image25.png"/><Relationship Id="rId53" Type="http://schemas.openxmlformats.org/officeDocument/2006/relationships/image" Target="../media/image33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6.png"/><Relationship Id="rId102" Type="http://schemas.openxmlformats.org/officeDocument/2006/relationships/customXml" Target="../ink/ink51.xml"/><Relationship Id="rId123" Type="http://schemas.openxmlformats.org/officeDocument/2006/relationships/image" Target="../media/image68.png"/><Relationship Id="rId5" Type="http://schemas.openxmlformats.org/officeDocument/2006/relationships/image" Target="../media/image9.png"/><Relationship Id="rId90" Type="http://schemas.openxmlformats.org/officeDocument/2006/relationships/customXml" Target="../ink/ink45.xml"/><Relationship Id="rId95" Type="http://schemas.openxmlformats.org/officeDocument/2006/relationships/image" Target="../media/image54.png"/><Relationship Id="rId22" Type="http://schemas.openxmlformats.org/officeDocument/2006/relationships/customXml" Target="../ink/ink11.xml"/><Relationship Id="rId27" Type="http://schemas.openxmlformats.org/officeDocument/2006/relationships/image" Target="../media/image20.png"/><Relationship Id="rId43" Type="http://schemas.openxmlformats.org/officeDocument/2006/relationships/image" Target="../media/image28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41.png"/><Relationship Id="rId113" Type="http://schemas.openxmlformats.org/officeDocument/2006/relationships/image" Target="../media/image63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9.png"/><Relationship Id="rId12" Type="http://schemas.openxmlformats.org/officeDocument/2006/relationships/customXml" Target="../ink/ink6.xml"/><Relationship Id="rId17" Type="http://schemas.openxmlformats.org/officeDocument/2006/relationships/image" Target="../media/image15.png"/><Relationship Id="rId33" Type="http://schemas.openxmlformats.org/officeDocument/2006/relationships/image" Target="../media/image23.png"/><Relationship Id="rId38" Type="http://schemas.openxmlformats.org/officeDocument/2006/relationships/customXml" Target="../ink/ink19.xml"/><Relationship Id="rId59" Type="http://schemas.openxmlformats.org/officeDocument/2006/relationships/image" Target="../media/image36.png"/><Relationship Id="rId103" Type="http://schemas.openxmlformats.org/officeDocument/2006/relationships/image" Target="../media/image58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44.png"/><Relationship Id="rId91" Type="http://schemas.openxmlformats.org/officeDocument/2006/relationships/image" Target="../media/image52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3.xml"/><Relationship Id="rId23" Type="http://schemas.openxmlformats.org/officeDocument/2006/relationships/image" Target="../media/image18.png"/><Relationship Id="rId28" Type="http://schemas.openxmlformats.org/officeDocument/2006/relationships/customXml" Target="../ink/ink14.xml"/><Relationship Id="rId49" Type="http://schemas.openxmlformats.org/officeDocument/2006/relationships/image" Target="../media/image31.png"/><Relationship Id="rId114" Type="http://schemas.openxmlformats.org/officeDocument/2006/relationships/customXml" Target="../ink/ink57.xml"/><Relationship Id="rId119" Type="http://schemas.openxmlformats.org/officeDocument/2006/relationships/image" Target="../media/image66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9.png"/><Relationship Id="rId81" Type="http://schemas.openxmlformats.org/officeDocument/2006/relationships/image" Target="../media/image47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11.png"/><Relationship Id="rId13" Type="http://schemas.openxmlformats.org/officeDocument/2006/relationships/image" Target="../media/image13.png"/><Relationship Id="rId18" Type="http://schemas.openxmlformats.org/officeDocument/2006/relationships/customXml" Target="../ink/ink9.xml"/><Relationship Id="rId39" Type="http://schemas.openxmlformats.org/officeDocument/2006/relationships/image" Target="../media/image26.png"/><Relationship Id="rId109" Type="http://schemas.openxmlformats.org/officeDocument/2006/relationships/image" Target="../media/image61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4.png"/><Relationship Id="rId76" Type="http://schemas.openxmlformats.org/officeDocument/2006/relationships/customXml" Target="../ink/ink38.xml"/><Relationship Id="rId97" Type="http://schemas.openxmlformats.org/officeDocument/2006/relationships/image" Target="../media/image55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7" Type="http://schemas.openxmlformats.org/officeDocument/2006/relationships/image" Target="../media/image10.png"/><Relationship Id="rId71" Type="http://schemas.openxmlformats.org/officeDocument/2006/relationships/image" Target="../media/image42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21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9.png"/><Relationship Id="rId66" Type="http://schemas.openxmlformats.org/officeDocument/2006/relationships/customXml" Target="../ink/ink33.xml"/><Relationship Id="rId87" Type="http://schemas.openxmlformats.org/officeDocument/2006/relationships/image" Target="../media/image50.png"/><Relationship Id="rId110" Type="http://schemas.openxmlformats.org/officeDocument/2006/relationships/customXml" Target="../ink/ink55.xml"/><Relationship Id="rId115" Type="http://schemas.openxmlformats.org/officeDocument/2006/relationships/image" Target="../media/image64.png"/><Relationship Id="rId61" Type="http://schemas.openxmlformats.org/officeDocument/2006/relationships/image" Target="../media/image37.png"/><Relationship Id="rId82" Type="http://schemas.openxmlformats.org/officeDocument/2006/relationships/customXml" Target="../ink/ink41.xml"/><Relationship Id="rId19" Type="http://schemas.openxmlformats.org/officeDocument/2006/relationships/image" Target="../media/image16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4.png"/><Relationship Id="rId56" Type="http://schemas.openxmlformats.org/officeDocument/2006/relationships/customXml" Target="../ink/ink28.xml"/><Relationship Id="rId77" Type="http://schemas.openxmlformats.org/officeDocument/2006/relationships/image" Target="../media/image45.png"/><Relationship Id="rId100" Type="http://schemas.openxmlformats.org/officeDocument/2006/relationships/customXml" Target="../ink/ink50.xml"/><Relationship Id="rId105" Type="http://schemas.openxmlformats.org/officeDocument/2006/relationships/image" Target="../media/image59.png"/><Relationship Id="rId8" Type="http://schemas.openxmlformats.org/officeDocument/2006/relationships/customXml" Target="../ink/ink4.xml"/><Relationship Id="rId51" Type="http://schemas.openxmlformats.org/officeDocument/2006/relationships/image" Target="../media/image32.png"/><Relationship Id="rId72" Type="http://schemas.openxmlformats.org/officeDocument/2006/relationships/customXml" Target="../ink/ink36.xml"/><Relationship Id="rId93" Type="http://schemas.openxmlformats.org/officeDocument/2006/relationships/image" Target="../media/image53.png"/><Relationship Id="rId98" Type="http://schemas.openxmlformats.org/officeDocument/2006/relationships/customXml" Target="../ink/ink49.xml"/><Relationship Id="rId121" Type="http://schemas.openxmlformats.org/officeDocument/2006/relationships/image" Target="../media/image67.png"/><Relationship Id="rId3" Type="http://schemas.openxmlformats.org/officeDocument/2006/relationships/image" Target="../media/image8.png"/><Relationship Id="rId25" Type="http://schemas.openxmlformats.org/officeDocument/2006/relationships/image" Target="../media/image19.png"/><Relationship Id="rId46" Type="http://schemas.openxmlformats.org/officeDocument/2006/relationships/customXml" Target="../ink/ink23.xml"/><Relationship Id="rId67" Type="http://schemas.openxmlformats.org/officeDocument/2006/relationships/image" Target="../media/image40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7.png"/><Relationship Id="rId62" Type="http://schemas.openxmlformats.org/officeDocument/2006/relationships/customXml" Target="../ink/ink31.xml"/><Relationship Id="rId83" Type="http://schemas.openxmlformats.org/officeDocument/2006/relationships/image" Target="../media/image48.png"/><Relationship Id="rId88" Type="http://schemas.openxmlformats.org/officeDocument/2006/relationships/customXml" Target="../ink/ink44.xml"/><Relationship Id="rId111" Type="http://schemas.openxmlformats.org/officeDocument/2006/relationships/image" Target="../media/image62.png"/><Relationship Id="rId15" Type="http://schemas.openxmlformats.org/officeDocument/2006/relationships/image" Target="../media/image14.png"/><Relationship Id="rId36" Type="http://schemas.openxmlformats.org/officeDocument/2006/relationships/customXml" Target="../ink/ink18.xml"/><Relationship Id="rId57" Type="http://schemas.openxmlformats.org/officeDocument/2006/relationships/image" Target="../media/image35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22.png"/><Relationship Id="rId52" Type="http://schemas.openxmlformats.org/officeDocument/2006/relationships/customXml" Target="../ink/ink26.xml"/><Relationship Id="rId73" Type="http://schemas.openxmlformats.org/officeDocument/2006/relationships/image" Target="../media/image43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6.png"/><Relationship Id="rId101" Type="http://schemas.openxmlformats.org/officeDocument/2006/relationships/image" Target="../media/image57.png"/><Relationship Id="rId122" Type="http://schemas.openxmlformats.org/officeDocument/2006/relationships/customXml" Target="../ink/ink6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.png"/><Relationship Id="rId21" Type="http://schemas.openxmlformats.org/officeDocument/2006/relationships/image" Target="../media/image78.png"/><Relationship Id="rId42" Type="http://schemas.openxmlformats.org/officeDocument/2006/relationships/customXml" Target="../ink/ink82.xml"/><Relationship Id="rId63" Type="http://schemas.openxmlformats.org/officeDocument/2006/relationships/image" Target="../media/image99.png"/><Relationship Id="rId84" Type="http://schemas.openxmlformats.org/officeDocument/2006/relationships/customXml" Target="../ink/ink103.xml"/><Relationship Id="rId16" Type="http://schemas.openxmlformats.org/officeDocument/2006/relationships/customXml" Target="../ink/ink69.xml"/><Relationship Id="rId107" Type="http://schemas.openxmlformats.org/officeDocument/2006/relationships/image" Target="../media/image121.png"/><Relationship Id="rId11" Type="http://schemas.openxmlformats.org/officeDocument/2006/relationships/image" Target="../media/image73.png"/><Relationship Id="rId32" Type="http://schemas.openxmlformats.org/officeDocument/2006/relationships/customXml" Target="../ink/ink77.xml"/><Relationship Id="rId37" Type="http://schemas.openxmlformats.org/officeDocument/2006/relationships/image" Target="../media/image86.png"/><Relationship Id="rId53" Type="http://schemas.openxmlformats.org/officeDocument/2006/relationships/image" Target="../media/image94.png"/><Relationship Id="rId58" Type="http://schemas.openxmlformats.org/officeDocument/2006/relationships/customXml" Target="../ink/ink90.xml"/><Relationship Id="rId74" Type="http://schemas.openxmlformats.org/officeDocument/2006/relationships/customXml" Target="../ink/ink98.xml"/><Relationship Id="rId79" Type="http://schemas.openxmlformats.org/officeDocument/2006/relationships/image" Target="../media/image107.png"/><Relationship Id="rId102" Type="http://schemas.openxmlformats.org/officeDocument/2006/relationships/customXml" Target="../ink/ink112.xml"/><Relationship Id="rId123" Type="http://schemas.openxmlformats.org/officeDocument/2006/relationships/image" Target="../media/image129.png"/><Relationship Id="rId128" Type="http://schemas.openxmlformats.org/officeDocument/2006/relationships/customXml" Target="../ink/ink125.xml"/><Relationship Id="rId5" Type="http://schemas.openxmlformats.org/officeDocument/2006/relationships/image" Target="../media/image70.png"/><Relationship Id="rId90" Type="http://schemas.openxmlformats.org/officeDocument/2006/relationships/customXml" Target="../ink/ink106.xml"/><Relationship Id="rId95" Type="http://schemas.openxmlformats.org/officeDocument/2006/relationships/image" Target="../media/image115.png"/><Relationship Id="rId22" Type="http://schemas.openxmlformats.org/officeDocument/2006/relationships/customXml" Target="../ink/ink72.xml"/><Relationship Id="rId27" Type="http://schemas.openxmlformats.org/officeDocument/2006/relationships/image" Target="../media/image81.png"/><Relationship Id="rId43" Type="http://schemas.openxmlformats.org/officeDocument/2006/relationships/image" Target="../media/image89.png"/><Relationship Id="rId48" Type="http://schemas.openxmlformats.org/officeDocument/2006/relationships/customXml" Target="../ink/ink85.xml"/><Relationship Id="rId64" Type="http://schemas.openxmlformats.org/officeDocument/2006/relationships/customXml" Target="../ink/ink93.xml"/><Relationship Id="rId69" Type="http://schemas.openxmlformats.org/officeDocument/2006/relationships/image" Target="../media/image102.png"/><Relationship Id="rId113" Type="http://schemas.openxmlformats.org/officeDocument/2006/relationships/image" Target="../media/image124.png"/><Relationship Id="rId118" Type="http://schemas.openxmlformats.org/officeDocument/2006/relationships/customXml" Target="../ink/ink120.xml"/><Relationship Id="rId134" Type="http://schemas.openxmlformats.org/officeDocument/2006/relationships/customXml" Target="../ink/ink128.xml"/><Relationship Id="rId80" Type="http://schemas.openxmlformats.org/officeDocument/2006/relationships/customXml" Target="../ink/ink101.xml"/><Relationship Id="rId85" Type="http://schemas.openxmlformats.org/officeDocument/2006/relationships/image" Target="../media/image110.png"/><Relationship Id="rId12" Type="http://schemas.openxmlformats.org/officeDocument/2006/relationships/customXml" Target="../ink/ink67.xml"/><Relationship Id="rId17" Type="http://schemas.openxmlformats.org/officeDocument/2006/relationships/image" Target="../media/image76.png"/><Relationship Id="rId33" Type="http://schemas.openxmlformats.org/officeDocument/2006/relationships/image" Target="../media/image84.png"/><Relationship Id="rId38" Type="http://schemas.openxmlformats.org/officeDocument/2006/relationships/customXml" Target="../ink/ink80.xml"/><Relationship Id="rId59" Type="http://schemas.openxmlformats.org/officeDocument/2006/relationships/image" Target="../media/image97.png"/><Relationship Id="rId103" Type="http://schemas.openxmlformats.org/officeDocument/2006/relationships/image" Target="../media/image119.png"/><Relationship Id="rId108" Type="http://schemas.openxmlformats.org/officeDocument/2006/relationships/customXml" Target="../ink/ink115.xml"/><Relationship Id="rId124" Type="http://schemas.openxmlformats.org/officeDocument/2006/relationships/customXml" Target="../ink/ink123.xml"/><Relationship Id="rId129" Type="http://schemas.openxmlformats.org/officeDocument/2006/relationships/image" Target="../media/image132.png"/><Relationship Id="rId54" Type="http://schemas.openxmlformats.org/officeDocument/2006/relationships/customXml" Target="../ink/ink88.xml"/><Relationship Id="rId70" Type="http://schemas.openxmlformats.org/officeDocument/2006/relationships/customXml" Target="../ink/ink96.xml"/><Relationship Id="rId75" Type="http://schemas.openxmlformats.org/officeDocument/2006/relationships/image" Target="../media/image105.png"/><Relationship Id="rId91" Type="http://schemas.openxmlformats.org/officeDocument/2006/relationships/image" Target="../media/image113.png"/><Relationship Id="rId96" Type="http://schemas.openxmlformats.org/officeDocument/2006/relationships/customXml" Target="../ink/ink109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64.xml"/><Relationship Id="rId23" Type="http://schemas.openxmlformats.org/officeDocument/2006/relationships/image" Target="../media/image79.png"/><Relationship Id="rId28" Type="http://schemas.openxmlformats.org/officeDocument/2006/relationships/customXml" Target="../ink/ink75.xml"/><Relationship Id="rId49" Type="http://schemas.openxmlformats.org/officeDocument/2006/relationships/image" Target="../media/image92.png"/><Relationship Id="rId114" Type="http://schemas.openxmlformats.org/officeDocument/2006/relationships/customXml" Target="../ink/ink118.xml"/><Relationship Id="rId119" Type="http://schemas.openxmlformats.org/officeDocument/2006/relationships/image" Target="../media/image127.png"/><Relationship Id="rId44" Type="http://schemas.openxmlformats.org/officeDocument/2006/relationships/customXml" Target="../ink/ink83.xml"/><Relationship Id="rId60" Type="http://schemas.openxmlformats.org/officeDocument/2006/relationships/customXml" Target="../ink/ink91.xml"/><Relationship Id="rId65" Type="http://schemas.openxmlformats.org/officeDocument/2006/relationships/image" Target="../media/image100.png"/><Relationship Id="rId81" Type="http://schemas.openxmlformats.org/officeDocument/2006/relationships/image" Target="../media/image108.png"/><Relationship Id="rId86" Type="http://schemas.openxmlformats.org/officeDocument/2006/relationships/customXml" Target="../ink/ink104.xml"/><Relationship Id="rId130" Type="http://schemas.openxmlformats.org/officeDocument/2006/relationships/customXml" Target="../ink/ink126.xml"/><Relationship Id="rId135" Type="http://schemas.openxmlformats.org/officeDocument/2006/relationships/image" Target="../media/image135.png"/><Relationship Id="rId13" Type="http://schemas.openxmlformats.org/officeDocument/2006/relationships/image" Target="../media/image74.png"/><Relationship Id="rId18" Type="http://schemas.openxmlformats.org/officeDocument/2006/relationships/customXml" Target="../ink/ink70.xml"/><Relationship Id="rId39" Type="http://schemas.openxmlformats.org/officeDocument/2006/relationships/image" Target="../media/image87.png"/><Relationship Id="rId109" Type="http://schemas.openxmlformats.org/officeDocument/2006/relationships/image" Target="../media/image122.png"/><Relationship Id="rId34" Type="http://schemas.openxmlformats.org/officeDocument/2006/relationships/customXml" Target="../ink/ink78.xml"/><Relationship Id="rId50" Type="http://schemas.openxmlformats.org/officeDocument/2006/relationships/customXml" Target="../ink/ink86.xml"/><Relationship Id="rId55" Type="http://schemas.openxmlformats.org/officeDocument/2006/relationships/image" Target="../media/image95.png"/><Relationship Id="rId76" Type="http://schemas.openxmlformats.org/officeDocument/2006/relationships/customXml" Target="../ink/ink99.xml"/><Relationship Id="rId97" Type="http://schemas.openxmlformats.org/officeDocument/2006/relationships/image" Target="../media/image116.png"/><Relationship Id="rId104" Type="http://schemas.openxmlformats.org/officeDocument/2006/relationships/customXml" Target="../ink/ink113.xml"/><Relationship Id="rId120" Type="http://schemas.openxmlformats.org/officeDocument/2006/relationships/customXml" Target="../ink/ink121.xml"/><Relationship Id="rId125" Type="http://schemas.openxmlformats.org/officeDocument/2006/relationships/image" Target="../media/image130.png"/><Relationship Id="rId7" Type="http://schemas.openxmlformats.org/officeDocument/2006/relationships/image" Target="../media/image71.png"/><Relationship Id="rId71" Type="http://schemas.openxmlformats.org/officeDocument/2006/relationships/image" Target="../media/image103.png"/><Relationship Id="rId92" Type="http://schemas.openxmlformats.org/officeDocument/2006/relationships/customXml" Target="../ink/ink107.xml"/><Relationship Id="rId2" Type="http://schemas.openxmlformats.org/officeDocument/2006/relationships/customXml" Target="../ink/ink62.xml"/><Relationship Id="rId29" Type="http://schemas.openxmlformats.org/officeDocument/2006/relationships/image" Target="../media/image82.png"/><Relationship Id="rId24" Type="http://schemas.openxmlformats.org/officeDocument/2006/relationships/customXml" Target="../ink/ink73.xml"/><Relationship Id="rId40" Type="http://schemas.openxmlformats.org/officeDocument/2006/relationships/customXml" Target="../ink/ink81.xml"/><Relationship Id="rId45" Type="http://schemas.openxmlformats.org/officeDocument/2006/relationships/image" Target="../media/image90.png"/><Relationship Id="rId66" Type="http://schemas.openxmlformats.org/officeDocument/2006/relationships/customXml" Target="../ink/ink94.xml"/><Relationship Id="rId87" Type="http://schemas.openxmlformats.org/officeDocument/2006/relationships/image" Target="../media/image111.png"/><Relationship Id="rId110" Type="http://schemas.openxmlformats.org/officeDocument/2006/relationships/customXml" Target="../ink/ink116.xml"/><Relationship Id="rId115" Type="http://schemas.openxmlformats.org/officeDocument/2006/relationships/image" Target="../media/image125.png"/><Relationship Id="rId131" Type="http://schemas.openxmlformats.org/officeDocument/2006/relationships/image" Target="../media/image133.png"/><Relationship Id="rId136" Type="http://schemas.openxmlformats.org/officeDocument/2006/relationships/customXml" Target="../ink/ink129.xml"/><Relationship Id="rId61" Type="http://schemas.openxmlformats.org/officeDocument/2006/relationships/image" Target="../media/image98.png"/><Relationship Id="rId82" Type="http://schemas.openxmlformats.org/officeDocument/2006/relationships/customXml" Target="../ink/ink102.xml"/><Relationship Id="rId19" Type="http://schemas.openxmlformats.org/officeDocument/2006/relationships/image" Target="../media/image77.png"/><Relationship Id="rId14" Type="http://schemas.openxmlformats.org/officeDocument/2006/relationships/customXml" Target="../ink/ink68.xml"/><Relationship Id="rId30" Type="http://schemas.openxmlformats.org/officeDocument/2006/relationships/customXml" Target="../ink/ink76.xml"/><Relationship Id="rId35" Type="http://schemas.openxmlformats.org/officeDocument/2006/relationships/image" Target="../media/image85.png"/><Relationship Id="rId56" Type="http://schemas.openxmlformats.org/officeDocument/2006/relationships/customXml" Target="../ink/ink89.xml"/><Relationship Id="rId77" Type="http://schemas.openxmlformats.org/officeDocument/2006/relationships/image" Target="../media/image106.png"/><Relationship Id="rId100" Type="http://schemas.openxmlformats.org/officeDocument/2006/relationships/customXml" Target="../ink/ink111.xml"/><Relationship Id="rId105" Type="http://schemas.openxmlformats.org/officeDocument/2006/relationships/image" Target="../media/image120.png"/><Relationship Id="rId126" Type="http://schemas.openxmlformats.org/officeDocument/2006/relationships/customXml" Target="../ink/ink124.xml"/><Relationship Id="rId8" Type="http://schemas.openxmlformats.org/officeDocument/2006/relationships/customXml" Target="../ink/ink65.xml"/><Relationship Id="rId51" Type="http://schemas.openxmlformats.org/officeDocument/2006/relationships/image" Target="../media/image93.png"/><Relationship Id="rId72" Type="http://schemas.openxmlformats.org/officeDocument/2006/relationships/customXml" Target="../ink/ink97.xml"/><Relationship Id="rId93" Type="http://schemas.openxmlformats.org/officeDocument/2006/relationships/image" Target="../media/image114.png"/><Relationship Id="rId98" Type="http://schemas.openxmlformats.org/officeDocument/2006/relationships/customXml" Target="../ink/ink110.xml"/><Relationship Id="rId121" Type="http://schemas.openxmlformats.org/officeDocument/2006/relationships/image" Target="../media/image128.png"/><Relationship Id="rId3" Type="http://schemas.openxmlformats.org/officeDocument/2006/relationships/image" Target="../media/image69.png"/><Relationship Id="rId25" Type="http://schemas.openxmlformats.org/officeDocument/2006/relationships/image" Target="../media/image80.png"/><Relationship Id="rId46" Type="http://schemas.openxmlformats.org/officeDocument/2006/relationships/customXml" Target="../ink/ink84.xml"/><Relationship Id="rId67" Type="http://schemas.openxmlformats.org/officeDocument/2006/relationships/image" Target="../media/image101.png"/><Relationship Id="rId116" Type="http://schemas.openxmlformats.org/officeDocument/2006/relationships/customXml" Target="../ink/ink119.xml"/><Relationship Id="rId137" Type="http://schemas.openxmlformats.org/officeDocument/2006/relationships/image" Target="../media/image136.png"/><Relationship Id="rId20" Type="http://schemas.openxmlformats.org/officeDocument/2006/relationships/customXml" Target="../ink/ink71.xml"/><Relationship Id="rId41" Type="http://schemas.openxmlformats.org/officeDocument/2006/relationships/image" Target="../media/image88.png"/><Relationship Id="rId62" Type="http://schemas.openxmlformats.org/officeDocument/2006/relationships/customXml" Target="../ink/ink92.xml"/><Relationship Id="rId83" Type="http://schemas.openxmlformats.org/officeDocument/2006/relationships/image" Target="../media/image109.png"/><Relationship Id="rId88" Type="http://schemas.openxmlformats.org/officeDocument/2006/relationships/customXml" Target="../ink/ink105.xml"/><Relationship Id="rId111" Type="http://schemas.openxmlformats.org/officeDocument/2006/relationships/image" Target="../media/image123.png"/><Relationship Id="rId132" Type="http://schemas.openxmlformats.org/officeDocument/2006/relationships/customXml" Target="../ink/ink127.xml"/><Relationship Id="rId15" Type="http://schemas.openxmlformats.org/officeDocument/2006/relationships/image" Target="../media/image75.png"/><Relationship Id="rId36" Type="http://schemas.openxmlformats.org/officeDocument/2006/relationships/customXml" Target="../ink/ink79.xml"/><Relationship Id="rId57" Type="http://schemas.openxmlformats.org/officeDocument/2006/relationships/image" Target="../media/image96.png"/><Relationship Id="rId106" Type="http://schemas.openxmlformats.org/officeDocument/2006/relationships/customXml" Target="../ink/ink114.xml"/><Relationship Id="rId127" Type="http://schemas.openxmlformats.org/officeDocument/2006/relationships/image" Target="../media/image131.png"/><Relationship Id="rId10" Type="http://schemas.openxmlformats.org/officeDocument/2006/relationships/customXml" Target="../ink/ink66.xml"/><Relationship Id="rId31" Type="http://schemas.openxmlformats.org/officeDocument/2006/relationships/image" Target="../media/image83.png"/><Relationship Id="rId52" Type="http://schemas.openxmlformats.org/officeDocument/2006/relationships/customXml" Target="../ink/ink87.xml"/><Relationship Id="rId73" Type="http://schemas.openxmlformats.org/officeDocument/2006/relationships/image" Target="../media/image104.png"/><Relationship Id="rId78" Type="http://schemas.openxmlformats.org/officeDocument/2006/relationships/customXml" Target="../ink/ink100.xml"/><Relationship Id="rId94" Type="http://schemas.openxmlformats.org/officeDocument/2006/relationships/customXml" Target="../ink/ink108.xml"/><Relationship Id="rId99" Type="http://schemas.openxmlformats.org/officeDocument/2006/relationships/image" Target="../media/image117.png"/><Relationship Id="rId101" Type="http://schemas.openxmlformats.org/officeDocument/2006/relationships/image" Target="../media/image118.png"/><Relationship Id="rId122" Type="http://schemas.openxmlformats.org/officeDocument/2006/relationships/customXml" Target="../ink/ink122.xml"/><Relationship Id="rId4" Type="http://schemas.openxmlformats.org/officeDocument/2006/relationships/customXml" Target="../ink/ink63.xml"/><Relationship Id="rId9" Type="http://schemas.openxmlformats.org/officeDocument/2006/relationships/image" Target="../media/image72.png"/><Relationship Id="rId26" Type="http://schemas.openxmlformats.org/officeDocument/2006/relationships/customXml" Target="../ink/ink74.xml"/><Relationship Id="rId47" Type="http://schemas.openxmlformats.org/officeDocument/2006/relationships/image" Target="../media/image91.png"/><Relationship Id="rId68" Type="http://schemas.openxmlformats.org/officeDocument/2006/relationships/customXml" Target="../ink/ink95.xml"/><Relationship Id="rId89" Type="http://schemas.openxmlformats.org/officeDocument/2006/relationships/image" Target="../media/image112.png"/><Relationship Id="rId112" Type="http://schemas.openxmlformats.org/officeDocument/2006/relationships/customXml" Target="../ink/ink117.xml"/><Relationship Id="rId133" Type="http://schemas.openxmlformats.org/officeDocument/2006/relationships/image" Target="../media/image13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09/16/26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Regularization and Cross Validation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We saw before that models may underfit or overfit data based on their complexity.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	Total error = Bias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+ Variance + Irreducible Error</a:t>
                </a:r>
              </a:p>
              <a:p>
                <a:r>
                  <a:rPr lang="en-US" dirty="0"/>
                  <a:t>We want to select the best models possible while avoiding the risk of overfitting. But how?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0307B9D-05D5-3E7D-4DD2-66B6566E0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59" t="-836" r="-440" b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BC1283-0CD5-389A-F512-3BF2EB50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4" name="Picture 3" descr="Bias-Variance Tradeoff – ML with Ramin">
            <a:extLst>
              <a:ext uri="{FF2B5EF4-FFF2-40B4-BE49-F238E27FC236}">
                <a16:creationId xmlns:a16="http://schemas.microsoft.com/office/drawing/2014/main" id="{0ECE6E2F-D983-BCF3-62F4-39CF3A41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245" y="1348482"/>
            <a:ext cx="4341453" cy="16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9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047E0-4B66-A3BE-40DF-F93439DB85B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Suppose that data is provided to you but you are completely unable to know what its model looks like ...</a:t>
            </a:r>
          </a:p>
          <a:p>
            <a:endParaRPr lang="en-US" dirty="0"/>
          </a:p>
          <a:p>
            <a:r>
              <a:rPr lang="en-US" dirty="0"/>
              <a:t>We might want to start with some universal approximators (polynomials, sinusoidal functions for periodic behaviors,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want our model to retain as much complexity as needed while minimizing overfitting!</a:t>
            </a:r>
          </a:p>
          <a:p>
            <a:endParaRPr lang="en-US" dirty="0"/>
          </a:p>
          <a:p>
            <a:r>
              <a:rPr lang="en-US" dirty="0"/>
              <a:t>We also want to detect overfitting and compare models.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C442A2-DACF-FB76-BBDC-451AFFEC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Unknown Model</a:t>
            </a:r>
          </a:p>
        </p:txBody>
      </p:sp>
    </p:spTree>
    <p:extLst>
      <p:ext uri="{BB962C8B-B14F-4D97-AF65-F5344CB8AC3E}">
        <p14:creationId xmlns:p14="http://schemas.microsoft.com/office/powerpoint/2010/main" val="324145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Regularization Methods (LASSO, Ridge, Elastic Net)</a:t>
            </a:r>
          </a:p>
          <a:p>
            <a:endParaRPr lang="en-US" dirty="0"/>
          </a:p>
          <a:p>
            <a:r>
              <a:rPr lang="en-US" dirty="0"/>
              <a:t>Validation Methods (k-fold cross validation)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Regularization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CF8DEB-CB19-68DB-B6E2-76102F3DDC9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A1D22E4-7DFF-93F6-3EF7-0B6404FD4EC9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C92248-1468-3C57-F9FC-54D8E2F150FF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6792B0-4C55-F7BD-C991-584F9FDCCD51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0303D6-DE59-DB6F-929F-F05F58677D91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68C411B-7114-295B-D364-382A54927801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8AE0A6F-B1B6-05D2-0035-5E5B63BC791A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1299E9B-BFE7-8010-25B8-01AA0A082B7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FC8D4EF-CBB9-817E-FA20-BC13B0EA6896}"/>
                  </a:ext>
                </a:extLst>
              </p14:cNvPr>
              <p14:cNvContentPartPr/>
              <p14:nvPr/>
            </p14:nvContentPartPr>
            <p14:xfrm>
              <a:off x="722170" y="833090"/>
              <a:ext cx="1885320" cy="246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FC8D4EF-CBB9-817E-FA20-BC13B0EA68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6693" y="817587"/>
                <a:ext cx="1915914" cy="277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7B61441-EE32-841B-C684-63A0491109E3}"/>
                  </a:ext>
                </a:extLst>
              </p14:cNvPr>
              <p14:cNvContentPartPr/>
              <p14:nvPr/>
            </p14:nvContentPartPr>
            <p14:xfrm>
              <a:off x="2777770" y="710690"/>
              <a:ext cx="337680" cy="3214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7B61441-EE32-841B-C684-63A0491109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2290" y="695210"/>
                <a:ext cx="36828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14C9795-F6BC-FBFE-7DB7-0E994966552E}"/>
                  </a:ext>
                </a:extLst>
              </p14:cNvPr>
              <p14:cNvContentPartPr/>
              <p14:nvPr/>
            </p14:nvContentPartPr>
            <p14:xfrm>
              <a:off x="4710610" y="880970"/>
              <a:ext cx="686880" cy="163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14C9795-F6BC-FBFE-7DB7-0E99496655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95130" y="865490"/>
                <a:ext cx="7174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4FD2D7E-7DA6-045C-7F45-16959EFB8921}"/>
                  </a:ext>
                </a:extLst>
              </p14:cNvPr>
              <p14:cNvContentPartPr/>
              <p14:nvPr/>
            </p14:nvContentPartPr>
            <p14:xfrm>
              <a:off x="3345490" y="833810"/>
              <a:ext cx="1186920" cy="3254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4FD2D7E-7DA6-045C-7F45-16959EFB89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0015" y="818330"/>
                <a:ext cx="1217511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560D537-8BE7-04DF-C57E-5A50BEB4EDCC}"/>
                  </a:ext>
                </a:extLst>
              </p14:cNvPr>
              <p14:cNvContentPartPr/>
              <p14:nvPr/>
            </p14:nvContentPartPr>
            <p14:xfrm>
              <a:off x="6597730" y="774050"/>
              <a:ext cx="1193040" cy="2779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560D537-8BE7-04DF-C57E-5A50BEB4ED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82255" y="758550"/>
                <a:ext cx="1223631" cy="3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DD8D7CE-EC3D-A986-BCD4-6202B77B982F}"/>
                  </a:ext>
                </a:extLst>
              </p14:cNvPr>
              <p14:cNvContentPartPr/>
              <p14:nvPr/>
            </p14:nvContentPartPr>
            <p14:xfrm>
              <a:off x="5425210" y="797450"/>
              <a:ext cx="948600" cy="210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DD8D7CE-EC3D-A986-BCD4-6202B77B982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09736" y="781970"/>
                <a:ext cx="979188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D2B33DE-13E9-9EC3-E49C-645D39EE4A8C}"/>
                  </a:ext>
                </a:extLst>
              </p14:cNvPr>
              <p14:cNvContentPartPr/>
              <p14:nvPr/>
            </p14:nvContentPartPr>
            <p14:xfrm>
              <a:off x="2111050" y="1444370"/>
              <a:ext cx="269640" cy="173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D2B33DE-13E9-9EC3-E49C-645D39EE4A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95570" y="1428890"/>
                <a:ext cx="3002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86F918B-C94B-8B8C-E2FD-A6CB9956E986}"/>
                  </a:ext>
                </a:extLst>
              </p14:cNvPr>
              <p14:cNvContentPartPr/>
              <p14:nvPr/>
            </p14:nvContentPartPr>
            <p14:xfrm>
              <a:off x="881290" y="1417010"/>
              <a:ext cx="1055160" cy="1864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86F918B-C94B-8B8C-E2FD-A6CB9956E9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5810" y="1401530"/>
                <a:ext cx="10857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1E8D40D-25E3-5D35-8C8E-18340DE5C659}"/>
                  </a:ext>
                </a:extLst>
              </p14:cNvPr>
              <p14:cNvContentPartPr/>
              <p14:nvPr/>
            </p14:nvContentPartPr>
            <p14:xfrm>
              <a:off x="2583370" y="1456250"/>
              <a:ext cx="964440" cy="167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1E8D40D-25E3-5D35-8C8E-18340DE5C65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7884" y="1440737"/>
                <a:ext cx="995051" cy="198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C7FA0F0-2FDE-11E8-690C-69AB3A3C585B}"/>
                  </a:ext>
                </a:extLst>
              </p14:cNvPr>
              <p14:cNvContentPartPr/>
              <p14:nvPr/>
            </p14:nvContentPartPr>
            <p14:xfrm>
              <a:off x="3702610" y="1392890"/>
              <a:ext cx="1008720" cy="2782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C7FA0F0-2FDE-11E8-690C-69AB3A3C585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87124" y="1377410"/>
                <a:ext cx="1039331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EE603FB-90B6-534C-6E3C-6063F0421539}"/>
                  </a:ext>
                </a:extLst>
              </p14:cNvPr>
              <p14:cNvContentPartPr/>
              <p14:nvPr/>
            </p14:nvContentPartPr>
            <p14:xfrm>
              <a:off x="4893130" y="1424570"/>
              <a:ext cx="512640" cy="1832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EE603FB-90B6-534C-6E3C-6063F04215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77639" y="1409060"/>
                <a:ext cx="543262" cy="213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6946ADF6-AE46-097D-729E-CDD9B6AC1FE6}"/>
                  </a:ext>
                </a:extLst>
              </p14:cNvPr>
              <p14:cNvContentPartPr/>
              <p14:nvPr/>
            </p14:nvContentPartPr>
            <p14:xfrm>
              <a:off x="7333930" y="1412690"/>
              <a:ext cx="1203120" cy="1875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6946ADF6-AE46-097D-729E-CDD9B6AC1F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18445" y="1397180"/>
                <a:ext cx="1233729" cy="218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084C3F8-2EBE-461A-8717-D955026D185A}"/>
                  </a:ext>
                </a:extLst>
              </p14:cNvPr>
              <p14:cNvContentPartPr/>
              <p14:nvPr/>
            </p14:nvContentPartPr>
            <p14:xfrm>
              <a:off x="6869890" y="1436450"/>
              <a:ext cx="198720" cy="1674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084C3F8-2EBE-461A-8717-D955026D185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54410" y="1420937"/>
                <a:ext cx="229320" cy="198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8BC1C2C-F075-D94E-0C74-99E9B0B6845C}"/>
                  </a:ext>
                </a:extLst>
              </p14:cNvPr>
              <p14:cNvContentPartPr/>
              <p14:nvPr/>
            </p14:nvContentPartPr>
            <p14:xfrm>
              <a:off x="5655250" y="1434290"/>
              <a:ext cx="1000440" cy="2048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8BC1C2C-F075-D94E-0C74-99E9B0B684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39770" y="1418810"/>
                <a:ext cx="10310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6423A87-5A0A-DC6F-B832-5FE795AD480D}"/>
                  </a:ext>
                </a:extLst>
              </p14:cNvPr>
              <p14:cNvContentPartPr/>
              <p14:nvPr/>
            </p14:nvContentPartPr>
            <p14:xfrm>
              <a:off x="7381810" y="1674410"/>
              <a:ext cx="943200" cy="162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6423A87-5A0A-DC6F-B832-5FE795AD480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66330" y="1658930"/>
                <a:ext cx="9738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FE6EC28-BA5E-4437-A649-BBC76FC9AB9D}"/>
                  </a:ext>
                </a:extLst>
              </p14:cNvPr>
              <p14:cNvContentPartPr/>
              <p14:nvPr/>
            </p14:nvContentPartPr>
            <p14:xfrm>
              <a:off x="841690" y="1909130"/>
              <a:ext cx="1178640" cy="1886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FE6EC28-BA5E-4437-A649-BBC76FC9AB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26210" y="1893650"/>
                <a:ext cx="12092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91C1BE5-4FD5-EA26-F3FC-FAEE560BA325}"/>
                  </a:ext>
                </a:extLst>
              </p14:cNvPr>
              <p14:cNvContentPartPr/>
              <p14:nvPr/>
            </p14:nvContentPartPr>
            <p14:xfrm>
              <a:off x="2261890" y="1920650"/>
              <a:ext cx="1083960" cy="2106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91C1BE5-4FD5-EA26-F3FC-FAEE560BA32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246405" y="1905143"/>
                <a:ext cx="1114570" cy="2412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3B40F4F-98E0-88A2-F7F3-623C079CAADF}"/>
                  </a:ext>
                </a:extLst>
              </p14:cNvPr>
              <p14:cNvContentPartPr/>
              <p14:nvPr/>
            </p14:nvContentPartPr>
            <p14:xfrm>
              <a:off x="2607130" y="2012090"/>
              <a:ext cx="63720" cy="39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3B40F4F-98E0-88A2-F7F3-623C079CAA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91650" y="1996610"/>
                <a:ext cx="943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07DC0BD-059A-F492-A93B-56B567BD135F}"/>
                  </a:ext>
                </a:extLst>
              </p14:cNvPr>
              <p14:cNvContentPartPr/>
              <p14:nvPr/>
            </p14:nvContentPartPr>
            <p14:xfrm>
              <a:off x="3349450" y="1891130"/>
              <a:ext cx="2393640" cy="2358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07DC0BD-059A-F492-A93B-56B567BD135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33970" y="1875650"/>
                <a:ext cx="24242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EF1B5B50-234B-D85D-D680-9041639FA6EB}"/>
                  </a:ext>
                </a:extLst>
              </p14:cNvPr>
              <p14:cNvContentPartPr/>
              <p14:nvPr/>
            </p14:nvContentPartPr>
            <p14:xfrm>
              <a:off x="817210" y="2444450"/>
              <a:ext cx="996120" cy="2343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EF1B5B50-234B-D85D-D680-9041639FA6E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1730" y="2428970"/>
                <a:ext cx="10267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CACA3343-844F-EFAF-C1CC-1C45EC0AA83E}"/>
                  </a:ext>
                </a:extLst>
              </p14:cNvPr>
              <p14:cNvContentPartPr/>
              <p14:nvPr/>
            </p14:nvContentPartPr>
            <p14:xfrm>
              <a:off x="2194570" y="2404850"/>
              <a:ext cx="885600" cy="2350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CACA3343-844F-EFAF-C1CC-1C45EC0AA83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79090" y="2389346"/>
                <a:ext cx="916200" cy="265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F79A3A75-C172-F7F0-C405-4348EDAD2948}"/>
                  </a:ext>
                </a:extLst>
              </p14:cNvPr>
              <p14:cNvContentPartPr/>
              <p14:nvPr/>
            </p14:nvContentPartPr>
            <p14:xfrm>
              <a:off x="3210850" y="2377490"/>
              <a:ext cx="321480" cy="2498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F79A3A75-C172-F7F0-C405-4348EDAD294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95370" y="2362010"/>
                <a:ext cx="3520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C6BD3679-3D91-6D4E-6AAD-E22AEC6729D2}"/>
                  </a:ext>
                </a:extLst>
              </p14:cNvPr>
              <p14:cNvContentPartPr/>
              <p14:nvPr/>
            </p14:nvContentPartPr>
            <p14:xfrm>
              <a:off x="3535930" y="2476490"/>
              <a:ext cx="83880" cy="1314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C6BD3679-3D91-6D4E-6AAD-E22AEC6729D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20383" y="2461010"/>
                <a:ext cx="114612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5362173-AE6D-A3D0-D969-A01C6D4555E9}"/>
                  </a:ext>
                </a:extLst>
              </p14:cNvPr>
              <p14:cNvContentPartPr/>
              <p14:nvPr/>
            </p14:nvContentPartPr>
            <p14:xfrm>
              <a:off x="3615490" y="2527970"/>
              <a:ext cx="74160" cy="838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5362173-AE6D-A3D0-D969-A01C6D4555E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00010" y="2512490"/>
                <a:ext cx="1047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3D335E1-BBE7-00DD-0DBA-A5E1A5F51674}"/>
                  </a:ext>
                </a:extLst>
              </p14:cNvPr>
              <p14:cNvContentPartPr/>
              <p14:nvPr/>
            </p14:nvContentPartPr>
            <p14:xfrm>
              <a:off x="3730330" y="2432570"/>
              <a:ext cx="47880" cy="1969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3D335E1-BBE7-00DD-0DBA-A5E1A5F5167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14850" y="2417090"/>
                <a:ext cx="784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47D584E-A183-1CF7-DA9B-8E2D17E5DAAB}"/>
                  </a:ext>
                </a:extLst>
              </p14:cNvPr>
              <p14:cNvContentPartPr/>
              <p14:nvPr/>
            </p14:nvContentPartPr>
            <p14:xfrm>
              <a:off x="3790090" y="2404850"/>
              <a:ext cx="444960" cy="2419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47D584E-A183-1CF7-DA9B-8E2D17E5DAA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774610" y="2389370"/>
                <a:ext cx="4755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EC6074B-2DC1-F6F0-4B27-4D8BD76D0A3F}"/>
                  </a:ext>
                </a:extLst>
              </p14:cNvPr>
              <p14:cNvContentPartPr/>
              <p14:nvPr/>
            </p14:nvContentPartPr>
            <p14:xfrm>
              <a:off x="4425130" y="2412770"/>
              <a:ext cx="1254240" cy="2228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EC6074B-2DC1-F6F0-4B27-4D8BD76D0A3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09654" y="2397265"/>
                <a:ext cx="1284831" cy="253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79F8569D-5577-D0AC-EE75-CF1BC2C11F1E}"/>
                  </a:ext>
                </a:extLst>
              </p14:cNvPr>
              <p14:cNvContentPartPr/>
              <p14:nvPr/>
            </p14:nvContentPartPr>
            <p14:xfrm>
              <a:off x="5826250" y="2412770"/>
              <a:ext cx="468360" cy="2268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79F8569D-5577-D0AC-EE75-CF1BC2C11F1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10770" y="2397265"/>
                <a:ext cx="498960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69CB5BD-7ABB-7B0E-7C1B-ABCCD4D17692}"/>
                  </a:ext>
                </a:extLst>
              </p14:cNvPr>
              <p14:cNvContentPartPr/>
              <p14:nvPr/>
            </p14:nvContentPartPr>
            <p14:xfrm>
              <a:off x="6421330" y="2440490"/>
              <a:ext cx="718920" cy="1987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69CB5BD-7ABB-7B0E-7C1B-ABCCD4D1769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05850" y="2425010"/>
                <a:ext cx="7495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35374348-1E67-820B-FDA9-65E5A2CFAB77}"/>
                  </a:ext>
                </a:extLst>
              </p14:cNvPr>
              <p14:cNvContentPartPr/>
              <p14:nvPr/>
            </p14:nvContentPartPr>
            <p14:xfrm>
              <a:off x="7099930" y="2460290"/>
              <a:ext cx="1560240" cy="2541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35374348-1E67-820B-FDA9-65E5A2CFAB7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84450" y="2444788"/>
                <a:ext cx="1590840" cy="284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33ED9EAB-E433-4378-64BF-1FC83A3A579A}"/>
                  </a:ext>
                </a:extLst>
              </p14:cNvPr>
              <p14:cNvContentPartPr/>
              <p14:nvPr/>
            </p14:nvContentPartPr>
            <p14:xfrm>
              <a:off x="380890" y="2432570"/>
              <a:ext cx="198000" cy="23832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33ED9EAB-E433-4378-64BF-1FC83A3A579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65438" y="2417090"/>
                <a:ext cx="228544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D8132C0-B453-8C41-780D-97346370345E}"/>
                  </a:ext>
                </a:extLst>
              </p14:cNvPr>
              <p14:cNvContentPartPr/>
              <p14:nvPr/>
            </p14:nvContentPartPr>
            <p14:xfrm>
              <a:off x="3603610" y="2900930"/>
              <a:ext cx="1051920" cy="3042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D8132C0-B453-8C41-780D-97346370345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88130" y="2885450"/>
                <a:ext cx="10825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59AEAC0A-5A9B-3FA9-4A75-5509162A63B7}"/>
                  </a:ext>
                </a:extLst>
              </p14:cNvPr>
              <p14:cNvContentPartPr/>
              <p14:nvPr/>
            </p14:nvContentPartPr>
            <p14:xfrm>
              <a:off x="2440450" y="2952410"/>
              <a:ext cx="984960" cy="21852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59AEAC0A-5A9B-3FA9-4A75-5509162A63B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424964" y="2936904"/>
                <a:ext cx="1015571" cy="2491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8C25D19A-D3EE-E65A-E265-1BDB86662860}"/>
                  </a:ext>
                </a:extLst>
              </p14:cNvPr>
              <p14:cNvContentPartPr/>
              <p14:nvPr/>
            </p14:nvContentPartPr>
            <p14:xfrm>
              <a:off x="1103410" y="2873210"/>
              <a:ext cx="1103400" cy="30204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8C25D19A-D3EE-E65A-E265-1BDB8666286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87925" y="2857730"/>
                <a:ext cx="113401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EA1F7E8D-CC3D-8951-8A8E-63176E55CBAC}"/>
                  </a:ext>
                </a:extLst>
              </p14:cNvPr>
              <p14:cNvContentPartPr/>
              <p14:nvPr/>
            </p14:nvContentPartPr>
            <p14:xfrm>
              <a:off x="3738250" y="2908850"/>
              <a:ext cx="103680" cy="637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EA1F7E8D-CC3D-8951-8A8E-63176E55CBA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722770" y="2893370"/>
                <a:ext cx="1342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2195EF8E-2257-D804-038F-A5EE7C83CDCA}"/>
                  </a:ext>
                </a:extLst>
              </p14:cNvPr>
              <p14:cNvContentPartPr/>
              <p14:nvPr/>
            </p14:nvContentPartPr>
            <p14:xfrm>
              <a:off x="4786210" y="2992370"/>
              <a:ext cx="257760" cy="21276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2195EF8E-2257-D804-038F-A5EE7C83CDC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770752" y="2976916"/>
                <a:ext cx="288317" cy="243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D0375827-7054-5120-3077-148BDA842759}"/>
                  </a:ext>
                </a:extLst>
              </p14:cNvPr>
              <p14:cNvContentPartPr/>
              <p14:nvPr/>
            </p14:nvContentPartPr>
            <p14:xfrm>
              <a:off x="5198770" y="3067610"/>
              <a:ext cx="28080" cy="838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D0375827-7054-5120-3077-148BDA84275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183290" y="3052063"/>
                <a:ext cx="58680" cy="114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D45BE838-B22E-7C5F-C69B-BA7E82B75F94}"/>
                  </a:ext>
                </a:extLst>
              </p14:cNvPr>
              <p14:cNvContentPartPr/>
              <p14:nvPr/>
            </p14:nvContentPartPr>
            <p14:xfrm>
              <a:off x="5171050" y="3071930"/>
              <a:ext cx="111240" cy="12312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D45BE838-B22E-7C5F-C69B-BA7E82B75F9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155570" y="3056405"/>
                <a:ext cx="141840" cy="153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FF35376B-0C52-F772-CD09-D5EEA570C817}"/>
                  </a:ext>
                </a:extLst>
              </p14:cNvPr>
              <p14:cNvContentPartPr/>
              <p14:nvPr/>
            </p14:nvContentPartPr>
            <p14:xfrm>
              <a:off x="2670850" y="3389090"/>
              <a:ext cx="261720" cy="3895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FF35376B-0C52-F772-CD09-D5EEA570C81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655391" y="3373596"/>
                <a:ext cx="292278" cy="420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73340D21-34FA-7F21-CAE5-51A329973B2F}"/>
                  </a:ext>
                </a:extLst>
              </p14:cNvPr>
              <p14:cNvContentPartPr/>
              <p14:nvPr/>
            </p14:nvContentPartPr>
            <p14:xfrm>
              <a:off x="3143170" y="3416810"/>
              <a:ext cx="262440" cy="21852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73340D21-34FA-7F21-CAE5-51A329973B2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27690" y="3401330"/>
                <a:ext cx="2930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E60B130-A036-2CEF-0A24-2528192BA91B}"/>
                  </a:ext>
                </a:extLst>
              </p14:cNvPr>
              <p14:cNvContentPartPr/>
              <p14:nvPr/>
            </p14:nvContentPartPr>
            <p14:xfrm>
              <a:off x="3143170" y="3702650"/>
              <a:ext cx="297720" cy="15120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E60B130-A036-2CEF-0A24-2528192BA91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27709" y="3687133"/>
                <a:ext cx="328283" cy="1818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A7198B44-341B-2DC3-718D-38A1BE24D0CA}"/>
                  </a:ext>
                </a:extLst>
              </p14:cNvPr>
              <p14:cNvContentPartPr/>
              <p14:nvPr/>
            </p14:nvContentPartPr>
            <p14:xfrm>
              <a:off x="3194650" y="3285770"/>
              <a:ext cx="71640" cy="878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A7198B44-341B-2DC3-718D-38A1BE24D0C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179170" y="3270290"/>
                <a:ext cx="1022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DF7FFA1B-D409-4EEC-E24D-8FC7EE9C6006}"/>
                  </a:ext>
                </a:extLst>
              </p14:cNvPr>
              <p14:cNvContentPartPr/>
              <p14:nvPr/>
            </p14:nvContentPartPr>
            <p14:xfrm>
              <a:off x="3690730" y="3337610"/>
              <a:ext cx="623520" cy="3574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DF7FFA1B-D409-4EEC-E24D-8FC7EE9C600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675241" y="3322130"/>
                <a:ext cx="654138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A932DA3B-C8FF-3FD1-A926-EC8FFA200957}"/>
                  </a:ext>
                </a:extLst>
              </p14:cNvPr>
              <p14:cNvContentPartPr/>
              <p14:nvPr/>
            </p14:nvContentPartPr>
            <p14:xfrm>
              <a:off x="3520090" y="3476930"/>
              <a:ext cx="87840" cy="30168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A932DA3B-C8FF-3FD1-A926-EC8FFA20095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504546" y="3461450"/>
                <a:ext cx="118566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1E9F8FFF-02F8-7135-4095-6BC1E6F3A3A2}"/>
                  </a:ext>
                </a:extLst>
              </p14:cNvPr>
              <p14:cNvContentPartPr/>
              <p14:nvPr/>
            </p14:nvContentPartPr>
            <p14:xfrm>
              <a:off x="4329730" y="3337610"/>
              <a:ext cx="175320" cy="35640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1E9F8FFF-02F8-7135-4095-6BC1E6F3A3A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314250" y="3322130"/>
                <a:ext cx="20592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1FCA6760-3641-222C-3C11-547F8B36D8FF}"/>
                  </a:ext>
                </a:extLst>
              </p14:cNvPr>
              <p14:cNvContentPartPr/>
              <p14:nvPr/>
            </p14:nvContentPartPr>
            <p14:xfrm>
              <a:off x="4647250" y="3567650"/>
              <a:ext cx="163080" cy="1116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1FCA6760-3641-222C-3C11-547F8B36D8F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631770" y="3552120"/>
                <a:ext cx="193680" cy="142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274BA3D7-83A8-2D12-2AC3-62A5AC79D114}"/>
                  </a:ext>
                </a:extLst>
              </p14:cNvPr>
              <p14:cNvContentPartPr/>
              <p14:nvPr/>
            </p14:nvContentPartPr>
            <p14:xfrm>
              <a:off x="5317790" y="3345502"/>
              <a:ext cx="357480" cy="2545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274BA3D7-83A8-2D12-2AC3-62A5AC79D11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02310" y="3330000"/>
                <a:ext cx="388080" cy="285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353E01DE-4B87-376A-CDA0-25CAC3D92496}"/>
                  </a:ext>
                </a:extLst>
              </p14:cNvPr>
              <p14:cNvContentPartPr/>
              <p14:nvPr/>
            </p14:nvContentPartPr>
            <p14:xfrm>
              <a:off x="5782190" y="3417142"/>
              <a:ext cx="186840" cy="1710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353E01DE-4B87-376A-CDA0-25CAC3D9249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766710" y="3401662"/>
                <a:ext cx="2174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5DC340CB-AEA8-72F4-2024-F4C43517B34A}"/>
                  </a:ext>
                </a:extLst>
              </p14:cNvPr>
              <p14:cNvContentPartPr/>
              <p14:nvPr/>
            </p14:nvContentPartPr>
            <p14:xfrm>
              <a:off x="6056150" y="3401302"/>
              <a:ext cx="242280" cy="24660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5DC340CB-AEA8-72F4-2024-F4C43517B34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040693" y="3385822"/>
                <a:ext cx="272835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4C028C1C-D0C8-26B7-88B4-C51798E01759}"/>
                  </a:ext>
                </a:extLst>
              </p14:cNvPr>
              <p14:cNvContentPartPr/>
              <p14:nvPr/>
            </p14:nvContentPartPr>
            <p14:xfrm>
              <a:off x="5425070" y="3734662"/>
              <a:ext cx="714240" cy="5976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4C028C1C-D0C8-26B7-88B4-C51798E0175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409598" y="3719275"/>
                <a:ext cx="744825" cy="90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23CD6EFD-D566-E818-BD17-00375C76C401}"/>
                  </a:ext>
                </a:extLst>
              </p14:cNvPr>
              <p14:cNvContentPartPr/>
              <p14:nvPr/>
            </p14:nvContentPartPr>
            <p14:xfrm>
              <a:off x="5699030" y="3798022"/>
              <a:ext cx="139320" cy="13932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23CD6EFD-D566-E818-BD17-00375C76C40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683550" y="3782502"/>
                <a:ext cx="169920" cy="169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66F80FD7-286C-4C83-274B-7340F8506E07}"/>
                  </a:ext>
                </a:extLst>
              </p14:cNvPr>
              <p14:cNvContentPartPr/>
              <p14:nvPr/>
            </p14:nvContentPartPr>
            <p14:xfrm>
              <a:off x="5794070" y="3853462"/>
              <a:ext cx="20160" cy="2808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66F80FD7-286C-4C83-274B-7340F8506E0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78590" y="3837982"/>
                <a:ext cx="507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7EAECA9D-368A-A01B-5D71-C3191A7DD9B7}"/>
                  </a:ext>
                </a:extLst>
              </p14:cNvPr>
              <p14:cNvContentPartPr/>
              <p14:nvPr/>
            </p14:nvContentPartPr>
            <p14:xfrm>
              <a:off x="3381130" y="4063730"/>
              <a:ext cx="1571760" cy="19476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7EAECA9D-368A-A01B-5D71-C3191A7DD9B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365646" y="4048250"/>
                <a:ext cx="1602367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C134BBF8-DFC7-FBC8-1A4F-9DAA71B20D5C}"/>
                  </a:ext>
                </a:extLst>
              </p14:cNvPr>
              <p14:cNvContentPartPr/>
              <p14:nvPr/>
            </p14:nvContentPartPr>
            <p14:xfrm>
              <a:off x="5103730" y="4153010"/>
              <a:ext cx="24120" cy="8208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C134BBF8-DFC7-FBC8-1A4F-9DAA71B20D5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88250" y="4137530"/>
                <a:ext cx="547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C85780FD-45B1-75A6-ADA9-91E22A83193F}"/>
                  </a:ext>
                </a:extLst>
              </p14:cNvPr>
              <p14:cNvContentPartPr/>
              <p14:nvPr/>
            </p14:nvContentPartPr>
            <p14:xfrm>
              <a:off x="5238730" y="4043930"/>
              <a:ext cx="1825920" cy="33012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C85780FD-45B1-75A6-ADA9-91E22A83193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223250" y="4028433"/>
                <a:ext cx="1856520" cy="360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9AD8F18E-5EF8-AADE-4715-ABD07765F7DC}"/>
                  </a:ext>
                </a:extLst>
              </p14:cNvPr>
              <p14:cNvContentPartPr/>
              <p14:nvPr/>
            </p14:nvContentPartPr>
            <p14:xfrm>
              <a:off x="7262650" y="4032050"/>
              <a:ext cx="1607760" cy="2106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9AD8F18E-5EF8-AADE-4715-ABD07765F7D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247170" y="4016570"/>
                <a:ext cx="16383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78F29BEE-2BD5-FE60-33F9-2A8B49979BF4}"/>
                  </a:ext>
                </a:extLst>
              </p14:cNvPr>
              <p14:cNvContentPartPr/>
              <p14:nvPr/>
            </p14:nvContentPartPr>
            <p14:xfrm>
              <a:off x="3377170" y="4424810"/>
              <a:ext cx="1762560" cy="2606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78F29BEE-2BD5-FE60-33F9-2A8B49979BF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361687" y="4409330"/>
                <a:ext cx="1793166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DF47522-9721-24D7-F762-5DF96F106F4D}"/>
                  </a:ext>
                </a:extLst>
              </p14:cNvPr>
              <p14:cNvContentPartPr/>
              <p14:nvPr/>
            </p14:nvContentPartPr>
            <p14:xfrm>
              <a:off x="5282290" y="4468730"/>
              <a:ext cx="1321200" cy="25416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DF47522-9721-24D7-F762-5DF96F106F4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266814" y="4453272"/>
                <a:ext cx="1351792" cy="2847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0B4CDBEF-BC8C-A555-457A-9475DA4CDFDD}"/>
                  </a:ext>
                </a:extLst>
              </p14:cNvPr>
              <p14:cNvContentPartPr/>
              <p14:nvPr/>
            </p14:nvContentPartPr>
            <p14:xfrm>
              <a:off x="5000410" y="3393050"/>
              <a:ext cx="266400" cy="34200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0B4CDBEF-BC8C-A555-457A-9475DA4CDFD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84909" y="3377554"/>
                <a:ext cx="297041" cy="372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63EBB22-7263-287C-5E05-4D2E4C58E54B}"/>
                  </a:ext>
                </a:extLst>
              </p14:cNvPr>
              <p14:cNvContentPartPr/>
              <p14:nvPr/>
            </p14:nvContentPartPr>
            <p14:xfrm>
              <a:off x="5460850" y="2908850"/>
              <a:ext cx="2234880" cy="333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63EBB22-7263-287C-5E05-4D2E4C58E54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445370" y="2893370"/>
                <a:ext cx="22654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D549039-09E7-1420-E8F0-2ECE9F8D2DCC}"/>
                  </a:ext>
                </a:extLst>
              </p14:cNvPr>
              <p14:cNvContentPartPr/>
              <p14:nvPr/>
            </p14:nvContentPartPr>
            <p14:xfrm>
              <a:off x="7893730" y="2825690"/>
              <a:ext cx="504360" cy="208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D549039-09E7-1420-E8F0-2ECE9F8D2DC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878250" y="2810237"/>
                <a:ext cx="534960" cy="2393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51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Regularization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CF8DEB-CB19-68DB-B6E2-76102F3DDC9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A1D22E4-7DFF-93F6-3EF7-0B6404FD4EC9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FC92248-1468-3C57-F9FC-54D8E2F150FF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6792B0-4C55-F7BD-C991-584F9FDCCD51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0303D6-DE59-DB6F-929F-F05F58677D91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68C411B-7114-295B-D364-382A54927801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8AE0A6F-B1B6-05D2-0035-5E5B63BC791A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1299E9B-BFE7-8010-25B8-01AA0A082B7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2043A3B-335C-EB94-6A0E-057D6E98F465}"/>
                  </a:ext>
                </a:extLst>
              </p14:cNvPr>
              <p14:cNvContentPartPr/>
              <p14:nvPr/>
            </p14:nvContentPartPr>
            <p14:xfrm>
              <a:off x="1948425" y="789031"/>
              <a:ext cx="1282320" cy="248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2043A3B-335C-EB94-6A0E-057D6E98F4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2945" y="773529"/>
                <a:ext cx="1312920" cy="279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39680BD-3814-63D3-8A85-BA30EA454785}"/>
                  </a:ext>
                </a:extLst>
              </p14:cNvPr>
              <p14:cNvContentPartPr/>
              <p14:nvPr/>
            </p14:nvContentPartPr>
            <p14:xfrm>
              <a:off x="1007745" y="781471"/>
              <a:ext cx="722880" cy="293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39680BD-3814-63D3-8A85-BA30EA4547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2257" y="765972"/>
                <a:ext cx="753495" cy="3243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725F8A3-77C7-DCB5-38E3-91FA3D01B5CA}"/>
                  </a:ext>
                </a:extLst>
              </p14:cNvPr>
              <p14:cNvContentPartPr/>
              <p14:nvPr/>
            </p14:nvContentPartPr>
            <p14:xfrm>
              <a:off x="511665" y="852751"/>
              <a:ext cx="301680" cy="171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725F8A3-77C7-DCB5-38E3-91FA3D01B5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6185" y="837271"/>
                <a:ext cx="3322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625774E-7071-1CD2-C4B8-36AFA76ED128}"/>
                  </a:ext>
                </a:extLst>
              </p14:cNvPr>
              <p14:cNvContentPartPr/>
              <p14:nvPr/>
            </p14:nvContentPartPr>
            <p14:xfrm>
              <a:off x="3595425" y="737551"/>
              <a:ext cx="1024200" cy="282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625774E-7071-1CD2-C4B8-36AFA76ED1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79945" y="722071"/>
                <a:ext cx="105480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CD67277-AB30-22C0-65D1-99E79B019986}"/>
                  </a:ext>
                </a:extLst>
              </p14:cNvPr>
              <p14:cNvContentPartPr/>
              <p14:nvPr/>
            </p14:nvContentPartPr>
            <p14:xfrm>
              <a:off x="3345225" y="880471"/>
              <a:ext cx="32400" cy="83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CD67277-AB30-22C0-65D1-99E79B0199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9571" y="865057"/>
                <a:ext cx="63344" cy="113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82D7712-EE9F-3661-EA5E-88480BC35639}"/>
                  </a:ext>
                </a:extLst>
              </p14:cNvPr>
              <p14:cNvContentPartPr/>
              <p14:nvPr/>
            </p14:nvContentPartPr>
            <p14:xfrm>
              <a:off x="5337825" y="777151"/>
              <a:ext cx="1683000" cy="270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82D7712-EE9F-3661-EA5E-88480BC356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22345" y="761650"/>
                <a:ext cx="1713600" cy="3010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3039371-A62C-903E-BBCA-EF074E06AA85}"/>
                  </a:ext>
                </a:extLst>
              </p14:cNvPr>
              <p14:cNvContentPartPr/>
              <p14:nvPr/>
            </p14:nvContentPartPr>
            <p14:xfrm>
              <a:off x="4754265" y="824671"/>
              <a:ext cx="365400" cy="2109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3039371-A62C-903E-BBCA-EF074E06AA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38785" y="809165"/>
                <a:ext cx="396000" cy="241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C623492-CF07-6CD4-155C-360BD9F634D3}"/>
                  </a:ext>
                </a:extLst>
              </p14:cNvPr>
              <p14:cNvContentPartPr/>
              <p14:nvPr/>
            </p14:nvContentPartPr>
            <p14:xfrm>
              <a:off x="1372785" y="1368631"/>
              <a:ext cx="282240" cy="2545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C623492-CF07-6CD4-155C-360BD9F634D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57305" y="1353151"/>
                <a:ext cx="31284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42BFD8D-DBF4-738D-4148-4BABFE2034C0}"/>
                  </a:ext>
                </a:extLst>
              </p14:cNvPr>
              <p14:cNvContentPartPr/>
              <p14:nvPr/>
            </p14:nvContentPartPr>
            <p14:xfrm>
              <a:off x="1860945" y="1507591"/>
              <a:ext cx="111600" cy="59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42BFD8D-DBF4-738D-4148-4BABFE2034C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45465" y="1492111"/>
                <a:ext cx="1422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7A52033-E512-6FE1-30BA-84135A93DE7C}"/>
                  </a:ext>
                </a:extLst>
              </p14:cNvPr>
              <p14:cNvContentPartPr/>
              <p14:nvPr/>
            </p14:nvContentPartPr>
            <p14:xfrm>
              <a:off x="2749785" y="1293031"/>
              <a:ext cx="357840" cy="456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7A52033-E512-6FE1-30BA-84135A93DE7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34321" y="1277551"/>
                <a:ext cx="388409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94BC846-C71B-E18A-6CF4-2D2AF3E6C497}"/>
                  </a:ext>
                </a:extLst>
              </p14:cNvPr>
              <p14:cNvContentPartPr/>
              <p14:nvPr/>
            </p14:nvContentPartPr>
            <p14:xfrm>
              <a:off x="2309865" y="1273231"/>
              <a:ext cx="233280" cy="3618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94BC846-C71B-E18A-6CF4-2D2AF3E6C49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94385" y="1257736"/>
                <a:ext cx="263880" cy="392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712E071-7133-6919-C7E0-4790E1301A73}"/>
                  </a:ext>
                </a:extLst>
              </p14:cNvPr>
              <p14:cNvContentPartPr/>
              <p14:nvPr/>
            </p14:nvContentPartPr>
            <p14:xfrm>
              <a:off x="2881185" y="1130311"/>
              <a:ext cx="123480" cy="91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712E071-7133-6919-C7E0-4790E1301A7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65705" y="1114770"/>
                <a:ext cx="154080" cy="1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281314C-56B9-9D96-6404-57342D95D851}"/>
                  </a:ext>
                </a:extLst>
              </p14:cNvPr>
              <p14:cNvContentPartPr/>
              <p14:nvPr/>
            </p14:nvContentPartPr>
            <p14:xfrm>
              <a:off x="3210945" y="1178191"/>
              <a:ext cx="1352880" cy="376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281314C-56B9-9D96-6404-57342D95D85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95465" y="1162726"/>
                <a:ext cx="1383480" cy="407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368CDE3-21C0-DDA3-F2C6-3A86280C601C}"/>
                  </a:ext>
                </a:extLst>
              </p14:cNvPr>
              <p14:cNvContentPartPr/>
              <p14:nvPr/>
            </p14:nvContentPartPr>
            <p14:xfrm>
              <a:off x="4930675" y="1331917"/>
              <a:ext cx="177480" cy="2325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368CDE3-21C0-DDA3-F2C6-3A86280C601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15164" y="1316413"/>
                <a:ext cx="208142" cy="263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583A70F0-9C66-6AC3-3AC8-FE8539CCB622}"/>
                  </a:ext>
                </a:extLst>
              </p14:cNvPr>
              <p14:cNvContentPartPr/>
              <p14:nvPr/>
            </p14:nvContentPartPr>
            <p14:xfrm>
              <a:off x="5153515" y="1562317"/>
              <a:ext cx="113400" cy="10332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583A70F0-9C66-6AC3-3AC8-FE8539CCB62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38035" y="1546891"/>
                <a:ext cx="144000" cy="133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C7A5510-E3F0-7B59-78AC-D60D65189E8D}"/>
                  </a:ext>
                </a:extLst>
              </p14:cNvPr>
              <p14:cNvContentPartPr/>
              <p14:nvPr/>
            </p14:nvContentPartPr>
            <p14:xfrm>
              <a:off x="1285570" y="1905170"/>
              <a:ext cx="2079000" cy="214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C7A5510-E3F0-7B59-78AC-D60D65189E8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70087" y="1889690"/>
                <a:ext cx="2109605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E926B0E-F072-B248-047B-E9197305D22C}"/>
                  </a:ext>
                </a:extLst>
              </p14:cNvPr>
              <p14:cNvContentPartPr/>
              <p14:nvPr/>
            </p14:nvContentPartPr>
            <p14:xfrm>
              <a:off x="900730" y="1938650"/>
              <a:ext cx="159120" cy="174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E926B0E-F072-B248-047B-E9197305D22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5250" y="1923170"/>
                <a:ext cx="1897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B6F22AD-D7C3-713B-DF1E-40B413575729}"/>
                  </a:ext>
                </a:extLst>
              </p14:cNvPr>
              <p14:cNvContentPartPr/>
              <p14:nvPr/>
            </p14:nvContentPartPr>
            <p14:xfrm>
              <a:off x="6349690" y="1861250"/>
              <a:ext cx="619920" cy="282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B6F22AD-D7C3-713B-DF1E-40B41357572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34201" y="1845770"/>
                <a:ext cx="650538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C08817F-0D1A-EBC2-CFA3-BC479D640C35}"/>
                  </a:ext>
                </a:extLst>
              </p14:cNvPr>
              <p14:cNvContentPartPr/>
              <p14:nvPr/>
            </p14:nvContentPartPr>
            <p14:xfrm>
              <a:off x="5143330" y="1849370"/>
              <a:ext cx="996480" cy="246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C08817F-0D1A-EBC2-CFA3-BC479D640C3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27856" y="1833890"/>
                <a:ext cx="1027069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9977E3C-6EA2-41C5-84E6-B375550CC411}"/>
                  </a:ext>
                </a:extLst>
              </p14:cNvPr>
              <p14:cNvContentPartPr/>
              <p14:nvPr/>
            </p14:nvContentPartPr>
            <p14:xfrm>
              <a:off x="3897010" y="1924970"/>
              <a:ext cx="1062360" cy="194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9977E3C-6EA2-41C5-84E6-B375550CC41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81525" y="1909461"/>
                <a:ext cx="1092970" cy="225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22A7CFA-ECBD-9DF3-7C25-2D939C74920D}"/>
                  </a:ext>
                </a:extLst>
              </p14:cNvPr>
              <p14:cNvContentPartPr/>
              <p14:nvPr/>
            </p14:nvContentPartPr>
            <p14:xfrm>
              <a:off x="3508210" y="1968170"/>
              <a:ext cx="206640" cy="131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22A7CFA-ECBD-9DF3-7C25-2D939C74920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92757" y="1952648"/>
                <a:ext cx="237187" cy="162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0E1CD81-99A5-EFFA-B438-F102249DA451}"/>
                  </a:ext>
                </a:extLst>
              </p14:cNvPr>
              <p14:cNvContentPartPr/>
              <p14:nvPr/>
            </p14:nvContentPartPr>
            <p14:xfrm>
              <a:off x="7238890" y="1781690"/>
              <a:ext cx="196560" cy="289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0E1CD81-99A5-EFFA-B438-F102249DA45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23410" y="1766191"/>
                <a:ext cx="227160" cy="320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1BB35F7-9C02-D128-D136-70D03CC656C6}"/>
                  </a:ext>
                </a:extLst>
              </p14:cNvPr>
              <p14:cNvContentPartPr/>
              <p14:nvPr/>
            </p14:nvContentPartPr>
            <p14:xfrm>
              <a:off x="7627690" y="2087330"/>
              <a:ext cx="8280" cy="8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1BB35F7-9C02-D128-D136-70D03CC656C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12210" y="2071850"/>
                <a:ext cx="388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2ED927D-7D26-683F-6365-7C73A3968EB3}"/>
                  </a:ext>
                </a:extLst>
              </p14:cNvPr>
              <p14:cNvContentPartPr/>
              <p14:nvPr/>
            </p14:nvContentPartPr>
            <p14:xfrm>
              <a:off x="7637410" y="2004170"/>
              <a:ext cx="6480" cy="162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2ED927D-7D26-683F-6365-7C73A3968E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21930" y="1988690"/>
                <a:ext cx="370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439B6AC-239E-90C0-D452-D64760AD783D}"/>
                  </a:ext>
                </a:extLst>
              </p14:cNvPr>
              <p14:cNvContentPartPr/>
              <p14:nvPr/>
            </p14:nvContentPartPr>
            <p14:xfrm>
              <a:off x="1595170" y="2353730"/>
              <a:ext cx="151200" cy="75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439B6AC-239E-90C0-D452-D64760AD783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79690" y="2338324"/>
                <a:ext cx="181800" cy="105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DEC6E14-7DC4-76F8-0E7B-8413568F498B}"/>
                  </a:ext>
                </a:extLst>
              </p14:cNvPr>
              <p14:cNvContentPartPr/>
              <p14:nvPr/>
            </p14:nvContentPartPr>
            <p14:xfrm>
              <a:off x="1563490" y="2500250"/>
              <a:ext cx="448920" cy="139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DEC6E14-7DC4-76F8-0E7B-8413568F498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47998" y="2484770"/>
                <a:ext cx="479545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5BBD570-EC6A-491F-6F93-225C25893DC9}"/>
                  </a:ext>
                </a:extLst>
              </p14:cNvPr>
              <p14:cNvContentPartPr/>
              <p14:nvPr/>
            </p14:nvContentPartPr>
            <p14:xfrm>
              <a:off x="2611810" y="2313770"/>
              <a:ext cx="384840" cy="2858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5BBD570-EC6A-491F-6F93-225C25893D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96330" y="2298309"/>
                <a:ext cx="415440" cy="316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4976D2F-24DD-9BD6-3B20-2D7863773A1B}"/>
                  </a:ext>
                </a:extLst>
              </p14:cNvPr>
              <p14:cNvContentPartPr/>
              <p14:nvPr/>
            </p14:nvContentPartPr>
            <p14:xfrm>
              <a:off x="3798010" y="2412770"/>
              <a:ext cx="540000" cy="2260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4976D2F-24DD-9BD6-3B20-2D7863773A1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782540" y="2397290"/>
                <a:ext cx="5705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301BD4F-9A9C-9B34-7A17-A1D7103998FA}"/>
                  </a:ext>
                </a:extLst>
              </p14:cNvPr>
              <p14:cNvContentPartPr/>
              <p14:nvPr/>
            </p14:nvContentPartPr>
            <p14:xfrm>
              <a:off x="3400930" y="2480450"/>
              <a:ext cx="174960" cy="1274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301BD4F-9A9C-9B34-7A17-A1D7103998F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85450" y="2464970"/>
                <a:ext cx="2055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0B343F8-B7FE-F9C1-7FA1-86FF9AF4B94C}"/>
                  </a:ext>
                </a:extLst>
              </p14:cNvPr>
              <p14:cNvContentPartPr/>
              <p14:nvPr/>
            </p14:nvContentPartPr>
            <p14:xfrm>
              <a:off x="3051730" y="2410610"/>
              <a:ext cx="163080" cy="200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0B343F8-B7FE-F9C1-7FA1-86FF9AF4B94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36250" y="2395130"/>
                <a:ext cx="1936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79ADC9E-4F49-901E-1D24-667E6D29E154}"/>
                  </a:ext>
                </a:extLst>
              </p14:cNvPr>
              <p14:cNvContentPartPr/>
              <p14:nvPr/>
            </p14:nvContentPartPr>
            <p14:xfrm>
              <a:off x="2464570" y="2314130"/>
              <a:ext cx="103680" cy="3492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79ADC9E-4F49-901E-1D24-667E6D29E15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449090" y="2298650"/>
                <a:ext cx="13428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1B4B5C0-D714-F027-99C9-454E55D5F7AF}"/>
                  </a:ext>
                </a:extLst>
              </p14:cNvPr>
              <p14:cNvContentPartPr/>
              <p14:nvPr/>
            </p14:nvContentPartPr>
            <p14:xfrm>
              <a:off x="4496410" y="2285690"/>
              <a:ext cx="849600" cy="3380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1B4B5C0-D714-F027-99C9-454E55D5F7A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480930" y="2270193"/>
                <a:ext cx="880200" cy="368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8D477A5-AC58-9308-D882-3081013DB3DF}"/>
                  </a:ext>
                </a:extLst>
              </p14:cNvPr>
              <p14:cNvContentPartPr/>
              <p14:nvPr/>
            </p14:nvContentPartPr>
            <p14:xfrm>
              <a:off x="5385250" y="2930810"/>
              <a:ext cx="766440" cy="228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8D477A5-AC58-9308-D882-3081013DB3D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69770" y="2915330"/>
                <a:ext cx="7970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500B12C6-D5D8-79DC-6772-D6956583E158}"/>
                  </a:ext>
                </a:extLst>
              </p14:cNvPr>
              <p14:cNvContentPartPr/>
              <p14:nvPr/>
            </p14:nvContentPartPr>
            <p14:xfrm>
              <a:off x="4294090" y="2910650"/>
              <a:ext cx="920880" cy="2606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500B12C6-D5D8-79DC-6772-D6956583E15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278616" y="2895149"/>
                <a:ext cx="951468" cy="291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931D457-907F-2FFD-CE4D-41E693971920}"/>
                  </a:ext>
                </a:extLst>
              </p14:cNvPr>
              <p14:cNvContentPartPr/>
              <p14:nvPr/>
            </p14:nvContentPartPr>
            <p14:xfrm>
              <a:off x="3718450" y="2976530"/>
              <a:ext cx="349560" cy="2023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931D457-907F-2FFD-CE4D-41E69397192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702970" y="2961050"/>
                <a:ext cx="3801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4690E71-44FA-BE80-AD17-02C59CD2E3CF}"/>
                  </a:ext>
                </a:extLst>
              </p14:cNvPr>
              <p14:cNvContentPartPr/>
              <p14:nvPr/>
            </p14:nvContentPartPr>
            <p14:xfrm>
              <a:off x="3278170" y="2996330"/>
              <a:ext cx="150840" cy="1828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4690E71-44FA-BE80-AD17-02C59CD2E3C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262727" y="2980850"/>
                <a:ext cx="181367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D7D1451-345F-A026-56C1-B657BC0AFFA8}"/>
                  </a:ext>
                </a:extLst>
              </p14:cNvPr>
              <p14:cNvContentPartPr/>
              <p14:nvPr/>
            </p14:nvContentPartPr>
            <p14:xfrm>
              <a:off x="2849410" y="3012170"/>
              <a:ext cx="160920" cy="1670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D7D1451-345F-A026-56C1-B657BC0AFFA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33930" y="2996690"/>
                <a:ext cx="1915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3582B5F-8247-A5FC-8C67-7EC6E4F5585A}"/>
                  </a:ext>
                </a:extLst>
              </p14:cNvPr>
              <p14:cNvContentPartPr/>
              <p14:nvPr/>
            </p14:nvContentPartPr>
            <p14:xfrm>
              <a:off x="1777690" y="2940530"/>
              <a:ext cx="718920" cy="2260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3582B5F-8247-A5FC-8C67-7EC6E4F5585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762202" y="2925050"/>
                <a:ext cx="749535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5B55943-7BF2-3951-5ADF-037F660BDC3D}"/>
                  </a:ext>
                </a:extLst>
              </p14:cNvPr>
              <p14:cNvContentPartPr/>
              <p14:nvPr/>
            </p14:nvContentPartPr>
            <p14:xfrm>
              <a:off x="6746770" y="2954210"/>
              <a:ext cx="442440" cy="1972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5B55943-7BF2-3951-5ADF-037F660BDC3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31303" y="2938702"/>
                <a:ext cx="473015" cy="227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1AADE5C-87A2-0E5D-59B6-0CDDC622DF78}"/>
                  </a:ext>
                </a:extLst>
              </p14:cNvPr>
              <p14:cNvContentPartPr/>
              <p14:nvPr/>
            </p14:nvContentPartPr>
            <p14:xfrm>
              <a:off x="6329890" y="2889050"/>
              <a:ext cx="218520" cy="2624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1AADE5C-87A2-0E5D-59B6-0CDDC622DF7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14410" y="2873549"/>
                <a:ext cx="249120" cy="293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675F8A57-A8D9-C0F0-63BD-6596E6E13C54}"/>
                  </a:ext>
                </a:extLst>
              </p14:cNvPr>
              <p14:cNvContentPartPr/>
              <p14:nvPr/>
            </p14:nvContentPartPr>
            <p14:xfrm>
              <a:off x="7306570" y="2945210"/>
              <a:ext cx="1381320" cy="2520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675F8A57-A8D9-C0F0-63BD-6596E6E13C5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91086" y="2929752"/>
                <a:ext cx="1411928" cy="282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E9F5D2E-4694-8ABD-F3A6-34ADC44D759C}"/>
                  </a:ext>
                </a:extLst>
              </p14:cNvPr>
              <p14:cNvContentPartPr/>
              <p14:nvPr/>
            </p14:nvContentPartPr>
            <p14:xfrm>
              <a:off x="964090" y="3480530"/>
              <a:ext cx="750600" cy="2260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E9F5D2E-4694-8ABD-F3A6-34ADC44D759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48603" y="3465050"/>
                <a:ext cx="781215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F4A39C25-971F-F0FE-26D2-B3E6918B0F27}"/>
                  </a:ext>
                </a:extLst>
              </p14:cNvPr>
              <p14:cNvContentPartPr/>
              <p14:nvPr/>
            </p14:nvContentPartPr>
            <p14:xfrm>
              <a:off x="551890" y="3464690"/>
              <a:ext cx="246240" cy="20484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F4A39C25-971F-F0FE-26D2-B3E6918B0F2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6387" y="3449210"/>
                <a:ext cx="276885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FAA1F31D-A639-8FDA-3F17-509D7A3CFCED}"/>
                  </a:ext>
                </a:extLst>
              </p14:cNvPr>
              <p14:cNvContentPartPr/>
              <p14:nvPr/>
            </p14:nvContentPartPr>
            <p14:xfrm>
              <a:off x="2718370" y="3464690"/>
              <a:ext cx="810000" cy="2048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FAA1F31D-A639-8FDA-3F17-509D7A3CFCE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702890" y="3449210"/>
                <a:ext cx="8406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84EC9F7F-AFCA-59CC-E9B1-59F8EF2FE3BD}"/>
                  </a:ext>
                </a:extLst>
              </p14:cNvPr>
              <p14:cNvContentPartPr/>
              <p14:nvPr/>
            </p14:nvContentPartPr>
            <p14:xfrm>
              <a:off x="1904770" y="3440570"/>
              <a:ext cx="551880" cy="20700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84EC9F7F-AFCA-59CC-E9B1-59F8EF2FE3B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889290" y="3425063"/>
                <a:ext cx="582480" cy="237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4992DC1-0D58-F6F0-7B90-81466EC693DB}"/>
                  </a:ext>
                </a:extLst>
              </p14:cNvPr>
              <p14:cNvContentPartPr/>
              <p14:nvPr/>
            </p14:nvContentPartPr>
            <p14:xfrm>
              <a:off x="3682810" y="3453170"/>
              <a:ext cx="496440" cy="2217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4992DC1-0D58-F6F0-7B90-81466EC693D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67330" y="3437690"/>
                <a:ext cx="5270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77761959-F770-B77C-E603-A04329636DF0}"/>
                  </a:ext>
                </a:extLst>
              </p14:cNvPr>
              <p14:cNvContentPartPr/>
              <p14:nvPr/>
            </p14:nvContentPartPr>
            <p14:xfrm>
              <a:off x="5147290" y="3551810"/>
              <a:ext cx="20160" cy="8784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77761959-F770-B77C-E603-A04329636DF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32082" y="3536266"/>
                <a:ext cx="50223" cy="11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0A9883FC-E4DD-E9F1-EA81-1C5FF00006F0}"/>
                  </a:ext>
                </a:extLst>
              </p14:cNvPr>
              <p14:cNvContentPartPr/>
              <p14:nvPr/>
            </p14:nvContentPartPr>
            <p14:xfrm>
              <a:off x="4357450" y="3512210"/>
              <a:ext cx="614160" cy="1630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0A9883FC-E4DD-E9F1-EA81-1C5FF00006F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41970" y="3496730"/>
                <a:ext cx="644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B30C05E8-FFC0-3112-B316-F65201C7071D}"/>
                  </a:ext>
                </a:extLst>
              </p14:cNvPr>
              <p14:cNvContentPartPr/>
              <p14:nvPr/>
            </p14:nvContentPartPr>
            <p14:xfrm>
              <a:off x="1440370" y="3984530"/>
              <a:ext cx="238320" cy="2106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B30C05E8-FFC0-3112-B316-F65201C7071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24890" y="3969076"/>
                <a:ext cx="268920" cy="241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A9362772-44DC-6F2E-E3BD-25B8DA215D12}"/>
                  </a:ext>
                </a:extLst>
              </p14:cNvPr>
              <p14:cNvContentPartPr/>
              <p14:nvPr/>
            </p14:nvContentPartPr>
            <p14:xfrm>
              <a:off x="2639170" y="3829730"/>
              <a:ext cx="317880" cy="59580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A9362772-44DC-6F2E-E3BD-25B8DA215D1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623690" y="3814250"/>
                <a:ext cx="348480" cy="62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2DE7DE1E-6C55-F556-81CE-941DF1E1D14E}"/>
                  </a:ext>
                </a:extLst>
              </p14:cNvPr>
              <p14:cNvContentPartPr/>
              <p14:nvPr/>
            </p14:nvContentPartPr>
            <p14:xfrm>
              <a:off x="2289610" y="3928730"/>
              <a:ext cx="171000" cy="3931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2DE7DE1E-6C55-F556-81CE-941DF1E1D14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274130" y="3913236"/>
                <a:ext cx="201600" cy="423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5BEF4F87-C4A9-A8FE-8FB3-2FA3700C3DF1}"/>
                  </a:ext>
                </a:extLst>
              </p14:cNvPr>
              <p14:cNvContentPartPr/>
              <p14:nvPr/>
            </p14:nvContentPartPr>
            <p14:xfrm>
              <a:off x="1853290" y="4091450"/>
              <a:ext cx="123480" cy="6012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5BEF4F87-C4A9-A8FE-8FB3-2FA3700C3DF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837810" y="4075877"/>
                <a:ext cx="154080" cy="90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338581F1-BCE0-AD3A-B731-E6EABFE14B43}"/>
                  </a:ext>
                </a:extLst>
              </p14:cNvPr>
              <p14:cNvContentPartPr/>
              <p14:nvPr/>
            </p14:nvContentPartPr>
            <p14:xfrm>
              <a:off x="5964850" y="1273730"/>
              <a:ext cx="373320" cy="2577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338581F1-BCE0-AD3A-B731-E6EABFE14B4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949370" y="1258250"/>
                <a:ext cx="4039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9B7F3937-C635-FD52-B1D6-6E5452A98A94}"/>
                  </a:ext>
                </a:extLst>
              </p14:cNvPr>
              <p14:cNvContentPartPr/>
              <p14:nvPr/>
            </p14:nvContentPartPr>
            <p14:xfrm>
              <a:off x="5353570" y="1186610"/>
              <a:ext cx="1171440" cy="4489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9B7F3937-C635-FD52-B1D6-6E5452A98A9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338085" y="1171130"/>
                <a:ext cx="1202049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14A47AB2-D227-3B07-1FE8-6EC220BBB0F5}"/>
                  </a:ext>
                </a:extLst>
              </p14:cNvPr>
              <p14:cNvContentPartPr/>
              <p14:nvPr/>
            </p14:nvContentPartPr>
            <p14:xfrm>
              <a:off x="2988370" y="3861410"/>
              <a:ext cx="881640" cy="44100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14A47AB2-D227-3B07-1FE8-6EC220BBB0F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972890" y="3845917"/>
                <a:ext cx="912240" cy="4716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5080662-D4AC-8087-68FC-87AEF4E8D027}"/>
                  </a:ext>
                </a:extLst>
              </p14:cNvPr>
              <p14:cNvContentPartPr/>
              <p14:nvPr/>
            </p14:nvContentPartPr>
            <p14:xfrm>
              <a:off x="3986290" y="4079570"/>
              <a:ext cx="157320" cy="1069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5080662-D4AC-8087-68FC-87AEF4E8D02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970810" y="4064090"/>
                <a:ext cx="187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8C085405-F723-9587-9343-8F28D28DF9D3}"/>
                  </a:ext>
                </a:extLst>
              </p14:cNvPr>
              <p14:cNvContentPartPr/>
              <p14:nvPr/>
            </p14:nvContentPartPr>
            <p14:xfrm>
              <a:off x="5496490" y="1591250"/>
              <a:ext cx="1249920" cy="1591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8C085405-F723-9587-9343-8F28D28DF9D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81010" y="1575770"/>
                <a:ext cx="12805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52AAF928-A4EA-3CF5-02F2-B2A88979A5F2}"/>
                  </a:ext>
                </a:extLst>
              </p14:cNvPr>
              <p14:cNvContentPartPr/>
              <p14:nvPr/>
            </p14:nvContentPartPr>
            <p14:xfrm>
              <a:off x="6889690" y="1405130"/>
              <a:ext cx="327960" cy="25020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52AAF928-A4EA-3CF5-02F2-B2A88979A5F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874210" y="1389628"/>
                <a:ext cx="358560" cy="2808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D234FF11-08ED-5D4F-A977-045AB8CE07DA}"/>
                  </a:ext>
                </a:extLst>
              </p14:cNvPr>
              <p14:cNvContentPartPr/>
              <p14:nvPr/>
            </p14:nvContentPartPr>
            <p14:xfrm>
              <a:off x="7337890" y="1381010"/>
              <a:ext cx="619560" cy="19476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D234FF11-08ED-5D4F-A977-045AB8CE07D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322410" y="1365559"/>
                <a:ext cx="650160" cy="2253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CC96D08A-63EC-EC78-8FC6-DF075CC8D97A}"/>
                  </a:ext>
                </a:extLst>
              </p14:cNvPr>
              <p14:cNvContentPartPr/>
              <p14:nvPr/>
            </p14:nvContentPartPr>
            <p14:xfrm>
              <a:off x="4433050" y="3980570"/>
              <a:ext cx="169200" cy="1987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CC96D08A-63EC-EC78-8FC6-DF075CC8D97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417570" y="3965090"/>
                <a:ext cx="1998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3DA8C860-CC9F-E359-07FC-8B503C3889C4}"/>
                  </a:ext>
                </a:extLst>
              </p14:cNvPr>
              <p14:cNvContentPartPr/>
              <p14:nvPr/>
            </p14:nvContentPartPr>
            <p14:xfrm>
              <a:off x="4678930" y="4139330"/>
              <a:ext cx="24120" cy="9576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3DA8C860-CC9F-E359-07FC-8B503C3889C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63450" y="4123850"/>
                <a:ext cx="547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A81F6B3A-10BA-AF29-994E-D4E4EB0A02F2}"/>
                  </a:ext>
                </a:extLst>
              </p14:cNvPr>
              <p14:cNvContentPartPr/>
              <p14:nvPr/>
            </p14:nvContentPartPr>
            <p14:xfrm>
              <a:off x="8183530" y="1246010"/>
              <a:ext cx="615240" cy="2642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A81F6B3A-10BA-AF29-994E-D4E4EB0A02F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168059" y="1230551"/>
                <a:ext cx="645822" cy="294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F24394BB-6E15-31E0-B295-59E1FA92A723}"/>
                  </a:ext>
                </a:extLst>
              </p14:cNvPr>
              <p14:cNvContentPartPr/>
              <p14:nvPr/>
            </p14:nvContentPartPr>
            <p14:xfrm>
              <a:off x="8742970" y="1448330"/>
              <a:ext cx="99720" cy="3204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F24394BB-6E15-31E0-B295-59E1FA92A72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727434" y="1432850"/>
                <a:ext cx="130431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A849E8D5-E6DC-569E-2F99-93289CB0E40A}"/>
                  </a:ext>
                </a:extLst>
              </p14:cNvPr>
              <p14:cNvContentPartPr/>
              <p14:nvPr/>
            </p14:nvContentPartPr>
            <p14:xfrm>
              <a:off x="4833730" y="3932690"/>
              <a:ext cx="75600" cy="25020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A849E8D5-E6DC-569E-2F99-93289CB0E40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818250" y="3917210"/>
                <a:ext cx="1062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B1D5EC38-2812-6E83-9C68-1D56C4D3768B}"/>
                  </a:ext>
                </a:extLst>
              </p14:cNvPr>
              <p14:cNvContentPartPr/>
              <p14:nvPr/>
            </p14:nvContentPartPr>
            <p14:xfrm>
              <a:off x="5059810" y="3948890"/>
              <a:ext cx="119880" cy="22644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B1D5EC38-2812-6E83-9C68-1D56C4D3768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044283" y="3933410"/>
                <a:ext cx="150572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4C43D3FC-C71A-381A-7835-EC91FBD25B7D}"/>
                  </a:ext>
                </a:extLst>
              </p14:cNvPr>
              <p14:cNvContentPartPr/>
              <p14:nvPr/>
            </p14:nvContentPartPr>
            <p14:xfrm>
              <a:off x="6056290" y="3861410"/>
              <a:ext cx="1186920" cy="31212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4C43D3FC-C71A-381A-7835-EC91FBD25B7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040810" y="3845930"/>
                <a:ext cx="12175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AC2E2048-D687-DBD0-9269-007A35AC93A1}"/>
                  </a:ext>
                </a:extLst>
              </p14:cNvPr>
              <p14:cNvContentPartPr/>
              <p14:nvPr/>
            </p14:nvContentPartPr>
            <p14:xfrm>
              <a:off x="5698810" y="4043930"/>
              <a:ext cx="155520" cy="9180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AC2E2048-D687-DBD0-9269-007A35AC93A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683330" y="4028389"/>
                <a:ext cx="186120" cy="1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8852E4B6-65DD-E37A-80C4-D6428D570032}"/>
                  </a:ext>
                </a:extLst>
              </p14:cNvPr>
              <p14:cNvContentPartPr/>
              <p14:nvPr/>
            </p14:nvContentPartPr>
            <p14:xfrm>
              <a:off x="5266450" y="3901010"/>
              <a:ext cx="182880" cy="35604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8852E4B6-65DD-E37A-80C4-D6428D57003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250970" y="3885514"/>
                <a:ext cx="213480" cy="3866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15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58E3FE-9255-926F-A790-A45B60E03DB6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We want to be able to judge models against each other without seeing the testing data.</a:t>
            </a:r>
          </a:p>
          <a:p>
            <a:endParaRPr lang="en-US" dirty="0"/>
          </a:p>
          <a:p>
            <a:r>
              <a:rPr lang="en-US" dirty="0"/>
              <a:t>It’s convenient to get an estimate of the generalization ability of models before using testing data.</a:t>
            </a:r>
          </a:p>
          <a:p>
            <a:endParaRPr lang="en-US" dirty="0"/>
          </a:p>
          <a:p>
            <a:r>
              <a:rPr lang="en-US" dirty="0"/>
              <a:t>Testing data may be completely invisible to us in practice (not yet acquired, data from Kaggle competitions).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9C421-6E01-F26C-9F52-31083246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and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102230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35F0-DF40-09B2-ADF9-1BB3421D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Hold-out Validation 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804E6E-7B3B-CC6C-EABB-DF1DC629B5C6}"/>
              </a:ext>
            </a:extLst>
          </p:cNvPr>
          <p:cNvGrpSpPr/>
          <p:nvPr/>
        </p:nvGrpSpPr>
        <p:grpSpPr>
          <a:xfrm>
            <a:off x="462118" y="1989667"/>
            <a:ext cx="1178410" cy="429076"/>
            <a:chOff x="1524000" y="1989667"/>
            <a:chExt cx="1178410" cy="4290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279C42-2FB7-A7DB-124F-20A9A0D958F3}"/>
                </a:ext>
              </a:extLst>
            </p:cNvPr>
            <p:cNvSpPr/>
            <p:nvPr/>
          </p:nvSpPr>
          <p:spPr>
            <a:xfrm flipH="1" flipV="1">
              <a:off x="1524000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1B1DD47-A3D1-E0D1-F097-0F842E144F9B}"/>
                </a:ext>
              </a:extLst>
            </p:cNvPr>
            <p:cNvSpPr/>
            <p:nvPr/>
          </p:nvSpPr>
          <p:spPr>
            <a:xfrm flipH="1" flipV="1">
              <a:off x="1661969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2DB20E-C945-657E-B999-D92207B73823}"/>
                </a:ext>
              </a:extLst>
            </p:cNvPr>
            <p:cNvSpPr/>
            <p:nvPr/>
          </p:nvSpPr>
          <p:spPr>
            <a:xfrm flipH="1" flipV="1">
              <a:off x="1799938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3E76A09-CFA3-BA1D-2F57-7DD4886AB32D}"/>
                </a:ext>
              </a:extLst>
            </p:cNvPr>
            <p:cNvSpPr/>
            <p:nvPr/>
          </p:nvSpPr>
          <p:spPr>
            <a:xfrm flipH="1" flipV="1">
              <a:off x="1937907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3E0D8A-6A50-3064-85AF-0A8553106CF9}"/>
                </a:ext>
              </a:extLst>
            </p:cNvPr>
            <p:cNvSpPr/>
            <p:nvPr/>
          </p:nvSpPr>
          <p:spPr>
            <a:xfrm flipH="1" flipV="1">
              <a:off x="1524000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20AAAC-9140-87A7-D65D-22E81CB66561}"/>
                </a:ext>
              </a:extLst>
            </p:cNvPr>
            <p:cNvSpPr/>
            <p:nvPr/>
          </p:nvSpPr>
          <p:spPr>
            <a:xfrm flipH="1" flipV="1">
              <a:off x="1661969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B9BC6C-B41F-1D6F-B4B5-C02A782A86AE}"/>
                </a:ext>
              </a:extLst>
            </p:cNvPr>
            <p:cNvSpPr/>
            <p:nvPr/>
          </p:nvSpPr>
          <p:spPr>
            <a:xfrm flipH="1" flipV="1">
              <a:off x="1799938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A0B713-5E29-6F8E-1EB1-DFDE818F4B3D}"/>
                </a:ext>
              </a:extLst>
            </p:cNvPr>
            <p:cNvSpPr/>
            <p:nvPr/>
          </p:nvSpPr>
          <p:spPr>
            <a:xfrm flipH="1" flipV="1">
              <a:off x="1937907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E27A488-CC1C-7274-3E67-5CF71BC4B4F3}"/>
                </a:ext>
              </a:extLst>
            </p:cNvPr>
            <p:cNvSpPr/>
            <p:nvPr/>
          </p:nvSpPr>
          <p:spPr>
            <a:xfrm flipH="1" flipV="1">
              <a:off x="1524000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2FC553C-9BC5-D8E0-7237-DFBA65A78F67}"/>
                </a:ext>
              </a:extLst>
            </p:cNvPr>
            <p:cNvSpPr/>
            <p:nvPr/>
          </p:nvSpPr>
          <p:spPr>
            <a:xfrm flipH="1" flipV="1">
              <a:off x="1661969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C4EDC66-AAA8-36CD-4A2D-EEDCAC142FA8}"/>
                </a:ext>
              </a:extLst>
            </p:cNvPr>
            <p:cNvSpPr/>
            <p:nvPr/>
          </p:nvSpPr>
          <p:spPr>
            <a:xfrm flipH="1" flipV="1">
              <a:off x="1799938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3BEED8-2408-CBAB-5DEB-19E40BBA8BFE}"/>
                </a:ext>
              </a:extLst>
            </p:cNvPr>
            <p:cNvSpPr/>
            <p:nvPr/>
          </p:nvSpPr>
          <p:spPr>
            <a:xfrm flipH="1" flipV="1">
              <a:off x="1937907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928FD8-A9D8-44AD-2841-4F2D438130CE}"/>
                </a:ext>
              </a:extLst>
            </p:cNvPr>
            <p:cNvSpPr/>
            <p:nvPr/>
          </p:nvSpPr>
          <p:spPr>
            <a:xfrm flipH="1" flipV="1">
              <a:off x="2426472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E84A68B-AADE-7324-A572-D4B23D5FCDDF}"/>
                </a:ext>
              </a:extLst>
            </p:cNvPr>
            <p:cNvSpPr/>
            <p:nvPr/>
          </p:nvSpPr>
          <p:spPr>
            <a:xfrm flipH="1" flipV="1">
              <a:off x="2564441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3A112DF-858C-DA57-DAAA-A9E7C8A2FF24}"/>
                </a:ext>
              </a:extLst>
            </p:cNvPr>
            <p:cNvSpPr/>
            <p:nvPr/>
          </p:nvSpPr>
          <p:spPr>
            <a:xfrm flipH="1" flipV="1">
              <a:off x="2426472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6DDD6F-2F13-8EC9-D8A0-0F8CA3FB61C9}"/>
                </a:ext>
              </a:extLst>
            </p:cNvPr>
            <p:cNvSpPr/>
            <p:nvPr/>
          </p:nvSpPr>
          <p:spPr>
            <a:xfrm flipH="1" flipV="1">
              <a:off x="2564441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480DCA-2200-2BF7-6789-7A3EA7889417}"/>
                </a:ext>
              </a:extLst>
            </p:cNvPr>
            <p:cNvSpPr/>
            <p:nvPr/>
          </p:nvSpPr>
          <p:spPr>
            <a:xfrm flipH="1" flipV="1">
              <a:off x="2426472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2580A52-D0EE-3F22-21C5-E2076F18BC35}"/>
                </a:ext>
              </a:extLst>
            </p:cNvPr>
            <p:cNvSpPr/>
            <p:nvPr/>
          </p:nvSpPr>
          <p:spPr>
            <a:xfrm flipH="1" flipV="1">
              <a:off x="2564441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FE898B-EDB5-03C2-777C-50E6B16E0C8F}"/>
                </a:ext>
              </a:extLst>
            </p:cNvPr>
            <p:cNvSpPr/>
            <p:nvPr/>
          </p:nvSpPr>
          <p:spPr>
            <a:xfrm flipH="1" flipV="1">
              <a:off x="1524000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B1346C-01EC-AF65-E535-5F5B12B787B8}"/>
                </a:ext>
              </a:extLst>
            </p:cNvPr>
            <p:cNvSpPr/>
            <p:nvPr/>
          </p:nvSpPr>
          <p:spPr>
            <a:xfrm flipH="1" flipV="1">
              <a:off x="1661969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F7475B-B0B7-5DD2-DB71-532BDF964CFF}"/>
                </a:ext>
              </a:extLst>
            </p:cNvPr>
            <p:cNvSpPr/>
            <p:nvPr/>
          </p:nvSpPr>
          <p:spPr>
            <a:xfrm flipH="1" flipV="1">
              <a:off x="1799938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B942C8-1E45-F59B-8C2A-FD1436CD4468}"/>
                </a:ext>
              </a:extLst>
            </p:cNvPr>
            <p:cNvSpPr/>
            <p:nvPr/>
          </p:nvSpPr>
          <p:spPr>
            <a:xfrm flipH="1" flipV="1">
              <a:off x="1937907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F623D9E-1A8C-4AC4-2C3A-67DC5377C177}"/>
                </a:ext>
              </a:extLst>
            </p:cNvPr>
            <p:cNvSpPr/>
            <p:nvPr/>
          </p:nvSpPr>
          <p:spPr>
            <a:xfrm flipH="1" flipV="1">
              <a:off x="2426472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5BD503E-B19F-DAD0-8041-82D836225422}"/>
                </a:ext>
              </a:extLst>
            </p:cNvPr>
            <p:cNvSpPr/>
            <p:nvPr/>
          </p:nvSpPr>
          <p:spPr>
            <a:xfrm flipH="1" flipV="1">
              <a:off x="2564441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07A1C1-54EB-C6D4-2652-0D7E849EF162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F2F5B6E-A3F1-AE7F-0967-81E6CC2591C0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09586F9-20DA-ADC6-8568-DD3BEBE9A6E1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FC1A09E-7D9D-2228-02F6-DACE5A890127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A333F3F-A1D2-18C6-C9F1-BE748DD08AC0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2B8C73-36E1-C4E9-6C0C-B57561515161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CE2C85-6356-F36D-489E-4CD8898A1FC0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0D98E0A-5BB8-5297-74D6-7ECF281A2B88}"/>
              </a:ext>
            </a:extLst>
          </p:cNvPr>
          <p:cNvGrpSpPr/>
          <p:nvPr/>
        </p:nvGrpSpPr>
        <p:grpSpPr>
          <a:xfrm>
            <a:off x="462118" y="2518115"/>
            <a:ext cx="1178410" cy="1273736"/>
            <a:chOff x="1524000" y="2518115"/>
            <a:chExt cx="1178410" cy="127373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602D257-BEA5-49AA-1E6B-ABC6CF296A83}"/>
                </a:ext>
              </a:extLst>
            </p:cNvPr>
            <p:cNvSpPr/>
            <p:nvPr/>
          </p:nvSpPr>
          <p:spPr>
            <a:xfrm flipH="1" flipV="1">
              <a:off x="1524000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996D4FC-BC9C-E8BC-D3B0-DACADBB624C5}"/>
                </a:ext>
              </a:extLst>
            </p:cNvPr>
            <p:cNvSpPr/>
            <p:nvPr/>
          </p:nvSpPr>
          <p:spPr>
            <a:xfrm flipH="1" flipV="1">
              <a:off x="1661969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9B1CA7D-7254-4DA7-E997-499797622056}"/>
                </a:ext>
              </a:extLst>
            </p:cNvPr>
            <p:cNvSpPr/>
            <p:nvPr/>
          </p:nvSpPr>
          <p:spPr>
            <a:xfrm flipH="1" flipV="1">
              <a:off x="1799938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DE4865C-5F22-507A-17A8-0B837712BE39}"/>
                </a:ext>
              </a:extLst>
            </p:cNvPr>
            <p:cNvSpPr/>
            <p:nvPr/>
          </p:nvSpPr>
          <p:spPr>
            <a:xfrm flipH="1" flipV="1">
              <a:off x="1937907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E2B8744-2C3F-47A8-50A3-443CC36C31D2}"/>
                </a:ext>
              </a:extLst>
            </p:cNvPr>
            <p:cNvSpPr/>
            <p:nvPr/>
          </p:nvSpPr>
          <p:spPr>
            <a:xfrm flipH="1" flipV="1">
              <a:off x="1524000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B1D4D4A-73FB-3504-080E-2CE6C6371534}"/>
                </a:ext>
              </a:extLst>
            </p:cNvPr>
            <p:cNvSpPr/>
            <p:nvPr/>
          </p:nvSpPr>
          <p:spPr>
            <a:xfrm flipH="1" flipV="1">
              <a:off x="1661969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3F42D94-0D2C-1D14-7E66-9AD66BA5FE56}"/>
                </a:ext>
              </a:extLst>
            </p:cNvPr>
            <p:cNvSpPr/>
            <p:nvPr/>
          </p:nvSpPr>
          <p:spPr>
            <a:xfrm flipH="1" flipV="1">
              <a:off x="1799938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AF83BE6-68E7-4E30-70E0-C0C8CE3B6E46}"/>
                </a:ext>
              </a:extLst>
            </p:cNvPr>
            <p:cNvSpPr/>
            <p:nvPr/>
          </p:nvSpPr>
          <p:spPr>
            <a:xfrm flipH="1" flipV="1">
              <a:off x="1937907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0C7EF6-CDC2-5DE0-8D0B-4CDF4BE8EA2E}"/>
                </a:ext>
              </a:extLst>
            </p:cNvPr>
            <p:cNvSpPr/>
            <p:nvPr/>
          </p:nvSpPr>
          <p:spPr>
            <a:xfrm flipH="1" flipV="1">
              <a:off x="1524000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028EFCE-CE03-9083-22B8-D66B2172FAA7}"/>
                </a:ext>
              </a:extLst>
            </p:cNvPr>
            <p:cNvSpPr/>
            <p:nvPr/>
          </p:nvSpPr>
          <p:spPr>
            <a:xfrm flipH="1" flipV="1">
              <a:off x="1661969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3B34208-2F1C-B46D-6C0C-2181F7792091}"/>
                </a:ext>
              </a:extLst>
            </p:cNvPr>
            <p:cNvSpPr/>
            <p:nvPr/>
          </p:nvSpPr>
          <p:spPr>
            <a:xfrm flipH="1" flipV="1">
              <a:off x="1799938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1C619F1-113B-1A6B-D45A-7B1C5A6882D9}"/>
                </a:ext>
              </a:extLst>
            </p:cNvPr>
            <p:cNvSpPr/>
            <p:nvPr/>
          </p:nvSpPr>
          <p:spPr>
            <a:xfrm flipH="1" flipV="1">
              <a:off x="1937907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6CF83EB-7304-A65B-6075-705D93899690}"/>
                </a:ext>
              </a:extLst>
            </p:cNvPr>
            <p:cNvSpPr/>
            <p:nvPr/>
          </p:nvSpPr>
          <p:spPr>
            <a:xfrm flipH="1" flipV="1">
              <a:off x="1524000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D605321-7C2F-40AB-BE0D-C73CAEB9B54B}"/>
                </a:ext>
              </a:extLst>
            </p:cNvPr>
            <p:cNvSpPr/>
            <p:nvPr/>
          </p:nvSpPr>
          <p:spPr>
            <a:xfrm flipH="1" flipV="1">
              <a:off x="1661969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DEECDFA-C42E-CAA7-FF8F-1FE73A6A54A2}"/>
                </a:ext>
              </a:extLst>
            </p:cNvPr>
            <p:cNvSpPr/>
            <p:nvPr/>
          </p:nvSpPr>
          <p:spPr>
            <a:xfrm flipH="1" flipV="1">
              <a:off x="1799938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307FD59-BFBF-C0F2-115B-05442BAA9076}"/>
                </a:ext>
              </a:extLst>
            </p:cNvPr>
            <p:cNvSpPr/>
            <p:nvPr/>
          </p:nvSpPr>
          <p:spPr>
            <a:xfrm flipH="1" flipV="1">
              <a:off x="1937907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93ACC18-BA80-80B6-76D7-C4112E45BD64}"/>
                </a:ext>
              </a:extLst>
            </p:cNvPr>
            <p:cNvSpPr/>
            <p:nvPr/>
          </p:nvSpPr>
          <p:spPr>
            <a:xfrm flipH="1" flipV="1">
              <a:off x="1524000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86C6843-C405-E992-014B-D3F37E4D1032}"/>
                </a:ext>
              </a:extLst>
            </p:cNvPr>
            <p:cNvSpPr/>
            <p:nvPr/>
          </p:nvSpPr>
          <p:spPr>
            <a:xfrm flipH="1" flipV="1">
              <a:off x="1661969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BF7577E-4DD6-1502-6E39-7729359F2056}"/>
                </a:ext>
              </a:extLst>
            </p:cNvPr>
            <p:cNvSpPr/>
            <p:nvPr/>
          </p:nvSpPr>
          <p:spPr>
            <a:xfrm flipH="1" flipV="1">
              <a:off x="1799938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0545F3F0-2DC5-74D4-6760-6469A132C0F0}"/>
                </a:ext>
              </a:extLst>
            </p:cNvPr>
            <p:cNvSpPr/>
            <p:nvPr/>
          </p:nvSpPr>
          <p:spPr>
            <a:xfrm flipH="1" flipV="1">
              <a:off x="1937907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3A2DA60F-3157-DF02-FA9C-16F868069D82}"/>
                </a:ext>
              </a:extLst>
            </p:cNvPr>
            <p:cNvSpPr/>
            <p:nvPr/>
          </p:nvSpPr>
          <p:spPr>
            <a:xfrm flipH="1" flipV="1">
              <a:off x="1524000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5BBE5703-2900-6C97-F147-DB3537DCD9F3}"/>
                </a:ext>
              </a:extLst>
            </p:cNvPr>
            <p:cNvSpPr/>
            <p:nvPr/>
          </p:nvSpPr>
          <p:spPr>
            <a:xfrm flipH="1" flipV="1">
              <a:off x="1661969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6FF7814C-2175-33F3-1A16-2AC107C89552}"/>
                </a:ext>
              </a:extLst>
            </p:cNvPr>
            <p:cNvSpPr/>
            <p:nvPr/>
          </p:nvSpPr>
          <p:spPr>
            <a:xfrm flipH="1" flipV="1">
              <a:off x="1799938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F467A60E-D2D5-359B-1F80-61AE21EE34C7}"/>
                </a:ext>
              </a:extLst>
            </p:cNvPr>
            <p:cNvSpPr/>
            <p:nvPr/>
          </p:nvSpPr>
          <p:spPr>
            <a:xfrm flipH="1" flipV="1">
              <a:off x="1937907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87B58F50-A12B-9660-9F32-041480A46A4B}"/>
                </a:ext>
              </a:extLst>
            </p:cNvPr>
            <p:cNvSpPr/>
            <p:nvPr/>
          </p:nvSpPr>
          <p:spPr>
            <a:xfrm flipH="1" flipV="1">
              <a:off x="1524000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686A2609-8946-9E06-8654-274130611451}"/>
                </a:ext>
              </a:extLst>
            </p:cNvPr>
            <p:cNvSpPr/>
            <p:nvPr/>
          </p:nvSpPr>
          <p:spPr>
            <a:xfrm flipH="1" flipV="1">
              <a:off x="1661969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FE8314DF-9DB4-DA2A-63B6-8D9BA8925313}"/>
                </a:ext>
              </a:extLst>
            </p:cNvPr>
            <p:cNvSpPr/>
            <p:nvPr/>
          </p:nvSpPr>
          <p:spPr>
            <a:xfrm flipH="1" flipV="1">
              <a:off x="1799938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919A0C1C-450C-ADD2-ADBA-B3542B1FE3FF}"/>
                </a:ext>
              </a:extLst>
            </p:cNvPr>
            <p:cNvSpPr/>
            <p:nvPr/>
          </p:nvSpPr>
          <p:spPr>
            <a:xfrm flipH="1" flipV="1">
              <a:off x="1937907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4B306139-DAB8-A390-5D48-D39406E8E166}"/>
                </a:ext>
              </a:extLst>
            </p:cNvPr>
            <p:cNvSpPr/>
            <p:nvPr/>
          </p:nvSpPr>
          <p:spPr>
            <a:xfrm flipH="1" flipV="1">
              <a:off x="1524000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0B50E2A-AD3B-1092-F741-BF18F5654470}"/>
                </a:ext>
              </a:extLst>
            </p:cNvPr>
            <p:cNvSpPr/>
            <p:nvPr/>
          </p:nvSpPr>
          <p:spPr>
            <a:xfrm flipH="1" flipV="1">
              <a:off x="1661969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DA92037A-D37B-6981-0DB4-EC7482F267D8}"/>
                </a:ext>
              </a:extLst>
            </p:cNvPr>
            <p:cNvSpPr/>
            <p:nvPr/>
          </p:nvSpPr>
          <p:spPr>
            <a:xfrm flipH="1" flipV="1">
              <a:off x="1799938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0F914BD3-6231-E042-D771-7FB49FE8883F}"/>
                </a:ext>
              </a:extLst>
            </p:cNvPr>
            <p:cNvSpPr/>
            <p:nvPr/>
          </p:nvSpPr>
          <p:spPr>
            <a:xfrm flipH="1" flipV="1">
              <a:off x="1937907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DA612B27-C475-7E72-18C4-2D56974120F9}"/>
                </a:ext>
              </a:extLst>
            </p:cNvPr>
            <p:cNvSpPr/>
            <p:nvPr/>
          </p:nvSpPr>
          <p:spPr>
            <a:xfrm flipH="1" flipV="1">
              <a:off x="1524000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69E4863F-758B-3F70-2F52-379F59701023}"/>
                </a:ext>
              </a:extLst>
            </p:cNvPr>
            <p:cNvSpPr/>
            <p:nvPr/>
          </p:nvSpPr>
          <p:spPr>
            <a:xfrm flipH="1" flipV="1">
              <a:off x="1661969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82D73247-0099-1E4A-5FCF-3246A0971AB7}"/>
                </a:ext>
              </a:extLst>
            </p:cNvPr>
            <p:cNvSpPr/>
            <p:nvPr/>
          </p:nvSpPr>
          <p:spPr>
            <a:xfrm flipH="1" flipV="1">
              <a:off x="1799938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AAD109-3010-6456-3CD6-1AF9357A96BD}"/>
                </a:ext>
              </a:extLst>
            </p:cNvPr>
            <p:cNvSpPr/>
            <p:nvPr/>
          </p:nvSpPr>
          <p:spPr>
            <a:xfrm flipH="1" flipV="1">
              <a:off x="1937907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15C6FC01-0DA2-FD65-61D3-3FD8E481D0BA}"/>
                </a:ext>
              </a:extLst>
            </p:cNvPr>
            <p:cNvSpPr/>
            <p:nvPr/>
          </p:nvSpPr>
          <p:spPr>
            <a:xfrm flipH="1" flipV="1">
              <a:off x="1524000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E222A0E7-C4A4-6D01-9573-8197F74A0CF2}"/>
                </a:ext>
              </a:extLst>
            </p:cNvPr>
            <p:cNvSpPr/>
            <p:nvPr/>
          </p:nvSpPr>
          <p:spPr>
            <a:xfrm flipH="1" flipV="1">
              <a:off x="1661969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C5810C4A-E480-4611-F831-CDC6D1977BF3}"/>
                </a:ext>
              </a:extLst>
            </p:cNvPr>
            <p:cNvSpPr/>
            <p:nvPr/>
          </p:nvSpPr>
          <p:spPr>
            <a:xfrm flipH="1" flipV="1">
              <a:off x="1799938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FD68A40C-5DA4-A306-C503-AC0DDAAC9800}"/>
                </a:ext>
              </a:extLst>
            </p:cNvPr>
            <p:cNvSpPr/>
            <p:nvPr/>
          </p:nvSpPr>
          <p:spPr>
            <a:xfrm flipH="1" flipV="1">
              <a:off x="1937907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9FCFD2D7-FC1A-814F-F131-92465371D329}"/>
                </a:ext>
              </a:extLst>
            </p:cNvPr>
            <p:cNvSpPr/>
            <p:nvPr/>
          </p:nvSpPr>
          <p:spPr>
            <a:xfrm flipH="1" flipV="1">
              <a:off x="1524000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6B6A4510-9422-C7F4-EF02-506EE86FDDA6}"/>
                </a:ext>
              </a:extLst>
            </p:cNvPr>
            <p:cNvSpPr/>
            <p:nvPr/>
          </p:nvSpPr>
          <p:spPr>
            <a:xfrm flipH="1" flipV="1">
              <a:off x="1661969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3DA9B5E7-B08A-6565-F730-54C4520A726F}"/>
                </a:ext>
              </a:extLst>
            </p:cNvPr>
            <p:cNvSpPr/>
            <p:nvPr/>
          </p:nvSpPr>
          <p:spPr>
            <a:xfrm flipH="1" flipV="1">
              <a:off x="1799938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7E9B9A3C-0E59-78E0-010C-32F820405107}"/>
                </a:ext>
              </a:extLst>
            </p:cNvPr>
            <p:cNvSpPr/>
            <p:nvPr/>
          </p:nvSpPr>
          <p:spPr>
            <a:xfrm flipH="1" flipV="1">
              <a:off x="1937907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CB015BF-A621-AD1C-DD2D-C9A0FFC3C1F2}"/>
                </a:ext>
              </a:extLst>
            </p:cNvPr>
            <p:cNvSpPr/>
            <p:nvPr/>
          </p:nvSpPr>
          <p:spPr>
            <a:xfrm flipH="1" flipV="1">
              <a:off x="1524000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0E40C0A1-A99B-4CDC-BF81-4E93B8FCC3CA}"/>
                </a:ext>
              </a:extLst>
            </p:cNvPr>
            <p:cNvSpPr/>
            <p:nvPr/>
          </p:nvSpPr>
          <p:spPr>
            <a:xfrm flipH="1" flipV="1">
              <a:off x="1661969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D157BB6C-BC98-0240-1742-9E1CA62A2E46}"/>
                </a:ext>
              </a:extLst>
            </p:cNvPr>
            <p:cNvSpPr/>
            <p:nvPr/>
          </p:nvSpPr>
          <p:spPr>
            <a:xfrm flipH="1" flipV="1">
              <a:off x="1799938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63BC7CCD-D68B-294D-BDA8-A6836D12A260}"/>
                </a:ext>
              </a:extLst>
            </p:cNvPr>
            <p:cNvSpPr/>
            <p:nvPr/>
          </p:nvSpPr>
          <p:spPr>
            <a:xfrm flipH="1" flipV="1">
              <a:off x="1937907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4F63D9E3-7CBB-7624-F443-CDF6A6D9A62D}"/>
                </a:ext>
              </a:extLst>
            </p:cNvPr>
            <p:cNvSpPr/>
            <p:nvPr/>
          </p:nvSpPr>
          <p:spPr>
            <a:xfrm flipH="1" flipV="1">
              <a:off x="2426472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D579CB8C-FC7C-1CE0-89DC-B10943F70478}"/>
                </a:ext>
              </a:extLst>
            </p:cNvPr>
            <p:cNvSpPr/>
            <p:nvPr/>
          </p:nvSpPr>
          <p:spPr>
            <a:xfrm flipH="1" flipV="1">
              <a:off x="2564441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88DC236-1772-9BC3-F43C-D7A065198747}"/>
                </a:ext>
              </a:extLst>
            </p:cNvPr>
            <p:cNvSpPr/>
            <p:nvPr/>
          </p:nvSpPr>
          <p:spPr>
            <a:xfrm flipH="1" flipV="1">
              <a:off x="2426472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7239AF08-E0A1-6D2A-E69C-730D79A348C2}"/>
                </a:ext>
              </a:extLst>
            </p:cNvPr>
            <p:cNvSpPr/>
            <p:nvPr/>
          </p:nvSpPr>
          <p:spPr>
            <a:xfrm flipH="1" flipV="1">
              <a:off x="2564441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4085EA1A-56C0-C89E-EF65-C70369E68170}"/>
                </a:ext>
              </a:extLst>
            </p:cNvPr>
            <p:cNvSpPr/>
            <p:nvPr/>
          </p:nvSpPr>
          <p:spPr>
            <a:xfrm flipH="1" flipV="1">
              <a:off x="2426472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14AD0844-DF64-80EA-E0E0-A6C2F0F04497}"/>
                </a:ext>
              </a:extLst>
            </p:cNvPr>
            <p:cNvSpPr/>
            <p:nvPr/>
          </p:nvSpPr>
          <p:spPr>
            <a:xfrm flipH="1" flipV="1">
              <a:off x="2564441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05A71AB0-1BBF-592B-2738-DF92BA4C234D}"/>
                </a:ext>
              </a:extLst>
            </p:cNvPr>
            <p:cNvSpPr/>
            <p:nvPr/>
          </p:nvSpPr>
          <p:spPr>
            <a:xfrm flipH="1" flipV="1">
              <a:off x="2426472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8F56E8E4-4598-5965-2A67-5E7AEAE8E2D7}"/>
                </a:ext>
              </a:extLst>
            </p:cNvPr>
            <p:cNvSpPr/>
            <p:nvPr/>
          </p:nvSpPr>
          <p:spPr>
            <a:xfrm flipH="1" flipV="1">
              <a:off x="2564441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270CD0D3-F9B4-B07C-E806-43AD5945BEFB}"/>
                </a:ext>
              </a:extLst>
            </p:cNvPr>
            <p:cNvSpPr/>
            <p:nvPr/>
          </p:nvSpPr>
          <p:spPr>
            <a:xfrm flipH="1" flipV="1">
              <a:off x="2426472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3C7E6752-97B5-3EAE-A1F4-B4C49EECA403}"/>
                </a:ext>
              </a:extLst>
            </p:cNvPr>
            <p:cNvSpPr/>
            <p:nvPr/>
          </p:nvSpPr>
          <p:spPr>
            <a:xfrm flipH="1" flipV="1">
              <a:off x="2564441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48C8F5E-A93B-9DF3-0BDD-20A04E35C962}"/>
                </a:ext>
              </a:extLst>
            </p:cNvPr>
            <p:cNvSpPr/>
            <p:nvPr/>
          </p:nvSpPr>
          <p:spPr>
            <a:xfrm flipH="1" flipV="1">
              <a:off x="2426472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1B7F183D-EF9C-DCEA-CE2D-AA7EF490A48B}"/>
                </a:ext>
              </a:extLst>
            </p:cNvPr>
            <p:cNvSpPr/>
            <p:nvPr/>
          </p:nvSpPr>
          <p:spPr>
            <a:xfrm flipH="1" flipV="1">
              <a:off x="2564441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5871B498-CEAE-6F93-DAB8-5A1C21870FF6}"/>
                </a:ext>
              </a:extLst>
            </p:cNvPr>
            <p:cNvSpPr/>
            <p:nvPr/>
          </p:nvSpPr>
          <p:spPr>
            <a:xfrm flipH="1" flipV="1">
              <a:off x="2426472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19B135AB-43EA-7DB2-1888-EE964437A645}"/>
                </a:ext>
              </a:extLst>
            </p:cNvPr>
            <p:cNvSpPr/>
            <p:nvPr/>
          </p:nvSpPr>
          <p:spPr>
            <a:xfrm flipH="1" flipV="1">
              <a:off x="2564441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273E9780-A8DA-00D7-6709-F3BD5560A0F7}"/>
                </a:ext>
              </a:extLst>
            </p:cNvPr>
            <p:cNvSpPr/>
            <p:nvPr/>
          </p:nvSpPr>
          <p:spPr>
            <a:xfrm flipH="1" flipV="1">
              <a:off x="2426472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057CDA70-87FF-753A-0F23-8289F8700E0C}"/>
                </a:ext>
              </a:extLst>
            </p:cNvPr>
            <p:cNvSpPr/>
            <p:nvPr/>
          </p:nvSpPr>
          <p:spPr>
            <a:xfrm flipH="1" flipV="1">
              <a:off x="2564441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15ABACA7-12A4-CBA5-DCE3-4C615E27D414}"/>
                </a:ext>
              </a:extLst>
            </p:cNvPr>
            <p:cNvSpPr/>
            <p:nvPr/>
          </p:nvSpPr>
          <p:spPr>
            <a:xfrm flipH="1" flipV="1">
              <a:off x="2426472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2817EDC6-DCDD-9830-1EB0-F5F9FEF4E4BA}"/>
                </a:ext>
              </a:extLst>
            </p:cNvPr>
            <p:cNvSpPr/>
            <p:nvPr/>
          </p:nvSpPr>
          <p:spPr>
            <a:xfrm flipH="1" flipV="1">
              <a:off x="2564441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59F3255C-0B49-46DA-ABA0-3E048782EC6A}"/>
                </a:ext>
              </a:extLst>
            </p:cNvPr>
            <p:cNvSpPr/>
            <p:nvPr/>
          </p:nvSpPr>
          <p:spPr>
            <a:xfrm flipH="1" flipV="1">
              <a:off x="2426472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6AF3C5E1-74E2-18DF-0450-3316D6267BDE}"/>
                </a:ext>
              </a:extLst>
            </p:cNvPr>
            <p:cNvSpPr/>
            <p:nvPr/>
          </p:nvSpPr>
          <p:spPr>
            <a:xfrm flipH="1" flipV="1">
              <a:off x="2564441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ECDC8903-121B-4CF4-6A32-A93530ABDDE6}"/>
                </a:ext>
              </a:extLst>
            </p:cNvPr>
            <p:cNvSpPr/>
            <p:nvPr/>
          </p:nvSpPr>
          <p:spPr>
            <a:xfrm flipH="1" flipV="1">
              <a:off x="2426472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C523A96-8F98-2973-512F-B8E97840AF56}"/>
                </a:ext>
              </a:extLst>
            </p:cNvPr>
            <p:cNvSpPr/>
            <p:nvPr/>
          </p:nvSpPr>
          <p:spPr>
            <a:xfrm flipH="1" flipV="1">
              <a:off x="2564441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8A88B33F-4CD6-1AED-6BD8-3359D54CB979}"/>
                </a:ext>
              </a:extLst>
            </p:cNvPr>
            <p:cNvSpPr/>
            <p:nvPr/>
          </p:nvSpPr>
          <p:spPr>
            <a:xfrm flipH="1" flipV="1">
              <a:off x="2426472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6F2C8BA2-CA9F-15BC-5A0C-92427D114249}"/>
                </a:ext>
              </a:extLst>
            </p:cNvPr>
            <p:cNvSpPr/>
            <p:nvPr/>
          </p:nvSpPr>
          <p:spPr>
            <a:xfrm flipH="1" flipV="1">
              <a:off x="2564441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ADF1F2BB-4BC5-6EA3-AE91-8581C7769514}"/>
              </a:ext>
            </a:extLst>
          </p:cNvPr>
          <p:cNvGrpSpPr/>
          <p:nvPr/>
        </p:nvGrpSpPr>
        <p:grpSpPr>
          <a:xfrm>
            <a:off x="462118" y="3791851"/>
            <a:ext cx="1178410" cy="321807"/>
            <a:chOff x="1524000" y="3791851"/>
            <a:chExt cx="1178410" cy="321807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B1FEA4F3-C013-8711-E98B-3F03AD3C14AD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AD8E319E-3CA4-C229-608E-6953C2B88E06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97856B2B-474C-A8DC-AC5C-4749006A6C45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A66C82FE-CF06-2A07-A3F1-C701BE9459F1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FBC6B0E1-B234-9863-DB9B-0D720DC2B37C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98CF89DF-A51B-7B7C-6DC6-EB639234CD16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938213EF-14AE-02E9-33F0-9AD74DAA7FC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D2CD5012-CD20-8851-121C-E3535AB3E362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A3CD2526-7389-3579-33B7-7E48B0E30951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4DF588DA-BD47-EF84-1BF2-52AFF4F72B40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839615B1-939F-E5C7-4E2B-5AE469AC0629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24D4C115-8338-9C3A-FAAF-9B551EB63483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353C5B66-5E90-5C63-3FF8-B2E122BAAE47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5A4DAF4F-240E-E258-988C-F81AD5F1A543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C7D7D39C-55F7-EE3B-3872-2935DB1B67CB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94B831CE-775D-70AC-9D9D-8EA503C24643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EBAF5889-30B6-A655-2364-8C7F949366CB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963CC4D5-8D8A-3CC5-16D4-0E8908745357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01" name="TextBox 400">
            <a:extLst>
              <a:ext uri="{FF2B5EF4-FFF2-40B4-BE49-F238E27FC236}">
                <a16:creationId xmlns:a16="http://schemas.microsoft.com/office/drawing/2014/main" id="{72411B4A-6483-8032-C6D5-1B4001BC4EED}"/>
              </a:ext>
            </a:extLst>
          </p:cNvPr>
          <p:cNvSpPr txBox="1"/>
          <p:nvPr/>
        </p:nvSpPr>
        <p:spPr bwMode="auto">
          <a:xfrm>
            <a:off x="271137" y="4191276"/>
            <a:ext cx="795867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X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A47305E7-BCF1-B11F-BE50-5B27C0FC3985}"/>
              </a:ext>
            </a:extLst>
          </p:cNvPr>
          <p:cNvSpPr txBox="1"/>
          <p:nvPr/>
        </p:nvSpPr>
        <p:spPr bwMode="auto">
          <a:xfrm>
            <a:off x="1168605" y="4204744"/>
            <a:ext cx="792114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Y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E30BF1D-B70C-0D2B-E1A2-63ABCD2281E4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5CC2E435-1718-9AEC-9A4B-1AA4B553B946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69725567-61F7-7BCE-07CA-B6CB077AFABD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0A19CC6B-990D-5AE0-DC24-64BA05D86E27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35FBBF39-B0A7-CAED-081E-48C3C5137D1B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DEB85259-6ACA-9E68-09D6-6DB4C22F4BAA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1927EB8B-1868-BA1C-1AB4-2DDB29E32DD6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C3F6760E-8534-F1F9-0D1A-716DB3F8DD4F}"/>
              </a:ext>
            </a:extLst>
          </p:cNvPr>
          <p:cNvGrpSpPr/>
          <p:nvPr/>
        </p:nvGrpSpPr>
        <p:grpSpPr>
          <a:xfrm>
            <a:off x="462118" y="3798271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CF4D8CF0-9AB3-C8CC-6804-2A2532A0FD6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9A957D4E-5379-2098-BB24-49400137E424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70378F62-9A78-3000-6ECC-0BE4E666FB35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9F05B91A-9D6F-CBD2-7388-7E98119F9139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6D33821-A798-8D40-1C2C-09194F6978F0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C25BB592-B107-ADD3-54D3-45D2FDB68327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959B66DA-B8C2-A363-7FF3-B0A1573C140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7F5BBDA-FA59-8AC3-0E23-C4F398E2F377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662D7A4C-4AF4-8AC7-67AC-4BD478500217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6F685D45-6ABE-1BB7-C240-449F9A08C82E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A8016D4D-E85D-9F2A-4079-0BE79D1E2357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21238531-C4CD-EE16-BEB8-E0415A635BC0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3E928458-A905-252E-F1B5-274AE7DE49BF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C3E2A31B-FEFD-3756-63B3-D505484C2335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B868438D-C257-AF90-8293-7BCDAE59F57E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9435B61F-D3F5-95AA-4EB6-77E82569CB4E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2B393CB8-165D-E2FF-27AB-69A477CE0D91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7A55C5B-A4AF-E6C4-EC49-D2FC1F52F680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4F891DE2-44DC-0F56-E61B-CBFB1E27DE6D}"/>
              </a:ext>
            </a:extLst>
          </p:cNvPr>
          <p:cNvGrpSpPr/>
          <p:nvPr/>
        </p:nvGrpSpPr>
        <p:grpSpPr>
          <a:xfrm>
            <a:off x="3309773" y="1557867"/>
            <a:ext cx="1178410" cy="429076"/>
            <a:chOff x="4371655" y="1557867"/>
            <a:chExt cx="1178410" cy="429076"/>
          </a:xfrm>
        </p:grpSpPr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F7511FDD-E818-EDC2-CE75-03FB4051F2A7}"/>
                </a:ext>
              </a:extLst>
            </p:cNvPr>
            <p:cNvSpPr/>
            <p:nvPr/>
          </p:nvSpPr>
          <p:spPr>
            <a:xfrm flipH="1" flipV="1">
              <a:off x="4371655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B3B8368A-3434-CD38-A4D7-71D37FC854A8}"/>
                </a:ext>
              </a:extLst>
            </p:cNvPr>
            <p:cNvSpPr/>
            <p:nvPr/>
          </p:nvSpPr>
          <p:spPr>
            <a:xfrm flipH="1" flipV="1">
              <a:off x="4509624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502B5124-0098-BCB4-DE24-F3DC7232E902}"/>
                </a:ext>
              </a:extLst>
            </p:cNvPr>
            <p:cNvSpPr/>
            <p:nvPr/>
          </p:nvSpPr>
          <p:spPr>
            <a:xfrm flipH="1" flipV="1">
              <a:off x="4647593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0412E561-F897-C89B-5B7B-4497686EAA68}"/>
                </a:ext>
              </a:extLst>
            </p:cNvPr>
            <p:cNvSpPr/>
            <p:nvPr/>
          </p:nvSpPr>
          <p:spPr>
            <a:xfrm flipH="1" flipV="1">
              <a:off x="4785562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C65ACE5E-DD98-89DB-CB37-2202964300D7}"/>
                </a:ext>
              </a:extLst>
            </p:cNvPr>
            <p:cNvSpPr/>
            <p:nvPr/>
          </p:nvSpPr>
          <p:spPr>
            <a:xfrm flipH="1" flipV="1">
              <a:off x="4371655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5E2F15B3-A430-A61A-B3EC-877098B8890A}"/>
                </a:ext>
              </a:extLst>
            </p:cNvPr>
            <p:cNvSpPr/>
            <p:nvPr/>
          </p:nvSpPr>
          <p:spPr>
            <a:xfrm flipH="1" flipV="1">
              <a:off x="4509624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D6EC0128-B72A-FDB5-CBFF-9A26340CB895}"/>
                </a:ext>
              </a:extLst>
            </p:cNvPr>
            <p:cNvSpPr/>
            <p:nvPr/>
          </p:nvSpPr>
          <p:spPr>
            <a:xfrm flipH="1" flipV="1">
              <a:off x="4647593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C658D6F8-B368-8F08-92C6-E45D0D071E85}"/>
                </a:ext>
              </a:extLst>
            </p:cNvPr>
            <p:cNvSpPr/>
            <p:nvPr/>
          </p:nvSpPr>
          <p:spPr>
            <a:xfrm flipH="1" flipV="1">
              <a:off x="4785562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812619C8-F76B-7A43-15B2-8AA046BDBC0C}"/>
                </a:ext>
              </a:extLst>
            </p:cNvPr>
            <p:cNvSpPr/>
            <p:nvPr/>
          </p:nvSpPr>
          <p:spPr>
            <a:xfrm flipH="1" flipV="1">
              <a:off x="4371655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B4FD75E0-4A45-22B8-F87D-C884915CF17B}"/>
                </a:ext>
              </a:extLst>
            </p:cNvPr>
            <p:cNvSpPr/>
            <p:nvPr/>
          </p:nvSpPr>
          <p:spPr>
            <a:xfrm flipH="1" flipV="1">
              <a:off x="4509624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CFB359DD-5523-4E94-F52B-7119A146C568}"/>
                </a:ext>
              </a:extLst>
            </p:cNvPr>
            <p:cNvSpPr/>
            <p:nvPr/>
          </p:nvSpPr>
          <p:spPr>
            <a:xfrm flipH="1" flipV="1">
              <a:off x="4647593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2724D041-5705-0C6E-59B4-03A10C2F249D}"/>
                </a:ext>
              </a:extLst>
            </p:cNvPr>
            <p:cNvSpPr/>
            <p:nvPr/>
          </p:nvSpPr>
          <p:spPr>
            <a:xfrm flipH="1" flipV="1">
              <a:off x="4785562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06BB6DDF-571B-71F8-1EA9-68222662978C}"/>
                </a:ext>
              </a:extLst>
            </p:cNvPr>
            <p:cNvSpPr/>
            <p:nvPr/>
          </p:nvSpPr>
          <p:spPr>
            <a:xfrm flipH="1" flipV="1">
              <a:off x="5274127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B1A080AF-C2F9-B8EB-2BD5-761BD0321F6A}"/>
                </a:ext>
              </a:extLst>
            </p:cNvPr>
            <p:cNvSpPr/>
            <p:nvPr/>
          </p:nvSpPr>
          <p:spPr>
            <a:xfrm flipH="1" flipV="1">
              <a:off x="5412096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51C14F4E-31A5-386F-A351-56B654C254C0}"/>
                </a:ext>
              </a:extLst>
            </p:cNvPr>
            <p:cNvSpPr/>
            <p:nvPr/>
          </p:nvSpPr>
          <p:spPr>
            <a:xfrm flipH="1" flipV="1">
              <a:off x="5274127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B7B31A5E-ACA3-C4C9-26EB-65FA744992E3}"/>
                </a:ext>
              </a:extLst>
            </p:cNvPr>
            <p:cNvSpPr/>
            <p:nvPr/>
          </p:nvSpPr>
          <p:spPr>
            <a:xfrm flipH="1" flipV="1">
              <a:off x="5412096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CD8BA547-F89A-51C3-AC95-C4079022FC15}"/>
                </a:ext>
              </a:extLst>
            </p:cNvPr>
            <p:cNvSpPr/>
            <p:nvPr/>
          </p:nvSpPr>
          <p:spPr>
            <a:xfrm flipH="1" flipV="1">
              <a:off x="5274127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9AA746EC-EE52-46D9-A01C-2DA970AAAA35}"/>
                </a:ext>
              </a:extLst>
            </p:cNvPr>
            <p:cNvSpPr/>
            <p:nvPr/>
          </p:nvSpPr>
          <p:spPr>
            <a:xfrm flipH="1" flipV="1">
              <a:off x="5412096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905B8165-C1B0-C6A7-F43A-D1CCAF66730E}"/>
                </a:ext>
              </a:extLst>
            </p:cNvPr>
            <p:cNvSpPr/>
            <p:nvPr/>
          </p:nvSpPr>
          <p:spPr>
            <a:xfrm flipH="1" flipV="1">
              <a:off x="4371655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446E5E0C-657A-891B-C9F8-A5919B8B835E}"/>
                </a:ext>
              </a:extLst>
            </p:cNvPr>
            <p:cNvSpPr/>
            <p:nvPr/>
          </p:nvSpPr>
          <p:spPr>
            <a:xfrm flipH="1" flipV="1">
              <a:off x="4509624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49FB643A-5374-5236-3719-BEED271EF455}"/>
                </a:ext>
              </a:extLst>
            </p:cNvPr>
            <p:cNvSpPr/>
            <p:nvPr/>
          </p:nvSpPr>
          <p:spPr>
            <a:xfrm flipH="1" flipV="1">
              <a:off x="4647593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D0CD25F1-CB1A-7C0D-E6A8-91B68E93658D}"/>
                </a:ext>
              </a:extLst>
            </p:cNvPr>
            <p:cNvSpPr/>
            <p:nvPr/>
          </p:nvSpPr>
          <p:spPr>
            <a:xfrm flipH="1" flipV="1">
              <a:off x="4785562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D5E1246E-D6BD-0DAC-AFEC-2B9B43C86A54}"/>
                </a:ext>
              </a:extLst>
            </p:cNvPr>
            <p:cNvSpPr/>
            <p:nvPr/>
          </p:nvSpPr>
          <p:spPr>
            <a:xfrm flipH="1" flipV="1">
              <a:off x="5274127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7760F52B-28CB-65AA-EBF5-46B844C1C8DE}"/>
                </a:ext>
              </a:extLst>
            </p:cNvPr>
            <p:cNvSpPr/>
            <p:nvPr/>
          </p:nvSpPr>
          <p:spPr>
            <a:xfrm flipH="1" flipV="1">
              <a:off x="5412096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3F4F3585-9590-B74C-A403-6E5459FA8D24}"/>
              </a:ext>
            </a:extLst>
          </p:cNvPr>
          <p:cNvGrpSpPr/>
          <p:nvPr/>
        </p:nvGrpSpPr>
        <p:grpSpPr>
          <a:xfrm>
            <a:off x="3309773" y="1984715"/>
            <a:ext cx="1178410" cy="423481"/>
            <a:chOff x="4371655" y="1984715"/>
            <a:chExt cx="1178410" cy="423481"/>
          </a:xfrm>
        </p:grpSpPr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BBD07656-4259-8788-66C9-2DE0C541D5FE}"/>
                </a:ext>
              </a:extLst>
            </p:cNvPr>
            <p:cNvSpPr/>
            <p:nvPr/>
          </p:nvSpPr>
          <p:spPr>
            <a:xfrm flipH="1" flipV="1">
              <a:off x="4371655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A2A22254-29C3-09CE-9116-CF66B70D5044}"/>
                </a:ext>
              </a:extLst>
            </p:cNvPr>
            <p:cNvSpPr/>
            <p:nvPr/>
          </p:nvSpPr>
          <p:spPr>
            <a:xfrm flipH="1" flipV="1">
              <a:off x="4509624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2D2D104C-657D-3C78-EC96-085E92655AEF}"/>
                </a:ext>
              </a:extLst>
            </p:cNvPr>
            <p:cNvSpPr/>
            <p:nvPr/>
          </p:nvSpPr>
          <p:spPr>
            <a:xfrm flipH="1" flipV="1">
              <a:off x="4647593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DC862B99-6FFE-9D05-C199-811D28A7E40F}"/>
                </a:ext>
              </a:extLst>
            </p:cNvPr>
            <p:cNvSpPr/>
            <p:nvPr/>
          </p:nvSpPr>
          <p:spPr>
            <a:xfrm flipH="1" flipV="1">
              <a:off x="4785562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752BEDF9-8B62-1170-3D2D-02073C24339B}"/>
                </a:ext>
              </a:extLst>
            </p:cNvPr>
            <p:cNvSpPr/>
            <p:nvPr/>
          </p:nvSpPr>
          <p:spPr>
            <a:xfrm flipH="1" flipV="1">
              <a:off x="4371655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0E12079-B76A-0193-CA2B-24822C68634F}"/>
                </a:ext>
              </a:extLst>
            </p:cNvPr>
            <p:cNvSpPr/>
            <p:nvPr/>
          </p:nvSpPr>
          <p:spPr>
            <a:xfrm flipH="1" flipV="1">
              <a:off x="4509624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5590583B-57C8-05BE-729C-1F3751029FAF}"/>
                </a:ext>
              </a:extLst>
            </p:cNvPr>
            <p:cNvSpPr/>
            <p:nvPr/>
          </p:nvSpPr>
          <p:spPr>
            <a:xfrm flipH="1" flipV="1">
              <a:off x="4647593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E7EB5B51-D836-56CE-330D-5D0AF9FC086B}"/>
                </a:ext>
              </a:extLst>
            </p:cNvPr>
            <p:cNvSpPr/>
            <p:nvPr/>
          </p:nvSpPr>
          <p:spPr>
            <a:xfrm flipH="1" flipV="1">
              <a:off x="4785562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19892706-DF8D-1B57-3F08-039C9DD6B776}"/>
                </a:ext>
              </a:extLst>
            </p:cNvPr>
            <p:cNvSpPr/>
            <p:nvPr/>
          </p:nvSpPr>
          <p:spPr>
            <a:xfrm flipH="1" flipV="1">
              <a:off x="4371655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EE172E6D-D1B3-776B-6B39-6B8F021D69A5}"/>
                </a:ext>
              </a:extLst>
            </p:cNvPr>
            <p:cNvSpPr/>
            <p:nvPr/>
          </p:nvSpPr>
          <p:spPr>
            <a:xfrm flipH="1" flipV="1">
              <a:off x="4509624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B4295B26-FB89-49FC-6599-B3256D95C3B3}"/>
                </a:ext>
              </a:extLst>
            </p:cNvPr>
            <p:cNvSpPr/>
            <p:nvPr/>
          </p:nvSpPr>
          <p:spPr>
            <a:xfrm flipH="1" flipV="1">
              <a:off x="4647593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AE00EBD7-F344-BF00-032F-640B9473D726}"/>
                </a:ext>
              </a:extLst>
            </p:cNvPr>
            <p:cNvSpPr/>
            <p:nvPr/>
          </p:nvSpPr>
          <p:spPr>
            <a:xfrm flipH="1" flipV="1">
              <a:off x="4785562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1A24ADE6-ACF4-C00C-2544-18204F6360A4}"/>
                </a:ext>
              </a:extLst>
            </p:cNvPr>
            <p:cNvSpPr/>
            <p:nvPr/>
          </p:nvSpPr>
          <p:spPr>
            <a:xfrm flipH="1" flipV="1">
              <a:off x="4371655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CA414CF7-A5BA-0029-4327-E69D07B35BB5}"/>
                </a:ext>
              </a:extLst>
            </p:cNvPr>
            <p:cNvSpPr/>
            <p:nvPr/>
          </p:nvSpPr>
          <p:spPr>
            <a:xfrm flipH="1" flipV="1">
              <a:off x="4509624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00389901-6BF7-7D3D-D211-8C115B1515D1}"/>
                </a:ext>
              </a:extLst>
            </p:cNvPr>
            <p:cNvSpPr/>
            <p:nvPr/>
          </p:nvSpPr>
          <p:spPr>
            <a:xfrm flipH="1" flipV="1">
              <a:off x="4647593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9FD5BFFC-4EB0-528E-9913-721892F9915B}"/>
                </a:ext>
              </a:extLst>
            </p:cNvPr>
            <p:cNvSpPr/>
            <p:nvPr/>
          </p:nvSpPr>
          <p:spPr>
            <a:xfrm flipH="1" flipV="1">
              <a:off x="4785562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EDE879D-C44F-4D35-4F1B-C1084AFCE98E}"/>
                </a:ext>
              </a:extLst>
            </p:cNvPr>
            <p:cNvSpPr/>
            <p:nvPr/>
          </p:nvSpPr>
          <p:spPr>
            <a:xfrm flipH="1" flipV="1">
              <a:off x="5274127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C1E90904-1F76-B467-2F4D-1993903212AC}"/>
                </a:ext>
              </a:extLst>
            </p:cNvPr>
            <p:cNvSpPr/>
            <p:nvPr/>
          </p:nvSpPr>
          <p:spPr>
            <a:xfrm flipH="1" flipV="1">
              <a:off x="5412096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356627BC-063F-403E-CB5F-6667B4B15DE6}"/>
                </a:ext>
              </a:extLst>
            </p:cNvPr>
            <p:cNvSpPr/>
            <p:nvPr/>
          </p:nvSpPr>
          <p:spPr>
            <a:xfrm flipH="1" flipV="1">
              <a:off x="5274127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00BB6E4D-399C-4912-279E-D18321709470}"/>
                </a:ext>
              </a:extLst>
            </p:cNvPr>
            <p:cNvSpPr/>
            <p:nvPr/>
          </p:nvSpPr>
          <p:spPr>
            <a:xfrm flipH="1" flipV="1">
              <a:off x="5412096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D27EF8E5-FEDE-FF64-BDC7-D6ABC2C0B299}"/>
                </a:ext>
              </a:extLst>
            </p:cNvPr>
            <p:cNvSpPr/>
            <p:nvPr/>
          </p:nvSpPr>
          <p:spPr>
            <a:xfrm flipH="1" flipV="1">
              <a:off x="5274127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C68EC637-DC95-D9A6-278F-8565B8E5EF9B}"/>
                </a:ext>
              </a:extLst>
            </p:cNvPr>
            <p:cNvSpPr/>
            <p:nvPr/>
          </p:nvSpPr>
          <p:spPr>
            <a:xfrm flipH="1" flipV="1">
              <a:off x="5412096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2A6B96DE-27DB-2A1C-3D57-1D0B87E940F6}"/>
                </a:ext>
              </a:extLst>
            </p:cNvPr>
            <p:cNvSpPr/>
            <p:nvPr/>
          </p:nvSpPr>
          <p:spPr>
            <a:xfrm flipH="1" flipV="1">
              <a:off x="5274127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8F34AF3C-4F4F-140F-3211-BD392A37A051}"/>
                </a:ext>
              </a:extLst>
            </p:cNvPr>
            <p:cNvSpPr/>
            <p:nvPr/>
          </p:nvSpPr>
          <p:spPr>
            <a:xfrm flipH="1" flipV="1">
              <a:off x="5412096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B167E1B0-433D-66CA-B568-C338164871CD}"/>
              </a:ext>
            </a:extLst>
          </p:cNvPr>
          <p:cNvGrpSpPr/>
          <p:nvPr/>
        </p:nvGrpSpPr>
        <p:grpSpPr>
          <a:xfrm>
            <a:off x="3309773" y="2408196"/>
            <a:ext cx="1178410" cy="421179"/>
            <a:chOff x="4371655" y="2408196"/>
            <a:chExt cx="1178410" cy="421179"/>
          </a:xfrm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42FD0BF9-5AC9-E08A-F9C4-AF5098169EA9}"/>
                </a:ext>
              </a:extLst>
            </p:cNvPr>
            <p:cNvSpPr/>
            <p:nvPr/>
          </p:nvSpPr>
          <p:spPr>
            <a:xfrm flipH="1" flipV="1">
              <a:off x="4371655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84BF3231-70F3-5847-DEEE-2415C0EB8EF9}"/>
                </a:ext>
              </a:extLst>
            </p:cNvPr>
            <p:cNvSpPr/>
            <p:nvPr/>
          </p:nvSpPr>
          <p:spPr>
            <a:xfrm flipH="1" flipV="1">
              <a:off x="4509624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2C104363-1E95-05ED-ACC2-0AC86F5FB3AF}"/>
                </a:ext>
              </a:extLst>
            </p:cNvPr>
            <p:cNvSpPr/>
            <p:nvPr/>
          </p:nvSpPr>
          <p:spPr>
            <a:xfrm flipH="1" flipV="1">
              <a:off x="4647593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69BEBE0F-560F-D4B4-B00C-179027D18D44}"/>
                </a:ext>
              </a:extLst>
            </p:cNvPr>
            <p:cNvSpPr/>
            <p:nvPr/>
          </p:nvSpPr>
          <p:spPr>
            <a:xfrm flipH="1" flipV="1">
              <a:off x="4785562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FE86D872-B622-EE80-CC2E-5EDB1E3EF1C1}"/>
                </a:ext>
              </a:extLst>
            </p:cNvPr>
            <p:cNvSpPr/>
            <p:nvPr/>
          </p:nvSpPr>
          <p:spPr>
            <a:xfrm flipH="1" flipV="1">
              <a:off x="4371655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FFBAC549-B323-838E-40B3-133CC3D54A72}"/>
                </a:ext>
              </a:extLst>
            </p:cNvPr>
            <p:cNvSpPr/>
            <p:nvPr/>
          </p:nvSpPr>
          <p:spPr>
            <a:xfrm flipH="1" flipV="1">
              <a:off x="4509624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552FF894-7822-D92F-9CCA-CBC98B6BF9DB}"/>
                </a:ext>
              </a:extLst>
            </p:cNvPr>
            <p:cNvSpPr/>
            <p:nvPr/>
          </p:nvSpPr>
          <p:spPr>
            <a:xfrm flipH="1" flipV="1">
              <a:off x="4647593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B915EB83-1DF2-83E0-28BD-66536FF9D726}"/>
                </a:ext>
              </a:extLst>
            </p:cNvPr>
            <p:cNvSpPr/>
            <p:nvPr/>
          </p:nvSpPr>
          <p:spPr>
            <a:xfrm flipH="1" flipV="1">
              <a:off x="4785562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78CF86DE-D6ED-6812-8294-0192729CCEA1}"/>
                </a:ext>
              </a:extLst>
            </p:cNvPr>
            <p:cNvSpPr/>
            <p:nvPr/>
          </p:nvSpPr>
          <p:spPr>
            <a:xfrm flipH="1" flipV="1">
              <a:off x="4371655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2CEC12DA-B7A0-BB1E-7557-F181C4C0319D}"/>
                </a:ext>
              </a:extLst>
            </p:cNvPr>
            <p:cNvSpPr/>
            <p:nvPr/>
          </p:nvSpPr>
          <p:spPr>
            <a:xfrm flipH="1" flipV="1">
              <a:off x="4509624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B574CD2D-3F4E-B355-E7C5-CCB22ED1B9DA}"/>
                </a:ext>
              </a:extLst>
            </p:cNvPr>
            <p:cNvSpPr/>
            <p:nvPr/>
          </p:nvSpPr>
          <p:spPr>
            <a:xfrm flipH="1" flipV="1">
              <a:off x="4647593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17AD0B6C-0401-90EE-E217-01937A9BC15B}"/>
                </a:ext>
              </a:extLst>
            </p:cNvPr>
            <p:cNvSpPr/>
            <p:nvPr/>
          </p:nvSpPr>
          <p:spPr>
            <a:xfrm flipH="1" flipV="1">
              <a:off x="4785562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78747D30-EECA-B6B6-D977-C6AF289B4554}"/>
                </a:ext>
              </a:extLst>
            </p:cNvPr>
            <p:cNvSpPr/>
            <p:nvPr/>
          </p:nvSpPr>
          <p:spPr>
            <a:xfrm flipH="1" flipV="1">
              <a:off x="4371655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23A3D83C-4252-6614-CA51-EB2DE1D55022}"/>
                </a:ext>
              </a:extLst>
            </p:cNvPr>
            <p:cNvSpPr/>
            <p:nvPr/>
          </p:nvSpPr>
          <p:spPr>
            <a:xfrm flipH="1" flipV="1">
              <a:off x="4509624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74E08835-D341-FA6C-11B6-0BECA1EFC331}"/>
                </a:ext>
              </a:extLst>
            </p:cNvPr>
            <p:cNvSpPr/>
            <p:nvPr/>
          </p:nvSpPr>
          <p:spPr>
            <a:xfrm flipH="1" flipV="1">
              <a:off x="4647593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2D9EF65D-3978-5005-D174-86A5739457F6}"/>
                </a:ext>
              </a:extLst>
            </p:cNvPr>
            <p:cNvSpPr/>
            <p:nvPr/>
          </p:nvSpPr>
          <p:spPr>
            <a:xfrm flipH="1" flipV="1">
              <a:off x="4785562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CE9A5457-D031-FAB6-8DA5-C57ED0DCC4F2}"/>
                </a:ext>
              </a:extLst>
            </p:cNvPr>
            <p:cNvSpPr/>
            <p:nvPr/>
          </p:nvSpPr>
          <p:spPr>
            <a:xfrm flipH="1" flipV="1">
              <a:off x="5274127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9AD34729-3490-5C96-DAC3-F1E0571FCAB9}"/>
                </a:ext>
              </a:extLst>
            </p:cNvPr>
            <p:cNvSpPr/>
            <p:nvPr/>
          </p:nvSpPr>
          <p:spPr>
            <a:xfrm flipH="1" flipV="1">
              <a:off x="5412096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250BCAE7-2132-C17F-B651-84E888325CA2}"/>
                </a:ext>
              </a:extLst>
            </p:cNvPr>
            <p:cNvSpPr/>
            <p:nvPr/>
          </p:nvSpPr>
          <p:spPr>
            <a:xfrm flipH="1" flipV="1">
              <a:off x="5274127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C7353E67-00EC-35AF-E597-9F4C78B17EF0}"/>
                </a:ext>
              </a:extLst>
            </p:cNvPr>
            <p:cNvSpPr/>
            <p:nvPr/>
          </p:nvSpPr>
          <p:spPr>
            <a:xfrm flipH="1" flipV="1">
              <a:off x="5412096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8C093471-3995-10CC-4560-6F8A21106126}"/>
                </a:ext>
              </a:extLst>
            </p:cNvPr>
            <p:cNvSpPr/>
            <p:nvPr/>
          </p:nvSpPr>
          <p:spPr>
            <a:xfrm flipH="1" flipV="1">
              <a:off x="5274127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DDA0F0C6-629A-5D63-33F7-D4F262E9657F}"/>
                </a:ext>
              </a:extLst>
            </p:cNvPr>
            <p:cNvSpPr/>
            <p:nvPr/>
          </p:nvSpPr>
          <p:spPr>
            <a:xfrm flipH="1" flipV="1">
              <a:off x="5412096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D04276F0-66C0-40D4-21FD-72B656957394}"/>
                </a:ext>
              </a:extLst>
            </p:cNvPr>
            <p:cNvSpPr/>
            <p:nvPr/>
          </p:nvSpPr>
          <p:spPr>
            <a:xfrm flipH="1" flipV="1">
              <a:off x="5274127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15B737EA-6F8D-055F-D244-62BD71138FB0}"/>
                </a:ext>
              </a:extLst>
            </p:cNvPr>
            <p:cNvSpPr/>
            <p:nvPr/>
          </p:nvSpPr>
          <p:spPr>
            <a:xfrm flipH="1" flipV="1">
              <a:off x="5412096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A5934D86-5B4D-B709-0A28-B0634506BDB3}"/>
              </a:ext>
            </a:extLst>
          </p:cNvPr>
          <p:cNvGrpSpPr/>
          <p:nvPr/>
        </p:nvGrpSpPr>
        <p:grpSpPr>
          <a:xfrm>
            <a:off x="3309773" y="2829375"/>
            <a:ext cx="1178410" cy="429076"/>
            <a:chOff x="4371655" y="2829375"/>
            <a:chExt cx="1178410" cy="429076"/>
          </a:xfrm>
        </p:grpSpPr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0432583C-30E8-944D-BDAB-B471198C83FD}"/>
                </a:ext>
              </a:extLst>
            </p:cNvPr>
            <p:cNvSpPr/>
            <p:nvPr/>
          </p:nvSpPr>
          <p:spPr>
            <a:xfrm flipH="1" flipV="1">
              <a:off x="4371655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2C43D298-A9D8-D5BD-3E2E-571124FF86DA}"/>
                </a:ext>
              </a:extLst>
            </p:cNvPr>
            <p:cNvSpPr/>
            <p:nvPr/>
          </p:nvSpPr>
          <p:spPr>
            <a:xfrm flipH="1" flipV="1">
              <a:off x="4509624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9294618A-CE8B-0272-8209-45411393B706}"/>
                </a:ext>
              </a:extLst>
            </p:cNvPr>
            <p:cNvSpPr/>
            <p:nvPr/>
          </p:nvSpPr>
          <p:spPr>
            <a:xfrm flipH="1" flipV="1">
              <a:off x="4647593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5EBDA324-8A6B-5627-83AC-21F3120C3C5B}"/>
                </a:ext>
              </a:extLst>
            </p:cNvPr>
            <p:cNvSpPr/>
            <p:nvPr/>
          </p:nvSpPr>
          <p:spPr>
            <a:xfrm flipH="1" flipV="1">
              <a:off x="4785562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A24AA052-1B01-27D6-71F0-4640F1532CF6}"/>
                </a:ext>
              </a:extLst>
            </p:cNvPr>
            <p:cNvSpPr/>
            <p:nvPr/>
          </p:nvSpPr>
          <p:spPr>
            <a:xfrm flipH="1" flipV="1">
              <a:off x="4371655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E04CE9D2-3BCD-B019-92E0-F6B5EE4E152D}"/>
                </a:ext>
              </a:extLst>
            </p:cNvPr>
            <p:cNvSpPr/>
            <p:nvPr/>
          </p:nvSpPr>
          <p:spPr>
            <a:xfrm flipH="1" flipV="1">
              <a:off x="4509624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CDDB1EC6-797E-8E70-E5E9-6468D7F87128}"/>
                </a:ext>
              </a:extLst>
            </p:cNvPr>
            <p:cNvSpPr/>
            <p:nvPr/>
          </p:nvSpPr>
          <p:spPr>
            <a:xfrm flipH="1" flipV="1">
              <a:off x="4647593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1964C7C5-38AC-8B27-5D86-AC2EF520BC27}"/>
                </a:ext>
              </a:extLst>
            </p:cNvPr>
            <p:cNvSpPr/>
            <p:nvPr/>
          </p:nvSpPr>
          <p:spPr>
            <a:xfrm flipH="1" flipV="1">
              <a:off x="4785562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E4332895-31F9-BBDB-FB3D-054FC4E67A38}"/>
                </a:ext>
              </a:extLst>
            </p:cNvPr>
            <p:cNvSpPr/>
            <p:nvPr/>
          </p:nvSpPr>
          <p:spPr>
            <a:xfrm flipH="1" flipV="1">
              <a:off x="4371655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9AA94C21-B075-B9A2-BF0C-AE7411B54038}"/>
                </a:ext>
              </a:extLst>
            </p:cNvPr>
            <p:cNvSpPr/>
            <p:nvPr/>
          </p:nvSpPr>
          <p:spPr>
            <a:xfrm flipH="1" flipV="1">
              <a:off x="4509624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8B1DB1D9-98EC-4640-94C2-C2FF848298B5}"/>
                </a:ext>
              </a:extLst>
            </p:cNvPr>
            <p:cNvSpPr/>
            <p:nvPr/>
          </p:nvSpPr>
          <p:spPr>
            <a:xfrm flipH="1" flipV="1">
              <a:off x="4647593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012DD260-EA2E-BEDE-9BBC-A80C3D0D55EF}"/>
                </a:ext>
              </a:extLst>
            </p:cNvPr>
            <p:cNvSpPr/>
            <p:nvPr/>
          </p:nvSpPr>
          <p:spPr>
            <a:xfrm flipH="1" flipV="1">
              <a:off x="4785562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F9C8E45-F6DC-422A-72B4-AD7A38146A89}"/>
                </a:ext>
              </a:extLst>
            </p:cNvPr>
            <p:cNvSpPr/>
            <p:nvPr/>
          </p:nvSpPr>
          <p:spPr>
            <a:xfrm flipH="1" flipV="1">
              <a:off x="4371655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EDDEBEB5-BD64-671C-C940-4AF71371BE8F}"/>
                </a:ext>
              </a:extLst>
            </p:cNvPr>
            <p:cNvSpPr/>
            <p:nvPr/>
          </p:nvSpPr>
          <p:spPr>
            <a:xfrm flipH="1" flipV="1">
              <a:off x="4509624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A81E321E-6401-31B2-3FA8-46AB08B6907C}"/>
                </a:ext>
              </a:extLst>
            </p:cNvPr>
            <p:cNvSpPr/>
            <p:nvPr/>
          </p:nvSpPr>
          <p:spPr>
            <a:xfrm flipH="1" flipV="1">
              <a:off x="4647593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51FDA988-733C-87D1-792C-34415F48704A}"/>
                </a:ext>
              </a:extLst>
            </p:cNvPr>
            <p:cNvSpPr/>
            <p:nvPr/>
          </p:nvSpPr>
          <p:spPr>
            <a:xfrm flipH="1" flipV="1">
              <a:off x="4785562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3EF15A26-FAD9-B8F6-C6D9-B0D5FA6864BE}"/>
                </a:ext>
              </a:extLst>
            </p:cNvPr>
            <p:cNvSpPr/>
            <p:nvPr/>
          </p:nvSpPr>
          <p:spPr>
            <a:xfrm flipH="1" flipV="1">
              <a:off x="5274127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B5B1A78-2DCA-42D7-2C86-A1BCA22DDDBD}"/>
                </a:ext>
              </a:extLst>
            </p:cNvPr>
            <p:cNvSpPr/>
            <p:nvPr/>
          </p:nvSpPr>
          <p:spPr>
            <a:xfrm flipH="1" flipV="1">
              <a:off x="5412096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2C80A361-A4BA-B872-DCD8-0FA8B1DC82B3}"/>
                </a:ext>
              </a:extLst>
            </p:cNvPr>
            <p:cNvSpPr/>
            <p:nvPr/>
          </p:nvSpPr>
          <p:spPr>
            <a:xfrm flipH="1" flipV="1">
              <a:off x="5274127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E4600A67-808B-EBAA-2217-67EEF89BEFF4}"/>
                </a:ext>
              </a:extLst>
            </p:cNvPr>
            <p:cNvSpPr/>
            <p:nvPr/>
          </p:nvSpPr>
          <p:spPr>
            <a:xfrm flipH="1" flipV="1">
              <a:off x="5412096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AD95BEE8-E49B-F178-564E-E0D9502C91DA}"/>
                </a:ext>
              </a:extLst>
            </p:cNvPr>
            <p:cNvSpPr/>
            <p:nvPr/>
          </p:nvSpPr>
          <p:spPr>
            <a:xfrm flipH="1" flipV="1">
              <a:off x="5274127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3D090983-0071-BE72-C490-547B72FB8481}"/>
                </a:ext>
              </a:extLst>
            </p:cNvPr>
            <p:cNvSpPr/>
            <p:nvPr/>
          </p:nvSpPr>
          <p:spPr>
            <a:xfrm flipH="1" flipV="1">
              <a:off x="5412096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6B9F8CE8-2D3E-D74A-51C0-2C2BE0DE7902}"/>
                </a:ext>
              </a:extLst>
            </p:cNvPr>
            <p:cNvSpPr/>
            <p:nvPr/>
          </p:nvSpPr>
          <p:spPr>
            <a:xfrm flipH="1" flipV="1">
              <a:off x="5274127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D78B3D58-C6A6-C31C-85A9-3535C913C247}"/>
                </a:ext>
              </a:extLst>
            </p:cNvPr>
            <p:cNvSpPr/>
            <p:nvPr/>
          </p:nvSpPr>
          <p:spPr>
            <a:xfrm flipH="1" flipV="1">
              <a:off x="5412096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FB0D8F85-4649-0F06-E9AE-27B10DEBE05B}"/>
              </a:ext>
            </a:extLst>
          </p:cNvPr>
          <p:cNvGrpSpPr/>
          <p:nvPr/>
        </p:nvGrpSpPr>
        <p:grpSpPr>
          <a:xfrm>
            <a:off x="3312684" y="4084007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8A6B9C03-1C75-D0DF-1999-E5D044BA002C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8543B700-4F7E-B376-F6EC-90A2892DE056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2A7D9699-D807-2C5F-FAD5-F74B068AEA59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73B37C6F-0824-F1A3-63A1-5142B4CD1549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FAAEDE5F-9845-1E20-FA2A-DFBBDEF0AAF9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914B6641-EF15-9104-C8A6-6470CB9862C0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073A97D0-6E8A-19C1-B324-4E9423AB7034}"/>
              </a:ext>
            </a:extLst>
          </p:cNvPr>
          <p:cNvGrpSpPr/>
          <p:nvPr/>
        </p:nvGrpSpPr>
        <p:grpSpPr>
          <a:xfrm>
            <a:off x="3312684" y="4178998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A8C35DC3-ECF2-8B54-737F-D3DCFBB5D486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41BF4ADF-9E76-2789-D272-E80897B8E6AB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406E9FC1-FB0B-E001-58DC-410F1399773C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EA522C64-F476-4BD1-AF03-2A48C54DFEE8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0C83DD93-24D4-F0E5-5A1C-8C3694CF75DD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3E583104-5CC9-6938-447F-6B6E04C58ED3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30F8DCA5-67E0-915C-CAB6-AA2D15BE464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97434C8B-90AE-55BF-729F-B082E144F53B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DB81D65D-BEBF-D05B-610B-1736ED1A3C26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C4388921-9EB3-1180-3298-08CB42F145E6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BCFED51F-96B5-4B09-7172-CF922E59A0AF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BF0A73C8-4F73-9DC9-6318-35A392EE1CE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5D2DF9FD-D0DE-46B9-5DBF-3F7414BDC8C0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7B1B095E-5152-D186-566F-D18FA5AF5FCA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FF07130C-B640-8C23-623B-CDC9F86268B7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A96AFC53-BEC5-963A-6447-2DB64BC18638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0C426401-4778-81B1-BC2C-BEF2712023DA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7C659191-313C-5DD5-DEE2-F615FE03DE58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55" name="TextBox 554">
            <a:extLst>
              <a:ext uri="{FF2B5EF4-FFF2-40B4-BE49-F238E27FC236}">
                <a16:creationId xmlns:a16="http://schemas.microsoft.com/office/drawing/2014/main" id="{A5238BDD-A2B8-0AD2-32B4-C5CFAAEA6E1D}"/>
              </a:ext>
            </a:extLst>
          </p:cNvPr>
          <p:cNvSpPr txBox="1"/>
          <p:nvPr/>
        </p:nvSpPr>
        <p:spPr bwMode="auto">
          <a:xfrm>
            <a:off x="3309773" y="1197814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Training Data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D10CC51D-26C0-A31D-DF30-0B7DDDF093CC}"/>
              </a:ext>
            </a:extLst>
          </p:cNvPr>
          <p:cNvSpPr txBox="1"/>
          <p:nvPr/>
        </p:nvSpPr>
        <p:spPr bwMode="auto">
          <a:xfrm>
            <a:off x="3429848" y="4468517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Testing Data</a:t>
            </a:r>
          </a:p>
        </p:txBody>
      </p:sp>
      <p:cxnSp>
        <p:nvCxnSpPr>
          <p:cNvPr id="557" name="Elbow Connector 556">
            <a:extLst>
              <a:ext uri="{FF2B5EF4-FFF2-40B4-BE49-F238E27FC236}">
                <a16:creationId xmlns:a16="http://schemas.microsoft.com/office/drawing/2014/main" id="{9A7CDB32-AE08-2D33-E82B-33B89BE5E01C}"/>
              </a:ext>
            </a:extLst>
          </p:cNvPr>
          <p:cNvCxnSpPr>
            <a:cxnSpLocks/>
            <a:endCxn id="467" idx="3"/>
          </p:cNvCxnSpPr>
          <p:nvPr/>
        </p:nvCxnSpPr>
        <p:spPr>
          <a:xfrm flipV="1">
            <a:off x="1944801" y="2354561"/>
            <a:ext cx="1364972" cy="84583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Elbow Connector 557">
            <a:extLst>
              <a:ext uri="{FF2B5EF4-FFF2-40B4-BE49-F238E27FC236}">
                <a16:creationId xmlns:a16="http://schemas.microsoft.com/office/drawing/2014/main" id="{29B3DBC9-22DE-DA38-D272-25986AF21C63}"/>
              </a:ext>
            </a:extLst>
          </p:cNvPr>
          <p:cNvCxnSpPr>
            <a:cxnSpLocks/>
          </p:cNvCxnSpPr>
          <p:nvPr/>
        </p:nvCxnSpPr>
        <p:spPr>
          <a:xfrm>
            <a:off x="1944801" y="3200400"/>
            <a:ext cx="1364972" cy="110913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1" name="Group 780">
            <a:extLst>
              <a:ext uri="{FF2B5EF4-FFF2-40B4-BE49-F238E27FC236}">
                <a16:creationId xmlns:a16="http://schemas.microsoft.com/office/drawing/2014/main" id="{275DB89D-696F-75C3-5601-7069D179A346}"/>
              </a:ext>
            </a:extLst>
          </p:cNvPr>
          <p:cNvGrpSpPr/>
          <p:nvPr/>
        </p:nvGrpSpPr>
        <p:grpSpPr>
          <a:xfrm>
            <a:off x="3309773" y="1561535"/>
            <a:ext cx="1178410" cy="1715697"/>
            <a:chOff x="3309773" y="1561535"/>
            <a:chExt cx="1178410" cy="1715697"/>
          </a:xfrm>
        </p:grpSpPr>
        <p:grpSp>
          <p:nvGrpSpPr>
            <p:cNvPr id="561" name="Group 560">
              <a:extLst>
                <a:ext uri="{FF2B5EF4-FFF2-40B4-BE49-F238E27FC236}">
                  <a16:creationId xmlns:a16="http://schemas.microsoft.com/office/drawing/2014/main" id="{3E6FB24B-B260-8946-23F7-C9367C81A791}"/>
                </a:ext>
              </a:extLst>
            </p:cNvPr>
            <p:cNvGrpSpPr/>
            <p:nvPr/>
          </p:nvGrpSpPr>
          <p:grpSpPr>
            <a:xfrm>
              <a:off x="3309773" y="1989156"/>
              <a:ext cx="1178410" cy="423481"/>
              <a:chOff x="4371655" y="1984715"/>
              <a:chExt cx="1178410" cy="423481"/>
            </a:xfrm>
            <a:solidFill>
              <a:srgbClr val="FF0000"/>
            </a:solidFill>
          </p:grpSpPr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395AFE67-D1CC-7788-CE77-F077A240AD3C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0DE61CD8-B3C2-7F2C-A82D-2A8A0F36DD26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18793691-D9F8-06B4-C070-7779420F4BE7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D74992FD-F5D0-1FCC-5D92-452887941721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36E023B1-3361-4701-9721-3B64355045BB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CC8EFE7F-024D-46B4-8039-A880B69ECAB5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A8E77A52-16C5-7085-BF39-EE3B788C5FDA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159CF5C0-F2F7-C5E0-7034-C9F18B3082CB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F9BD8B90-BE68-A281-1781-4063F1B28D04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1" name="Rectangle 620">
                <a:extLst>
                  <a:ext uri="{FF2B5EF4-FFF2-40B4-BE49-F238E27FC236}">
                    <a16:creationId xmlns:a16="http://schemas.microsoft.com/office/drawing/2014/main" id="{80C7CFCB-7647-0C70-C5E5-E42DE1A70975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077D5FEE-238B-25E4-187F-E9F4E4CEBCA5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23EE4FBD-3F3B-9F89-6F1E-EE616E3F2960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96BAEDD6-DC42-80F1-9587-FAD6F75384FE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0535B9FF-FBBC-6C1D-069E-CC241B49E7EB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2BB7D98D-4988-742F-E0BA-47A0F859FB7F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6D611865-82E6-4295-8CAC-D3E27EAB6256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C7DD1642-9A84-3F62-A713-B126265D9B03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5DD84F77-B6CD-FA3F-02E8-7E074BCE18F9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0C8E4AC4-D014-72D1-6C14-BDA2FC941119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25110C6D-7175-D4CB-B2DF-3AD306E55700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BDDB1E21-2DBE-FBA3-D7F7-79F029171FDF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E5F231FE-66FD-8EF1-A55D-1B5C9D624B53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E1472AFA-0AAF-B2D1-D206-6B0F46D98A74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2D0663D2-3052-405D-6C15-29980AA4E1E6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678" name="Group 677">
              <a:extLst>
                <a:ext uri="{FF2B5EF4-FFF2-40B4-BE49-F238E27FC236}">
                  <a16:creationId xmlns:a16="http://schemas.microsoft.com/office/drawing/2014/main" id="{38C842EF-C90E-2BCB-DDC7-FADBB0E935B9}"/>
                </a:ext>
              </a:extLst>
            </p:cNvPr>
            <p:cNvGrpSpPr/>
            <p:nvPr/>
          </p:nvGrpSpPr>
          <p:grpSpPr>
            <a:xfrm>
              <a:off x="3309773" y="1561535"/>
              <a:ext cx="1178410" cy="1715697"/>
              <a:chOff x="3309773" y="1561535"/>
              <a:chExt cx="1178410" cy="1715697"/>
            </a:xfrm>
            <a:solidFill>
              <a:srgbClr val="00B0F0"/>
            </a:solidFill>
          </p:grpSpPr>
          <p:grpSp>
            <p:nvGrpSpPr>
              <p:cNvPr id="560" name="Group 559">
                <a:extLst>
                  <a:ext uri="{FF2B5EF4-FFF2-40B4-BE49-F238E27FC236}">
                    <a16:creationId xmlns:a16="http://schemas.microsoft.com/office/drawing/2014/main" id="{79F7F9FA-4FB6-7296-52D4-4399B80D3920}"/>
                  </a:ext>
                </a:extLst>
              </p:cNvPr>
              <p:cNvGrpSpPr/>
              <p:nvPr/>
            </p:nvGrpSpPr>
            <p:grpSpPr>
              <a:xfrm>
                <a:off x="3309773" y="1561535"/>
                <a:ext cx="1178410" cy="429076"/>
                <a:chOff x="4371655" y="1557867"/>
                <a:chExt cx="1178410" cy="429076"/>
              </a:xfrm>
              <a:grpFill/>
            </p:grpSpPr>
            <p:sp>
              <p:nvSpPr>
                <p:cNvPr id="636" name="Rectangle 635">
                  <a:extLst>
                    <a:ext uri="{FF2B5EF4-FFF2-40B4-BE49-F238E27FC236}">
                      <a16:creationId xmlns:a16="http://schemas.microsoft.com/office/drawing/2014/main" id="{F4D47417-3FB8-60F8-55CF-68C975C2B96E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37" name="Rectangle 636">
                  <a:extLst>
                    <a:ext uri="{FF2B5EF4-FFF2-40B4-BE49-F238E27FC236}">
                      <a16:creationId xmlns:a16="http://schemas.microsoft.com/office/drawing/2014/main" id="{E3D4867F-E4FA-164F-0557-16A1B02A407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38" name="Rectangle 637">
                  <a:extLst>
                    <a:ext uri="{FF2B5EF4-FFF2-40B4-BE49-F238E27FC236}">
                      <a16:creationId xmlns:a16="http://schemas.microsoft.com/office/drawing/2014/main" id="{E5EDC423-796D-B443-EC3E-EC4415159006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39" name="Rectangle 638">
                  <a:extLst>
                    <a:ext uri="{FF2B5EF4-FFF2-40B4-BE49-F238E27FC236}">
                      <a16:creationId xmlns:a16="http://schemas.microsoft.com/office/drawing/2014/main" id="{D0C15B28-37B3-D77F-CD4D-6FDED44035ED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0" name="Rectangle 639">
                  <a:extLst>
                    <a:ext uri="{FF2B5EF4-FFF2-40B4-BE49-F238E27FC236}">
                      <a16:creationId xmlns:a16="http://schemas.microsoft.com/office/drawing/2014/main" id="{BA4E83E1-194E-07A5-60DE-EFB6F11E3D98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1" name="Rectangle 640">
                  <a:extLst>
                    <a:ext uri="{FF2B5EF4-FFF2-40B4-BE49-F238E27FC236}">
                      <a16:creationId xmlns:a16="http://schemas.microsoft.com/office/drawing/2014/main" id="{B93A19F3-A8ED-3BA6-4BA5-32B5172FD33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2" name="Rectangle 641">
                  <a:extLst>
                    <a:ext uri="{FF2B5EF4-FFF2-40B4-BE49-F238E27FC236}">
                      <a16:creationId xmlns:a16="http://schemas.microsoft.com/office/drawing/2014/main" id="{1A26DED3-9428-6045-6A0E-D86504C8087D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3" name="Rectangle 642">
                  <a:extLst>
                    <a:ext uri="{FF2B5EF4-FFF2-40B4-BE49-F238E27FC236}">
                      <a16:creationId xmlns:a16="http://schemas.microsoft.com/office/drawing/2014/main" id="{DBA20A48-1AB3-2939-70D0-B9ACB50D9588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4C9CF9A7-1292-F701-55A4-934396188B3F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5" name="Rectangle 644">
                  <a:extLst>
                    <a:ext uri="{FF2B5EF4-FFF2-40B4-BE49-F238E27FC236}">
                      <a16:creationId xmlns:a16="http://schemas.microsoft.com/office/drawing/2014/main" id="{354F0460-02CE-8BE2-0468-BC5AF1DD0DF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6" name="Rectangle 645">
                  <a:extLst>
                    <a:ext uri="{FF2B5EF4-FFF2-40B4-BE49-F238E27FC236}">
                      <a16:creationId xmlns:a16="http://schemas.microsoft.com/office/drawing/2014/main" id="{0354DF25-F70E-365E-D684-4F04B3636759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7" name="Rectangle 646">
                  <a:extLst>
                    <a:ext uri="{FF2B5EF4-FFF2-40B4-BE49-F238E27FC236}">
                      <a16:creationId xmlns:a16="http://schemas.microsoft.com/office/drawing/2014/main" id="{2AE51A09-EA1D-F6BD-B96C-D991D37B65BD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8" name="Rectangle 647">
                  <a:extLst>
                    <a:ext uri="{FF2B5EF4-FFF2-40B4-BE49-F238E27FC236}">
                      <a16:creationId xmlns:a16="http://schemas.microsoft.com/office/drawing/2014/main" id="{686E5E51-7E6F-88EF-2545-A16C3D02B767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49" name="Rectangle 648">
                  <a:extLst>
                    <a:ext uri="{FF2B5EF4-FFF2-40B4-BE49-F238E27FC236}">
                      <a16:creationId xmlns:a16="http://schemas.microsoft.com/office/drawing/2014/main" id="{79E4079C-FED1-2D06-5A1D-085B33263D7F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0" name="Rectangle 649">
                  <a:extLst>
                    <a:ext uri="{FF2B5EF4-FFF2-40B4-BE49-F238E27FC236}">
                      <a16:creationId xmlns:a16="http://schemas.microsoft.com/office/drawing/2014/main" id="{66E5AF73-A0BE-C894-AC0B-85CDE1E4023A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1" name="Rectangle 650">
                  <a:extLst>
                    <a:ext uri="{FF2B5EF4-FFF2-40B4-BE49-F238E27FC236}">
                      <a16:creationId xmlns:a16="http://schemas.microsoft.com/office/drawing/2014/main" id="{F87970F3-9C23-78C9-43E9-18024DFE9E8E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2" name="Rectangle 651">
                  <a:extLst>
                    <a:ext uri="{FF2B5EF4-FFF2-40B4-BE49-F238E27FC236}">
                      <a16:creationId xmlns:a16="http://schemas.microsoft.com/office/drawing/2014/main" id="{E451CADB-290C-9B01-6B3B-D699DEB55EC2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3" name="Rectangle 652">
                  <a:extLst>
                    <a:ext uri="{FF2B5EF4-FFF2-40B4-BE49-F238E27FC236}">
                      <a16:creationId xmlns:a16="http://schemas.microsoft.com/office/drawing/2014/main" id="{1C87CC68-9DD1-9B12-3E55-22691588E2A0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4" name="Rectangle 653">
                  <a:extLst>
                    <a:ext uri="{FF2B5EF4-FFF2-40B4-BE49-F238E27FC236}">
                      <a16:creationId xmlns:a16="http://schemas.microsoft.com/office/drawing/2014/main" id="{D279A354-D0B0-C32F-1322-0FB0DC35FC87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5" name="Rectangle 654">
                  <a:extLst>
                    <a:ext uri="{FF2B5EF4-FFF2-40B4-BE49-F238E27FC236}">
                      <a16:creationId xmlns:a16="http://schemas.microsoft.com/office/drawing/2014/main" id="{4577E98C-0DB0-BCF3-60E5-82A4CDA8A41B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BE67733F-287C-8668-E49A-51FFD83560BF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7" name="Rectangle 656">
                  <a:extLst>
                    <a:ext uri="{FF2B5EF4-FFF2-40B4-BE49-F238E27FC236}">
                      <a16:creationId xmlns:a16="http://schemas.microsoft.com/office/drawing/2014/main" id="{F5F4B0D6-DA04-865D-8193-E61CFCE66436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8" name="Rectangle 657">
                  <a:extLst>
                    <a:ext uri="{FF2B5EF4-FFF2-40B4-BE49-F238E27FC236}">
                      <a16:creationId xmlns:a16="http://schemas.microsoft.com/office/drawing/2014/main" id="{E539025F-9265-C39E-1846-D11A170B75EB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59" name="Rectangle 658">
                  <a:extLst>
                    <a:ext uri="{FF2B5EF4-FFF2-40B4-BE49-F238E27FC236}">
                      <a16:creationId xmlns:a16="http://schemas.microsoft.com/office/drawing/2014/main" id="{D331137A-BE2E-A588-C2A0-5CF7C22E19F9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562" name="Group 561">
                <a:extLst>
                  <a:ext uri="{FF2B5EF4-FFF2-40B4-BE49-F238E27FC236}">
                    <a16:creationId xmlns:a16="http://schemas.microsoft.com/office/drawing/2014/main" id="{3201218F-4514-A964-0E67-14362B693491}"/>
                  </a:ext>
                </a:extLst>
              </p:cNvPr>
              <p:cNvGrpSpPr/>
              <p:nvPr/>
            </p:nvGrpSpPr>
            <p:grpSpPr>
              <a:xfrm>
                <a:off x="3309773" y="2853751"/>
                <a:ext cx="1178410" cy="423481"/>
                <a:chOff x="4371655" y="1984715"/>
                <a:chExt cx="1178410" cy="423481"/>
              </a:xfrm>
              <a:grpFill/>
            </p:grpSpPr>
            <p:sp>
              <p:nvSpPr>
                <p:cNvPr id="588" name="Rectangle 587">
                  <a:extLst>
                    <a:ext uri="{FF2B5EF4-FFF2-40B4-BE49-F238E27FC236}">
                      <a16:creationId xmlns:a16="http://schemas.microsoft.com/office/drawing/2014/main" id="{8A894864-4223-D73F-464D-E743AFA4EBEC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9" name="Rectangle 588">
                  <a:extLst>
                    <a:ext uri="{FF2B5EF4-FFF2-40B4-BE49-F238E27FC236}">
                      <a16:creationId xmlns:a16="http://schemas.microsoft.com/office/drawing/2014/main" id="{B56B1F5F-8350-50E4-1F60-CE7B33614302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0" name="Rectangle 589">
                  <a:extLst>
                    <a:ext uri="{FF2B5EF4-FFF2-40B4-BE49-F238E27FC236}">
                      <a16:creationId xmlns:a16="http://schemas.microsoft.com/office/drawing/2014/main" id="{EE2D8045-D3B0-29C4-C778-0CEF6849A59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1" name="Rectangle 590">
                  <a:extLst>
                    <a:ext uri="{FF2B5EF4-FFF2-40B4-BE49-F238E27FC236}">
                      <a16:creationId xmlns:a16="http://schemas.microsoft.com/office/drawing/2014/main" id="{91609977-6D29-C3A1-43EE-487BEC6A7F9C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2" name="Rectangle 591">
                  <a:extLst>
                    <a:ext uri="{FF2B5EF4-FFF2-40B4-BE49-F238E27FC236}">
                      <a16:creationId xmlns:a16="http://schemas.microsoft.com/office/drawing/2014/main" id="{3B83BE1C-558D-23A6-33D7-42AA97CD7696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3" name="Rectangle 592">
                  <a:extLst>
                    <a:ext uri="{FF2B5EF4-FFF2-40B4-BE49-F238E27FC236}">
                      <a16:creationId xmlns:a16="http://schemas.microsoft.com/office/drawing/2014/main" id="{15752FEB-5F52-C3CC-432D-6D7A6923E45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4" name="Rectangle 593">
                  <a:extLst>
                    <a:ext uri="{FF2B5EF4-FFF2-40B4-BE49-F238E27FC236}">
                      <a16:creationId xmlns:a16="http://schemas.microsoft.com/office/drawing/2014/main" id="{E1891C3E-1719-D4B1-7882-13040F2557F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5" name="Rectangle 594">
                  <a:extLst>
                    <a:ext uri="{FF2B5EF4-FFF2-40B4-BE49-F238E27FC236}">
                      <a16:creationId xmlns:a16="http://schemas.microsoft.com/office/drawing/2014/main" id="{E5713E9C-7A13-0EC3-F4DF-017CCD5EBE21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A489004A-F1FF-C936-5F59-401806D108F7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7" name="Rectangle 596">
                  <a:extLst>
                    <a:ext uri="{FF2B5EF4-FFF2-40B4-BE49-F238E27FC236}">
                      <a16:creationId xmlns:a16="http://schemas.microsoft.com/office/drawing/2014/main" id="{AFAE5014-FBE4-E63B-7DB7-25E2DE3EBF58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8" name="Rectangle 597">
                  <a:extLst>
                    <a:ext uri="{FF2B5EF4-FFF2-40B4-BE49-F238E27FC236}">
                      <a16:creationId xmlns:a16="http://schemas.microsoft.com/office/drawing/2014/main" id="{0ED91DF5-6FB5-648F-B51F-AD7918D0B85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99" name="Rectangle 598">
                  <a:extLst>
                    <a:ext uri="{FF2B5EF4-FFF2-40B4-BE49-F238E27FC236}">
                      <a16:creationId xmlns:a16="http://schemas.microsoft.com/office/drawing/2014/main" id="{98DC325A-0182-AB78-849E-9BC8B067E95C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0" name="Rectangle 599">
                  <a:extLst>
                    <a:ext uri="{FF2B5EF4-FFF2-40B4-BE49-F238E27FC236}">
                      <a16:creationId xmlns:a16="http://schemas.microsoft.com/office/drawing/2014/main" id="{BDB92AC0-5FBC-8DC3-3601-92D47DE4D9EC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1" name="Rectangle 600">
                  <a:extLst>
                    <a:ext uri="{FF2B5EF4-FFF2-40B4-BE49-F238E27FC236}">
                      <a16:creationId xmlns:a16="http://schemas.microsoft.com/office/drawing/2014/main" id="{C6D6BDA4-EA1B-E50D-DB85-7FF4D16D6CD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2" name="Rectangle 601">
                  <a:extLst>
                    <a:ext uri="{FF2B5EF4-FFF2-40B4-BE49-F238E27FC236}">
                      <a16:creationId xmlns:a16="http://schemas.microsoft.com/office/drawing/2014/main" id="{8EC068C0-C545-6C76-6C8B-A1D0C856D61D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3" name="Rectangle 602">
                  <a:extLst>
                    <a:ext uri="{FF2B5EF4-FFF2-40B4-BE49-F238E27FC236}">
                      <a16:creationId xmlns:a16="http://schemas.microsoft.com/office/drawing/2014/main" id="{20223C40-F34A-6988-2B21-1AE71FF5CE3A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4" name="Rectangle 603">
                  <a:extLst>
                    <a:ext uri="{FF2B5EF4-FFF2-40B4-BE49-F238E27FC236}">
                      <a16:creationId xmlns:a16="http://schemas.microsoft.com/office/drawing/2014/main" id="{D31DD348-BFDC-A2FA-F7ED-22F38BBB184F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5" name="Rectangle 604">
                  <a:extLst>
                    <a:ext uri="{FF2B5EF4-FFF2-40B4-BE49-F238E27FC236}">
                      <a16:creationId xmlns:a16="http://schemas.microsoft.com/office/drawing/2014/main" id="{3C4C2F6D-EDE8-C0FF-6857-B618F91A614A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6" name="Rectangle 605">
                  <a:extLst>
                    <a:ext uri="{FF2B5EF4-FFF2-40B4-BE49-F238E27FC236}">
                      <a16:creationId xmlns:a16="http://schemas.microsoft.com/office/drawing/2014/main" id="{C6015E71-E805-968A-F92B-D0A60F6C068B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7" name="Rectangle 606">
                  <a:extLst>
                    <a:ext uri="{FF2B5EF4-FFF2-40B4-BE49-F238E27FC236}">
                      <a16:creationId xmlns:a16="http://schemas.microsoft.com/office/drawing/2014/main" id="{D7666D90-B77E-748F-ABF7-6DD937196EC5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8" name="Rectangle 607">
                  <a:extLst>
                    <a:ext uri="{FF2B5EF4-FFF2-40B4-BE49-F238E27FC236}">
                      <a16:creationId xmlns:a16="http://schemas.microsoft.com/office/drawing/2014/main" id="{C4249E04-E27E-1521-4CDB-3C194769DDFD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09" name="Rectangle 608">
                  <a:extLst>
                    <a:ext uri="{FF2B5EF4-FFF2-40B4-BE49-F238E27FC236}">
                      <a16:creationId xmlns:a16="http://schemas.microsoft.com/office/drawing/2014/main" id="{3B8CD70C-7900-56B7-2ACF-E06565941F4A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10" name="Rectangle 609">
                  <a:extLst>
                    <a:ext uri="{FF2B5EF4-FFF2-40B4-BE49-F238E27FC236}">
                      <a16:creationId xmlns:a16="http://schemas.microsoft.com/office/drawing/2014/main" id="{9613E196-0995-2BD3-22E8-40C8142EF0B7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11" name="Rectangle 610">
                  <a:extLst>
                    <a:ext uri="{FF2B5EF4-FFF2-40B4-BE49-F238E27FC236}">
                      <a16:creationId xmlns:a16="http://schemas.microsoft.com/office/drawing/2014/main" id="{AB4B1FFD-2415-741B-E404-5FF6B2491C2A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563" name="Group 562">
                <a:extLst>
                  <a:ext uri="{FF2B5EF4-FFF2-40B4-BE49-F238E27FC236}">
                    <a16:creationId xmlns:a16="http://schemas.microsoft.com/office/drawing/2014/main" id="{51E72EC0-563D-B788-080C-7B3BC32FE3ED}"/>
                  </a:ext>
                </a:extLst>
              </p:cNvPr>
              <p:cNvGrpSpPr/>
              <p:nvPr/>
            </p:nvGrpSpPr>
            <p:grpSpPr>
              <a:xfrm>
                <a:off x="3309773" y="2426216"/>
                <a:ext cx="1178410" cy="423481"/>
                <a:chOff x="4371655" y="1984715"/>
                <a:chExt cx="1178410" cy="423481"/>
              </a:xfrm>
              <a:grpFill/>
            </p:grpSpPr>
            <p:sp>
              <p:nvSpPr>
                <p:cNvPr id="564" name="Rectangle 563">
                  <a:extLst>
                    <a:ext uri="{FF2B5EF4-FFF2-40B4-BE49-F238E27FC236}">
                      <a16:creationId xmlns:a16="http://schemas.microsoft.com/office/drawing/2014/main" id="{1AC1CA91-9EDB-DA2B-98AA-F5DB3579D1B2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5" name="Rectangle 564">
                  <a:extLst>
                    <a:ext uri="{FF2B5EF4-FFF2-40B4-BE49-F238E27FC236}">
                      <a16:creationId xmlns:a16="http://schemas.microsoft.com/office/drawing/2014/main" id="{11BC3B3F-AF92-E42D-2845-5D7279E9383D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6" name="Rectangle 565">
                  <a:extLst>
                    <a:ext uri="{FF2B5EF4-FFF2-40B4-BE49-F238E27FC236}">
                      <a16:creationId xmlns:a16="http://schemas.microsoft.com/office/drawing/2014/main" id="{23532344-0E7B-26B8-E402-8FF1D6019726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7" name="Rectangle 566">
                  <a:extLst>
                    <a:ext uri="{FF2B5EF4-FFF2-40B4-BE49-F238E27FC236}">
                      <a16:creationId xmlns:a16="http://schemas.microsoft.com/office/drawing/2014/main" id="{B75FD886-CA78-8AA1-9C42-7E10507F1A14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8" name="Rectangle 567">
                  <a:extLst>
                    <a:ext uri="{FF2B5EF4-FFF2-40B4-BE49-F238E27FC236}">
                      <a16:creationId xmlns:a16="http://schemas.microsoft.com/office/drawing/2014/main" id="{7C1048D2-3C10-36E9-2201-951853B41FA3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9" name="Rectangle 568">
                  <a:extLst>
                    <a:ext uri="{FF2B5EF4-FFF2-40B4-BE49-F238E27FC236}">
                      <a16:creationId xmlns:a16="http://schemas.microsoft.com/office/drawing/2014/main" id="{2A935F5F-0104-89A2-85AA-E723E2F9908D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0" name="Rectangle 569">
                  <a:extLst>
                    <a:ext uri="{FF2B5EF4-FFF2-40B4-BE49-F238E27FC236}">
                      <a16:creationId xmlns:a16="http://schemas.microsoft.com/office/drawing/2014/main" id="{5F4AAE30-D54E-F26F-6FF2-055244EF3076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1" name="Rectangle 570">
                  <a:extLst>
                    <a:ext uri="{FF2B5EF4-FFF2-40B4-BE49-F238E27FC236}">
                      <a16:creationId xmlns:a16="http://schemas.microsoft.com/office/drawing/2014/main" id="{DA703BAF-A135-735D-6F0C-1808CECF8148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2" name="Rectangle 571">
                  <a:extLst>
                    <a:ext uri="{FF2B5EF4-FFF2-40B4-BE49-F238E27FC236}">
                      <a16:creationId xmlns:a16="http://schemas.microsoft.com/office/drawing/2014/main" id="{CC439B85-5D46-2B5F-6AD7-336A6888DB9E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3" name="Rectangle 572">
                  <a:extLst>
                    <a:ext uri="{FF2B5EF4-FFF2-40B4-BE49-F238E27FC236}">
                      <a16:creationId xmlns:a16="http://schemas.microsoft.com/office/drawing/2014/main" id="{44A39F0B-3A4C-C2E4-E416-1ED6AFD92383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4" name="Rectangle 573">
                  <a:extLst>
                    <a:ext uri="{FF2B5EF4-FFF2-40B4-BE49-F238E27FC236}">
                      <a16:creationId xmlns:a16="http://schemas.microsoft.com/office/drawing/2014/main" id="{DCFBC1E8-283E-77C1-3E70-58B42661F49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5" name="Rectangle 574">
                  <a:extLst>
                    <a:ext uri="{FF2B5EF4-FFF2-40B4-BE49-F238E27FC236}">
                      <a16:creationId xmlns:a16="http://schemas.microsoft.com/office/drawing/2014/main" id="{39BA7CFC-FFB7-1710-2C4A-205EAD5B1B4C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6" name="Rectangle 575">
                  <a:extLst>
                    <a:ext uri="{FF2B5EF4-FFF2-40B4-BE49-F238E27FC236}">
                      <a16:creationId xmlns:a16="http://schemas.microsoft.com/office/drawing/2014/main" id="{A0EF4930-18D8-4312-6786-01185BE49B35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7" name="Rectangle 576">
                  <a:extLst>
                    <a:ext uri="{FF2B5EF4-FFF2-40B4-BE49-F238E27FC236}">
                      <a16:creationId xmlns:a16="http://schemas.microsoft.com/office/drawing/2014/main" id="{D4FDEFA1-F2DD-6422-F84C-6D76D5F891BE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8" name="Rectangle 577">
                  <a:extLst>
                    <a:ext uri="{FF2B5EF4-FFF2-40B4-BE49-F238E27FC236}">
                      <a16:creationId xmlns:a16="http://schemas.microsoft.com/office/drawing/2014/main" id="{61013FCA-0FA1-6A9B-B026-33E9744BFC7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9" name="Rectangle 578">
                  <a:extLst>
                    <a:ext uri="{FF2B5EF4-FFF2-40B4-BE49-F238E27FC236}">
                      <a16:creationId xmlns:a16="http://schemas.microsoft.com/office/drawing/2014/main" id="{09E71DD6-BA14-8592-45F5-6BA8E0BF7E1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0" name="Rectangle 579">
                  <a:extLst>
                    <a:ext uri="{FF2B5EF4-FFF2-40B4-BE49-F238E27FC236}">
                      <a16:creationId xmlns:a16="http://schemas.microsoft.com/office/drawing/2014/main" id="{E4276411-6517-7E90-408A-5F8219E1BFC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1" name="Rectangle 580">
                  <a:extLst>
                    <a:ext uri="{FF2B5EF4-FFF2-40B4-BE49-F238E27FC236}">
                      <a16:creationId xmlns:a16="http://schemas.microsoft.com/office/drawing/2014/main" id="{AF408E81-6F83-1737-3F73-A774A7FC3BB5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2" name="Rectangle 581">
                  <a:extLst>
                    <a:ext uri="{FF2B5EF4-FFF2-40B4-BE49-F238E27FC236}">
                      <a16:creationId xmlns:a16="http://schemas.microsoft.com/office/drawing/2014/main" id="{43B42F16-1208-EE7A-7B61-7D6B921CDD9B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3" name="Rectangle 582">
                  <a:extLst>
                    <a:ext uri="{FF2B5EF4-FFF2-40B4-BE49-F238E27FC236}">
                      <a16:creationId xmlns:a16="http://schemas.microsoft.com/office/drawing/2014/main" id="{0C8FFEBA-F04A-C03C-F53C-4DEFD03F0076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4" name="Rectangle 583">
                  <a:extLst>
                    <a:ext uri="{FF2B5EF4-FFF2-40B4-BE49-F238E27FC236}">
                      <a16:creationId xmlns:a16="http://schemas.microsoft.com/office/drawing/2014/main" id="{091C3CC4-925C-3709-8788-8ABF5426FB1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5" name="Rectangle 584">
                  <a:extLst>
                    <a:ext uri="{FF2B5EF4-FFF2-40B4-BE49-F238E27FC236}">
                      <a16:creationId xmlns:a16="http://schemas.microsoft.com/office/drawing/2014/main" id="{81281342-4A8E-0BB5-97A5-4364278746F3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6" name="Rectangle 585">
                  <a:extLst>
                    <a:ext uri="{FF2B5EF4-FFF2-40B4-BE49-F238E27FC236}">
                      <a16:creationId xmlns:a16="http://schemas.microsoft.com/office/drawing/2014/main" id="{1A12F358-3F70-22F0-13C8-54D145666259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87" name="Rectangle 586">
                  <a:extLst>
                    <a:ext uri="{FF2B5EF4-FFF2-40B4-BE49-F238E27FC236}">
                      <a16:creationId xmlns:a16="http://schemas.microsoft.com/office/drawing/2014/main" id="{963F6CA1-5816-B014-352D-D14132DD9BDD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</p:grpSp>
      <p:cxnSp>
        <p:nvCxnSpPr>
          <p:cNvPr id="782" name="Elbow Connector 781">
            <a:extLst>
              <a:ext uri="{FF2B5EF4-FFF2-40B4-BE49-F238E27FC236}">
                <a16:creationId xmlns:a16="http://schemas.microsoft.com/office/drawing/2014/main" id="{9CD91A2E-08B7-4FF8-0F86-38ECE2DF642F}"/>
              </a:ext>
            </a:extLst>
          </p:cNvPr>
          <p:cNvCxnSpPr>
            <a:cxnSpLocks/>
            <a:stCxn id="581" idx="1"/>
            <a:endCxn id="691" idx="3"/>
          </p:cNvCxnSpPr>
          <p:nvPr/>
        </p:nvCxnSpPr>
        <p:spPr>
          <a:xfrm flipV="1">
            <a:off x="4488183" y="1771717"/>
            <a:ext cx="684801" cy="708133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Elbow Connector 784">
            <a:extLst>
              <a:ext uri="{FF2B5EF4-FFF2-40B4-BE49-F238E27FC236}">
                <a16:creationId xmlns:a16="http://schemas.microsoft.com/office/drawing/2014/main" id="{2198B98B-EE88-A53D-2086-0A2521707372}"/>
              </a:ext>
            </a:extLst>
          </p:cNvPr>
          <p:cNvCxnSpPr>
            <a:cxnSpLocks/>
            <a:stCxn id="581" idx="1"/>
            <a:endCxn id="765" idx="3"/>
          </p:cNvCxnSpPr>
          <p:nvPr/>
        </p:nvCxnSpPr>
        <p:spPr>
          <a:xfrm>
            <a:off x="4488183" y="2479850"/>
            <a:ext cx="674970" cy="299771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0" name="Group 789">
            <a:extLst>
              <a:ext uri="{FF2B5EF4-FFF2-40B4-BE49-F238E27FC236}">
                <a16:creationId xmlns:a16="http://schemas.microsoft.com/office/drawing/2014/main" id="{4BCA3E96-07FB-7783-98EC-8D79691B9874}"/>
              </a:ext>
            </a:extLst>
          </p:cNvPr>
          <p:cNvGrpSpPr/>
          <p:nvPr/>
        </p:nvGrpSpPr>
        <p:grpSpPr>
          <a:xfrm>
            <a:off x="5172984" y="757665"/>
            <a:ext cx="2181545" cy="1596896"/>
            <a:chOff x="5172984" y="757665"/>
            <a:chExt cx="2181545" cy="1596896"/>
          </a:xfrm>
        </p:grpSpPr>
        <p:grpSp>
          <p:nvGrpSpPr>
            <p:cNvPr id="755" name="Group 754">
              <a:extLst>
                <a:ext uri="{FF2B5EF4-FFF2-40B4-BE49-F238E27FC236}">
                  <a16:creationId xmlns:a16="http://schemas.microsoft.com/office/drawing/2014/main" id="{558BF3C4-8395-E9A2-9351-9616CC06B1CD}"/>
                </a:ext>
              </a:extLst>
            </p:cNvPr>
            <p:cNvGrpSpPr/>
            <p:nvPr/>
          </p:nvGrpSpPr>
          <p:grpSpPr>
            <a:xfrm>
              <a:off x="5172984" y="1081314"/>
              <a:ext cx="1178410" cy="1273247"/>
              <a:chOff x="5713760" y="1480443"/>
              <a:chExt cx="1178410" cy="1273247"/>
            </a:xfrm>
          </p:grpSpPr>
          <p:grpSp>
            <p:nvGrpSpPr>
              <p:cNvPr id="680" name="Group 679">
                <a:extLst>
                  <a:ext uri="{FF2B5EF4-FFF2-40B4-BE49-F238E27FC236}">
                    <a16:creationId xmlns:a16="http://schemas.microsoft.com/office/drawing/2014/main" id="{C7475EC0-D2C2-D066-8DDC-505F42C7E323}"/>
                  </a:ext>
                </a:extLst>
              </p:cNvPr>
              <p:cNvGrpSpPr/>
              <p:nvPr/>
            </p:nvGrpSpPr>
            <p:grpSpPr>
              <a:xfrm>
                <a:off x="5713760" y="1480443"/>
                <a:ext cx="1178410" cy="429076"/>
                <a:chOff x="4371655" y="1557867"/>
                <a:chExt cx="1178410" cy="429076"/>
              </a:xfrm>
              <a:solidFill>
                <a:srgbClr val="00B0F0"/>
              </a:solidFill>
            </p:grpSpPr>
            <p:sp>
              <p:nvSpPr>
                <p:cNvPr id="731" name="Rectangle 730">
                  <a:extLst>
                    <a:ext uri="{FF2B5EF4-FFF2-40B4-BE49-F238E27FC236}">
                      <a16:creationId xmlns:a16="http://schemas.microsoft.com/office/drawing/2014/main" id="{2E092C1F-4914-4AE9-BB2C-0A0A6AF9C6B5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2" name="Rectangle 731">
                  <a:extLst>
                    <a:ext uri="{FF2B5EF4-FFF2-40B4-BE49-F238E27FC236}">
                      <a16:creationId xmlns:a16="http://schemas.microsoft.com/office/drawing/2014/main" id="{7027ABA7-3663-8CA1-ACC4-E470C4D0BEC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3" name="Rectangle 732">
                  <a:extLst>
                    <a:ext uri="{FF2B5EF4-FFF2-40B4-BE49-F238E27FC236}">
                      <a16:creationId xmlns:a16="http://schemas.microsoft.com/office/drawing/2014/main" id="{DEB8DB71-EDDE-AF89-F564-5BA2026F1B18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4" name="Rectangle 733">
                  <a:extLst>
                    <a:ext uri="{FF2B5EF4-FFF2-40B4-BE49-F238E27FC236}">
                      <a16:creationId xmlns:a16="http://schemas.microsoft.com/office/drawing/2014/main" id="{C92D2ED0-EB63-8407-9C7F-4092CB3DBCC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5" name="Rectangle 734">
                  <a:extLst>
                    <a:ext uri="{FF2B5EF4-FFF2-40B4-BE49-F238E27FC236}">
                      <a16:creationId xmlns:a16="http://schemas.microsoft.com/office/drawing/2014/main" id="{E7C6031A-941D-DF87-C544-47ABA1B9D882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6" name="Rectangle 735">
                  <a:extLst>
                    <a:ext uri="{FF2B5EF4-FFF2-40B4-BE49-F238E27FC236}">
                      <a16:creationId xmlns:a16="http://schemas.microsoft.com/office/drawing/2014/main" id="{9CD880C6-F32B-3B88-9DCD-AB5CA70DF7DB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7" name="Rectangle 736">
                  <a:extLst>
                    <a:ext uri="{FF2B5EF4-FFF2-40B4-BE49-F238E27FC236}">
                      <a16:creationId xmlns:a16="http://schemas.microsoft.com/office/drawing/2014/main" id="{B23415E3-0B40-8333-CA4A-2F6DA7C39D94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8" name="Rectangle 737">
                  <a:extLst>
                    <a:ext uri="{FF2B5EF4-FFF2-40B4-BE49-F238E27FC236}">
                      <a16:creationId xmlns:a16="http://schemas.microsoft.com/office/drawing/2014/main" id="{43A93346-30CA-40FE-F5C0-78AD3F3CF898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9" name="Rectangle 738">
                  <a:extLst>
                    <a:ext uri="{FF2B5EF4-FFF2-40B4-BE49-F238E27FC236}">
                      <a16:creationId xmlns:a16="http://schemas.microsoft.com/office/drawing/2014/main" id="{E49A7F0A-AA65-755F-4F30-1905B93A2A44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0" name="Rectangle 739">
                  <a:extLst>
                    <a:ext uri="{FF2B5EF4-FFF2-40B4-BE49-F238E27FC236}">
                      <a16:creationId xmlns:a16="http://schemas.microsoft.com/office/drawing/2014/main" id="{6C09C817-E68C-4ACE-C2DC-6D1902D7A906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1" name="Rectangle 740">
                  <a:extLst>
                    <a:ext uri="{FF2B5EF4-FFF2-40B4-BE49-F238E27FC236}">
                      <a16:creationId xmlns:a16="http://schemas.microsoft.com/office/drawing/2014/main" id="{D0BB55F6-3295-1B5E-1007-9B03D8F133B9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2" name="Rectangle 741">
                  <a:extLst>
                    <a:ext uri="{FF2B5EF4-FFF2-40B4-BE49-F238E27FC236}">
                      <a16:creationId xmlns:a16="http://schemas.microsoft.com/office/drawing/2014/main" id="{F9F87FD2-4398-2143-F39B-97A09379F4D0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C628312E-5940-3E95-D6D4-643B7B3066A2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AE18E95C-1687-7097-14D6-3DE39931AAB8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55786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05A469B0-186E-9D87-0044-0967D1695FE6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98AFDD34-C217-4233-6124-5DCBA003B071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665136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71F388A8-CEF7-43DA-E68D-1C16FC34C2FD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8" name="Rectangle 747">
                  <a:extLst>
                    <a:ext uri="{FF2B5EF4-FFF2-40B4-BE49-F238E27FC236}">
                      <a16:creationId xmlns:a16="http://schemas.microsoft.com/office/drawing/2014/main" id="{755F0C3E-4145-61E3-C3C0-2F38A5F2DA6F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77240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49" name="Rectangle 748">
                  <a:extLst>
                    <a:ext uri="{FF2B5EF4-FFF2-40B4-BE49-F238E27FC236}">
                      <a16:creationId xmlns:a16="http://schemas.microsoft.com/office/drawing/2014/main" id="{7A169CC3-C0C5-39F1-C9EE-FB469E4702EF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0" name="Rectangle 749">
                  <a:extLst>
                    <a:ext uri="{FF2B5EF4-FFF2-40B4-BE49-F238E27FC236}">
                      <a16:creationId xmlns:a16="http://schemas.microsoft.com/office/drawing/2014/main" id="{E4C804E2-D759-CC7A-FFB4-DA7919604851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1" name="Rectangle 750">
                  <a:extLst>
                    <a:ext uri="{FF2B5EF4-FFF2-40B4-BE49-F238E27FC236}">
                      <a16:creationId xmlns:a16="http://schemas.microsoft.com/office/drawing/2014/main" id="{8F37B0E3-D862-F039-3391-9E4E3745B07F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A221112F-69B5-D630-FA85-4D9A1D5A01B9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F0306E45-9F41-0EAB-F9E6-C93F2E0FDE1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D8934737-9FB6-70D3-D043-B1DC3D8DB304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87967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681" name="Group 680">
                <a:extLst>
                  <a:ext uri="{FF2B5EF4-FFF2-40B4-BE49-F238E27FC236}">
                    <a16:creationId xmlns:a16="http://schemas.microsoft.com/office/drawing/2014/main" id="{B7D90885-A0A1-5CA2-AE20-BD2F34A9BD4B}"/>
                  </a:ext>
                </a:extLst>
              </p:cNvPr>
              <p:cNvGrpSpPr/>
              <p:nvPr/>
            </p:nvGrpSpPr>
            <p:grpSpPr>
              <a:xfrm>
                <a:off x="5713760" y="2330209"/>
                <a:ext cx="1178410" cy="423481"/>
                <a:chOff x="4371655" y="1984715"/>
                <a:chExt cx="1178410" cy="423481"/>
              </a:xfrm>
              <a:solidFill>
                <a:srgbClr val="00B0F0"/>
              </a:solidFill>
            </p:grpSpPr>
            <p:sp>
              <p:nvSpPr>
                <p:cNvPr id="707" name="Rectangle 706">
                  <a:extLst>
                    <a:ext uri="{FF2B5EF4-FFF2-40B4-BE49-F238E27FC236}">
                      <a16:creationId xmlns:a16="http://schemas.microsoft.com/office/drawing/2014/main" id="{1B18C8AC-C5F9-165E-6608-7CDB7598AF29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8" name="Rectangle 707">
                  <a:extLst>
                    <a:ext uri="{FF2B5EF4-FFF2-40B4-BE49-F238E27FC236}">
                      <a16:creationId xmlns:a16="http://schemas.microsoft.com/office/drawing/2014/main" id="{D3A9C8D1-607F-1C9D-5B36-A2FD622FDED3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9" name="Rectangle 708">
                  <a:extLst>
                    <a:ext uri="{FF2B5EF4-FFF2-40B4-BE49-F238E27FC236}">
                      <a16:creationId xmlns:a16="http://schemas.microsoft.com/office/drawing/2014/main" id="{9B04327C-3596-8E60-CB17-D5A2EF0E4645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0" name="Rectangle 709">
                  <a:extLst>
                    <a:ext uri="{FF2B5EF4-FFF2-40B4-BE49-F238E27FC236}">
                      <a16:creationId xmlns:a16="http://schemas.microsoft.com/office/drawing/2014/main" id="{4C18AA7C-DF53-96E6-7660-56B191FB87C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1" name="Rectangle 710">
                  <a:extLst>
                    <a:ext uri="{FF2B5EF4-FFF2-40B4-BE49-F238E27FC236}">
                      <a16:creationId xmlns:a16="http://schemas.microsoft.com/office/drawing/2014/main" id="{8591F285-53CA-B351-5D11-DD9845E861F8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98385DED-BD2C-3F74-4BF3-BEDD05F8FECE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2C633245-2350-B9B6-6A50-DA24C6CAE30C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4" name="Rectangle 713">
                  <a:extLst>
                    <a:ext uri="{FF2B5EF4-FFF2-40B4-BE49-F238E27FC236}">
                      <a16:creationId xmlns:a16="http://schemas.microsoft.com/office/drawing/2014/main" id="{04087BB2-9C4E-D1EB-777D-BE000EB2B16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5" name="Rectangle 714">
                  <a:extLst>
                    <a:ext uri="{FF2B5EF4-FFF2-40B4-BE49-F238E27FC236}">
                      <a16:creationId xmlns:a16="http://schemas.microsoft.com/office/drawing/2014/main" id="{DB6C46B3-04AF-1643-45F1-52A8205C8B87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6" name="Rectangle 715">
                  <a:extLst>
                    <a:ext uri="{FF2B5EF4-FFF2-40B4-BE49-F238E27FC236}">
                      <a16:creationId xmlns:a16="http://schemas.microsoft.com/office/drawing/2014/main" id="{C00B3727-E8F4-CB58-1F6D-DB0E1370E38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7" name="Rectangle 716">
                  <a:extLst>
                    <a:ext uri="{FF2B5EF4-FFF2-40B4-BE49-F238E27FC236}">
                      <a16:creationId xmlns:a16="http://schemas.microsoft.com/office/drawing/2014/main" id="{F3EA5906-6843-EF32-FD43-F5813BB7D76D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8" name="Rectangle 717">
                  <a:extLst>
                    <a:ext uri="{FF2B5EF4-FFF2-40B4-BE49-F238E27FC236}">
                      <a16:creationId xmlns:a16="http://schemas.microsoft.com/office/drawing/2014/main" id="{172BE907-A2E8-3201-57CE-C916A5B70075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19" name="Rectangle 718">
                  <a:extLst>
                    <a:ext uri="{FF2B5EF4-FFF2-40B4-BE49-F238E27FC236}">
                      <a16:creationId xmlns:a16="http://schemas.microsoft.com/office/drawing/2014/main" id="{8E7FE04C-0595-A022-705A-412CE92079FA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1C09AD90-79FC-E6E4-62C8-2D3B8FB304BF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1" name="Rectangle 720">
                  <a:extLst>
                    <a:ext uri="{FF2B5EF4-FFF2-40B4-BE49-F238E27FC236}">
                      <a16:creationId xmlns:a16="http://schemas.microsoft.com/office/drawing/2014/main" id="{8EA65224-3E49-D4BF-6F46-6123B6F79689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2" name="Rectangle 721">
                  <a:extLst>
                    <a:ext uri="{FF2B5EF4-FFF2-40B4-BE49-F238E27FC236}">
                      <a16:creationId xmlns:a16="http://schemas.microsoft.com/office/drawing/2014/main" id="{F4613D9A-0115-D121-2230-DF32DD6E03AF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3" name="Rectangle 722">
                  <a:extLst>
                    <a:ext uri="{FF2B5EF4-FFF2-40B4-BE49-F238E27FC236}">
                      <a16:creationId xmlns:a16="http://schemas.microsoft.com/office/drawing/2014/main" id="{F240B384-8CBA-C1BE-A82E-B626F301CA44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4" name="Rectangle 723">
                  <a:extLst>
                    <a:ext uri="{FF2B5EF4-FFF2-40B4-BE49-F238E27FC236}">
                      <a16:creationId xmlns:a16="http://schemas.microsoft.com/office/drawing/2014/main" id="{EECD0C60-413D-0FA8-EE13-04BA89389012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5" name="Rectangle 724">
                  <a:extLst>
                    <a:ext uri="{FF2B5EF4-FFF2-40B4-BE49-F238E27FC236}">
                      <a16:creationId xmlns:a16="http://schemas.microsoft.com/office/drawing/2014/main" id="{16E054E7-37E9-D5F4-BCA7-A165B512C14F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6" name="Rectangle 725">
                  <a:extLst>
                    <a:ext uri="{FF2B5EF4-FFF2-40B4-BE49-F238E27FC236}">
                      <a16:creationId xmlns:a16="http://schemas.microsoft.com/office/drawing/2014/main" id="{020F0481-5320-E45B-BBC3-092CC6CED4B7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7" name="Rectangle 726">
                  <a:extLst>
                    <a:ext uri="{FF2B5EF4-FFF2-40B4-BE49-F238E27FC236}">
                      <a16:creationId xmlns:a16="http://schemas.microsoft.com/office/drawing/2014/main" id="{D992CD27-5744-963F-3E8B-840B1576DE15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8" name="Rectangle 727">
                  <a:extLst>
                    <a:ext uri="{FF2B5EF4-FFF2-40B4-BE49-F238E27FC236}">
                      <a16:creationId xmlns:a16="http://schemas.microsoft.com/office/drawing/2014/main" id="{0DFEBDF9-9064-76E2-E309-12B2ADEB857C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29" name="Rectangle 728">
                  <a:extLst>
                    <a:ext uri="{FF2B5EF4-FFF2-40B4-BE49-F238E27FC236}">
                      <a16:creationId xmlns:a16="http://schemas.microsoft.com/office/drawing/2014/main" id="{355DD43F-8D01-9568-E456-8BA651CCFBE2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30" name="Rectangle 729">
                  <a:extLst>
                    <a:ext uri="{FF2B5EF4-FFF2-40B4-BE49-F238E27FC236}">
                      <a16:creationId xmlns:a16="http://schemas.microsoft.com/office/drawing/2014/main" id="{55534CD9-CFE9-7714-1E1F-C200212D5AA3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682" name="Group 681">
                <a:extLst>
                  <a:ext uri="{FF2B5EF4-FFF2-40B4-BE49-F238E27FC236}">
                    <a16:creationId xmlns:a16="http://schemas.microsoft.com/office/drawing/2014/main" id="{951D0095-02C0-7733-9CB7-9DDF7C25E28D}"/>
                  </a:ext>
                </a:extLst>
              </p:cNvPr>
              <p:cNvGrpSpPr/>
              <p:nvPr/>
            </p:nvGrpSpPr>
            <p:grpSpPr>
              <a:xfrm>
                <a:off x="5713760" y="1902674"/>
                <a:ext cx="1178410" cy="423481"/>
                <a:chOff x="4371655" y="1984715"/>
                <a:chExt cx="1178410" cy="423481"/>
              </a:xfrm>
              <a:solidFill>
                <a:srgbClr val="00B0F0"/>
              </a:solidFill>
            </p:grpSpPr>
            <p:sp>
              <p:nvSpPr>
                <p:cNvPr id="683" name="Rectangle 682">
                  <a:extLst>
                    <a:ext uri="{FF2B5EF4-FFF2-40B4-BE49-F238E27FC236}">
                      <a16:creationId xmlns:a16="http://schemas.microsoft.com/office/drawing/2014/main" id="{7742F23C-F7E5-3947-210C-75E72D0E6FE9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4" name="Rectangle 683">
                  <a:extLst>
                    <a:ext uri="{FF2B5EF4-FFF2-40B4-BE49-F238E27FC236}">
                      <a16:creationId xmlns:a16="http://schemas.microsoft.com/office/drawing/2014/main" id="{49F6D565-AB5C-99A5-B054-D053E23F9ABA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9F0542FD-50CB-0BBD-2272-392F550665F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6" name="Rectangle 685">
                  <a:extLst>
                    <a:ext uri="{FF2B5EF4-FFF2-40B4-BE49-F238E27FC236}">
                      <a16:creationId xmlns:a16="http://schemas.microsoft.com/office/drawing/2014/main" id="{286276A7-D230-8AF6-BCAC-DBE2DFB06A4E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7" name="Rectangle 686">
                  <a:extLst>
                    <a:ext uri="{FF2B5EF4-FFF2-40B4-BE49-F238E27FC236}">
                      <a16:creationId xmlns:a16="http://schemas.microsoft.com/office/drawing/2014/main" id="{0AEFF702-13E3-11C2-3CF6-EDF441594B6A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8" name="Rectangle 687">
                  <a:extLst>
                    <a:ext uri="{FF2B5EF4-FFF2-40B4-BE49-F238E27FC236}">
                      <a16:creationId xmlns:a16="http://schemas.microsoft.com/office/drawing/2014/main" id="{E03997E7-ED41-5558-E3DD-6DD9DF5ADDCD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8AB25CEB-8148-5E45-BA43-166E111AA2CB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0" name="Rectangle 689">
                  <a:extLst>
                    <a:ext uri="{FF2B5EF4-FFF2-40B4-BE49-F238E27FC236}">
                      <a16:creationId xmlns:a16="http://schemas.microsoft.com/office/drawing/2014/main" id="{5204F0F3-3273-C4EF-E257-BE91E3918A47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1" name="Rectangle 690">
                  <a:extLst>
                    <a:ext uri="{FF2B5EF4-FFF2-40B4-BE49-F238E27FC236}">
                      <a16:creationId xmlns:a16="http://schemas.microsoft.com/office/drawing/2014/main" id="{5F2BC5F0-8553-35C5-05BB-89D42899BDCB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2DABCDB0-CEDA-80CC-E7EA-15FADA616BA0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3" name="Rectangle 692">
                  <a:extLst>
                    <a:ext uri="{FF2B5EF4-FFF2-40B4-BE49-F238E27FC236}">
                      <a16:creationId xmlns:a16="http://schemas.microsoft.com/office/drawing/2014/main" id="{EF177213-7C90-9425-75F9-2E90133FAB78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4" name="Rectangle 693">
                  <a:extLst>
                    <a:ext uri="{FF2B5EF4-FFF2-40B4-BE49-F238E27FC236}">
                      <a16:creationId xmlns:a16="http://schemas.microsoft.com/office/drawing/2014/main" id="{4B8D11C5-A9D0-3A6F-41F7-1C05EFCE72C4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5" name="Rectangle 694">
                  <a:extLst>
                    <a:ext uri="{FF2B5EF4-FFF2-40B4-BE49-F238E27FC236}">
                      <a16:creationId xmlns:a16="http://schemas.microsoft.com/office/drawing/2014/main" id="{1E7DE282-0824-A931-927E-BE58AE6CFF3B}"/>
                    </a:ext>
                  </a:extLst>
                </p:cNvPr>
                <p:cNvSpPr/>
                <p:nvPr/>
              </p:nvSpPr>
              <p:spPr>
                <a:xfrm flipH="1" flipV="1">
                  <a:off x="4371655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6" name="Rectangle 695">
                  <a:extLst>
                    <a:ext uri="{FF2B5EF4-FFF2-40B4-BE49-F238E27FC236}">
                      <a16:creationId xmlns:a16="http://schemas.microsoft.com/office/drawing/2014/main" id="{B1DA1C50-CA35-CD8B-8194-5F58A738406E}"/>
                    </a:ext>
                  </a:extLst>
                </p:cNvPr>
                <p:cNvSpPr/>
                <p:nvPr/>
              </p:nvSpPr>
              <p:spPr>
                <a:xfrm flipH="1" flipV="1">
                  <a:off x="4509624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7" name="Rectangle 696">
                  <a:extLst>
                    <a:ext uri="{FF2B5EF4-FFF2-40B4-BE49-F238E27FC236}">
                      <a16:creationId xmlns:a16="http://schemas.microsoft.com/office/drawing/2014/main" id="{DB3060A3-ADC4-A037-8E58-983536B76084}"/>
                    </a:ext>
                  </a:extLst>
                </p:cNvPr>
                <p:cNvSpPr/>
                <p:nvPr/>
              </p:nvSpPr>
              <p:spPr>
                <a:xfrm flipH="1" flipV="1">
                  <a:off x="4647593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8" name="Rectangle 697">
                  <a:extLst>
                    <a:ext uri="{FF2B5EF4-FFF2-40B4-BE49-F238E27FC236}">
                      <a16:creationId xmlns:a16="http://schemas.microsoft.com/office/drawing/2014/main" id="{06A86139-0EC2-00B9-A038-32D1C66DED9A}"/>
                    </a:ext>
                  </a:extLst>
                </p:cNvPr>
                <p:cNvSpPr/>
                <p:nvPr/>
              </p:nvSpPr>
              <p:spPr>
                <a:xfrm flipH="1" flipV="1">
                  <a:off x="4785562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99" name="Rectangle 698">
                  <a:extLst>
                    <a:ext uri="{FF2B5EF4-FFF2-40B4-BE49-F238E27FC236}">
                      <a16:creationId xmlns:a16="http://schemas.microsoft.com/office/drawing/2014/main" id="{460C5BC3-25F8-59DC-048A-307478F34A37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0" name="Rectangle 699">
                  <a:extLst>
                    <a:ext uri="{FF2B5EF4-FFF2-40B4-BE49-F238E27FC236}">
                      <a16:creationId xmlns:a16="http://schemas.microsoft.com/office/drawing/2014/main" id="{AF8E2138-58DD-9CEE-CB17-FE2267DE561D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1984715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1" name="Rectangle 700">
                  <a:extLst>
                    <a:ext uri="{FF2B5EF4-FFF2-40B4-BE49-F238E27FC236}">
                      <a16:creationId xmlns:a16="http://schemas.microsoft.com/office/drawing/2014/main" id="{D600A10D-0478-CEA9-DA14-4CD89A7185E9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2" name="Rectangle 701">
                  <a:extLst>
                    <a:ext uri="{FF2B5EF4-FFF2-40B4-BE49-F238E27FC236}">
                      <a16:creationId xmlns:a16="http://schemas.microsoft.com/office/drawing/2014/main" id="{3F8E4F3B-CFDD-64DD-4F92-7DEE8746FDA1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091984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3" name="Rectangle 702">
                  <a:extLst>
                    <a:ext uri="{FF2B5EF4-FFF2-40B4-BE49-F238E27FC236}">
                      <a16:creationId xmlns:a16="http://schemas.microsoft.com/office/drawing/2014/main" id="{38A5C8DA-36ED-1493-E70E-253F05F14AF9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4" name="Rectangle 703">
                  <a:extLst>
                    <a:ext uri="{FF2B5EF4-FFF2-40B4-BE49-F238E27FC236}">
                      <a16:creationId xmlns:a16="http://schemas.microsoft.com/office/drawing/2014/main" id="{73E94D43-EAB4-7CA4-D510-27188A239547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199253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5" name="Rectangle 704">
                  <a:extLst>
                    <a:ext uri="{FF2B5EF4-FFF2-40B4-BE49-F238E27FC236}">
                      <a16:creationId xmlns:a16="http://schemas.microsoft.com/office/drawing/2014/main" id="{71DEAF68-B312-12CD-D8BF-2823FCE14D60}"/>
                    </a:ext>
                  </a:extLst>
                </p:cNvPr>
                <p:cNvSpPr/>
                <p:nvPr/>
              </p:nvSpPr>
              <p:spPr>
                <a:xfrm flipH="1" flipV="1">
                  <a:off x="5274127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06" name="Rectangle 705">
                  <a:extLst>
                    <a:ext uri="{FF2B5EF4-FFF2-40B4-BE49-F238E27FC236}">
                      <a16:creationId xmlns:a16="http://schemas.microsoft.com/office/drawing/2014/main" id="{6A305AFE-6B2A-0188-CC59-AAFE693BBED5}"/>
                    </a:ext>
                  </a:extLst>
                </p:cNvPr>
                <p:cNvSpPr/>
                <p:nvPr/>
              </p:nvSpPr>
              <p:spPr>
                <a:xfrm flipH="1" flipV="1">
                  <a:off x="5412096" y="2300927"/>
                  <a:ext cx="137969" cy="107269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9FC645A-8A8D-602A-5D35-FCA2E9BC8754}"/>
                </a:ext>
              </a:extLst>
            </p:cNvPr>
            <p:cNvSpPr/>
            <p:nvPr/>
          </p:nvSpPr>
          <p:spPr>
            <a:xfrm>
              <a:off x="6263148" y="757665"/>
              <a:ext cx="1091381" cy="59254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Training set</a:t>
              </a:r>
            </a:p>
          </p:txBody>
        </p:sp>
      </p:grpSp>
      <p:grpSp>
        <p:nvGrpSpPr>
          <p:cNvPr id="791" name="Group 790">
            <a:extLst>
              <a:ext uri="{FF2B5EF4-FFF2-40B4-BE49-F238E27FC236}">
                <a16:creationId xmlns:a16="http://schemas.microsoft.com/office/drawing/2014/main" id="{07AC3C7A-021A-E079-00C0-8E334F1D1C60}"/>
              </a:ext>
            </a:extLst>
          </p:cNvPr>
          <p:cNvGrpSpPr/>
          <p:nvPr/>
        </p:nvGrpSpPr>
        <p:grpSpPr>
          <a:xfrm>
            <a:off x="5019368" y="2511449"/>
            <a:ext cx="2487560" cy="1575308"/>
            <a:chOff x="5019368" y="2511449"/>
            <a:chExt cx="2487560" cy="1575308"/>
          </a:xfrm>
        </p:grpSpPr>
        <p:grpSp>
          <p:nvGrpSpPr>
            <p:cNvPr id="756" name="Group 755">
              <a:extLst>
                <a:ext uri="{FF2B5EF4-FFF2-40B4-BE49-F238E27FC236}">
                  <a16:creationId xmlns:a16="http://schemas.microsoft.com/office/drawing/2014/main" id="{A1B43D60-1699-7A7B-445D-417DCB25C104}"/>
                </a:ext>
              </a:extLst>
            </p:cNvPr>
            <p:cNvGrpSpPr/>
            <p:nvPr/>
          </p:nvGrpSpPr>
          <p:grpSpPr>
            <a:xfrm>
              <a:off x="5163153" y="2511449"/>
              <a:ext cx="1178410" cy="423481"/>
              <a:chOff x="4371655" y="1984715"/>
              <a:chExt cx="1178410" cy="423481"/>
            </a:xfrm>
            <a:solidFill>
              <a:srgbClr val="FF0000"/>
            </a:solidFill>
          </p:grpSpPr>
          <p:sp>
            <p:nvSpPr>
              <p:cNvPr id="757" name="Rectangle 756">
                <a:extLst>
                  <a:ext uri="{FF2B5EF4-FFF2-40B4-BE49-F238E27FC236}">
                    <a16:creationId xmlns:a16="http://schemas.microsoft.com/office/drawing/2014/main" id="{CF607BEE-165A-99D7-1FA2-09DF07E556F5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58" name="Rectangle 757">
                <a:extLst>
                  <a:ext uri="{FF2B5EF4-FFF2-40B4-BE49-F238E27FC236}">
                    <a16:creationId xmlns:a16="http://schemas.microsoft.com/office/drawing/2014/main" id="{7724EC4C-53FA-A64D-98A9-4795F7233096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59" name="Rectangle 758">
                <a:extLst>
                  <a:ext uri="{FF2B5EF4-FFF2-40B4-BE49-F238E27FC236}">
                    <a16:creationId xmlns:a16="http://schemas.microsoft.com/office/drawing/2014/main" id="{BB11EC6A-4E5E-27CA-3E04-69A83EF07B5F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0" name="Rectangle 759">
                <a:extLst>
                  <a:ext uri="{FF2B5EF4-FFF2-40B4-BE49-F238E27FC236}">
                    <a16:creationId xmlns:a16="http://schemas.microsoft.com/office/drawing/2014/main" id="{446962F9-3767-94A2-0E90-A5BE84C37912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1" name="Rectangle 760">
                <a:extLst>
                  <a:ext uri="{FF2B5EF4-FFF2-40B4-BE49-F238E27FC236}">
                    <a16:creationId xmlns:a16="http://schemas.microsoft.com/office/drawing/2014/main" id="{4F379DAA-B232-6AE9-FB82-38C72E5590B1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2" name="Rectangle 761">
                <a:extLst>
                  <a:ext uri="{FF2B5EF4-FFF2-40B4-BE49-F238E27FC236}">
                    <a16:creationId xmlns:a16="http://schemas.microsoft.com/office/drawing/2014/main" id="{CE83EB02-A77B-F790-93B2-3C137D222921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3" name="Rectangle 762">
                <a:extLst>
                  <a:ext uri="{FF2B5EF4-FFF2-40B4-BE49-F238E27FC236}">
                    <a16:creationId xmlns:a16="http://schemas.microsoft.com/office/drawing/2014/main" id="{D427DFF8-70ED-6227-79A9-531B6481D5C1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4" name="Rectangle 763">
                <a:extLst>
                  <a:ext uri="{FF2B5EF4-FFF2-40B4-BE49-F238E27FC236}">
                    <a16:creationId xmlns:a16="http://schemas.microsoft.com/office/drawing/2014/main" id="{A5E9AC50-C9E9-AA72-F3B3-7D6C2C385C72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5" name="Rectangle 764">
                <a:extLst>
                  <a:ext uri="{FF2B5EF4-FFF2-40B4-BE49-F238E27FC236}">
                    <a16:creationId xmlns:a16="http://schemas.microsoft.com/office/drawing/2014/main" id="{728B759D-7787-7BCB-1AFC-D9103350743F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6" name="Rectangle 765">
                <a:extLst>
                  <a:ext uri="{FF2B5EF4-FFF2-40B4-BE49-F238E27FC236}">
                    <a16:creationId xmlns:a16="http://schemas.microsoft.com/office/drawing/2014/main" id="{EC54FDC7-8B72-0FDC-3F22-8ECAE18F56F6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7" name="Rectangle 766">
                <a:extLst>
                  <a:ext uri="{FF2B5EF4-FFF2-40B4-BE49-F238E27FC236}">
                    <a16:creationId xmlns:a16="http://schemas.microsoft.com/office/drawing/2014/main" id="{6E24F737-A5C3-4D36-FA46-08D0592E052C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5EDFFB45-CE44-762A-3042-0E10114C458F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69" name="Rectangle 768">
                <a:extLst>
                  <a:ext uri="{FF2B5EF4-FFF2-40B4-BE49-F238E27FC236}">
                    <a16:creationId xmlns:a16="http://schemas.microsoft.com/office/drawing/2014/main" id="{5BC0DD40-7A8D-0D3F-794B-7BDD83044711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0" name="Rectangle 769">
                <a:extLst>
                  <a:ext uri="{FF2B5EF4-FFF2-40B4-BE49-F238E27FC236}">
                    <a16:creationId xmlns:a16="http://schemas.microsoft.com/office/drawing/2014/main" id="{CC3FB244-F003-7D76-DC9C-241BB6B41299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1" name="Rectangle 770">
                <a:extLst>
                  <a:ext uri="{FF2B5EF4-FFF2-40B4-BE49-F238E27FC236}">
                    <a16:creationId xmlns:a16="http://schemas.microsoft.com/office/drawing/2014/main" id="{2A801BA8-7C91-E3E3-1293-EB4BA57B58E4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2" name="Rectangle 771">
                <a:extLst>
                  <a:ext uri="{FF2B5EF4-FFF2-40B4-BE49-F238E27FC236}">
                    <a16:creationId xmlns:a16="http://schemas.microsoft.com/office/drawing/2014/main" id="{7620A76C-D872-8571-7557-138C3D1CB0A1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3" name="Rectangle 772">
                <a:extLst>
                  <a:ext uri="{FF2B5EF4-FFF2-40B4-BE49-F238E27FC236}">
                    <a16:creationId xmlns:a16="http://schemas.microsoft.com/office/drawing/2014/main" id="{0A314FA6-7B00-1FFA-C1BC-D223274BE562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4" name="Rectangle 773">
                <a:extLst>
                  <a:ext uri="{FF2B5EF4-FFF2-40B4-BE49-F238E27FC236}">
                    <a16:creationId xmlns:a16="http://schemas.microsoft.com/office/drawing/2014/main" id="{16796350-8AA7-F88A-171F-46FFFAC7D95C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5" name="Rectangle 774">
                <a:extLst>
                  <a:ext uri="{FF2B5EF4-FFF2-40B4-BE49-F238E27FC236}">
                    <a16:creationId xmlns:a16="http://schemas.microsoft.com/office/drawing/2014/main" id="{892DE90A-4A72-603C-5494-39779C36BD07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6" name="Rectangle 775">
                <a:extLst>
                  <a:ext uri="{FF2B5EF4-FFF2-40B4-BE49-F238E27FC236}">
                    <a16:creationId xmlns:a16="http://schemas.microsoft.com/office/drawing/2014/main" id="{BB1D7523-7DFA-EE49-16F3-341F3FB9002F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7" name="Rectangle 776">
                <a:extLst>
                  <a:ext uri="{FF2B5EF4-FFF2-40B4-BE49-F238E27FC236}">
                    <a16:creationId xmlns:a16="http://schemas.microsoft.com/office/drawing/2014/main" id="{C49786E5-B626-5081-8089-F0DBAF50F1E2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8" name="Rectangle 777">
                <a:extLst>
                  <a:ext uri="{FF2B5EF4-FFF2-40B4-BE49-F238E27FC236}">
                    <a16:creationId xmlns:a16="http://schemas.microsoft.com/office/drawing/2014/main" id="{A49FAB9E-F1AC-78B0-8933-7F4CD43D5774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79" name="Rectangle 778">
                <a:extLst>
                  <a:ext uri="{FF2B5EF4-FFF2-40B4-BE49-F238E27FC236}">
                    <a16:creationId xmlns:a16="http://schemas.microsoft.com/office/drawing/2014/main" id="{510A408B-4054-3DE8-5E13-BDF2AEC7316E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80" name="Rectangle 779">
                <a:extLst>
                  <a:ext uri="{FF2B5EF4-FFF2-40B4-BE49-F238E27FC236}">
                    <a16:creationId xmlns:a16="http://schemas.microsoft.com/office/drawing/2014/main" id="{749D66A6-8B2A-E967-B8D2-786FADE2E627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9FE3BE8A-BC09-69CE-22D5-374B91D28449}"/>
                </a:ext>
              </a:extLst>
            </p:cNvPr>
            <p:cNvSpPr/>
            <p:nvPr/>
          </p:nvSpPr>
          <p:spPr>
            <a:xfrm>
              <a:off x="5019368" y="3048147"/>
              <a:ext cx="2487560" cy="1038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Validation set</a:t>
              </a:r>
            </a:p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(test your model here. Not used for model comparison)</a:t>
              </a:r>
            </a:p>
          </p:txBody>
        </p:sp>
      </p:grpSp>
      <p:grpSp>
        <p:nvGrpSpPr>
          <p:cNvPr id="794" name="Group 793">
            <a:extLst>
              <a:ext uri="{FF2B5EF4-FFF2-40B4-BE49-F238E27FC236}">
                <a16:creationId xmlns:a16="http://schemas.microsoft.com/office/drawing/2014/main" id="{37DB9CB3-F498-5205-FC35-11D0A9F73881}"/>
              </a:ext>
            </a:extLst>
          </p:cNvPr>
          <p:cNvGrpSpPr/>
          <p:nvPr/>
        </p:nvGrpSpPr>
        <p:grpSpPr>
          <a:xfrm>
            <a:off x="7561006" y="924232"/>
            <a:ext cx="1582994" cy="2438400"/>
            <a:chOff x="7561006" y="924232"/>
            <a:chExt cx="1582994" cy="2438400"/>
          </a:xfrm>
        </p:grpSpPr>
        <p:sp>
          <p:nvSpPr>
            <p:cNvPr id="792" name="Right Brace 791">
              <a:extLst>
                <a:ext uri="{FF2B5EF4-FFF2-40B4-BE49-F238E27FC236}">
                  <a16:creationId xmlns:a16="http://schemas.microsoft.com/office/drawing/2014/main" id="{29FCD83C-116B-3168-4A54-D63A7E08A05D}"/>
                </a:ext>
              </a:extLst>
            </p:cNvPr>
            <p:cNvSpPr/>
            <p:nvPr/>
          </p:nvSpPr>
          <p:spPr>
            <a:xfrm>
              <a:off x="7561006" y="924232"/>
              <a:ext cx="294968" cy="2438400"/>
            </a:xfrm>
            <a:prstGeom prst="rightBrac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35C9BB60-A2EB-0103-0FCE-0533CD9C9A30}"/>
                </a:ext>
              </a:extLst>
            </p:cNvPr>
            <p:cNvSpPr/>
            <p:nvPr/>
          </p:nvSpPr>
          <p:spPr>
            <a:xfrm>
              <a:off x="7708490" y="1871975"/>
              <a:ext cx="1435510" cy="1038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We best model is found, all training data is used to train your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861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" grpId="0"/>
      <p:bldP spid="5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9208CAF-12CB-7B22-9D1E-588211AE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00" y="-4624"/>
            <a:ext cx="7792510" cy="592549"/>
          </a:xfrm>
        </p:spPr>
        <p:txBody>
          <a:bodyPr/>
          <a:lstStyle/>
          <a:p>
            <a:r>
              <a:rPr lang="en-US"/>
              <a:t>K-Fold Cross Validation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1491F3-9319-D3C3-5BAB-359A79843C35}"/>
              </a:ext>
            </a:extLst>
          </p:cNvPr>
          <p:cNvGrpSpPr/>
          <p:nvPr/>
        </p:nvGrpSpPr>
        <p:grpSpPr>
          <a:xfrm>
            <a:off x="462118" y="1989667"/>
            <a:ext cx="1178410" cy="429076"/>
            <a:chOff x="1524000" y="1989667"/>
            <a:chExt cx="1178410" cy="4290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8E4ED3-3ED4-1872-AF57-148DCB657FD6}"/>
                </a:ext>
              </a:extLst>
            </p:cNvPr>
            <p:cNvSpPr/>
            <p:nvPr/>
          </p:nvSpPr>
          <p:spPr>
            <a:xfrm flipH="1" flipV="1">
              <a:off x="1524000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C46AAF-B53E-3DAA-3090-33223A65502C}"/>
                </a:ext>
              </a:extLst>
            </p:cNvPr>
            <p:cNvSpPr/>
            <p:nvPr/>
          </p:nvSpPr>
          <p:spPr>
            <a:xfrm flipH="1" flipV="1">
              <a:off x="1661969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CBBF84-6E90-A216-AC29-05F94465D081}"/>
                </a:ext>
              </a:extLst>
            </p:cNvPr>
            <p:cNvSpPr/>
            <p:nvPr/>
          </p:nvSpPr>
          <p:spPr>
            <a:xfrm flipH="1" flipV="1">
              <a:off x="1799938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BF8AB7-2DB7-B0CE-5B13-077D3DF37F1A}"/>
                </a:ext>
              </a:extLst>
            </p:cNvPr>
            <p:cNvSpPr/>
            <p:nvPr/>
          </p:nvSpPr>
          <p:spPr>
            <a:xfrm flipH="1" flipV="1">
              <a:off x="1937907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8B0C4D-D969-DAF3-9D65-12D3008F2ED0}"/>
                </a:ext>
              </a:extLst>
            </p:cNvPr>
            <p:cNvSpPr/>
            <p:nvPr/>
          </p:nvSpPr>
          <p:spPr>
            <a:xfrm flipH="1" flipV="1">
              <a:off x="1524000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25F801-374E-DBFA-49BD-FB10DC0983B9}"/>
                </a:ext>
              </a:extLst>
            </p:cNvPr>
            <p:cNvSpPr/>
            <p:nvPr/>
          </p:nvSpPr>
          <p:spPr>
            <a:xfrm flipH="1" flipV="1">
              <a:off x="1661969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97B1FC-AC68-4533-93A1-BEEC555E2BFD}"/>
                </a:ext>
              </a:extLst>
            </p:cNvPr>
            <p:cNvSpPr/>
            <p:nvPr/>
          </p:nvSpPr>
          <p:spPr>
            <a:xfrm flipH="1" flipV="1">
              <a:off x="1799938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836F76-BAFE-0A56-4433-CBABEDDDB16E}"/>
                </a:ext>
              </a:extLst>
            </p:cNvPr>
            <p:cNvSpPr/>
            <p:nvPr/>
          </p:nvSpPr>
          <p:spPr>
            <a:xfrm flipH="1" flipV="1">
              <a:off x="1937907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090266-D776-0FF9-5AA3-5063B8A00294}"/>
                </a:ext>
              </a:extLst>
            </p:cNvPr>
            <p:cNvSpPr/>
            <p:nvPr/>
          </p:nvSpPr>
          <p:spPr>
            <a:xfrm flipH="1" flipV="1">
              <a:off x="1524000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57134E-F7ED-2CE1-93C4-8089599FC883}"/>
                </a:ext>
              </a:extLst>
            </p:cNvPr>
            <p:cNvSpPr/>
            <p:nvPr/>
          </p:nvSpPr>
          <p:spPr>
            <a:xfrm flipH="1" flipV="1">
              <a:off x="1661969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1FC898-8459-663A-C8D3-E9D901EB06B6}"/>
                </a:ext>
              </a:extLst>
            </p:cNvPr>
            <p:cNvSpPr/>
            <p:nvPr/>
          </p:nvSpPr>
          <p:spPr>
            <a:xfrm flipH="1" flipV="1">
              <a:off x="1799938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A7D7886-7E95-7ACB-33E2-5BA4D0E4A76A}"/>
                </a:ext>
              </a:extLst>
            </p:cNvPr>
            <p:cNvSpPr/>
            <p:nvPr/>
          </p:nvSpPr>
          <p:spPr>
            <a:xfrm flipH="1" flipV="1">
              <a:off x="1937907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1A528BB-4A84-2BA6-7B6B-0B5876E5F25A}"/>
                </a:ext>
              </a:extLst>
            </p:cNvPr>
            <p:cNvSpPr/>
            <p:nvPr/>
          </p:nvSpPr>
          <p:spPr>
            <a:xfrm flipH="1" flipV="1">
              <a:off x="2426472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21E4DE-B12D-59E0-4F93-B594D16179B1}"/>
                </a:ext>
              </a:extLst>
            </p:cNvPr>
            <p:cNvSpPr/>
            <p:nvPr/>
          </p:nvSpPr>
          <p:spPr>
            <a:xfrm flipH="1" flipV="1">
              <a:off x="2564441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4BE170-812E-2C97-2267-98B349016604}"/>
                </a:ext>
              </a:extLst>
            </p:cNvPr>
            <p:cNvSpPr/>
            <p:nvPr/>
          </p:nvSpPr>
          <p:spPr>
            <a:xfrm flipH="1" flipV="1">
              <a:off x="2426472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CE74C59-0435-D68E-E5FF-341CDF98DF5B}"/>
                </a:ext>
              </a:extLst>
            </p:cNvPr>
            <p:cNvSpPr/>
            <p:nvPr/>
          </p:nvSpPr>
          <p:spPr>
            <a:xfrm flipH="1" flipV="1">
              <a:off x="2564441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C9DBAC-47ED-3363-4DF1-9BAD1F0302E2}"/>
                </a:ext>
              </a:extLst>
            </p:cNvPr>
            <p:cNvSpPr/>
            <p:nvPr/>
          </p:nvSpPr>
          <p:spPr>
            <a:xfrm flipH="1" flipV="1">
              <a:off x="2426472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781645-4CDB-EE1E-F70A-3AC92B47F4EF}"/>
                </a:ext>
              </a:extLst>
            </p:cNvPr>
            <p:cNvSpPr/>
            <p:nvPr/>
          </p:nvSpPr>
          <p:spPr>
            <a:xfrm flipH="1" flipV="1">
              <a:off x="2564441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7143C6-4E43-915F-A120-BD4FDA2252E2}"/>
                </a:ext>
              </a:extLst>
            </p:cNvPr>
            <p:cNvSpPr/>
            <p:nvPr/>
          </p:nvSpPr>
          <p:spPr>
            <a:xfrm flipH="1" flipV="1">
              <a:off x="1524000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D4FFE30-BC37-8C0A-E96F-D8B31F9B9C1D}"/>
                </a:ext>
              </a:extLst>
            </p:cNvPr>
            <p:cNvSpPr/>
            <p:nvPr/>
          </p:nvSpPr>
          <p:spPr>
            <a:xfrm flipH="1" flipV="1">
              <a:off x="1661969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5C2282F-845F-8539-00DB-43CB8C0428F2}"/>
                </a:ext>
              </a:extLst>
            </p:cNvPr>
            <p:cNvSpPr/>
            <p:nvPr/>
          </p:nvSpPr>
          <p:spPr>
            <a:xfrm flipH="1" flipV="1">
              <a:off x="1799938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48F600-8BAA-4A65-7EB0-4A7C82B855AE}"/>
                </a:ext>
              </a:extLst>
            </p:cNvPr>
            <p:cNvSpPr/>
            <p:nvPr/>
          </p:nvSpPr>
          <p:spPr>
            <a:xfrm flipH="1" flipV="1">
              <a:off x="1937907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CA2845-7AD3-532F-2685-7C3FDED20650}"/>
                </a:ext>
              </a:extLst>
            </p:cNvPr>
            <p:cNvSpPr/>
            <p:nvPr/>
          </p:nvSpPr>
          <p:spPr>
            <a:xfrm flipH="1" flipV="1">
              <a:off x="2426472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9A75513-50C0-8589-A1E0-0B49FE6A5B26}"/>
                </a:ext>
              </a:extLst>
            </p:cNvPr>
            <p:cNvSpPr/>
            <p:nvPr/>
          </p:nvSpPr>
          <p:spPr>
            <a:xfrm flipH="1" flipV="1">
              <a:off x="2564441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940902-4324-4AAF-4E28-1B65BB8A83C1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944C57-D881-F8AC-0FB5-AF54BB32CF7A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94796A-2A7B-0C37-3692-0E91CA513585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B409BAF-576F-A1EA-61F9-A84990886D43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F525BAF-4410-E45F-9221-E49129474078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D124926-E622-5ECA-EA17-84A563BCCF92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1F39BDF-C9FC-2525-9645-DD54C4B4A07F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418DCF-9BED-CDFE-EF0B-5EE9F993729A}"/>
              </a:ext>
            </a:extLst>
          </p:cNvPr>
          <p:cNvGrpSpPr/>
          <p:nvPr/>
        </p:nvGrpSpPr>
        <p:grpSpPr>
          <a:xfrm>
            <a:off x="462118" y="2518115"/>
            <a:ext cx="1178410" cy="1273736"/>
            <a:chOff x="1524000" y="2518115"/>
            <a:chExt cx="1178410" cy="127373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037EFDB-4046-066C-3BA7-3502E3A4AAD4}"/>
                </a:ext>
              </a:extLst>
            </p:cNvPr>
            <p:cNvSpPr/>
            <p:nvPr/>
          </p:nvSpPr>
          <p:spPr>
            <a:xfrm flipH="1" flipV="1">
              <a:off x="1524000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D3F69D4-D903-EBCD-8364-E49B7AD82BB6}"/>
                </a:ext>
              </a:extLst>
            </p:cNvPr>
            <p:cNvSpPr/>
            <p:nvPr/>
          </p:nvSpPr>
          <p:spPr>
            <a:xfrm flipH="1" flipV="1">
              <a:off x="1661969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0B34983-43D2-5787-32C9-D254849565AC}"/>
                </a:ext>
              </a:extLst>
            </p:cNvPr>
            <p:cNvSpPr/>
            <p:nvPr/>
          </p:nvSpPr>
          <p:spPr>
            <a:xfrm flipH="1" flipV="1">
              <a:off x="1799938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3B5D6DF-E509-0B7B-F2A9-521425784D1A}"/>
                </a:ext>
              </a:extLst>
            </p:cNvPr>
            <p:cNvSpPr/>
            <p:nvPr/>
          </p:nvSpPr>
          <p:spPr>
            <a:xfrm flipH="1" flipV="1">
              <a:off x="1937907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F05C4D7-49A3-43B7-41DB-7F57F505414C}"/>
                </a:ext>
              </a:extLst>
            </p:cNvPr>
            <p:cNvSpPr/>
            <p:nvPr/>
          </p:nvSpPr>
          <p:spPr>
            <a:xfrm flipH="1" flipV="1">
              <a:off x="1524000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F1FC068-FD3C-424B-5A32-1A0CF84D6CD0}"/>
                </a:ext>
              </a:extLst>
            </p:cNvPr>
            <p:cNvSpPr/>
            <p:nvPr/>
          </p:nvSpPr>
          <p:spPr>
            <a:xfrm flipH="1" flipV="1">
              <a:off x="1661969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9FF510F-4963-E9D9-8B4B-0C7524B93887}"/>
                </a:ext>
              </a:extLst>
            </p:cNvPr>
            <p:cNvSpPr/>
            <p:nvPr/>
          </p:nvSpPr>
          <p:spPr>
            <a:xfrm flipH="1" flipV="1">
              <a:off x="1799938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42CD29-497C-908B-16D5-482E3D6A2361}"/>
                </a:ext>
              </a:extLst>
            </p:cNvPr>
            <p:cNvSpPr/>
            <p:nvPr/>
          </p:nvSpPr>
          <p:spPr>
            <a:xfrm flipH="1" flipV="1">
              <a:off x="1937907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D020A4-06A1-B229-0006-3FE59BF602B7}"/>
                </a:ext>
              </a:extLst>
            </p:cNvPr>
            <p:cNvSpPr/>
            <p:nvPr/>
          </p:nvSpPr>
          <p:spPr>
            <a:xfrm flipH="1" flipV="1">
              <a:off x="1524000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56517B2-FD8F-1D0C-6D10-1EE2C85AD022}"/>
                </a:ext>
              </a:extLst>
            </p:cNvPr>
            <p:cNvSpPr/>
            <p:nvPr/>
          </p:nvSpPr>
          <p:spPr>
            <a:xfrm flipH="1" flipV="1">
              <a:off x="1661969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752165-314D-B612-48CC-AF4A94285C98}"/>
                </a:ext>
              </a:extLst>
            </p:cNvPr>
            <p:cNvSpPr/>
            <p:nvPr/>
          </p:nvSpPr>
          <p:spPr>
            <a:xfrm flipH="1" flipV="1">
              <a:off x="1799938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CA583BA-D14C-ACE0-03D1-6FEDE559CA16}"/>
                </a:ext>
              </a:extLst>
            </p:cNvPr>
            <p:cNvSpPr/>
            <p:nvPr/>
          </p:nvSpPr>
          <p:spPr>
            <a:xfrm flipH="1" flipV="1">
              <a:off x="1937907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2DF4BEB-DB7A-D5DC-807F-0C1E7FF4AB3E}"/>
                </a:ext>
              </a:extLst>
            </p:cNvPr>
            <p:cNvSpPr/>
            <p:nvPr/>
          </p:nvSpPr>
          <p:spPr>
            <a:xfrm flipH="1" flipV="1">
              <a:off x="1524000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BAAD0D3-BA2A-9B57-EB78-2826716A7E8E}"/>
                </a:ext>
              </a:extLst>
            </p:cNvPr>
            <p:cNvSpPr/>
            <p:nvPr/>
          </p:nvSpPr>
          <p:spPr>
            <a:xfrm flipH="1" flipV="1">
              <a:off x="1661969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7D0A3B9-E65E-F8CE-B4F0-553028A09359}"/>
                </a:ext>
              </a:extLst>
            </p:cNvPr>
            <p:cNvSpPr/>
            <p:nvPr/>
          </p:nvSpPr>
          <p:spPr>
            <a:xfrm flipH="1" flipV="1">
              <a:off x="1799938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CA2A4F8-69AB-1981-3F7F-812C3E883512}"/>
                </a:ext>
              </a:extLst>
            </p:cNvPr>
            <p:cNvSpPr/>
            <p:nvPr/>
          </p:nvSpPr>
          <p:spPr>
            <a:xfrm flipH="1" flipV="1">
              <a:off x="1937907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14ED35D-B5BE-E026-23A7-FCA74ACABA46}"/>
                </a:ext>
              </a:extLst>
            </p:cNvPr>
            <p:cNvSpPr/>
            <p:nvPr/>
          </p:nvSpPr>
          <p:spPr>
            <a:xfrm flipH="1" flipV="1">
              <a:off x="1524000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70A6FA1-1E66-E43C-89D4-895F04B9395F}"/>
                </a:ext>
              </a:extLst>
            </p:cNvPr>
            <p:cNvSpPr/>
            <p:nvPr/>
          </p:nvSpPr>
          <p:spPr>
            <a:xfrm flipH="1" flipV="1">
              <a:off x="1661969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9C57F86-AF44-B390-E631-745818352D54}"/>
                </a:ext>
              </a:extLst>
            </p:cNvPr>
            <p:cNvSpPr/>
            <p:nvPr/>
          </p:nvSpPr>
          <p:spPr>
            <a:xfrm flipH="1" flipV="1">
              <a:off x="1799938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2017181-0F57-0786-4AE5-C0349ECE2FA2}"/>
                </a:ext>
              </a:extLst>
            </p:cNvPr>
            <p:cNvSpPr/>
            <p:nvPr/>
          </p:nvSpPr>
          <p:spPr>
            <a:xfrm flipH="1" flipV="1">
              <a:off x="1937907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B5F60D3-B740-303E-6B3D-BFFFD5B788F2}"/>
                </a:ext>
              </a:extLst>
            </p:cNvPr>
            <p:cNvSpPr/>
            <p:nvPr/>
          </p:nvSpPr>
          <p:spPr>
            <a:xfrm flipH="1" flipV="1">
              <a:off x="1524000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2FF2C6F-F92B-5B64-5861-C6420E11AFD6}"/>
                </a:ext>
              </a:extLst>
            </p:cNvPr>
            <p:cNvSpPr/>
            <p:nvPr/>
          </p:nvSpPr>
          <p:spPr>
            <a:xfrm flipH="1" flipV="1">
              <a:off x="1661969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23238F2-D1C6-3A4A-F4ED-1A4AB29D7FE7}"/>
                </a:ext>
              </a:extLst>
            </p:cNvPr>
            <p:cNvSpPr/>
            <p:nvPr/>
          </p:nvSpPr>
          <p:spPr>
            <a:xfrm flipH="1" flipV="1">
              <a:off x="1799938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552D580-0C61-3AA4-34E9-586AF0EBB9CB}"/>
                </a:ext>
              </a:extLst>
            </p:cNvPr>
            <p:cNvSpPr/>
            <p:nvPr/>
          </p:nvSpPr>
          <p:spPr>
            <a:xfrm flipH="1" flipV="1">
              <a:off x="1937907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CF54A06-30A4-E4C0-2D48-4BD6B0626354}"/>
                </a:ext>
              </a:extLst>
            </p:cNvPr>
            <p:cNvSpPr/>
            <p:nvPr/>
          </p:nvSpPr>
          <p:spPr>
            <a:xfrm flipH="1" flipV="1">
              <a:off x="1524000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24FD828-DD63-84AE-96A7-616EFF8556EC}"/>
                </a:ext>
              </a:extLst>
            </p:cNvPr>
            <p:cNvSpPr/>
            <p:nvPr/>
          </p:nvSpPr>
          <p:spPr>
            <a:xfrm flipH="1" flipV="1">
              <a:off x="1661969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8651082-CDDB-BF2F-55DA-D5BE2C678B22}"/>
                </a:ext>
              </a:extLst>
            </p:cNvPr>
            <p:cNvSpPr/>
            <p:nvPr/>
          </p:nvSpPr>
          <p:spPr>
            <a:xfrm flipH="1" flipV="1">
              <a:off x="1799938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7B13748-484C-1A1E-40DA-E85194CAF640}"/>
                </a:ext>
              </a:extLst>
            </p:cNvPr>
            <p:cNvSpPr/>
            <p:nvPr/>
          </p:nvSpPr>
          <p:spPr>
            <a:xfrm flipH="1" flipV="1">
              <a:off x="1937907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C78D6C3-62BA-FA57-96BE-988F0CF8D538}"/>
                </a:ext>
              </a:extLst>
            </p:cNvPr>
            <p:cNvSpPr/>
            <p:nvPr/>
          </p:nvSpPr>
          <p:spPr>
            <a:xfrm flipH="1" flipV="1">
              <a:off x="1524000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3BC600D-82BB-24F2-3ED8-741CFA416915}"/>
                </a:ext>
              </a:extLst>
            </p:cNvPr>
            <p:cNvSpPr/>
            <p:nvPr/>
          </p:nvSpPr>
          <p:spPr>
            <a:xfrm flipH="1" flipV="1">
              <a:off x="1661969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5261A0E-47D6-4179-5714-286150AC74A7}"/>
                </a:ext>
              </a:extLst>
            </p:cNvPr>
            <p:cNvSpPr/>
            <p:nvPr/>
          </p:nvSpPr>
          <p:spPr>
            <a:xfrm flipH="1" flipV="1">
              <a:off x="1799938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DAD708F-E4AD-8C03-9D87-3165EEE18EB7}"/>
                </a:ext>
              </a:extLst>
            </p:cNvPr>
            <p:cNvSpPr/>
            <p:nvPr/>
          </p:nvSpPr>
          <p:spPr>
            <a:xfrm flipH="1" flipV="1">
              <a:off x="1937907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4C559E0-E9FB-67E5-5DB3-8AE656E1697D}"/>
                </a:ext>
              </a:extLst>
            </p:cNvPr>
            <p:cNvSpPr/>
            <p:nvPr/>
          </p:nvSpPr>
          <p:spPr>
            <a:xfrm flipH="1" flipV="1">
              <a:off x="1524000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A8FD2A5-B835-D327-7B94-E2526C9A5C51}"/>
                </a:ext>
              </a:extLst>
            </p:cNvPr>
            <p:cNvSpPr/>
            <p:nvPr/>
          </p:nvSpPr>
          <p:spPr>
            <a:xfrm flipH="1" flipV="1">
              <a:off x="1661969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F28167D-9D4B-B9F7-439D-940D809857BF}"/>
                </a:ext>
              </a:extLst>
            </p:cNvPr>
            <p:cNvSpPr/>
            <p:nvPr/>
          </p:nvSpPr>
          <p:spPr>
            <a:xfrm flipH="1" flipV="1">
              <a:off x="1799938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352359D-0658-4B93-5B13-F8001382DDC4}"/>
                </a:ext>
              </a:extLst>
            </p:cNvPr>
            <p:cNvSpPr/>
            <p:nvPr/>
          </p:nvSpPr>
          <p:spPr>
            <a:xfrm flipH="1" flipV="1">
              <a:off x="1937907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F035FF8-1E8B-8CE1-7BE9-011E932A736F}"/>
                </a:ext>
              </a:extLst>
            </p:cNvPr>
            <p:cNvSpPr/>
            <p:nvPr/>
          </p:nvSpPr>
          <p:spPr>
            <a:xfrm flipH="1" flipV="1">
              <a:off x="1524000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878A0E4-0BB9-D424-0189-39E99487EB2F}"/>
                </a:ext>
              </a:extLst>
            </p:cNvPr>
            <p:cNvSpPr/>
            <p:nvPr/>
          </p:nvSpPr>
          <p:spPr>
            <a:xfrm flipH="1" flipV="1">
              <a:off x="1661969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FBD86DF-DFC3-C9C7-FE82-14C0963D248E}"/>
                </a:ext>
              </a:extLst>
            </p:cNvPr>
            <p:cNvSpPr/>
            <p:nvPr/>
          </p:nvSpPr>
          <p:spPr>
            <a:xfrm flipH="1" flipV="1">
              <a:off x="1799938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F367E41-7867-F3C4-C56B-2D4ED7422064}"/>
                </a:ext>
              </a:extLst>
            </p:cNvPr>
            <p:cNvSpPr/>
            <p:nvPr/>
          </p:nvSpPr>
          <p:spPr>
            <a:xfrm flipH="1" flipV="1">
              <a:off x="1937907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C9CF761-3AF2-1046-42E1-B37CBB666107}"/>
                </a:ext>
              </a:extLst>
            </p:cNvPr>
            <p:cNvSpPr/>
            <p:nvPr/>
          </p:nvSpPr>
          <p:spPr>
            <a:xfrm flipH="1" flipV="1">
              <a:off x="1524000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99176A8-3C84-719E-5BCC-7610F16175BC}"/>
                </a:ext>
              </a:extLst>
            </p:cNvPr>
            <p:cNvSpPr/>
            <p:nvPr/>
          </p:nvSpPr>
          <p:spPr>
            <a:xfrm flipH="1" flipV="1">
              <a:off x="1661969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F05E6DA-94FA-166A-BEB0-8CA31FD2EBAE}"/>
                </a:ext>
              </a:extLst>
            </p:cNvPr>
            <p:cNvSpPr/>
            <p:nvPr/>
          </p:nvSpPr>
          <p:spPr>
            <a:xfrm flipH="1" flipV="1">
              <a:off x="1799938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4FCBCB7-9339-567A-01B5-CF7F8FC125F7}"/>
                </a:ext>
              </a:extLst>
            </p:cNvPr>
            <p:cNvSpPr/>
            <p:nvPr/>
          </p:nvSpPr>
          <p:spPr>
            <a:xfrm flipH="1" flipV="1">
              <a:off x="1937907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39EDB66-044C-F7A0-8365-CF8F8F063A5F}"/>
                </a:ext>
              </a:extLst>
            </p:cNvPr>
            <p:cNvSpPr/>
            <p:nvPr/>
          </p:nvSpPr>
          <p:spPr>
            <a:xfrm flipH="1" flipV="1">
              <a:off x="1524000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CAD1176-516F-A26B-10CA-A66D207EC6DB}"/>
                </a:ext>
              </a:extLst>
            </p:cNvPr>
            <p:cNvSpPr/>
            <p:nvPr/>
          </p:nvSpPr>
          <p:spPr>
            <a:xfrm flipH="1" flipV="1">
              <a:off x="1661969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7853282C-6EB4-3B52-959C-7A2AC0F8ECD1}"/>
                </a:ext>
              </a:extLst>
            </p:cNvPr>
            <p:cNvSpPr/>
            <p:nvPr/>
          </p:nvSpPr>
          <p:spPr>
            <a:xfrm flipH="1" flipV="1">
              <a:off x="1799938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D28C8F6-A904-6715-A322-8F819D276794}"/>
                </a:ext>
              </a:extLst>
            </p:cNvPr>
            <p:cNvSpPr/>
            <p:nvPr/>
          </p:nvSpPr>
          <p:spPr>
            <a:xfrm flipH="1" flipV="1">
              <a:off x="1937907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EA5302F-A2C7-C2D3-723F-14D7936B9E00}"/>
                </a:ext>
              </a:extLst>
            </p:cNvPr>
            <p:cNvSpPr/>
            <p:nvPr/>
          </p:nvSpPr>
          <p:spPr>
            <a:xfrm flipH="1" flipV="1">
              <a:off x="2426472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C99A9D5-FD95-EE84-242E-8E114F1725F6}"/>
                </a:ext>
              </a:extLst>
            </p:cNvPr>
            <p:cNvSpPr/>
            <p:nvPr/>
          </p:nvSpPr>
          <p:spPr>
            <a:xfrm flipH="1" flipV="1">
              <a:off x="2564441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655C335-92D1-3B15-07CD-FB5C63C43541}"/>
                </a:ext>
              </a:extLst>
            </p:cNvPr>
            <p:cNvSpPr/>
            <p:nvPr/>
          </p:nvSpPr>
          <p:spPr>
            <a:xfrm flipH="1" flipV="1">
              <a:off x="2426472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4F2937B-CCDB-64EF-A6F2-1895197C76C8}"/>
                </a:ext>
              </a:extLst>
            </p:cNvPr>
            <p:cNvSpPr/>
            <p:nvPr/>
          </p:nvSpPr>
          <p:spPr>
            <a:xfrm flipH="1" flipV="1">
              <a:off x="2564441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AD7EB2F-2212-AA3A-7F72-ADD044E83273}"/>
                </a:ext>
              </a:extLst>
            </p:cNvPr>
            <p:cNvSpPr/>
            <p:nvPr/>
          </p:nvSpPr>
          <p:spPr>
            <a:xfrm flipH="1" flipV="1">
              <a:off x="2426472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531975A-861E-2EE0-439B-10FD6B7A07FE}"/>
                </a:ext>
              </a:extLst>
            </p:cNvPr>
            <p:cNvSpPr/>
            <p:nvPr/>
          </p:nvSpPr>
          <p:spPr>
            <a:xfrm flipH="1" flipV="1">
              <a:off x="2564441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807A8FE-C7E9-A053-C574-6A840F690E36}"/>
                </a:ext>
              </a:extLst>
            </p:cNvPr>
            <p:cNvSpPr/>
            <p:nvPr/>
          </p:nvSpPr>
          <p:spPr>
            <a:xfrm flipH="1" flipV="1">
              <a:off x="2426472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CE6047D-9F26-0929-B9F3-9C11352C8484}"/>
                </a:ext>
              </a:extLst>
            </p:cNvPr>
            <p:cNvSpPr/>
            <p:nvPr/>
          </p:nvSpPr>
          <p:spPr>
            <a:xfrm flipH="1" flipV="1">
              <a:off x="2564441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B81A243-7B22-60EC-6E33-1802EBABC4E2}"/>
                </a:ext>
              </a:extLst>
            </p:cNvPr>
            <p:cNvSpPr/>
            <p:nvPr/>
          </p:nvSpPr>
          <p:spPr>
            <a:xfrm flipH="1" flipV="1">
              <a:off x="2426472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261AEF3-5180-F3C9-D953-5C6B539537F2}"/>
                </a:ext>
              </a:extLst>
            </p:cNvPr>
            <p:cNvSpPr/>
            <p:nvPr/>
          </p:nvSpPr>
          <p:spPr>
            <a:xfrm flipH="1" flipV="1">
              <a:off x="2564441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89E9C65-7281-F9FC-CAAC-CEE1E67AFA09}"/>
                </a:ext>
              </a:extLst>
            </p:cNvPr>
            <p:cNvSpPr/>
            <p:nvPr/>
          </p:nvSpPr>
          <p:spPr>
            <a:xfrm flipH="1" flipV="1">
              <a:off x="2426472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927C40A-B0F1-79A8-70C5-B2E14FBA184B}"/>
                </a:ext>
              </a:extLst>
            </p:cNvPr>
            <p:cNvSpPr/>
            <p:nvPr/>
          </p:nvSpPr>
          <p:spPr>
            <a:xfrm flipH="1" flipV="1">
              <a:off x="2564441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8BA22446-C31B-E686-2481-3202EA17C2BC}"/>
                </a:ext>
              </a:extLst>
            </p:cNvPr>
            <p:cNvSpPr/>
            <p:nvPr/>
          </p:nvSpPr>
          <p:spPr>
            <a:xfrm flipH="1" flipV="1">
              <a:off x="2426472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43CE98B-7598-7332-DFE2-92100B77C527}"/>
                </a:ext>
              </a:extLst>
            </p:cNvPr>
            <p:cNvSpPr/>
            <p:nvPr/>
          </p:nvSpPr>
          <p:spPr>
            <a:xfrm flipH="1" flipV="1">
              <a:off x="2564441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1B04B5F-D158-7561-4F5A-BD0905A3FC09}"/>
                </a:ext>
              </a:extLst>
            </p:cNvPr>
            <p:cNvSpPr/>
            <p:nvPr/>
          </p:nvSpPr>
          <p:spPr>
            <a:xfrm flipH="1" flipV="1">
              <a:off x="2426472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747334F-6C6D-4D77-9215-AEF65AF6E98B}"/>
                </a:ext>
              </a:extLst>
            </p:cNvPr>
            <p:cNvSpPr/>
            <p:nvPr/>
          </p:nvSpPr>
          <p:spPr>
            <a:xfrm flipH="1" flipV="1">
              <a:off x="2564441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F6378C7-4BFF-61E3-B568-456232C1FADE}"/>
                </a:ext>
              </a:extLst>
            </p:cNvPr>
            <p:cNvSpPr/>
            <p:nvPr/>
          </p:nvSpPr>
          <p:spPr>
            <a:xfrm flipH="1" flipV="1">
              <a:off x="2426472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66C3A8D-61D4-6023-E9B3-F493B35F6D96}"/>
                </a:ext>
              </a:extLst>
            </p:cNvPr>
            <p:cNvSpPr/>
            <p:nvPr/>
          </p:nvSpPr>
          <p:spPr>
            <a:xfrm flipH="1" flipV="1">
              <a:off x="2564441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B49AACE-4077-26B3-F0D5-4AE94CA0DC78}"/>
                </a:ext>
              </a:extLst>
            </p:cNvPr>
            <p:cNvSpPr/>
            <p:nvPr/>
          </p:nvSpPr>
          <p:spPr>
            <a:xfrm flipH="1" flipV="1">
              <a:off x="2426472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DD9630D-FB3D-3D15-8237-7E600142263A}"/>
                </a:ext>
              </a:extLst>
            </p:cNvPr>
            <p:cNvSpPr/>
            <p:nvPr/>
          </p:nvSpPr>
          <p:spPr>
            <a:xfrm flipH="1" flipV="1">
              <a:off x="2564441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12024F6-60AC-2CA6-2D0A-516E13943607}"/>
                </a:ext>
              </a:extLst>
            </p:cNvPr>
            <p:cNvSpPr/>
            <p:nvPr/>
          </p:nvSpPr>
          <p:spPr>
            <a:xfrm flipH="1" flipV="1">
              <a:off x="2426472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075FA5E-8D9C-BE1D-55D4-BAE7F43D1255}"/>
                </a:ext>
              </a:extLst>
            </p:cNvPr>
            <p:cNvSpPr/>
            <p:nvPr/>
          </p:nvSpPr>
          <p:spPr>
            <a:xfrm flipH="1" flipV="1">
              <a:off x="2564441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2021F89-8E05-C166-FEE2-97620F515EBC}"/>
                </a:ext>
              </a:extLst>
            </p:cNvPr>
            <p:cNvSpPr/>
            <p:nvPr/>
          </p:nvSpPr>
          <p:spPr>
            <a:xfrm flipH="1" flipV="1">
              <a:off x="2426472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6DD4C9E-4848-88C8-C2E6-EC13F50DAF97}"/>
                </a:ext>
              </a:extLst>
            </p:cNvPr>
            <p:cNvSpPr/>
            <p:nvPr/>
          </p:nvSpPr>
          <p:spPr>
            <a:xfrm flipH="1" flipV="1">
              <a:off x="2564441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4106749-461A-F8ED-E7DA-64872D6AEC99}"/>
              </a:ext>
            </a:extLst>
          </p:cNvPr>
          <p:cNvGrpSpPr/>
          <p:nvPr/>
        </p:nvGrpSpPr>
        <p:grpSpPr>
          <a:xfrm>
            <a:off x="462118" y="3791851"/>
            <a:ext cx="1178410" cy="321807"/>
            <a:chOff x="1524000" y="3791851"/>
            <a:chExt cx="1178410" cy="321807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DA26FD5-A439-616B-E504-1B6C74872A88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5DCC55C-5B15-1A4A-6816-9D1BC809857F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0F114F2-94CC-445B-8125-DEF7D5F5EE5A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D5B4B10-34BE-24F8-99B9-23C4BE268E5D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036EECF-76EC-2539-5107-BAB8D44FEF09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6BA77E8-23DA-3D49-3827-B35C1652E183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7A0A843-847B-1D8F-7DBB-F817739D162C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6E265C4-F0EE-696B-728C-7E8B7AB06788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EE43A1B-2554-7AE3-8F81-A3E5259477AE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86E83BB-D707-75D2-B7A6-D6E734AB21A6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6AD6B74-D496-5135-56DB-73716C19BC6A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3777C7D-C5F3-2746-E5F1-EC38DA9E699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E97F2220-6DB6-9F34-3C9D-4A714E2458DB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E84CE120-6118-091C-B32A-BC8775839745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7242A2B-5D87-C5AB-E4AD-269B6F7CDC93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877A539-8B97-48E1-E225-FAF4F791342E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8B99E5C-C9C7-C50E-7F5B-F60A4291BAED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FB11D4C-E904-A1C9-372E-4D469A725DF1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9859389D-CCE8-A5BE-4DAE-229BAD3AFD30}"/>
              </a:ext>
            </a:extLst>
          </p:cNvPr>
          <p:cNvSpPr txBox="1"/>
          <p:nvPr/>
        </p:nvSpPr>
        <p:spPr bwMode="auto">
          <a:xfrm>
            <a:off x="271137" y="4191276"/>
            <a:ext cx="795867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X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D404720-3D8C-FA1B-1630-4D5B6D3D0692}"/>
              </a:ext>
            </a:extLst>
          </p:cNvPr>
          <p:cNvSpPr txBox="1"/>
          <p:nvPr/>
        </p:nvSpPr>
        <p:spPr bwMode="auto">
          <a:xfrm>
            <a:off x="1168605" y="4204744"/>
            <a:ext cx="792114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Y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305CE2A-366E-21C0-9920-7406C63FE844}"/>
              </a:ext>
            </a:extLst>
          </p:cNvPr>
          <p:cNvGrpSpPr/>
          <p:nvPr/>
        </p:nvGrpSpPr>
        <p:grpSpPr>
          <a:xfrm>
            <a:off x="462118" y="2410846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E963545-36BC-AC5D-7FC6-D943023146FD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0CF700-F285-B8C7-432B-4B73FECEB83C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C95314E-1323-23F3-98E0-3F6D8F42A770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9255D91-4853-1ABB-E554-5474E2072228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859B398-3FBB-77C4-F3BC-B75DE915CCBA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E427DDE-8F4D-9C88-64B8-3D616985079D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7418B47-36E2-C274-5C6E-5844B904AA14}"/>
              </a:ext>
            </a:extLst>
          </p:cNvPr>
          <p:cNvGrpSpPr/>
          <p:nvPr/>
        </p:nvGrpSpPr>
        <p:grpSpPr>
          <a:xfrm>
            <a:off x="462118" y="3798271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0D2A8EB-3638-EF75-F60F-B5918E2B156D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792BC6-DEBB-318D-4F9D-E57DFA99E032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6341F5F-8E87-C933-7970-D44E7B992E23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B8FE8FF-BF4F-7ED6-66DE-65C2CE9696D8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8B8A76B-2773-EA17-3BB6-CA8FCD104C3E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B57C015-48FB-3522-0866-5457385D8889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A39F296-13B1-6434-925D-4F4F168C190F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2301481-2AE4-8429-D183-454BA82C51A4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BECF2D3-6FE5-7329-8548-B2CFCCCFD3A7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A9085279-35B5-FB6B-5A02-DCADC64F1197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0A8FFDD-9842-13EE-211F-190457C476BD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9F57EDB-3B35-4F0E-A5F8-03BD8F871EC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D2BE1EE-CC90-6405-7E89-82B924DCD9FD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14C650C-A715-368F-6683-4DD7470D8162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95F851B-A312-56A6-34E2-0369A65D9D63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7011FFD-3973-14EB-281D-200C367BECCA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2C8F4A0-C99E-4D59-C5F6-AB53E29C6FFC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C06F21B-C217-5C2A-FB25-B74B2E065DD2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546BEFD-21FF-4255-3821-36D8BE048BD8}"/>
              </a:ext>
            </a:extLst>
          </p:cNvPr>
          <p:cNvGrpSpPr/>
          <p:nvPr/>
        </p:nvGrpSpPr>
        <p:grpSpPr>
          <a:xfrm>
            <a:off x="3309773" y="1557867"/>
            <a:ext cx="1178410" cy="429076"/>
            <a:chOff x="4371655" y="1557867"/>
            <a:chExt cx="1178410" cy="429076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91A6D08-4254-4307-8CEF-923F3C74D3B2}"/>
                </a:ext>
              </a:extLst>
            </p:cNvPr>
            <p:cNvSpPr/>
            <p:nvPr/>
          </p:nvSpPr>
          <p:spPr>
            <a:xfrm flipH="1" flipV="1">
              <a:off x="4371655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8188320-F8A8-D2A2-57C1-F887FDAE99E6}"/>
                </a:ext>
              </a:extLst>
            </p:cNvPr>
            <p:cNvSpPr/>
            <p:nvPr/>
          </p:nvSpPr>
          <p:spPr>
            <a:xfrm flipH="1" flipV="1">
              <a:off x="4509624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CD4956F0-0FA1-47B5-246F-ADA31A629018}"/>
                </a:ext>
              </a:extLst>
            </p:cNvPr>
            <p:cNvSpPr/>
            <p:nvPr/>
          </p:nvSpPr>
          <p:spPr>
            <a:xfrm flipH="1" flipV="1">
              <a:off x="4647593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427DB1B3-127E-8C07-1420-A65ADACECBDF}"/>
                </a:ext>
              </a:extLst>
            </p:cNvPr>
            <p:cNvSpPr/>
            <p:nvPr/>
          </p:nvSpPr>
          <p:spPr>
            <a:xfrm flipH="1" flipV="1">
              <a:off x="4785562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E9C9C2B-FA8C-E53F-E96E-CF5121C1D53F}"/>
                </a:ext>
              </a:extLst>
            </p:cNvPr>
            <p:cNvSpPr/>
            <p:nvPr/>
          </p:nvSpPr>
          <p:spPr>
            <a:xfrm flipH="1" flipV="1">
              <a:off x="4371655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BC8C6895-1EA0-4833-4DBA-8AF53C8C206D}"/>
                </a:ext>
              </a:extLst>
            </p:cNvPr>
            <p:cNvSpPr/>
            <p:nvPr/>
          </p:nvSpPr>
          <p:spPr>
            <a:xfrm flipH="1" flipV="1">
              <a:off x="4509624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B99F1266-649A-F234-39E0-8100549F6DDE}"/>
                </a:ext>
              </a:extLst>
            </p:cNvPr>
            <p:cNvSpPr/>
            <p:nvPr/>
          </p:nvSpPr>
          <p:spPr>
            <a:xfrm flipH="1" flipV="1">
              <a:off x="4647593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E553398-B422-6A81-3819-D9DC50765E90}"/>
                </a:ext>
              </a:extLst>
            </p:cNvPr>
            <p:cNvSpPr/>
            <p:nvPr/>
          </p:nvSpPr>
          <p:spPr>
            <a:xfrm flipH="1" flipV="1">
              <a:off x="4785562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4B007ADD-9F0D-CDD5-B6F2-52E290AF1B8E}"/>
                </a:ext>
              </a:extLst>
            </p:cNvPr>
            <p:cNvSpPr/>
            <p:nvPr/>
          </p:nvSpPr>
          <p:spPr>
            <a:xfrm flipH="1" flipV="1">
              <a:off x="4371655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678DC272-68F1-CA7E-2788-0E2894E407A2}"/>
                </a:ext>
              </a:extLst>
            </p:cNvPr>
            <p:cNvSpPr/>
            <p:nvPr/>
          </p:nvSpPr>
          <p:spPr>
            <a:xfrm flipH="1" flipV="1">
              <a:off x="4509624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AF46458B-D4DD-6095-3D8C-98E977083F8F}"/>
                </a:ext>
              </a:extLst>
            </p:cNvPr>
            <p:cNvSpPr/>
            <p:nvPr/>
          </p:nvSpPr>
          <p:spPr>
            <a:xfrm flipH="1" flipV="1">
              <a:off x="4647593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224B698-8C46-D122-9D1F-C81C4F76BAD5}"/>
                </a:ext>
              </a:extLst>
            </p:cNvPr>
            <p:cNvSpPr/>
            <p:nvPr/>
          </p:nvSpPr>
          <p:spPr>
            <a:xfrm flipH="1" flipV="1">
              <a:off x="4785562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BDAE1406-2002-ABFF-6A46-C8F1C219171B}"/>
                </a:ext>
              </a:extLst>
            </p:cNvPr>
            <p:cNvSpPr/>
            <p:nvPr/>
          </p:nvSpPr>
          <p:spPr>
            <a:xfrm flipH="1" flipV="1">
              <a:off x="5274127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3A265B14-A098-5A1A-0150-9E4EE5C5BED0}"/>
                </a:ext>
              </a:extLst>
            </p:cNvPr>
            <p:cNvSpPr/>
            <p:nvPr/>
          </p:nvSpPr>
          <p:spPr>
            <a:xfrm flipH="1" flipV="1">
              <a:off x="5412096" y="15578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0708DBB-3ABE-C21F-62E5-B70FF112EA9B}"/>
                </a:ext>
              </a:extLst>
            </p:cNvPr>
            <p:cNvSpPr/>
            <p:nvPr/>
          </p:nvSpPr>
          <p:spPr>
            <a:xfrm flipH="1" flipV="1">
              <a:off x="5274127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F884F2C1-AEB5-2C59-14E7-A8E8A28BE64F}"/>
                </a:ext>
              </a:extLst>
            </p:cNvPr>
            <p:cNvSpPr/>
            <p:nvPr/>
          </p:nvSpPr>
          <p:spPr>
            <a:xfrm flipH="1" flipV="1">
              <a:off x="5412096" y="16651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C736D72E-9967-188A-955D-69CB63236713}"/>
                </a:ext>
              </a:extLst>
            </p:cNvPr>
            <p:cNvSpPr/>
            <p:nvPr/>
          </p:nvSpPr>
          <p:spPr>
            <a:xfrm flipH="1" flipV="1">
              <a:off x="5274127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35833685-6CD5-8B89-548C-B186988ADA05}"/>
                </a:ext>
              </a:extLst>
            </p:cNvPr>
            <p:cNvSpPr/>
            <p:nvPr/>
          </p:nvSpPr>
          <p:spPr>
            <a:xfrm flipH="1" flipV="1">
              <a:off x="5412096" y="17724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E2AA19DE-1991-52A0-889E-5996D1240FAE}"/>
                </a:ext>
              </a:extLst>
            </p:cNvPr>
            <p:cNvSpPr/>
            <p:nvPr/>
          </p:nvSpPr>
          <p:spPr>
            <a:xfrm flipH="1" flipV="1">
              <a:off x="4371655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7AE521B-5DAF-1C22-CF9D-4F70519BB8FA}"/>
                </a:ext>
              </a:extLst>
            </p:cNvPr>
            <p:cNvSpPr/>
            <p:nvPr/>
          </p:nvSpPr>
          <p:spPr>
            <a:xfrm flipH="1" flipV="1">
              <a:off x="4509624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4792F36A-718B-6783-E00A-1D57308B4C18}"/>
                </a:ext>
              </a:extLst>
            </p:cNvPr>
            <p:cNvSpPr/>
            <p:nvPr/>
          </p:nvSpPr>
          <p:spPr>
            <a:xfrm flipH="1" flipV="1">
              <a:off x="4647593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48F80EEC-65C5-12CA-01D0-A0E513CF28FD}"/>
                </a:ext>
              </a:extLst>
            </p:cNvPr>
            <p:cNvSpPr/>
            <p:nvPr/>
          </p:nvSpPr>
          <p:spPr>
            <a:xfrm flipH="1" flipV="1">
              <a:off x="4785562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4B0F0103-C8EF-81B2-41D7-0A978893D7CB}"/>
                </a:ext>
              </a:extLst>
            </p:cNvPr>
            <p:cNvSpPr/>
            <p:nvPr/>
          </p:nvSpPr>
          <p:spPr>
            <a:xfrm flipH="1" flipV="1">
              <a:off x="5274127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F2BB801D-4BBE-A6B1-8A27-C25E71AF4941}"/>
                </a:ext>
              </a:extLst>
            </p:cNvPr>
            <p:cNvSpPr/>
            <p:nvPr/>
          </p:nvSpPr>
          <p:spPr>
            <a:xfrm flipH="1" flipV="1">
              <a:off x="5412096" y="18796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ECBC0C46-E3F0-8756-2430-BC4DF22F28DA}"/>
              </a:ext>
            </a:extLst>
          </p:cNvPr>
          <p:cNvGrpSpPr/>
          <p:nvPr/>
        </p:nvGrpSpPr>
        <p:grpSpPr>
          <a:xfrm>
            <a:off x="3309773" y="1984715"/>
            <a:ext cx="1178410" cy="423481"/>
            <a:chOff x="4371655" y="1984715"/>
            <a:chExt cx="1178410" cy="423481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DF4773D-92DE-25FA-123F-7BC62107333B}"/>
                </a:ext>
              </a:extLst>
            </p:cNvPr>
            <p:cNvSpPr/>
            <p:nvPr/>
          </p:nvSpPr>
          <p:spPr>
            <a:xfrm flipH="1" flipV="1">
              <a:off x="4371655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AE91DDA9-35AA-93B6-956E-B5DD3118CDBF}"/>
                </a:ext>
              </a:extLst>
            </p:cNvPr>
            <p:cNvSpPr/>
            <p:nvPr/>
          </p:nvSpPr>
          <p:spPr>
            <a:xfrm flipH="1" flipV="1">
              <a:off x="4509624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76722AFA-5D1D-65C7-E465-9AE11B4295BC}"/>
                </a:ext>
              </a:extLst>
            </p:cNvPr>
            <p:cNvSpPr/>
            <p:nvPr/>
          </p:nvSpPr>
          <p:spPr>
            <a:xfrm flipH="1" flipV="1">
              <a:off x="4647593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A5D67F1-1665-1655-0DAC-9899922EC5AD}"/>
                </a:ext>
              </a:extLst>
            </p:cNvPr>
            <p:cNvSpPr/>
            <p:nvPr/>
          </p:nvSpPr>
          <p:spPr>
            <a:xfrm flipH="1" flipV="1">
              <a:off x="4785562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3526757-9353-0B9D-1A15-9FB59EF9397A}"/>
                </a:ext>
              </a:extLst>
            </p:cNvPr>
            <p:cNvSpPr/>
            <p:nvPr/>
          </p:nvSpPr>
          <p:spPr>
            <a:xfrm flipH="1" flipV="1">
              <a:off x="4371655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BFD5D20-2F05-8823-0843-F4E0FD83F393}"/>
                </a:ext>
              </a:extLst>
            </p:cNvPr>
            <p:cNvSpPr/>
            <p:nvPr/>
          </p:nvSpPr>
          <p:spPr>
            <a:xfrm flipH="1" flipV="1">
              <a:off x="4509624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F17B6D5-0B72-DBBD-2F3F-8A28A0BF7A1A}"/>
                </a:ext>
              </a:extLst>
            </p:cNvPr>
            <p:cNvSpPr/>
            <p:nvPr/>
          </p:nvSpPr>
          <p:spPr>
            <a:xfrm flipH="1" flipV="1">
              <a:off x="4647593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A52CC2E-8F73-DF64-EABA-D9F8A91157F8}"/>
                </a:ext>
              </a:extLst>
            </p:cNvPr>
            <p:cNvSpPr/>
            <p:nvPr/>
          </p:nvSpPr>
          <p:spPr>
            <a:xfrm flipH="1" flipV="1">
              <a:off x="4785562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7E2D2837-2577-C256-47D6-4D2E7CFC1BA0}"/>
                </a:ext>
              </a:extLst>
            </p:cNvPr>
            <p:cNvSpPr/>
            <p:nvPr/>
          </p:nvSpPr>
          <p:spPr>
            <a:xfrm flipH="1" flipV="1">
              <a:off x="4371655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D3B50204-1623-89CE-946C-4E086A5D5EB0}"/>
                </a:ext>
              </a:extLst>
            </p:cNvPr>
            <p:cNvSpPr/>
            <p:nvPr/>
          </p:nvSpPr>
          <p:spPr>
            <a:xfrm flipH="1" flipV="1">
              <a:off x="4509624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53563D0-8524-1F64-949F-CE198F13B5C6}"/>
                </a:ext>
              </a:extLst>
            </p:cNvPr>
            <p:cNvSpPr/>
            <p:nvPr/>
          </p:nvSpPr>
          <p:spPr>
            <a:xfrm flipH="1" flipV="1">
              <a:off x="4647593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44B6A27-9645-F4DA-6103-F9402E708218}"/>
                </a:ext>
              </a:extLst>
            </p:cNvPr>
            <p:cNvSpPr/>
            <p:nvPr/>
          </p:nvSpPr>
          <p:spPr>
            <a:xfrm flipH="1" flipV="1">
              <a:off x="4785562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5E953EE-0B96-8F4D-642E-3D6A43DB5E3A}"/>
                </a:ext>
              </a:extLst>
            </p:cNvPr>
            <p:cNvSpPr/>
            <p:nvPr/>
          </p:nvSpPr>
          <p:spPr>
            <a:xfrm flipH="1" flipV="1">
              <a:off x="4371655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210A577-851D-7DE7-B5DD-DC47746A9B1E}"/>
                </a:ext>
              </a:extLst>
            </p:cNvPr>
            <p:cNvSpPr/>
            <p:nvPr/>
          </p:nvSpPr>
          <p:spPr>
            <a:xfrm flipH="1" flipV="1">
              <a:off x="4509624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4FBFC29-FA29-0B47-C46D-DB9238476CFC}"/>
                </a:ext>
              </a:extLst>
            </p:cNvPr>
            <p:cNvSpPr/>
            <p:nvPr/>
          </p:nvSpPr>
          <p:spPr>
            <a:xfrm flipH="1" flipV="1">
              <a:off x="4647593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A53414B8-7932-D344-FD45-FD98412AA479}"/>
                </a:ext>
              </a:extLst>
            </p:cNvPr>
            <p:cNvSpPr/>
            <p:nvPr/>
          </p:nvSpPr>
          <p:spPr>
            <a:xfrm flipH="1" flipV="1">
              <a:off x="4785562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1B2F2FD8-57E9-6CBB-8D75-8285B88B24B3}"/>
                </a:ext>
              </a:extLst>
            </p:cNvPr>
            <p:cNvSpPr/>
            <p:nvPr/>
          </p:nvSpPr>
          <p:spPr>
            <a:xfrm flipH="1" flipV="1">
              <a:off x="5274127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2497216-5F88-D460-8D46-FC970231356C}"/>
                </a:ext>
              </a:extLst>
            </p:cNvPr>
            <p:cNvSpPr/>
            <p:nvPr/>
          </p:nvSpPr>
          <p:spPr>
            <a:xfrm flipH="1" flipV="1">
              <a:off x="5412096" y="19847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97972EA-FB40-E4CD-292E-8B66BD062A64}"/>
                </a:ext>
              </a:extLst>
            </p:cNvPr>
            <p:cNvSpPr/>
            <p:nvPr/>
          </p:nvSpPr>
          <p:spPr>
            <a:xfrm flipH="1" flipV="1">
              <a:off x="5274127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362617E6-02BB-4329-4B1C-AE563A082E50}"/>
                </a:ext>
              </a:extLst>
            </p:cNvPr>
            <p:cNvSpPr/>
            <p:nvPr/>
          </p:nvSpPr>
          <p:spPr>
            <a:xfrm flipH="1" flipV="1">
              <a:off x="5412096" y="20919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9CE200C-C52B-6BDC-4F86-F23E4FAB4287}"/>
                </a:ext>
              </a:extLst>
            </p:cNvPr>
            <p:cNvSpPr/>
            <p:nvPr/>
          </p:nvSpPr>
          <p:spPr>
            <a:xfrm flipH="1" flipV="1">
              <a:off x="5274127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577F31D-558D-14FC-6065-179F1D35C469}"/>
                </a:ext>
              </a:extLst>
            </p:cNvPr>
            <p:cNvSpPr/>
            <p:nvPr/>
          </p:nvSpPr>
          <p:spPr>
            <a:xfrm flipH="1" flipV="1">
              <a:off x="5412096" y="21992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B1BFE01-F21B-E211-A7D4-4C9A2B262A90}"/>
                </a:ext>
              </a:extLst>
            </p:cNvPr>
            <p:cNvSpPr/>
            <p:nvPr/>
          </p:nvSpPr>
          <p:spPr>
            <a:xfrm flipH="1" flipV="1">
              <a:off x="5274127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B5A584F-402A-B6AD-D65A-EBD76C90C114}"/>
                </a:ext>
              </a:extLst>
            </p:cNvPr>
            <p:cNvSpPr/>
            <p:nvPr/>
          </p:nvSpPr>
          <p:spPr>
            <a:xfrm flipH="1" flipV="1">
              <a:off x="5412096" y="23009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88F16AC7-332A-CFCD-5C5E-F2879DF70790}"/>
              </a:ext>
            </a:extLst>
          </p:cNvPr>
          <p:cNvGrpSpPr/>
          <p:nvPr/>
        </p:nvGrpSpPr>
        <p:grpSpPr>
          <a:xfrm>
            <a:off x="3309773" y="2408196"/>
            <a:ext cx="1178410" cy="421179"/>
            <a:chOff x="4371655" y="2408196"/>
            <a:chExt cx="1178410" cy="421179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C046594B-D678-4E97-65C5-820EE54B0975}"/>
                </a:ext>
              </a:extLst>
            </p:cNvPr>
            <p:cNvSpPr/>
            <p:nvPr/>
          </p:nvSpPr>
          <p:spPr>
            <a:xfrm flipH="1" flipV="1">
              <a:off x="4371655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863BA9CD-7256-E3C9-273E-EEDE46856858}"/>
                </a:ext>
              </a:extLst>
            </p:cNvPr>
            <p:cNvSpPr/>
            <p:nvPr/>
          </p:nvSpPr>
          <p:spPr>
            <a:xfrm flipH="1" flipV="1">
              <a:off x="4509624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6D9D960A-9FBB-F123-D0AA-BDA833EEBFA4}"/>
                </a:ext>
              </a:extLst>
            </p:cNvPr>
            <p:cNvSpPr/>
            <p:nvPr/>
          </p:nvSpPr>
          <p:spPr>
            <a:xfrm flipH="1" flipV="1">
              <a:off x="4647593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9376E3F-9F34-8BFF-3404-F3C4F7E38916}"/>
                </a:ext>
              </a:extLst>
            </p:cNvPr>
            <p:cNvSpPr/>
            <p:nvPr/>
          </p:nvSpPr>
          <p:spPr>
            <a:xfrm flipH="1" flipV="1">
              <a:off x="4785562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EB49542-3D08-5BE8-89BE-E96887427DD7}"/>
                </a:ext>
              </a:extLst>
            </p:cNvPr>
            <p:cNvSpPr/>
            <p:nvPr/>
          </p:nvSpPr>
          <p:spPr>
            <a:xfrm flipH="1" flipV="1">
              <a:off x="4371655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A5F5745-FECC-B691-DB4D-8C8209775AB9}"/>
                </a:ext>
              </a:extLst>
            </p:cNvPr>
            <p:cNvSpPr/>
            <p:nvPr/>
          </p:nvSpPr>
          <p:spPr>
            <a:xfrm flipH="1" flipV="1">
              <a:off x="4509624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A88D554-445D-6559-C2AC-E62672E55BE9}"/>
                </a:ext>
              </a:extLst>
            </p:cNvPr>
            <p:cNvSpPr/>
            <p:nvPr/>
          </p:nvSpPr>
          <p:spPr>
            <a:xfrm flipH="1" flipV="1">
              <a:off x="4647593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32EBF93-F977-6EAD-83E1-78F0F82B3120}"/>
                </a:ext>
              </a:extLst>
            </p:cNvPr>
            <p:cNvSpPr/>
            <p:nvPr/>
          </p:nvSpPr>
          <p:spPr>
            <a:xfrm flipH="1" flipV="1">
              <a:off x="4785562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05EE3EC-0C7E-217C-6156-B308F17CAAFD}"/>
                </a:ext>
              </a:extLst>
            </p:cNvPr>
            <p:cNvSpPr/>
            <p:nvPr/>
          </p:nvSpPr>
          <p:spPr>
            <a:xfrm flipH="1" flipV="1">
              <a:off x="4371655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57E0916-A9F2-1A50-383B-D245DCB3EE51}"/>
                </a:ext>
              </a:extLst>
            </p:cNvPr>
            <p:cNvSpPr/>
            <p:nvPr/>
          </p:nvSpPr>
          <p:spPr>
            <a:xfrm flipH="1" flipV="1">
              <a:off x="4509624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F7210152-3764-416E-C96E-625594DFFA87}"/>
                </a:ext>
              </a:extLst>
            </p:cNvPr>
            <p:cNvSpPr/>
            <p:nvPr/>
          </p:nvSpPr>
          <p:spPr>
            <a:xfrm flipH="1" flipV="1">
              <a:off x="4647593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79DDEA4-0885-48AE-FB84-2392A4C3FDB8}"/>
                </a:ext>
              </a:extLst>
            </p:cNvPr>
            <p:cNvSpPr/>
            <p:nvPr/>
          </p:nvSpPr>
          <p:spPr>
            <a:xfrm flipH="1" flipV="1">
              <a:off x="4785562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1D4A2B8E-2D40-374B-4879-AA3B420066B3}"/>
                </a:ext>
              </a:extLst>
            </p:cNvPr>
            <p:cNvSpPr/>
            <p:nvPr/>
          </p:nvSpPr>
          <p:spPr>
            <a:xfrm flipH="1" flipV="1">
              <a:off x="4371655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2FA6209-EBD6-C5FD-CF1D-3D637B8164B0}"/>
                </a:ext>
              </a:extLst>
            </p:cNvPr>
            <p:cNvSpPr/>
            <p:nvPr/>
          </p:nvSpPr>
          <p:spPr>
            <a:xfrm flipH="1" flipV="1">
              <a:off x="4509624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3759B8B-0089-3CD2-129E-5215F5518077}"/>
                </a:ext>
              </a:extLst>
            </p:cNvPr>
            <p:cNvSpPr/>
            <p:nvPr/>
          </p:nvSpPr>
          <p:spPr>
            <a:xfrm flipH="1" flipV="1">
              <a:off x="4647593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25185657-9030-E06C-E7B5-466F9BACCE1E}"/>
                </a:ext>
              </a:extLst>
            </p:cNvPr>
            <p:cNvSpPr/>
            <p:nvPr/>
          </p:nvSpPr>
          <p:spPr>
            <a:xfrm flipH="1" flipV="1">
              <a:off x="4785562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7D498BB-2030-8AD8-51CD-BB32A5B822C2}"/>
                </a:ext>
              </a:extLst>
            </p:cNvPr>
            <p:cNvSpPr/>
            <p:nvPr/>
          </p:nvSpPr>
          <p:spPr>
            <a:xfrm flipH="1" flipV="1">
              <a:off x="5274127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B8133BD2-E921-4F0D-CEEE-C9E616F64E13}"/>
                </a:ext>
              </a:extLst>
            </p:cNvPr>
            <p:cNvSpPr/>
            <p:nvPr/>
          </p:nvSpPr>
          <p:spPr>
            <a:xfrm flipH="1" flipV="1">
              <a:off x="5412096" y="24081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6227AEB-7028-699C-5BDC-7C155109DD1B}"/>
                </a:ext>
              </a:extLst>
            </p:cNvPr>
            <p:cNvSpPr/>
            <p:nvPr/>
          </p:nvSpPr>
          <p:spPr>
            <a:xfrm flipH="1" flipV="1">
              <a:off x="5274127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75DB5C9-8D2A-89FD-B9FA-8B28F0E5B6D0}"/>
                </a:ext>
              </a:extLst>
            </p:cNvPr>
            <p:cNvSpPr/>
            <p:nvPr/>
          </p:nvSpPr>
          <p:spPr>
            <a:xfrm flipH="1" flipV="1">
              <a:off x="5412096" y="25154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9A565B2-3DB3-F192-6CDA-C508AFE6748E}"/>
                </a:ext>
              </a:extLst>
            </p:cNvPr>
            <p:cNvSpPr/>
            <p:nvPr/>
          </p:nvSpPr>
          <p:spPr>
            <a:xfrm flipH="1" flipV="1">
              <a:off x="5274127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ACE71206-F057-0E54-D398-A65E2D0A2BF7}"/>
                </a:ext>
              </a:extLst>
            </p:cNvPr>
            <p:cNvSpPr/>
            <p:nvPr/>
          </p:nvSpPr>
          <p:spPr>
            <a:xfrm flipH="1" flipV="1">
              <a:off x="5412096" y="26227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3AAE796-4365-3A9D-5089-D5D6C336051F}"/>
                </a:ext>
              </a:extLst>
            </p:cNvPr>
            <p:cNvSpPr/>
            <p:nvPr/>
          </p:nvSpPr>
          <p:spPr>
            <a:xfrm flipH="1" flipV="1">
              <a:off x="5274127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16D31BE-26A0-4397-5644-1DE15B69F99E}"/>
                </a:ext>
              </a:extLst>
            </p:cNvPr>
            <p:cNvSpPr/>
            <p:nvPr/>
          </p:nvSpPr>
          <p:spPr>
            <a:xfrm flipH="1" flipV="1">
              <a:off x="5412096" y="27221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752CD94C-FAE7-79C5-F3A6-AC45FB6CB992}"/>
              </a:ext>
            </a:extLst>
          </p:cNvPr>
          <p:cNvGrpSpPr/>
          <p:nvPr/>
        </p:nvGrpSpPr>
        <p:grpSpPr>
          <a:xfrm>
            <a:off x="3309773" y="2829375"/>
            <a:ext cx="1178410" cy="429076"/>
            <a:chOff x="4371655" y="2829375"/>
            <a:chExt cx="1178410" cy="429076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53A5A160-556D-07F7-1F4E-41D470DDE3B5}"/>
                </a:ext>
              </a:extLst>
            </p:cNvPr>
            <p:cNvSpPr/>
            <p:nvPr/>
          </p:nvSpPr>
          <p:spPr>
            <a:xfrm flipH="1" flipV="1">
              <a:off x="4371655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1E2D7272-60E7-2EA4-F489-85DF0E953937}"/>
                </a:ext>
              </a:extLst>
            </p:cNvPr>
            <p:cNvSpPr/>
            <p:nvPr/>
          </p:nvSpPr>
          <p:spPr>
            <a:xfrm flipH="1" flipV="1">
              <a:off x="4509624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7B6115EF-DF1C-4B96-8437-55C13DF57E89}"/>
                </a:ext>
              </a:extLst>
            </p:cNvPr>
            <p:cNvSpPr/>
            <p:nvPr/>
          </p:nvSpPr>
          <p:spPr>
            <a:xfrm flipH="1" flipV="1">
              <a:off x="4647593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F1472B6-22BE-3F3B-8723-5921F0C253AF}"/>
                </a:ext>
              </a:extLst>
            </p:cNvPr>
            <p:cNvSpPr/>
            <p:nvPr/>
          </p:nvSpPr>
          <p:spPr>
            <a:xfrm flipH="1" flipV="1">
              <a:off x="4785562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2F3D9D5-961A-A898-224D-C167DEDCE974}"/>
                </a:ext>
              </a:extLst>
            </p:cNvPr>
            <p:cNvSpPr/>
            <p:nvPr/>
          </p:nvSpPr>
          <p:spPr>
            <a:xfrm flipH="1" flipV="1">
              <a:off x="4371655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CC69D601-C276-C098-4D00-67EABFE09DFE}"/>
                </a:ext>
              </a:extLst>
            </p:cNvPr>
            <p:cNvSpPr/>
            <p:nvPr/>
          </p:nvSpPr>
          <p:spPr>
            <a:xfrm flipH="1" flipV="1">
              <a:off x="4509624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00BECB46-E98B-6C10-5BB9-FE3F94D5A8B6}"/>
                </a:ext>
              </a:extLst>
            </p:cNvPr>
            <p:cNvSpPr/>
            <p:nvPr/>
          </p:nvSpPr>
          <p:spPr>
            <a:xfrm flipH="1" flipV="1">
              <a:off x="4647593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4F0A3C3-FD87-B518-6F83-0BAAAF835373}"/>
                </a:ext>
              </a:extLst>
            </p:cNvPr>
            <p:cNvSpPr/>
            <p:nvPr/>
          </p:nvSpPr>
          <p:spPr>
            <a:xfrm flipH="1" flipV="1">
              <a:off x="4785562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FC97B14B-61C1-F24F-EF44-C0D1F4696AAD}"/>
                </a:ext>
              </a:extLst>
            </p:cNvPr>
            <p:cNvSpPr/>
            <p:nvPr/>
          </p:nvSpPr>
          <p:spPr>
            <a:xfrm flipH="1" flipV="1">
              <a:off x="4371655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4F51C94-F51C-6252-A05B-8480AFC46631}"/>
                </a:ext>
              </a:extLst>
            </p:cNvPr>
            <p:cNvSpPr/>
            <p:nvPr/>
          </p:nvSpPr>
          <p:spPr>
            <a:xfrm flipH="1" flipV="1">
              <a:off x="4509624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63C3C5B-9F11-3FCF-FCDE-5CB4EDE86A96}"/>
                </a:ext>
              </a:extLst>
            </p:cNvPr>
            <p:cNvSpPr/>
            <p:nvPr/>
          </p:nvSpPr>
          <p:spPr>
            <a:xfrm flipH="1" flipV="1">
              <a:off x="4647593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49307F7-73B5-C9D8-54C6-FF1EA6118E50}"/>
                </a:ext>
              </a:extLst>
            </p:cNvPr>
            <p:cNvSpPr/>
            <p:nvPr/>
          </p:nvSpPr>
          <p:spPr>
            <a:xfrm flipH="1" flipV="1">
              <a:off x="4785562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0455743-722D-4453-E00C-49256DA6C525}"/>
                </a:ext>
              </a:extLst>
            </p:cNvPr>
            <p:cNvSpPr/>
            <p:nvPr/>
          </p:nvSpPr>
          <p:spPr>
            <a:xfrm flipH="1" flipV="1">
              <a:off x="4371655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F5D45B0-6CA1-B219-A22B-C93509D2273B}"/>
                </a:ext>
              </a:extLst>
            </p:cNvPr>
            <p:cNvSpPr/>
            <p:nvPr/>
          </p:nvSpPr>
          <p:spPr>
            <a:xfrm flipH="1" flipV="1">
              <a:off x="4509624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398D11AE-5F94-84F2-4E9E-651DFC03EF7F}"/>
                </a:ext>
              </a:extLst>
            </p:cNvPr>
            <p:cNvSpPr/>
            <p:nvPr/>
          </p:nvSpPr>
          <p:spPr>
            <a:xfrm flipH="1" flipV="1">
              <a:off x="4647593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2217A094-05FA-7346-B9DB-90F81B2F0A31}"/>
                </a:ext>
              </a:extLst>
            </p:cNvPr>
            <p:cNvSpPr/>
            <p:nvPr/>
          </p:nvSpPr>
          <p:spPr>
            <a:xfrm flipH="1" flipV="1">
              <a:off x="4785562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3674510B-CED3-6B83-D4B4-279F1E872D14}"/>
                </a:ext>
              </a:extLst>
            </p:cNvPr>
            <p:cNvSpPr/>
            <p:nvPr/>
          </p:nvSpPr>
          <p:spPr>
            <a:xfrm flipH="1" flipV="1">
              <a:off x="5274127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9F73A14C-A9BD-4986-DD91-4DFC63E8AA0E}"/>
                </a:ext>
              </a:extLst>
            </p:cNvPr>
            <p:cNvSpPr/>
            <p:nvPr/>
          </p:nvSpPr>
          <p:spPr>
            <a:xfrm flipH="1" flipV="1">
              <a:off x="5412096" y="28293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AFCD6C5E-62E3-DCA2-29DE-0B3BBFCA4AA9}"/>
                </a:ext>
              </a:extLst>
            </p:cNvPr>
            <p:cNvSpPr/>
            <p:nvPr/>
          </p:nvSpPr>
          <p:spPr>
            <a:xfrm flipH="1" flipV="1">
              <a:off x="5274127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7584CCBA-E5ED-0001-ED26-3603635D120E}"/>
                </a:ext>
              </a:extLst>
            </p:cNvPr>
            <p:cNvSpPr/>
            <p:nvPr/>
          </p:nvSpPr>
          <p:spPr>
            <a:xfrm flipH="1" flipV="1">
              <a:off x="5412096" y="29366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C39F36A1-16B9-A029-3839-4E0F69935994}"/>
                </a:ext>
              </a:extLst>
            </p:cNvPr>
            <p:cNvSpPr/>
            <p:nvPr/>
          </p:nvSpPr>
          <p:spPr>
            <a:xfrm flipH="1" flipV="1">
              <a:off x="5274127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FF4A779-13DE-1BAD-C337-0E54F8D75AD2}"/>
                </a:ext>
              </a:extLst>
            </p:cNvPr>
            <p:cNvSpPr/>
            <p:nvPr/>
          </p:nvSpPr>
          <p:spPr>
            <a:xfrm flipH="1" flipV="1">
              <a:off x="5412096" y="30439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C2DECBA-7D2A-A289-F501-0AA667CF147A}"/>
                </a:ext>
              </a:extLst>
            </p:cNvPr>
            <p:cNvSpPr/>
            <p:nvPr/>
          </p:nvSpPr>
          <p:spPr>
            <a:xfrm flipH="1" flipV="1">
              <a:off x="5274127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1555EB1F-2B09-579B-DEB6-A711EFA1B162}"/>
                </a:ext>
              </a:extLst>
            </p:cNvPr>
            <p:cNvSpPr/>
            <p:nvPr/>
          </p:nvSpPr>
          <p:spPr>
            <a:xfrm flipH="1" flipV="1">
              <a:off x="5412096" y="31511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F2982F35-F274-42D1-EFC3-2D18CD858930}"/>
              </a:ext>
            </a:extLst>
          </p:cNvPr>
          <p:cNvGrpSpPr/>
          <p:nvPr/>
        </p:nvGrpSpPr>
        <p:grpSpPr>
          <a:xfrm>
            <a:off x="3312684" y="4084007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8006A37D-8B56-C342-84BE-E286482E50FC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93E0F2EB-AA73-7F71-518B-3C60D15B605C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3806DD9-C998-30E7-CB7A-F28A494A99B3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5BC2E904-A928-08A4-F2A6-6BA0C3964D6C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46453A60-4DB1-D4CC-0ACD-E4EE638A5D1A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CD21E1A9-21EE-0FFF-27B3-C6195BD8488E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6C2829B-3861-E78C-17FA-2E6C0430BEA4}"/>
              </a:ext>
            </a:extLst>
          </p:cNvPr>
          <p:cNvGrpSpPr/>
          <p:nvPr/>
        </p:nvGrpSpPr>
        <p:grpSpPr>
          <a:xfrm>
            <a:off x="3312684" y="4178998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8D1BB609-8CDD-2503-99A8-B3F621AB40D6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1E729B63-5982-AE13-DE72-F22775B8935F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0ABD4B0-EE39-A634-228F-977DBD1898B7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7D073001-6A3E-D91D-A569-469883F8E0AD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F3A3FC3-A63A-2250-BAA7-A21E37638C3F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521D05C1-7841-3B58-83D8-8822D8FCEFFB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126F2EE5-F6F6-4AD0-D121-6B1B93BC0223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D2967D3F-EEE3-5A96-F1AA-927108374C84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5AA2DD51-D8C8-3E2F-391A-C7E7DD04BA9D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296B8A52-8D56-F3C0-AA3F-E2A7BBB3AFCE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D17E850-21AB-80CE-580C-B54364C035A2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3DA5E503-4D7C-59DB-6169-E8F3EAB97F2B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EDB0A83-0387-BA74-D95C-83D95788A0B9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5C50DB81-8330-1252-CD05-7FEF1D97CB09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F92F3DC8-486C-CC29-31D4-98EE35CE92E8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1AEE3F91-4096-20F7-0B79-800DD346DD5A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E07761DF-FE98-E6B4-85AD-69AAD0E3D20B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A26683D5-F18B-B9C0-14FB-BD1BE62276CE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3" name="TextBox 282">
            <a:extLst>
              <a:ext uri="{FF2B5EF4-FFF2-40B4-BE49-F238E27FC236}">
                <a16:creationId xmlns:a16="http://schemas.microsoft.com/office/drawing/2014/main" id="{534D34A5-C0CB-D891-01BC-95239B9F2E7E}"/>
              </a:ext>
            </a:extLst>
          </p:cNvPr>
          <p:cNvSpPr txBox="1"/>
          <p:nvPr/>
        </p:nvSpPr>
        <p:spPr bwMode="auto">
          <a:xfrm>
            <a:off x="3309773" y="1197814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Training Data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7B15E43E-29E4-E7E3-D8E9-96E7EAC03788}"/>
              </a:ext>
            </a:extLst>
          </p:cNvPr>
          <p:cNvSpPr txBox="1"/>
          <p:nvPr/>
        </p:nvSpPr>
        <p:spPr bwMode="auto">
          <a:xfrm>
            <a:off x="3429848" y="4468517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Testing Data</a:t>
            </a:r>
          </a:p>
        </p:txBody>
      </p:sp>
      <p:cxnSp>
        <p:nvCxnSpPr>
          <p:cNvPr id="285" name="Elbow Connector 284">
            <a:extLst>
              <a:ext uri="{FF2B5EF4-FFF2-40B4-BE49-F238E27FC236}">
                <a16:creationId xmlns:a16="http://schemas.microsoft.com/office/drawing/2014/main" id="{99111439-64D3-4867-766E-B9C45C590E31}"/>
              </a:ext>
            </a:extLst>
          </p:cNvPr>
          <p:cNvCxnSpPr>
            <a:cxnSpLocks/>
            <a:endCxn id="173" idx="3"/>
          </p:cNvCxnSpPr>
          <p:nvPr/>
        </p:nvCxnSpPr>
        <p:spPr>
          <a:xfrm flipV="1">
            <a:off x="1944801" y="2354561"/>
            <a:ext cx="1364972" cy="84583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Elbow Connector 285">
            <a:extLst>
              <a:ext uri="{FF2B5EF4-FFF2-40B4-BE49-F238E27FC236}">
                <a16:creationId xmlns:a16="http://schemas.microsoft.com/office/drawing/2014/main" id="{48F997B2-5C42-D0F0-1DD6-ED3B5B520056}"/>
              </a:ext>
            </a:extLst>
          </p:cNvPr>
          <p:cNvCxnSpPr>
            <a:cxnSpLocks/>
          </p:cNvCxnSpPr>
          <p:nvPr/>
        </p:nvCxnSpPr>
        <p:spPr>
          <a:xfrm>
            <a:off x="1944801" y="3200400"/>
            <a:ext cx="1364972" cy="110913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E195AF0-FEEA-7C27-85E4-599F97379FC4}"/>
              </a:ext>
            </a:extLst>
          </p:cNvPr>
          <p:cNvGrpSpPr/>
          <p:nvPr/>
        </p:nvGrpSpPr>
        <p:grpSpPr>
          <a:xfrm>
            <a:off x="3309773" y="1561535"/>
            <a:ext cx="1178410" cy="1715697"/>
            <a:chOff x="3309773" y="1561535"/>
            <a:chExt cx="1178410" cy="1715697"/>
          </a:xfrm>
        </p:grpSpPr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719EB5C1-FEC4-A35F-7963-DF6A4D0826DA}"/>
                </a:ext>
              </a:extLst>
            </p:cNvPr>
            <p:cNvGrpSpPr/>
            <p:nvPr/>
          </p:nvGrpSpPr>
          <p:grpSpPr>
            <a:xfrm>
              <a:off x="3309773" y="1561535"/>
              <a:ext cx="1178410" cy="429076"/>
              <a:chOff x="4371655" y="1557867"/>
              <a:chExt cx="1178410" cy="429076"/>
            </a:xfrm>
            <a:solidFill>
              <a:srgbClr val="00B0F0"/>
            </a:solidFill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68A3FC26-CDC7-20A6-953E-CF1EA56331E7}"/>
                  </a:ext>
                </a:extLst>
              </p:cNvPr>
              <p:cNvSpPr/>
              <p:nvPr/>
            </p:nvSpPr>
            <p:spPr>
              <a:xfrm flipH="1" flipV="1">
                <a:off x="4371655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29AB2690-57D2-560B-45D5-88124E5D17C8}"/>
                  </a:ext>
                </a:extLst>
              </p:cNvPr>
              <p:cNvSpPr/>
              <p:nvPr/>
            </p:nvSpPr>
            <p:spPr>
              <a:xfrm flipH="1" flipV="1">
                <a:off x="4509624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73720756-9B9D-524F-FC28-88F17898A276}"/>
                  </a:ext>
                </a:extLst>
              </p:cNvPr>
              <p:cNvSpPr/>
              <p:nvPr/>
            </p:nvSpPr>
            <p:spPr>
              <a:xfrm flipH="1" flipV="1">
                <a:off x="4647593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8DA4B2CB-40ED-DEBF-75FE-A336B63AB47E}"/>
                  </a:ext>
                </a:extLst>
              </p:cNvPr>
              <p:cNvSpPr/>
              <p:nvPr/>
            </p:nvSpPr>
            <p:spPr>
              <a:xfrm flipH="1" flipV="1">
                <a:off x="4785562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D16BC294-C1F0-FEAA-6459-6F10DA0D8DBA}"/>
                  </a:ext>
                </a:extLst>
              </p:cNvPr>
              <p:cNvSpPr/>
              <p:nvPr/>
            </p:nvSpPr>
            <p:spPr>
              <a:xfrm flipH="1" flipV="1">
                <a:off x="4371655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24A26222-BA20-C220-0AC2-93407393ABEB}"/>
                  </a:ext>
                </a:extLst>
              </p:cNvPr>
              <p:cNvSpPr/>
              <p:nvPr/>
            </p:nvSpPr>
            <p:spPr>
              <a:xfrm flipH="1" flipV="1">
                <a:off x="4509624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2025022A-C69E-D46D-37A3-EBD6A74B1889}"/>
                  </a:ext>
                </a:extLst>
              </p:cNvPr>
              <p:cNvSpPr/>
              <p:nvPr/>
            </p:nvSpPr>
            <p:spPr>
              <a:xfrm flipH="1" flipV="1">
                <a:off x="4647593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9AA05FBD-E5FE-0B04-A361-A465BA2E99FF}"/>
                  </a:ext>
                </a:extLst>
              </p:cNvPr>
              <p:cNvSpPr/>
              <p:nvPr/>
            </p:nvSpPr>
            <p:spPr>
              <a:xfrm flipH="1" flipV="1">
                <a:off x="4785562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7A938CA6-CC72-9186-BC5F-9B6F180B4E3D}"/>
                  </a:ext>
                </a:extLst>
              </p:cNvPr>
              <p:cNvSpPr/>
              <p:nvPr/>
            </p:nvSpPr>
            <p:spPr>
              <a:xfrm flipH="1" flipV="1">
                <a:off x="4371655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78B7C380-EEF6-0BF5-65D8-9105F35BD045}"/>
                  </a:ext>
                </a:extLst>
              </p:cNvPr>
              <p:cNvSpPr/>
              <p:nvPr/>
            </p:nvSpPr>
            <p:spPr>
              <a:xfrm flipH="1" flipV="1">
                <a:off x="4509624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626FD42D-8713-C60A-AC82-439D14BA8ACD}"/>
                  </a:ext>
                </a:extLst>
              </p:cNvPr>
              <p:cNvSpPr/>
              <p:nvPr/>
            </p:nvSpPr>
            <p:spPr>
              <a:xfrm flipH="1" flipV="1">
                <a:off x="4647593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3A95B1D9-C834-E01F-BA96-57EF75ACC426}"/>
                  </a:ext>
                </a:extLst>
              </p:cNvPr>
              <p:cNvSpPr/>
              <p:nvPr/>
            </p:nvSpPr>
            <p:spPr>
              <a:xfrm flipH="1" flipV="1">
                <a:off x="4785562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95037509-945E-D8A8-5463-0AA2591F0A91}"/>
                  </a:ext>
                </a:extLst>
              </p:cNvPr>
              <p:cNvSpPr/>
              <p:nvPr/>
            </p:nvSpPr>
            <p:spPr>
              <a:xfrm flipH="1" flipV="1">
                <a:off x="5274127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F1D78DE2-2A8B-14AC-9518-0E81DF82A7B2}"/>
                  </a:ext>
                </a:extLst>
              </p:cNvPr>
              <p:cNvSpPr/>
              <p:nvPr/>
            </p:nvSpPr>
            <p:spPr>
              <a:xfrm flipH="1" flipV="1">
                <a:off x="5412096" y="155786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807C0970-1242-7290-E6E7-2339DCDEF104}"/>
                  </a:ext>
                </a:extLst>
              </p:cNvPr>
              <p:cNvSpPr/>
              <p:nvPr/>
            </p:nvSpPr>
            <p:spPr>
              <a:xfrm flipH="1" flipV="1">
                <a:off x="5274127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22F1C744-9455-1EAD-A25F-D36A55FFC21A}"/>
                  </a:ext>
                </a:extLst>
              </p:cNvPr>
              <p:cNvSpPr/>
              <p:nvPr/>
            </p:nvSpPr>
            <p:spPr>
              <a:xfrm flipH="1" flipV="1">
                <a:off x="5412096" y="1665136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D7AC7D29-016E-2812-7ED5-117DDBE38827}"/>
                  </a:ext>
                </a:extLst>
              </p:cNvPr>
              <p:cNvSpPr/>
              <p:nvPr/>
            </p:nvSpPr>
            <p:spPr>
              <a:xfrm flipH="1" flipV="1">
                <a:off x="5274127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6775AFB0-8B83-D498-8DDD-00FED3D5B3D5}"/>
                  </a:ext>
                </a:extLst>
              </p:cNvPr>
              <p:cNvSpPr/>
              <p:nvPr/>
            </p:nvSpPr>
            <p:spPr>
              <a:xfrm flipH="1" flipV="1">
                <a:off x="5412096" y="177240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2BEE553D-FE5C-941E-1822-A9D6A6510FDC}"/>
                  </a:ext>
                </a:extLst>
              </p:cNvPr>
              <p:cNvSpPr/>
              <p:nvPr/>
            </p:nvSpPr>
            <p:spPr>
              <a:xfrm flipH="1" flipV="1">
                <a:off x="4371655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2F928688-B5B3-0888-5127-598ED3276CD1}"/>
                  </a:ext>
                </a:extLst>
              </p:cNvPr>
              <p:cNvSpPr/>
              <p:nvPr/>
            </p:nvSpPr>
            <p:spPr>
              <a:xfrm flipH="1" flipV="1">
                <a:off x="4509624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98F7E903-4341-9A8D-590A-1BD5CA00020D}"/>
                  </a:ext>
                </a:extLst>
              </p:cNvPr>
              <p:cNvSpPr/>
              <p:nvPr/>
            </p:nvSpPr>
            <p:spPr>
              <a:xfrm flipH="1" flipV="1">
                <a:off x="4647593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BA0F26EB-EDD1-C97A-FDC0-FF94EB97BBE9}"/>
                  </a:ext>
                </a:extLst>
              </p:cNvPr>
              <p:cNvSpPr/>
              <p:nvPr/>
            </p:nvSpPr>
            <p:spPr>
              <a:xfrm flipH="1" flipV="1">
                <a:off x="4785562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CC642CDC-52D2-5CEA-780E-07E6B88A2F8D}"/>
                  </a:ext>
                </a:extLst>
              </p:cNvPr>
              <p:cNvSpPr/>
              <p:nvPr/>
            </p:nvSpPr>
            <p:spPr>
              <a:xfrm flipH="1" flipV="1">
                <a:off x="5274127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148BD03B-4793-C6AC-DC55-2BD94FC21800}"/>
                  </a:ext>
                </a:extLst>
              </p:cNvPr>
              <p:cNvSpPr/>
              <p:nvPr/>
            </p:nvSpPr>
            <p:spPr>
              <a:xfrm flipH="1" flipV="1">
                <a:off x="5412096" y="187967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21F5C53D-0E0C-D2BE-1C31-1B7D440714EB}"/>
                </a:ext>
              </a:extLst>
            </p:cNvPr>
            <p:cNvGrpSpPr/>
            <p:nvPr/>
          </p:nvGrpSpPr>
          <p:grpSpPr>
            <a:xfrm>
              <a:off x="3309773" y="1989156"/>
              <a:ext cx="1178410" cy="423481"/>
              <a:chOff x="4371655" y="1984715"/>
              <a:chExt cx="1178410" cy="423481"/>
            </a:xfrm>
            <a:solidFill>
              <a:srgbClr val="7030A0"/>
            </a:solidFill>
          </p:grpSpPr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6C5A0C35-4554-447A-5A05-F5D9B417A36B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E0F40C2E-F408-9968-DF36-F2B68670A699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62098DB6-31AD-666A-E125-FDBEA68DCD3B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EA1A34D7-8BE5-175F-D62A-1473716D84E4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8E72F430-9B6B-5B08-7490-6162C295B9CD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C7701D35-E828-A72B-060D-25D5CEC38D40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AE374EA6-7F8B-E49F-7664-EDA5ECCFE498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825C9302-FB17-3150-4EF8-9F316D478B36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6F51762C-5C6E-7A32-45E2-5FF8187E09CF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2801E63A-C312-EC48-1894-3440A8ADDF08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B5C7DD94-6E8B-C3D4-5AB9-4592E8DED0F9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FD572D35-8DAC-D263-F7C4-9305820D1BE9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F628486B-7058-B611-DB49-F2BCEE17812D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D5E36D8C-5D26-E754-8533-7B1F44587220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97C3CB77-1766-C22D-A176-D9E13737B9AA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2B4855D0-C35F-1CB7-AB5F-C7218FF312C4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7174748A-48D6-7A89-FD91-B2C8BB7A0993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9C95905B-B6F7-D301-4668-828EFBED0464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0E0C8A79-54A6-F3CD-29DA-60D95538BF7F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E290E74D-7810-3654-6B6B-14B8E945E131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82C69296-5909-3CE1-9E70-EC502EF02C43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9E40BD11-F1A0-D68B-02B1-00AA77F25F9D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109BCF53-ECD3-9DDE-B164-6291E357CAA6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C8F789FC-5166-33C9-A479-86BEF4510495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FCC627C4-BBFD-32BC-CCCC-D3CB08EB2F81}"/>
                </a:ext>
              </a:extLst>
            </p:cNvPr>
            <p:cNvGrpSpPr/>
            <p:nvPr/>
          </p:nvGrpSpPr>
          <p:grpSpPr>
            <a:xfrm>
              <a:off x="3309773" y="2853751"/>
              <a:ext cx="1178410" cy="423481"/>
              <a:chOff x="4371655" y="1984715"/>
              <a:chExt cx="1178410" cy="423481"/>
            </a:xfrm>
            <a:solidFill>
              <a:schemeClr val="bg1">
                <a:lumMod val="95000"/>
              </a:schemeClr>
            </a:solidFill>
          </p:grpSpPr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6AFD400B-A7BD-8E7D-F486-86ACAC10B7F4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0BD3B9C2-6FC8-9C08-9F2D-BBB7F7743703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2616D14D-99C0-E573-DF96-775554BD946C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9AEFF3D3-B1C8-DECA-581A-54DF4D1BDC23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9E66BFBC-A894-0288-4AAB-7677496C3B44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744A5F72-07B9-12F9-DC04-644158C1A7B3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FF1711E1-51A2-9DC7-956F-F1006A9D2506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09BC262E-E7D1-58AA-52E3-0FB9151D3FF1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169139ED-F654-28FC-3E3D-B0F3B9A551E6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B2E231CF-8F9F-E073-FD34-977B3ABE50A9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3AD2BC46-B608-0FC9-3D2A-7F0283CC594C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447EFCBC-B52B-A1EB-5348-3E839A7138FE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6237AD34-1405-B140-A383-104F2AE93A43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E44AC8B0-C459-4ADB-5D3F-FBA55B38BBBC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889D1F0F-957E-7E8E-42AB-9C4FEB5700E9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91EA6798-E03E-10D0-E4AB-0FC3F607A68B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46D879A5-50D9-39FE-BA4E-72D1A6D554B0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0289E10B-DFAE-ED48-5113-22C7A35C5B92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78E72C58-DCE5-5CA7-9701-DB77FF751BEC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FF4CDCCD-C450-FFA0-E4BF-6B5E52A20065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8C6AA30C-AD1A-B4BA-BE3D-77DD85E83ED3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B2393AF4-9C33-263E-0A9D-E65D1E0C6887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22411694-D5C1-628B-FFBA-E3B76226DB4A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BFF7F9DE-2FD6-82C1-4813-F6575FD5BAB0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2E5A97C2-4195-CD3C-C0CB-D121367DA071}"/>
                </a:ext>
              </a:extLst>
            </p:cNvPr>
            <p:cNvGrpSpPr/>
            <p:nvPr/>
          </p:nvGrpSpPr>
          <p:grpSpPr>
            <a:xfrm>
              <a:off x="3309773" y="2426216"/>
              <a:ext cx="1178410" cy="423481"/>
              <a:chOff x="4371655" y="1984715"/>
              <a:chExt cx="1178410" cy="423481"/>
            </a:xfrm>
            <a:solidFill>
              <a:srgbClr val="FFFF00"/>
            </a:solidFill>
          </p:grpSpPr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0E53489E-C129-9CE6-FB18-2460EBDE5F12}"/>
                  </a:ext>
                </a:extLst>
              </p:cNvPr>
              <p:cNvSpPr/>
              <p:nvPr/>
            </p:nvSpPr>
            <p:spPr>
              <a:xfrm flipH="1" flipV="1">
                <a:off x="4371655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A1B58F82-8AF0-A633-F495-9A2152AA70E4}"/>
                  </a:ext>
                </a:extLst>
              </p:cNvPr>
              <p:cNvSpPr/>
              <p:nvPr/>
            </p:nvSpPr>
            <p:spPr>
              <a:xfrm flipH="1" flipV="1">
                <a:off x="4509624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CB43089D-5C2B-AC4A-BB94-3AA17DF4954E}"/>
                  </a:ext>
                </a:extLst>
              </p:cNvPr>
              <p:cNvSpPr/>
              <p:nvPr/>
            </p:nvSpPr>
            <p:spPr>
              <a:xfrm flipH="1" flipV="1">
                <a:off x="4647593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64BD4577-D1EC-C0F3-7F98-A641C3835165}"/>
                  </a:ext>
                </a:extLst>
              </p:cNvPr>
              <p:cNvSpPr/>
              <p:nvPr/>
            </p:nvSpPr>
            <p:spPr>
              <a:xfrm flipH="1" flipV="1">
                <a:off x="4785562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631376C2-27D3-BABF-799B-876B1535A216}"/>
                  </a:ext>
                </a:extLst>
              </p:cNvPr>
              <p:cNvSpPr/>
              <p:nvPr/>
            </p:nvSpPr>
            <p:spPr>
              <a:xfrm flipH="1" flipV="1">
                <a:off x="4371655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2B46A621-9543-30D0-1C50-FFF6B867B27E}"/>
                  </a:ext>
                </a:extLst>
              </p:cNvPr>
              <p:cNvSpPr/>
              <p:nvPr/>
            </p:nvSpPr>
            <p:spPr>
              <a:xfrm flipH="1" flipV="1">
                <a:off x="4509624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BA555E5E-4BD8-2809-A806-A4910AABC1EF}"/>
                  </a:ext>
                </a:extLst>
              </p:cNvPr>
              <p:cNvSpPr/>
              <p:nvPr/>
            </p:nvSpPr>
            <p:spPr>
              <a:xfrm flipH="1" flipV="1">
                <a:off x="4647593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339BE7D-7C40-DFF0-EF5D-FF3CAAF313DE}"/>
                  </a:ext>
                </a:extLst>
              </p:cNvPr>
              <p:cNvSpPr/>
              <p:nvPr/>
            </p:nvSpPr>
            <p:spPr>
              <a:xfrm flipH="1" flipV="1">
                <a:off x="4785562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B95897EE-7CAB-86D9-84DA-DB883515B2A6}"/>
                  </a:ext>
                </a:extLst>
              </p:cNvPr>
              <p:cNvSpPr/>
              <p:nvPr/>
            </p:nvSpPr>
            <p:spPr>
              <a:xfrm flipH="1" flipV="1">
                <a:off x="4371655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B78755CD-120F-AD97-D828-9FD4439745D5}"/>
                  </a:ext>
                </a:extLst>
              </p:cNvPr>
              <p:cNvSpPr/>
              <p:nvPr/>
            </p:nvSpPr>
            <p:spPr>
              <a:xfrm flipH="1" flipV="1">
                <a:off x="4509624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36D06CE3-4F06-26F3-9CF1-4D573D8F478E}"/>
                  </a:ext>
                </a:extLst>
              </p:cNvPr>
              <p:cNvSpPr/>
              <p:nvPr/>
            </p:nvSpPr>
            <p:spPr>
              <a:xfrm flipH="1" flipV="1">
                <a:off x="4647593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BD110633-A498-44DC-2ABA-FA522CCED678}"/>
                  </a:ext>
                </a:extLst>
              </p:cNvPr>
              <p:cNvSpPr/>
              <p:nvPr/>
            </p:nvSpPr>
            <p:spPr>
              <a:xfrm flipH="1" flipV="1">
                <a:off x="4785562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C631EAE8-8483-B311-CBEE-C8A9922E840C}"/>
                  </a:ext>
                </a:extLst>
              </p:cNvPr>
              <p:cNvSpPr/>
              <p:nvPr/>
            </p:nvSpPr>
            <p:spPr>
              <a:xfrm flipH="1" flipV="1">
                <a:off x="4371655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797004A5-F558-E87D-C2F4-70B03F7EEC54}"/>
                  </a:ext>
                </a:extLst>
              </p:cNvPr>
              <p:cNvSpPr/>
              <p:nvPr/>
            </p:nvSpPr>
            <p:spPr>
              <a:xfrm flipH="1" flipV="1">
                <a:off x="4509624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1ECAF660-CAAB-8315-1414-24E90BE7C43E}"/>
                  </a:ext>
                </a:extLst>
              </p:cNvPr>
              <p:cNvSpPr/>
              <p:nvPr/>
            </p:nvSpPr>
            <p:spPr>
              <a:xfrm flipH="1" flipV="1">
                <a:off x="4647593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6011F1F2-956E-390B-E8BE-E410DD848D27}"/>
                  </a:ext>
                </a:extLst>
              </p:cNvPr>
              <p:cNvSpPr/>
              <p:nvPr/>
            </p:nvSpPr>
            <p:spPr>
              <a:xfrm flipH="1" flipV="1">
                <a:off x="4785562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862B9C5E-F9DE-E7BD-0FCD-0B76EFE1E2A8}"/>
                  </a:ext>
                </a:extLst>
              </p:cNvPr>
              <p:cNvSpPr/>
              <p:nvPr/>
            </p:nvSpPr>
            <p:spPr>
              <a:xfrm flipH="1" flipV="1">
                <a:off x="5274127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58A15D52-CAA8-3E37-DE1C-630AA6AAEB70}"/>
                  </a:ext>
                </a:extLst>
              </p:cNvPr>
              <p:cNvSpPr/>
              <p:nvPr/>
            </p:nvSpPr>
            <p:spPr>
              <a:xfrm flipH="1" flipV="1">
                <a:off x="5412096" y="1984715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274CEFC5-6685-3852-FCFF-98EE57CA8791}"/>
                  </a:ext>
                </a:extLst>
              </p:cNvPr>
              <p:cNvSpPr/>
              <p:nvPr/>
            </p:nvSpPr>
            <p:spPr>
              <a:xfrm flipH="1" flipV="1">
                <a:off x="5274127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0B6D1E2E-B6C0-4259-CA44-0E3BBB2B575D}"/>
                  </a:ext>
                </a:extLst>
              </p:cNvPr>
              <p:cNvSpPr/>
              <p:nvPr/>
            </p:nvSpPr>
            <p:spPr>
              <a:xfrm flipH="1" flipV="1">
                <a:off x="5412096" y="2091984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90B8E3BC-C7E5-5EA9-5732-BAAFDD15AFC4}"/>
                  </a:ext>
                </a:extLst>
              </p:cNvPr>
              <p:cNvSpPr/>
              <p:nvPr/>
            </p:nvSpPr>
            <p:spPr>
              <a:xfrm flipH="1" flipV="1">
                <a:off x="5274127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9E681D8-239D-BCDE-BCF5-EBC150F7E722}"/>
                  </a:ext>
                </a:extLst>
              </p:cNvPr>
              <p:cNvSpPr/>
              <p:nvPr/>
            </p:nvSpPr>
            <p:spPr>
              <a:xfrm flipH="1" flipV="1">
                <a:off x="5412096" y="2199253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F31C7089-4DA5-814C-7CEA-4C53F53F8D1D}"/>
                  </a:ext>
                </a:extLst>
              </p:cNvPr>
              <p:cNvSpPr/>
              <p:nvPr/>
            </p:nvSpPr>
            <p:spPr>
              <a:xfrm flipH="1" flipV="1">
                <a:off x="5274127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FEED776E-26B6-BADC-E0F8-BA12EB421B55}"/>
                  </a:ext>
                </a:extLst>
              </p:cNvPr>
              <p:cNvSpPr/>
              <p:nvPr/>
            </p:nvSpPr>
            <p:spPr>
              <a:xfrm flipH="1" flipV="1">
                <a:off x="5412096" y="2300927"/>
                <a:ext cx="137969" cy="107269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sp>
        <p:nvSpPr>
          <p:cNvPr id="393" name="TextBox 392">
            <a:extLst>
              <a:ext uri="{FF2B5EF4-FFF2-40B4-BE49-F238E27FC236}">
                <a16:creationId xmlns:a16="http://schemas.microsoft.com/office/drawing/2014/main" id="{4762BC7E-2C37-5E18-3777-CC6310A7D9C3}"/>
              </a:ext>
            </a:extLst>
          </p:cNvPr>
          <p:cNvSpPr txBox="1"/>
          <p:nvPr/>
        </p:nvSpPr>
        <p:spPr bwMode="auto">
          <a:xfrm>
            <a:off x="3212406" y="3330432"/>
            <a:ext cx="297712" cy="24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Break into equal “folds”</a:t>
            </a:r>
          </a:p>
        </p:txBody>
      </p:sp>
      <p:grpSp>
        <p:nvGrpSpPr>
          <p:cNvPr id="780" name="Group 779">
            <a:extLst>
              <a:ext uri="{FF2B5EF4-FFF2-40B4-BE49-F238E27FC236}">
                <a16:creationId xmlns:a16="http://schemas.microsoft.com/office/drawing/2014/main" id="{84262925-723E-936F-F0E9-B8D2BC69393D}"/>
              </a:ext>
            </a:extLst>
          </p:cNvPr>
          <p:cNvGrpSpPr/>
          <p:nvPr/>
        </p:nvGrpSpPr>
        <p:grpSpPr>
          <a:xfrm>
            <a:off x="6160430" y="641028"/>
            <a:ext cx="548640" cy="894651"/>
            <a:chOff x="6371708" y="991898"/>
            <a:chExt cx="548640" cy="894651"/>
          </a:xfrm>
        </p:grpSpPr>
        <p:pic>
          <p:nvPicPr>
            <p:cNvPr id="469" name="Picture 468">
              <a:extLst>
                <a:ext uri="{FF2B5EF4-FFF2-40B4-BE49-F238E27FC236}">
                  <a16:creationId xmlns:a16="http://schemas.microsoft.com/office/drawing/2014/main" id="{EF2FDB98-586C-5B57-DDDE-AD385AD2C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71708" y="991898"/>
              <a:ext cx="548640" cy="594841"/>
            </a:xfrm>
            <a:prstGeom prst="rect">
              <a:avLst/>
            </a:prstGeom>
          </p:spPr>
        </p:pic>
        <p:pic>
          <p:nvPicPr>
            <p:cNvPr id="520" name="Picture 519">
              <a:extLst>
                <a:ext uri="{FF2B5EF4-FFF2-40B4-BE49-F238E27FC236}">
                  <a16:creationId xmlns:a16="http://schemas.microsoft.com/office/drawing/2014/main" id="{FD53125E-4DB9-548F-42C1-6DE77DEE5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1708" y="1672868"/>
              <a:ext cx="548640" cy="213681"/>
            </a:xfrm>
            <a:prstGeom prst="rect">
              <a:avLst/>
            </a:prstGeom>
          </p:spPr>
        </p:pic>
      </p:grpSp>
      <p:grpSp>
        <p:nvGrpSpPr>
          <p:cNvPr id="778" name="Group 777">
            <a:extLst>
              <a:ext uri="{FF2B5EF4-FFF2-40B4-BE49-F238E27FC236}">
                <a16:creationId xmlns:a16="http://schemas.microsoft.com/office/drawing/2014/main" id="{57EC908C-B551-D02D-3C8D-1C49ADED57EF}"/>
              </a:ext>
            </a:extLst>
          </p:cNvPr>
          <p:cNvGrpSpPr/>
          <p:nvPr/>
        </p:nvGrpSpPr>
        <p:grpSpPr>
          <a:xfrm>
            <a:off x="6159693" y="1694963"/>
            <a:ext cx="548640" cy="900979"/>
            <a:chOff x="7724849" y="985570"/>
            <a:chExt cx="548640" cy="900979"/>
          </a:xfrm>
        </p:grpSpPr>
        <p:pic>
          <p:nvPicPr>
            <p:cNvPr id="596" name="Picture 595">
              <a:extLst>
                <a:ext uri="{FF2B5EF4-FFF2-40B4-BE49-F238E27FC236}">
                  <a16:creationId xmlns:a16="http://schemas.microsoft.com/office/drawing/2014/main" id="{10411266-9560-249E-B486-41853D2B4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4849" y="985570"/>
              <a:ext cx="548640" cy="601169"/>
            </a:xfrm>
            <a:prstGeom prst="rect">
              <a:avLst/>
            </a:prstGeom>
          </p:spPr>
        </p:pic>
        <p:pic>
          <p:nvPicPr>
            <p:cNvPr id="622" name="Picture 621">
              <a:extLst>
                <a:ext uri="{FF2B5EF4-FFF2-40B4-BE49-F238E27FC236}">
                  <a16:creationId xmlns:a16="http://schemas.microsoft.com/office/drawing/2014/main" id="{EDB412A9-38A8-6F51-61C9-56A8D44C0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24849" y="1684418"/>
              <a:ext cx="548640" cy="202131"/>
            </a:xfrm>
            <a:prstGeom prst="rect">
              <a:avLst/>
            </a:prstGeom>
          </p:spPr>
        </p:pic>
      </p:grpSp>
      <p:grpSp>
        <p:nvGrpSpPr>
          <p:cNvPr id="779" name="Group 778">
            <a:extLst>
              <a:ext uri="{FF2B5EF4-FFF2-40B4-BE49-F238E27FC236}">
                <a16:creationId xmlns:a16="http://schemas.microsoft.com/office/drawing/2014/main" id="{5814D6D2-5ADF-980C-788D-81889EBE3AC7}"/>
              </a:ext>
            </a:extLst>
          </p:cNvPr>
          <p:cNvGrpSpPr/>
          <p:nvPr/>
        </p:nvGrpSpPr>
        <p:grpSpPr>
          <a:xfrm>
            <a:off x="6160431" y="2724632"/>
            <a:ext cx="548640" cy="885552"/>
            <a:chOff x="8469867" y="991898"/>
            <a:chExt cx="548640" cy="885552"/>
          </a:xfrm>
        </p:grpSpPr>
        <p:pic>
          <p:nvPicPr>
            <p:cNvPr id="623" name="Picture 622">
              <a:extLst>
                <a:ext uri="{FF2B5EF4-FFF2-40B4-BE49-F238E27FC236}">
                  <a16:creationId xmlns:a16="http://schemas.microsoft.com/office/drawing/2014/main" id="{4DE30B18-1638-8D2F-01A2-845135C4E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69867" y="991898"/>
              <a:ext cx="548640" cy="594841"/>
            </a:xfrm>
            <a:prstGeom prst="rect">
              <a:avLst/>
            </a:prstGeom>
          </p:spPr>
        </p:pic>
        <p:pic>
          <p:nvPicPr>
            <p:cNvPr id="624" name="Picture 623">
              <a:extLst>
                <a:ext uri="{FF2B5EF4-FFF2-40B4-BE49-F238E27FC236}">
                  <a16:creationId xmlns:a16="http://schemas.microsoft.com/office/drawing/2014/main" id="{22CF0CB0-1381-B3D3-4868-722F89EB4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69867" y="1675319"/>
              <a:ext cx="548640" cy="202131"/>
            </a:xfrm>
            <a:prstGeom prst="rect">
              <a:avLst/>
            </a:prstGeom>
          </p:spPr>
        </p:pic>
      </p:grpSp>
      <p:grpSp>
        <p:nvGrpSpPr>
          <p:cNvPr id="777" name="Group 776">
            <a:extLst>
              <a:ext uri="{FF2B5EF4-FFF2-40B4-BE49-F238E27FC236}">
                <a16:creationId xmlns:a16="http://schemas.microsoft.com/office/drawing/2014/main" id="{7C628448-2BA6-0531-9E50-A0321D7C901A}"/>
              </a:ext>
            </a:extLst>
          </p:cNvPr>
          <p:cNvGrpSpPr/>
          <p:nvPr/>
        </p:nvGrpSpPr>
        <p:grpSpPr>
          <a:xfrm>
            <a:off x="6157930" y="3716528"/>
            <a:ext cx="548640" cy="894651"/>
            <a:chOff x="8529350" y="991898"/>
            <a:chExt cx="548640" cy="894651"/>
          </a:xfrm>
        </p:grpSpPr>
        <p:pic>
          <p:nvPicPr>
            <p:cNvPr id="750" name="Picture 749">
              <a:extLst>
                <a:ext uri="{FF2B5EF4-FFF2-40B4-BE49-F238E27FC236}">
                  <a16:creationId xmlns:a16="http://schemas.microsoft.com/office/drawing/2014/main" id="{035590C0-7E18-234D-FAAD-52D1F4E9B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29350" y="991898"/>
              <a:ext cx="548640" cy="594841"/>
            </a:xfrm>
            <a:prstGeom prst="rect">
              <a:avLst/>
            </a:prstGeom>
          </p:spPr>
        </p:pic>
        <p:pic>
          <p:nvPicPr>
            <p:cNvPr id="776" name="Picture 775">
              <a:extLst>
                <a:ext uri="{FF2B5EF4-FFF2-40B4-BE49-F238E27FC236}">
                  <a16:creationId xmlns:a16="http://schemas.microsoft.com/office/drawing/2014/main" id="{B3D22D00-2DE6-8933-6513-FC3EC01CB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29350" y="1684418"/>
              <a:ext cx="548640" cy="202131"/>
            </a:xfrm>
            <a:prstGeom prst="rect">
              <a:avLst/>
            </a:prstGeom>
          </p:spPr>
        </p:pic>
      </p:grpSp>
      <p:cxnSp>
        <p:nvCxnSpPr>
          <p:cNvPr id="781" name="Elbow Connector 780">
            <a:extLst>
              <a:ext uri="{FF2B5EF4-FFF2-40B4-BE49-F238E27FC236}">
                <a16:creationId xmlns:a16="http://schemas.microsoft.com/office/drawing/2014/main" id="{EB1423CE-0CE5-0A39-87CC-0F1F52AFC2AA}"/>
              </a:ext>
            </a:extLst>
          </p:cNvPr>
          <p:cNvCxnSpPr>
            <a:cxnSpLocks/>
            <a:stCxn id="386" idx="1"/>
            <a:endCxn id="469" idx="1"/>
          </p:cNvCxnSpPr>
          <p:nvPr/>
        </p:nvCxnSpPr>
        <p:spPr>
          <a:xfrm flipV="1">
            <a:off x="4488183" y="938449"/>
            <a:ext cx="1672247" cy="1541401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Elbow Connector 783">
            <a:extLst>
              <a:ext uri="{FF2B5EF4-FFF2-40B4-BE49-F238E27FC236}">
                <a16:creationId xmlns:a16="http://schemas.microsoft.com/office/drawing/2014/main" id="{5EF6AEB5-2E43-7728-661E-B2587B93BC57}"/>
              </a:ext>
            </a:extLst>
          </p:cNvPr>
          <p:cNvCxnSpPr>
            <a:cxnSpLocks/>
            <a:stCxn id="386" idx="1"/>
            <a:endCxn id="596" idx="1"/>
          </p:cNvCxnSpPr>
          <p:nvPr/>
        </p:nvCxnSpPr>
        <p:spPr>
          <a:xfrm flipV="1">
            <a:off x="4488183" y="1995548"/>
            <a:ext cx="1671510" cy="48430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Elbow Connector 786">
            <a:extLst>
              <a:ext uri="{FF2B5EF4-FFF2-40B4-BE49-F238E27FC236}">
                <a16:creationId xmlns:a16="http://schemas.microsoft.com/office/drawing/2014/main" id="{5F4BEC9E-AD62-F26F-0439-C13A4249AF48}"/>
              </a:ext>
            </a:extLst>
          </p:cNvPr>
          <p:cNvCxnSpPr>
            <a:cxnSpLocks/>
            <a:stCxn id="386" idx="1"/>
            <a:endCxn id="623" idx="1"/>
          </p:cNvCxnSpPr>
          <p:nvPr/>
        </p:nvCxnSpPr>
        <p:spPr>
          <a:xfrm>
            <a:off x="4488183" y="2479850"/>
            <a:ext cx="1672248" cy="54220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Elbow Connector 790">
            <a:extLst>
              <a:ext uri="{FF2B5EF4-FFF2-40B4-BE49-F238E27FC236}">
                <a16:creationId xmlns:a16="http://schemas.microsoft.com/office/drawing/2014/main" id="{D06E1ACC-DB8C-12B6-531F-3566C940632B}"/>
              </a:ext>
            </a:extLst>
          </p:cNvPr>
          <p:cNvCxnSpPr>
            <a:cxnSpLocks/>
            <a:stCxn id="386" idx="1"/>
            <a:endCxn id="750" idx="1"/>
          </p:cNvCxnSpPr>
          <p:nvPr/>
        </p:nvCxnSpPr>
        <p:spPr>
          <a:xfrm>
            <a:off x="4488183" y="2479850"/>
            <a:ext cx="1669747" cy="153409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5" name="Rectangle 794">
            <a:extLst>
              <a:ext uri="{FF2B5EF4-FFF2-40B4-BE49-F238E27FC236}">
                <a16:creationId xmlns:a16="http://schemas.microsoft.com/office/drawing/2014/main" id="{8DFE3D3D-A0BA-E974-F739-BA1CD982C93F}"/>
              </a:ext>
            </a:extLst>
          </p:cNvPr>
          <p:cNvSpPr/>
          <p:nvPr/>
        </p:nvSpPr>
        <p:spPr>
          <a:xfrm>
            <a:off x="6931742" y="1709149"/>
            <a:ext cx="1946787" cy="2014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Each fold is used as a validation set (pseudo-test set) once.</a:t>
            </a:r>
          </a:p>
          <a:p>
            <a:pPr algn="ctr"/>
            <a:r>
              <a:rPr lang="en-US">
                <a:solidFill>
                  <a:sysClr val="windowText" lastClr="000000"/>
                </a:solidFill>
              </a:rPr>
              <a:t>Model is trained on the other folds.</a:t>
            </a:r>
          </a:p>
        </p:txBody>
      </p:sp>
    </p:spTree>
    <p:extLst>
      <p:ext uri="{BB962C8B-B14F-4D97-AF65-F5344CB8AC3E}">
        <p14:creationId xmlns:p14="http://schemas.microsoft.com/office/powerpoint/2010/main" val="238830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/>
      <p:bldP spid="284" grpId="0"/>
      <p:bldP spid="393" grpId="0"/>
      <p:bldP spid="7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Data-Driven Science and Engineering: Machine Learning, Dynamical Systems and Control, Brunton &amp; Kutz, second edition. Section 4.6</a:t>
            </a:r>
          </a:p>
          <a:p>
            <a:r>
              <a:rPr lang="en-US" dirty="0"/>
              <a:t>Materials from this slides (slide 6 – 10) used Machine Learning, A First Course for Engineers and Scientists by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4.4 as a reference. Access to this document is free at the publishers’ GitHub page.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SLIDE_THUMBNAIL_REFRESH" val="1"/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13134</TotalTime>
  <Words>377</Words>
  <Application>Microsoft Office PowerPoint</Application>
  <PresentationFormat>On-screen Show (16:9)</PresentationFormat>
  <Paragraphs>57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CP_ppt_standard_v1</vt:lpstr>
      <vt:lpstr>Regularization and Cross Validation</vt:lpstr>
      <vt:lpstr>Motivation</vt:lpstr>
      <vt:lpstr>Unknown Model</vt:lpstr>
      <vt:lpstr>Overview</vt:lpstr>
      <vt:lpstr>Regularization</vt:lpstr>
      <vt:lpstr>Regularization</vt:lpstr>
      <vt:lpstr>Validation and Model Selection</vt:lpstr>
      <vt:lpstr>Hold-out Validation Set</vt:lpstr>
      <vt:lpstr>K-Fold Cross Validation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225</cp:revision>
  <dcterms:modified xsi:type="dcterms:W3CDTF">2026-09-16T22:11:51Z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