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20"/>
  </p:notesMasterIdLst>
  <p:sldIdLst>
    <p:sldId id="315" r:id="rId2"/>
    <p:sldId id="343" r:id="rId3"/>
    <p:sldId id="364" r:id="rId4"/>
    <p:sldId id="370" r:id="rId5"/>
    <p:sldId id="369" r:id="rId6"/>
    <p:sldId id="363" r:id="rId7"/>
    <p:sldId id="371" r:id="rId8"/>
    <p:sldId id="372" r:id="rId9"/>
    <p:sldId id="373" r:id="rId10"/>
    <p:sldId id="374" r:id="rId11"/>
    <p:sldId id="375" r:id="rId12"/>
    <p:sldId id="376" r:id="rId13"/>
    <p:sldId id="378" r:id="rId14"/>
    <p:sldId id="379" r:id="rId15"/>
    <p:sldId id="377" r:id="rId16"/>
    <p:sldId id="380" r:id="rId17"/>
    <p:sldId id="362" r:id="rId18"/>
    <p:sldId id="360" r:id="rId19"/>
  </p:sldIdLst>
  <p:sldSz cx="9144000" cy="5143500" type="screen16x9"/>
  <p:notesSz cx="9236075" cy="7010400"/>
  <p:custDataLst>
    <p:tags r:id="rId2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84"/>
    <a:srgbClr val="8B92DE"/>
    <a:srgbClr val="EAAB00"/>
    <a:srgbClr val="C6C0B7"/>
    <a:srgbClr val="3B3523"/>
    <a:srgbClr val="F0EED7"/>
    <a:srgbClr val="857756"/>
    <a:srgbClr val="7E7462"/>
    <a:srgbClr val="273015"/>
    <a:srgbClr val="4F5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277BB-96E1-3A41-941E-BC0966056FD9}" v="2264" dt="2026-09-18T00:32:53.636"/>
    <p1510:client id="{ED78DF9D-2309-6141-BF39-E3D6C2184D03}" v="2041" dt="2026-09-17T21:17:09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2"/>
    <p:restoredTop sz="94247"/>
  </p:normalViewPr>
  <p:slideViewPr>
    <p:cSldViewPr snapToGrid="0">
      <p:cViewPr varScale="1">
        <p:scale>
          <a:sx n="160" d="100"/>
          <a:sy n="160" d="100"/>
        </p:scale>
        <p:origin x="128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944" y="18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33.6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55 100 7971,'0'-11'40,"0"0"1,0 0 622,0 0-306,0 0-164,0 0 0,5 1-161,3 3 1,1-2 70,2 6 0,2-1-26,1 4 0,0 0 15,4 0 0,-1 0-197,2 0 0,2 1 46,-3 3 1,-1 2-193,1 5 0,-5 1 103,-2 3 0,-1-2-45,-7 6 1,1-5 128,-4 5 0,-1-1 52,-3 4 1,-2-3-6,-5-1 1,-5-1 40,-2 1 1,-3 2 14,-1-5 1,0-1 2,0-2 1,0-3 161,0-1 0,1 1-172,2-1 0,0-3 12,4-2 1,0-1-109,4-2 21,5 0-95,1-5 1,10-1 87,3-5 1,3 3-25,3 1 0,3 0-51,5-5 0,0 1-112,1 0 0,2 0 118,1 0 0,1 0-38,-1 0 0,1-1 188,2-3 0,3 3-21,-3-3 1,-2 2-28,-1-2 0,1 3 29,-1-3 1,-1-1 11,-3 2 0,-1 0-6,-2 7 1,0-3 20,-4 3 0,-4 1 29,-4-2 1,-3 6 323,3-2-122,-4 3-75,2 1 16,-15 5 0,2 0-61,-6 2 0,-2 3 8,1-3 0,-4 3 30,0 1 0,0 0-6,0 0 1,-2 1-37,3 3 1,1-3 23,-2 3 1,2 1-5,-1-1 0,-2 4-57,6 0 0,3-2-91,3 1 0,6-1 53,-2 2 1,5 0-119,7-4 0,2 0 36,12-4 0,-2-5-188,10-3 0,-1-1 28,4-2 1,2-2-159,1-1 1,-1-3-777,1-5 0,-3-2 1105,-3-1 0,2-18 0,-4-9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34.2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11 9689,'11'0'475,"1"-1"-311,3-3 1,2 3-86,5-3 1,0 3-79,0 1 1,4 0-318,0 0 1,1 0-639,-2 0 1,-3 0 120,0 0 833,1 0 0,-11 0 0,4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34.4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11 7940,'-6'0'673,"1"0"-408,5 0 0,6 0-295,5 0 1,5 0-161,6 0 1,1 0-213,3 0 1,-2 0 401,6 0 0,29-5 0,10-1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38.3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673 34 7801,'-6'-7'7,"0"1"0,2 3-36,-3-5 1,1 3 138,-1 2 0,3 2 25,-3 1 0,-1 0-46,-3 0 1,0 0 9,0 0 1,-3 1-18,-1 2 0,-4 0-6,5 4 1,-5 1-123,5 3 1,-5 0 9,5 0 0,-5 0-53,5 0 0,-2 3 106,1 1 1,3 1-97,-3-1 0,4-2 20,4 6 0,-2-1-94,5 4 1,1-1 30,3-3 1,0 3 77,0-3 0,5 0 136,2 0 1,4-1-68,4 1 0,-2 3 17,5-2 1,-3-2-32,4 1 0,-2 1 11,1 3 1,2-4-5,-6 0 1,1 1 7,-4 3 0,-1 0-27,-3 0 1,-2-1 12,-5-3 0,0 3 112,0-3 1,-5 3-53,-2 1 0,-4-1 15,-4-3 0,-2 2-30,-5-5 1,-1 4 0,-3 0 1,1-4-12,-4 0 0,0-3 5,-4-1 0,3-3-121,1-1 1,4-3 38,0 3 1,0-4-128,-1 0 1,3-1 115,-3-2 0,7 0 19,0 0 0,6 0-236,-2 0 0,3-2-937,1-1 468,5 1 727,1-7 0,6 6 0,3-4 0,2 4 0,25-6 0,4 2 0</inkml:trace>
  <inkml:trace contextRef="#ctx0" brushRef="#br0" timeOffset="666">100 960 7801,'0'-6'-1749,"0"1"1756,0 5 113,0-5 4,0 3-2,0-2 17,0 4 39,0-5 213,0 3-256,0-2 0,-1 4 145,-3 0-118,3 0 4,-4 0-39,5-5-27,0 3-150,0-2 165,0 4-37,0 4 1,1 1-45,3 3 1,2 1 20,5-1 0,-3 0 6,-1 0 0,0 5 11,4-2 1,4 4 43,0 0 0,3-2 9,-3 6 1,4-1-11,0 4 1,2 0 73,1 0 1,0 0-236,0 0 1,0 0 96,0 0 0,-4 4-116,0 0 1,-5-4 82,-2-4 0,-1 2-11,-7 5 1,5-1-11,-5 1 1,1-1-15,-4-2 1,-5 1 5,-2 3 1,1-3 21,-2 3 0,0 1 2,-7-2 0,3 6 33,-3-2 1,2 0 2,-2 0 0,3 0 34,-3 4 0,1-2 127,0 2 1,5-2-139,-2 6 0,4-3 21,-1-1 0,4 4 19,4-1 1,0 1-38,0-4 0,4 0-29,4 0 1,5-4 76,2-4 0,8-3 69,-1-3 1,9-3-171,2-5 1,2-5-138,10-3 0,-7-1-131,6-2 1,-3-5-436,3-3 0,-1 2-606,-2-1 1,-3 0 1286,-5-4 0,5-20 0,1-5 0</inkml:trace>
  <inkml:trace contextRef="#ctx0" brushRef="#br0" timeOffset="1716">1577 287 7744,'0'-11'407,"-1"1"-181,-2 3 1,1 1-105,-1 2 1,0 3 25,-1-3 1,2 3 24,-5 1 1,-1 0-21,-3 0 1,0 5-98,0 2 0,0 3-36,0 1 0,0 4 86,0 0 0,0 4-200,0-1 0,0 3-48,0 1 1,1 2-76,3 1 0,-2-1 68,6 1 1,-1 2-144,4-1 0,1 0 145,3-4 0,2-1-44,5-3 1,5-2 72,2-5 1,3-5 22,1-2 1,0-8 259,0-3 1,0-8 49,0-3 0,-1-8 70,-2-3 1,0-3 11,-4-1 0,-4 3 114,-4 1 0,-4 1-251,0-2 1,-3 3-130,-3 5 0,-5 4 19,-6-1 1,1 10-247,-1-2 1,-2 7-796,1 0 1,4 3 990,4 1 0,14 25 0,0 5 0</inkml:trace>
  <inkml:trace contextRef="#ctx0" brushRef="#br0" timeOffset="2600">1533 1687 7739,'0'-7'40,"-1"0"171,-3-2 0,3 3 190,-2-2-59,1 6 195,2-3 179,0 5-394,0 5 0,2 1 39,1 5 1,-2 4-93,3 0 0,-1 8 65,0-1 0,-2 6-165,3-2 0,-3 3-98,-1-3 0,0 5-91,0-2 1,0 2 11,0-2 1,0 2-187,0-6 1,0 0-15,0-7 0,0 2-619,0-6-1168,0 1 873,0-9-437,0-1 1559,0-5 0,0-19 0,0-6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42.6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22 7402,'-7'0'303,"3"-5"-436,4 4 102,0-4-125,0 5 1,-4-1-128,0-3 174,1 3-28,3-4 267,0 5-18,4 0-42,-2 0-33,3 5 1,-5-2 94,0 4-64,0-5 1,0 5 270,0-4-74,0-2-66,0 4-56,0 0-62,0-4 0,-2 4-82,-1-5 1,1 2-46,-1 1 1,0-2-239,0 3 57,1-3-117,-2-1-19,4 0 306,0-5 37,0 4 1,0-5 234,0 2-46,4 3 0,1-5 259,3 2 59,1 3-290,-2-4 0,4 5 366,0 0-359,0 0-143,0 0 0,-2 2 81,-1 1 0,0 3 95,-4 5-244,0 0 0,-4 4-133,0 0 1,-5-1-257,-3-3 1,-1 1-68,-2-1 1,-4 3-1160,0 1 1622,-4 0 0,-8-9 0,-8-1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43.6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67 7754,'0'-11'-15,"0"4"1,0-1 178,0 0-239,0-2 161,0 4 0,5 0-88,3 2 1,-1 3 121,4-3 0,-2 3 11,5 1 1,-1 0-46,-2 0 0,1 3-5,3 1 1,-3 5-88,3-2 0,-7 3-24,-1 1 1,0 1-66,0 3 0,-2-3-16,-5 3 1,0 2 75,0 1 1,-5-2 68,-2-1 0,-3 1 1,-1-2 1,-4 1 16,0-4 1,-4 0 13,0 0 0,2-1-12,-1-3 1,3 2 22,-3-5 0,4 3-229,0-3 0,5-1-186,2-3-125,-1 0 162,2 0 60,1 0 0,7-1 24,1-3 0,3 2-84,5-5 0,4 1 301,0-2 0,4-2 0,0 3 0,-2-3 0,1-1 0,1 0 0,3 0 0,0 0 0,0 0 0,0 0 0,0 0 0,0 0 0,0 0 0,-1-1 66,-3-3 1,3 3 172,-3-3 0,-1 7-36,2 0 0,-6 1 83,2-4 0,-3 5-107,-1 2 1,-3-1 47,-1 1-6,-5 1-62,3 3 1,-6 0-8,-3 0 1,2 1-196,-5 3 1,-4-2-19,-4 5 0,-3 1 147,3 3 1,-4 0 45,5 0 1,-5 0 11,5 0 1,-5 0 2,5 0 1,-1 0 7,4 0 0,0 1-86,0 3 0,0-3-81,0 3 0,5-2-35,2 2 0,4-3 87,4 3 0,2-3-116,5-1 1,4-5-21,-1-2 0,10-3-103,-2-1 0,6 0-197,-3 0 1,5-1-355,-4-3 1,1-2 749,-2-5 0,3-29 0,6-8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53.5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34 7907,'5'-7'804,"-4"2"-559,4 5-328,-5 0-49,-5 0 1,4-1 114,-3-2-168,-2 1-8,0-3-44,-5 5 26,5 0 43,-4-4-179,9 2 305,-4-3-10,5 5 1151,0 0-945,0 5-129,0-3 1,0 4 2,0-3-16,0-1 0,-1 2-17,-3-4 1,3 2-25,-3 1-21,-2-1-52,0 3 1,-1-5 41,-1 0 0,5 0-7,-5 0-13,6 0 0,-4 0-109,2 0 154,3 0-9,-4 0 42,5 0 6,0-5 47,0 3 1,0-4-9,0 3 72,5 1 1,1-3-26,5 5 1,-4 0 150,1 0 0,-1 0-73,4 0 1,0 0 94,0 0 0,-3 0-103,-1 0 0,0 5-1,4 3 1,-3 0-214,-1 0 1,-5 5 14,2-2 0,-3 3-89,-1-3 1,-1 3 64,-3 1 1,-5 0-123,-6-4 0,-3 0-127,3 0 0,-5 0-831,2 0 1143,2-5 0,0-1 0,5-5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54.8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77 7899,'-1'-11'-255,"-2"0"211,0 0 1,-1 4 439,4-1 0,0 5-251,0-5 0,1 6-73,3-2 1,2-1 13,5 2 1,0-1-3,0 4 1,0 0-98,0 0 1,1 1 65,3 3 1,-3-2-81,3 6 0,-3-1 47,-1 4 1,0 0-154,0 0 0,-3 4 121,-1 0 0,-4 0-112,0 0 0,-2-3 97,-1 3 1,-4 1-12,-4-1 1,-2-1-53,-1-3 1,-5 0 53,-2 1 1,1-3 15,-1-1 0,0 1-68,0-1 0,-2-3 5,6-2 0,-1-1-11,4-2 1,0 1-136,0 2 1,4-1 9,-1 1-191,6-1 206,-3-7 1,10 0 82,2-3 1,4-1 120,4 1 0,-2 2 0,6-1 0,-1 0 0,4-5 0,0 3 0,0 1 0,0-1 0,0 1 0,4-2 0,0-1 0,1 2 0,-1 1 0,-3-2 0,3 3 0,-3-3 0,-1-1 0,0 4 407,0 0 1,-1 0-37,-3 0 0,2 1-6,-6 2 0,-3 3-61,-3-3-317,-1 3 97,-1 1 0,-2 0-125,-8 0 1,-2 4-73,-5-1 1,-5 5 51,-2-4 1,1 4 69,-2-1 0,2 3 79,-1 1 0,-3-3 125,3-1 1,2 0-85,1 4 0,3 0 79,1 0 0,0 0-142,0 0 0,5 0 24,2 0 1,3 2-46,1 1 1,2-5 56,5 2 0,2-4-219,9 1 0,2 0-77,6-4 1,-2 0-69,6-4 1,-5-2-245,5-1 1,-2 0 505,1-4 0,33-25 0,2-10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56.4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1 155 7925,'0'-7'213,"0"-1"431,0 0-365,4 3 228,-2 0-262,7 5 0,-7 5-29,1 2 1,2 4 33,-1 4 1,3-2-137,-3 6 0,1-1-148,-1 4 0,-3 0-31,2 0 0,0 0-547,1 0 1,-3-3 6,2-1 1,-1-4 186,-2 0 0,-2 2-838,-1-1 707,2-5 549,-9 0 0,4-34 0,-5-1 0</inkml:trace>
  <inkml:trace contextRef="#ctx0" brushRef="#br0" timeOffset="543">12 78 7925,'0'-11'-52,"0"0"1,0 3 179,0 1 1,1 0 228,2-4 1,2 3-173,3 1 0,3 5-21,0-2 1,0 3 3,3 1 0,4 0-26,0 0 0,-1 1 13,2 3 0,-1 2-88,4 5 1,-5 3-145,-2 1 0,-3 1-35,-1-1 1,-1-2-243,-3 6 1,2-5 127,-6 5 1,0-6 6,-7 2 0,-2-3 77,-5-1 0,-1 0 80,-3 0 1,-1-3-11,-2-1 1,-3-5 17,3 2 1,1-3 145,-2-1 0,6 0-102,-2 0 0,3 0 128,1 0 0,3 0-18,1 0-51,5 0 16,-3 0-16,14 0 1,-1-1 7,6-3 0,-1 3 31,-2-3 0,3 3 10,1 1 0,1 0-19,-1 0 1,-2 0 11,6 0 0,-5 0-108,5 0 1,-5 1 27,5 3 0,-1-1-105,4 4 0,-3 1 92,-1 7 1,-1-3-84,1 3 0,2 2 58,-5 2 1,-2-2-99,-5 1 1,0-3 91,-4 3 1,-2-3 122,-5 3 1,-5-4 188,-6 0 0,-4-5-89,-4-2 0,0 0 146,0 0 1,-3-2-105,-1-5 0,-5 0-17,2 0 0,-2 0-144,2 0 0,2 0 38,5 0 0,0-4-271,0 0-425,5-4 0,6 5 587,7-4 0,57 5 0,14-3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55.2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1 243 8537,'0'7'493,"0"2"-357,0-1 1,0-2-321,0 1 1,0 1-168,0 3 0,0 1 50,0 2 0,0-1-197,0 1 0,0-5 498,0-2 0,4-4 0,3 2 0</inkml:trace>
  <inkml:trace contextRef="#ctx0" brushRef="#br0" timeOffset="149">12 34 7899,'0'-7'-320,"-2"-1"-339,-1 0-276,1 3 935,2 0 0,16 29 0,8 7 0</inkml:trace>
  <inkml:trace contextRef="#ctx0" brushRef="#br0" timeOffset="619">464 232 7899,'-4'-7'-62,"0"0"0,-3 3 154,3-3-8,-4 4 1,1-3 23,-4 2 1,4 3 8,0-2 0,-1 1-21,-3 2 1,0 0 113,0 0-156,0 5 0,0-2-92,0 4 0,5-3 26,2 3-380,-2-5 48,5 8 262,-4-4 1,5 2 30,0-1 0,0-3-13,0 3-16,0-4 57,5 6 0,1-6 21,5 4 0,-3-4-15,-1 0 0,4 2-38,4-1 1,-1 3-149,-3-3 0,2 1 206,1-2 1,-1 0 4,1 4 1,-1-3 39,-2 3 1,0-3 167,0 3 0,0-1-54,0 2 123,0 2 89,0-4-194,-5 5 1,-3-1-48,-6-3 0,-3 1-48,-5-4 0,-5 3-105,-3-3 1,-1 0 15,-2-4 1,-1 0-156,1 0 1,0 0 55,0 0 1,4-1-110,0-3 1,0-1 44,0-2 167,2-3 0,20-6 0,3-7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51.8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56 7933,'0'-7'342,"0"-1"-14,0 1-235,0-4 249,0 5-137,0 1 1,0 6-27,0 3 0,4 3 27,-1 8 1,1-2-282,-4 6 1,0-1-47,0 4 1,0 0-53,0 0 0,0 0-9,0 0 1,0 0-106,0 0 0,-1-3 95,-3-1 1,3-3-147,-3 3 0,-1-4 105,2 0 1,-2-3-337,1-3 63,3 2 506,-4-9 0,0 4 0,4-10 0,-3-3 0,3-31 0,1-9 0</inkml:trace>
  <inkml:trace contextRef="#ctx0" brushRef="#br0" timeOffset="327">1 166 7490,'6'-5'-462,"-1"-1"0,-5-5 1040,0 0 0,1 4-292,3-1 0,-3 1-85,3-4 0,1 4 23,-2-1 1,2 1-110,-1-4 1,-2 1-150,6 3 0,-2-3 123,1 3 0,3 1-109,-3-2 0,3 5 118,1-5 1,1 6-118,3-2 0,-3 3-18,3 1 1,-2 0 106,2 0 0,-3 5-78,3 2 0,1 3 23,-1 1 0,-1 5-82,-3 2 1,1 3 57,-1 1 1,0 0-123,0 0 1,0 4 52,0 0 1,0-1-150,0-3 1,-2 0 60,-1 0 1,-3-3-196,-5-1 0,3-4-457,1 0 328,0-1-69,-4-2 559,-5-5 0,4-1 0,-19-25 0,2-4 0</inkml:trace>
  <inkml:trace contextRef="#ctx0" brushRef="#br0" timeOffset="517">89 232 7938,'-6'-5'4,"-3"-1"211,6-5 1,-1 4 1001,4 0-863,0 4 0,5-5-121,2 4 1,4 0-33,4 4 1,2 0-121,5 0 0,0 0-666,0 0 0,0 4-128,0 0 0,3 3 713,-3-3 0,-7 9 0,-10-1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4:50.2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56 242 7816,'6'1'919,"-3"3"1,-1-2-616,-2 6 1,1-5-88,3 5 0,-3-1-102,2 4 0,0 0-140,1 0 1,-3 0-121,2 0 0,-1 0-359,-2 0 0,3 0 63,1 0 0,0-3 441,-4-1 0,-5-4 0,-1 1 0</inkml:trace>
  <inkml:trace contextRef="#ctx0" brushRef="#br0" timeOffset="209">1 55 7933,'0'-11'-312,"0"0"67,0 0-139,0 0-66,0 4 0,0 4 106,0 6 344,0-1 0,14 32 0,5 3 0</inkml:trace>
  <inkml:trace contextRef="#ctx0" brushRef="#br0" timeOffset="849">375 264 7941,'0'-7'558,"0"-1"-435,0 6 154,0-3-414,-5 0 146,-1 4 1,-5-4-139,0 5 1,0 0 191,0 0 1,0 4-32,0-1 1,0 5-170,0-5 1,1 2-80,3-1 1,-3-2-15,3 6 0,-2-4 100,2 3 0,-2-3-90,6 3 1,-5-3 114,5 3 0,-1-3-16,4 3 0,1-5 152,3 2 1,2 1-115,5-1 0,0 3 61,0-3 0,5 3-40,2-3 1,3 3 4,1-3 0,1 1 77,3-2 0,-3 0-7,3 4 1,-3-3-1,0 3 0,-1-3 7,0 3 0,-5-3 82,-3 3 0,-1-3-71,-2 3 1,-4-3 110,0 3 1,-4-3-50,1 3 1,-4-3 9,-4 3 0,1-1-36,-4 2 1,-1 0 6,-7-4 1,1 3 1,-4-3 0,3 1 17,-3-1 1,0-3-115,-5 2 0,5-1-46,0-2 1,-1 0-214,-3 0 0,1 0 75,3 0 0,-1 0 205,4 0 0,15-10 0,7-2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11.3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310 55 7840,'0'-7'-610,"0"0"0,0 3 1346,0-3-433,0 4 1,-4-3 4,0 2 38,1 3-275,3-4 0,-4 4-135,0-3 0,-1 3 96,2-3 0,0 3-215,-4 1 216,0 0 0,-4 1-145,0 3 0,-1-1 102,1 4 0,0-3-145,0 3 0,0-3 41,0 3 1,0-1 76,0 1 0,2 3-10,1-2 1,0-2-40,4 1-10,-5 0 74,3 4 5,0 0 1,1 0 79,5 1 0,0-5-46,0 0 1,5-3 207,2 3-222,3 1 1,1 1 12,0-1 1,0 2-2,0-3 1,0-1-1,0 1 0,0 1-37,0 3 1,-3-4-12,-1 0 0,-3 1-76,3 3 143,-4 0 0,2 0 0,-5 0 1,-2 0-3,-1 0 0,-4-4 91,-4 1 0,-1-1-77,-2 4 1,0-4 11,-4 1 0,3-5 18,-3 5 0,3-5 8,-3 5 0,0-6-99,0 2 1,2 1 17,5-2 0,0 1-227,0-4 163,5 0-20,1 5 92,5-4 1,1 4-1,3-5 1,2 0-24,5 0 1,1 0 0,3 0 1,-3 0 28,3 0 1,1 0-47,-1 0 1,3 1-1,-3 3 0,3-3 24,-3 3 0,-1 1-6,-3-1 1,2 0-14,1 0 0,-5-1-4,2 4 1,-4-3-14,1 3 23,-3 0 0,-5 4 25,0 0 0,-2 0 17,-1 0 0,0 0 79,-4 0 1,0 0-24,-5 0 0,1-1 139,0-2 0,2 1-78,1-1 0,0 2-24,4 1 0,0-4-11,4 0 1,0 1-17,0 3 1,2-5 115,1-3 0,3 2-76,5-1 1,2 0-65,1-4 0,4 0-199,4 0 1,1 0-326,3 0 0,-2-2-75,5-1 0,-5 0-1019,-2-4 1551,0 5 0,-15-23 0,3 1 0</inkml:trace>
  <inkml:trace contextRef="#ctx0" brushRef="#br0" timeOffset="726">861 188 7078,'0'-11'2088,"0"4"-1667,0 3 670,0 4 0,1 4-886,3 4 0,1 3-27,2 4 1,3 2-72,-3 5 0,2 0-129,-2 0 1,3 4-445,-3-1 1,3 5 193,1-5 1,-4 5-61,1-4 0,-6-1-113,2-3 1,1-1-262,-2-2 1,1-4-322,-4-4-137,0 0 1164,5-4 0,-4-2 0,9-30 0,-4-6 0</inkml:trace>
  <inkml:trace contextRef="#ctx0" brushRef="#br0" timeOffset="992">1092 232 7840,'0'-11'11,"0"0"408,0 0 142,0 0 0,0 3 248,0 1-388,0 4 0,2-1-82,1 4 0,0 4-116,4 4 1,-3 3-80,3 4 1,0-2 16,4 5 1,0 2-87,1 6 0,-3-3-44,-1 3 1,1 1-281,-1-2 1,0 1-48,0-4 0,0 0-295,-4 0 1,1-5-280,-1-2 177,-3 2 0,4-4-1054,-5 1 979,0-6 768,0-4 0,-5-23 0,-1-6 0</inkml:trace>
  <inkml:trace contextRef="#ctx0" brushRef="#br0" timeOffset="1185">905 419 7843,'-11'-10'251,"1"2"-8,3 0 0,2 5 15,5-5-256,0 6 0,5-3-18,2 5 1,7 0-132,0 0 1,6 0-264,-2 0 0,7 0 67,1 0 0,4 0 343,0 0 0,36-5 0,10-1 0</inkml:trace>
  <inkml:trace contextRef="#ctx0" brushRef="#br0" timeOffset="1520">1379 265 7918,'-5'-11'573,"4"5"0,-4 2-414,5 8 1,-4-2-73,1 5 1,-1 2-17,4 6 1,0-2-121,0 6 1,1-5 42,3 5 0,-2-2 36,6 1 1,-1 3-25,4-3 0,0 0-146,0 0 0,0-1 27,0 1 1,4-3-140,0-8 0,4 3 32,-1-2 1,2-3-162,-2-2 1,3-2 1,-2-1 1,-2-3-377,1-1 755,-4-5 0,16-26 0,0-13 0</inkml:trace>
  <inkml:trace contextRef="#ctx0" brushRef="#br0" timeOffset="1719">1368 265 7851,'-6'-8'323,"2"1"-175,3-1 1,2-1-237,3 2 0,3-2 137,8 5 0,-2 1 7,6 3 1,3 0-177,4 0 0,4 0-231,0 0 0,-2 0 351,1 0 0,5 5 0,6 1 0</inkml:trace>
  <inkml:trace contextRef="#ctx0" brushRef="#br0" timeOffset="1894">1357 353 8160,'22'0'-1895,"0"0"1895,0 0 0,74-15 0,-39 6 0,0 0 0</inkml:trace>
  <inkml:trace contextRef="#ctx0" brushRef="#br0" timeOffset="2328">1842 276 7643,'-6'-5'408,"0"4"722,2-3-341,3 3-558,-4 6 1,1 1-31,1 5 0,-1 4-34,4-1 0,0 6-134,0-2 1,0 3 55,0 1 0,4-2-190,-1 2 0,1-6 55,-4 6 1,0-8-175,0 1 1,1-3-101,3-1-201,-3 0 197,4-4 0,-6-3-303,-3-4 226,3 0 0,-4-6 124,5-5 1,-1 0 100,-3-3 0,3-4 77,-3 0 0,3 1 136,1-1 0,0-1 277,0-3 1,4 0-123,-1 0 0,2 4 34,-1-1 1,-2 2 71,6-1 1,-5 1 180,5 2 1,-2 6-149,1-2 0,3 4-119,-3 0 0,3 2-59,1 5 1,4 0-66,0 0 0,3 6-90,-3 5 1,4 1 28,0 6 0,1 0 40,2 0 0,1 3-70,-1-3 1,-4 3-173,0 1 0,-3-1 6,3-3 1,-4 2-209,1-5 0,-3-1-15,-1-3 1,-4-1-229,1-3 0,-5 2-734,5-5 1354,-6-1 0,-7-12 0,-7-4 0</inkml:trace>
  <inkml:trace contextRef="#ctx0" brushRef="#br0" timeOffset="2503">1864 441 7851,'-11'-11'177,"0"1"1,1 2 1959,3 0-1798,2 6 0,7-4-151,6 2 1,0 3-243,11-3 0,-1 3-292,4 1 1,0 0-414,0 0 1,4 0 204,0 0 0,-1 0 554,-3 0 0,25 0 0,6 0 0</inkml:trace>
  <inkml:trace contextRef="#ctx0" brushRef="#br0" timeOffset="2787">2360 243 8100,'-4'-8'1521,"1"1"-1012,-1 5-248,4-3 0,1 10 73,3 2 1,-2 3-169,6 1 0,0 3 13,7 1 0,-3 5-101,3-2 1,-1-1-197,0 2 0,-2-2-141,3 1 1,-3 3-531,-1-3 0,0-2 547,1-1 1,-3-6-11,-1-2 252,1 0 0,-12-30 0,2-9 0</inkml:trace>
  <inkml:trace contextRef="#ctx0" brushRef="#br0" timeOffset="3046">2603 221 8217,'-2'-8'891,"-1"1"1,0 5-526,-4-2 1,-2 3 0,-5 1 1,-8 0-85,-8 0 0,-6 0-27,-5 0 1,-2 0-434,-1 0 0,5 3 25,2 1 1,4 0-183,4-4 1,7 1-196,7 3 0,4-2-1398,4 5 1927,2-4 0,83 7 0,20-4 0</inkml:trace>
  <inkml:trace contextRef="#ctx0" brushRef="#br0" timeOffset="3329">2746 232 8264,'0'-6'2871,"4"13"-2627,-1 8 0,6 3-82,-2-3 1,-1 2-147,2 5 0,-1 0-672,4 0 1,-1 4 4,-3-1 1,3 0-302,-3-7 0,0 2 354,0-5 598,-5-1 0,3-22 0,-5-6 0</inkml:trace>
  <inkml:trace contextRef="#ctx0" brushRef="#br0" timeOffset="3570">3000 265 7980,'11'0'957,"-4"0"-706,0 0 0,-3 5 26,3 2 1,-4 3-329,0 1 1,-1 5 82,-2 2 0,0 3-84,0 1 0,0 0-236,0 0 1,0 0-283,0 0 0,0-3 215,0-1 0,-2-1-252,-1 2 0,2-7 607,-3-5 0,8-24 0,2-3 0</inkml:trace>
  <inkml:trace contextRef="#ctx0" brushRef="#br0" timeOffset="3854">3000 309 7886,'0'-11'686,"0"0"-678,0 5 1,1 1 128,2 5 1,0 0 30,4 0 1,1 5-14,3 2 1,1 4-150,3 4 0,-2 2 65,5 5 0,0-4-187,0 1 0,4-1-153,0 4 0,0-3 85,4-1 1,-3-5 21,-1 2 1,1-6 237,3-2 1,-6-5-38,2 2 0,-7-4-6,-1-4 1,-2-5 152,-1-6 0,-4-5-80,-4 2 0,-1-3 196,-2-1 0,-2-1-241,-1-3 0,-4 3-230,-4-3 0,0 7-347,0 0 0,-3 4 150,-1-3 1,0 8 365,4-1 0,0 17 0,0 2 0</inkml:trace>
  <inkml:trace contextRef="#ctx0" brushRef="#br0" timeOffset="4296">3573 199 7922,'0'-8'0,"0"1"361,0-2 688,0 0-639,-5 2 1,-1 3-221,-5 4 0,3 4 0,1 4 0,0 5-15,-4 2 1,1 5-133,3-2 0,-2 3-18,5 1 1,1 4 149,3-1 0,0 2-301,0-1 0,1-3-286,3 3 0,5-3-30,6-1 0,5-5 165,-2-2 0,3-8-9,1-3 1,0-3 38,0-1 0,0 0-91,0 0 1,-1-5 16,-3-2 1,2-3-12,-5-1 0,-2 0 332,-6 0 0,2 0 0,-5 0 0,-1 5 0,-17-14 0,-5 2 0</inkml:trace>
  <inkml:trace contextRef="#ctx0" brushRef="#br0" timeOffset="4539">3683 397 7862,'-6'0'58,"-3"-1"255,6-3 100,-1 3-52,4-4-203,0 0 1,5 4 34,2-3 0,-1 3-4,2 1 0,-5 0-24,5 0 0,-1 0-9,4 0 1,-3 0 7,-1 0 0,0 5-4,4 2 1,-3-1-149,-1 2 0,0-1-129,4 4 0,-3 0-130,-1 0 1,0 0-116,4 0 39,0 5 1,0-4-260,0 3 0,-3-4 582,-1-4 0,10-7 0,7-6 0</inkml:trace>
  <inkml:trace contextRef="#ctx0" brushRef="#br0" timeOffset="4930">4157 518 11574,'0'13'48,"0"1"0,0-1-499,0 1 0,0 2 174,0-1 0,0 0 277,0-4 0,15 9 0,3 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10.0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23 9048,'1'-6'626,"3"2"0,2 3-379,5 1 0,4 0-111,-1 0 0,5-1-148,-4-3 0,4 3-133,-1-3 1,3 3-585,1 1 0,-3 0 204,-1 0 1,-4 0 89,0 0 0,-1 0 435,-2 0 0,-20 5 0,-4 1 0</inkml:trace>
  <inkml:trace contextRef="#ctx0" brushRef="#br0" timeOffset="191">12 155 7949,'-6'0'1585,"1"0"-1417,5 0 0,8 0-62,3 0 0,8-4-136,-1 1 1,7-1-331,0 4 0,5-4-1451,-4 1 1811,4-6 0,33-2 0,13-6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08.7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34 7417,'0'-6'269,"0"-4"1,3 7 64,1-4 1,4 5-159,0-2 1,3 3 3,4 1 1,-2 0 25,5 0 1,0 0-90,0 0 1,2 3 10,-6 1 0,5 5-40,-5-2 1,1 3-156,-4 1 1,-1-4 188,-3 1 1,-2 3-106,-5 3 1,0 1-180,0-4 1,-2 0 169,-6 0 1,0 1 29,-11 3 1,5-3 34,-5 3 1,1-6 108,-4-2 0,3 0-54,1 4 0,1-3 18,-1-1 1,2-5-136,5 2 0,0 1-124,0-1 0,3-1-1426,1-3 417,4 0-181,-1 0 1303,13-5 0,33-20 0,17-11 0</inkml:trace>
  <inkml:trace contextRef="#ctx0" brushRef="#br0" timeOffset="807">475 23 7676,'7'0'156,"0"0"378,-4 0 256,2 0-260,0 0 27,-4 0-73,4-5-256,-5 4 1,-2-4-61,-1 5 0,0 0 168,-4 0-252,0 0 0,-8 0 24,0 0 0,0 5-85,4 2 0,-3 3 33,-1 1 1,-1-1-95,1-3 1,3 7 37,-3-3 1,3 2 34,1-2 0,0 1-38,0 3 1,5-3-128,2 3 1,4-3-232,4-1 0,3 0-72,8 0 1,2-3-226,5-1 1,5-5 117,3 2 0,1-3-275,3-1 0,-1-5 109,0-2 706,-5-3 0,-6-15 0,-6-5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20.9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230 210 7854,'7'-5'597,"2"4"-153,-7-9-91,2 9-294,-4-4 0,-4 5 77,-4 0 0,-3 0-133,-4 0 1,2 1 88,-5 3 1,0 1-138,0 2 1,-3 3 42,3-3 1,-2 7-51,2 0 1,-2 2-145,6-1 1,-1-2 76,4 6 0,5-2-140,2 1 0,5 2 120,7-5 0,5-1-83,13-3 1,2-5 105,5-2 0,5-3-104,3-1 0,-2-1 339,1-3 1,-6-2 11,0-5 0,-6-5 11,-6-2 0,-1 1-31,-3-1 0,-7 0 142,-7 0 0,-3-2-231,-1 6 1,-10-1-223,-5 4 1,-4 1-43,-3 3 0,-4-2-334,0 6 0,1-1 576,3 4 0,-1 5 0,1 1 0</inkml:trace>
  <inkml:trace contextRef="#ctx0" brushRef="#br0" timeOffset="317">627 155 7974,'-6'-11'242,"2"0"0,3 3 30,1 1-212,0 5 847,0-3 1,5 17-438,3 3 0,1 3-287,2-3 0,4 2-168,0 5 0,4 0 58,0 0 1,-2 0-175,1 0 1,-4 0-132,0 0 0,-1-1-540,-2-3 0,-2-2-882,-1-5 663,-3 0 24,-5-4 967,0-3 0,-10-33 0,-2-8 0</inkml:trace>
  <inkml:trace contextRef="#ctx0" brushRef="#br0" timeOffset="541">627 89 7851,'11'-2'0,"0"0"-148,0-2 1,2 1 282,1 3 1,3 0 250,6 0 0,2 0-391,1 0 0,5 1-85,-2 3 1,2-3-169,-2 2 0,-2 0 194,-5 1 64,0-3 0,-10 4 0,-2-5 0</inkml:trace>
  <inkml:trace contextRef="#ctx0" brushRef="#br0" timeOffset="707">660 232 6672,'11'0'-185,"0"0"0,5 0 107,3 0 1,10 0 77,4 0 0,52-5 0,9-1 0</inkml:trace>
  <inkml:trace contextRef="#ctx0" brushRef="#br0" timeOffset="950">1201 199 8235,'11'7'1145,"0"1"1,0 3-1095,0 3 0,0 6-234,0-2 1,3 3-30,1 1 0,0 0-290,-4 0 1,0 0 241,0 0 1,0-1-49,0-2 1,-1-4-53,-3-3 360,3-6 0,-9-21 0,4-10 0</inkml:trace>
  <inkml:trace contextRef="#ctx0" brushRef="#br0" timeOffset="1209">1145 177 8103,'-4'-6'1022,"2"-4"1,2 9-749,8-3 0,3-1 129,3 1 0,5 1-223,6 3 0,5 0-112,7 0 1,-2 3-13,6 1 0,-5 1-218,5-1 0,-7-3 71,-1 3 1,-5-3-257,-6-1 1,-5 3-1755,-2 1 536,-3 0 1565,-5-4 0,-37 5 0,-13 1 0</inkml:trace>
  <inkml:trace contextRef="#ctx0" brushRef="#br0" timeOffset="1366">1245 309 9970,'11'0'842,"1"0"-830,3 0 0,7 1-117,7 3 0,3-3-92,1 3 0,0-3-331,0-1 0,-3 0-1564,-1 0 2092,-5 0 0,-2-5 0,-6-1 0</inkml:trace>
  <inkml:trace contextRef="#ctx0" brushRef="#br0" timeOffset="2124">1884 45 7936,'0'-11'-169,"1"3"312,3 1 0,-2 4 203,6 0 1,-5 0-155,5 0 0,-1 1-8,4-1 0,0 1 40,0 2 0,0 2 7,0 1 1,2 0-254,1 4 1,-2-3 136,3 3 1,-3-1-173,-1 2 0,-1 1-106,-2-1 79,1 2 1,-7 1 41,1 0 0,-2 0-97,-1 0 1,0 0 97,0 0 0,-1-4-8,-2 0 1,-2 1 15,-3 3 0,-1-1 57,1-3 0,2 3 24,-1-3 1,4-1-48,0 2 0,-2-5 14,1 5 13,0-1 0,6 3 4,1-3 0,2-1-18,3-2 0,1-2-1,-1 6 1,3-6 71,3 2 0,-1-2-5,1 2 0,2-3 133,-1 3 0,0-3-99,-4-1 0,1 4 157,3-1-225,-3 1 0,4-4-107,-5 0 120,-5 0-34,-1 5-282,-5-4 94,0 9 0,-5-5 86,-2 2 1,-2-1 64,2-2 1,-3 1-17,3 2 0,-3 2-8,-1-5 1,3 4 3,1 0 1,5-2 162,-2 1 1,3 0-65,1 4 0,0-3-53,0-1 1,0 0-1,0 4 0,1 0-4,3 0 1,2 1 48,5-1 1,0 0 97,0 0 0,1 0-49,3 0 1,-3 0 140,3 0 0,-3-2-80,-1-1 1,0 2 389,0-3-528,-5-2 14,-1 5 1,-6-9-46,-3 3 0,-3-3-263,-8-1 1,-3 0-535,-8 0 0,-2 0 395,-5 0 402,0-5 0,-25-11 0,-6-7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17.2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210 122 7827,'0'-8'200,"0"1"83,-5 0 0,3-3-38,-5 3 1,3 1 245,-3 2-291,-1 3 1,-3-6-27,0 4 0,-3 2-122,-1-3 0,-1 6 83,1 2 1,3 8 21,-3-1 0,3 4-72,1 0 1,0 2-185,0 5 1,1 4 46,3-1 1,2 5-148,5-5 1,1 5 12,3-4 0,7-1-136,7-3 1,4-1-377,4-2 1,3-3 190,8-5 1,-3-5-329,3-3 835,-3-1 0,19-32 0,5-7 0</inkml:trace>
  <inkml:trace contextRef="#ctx0" brushRef="#br0" timeOffset="335">508 177 7827,'-6'-5'-31,"1"-1"313,0 0 157,4-4 1,-5 8 91,2-6-81,3 6-284,-9-3 1,8 5 6,-6 0 0,2 5-48,-1 2 0,-2 3-138,6 1 1,-5 1-161,5 3 1,-5 2-41,5 5 0,-1-4-104,4 1 0,0-1 49,0 4 0,0-3-87,0-1 1,5-3 176,2 3 1,4-8-5,4 1 0,-2-7-60,6-1 1,-2-2 61,1-1 0,2-6 410,-6-5 0,1-1-42,-4-6 1,-1 1 74,-3-2 0,2-2-172,-5 3 1,-2-3-89,-6-1 1,-3 1-141,-8 3 0,2 2-306,-6 5 0,5 0 443,-5 0 0,1 10 0,-4 2 0</inkml:trace>
  <inkml:trace contextRef="#ctx0" brushRef="#br0" timeOffset="719">806 166 7987,'0'-11'465,"0"0"0,0 0-181,0 0 0,0 3 60,0 1 1,-2 3 84,-1-3-215,2 5 0,-9-3-151,2 5 55,-1 0 0,-2 5-29,0 2 0,1 3-53,2 1 0,0 4-151,4-1 1,-3 6-31,3-2 0,0 3-124,4 1 1,0 0 6,0 0 0,5 0-94,3 0 0,3-1 7,3-3 0,4-2-126,4-5 0,0-4 643,0-4 0,-4-2-149,1-1 0,-6-9 53,2-6 1,-4-5 2,-4-2 0,-2-1 85,-5-3 0,0 3-287,0-3 0,-5 3-237,-2 1 0,-3 5 236,-1 2 128,0 3 0,0 6 0,0 1 0</inkml:trace>
  <inkml:trace contextRef="#ctx0" brushRef="#br0" timeOffset="1052">1015 78 7877,'0'-8'1247,"1"1"140,3-2-1033,-3 5-33,4-6 1,-5 10 94,0 0 0,0 5-154,0 6 0,0 1-14,0 3 1,0 1-269,0 2 0,0 3-43,0-3 0,-1 3-3,-3 1 0,3 0-22,-3 0 1,3 0-145,1 0 0,5-3 137,2-1 1,3-3 30,1 3 1,4-8-193,0 1 0,4-7 38,0-1 0,1-2-419,2-1 0,1-4-78,-1-4 1,3-2-294,1-1 1,0 0 1007,-4 0 0,5-10 0,1-2 0</inkml:trace>
  <inkml:trace contextRef="#ctx0" brushRef="#br0" timeOffset="1369">1445 89 8166,'0'-11'1658,"0"3"-740,0 1-13,0 5-253,0-3 1,4 14-529,-1 6 0,2 1-159,-1 2 0,-3 1-146,3 3 1,-2 0 195,2 0 0,-3 0-1057,3 0 0,-3 0 40,-1 0 1,0-1 1001,0-3 0,20 3 0,4-4 0</inkml:trace>
  <inkml:trace contextRef="#ctx0" brushRef="#br0" timeOffset="1634">1765 100 7898,'0'-6'1468,"0"1"1,0 7-1347,0 6 0,0-1-213,0 8 0,0 2 98,0 1 1,0-1-96,0 2 1,0-1-159,0 4 1,0 0-397,0 0 0,0-3-321,0-1 1,0-5 39,0 2 923,0-3 0,0-35 0,0-9 0</inkml:trace>
  <inkml:trace contextRef="#ctx0" brushRef="#br0" timeOffset="1895">1765 133 7898,'-6'-7'246,"2"-1"40,3 6 0,-3-4 33,0 2-146,1 3 0,4-3 78,3 8 0,1 2-135,2 5 0,4 0-145,0 0 1,1 5 30,7 2 0,-1-1-196,4 2 1,1-6 81,3 2 1,-1 1-158,4-1 1,-1-1 179,1-3 0,-2-5 69,-5-2 1,1-3 250,-1-1 1,-5-1-130,-3-3 1,-3-7-106,-3-7 0,-3-3-59,-5-1 0,0 0-157,0 0 1,-4 0 205,0 0 1,-4 1 54,0 3 1,-1-1-43,-2 8 0,-5-2 0,-1 7 0</inkml:trace>
  <inkml:trace contextRef="#ctx0" brushRef="#br0" timeOffset="2337">2426 34 7963,'-11'-11'95,"0"1"0,0 2 679,0 5 0,0 2-321,0 1 0,0 2-164,0 5 0,0 1-73,0 6 0,4 4 28,-1 0 0,5 3-297,-5 1 0,6 0-99,-2 0 0,3 4-107,1-1 1,5 5 126,2-5 1,4 1-80,4-4 0,-2-3-19,6-1 1,-1-6-155,4-1 0,0-1 131,0-6 0,0-1 91,0-3 0,0-4 11,0-4 1,-1-2 11,-2-1 0,0-3 240,-4-1 1,0-3-46,-4 3 0,-1-1-114,-3 1 1,-2 3 935,-5-3 1416,5 3-1126,-4 1 184,4 5-679,-5 1-445,0 5-310,0 5 0,3 1-305,1 5 0,5 4-375,-2-1 0,2 2 215,-2-1 0,3-3-1020,-3 3 1567,3 2 0,1 5 0,0 6 0</inkml:trace>
  <inkml:trace contextRef="#ctx0" brushRef="#br0" timeOffset="3143">3110 397 7852,'6'-4'0,"-1"1"448,-5-4 1,0 3 420,0-3-529,0 4 1,1-2 2,3 5 1,-3 0-78,4 0-238,-5 5 1,0 1-95,0 5 0,0 0-60,0 0 0,-4 4-657,0 0 0,0 0 164,0-4 1,1 0-807,-4 0 1117,5 0 1,-3 0 307,5 0 0,0-15 0,0-3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37.6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1 176 7690,'0'-6'273,"5"1"-222,2 5 0,8 0 118,3 0 0,4 0-8,4 0 1,8 0 76,10 0 1,7 0-164,8 0 1,7 0 10,7 0 0,-2 0-30,-1 0 1,-9 0-6,-6 0 1,-4 0-57,-7 0 1,-10 0-388,-5 0-578,-9 0 520,-4 0 0,-10-1-177,-2-2 0,-4 1 627,-4-1 0,3-4 0,-19-8 0,2-9 0</inkml:trace>
  <inkml:trace contextRef="#ctx0" brushRef="#br0" timeOffset="444">817 11 7871,'-8'0'62,"1"0"-73,5-5 335,-3 4 31,5-4-95,0 5 0,5 4-177,2-1 0,8 6-67,3-2 0,3-1-11,1 2 0,1-1-181,3 4 0,-3 0 53,3 0 1,-3 0 65,-1 0 0,0 0-94,0 0 0,-5 0 123,-2 0 1,-4 0-14,-3 0 1,-4 0 83,-4 0 0,-1-3 157,-2-1 0,-7-1-93,-5 2 0,-5 0 119,2-4 1,-3 3-204,-1-3 1,0 3 7,0-3 1,4 3 10,-1-3 0,2 1 39,-1-1 1,-2-3-12,6 2 0,-1 2-367,4-1 0,0 0-510,0-4 0,3 0-34,1 0 65,5 0 776,-3 0 0,5 0 0,0-5 0,1 2 0,3-4 0,7-20 0,6-8 0</inkml:trace>
  <inkml:trace contextRef="#ctx0" brushRef="#br0" timeOffset="669">828 132 7871,'0'-11'3,"0"0"145,0 0 299,0 0-28,-5 0 156,4 0 0,-4 5-267,5 1-128,0 5 1,0 5 11,0 2 1,0 3-69,0 1 0,3 4-138,1 0 1,1 1-34,-1-2 1,-3 0-176,3 4 1,1-4 109,-2 0 0,1 2-42,-4-1 1,1-2-97,3-5 1,-3 2-730,3-3-154,-3 3 151,-1-4 201,0-1 781,0-5 0,0-5 0,0-3 0,0-1 0,-5-32 0,-1-7 0</inkml:trace>
  <inkml:trace contextRef="#ctx0" brushRef="#br0" timeOffset="1391">795 121 7107,'-8'-9'-39,"1"1"843,5 3-368,-8 0-292,9 4 0,-3-4 19,8 5 0,-2 0 20,5 0 1,2 0-154,6 0 1,-2 0 15,5 0 0,-3 4-63,4 0 0,-2 3 67,1-3 0,2 1-127,-6-2 0,5-2 69,-5 3 1,1 1-213,-4-1 179,0-1 17,0 2 10,-5-4 0,-2 4 55,-8-5 1,-2 0 10,-5 0 1,0 0 6,0 0 1,-4 0 18,1 0 1,-2 0-67,1 0 1,3 0 3,-3 0 1,4 2-36,4 1 0,-3-2-8,3 3 0,1-3-62,-2-1 104,6 0-89,-3 0 0,5 2 34,0 1 10,5-1 0,1 2-42,5-4 1,4 0-1,-1 0 0,1 2 70,-4 1 0,1-1 3,3 1 1,-3-2 45,3-1 0,-3 2-16,-1 1 0,-3-1 53,-1 1 47,0-2 31,4 4 0,-5-3-68,-1 2 1,-6-2 43,-3 1 1,-2-1-83,-5 1 1,0-1-34,0-2 1,-4 3 4,1 1 0,-6 0 14,2-4 0,2 0-4,1 0 1,3 0-2,1 0 0,0 3-63,0 1 0,4 0-323,-1-4 290,6 0 0,-2 0-148,8 0 0,2 0 67,5 0 1,4 0-102,-1 0 1,6 0 6,-2 0 0,3 0 80,1 0 0,0 0 3,0 0 1,-1 0 76,-3 0 1,0 0 130,-4 0 0,-2 0-55,3 0 1,-4-2 198,-3-1 1,-2 1 18,-3-1 50,-1 2 0,-2 1-5,-8 0 0,-2 1-47,-1 2 0,-1-1-42,-3 1 0,2 0-40,-5 0 1,3-1-18,-3 1 0,4-1-144,-1-2 0,3 3 71,1 1 0,0 0-147,0-4 0,1 1 20,3 3 0,1-3-268,2 2 274,3-1 1,-3-2 20,8 0 1,-2 0-61,6 0 1,-1 0-111,4 0 0,0 0-210,0 0 1,0 0-57,0 0 1,-3 0-605,-1 0 1094,0 0 0,4-5 0,0-1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36.4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66 7951,'-6'-5'1195,"1"4"-864,5-4-99,0 5-60,0-5 1,1 4-113,3-2 0,-1-2 142,4 1-286,0 0 1,5 3 95,3-3 1,-3 3-61,3-3 0,-1 3-4,0 1 1,2 0 55,3 0 0,-2 1-87,-3 3 0,0-1 87,4 4 0,-4 0-14,0 4 1,-5-3 52,-2-1 1,-3 0 12,3 4 0,-4 2-38,1 1 0,-4-1 5,-4 1 0,-3-1 24,-8-2 1,3 0-35,-3 0 1,-1 0 3,1 0 1,-4 0-47,0 0 1,3-4-50,2 0 20,-3-4 0,4 5-311,-1-4 240,1 0 0,6-4-326,0 0-323,4 0 146,-2-5 337,10-1 1,1-4 63,5 3 1,-3-3-72,-1 2 1,2 2 301,5-1 0,-1 0 0,1-4 0,2 3 0,-1 1 0,1 0 0,-2-4 0,28-15 0,11-4 0</inkml:trace>
  <inkml:trace contextRef="#ctx0" brushRef="#br0" timeOffset="291">474 33 7574,'6'-5'-682,"4"4"1361,-4-9-316,0 9 1,-1-5-79,-5 2-141,0 3 0,-1-4 64,-3 5 0,-2 0 72,-5 0 0,0 0-114,0 0 1,0 5 20,0 2 1,0 0-261,0 0 1,-4 0 23,1 4 0,-2 0 127,1 0 1,3 0-9,-3 0 0,3 2-2,1 1 0,0-1 6,0 1 0,3-1-1,1-2 1,5 0 49,-2 0 1,4-2 95,4-1 0,3 0-208,8-4 1,2 0-157,5-4 0,4 0-343,-1 0 1,5 0 65,-5 0 1,1-5-356,-4-3 0,-3 2 272,-1-1 1,-6 3 504,-1-3 0,-29-5 0,-13-5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40.1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1 7846,'7'0'-620,"1"0"1122,-1 0 1,0 0 340,1 0-139,-6 0-493,3 0 1,-6 0 12,-3 0 1,-2 0-12,-5 0 0,-4 0-13,1 0 0,-5 0-34,4 0 0,-4 0-118,1 0 0,0 0-127,0 0 1,5 3-10,-2 1 0,3 0 8,1-4 0,0 1 18,-1 3-40,1-3 1,4 4 56,0-5 1,4 1-54,0 3 89,1-3 0,2 5-3,0-2 1,0-2 112,0 6 0,4-5-57,0 5 0,1-1 7,-2 4 0,-1 1-19,1 3 0,2-2 7,-1 6 1,1 3-8,-2 3 1,-1 2-3,1-1 1,-1-1 8,-2 4 0,0-1-8,0 2 0,0-3 53,0-5 0,0 0 0,0 0 0,0-4 101,0 0 1,0-4-63,0 1 0,0-7 161,0 0 0,-2-2-21,-1 1 38,1-2-55,-3 0-52,5-4-55,5 4-86,-3-5 0,7 0-161,-1 0 0,-2 0-192,1 0 0,2 0-441,6 0 1,2 0 488,5 0 0,1 0 11,3 0 0,6-4 241,4 1 0,40-21 0,6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41.6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34 7846,'-6'-5'776,"1"3"-601,5-6-65,0 6 0,0-4-142,0 2 0,1 3 115,3-3 0,2 3 30,5 1 1,3 0 17,1 0 1,5 0-34,-2 0 0,2 0-220,-2 0 0,2 5 42,-6 2 0,5 2-65,-5-2 0,0 6-10,-7-1 1,-2 1 108,-5-2 1,0 5 34,0 2 0,-6-1-5,-5 2 0,-5-4 40,-6 3 0,0-5 12,0 2 0,0-3 3,0-1 1,1-1 118,3-3 0,-2 2-205,5-5 0,1-1-107,3-3-362,0 0 187,5 0 29,1 0 0,6 0 113,3 0 0,2-4-64,5-4 0,5 2 4,2-1 0,3-1 247,1-3 0,1 0 0,3 0 0,-3-1 0,3-3 0,2 3 0,1-3 0,0-1 0,0 2 0,-3-1 0,3 4 0,-3-1 0,3-3 0,-6 4 0,0 0 0,-3 0 0,-5 4 0,2 1 0,-6-2 94,3 6 148,-13-3 1,3 5-4,-8 0 0,1 0-45,-4 0 0,0 0 88,-4 0 0,-2 1-43,-1 3 0,0-2 73,-4 6 0,3-5-104,-3 5 1,3-1-6,-3 4 1,3 0 2,-3 0 1,4 0-53,0 0 0,1 0-126,2 0 0,1 0 103,3 0 0,2 4-102,5 0 0,0-1 27,0-3 1,1 3-168,3-3 0,6 2-93,5-5 1,4-4-344,0 0 1,3-3-107,3-1 0,-1 0 57,1 0 596,-1 0 0,12-24 0,5-7 0</inkml:trace>
  <inkml:trace contextRef="#ctx0" brushRef="#br0" timeOffset="374">706 254 6726,'-5'-6'1937,"4"1"-1347,-4 5 1,5 2-215,0 1 1,0 0-39,0 4 1,0 4-183,0 4 1,5 3-117,2-3 1,0 4 47,0 0 1,-3 2-121,3 1 1,-3-4-220,3 0 1,-3 0-535,3 0 1,-5 2-121,2-6 0,-3 1 376,-1-4 0,2-5-217,1-2 746,-2-3 0,9-30 0,-4-8 0</inkml:trace>
  <inkml:trace contextRef="#ctx0" brushRef="#br0" timeOffset="608">861 232 7851,'0'-6'2456,"0"1"-1927,0 5-252,4 5 0,-1 1-106,4 5 0,-1 5-122,2 3 0,1 1-18,-1 3 1,2 2-255,1 1 1,-2 3 261,-1-3 1,0 0 19,-4-4 0,3 0-1146,-3 0 0,0-5-152,-4-2-536,0-8 1775,0 3 0,-15-48 0,-3-6 0</inkml:trace>
  <inkml:trace contextRef="#ctx0" brushRef="#br0" timeOffset="765">651 420 7851,'-6'-11'180,"0"3"167,2 1 0,4 3-92,0-3 0,5 5-190,6-2 1,5 3-56,2 1 0,8-2-363,3-1 1,3 2-1281,1-3 1633,0 3 0,25 1 0,6 0 0</inkml:trace>
  <inkml:trace contextRef="#ctx0" brushRef="#br0" timeOffset="1066">1158 276 7851,'1'-7'307,"3"0"580,-3 4-178,4-2-489,-5 5 0,0 5-109,0 3 0,-1 1 57,-3 2 0,3 4-74,-3 0 0,3 1 13,1-2 0,0-1-197,0 1 0,4 2 21,0-1 0,4 0-265,-1-4 1,3 0-213,1 0 1,4-4 65,0 1 0,1-6-143,-2 2 1,-1-3 241,1-1 0,0 0 381,0 0 0,18-34 0,9-9 0</inkml:trace>
  <inkml:trace contextRef="#ctx0" brushRef="#br0" timeOffset="1275">1092 276 8011,'-4'-11'558,"1"0"1,-1 4-373,4 0 1,5 4-239,2 0 1,7 0-123,0-1 1,7 3-110,1-2 0,2 1-268,5 2 1,-1-1 216,2-3 334,1 3 0,2-4 0,7 5 0</inkml:trace>
  <inkml:trace contextRef="#ctx0" brushRef="#br0" timeOffset="1432">1092 332 7617,'11'-4'-205,"0"0"0,1 1-801,3 3 1006,2 0 0,35-5 0,6-1 0</inkml:trace>
  <inkml:trace contextRef="#ctx0" brushRef="#br0" timeOffset="1917">1533 287 7287,'0'11'1693,"-1"1"-1490,-3-1 0,3 0 85,-3 0 1,3 0-167,1 0 1,0 1-181,0 3 0,-4-3 99,1 3 1,-1-3-116,4-1 0,-4 0-2,1 0 0,-2-1-209,1-3 1,3-1-163,-3-2-149,-2-3-297,5 4 585,-4-5 1,5-5 96,0-2 1,0-3 90,0-1 1,0-1 134,0-3 1,0 3-21,0-3 1,0-1 216,0 1 0,0-4-12,0 0 1,1 2 144,3-1 0,-2 4-52,6 0 1,-5-2-48,5 1 1,-1 0-107,4 4 1,0 4 10,0 0 0,4 4-4,-1-1 0,2 3 42,-1 1 0,-1 1 126,4 3 1,-3 2-204,3 5 0,-5 5 9,2 3 0,-1 0-154,0 0 0,-1 1-56,1-1 0,-3 2-161,-3 1 1,1-4 111,-1 0 1,-2 0-78,1 0 0,-3 2-330,3-6 92,-4 1 1,3-5-565,-2-3 1017,-3-2 0,-1-20 0,-6-3 0</inkml:trace>
  <inkml:trace contextRef="#ctx0" brushRef="#br0" timeOffset="2099">1555 398 7858,'-6'-5'1281,"1"2"-492,5-4-744,0 5 0,1-5 79,3 4 1,3 2-134,8-3 1,0 3-496,7 1 0,-3 0-86,7 0 0,1 0-1032,-1 0 1622,4 0 0,23 0 0,11 0 0</inkml:trace>
  <inkml:trace contextRef="#ctx0" brushRef="#br0" timeOffset="2351">1974 265 7858,'0'-7'806,"0"0"0,1 4 96,3 0-430,-3 1 1,5 2-121,-2 0 1,-2 2-80,6 1 1,-5 3-141,5 5 0,-1 2-93,4 1 1,-4 4-169,1 4 1,-2-4-177,1 0 1,3-3-370,-3 3 0,2-4 118,-2 1 1,2-3-450,-5-1 1,3-4 1003,-3 1 0,9-35 0,-1-5 0</inkml:trace>
  <inkml:trace contextRef="#ctx0" brushRef="#br0" timeOffset="2567">2183 254 8130,'0'-6'2020,"-1"0"-1771,-2 2 1,0 3 32,-4-2 0,-6 1 132,-5 2 0,-6 0-347,-2 0 0,-5 0-81,2 0 0,-3 0-42,-1 0 1,1 0-232,3 0 0,5 0-587,6 0 0,5 0 363,-2 0 511,8 0 0,26 5 0,12 1 0</inkml:trace>
  <inkml:trace contextRef="#ctx0" brushRef="#br0" timeOffset="2859">2272 265 7858,'0'-7'1411,"0"0"-856,0 4-153,0-2 0,5 10-75,2 3 1,3 1-119,1 2 1,-4 4-467,0 0 0,1 3-159,3-3 1,-1 5-398,-3-2 1,1-1 305,-4 1 0,4-4-908,-5 1 1415,1-3 0,1-6 0,1-1 0</inkml:trace>
  <inkml:trace contextRef="#ctx0" brushRef="#br0" timeOffset="3109">2514 298 7988,'5'-6'1283,"-4"1"-1047,9 5 1,-9 2-36,3 1 0,-3 3-137,-1 6 1,0-1-146,0 0 0,0 3 43,0 1 0,0 5-215,0-2 0,0-1-59,0 1 0,0-3-308,0 4 0,0-6-166,0 2-70,0-3 856,0-6 0,0-21 0,0-9 0</inkml:trace>
  <inkml:trace contextRef="#ctx0" brushRef="#br0" timeOffset="3376">2525 298 7858,'0'-7'-383,"0"0"517,0 4 74,0-2 1,5 5-71,2 0 1,3 5 26,1 3 1,1 5-233,3 2 1,-1 1 39,4-2 0,-3 0-107,3 4 0,-1-3 88,2 3 0,0-4-96,-4 1 1,5-4 125,-2-4 0,-1 2-44,1-6 0,-4 1 127,1-4 0,-4-1 176,-4-3 0,2-6-164,-6-5 0,1-3-52,-4 3 1,-1-3-309,-3 3 1,-3-3-21,-8 3 0,3 1-237,-3 3 538,3 0 0,-4 4 0,-1 2 0</inkml:trace>
  <inkml:trace contextRef="#ctx0" brushRef="#br0" timeOffset="3878">3021 265 7874,'0'-11'401,"0"0"76,-5 5 17,-1-4 53,-5 9-300,0 1 0,1 10-57,3 5 0,-2 1 26,6-2 1,-1 3-94,4 6 0,0-3-139,0-1 0,1 2-2,3-3 1,2 3-460,5 1 1,0-5 31,0-2 0,0-3 217,0-1 0,4-1-92,0-3 1,1-2 120,-2-5 0,0 0 2,4 0 1,-4-1-117,0-3 0,2-2 32,-1-5 0,0 0 17,-4 0 1,-2 0 291,-1 0 0,-2 3-15,-2 1 0,-3 0 171,3-4 216,-3 0 68,-1 0-84,0 0 1,0 3 48,0 1 132,0 5-226,0-3 0,0 6 87,0 3 0,0-2-19,0 5 0,1-1-254,3 2 1,-2 2-148,5-3 1,1 3-128,3 1 1,0 0-365,0 0 0,0-1-262,0-3 0,2 3 747,-2-3 0,22-2 0,-2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46.4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1 8039,'0'6'758,"0"4"1,0-4-510,0 5 0,-5 1-272,-2 3 0,-3-3-204,-1 3 1,0 1-134,0-2 0,0 5-898,0-5 1258,0 1 0,0-9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47.0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309 45 9551,'6'0'959,"-6"5"-727,-7 2 1,-3 3-58,-1 1 1,-1 4-150,-3-1 1,-1 6 99,-2-2 1,-3 3-101,3 1 0,-7 0-757,-1 0 1,4-1 61,4-2 1,1-2-980,-2-3 1203,-1-1 0,7 1 445,-1-6 0,6-3 0,8-25 0,6-5 0</inkml:trace>
  <inkml:trace contextRef="#ctx0" brushRef="#br0" timeOffset="241">33 67 7844,'-6'-11'98,"-2"0"1,3 0 145,-1 0 0,3 4 1064,0-1-460,1 6-86,2-3-436,0 5 1,5 5 152,3 2 0,3 4-236,3 4 1,0-2-74,4 6 1,2-1-107,6 4 0,-3 0-127,3 0 1,-2 0-350,2 0 0,-3 4-165,3 0 1,-4-1-760,-4-3 1,-2-1 539,-5-2 796,0-3 0,-5-15 0,-1-2 0</inkml:trace>
  <inkml:trace contextRef="#ctx0" brushRef="#br0" timeOffset="798">805 420 7974,'5'-11'1524,"-4"0"-926,9 0 149,-9 0-482,4 0 0,-6 1-14,-3 2 1,-2 2-63,-5 3 0,-1 1-71,-3-1 1,-2 2-120,-5 1 1,4 4-23,-1 4 1,1 2-93,-4 1 1,5 1-17,2 3 1,3-2-124,1 5 0,3 0-44,1 0 0,5 3 110,-2-3 0,8-1-540,3 2 0,4-6 35,4 2 1,2-3-94,5-1 0,4-5 786,-1-2 0,35-18 0,5-4 0</inkml:trace>
  <inkml:trace contextRef="#ctx0" brushRef="#br0" timeOffset="1099">1059 431 7844,'6'-5'0,"-2"-2"259,-3-3 0,-1 2 207,0 1-219,0 5 0,-1-7-67,-3 5 1,1 1-101,-4 3 0,3 0 253,-3 0-301,0 5 1,-4 1 37,0 5 0,1 0-115,2 0 0,0 1-171,4 3 0,-3-3 89,3 3 1,1 1 164,3-2 1,0 1-174,0-4 1,0 0-216,0 0 0,6 0 164,5 0 0,1-5 84,6-2 1,-1-3 59,2-1 0,0 0-8,-4 0 1,2-5 146,-6-2 0,3-4-191,-7-4 0,-2 2-201,-1-6 1,-3 6 76,-1-2 1,-5 2-372,-2-2 589,2 8 0,-25-8 0,0 9 0</inkml:trace>
  <inkml:trace contextRef="#ctx0" brushRef="#br0" timeOffset="1450">1356 409 7844,'0'-6'40,"0"-4"0,-1 9 71,-3-3 1,2 3 159,-5 1 0,3 0-90,-3 0 1,-1 1-24,-3 3 0,4 2-83,0 5 0,0 0-5,0 0 1,-1 0-210,4 0 0,-3 0-39,3 0 1,0 4-77,4-1 1,0 1 160,0-4 1,5-1 35,2-3 1,8 2 83,3-6 0,0 1 163,0-4 1,-5-1-188,2-3 1,-3 2-20,-1-6 1,-1 1-384,-2-4 0,-2-4-50,-3 1 1,-1-1 448,1 4 0,-21-10 0,-7-2 0</inkml:trace>
  <inkml:trace contextRef="#ctx0" brushRef="#br0" timeOffset="1834">1588 387 7808,'0'-6'862,"0"1"0,0 6-423,0 3 0,0 2-142,0 5 1,4 1-131,-1 3 1,1-3-63,-4 3 1,0 1-133,0-2 1,4 5 47,-1-5 1,6 1-147,-2-4 1,-1-1-16,2-3 1,-1 3-231,4-3 0,0-2-649,0-1 1,5-3 342,2-1 0,0 0-231,0 0 907,0-5 0,29-21 0,6-9 0</inkml:trace>
  <inkml:trace contextRef="#ctx0" brushRef="#br0" timeOffset="2066">1919 431 7844,'0'-11'294,"1"3"1028,3 1-925,2 0 1,1 1-31,0 2 1,-3 3-178,3 1 1,-4 1 12,0 3 1,2 2-126,-1 5 0,0 0-199,-4 0 1,1 3-559,3 1 1,-3 4-1,3-5 1,-3 5-411,-1-5 1,3 1 1088,1-4 0,14 5 0,1 1 0</inkml:trace>
  <inkml:trace contextRef="#ctx0" brushRef="#br0" timeOffset="2334">2205 420 7748,'-5'-6'0,"4"-4"0,-5 9 410,2-3 1,3 4-137,-3 4 0,3 2-177,1 5 0,0 0-110,0 0 0,0 1-241,0 3 0,-1-3-45,-3 3 0,3 1-258,-3-2 0,2 5 235,-2-5 0,3 1 322,-3-4 0,-2-10 0,0-2 0</inkml:trace>
  <inkml:trace contextRef="#ctx0" brushRef="#br0" timeOffset="2601">2194 431 7854,'1'-6'-36,"3"2"1,-3 2-24,3-2 172,2 3 0,0-4-43,5 5 0,-3 3-118,-1 1 1,0 5-12,4-2 0,0 3-19,0 1 1,0 0 70,0 0 0,1 2-193,-1-2 1,0 3 146,0-7 1,0 2 4,0-2 1,0-2 159,0-5 0,-4 0 201,0 0 0,-3 0-234,3 0 1,-4-5-60,1-2 0,-3-4 43,-1-4 0,0 3-229,0-3 0,0 3-772,0 1 938,0-5 0,0-1 0,0-5 0</inkml:trace>
  <inkml:trace contextRef="#ctx0" brushRef="#br0" timeOffset="3060">2723 376 7872,'-3'-8'526,"-2"2"271,-1 1-549,-2 2 0,-3 3 16,0 0 0,0 5-28,0 2 1,0 3-60,0 1 1,4 5 26,0 2 1,4 2-241,-1-2 0,3 3-140,1-3 1,0-1-163,0 2 1,1-5 125,3 5 0,2-9-178,5 1 0,4-4 157,0 0 0,3-2-99,-3-5 1,3 0-16,-3 0 1,1-1-54,-2-3 0,2-1 268,3-2 1,-3-3 54,-5 3 197,0-3 1,0-1 35,0 0 1,-4 4 146,0-1 1,-3 5 352,3-5 382,-4 6-378,7-3 181,-4 5-396,5 0 0,-1 1-251,-3 3 0,2-2-345,-6 6 0,5-5-305,-5 5 0,5-5-636,-5 5 0,5-5 1092,-5 5 0,6-6 0,-3 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51.6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34 7798,'8'-10'1029,"-2"2"-593,-1 0 0,0 6 275,-2-2-244,-1 3 0,4 1 347,-3 0-589,-1 0 1,1 5-129,-6 2 1,-3 7-138,-6 0 0,1 2-204,0-1 0,0-3-450,0 3 1,4-2 354,0 2 339,-1-3 0,12-1 0,3-6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5:52.4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387 232 7801,'5'-6'69,"-3"-3"0,5 6 673,2 0-203,-4-3-257,0 5 1,-5-3 43,0 8 1,-1 2-75,-3 5 1,-3 4 104,-8-1 0,-2 7-197,-5 1 1,0 0-13,0 4 0,-2-3-124,-1-1 1,0 5-271,-4 3 0,3-3 95,-3-2 0,4-1-127,-1-2 1,3-4-565,1 0 0,9-8-615,2 1-204,7-7 1661,-1 1 0,20-30 0,3-5 0</inkml:trace>
  <inkml:trace contextRef="#ctx0" brushRef="#br0" timeOffset="232">34 265 7815,'-7'-7'470,"-1"-1"1,5 1 672,-5-4-226,6 5 44,-3-4-579,5 9 0,1-3 137,3 8 0,6 3-141,4 8 0,10-2 34,-2 6 0,7-1-321,0 4 0,4 1-212,4 3 0,-2 1-1121,1 2 0,-1 2 439,-2-5 0,-5-1-34,-2-2 0,-4-1 236,-4 0 601,-2-5 0,5-6 0,2-6 0</inkml:trace>
  <inkml:trace contextRef="#ctx0" brushRef="#br0" timeOffset="651">916 596 7815,'6'-8'263,"-2"1"550,2 5-515,-5-8 0,-1 9 35,-7-3 1,-3-1-72,-1 1 0,-1 1-92,-3 3 0,-2 0-104,-5 0 1,-2 3 32,-1 1 1,1 5-159,-1-2 1,1-1 92,2 1 0,2 3-90,1 1-185,3 8-31,10-7 1,4 5-48,9-2 0,7-8 74,11-3 0,5-3-29,6-1 0,0 0 56,4 0 0,-5-1-89,-2-3 1,-5-2 111,-6-5 0,-5 0-73,-2 0 1,-8 0-2,-3 0 269,-3 0 0,-25-5 0,-7-1 0</inkml:trace>
  <inkml:trace contextRef="#ctx0" brushRef="#br0" timeOffset="952">1125 530 7828,'-3'-11'380,"-1"0"585,0 4 137,4 2-715,5 5 1,0 2 103,3 1 1,1 5-101,-1 6 0,1 0-195,2 4 0,2-3-188,1 3 1,-1 1-226,1 3 1,-1 0-159,-2 0 1,2-4-469,-2 1 0,3-6 237,-7 2 0,3-3-1494,1-1 2100,-5 0 0,-1-29 0,-5-8 0</inkml:trace>
  <inkml:trace contextRef="#ctx0" brushRef="#br0" timeOffset="1194">1136 452 7828,'8'-3'405,"-1"-1"0,-3 0-187,3 4 1,0-1-1,4-3 1,2 3-44,1-2 1,4 1 12,4 2 1,5 0-234,2 0 1,-1 0 93,2 0 1,-2 4-820,1 0 0,-2-1 181,-5-3 0,-5 0-626,-2 0 1215,-3 0 0,-25 5 0,-7 1 0</inkml:trace>
  <inkml:trace contextRef="#ctx0" brushRef="#br0" timeOffset="1384">1136 585 9280,'11'0'149,"0"0"1,5 0-637,3 0 0,2-2 298,1-1 0,1 2-383,3-3 572,-3 3 0,38-4 0,4-1 0</inkml:trace>
  <inkml:trace contextRef="#ctx0" brushRef="#br0" timeOffset="1678">1644 485 8239,'7'0'1094,"0"0"0,-1 2-668,2 1 0,1 0-66,-1 4 1,5 4-242,2 4 0,0 3-142,-4-3 1,3 5-323,1-2 1,-1 2-45,-7-2 0,3-2-370,-3-5 1,-2 0-367,-1 0-536,-3-5 1661,-1-1 0,0-34 0,0-8 0</inkml:trace>
  <inkml:trace contextRef="#ctx0" brushRef="#br0" timeOffset="1902">1621 430 7842,'0'-7'288,"0"0"1,2 1 191,1-2 1,3 3-156,6 5 0,3 0-163,4 0 0,2 0-158,1 0 1,1 0 24,3 0 0,-2 0-217,6 0 1,-6 1-148,2 3 1,-7-3-483,0 3 1,-7-1 446,-1 0 370,0-2 0,-29 4 0,-2-5 0</inkml:trace>
  <inkml:trace contextRef="#ctx0" brushRef="#br0" timeOffset="2084">1699 563 7842,'0'-6'2608,"5"1"-2374,2 5 1,3-4-48,1 0 0,5 1-26,2 3 0,7 0-1076,0 0 1,2 0 180,-1 0 734,2 0 0,30-15 0,5-3 0</inkml:trace>
  <inkml:trace contextRef="#ctx0" brushRef="#br0" timeOffset="3095">2272 33 7892,'0'-11'599,"0"5"1,1-2-302,3 4 0,2 0-15,5 4 0,0 0-34,0 0 0,1 0-7,3 0 0,-2 0 52,6 0 0,-1 0 1,4 0 1,-5 0-14,-2 0 1,1 0 13,-1 0 1,-1 0-59,-3 0 1,0 0-61,0 0 1,-3 4-61,-1 0 0,1 6 19,3 1 0,-4 1-165,0 6 0,-3 2 101,3 6 0,-1 3-71,2 8 1,2-2-131,-3 6 0,1 0-197,0 7 0,2-1-53,-3 4 1,-1-8 239,1 1 0,-3-7 119,3-1 0,-3-2 36,3-5 0,-4-3 443,1-8-308,-3-2 212,-1-5-200,0-5 1,-5-1 127,-2-5 0,-4 0-309,-4 0 0,1 0-9,-4 0 1,-2-4-129,-5 1 0,1-2-200,-1 1 0,1 3-438,2-3 0,5 3-166,3 1 0,1-4 958,2 1 0,35-6 0,7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05.1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9903,'0'11'889,"0"0"0,5 5-570,3 3 0,-2 1-154,1 2 0,4 4-119,4 0 1,-1 4-127,-3 0 0,0 0-362,0 0 0,-1 1 237,-2-6 1,-2 0-212,-3-7 0,-1-2-610,1-5 1,-1-4-287,-2 1 1312,0-6 0,-10-21 0,-2-12 0</inkml:trace>
  <inkml:trace contextRef="#ctx0" brushRef="#br0" timeOffset="242">77 276 7842,'2'-11'-276,"1"0"0,0 0 236,4 0 1,-3 0 316,3 0 0,-1 3 1401,2 1-1274,6 5 0,-6-7-66,6 5 0,2 1-151,-1 3 1,1 4-27,-1 4 1,-3 2-61,3 1 1,1 3-139,-2 1 1,1 3-255,-4-3 1,0 3 4,0-3 1,-1 4-209,-3-5 0,2 1-50,-6-4-226,1 0-266,-4 0-120,0-5 1156,0-1 0,-5-29 0,-1-7 0</inkml:trace>
  <inkml:trace contextRef="#ctx0" brushRef="#br0" timeOffset="603">430 287 7948,'6'-5'687,"4"4"1,-4-4-443,5 5 0,-3 0-65,-1 0 0,0 0-120,4 0 1,2 0-252,1 0 1,-1 0-123,1 0 0,0-1-10,0-3 1,-1 3-71,1-3 0,-1 3 140,-2 1 0,0-4-105,0 0 1,-4 0-24,0 0 113,-4 3 398,2-9 19,-10 4 0,-5 0 297,-5 2 1,-1 3-72,2 1 1,0 0 127,-4 0 0,4 0-158,0 0 1,-2 3 119,1 1 0,2 5-124,5-2 1,-2-1-107,3 1 1,2 1-63,2 3 0,1 0 0,2 0 1,0 1-397,0 3 0,2-3-134,1 3 1,7-3-408,5-1 1,4-1 151,0-3 0,3-2-456,3-5 0,-1 4 1068,1-1 0,28-19 0,6-8 0</inkml:trace>
  <inkml:trace contextRef="#ctx0" brushRef="#br0" timeOffset="1020">937 254 7842,'-5'-11'418,"3"1"1,-4 1-88,1 2 1,-2 3 195,3-3-289,-5 5 0,3-3-1,-5 5 1,0 0-44,0 0 1,0 1-28,0 3 1,1 2-80,3 5 0,-2 0 2,6 0 1,-5 0-143,5 0 0,-1 0-113,4 0 1,0 0-125,0 0 0,0 0 49,0 0 1,1-1-69,3-3 0,2 2 69,5-6 1,0 1-34,0-4 0,0 0-54,0 0 1,0 0 138,0 0 1,0-5 40,0-2 0,-1 1 65,-3-2 0,2 1 154,-5-4 0,3 4 121,-3-1 426,-1 1-155,2-4 215,-4 0-102,4 0-340,-5 5 0,2 1 121,1 5-180,-1 0 1,4 1-211,-3 3 1,0 2-103,4 5 1,-4-4-220,0 0 1,2 1-414,-1 3-520,4 0 804,-1 0 1,4-1 480,0-3 0,14-7 0,5-6 0</inkml:trace>
  <inkml:trace contextRef="#ctx0" brushRef="#br0" timeOffset="1261">1103 66 7842,'0'-11'0,"-5"0"0,4 5 375,-4 1 1,5 6 560,0 3 0,3 2-478,1 5 0,5 5-69,-2 3 1,3 1-252,1 2 0,3 1-83,1-1 0,0 3-119,-4 1 0,0 0-342,0-4 1,0 0-533,0 0 0,0 0 201,0 0 0,-1-5-87,-3-2 0,2-7 134,-6 0 690,6-6 0,-13-16 0,3-11 0</inkml:trace>
  <inkml:trace contextRef="#ctx0" brushRef="#br0" timeOffset="1528">1136 265 7842,'0'-11'0,"0"3"220,0 1 0,0 3-27,0-3 0,1 5 82,3-2 0,2 1-126,5 0 1,1 2-18,3-3 0,2 3 38,5 1 1,1 0 4,3 0 1,-3 1-25,3 3 1,1-2 10,-1 5 1,-1 1-6,-3 3 0,-1 3-87,-2 1 0,0 1-142,-4-1 0,1 2-14,-1 5 1,-7-4-205,3 1 0,-6-6-59,2 2 0,-4 1-237,1-2 0,0-2-235,0-5 821,0-5 0,-4-21 0,0-12 0</inkml:trace>
  <inkml:trace contextRef="#ctx0" brushRef="#br0" timeOffset="1668">1422 77 7842,'-6'-11'0,"-2"0"-163,4 0-94,0 5 257,4 1 0,20 15 0,4 2 0</inkml:trace>
  <inkml:trace contextRef="#ctx0" brushRef="#br0" timeOffset="2171">1742 232 7963,'11'0'846,"-4"0"-492,1 0-211,-6 5 0,7 2-121,-5 8 1,3-3 13,-3 3 1,-1 1-59,-3-2 1,4 5 77,0-5 0,-1 1-100,-3-4 0,0 0 49,0 0-187,0 0 0,-1-1 69,-3-3-140,3-2-47,-4-5 161,0-5 1,4-1 23,-3-5 1,3 0 99,1 0 0,0 0 87,0 0 1,0-1-59,0-3 1,4 3 144,0-3 0,3 3 17,-3 1 0,3-1 299,-3-3 0,4 6-45,0-2 0,-2 4-116,1 0 0,0-2-211,4 5 0,0 1-33,0 3 1,2 1-236,1 3 0,-1 2 173,1 5 0,-1 3-100,-2 1 1,2 3-135,-2-3 1,3 4-207,-7-5 0,2 5-36,-2-5 0,1 1-322,-4-4 0,3 0-214,-3 0 1004,0-5 0,30-11 0,9-7 0</inkml:trace>
  <inkml:trace contextRef="#ctx0" brushRef="#br0" timeOffset="2612">2304 320 7533,'5'-11'-695,"-4"0"918,3 0 0,-3 0 1453,-1 0-1280,0 0 1,0 0-159,0 0 0,-1 5-143,-3 2 0,-2-1 13,-5 1 0,0 1-137,0 3 0,-3 0 10,-1 0 1,0 1-181,4 3 0,0 0 84,0 4 1,-4 2-473,1-3 364,-1 3 0,4 1-32,0 0 0,1 0 26,3 0 1,2 0-64,5 0-37,0 0 278,0 0 1,5-1 121,2-3 1,4-2-43,4-5 0,-3 0 146,3 0 1,1 0 0,-2 0 1,1 0 36,-4 0 0,4 0 530,0 0-449,-1-5 0,-3 3 70,0-6 0,0 6-43,0-2-192,0 3 1,0-3 15,0 1 1,0-1-141,1 4 0,-1 0 25,0 0 1,-4 5 56,0 2 0,1-1-154,3 2 1,-4-1-25,0 4 0,-4 4 85,0-1 1,-1 5-15,-2-5 1,0 5-7,0-4 0,-5 0-52,-3 0 0,-6-4-178,-5 0 1,-1-1-288,-3-6 1,0-1 78,-3-3 0,3 0-132,-3 0 0,3 0 596,1 0 0,5-24 0,1-7 0</inkml:trace>
  <inkml:trace contextRef="#ctx0" brushRef="#br0" timeOffset="2803">2701 430 7878,'6'-1'0,"-2"-3"99,-3 3-98,4-4-690,-4 0 689,4 4 0,-24-9 0,-6 4 0</inkml:trace>
  <inkml:trace contextRef="#ctx0" brushRef="#br0" timeOffset="2944">2646 298 7878,'0'-17'1465,"0"2"-1466,0 3 1,1 2-1186,3 3 753,-3-3 433,9 9 0,6-4 0,7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04.1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11 210 7949,'-5'-6'704,"4"-1"-253,-3 4 287,3 2-487,1-4 0,0 10 167,0 2 1,0-1-227,0 1 0,4 1-147,-1 3 1,5-4-595,-4 0 0,0 1-692,0 3-687,-3 0 1928,4 0 0,0-10 0,1-2 0</inkml:trace>
  <inkml:trace contextRef="#ctx0" brushRef="#br0" timeOffset="118">33 44 7842,'-7'-9'-30,"0"1"166,4-2-521,-7 4-882,9 0 1267,-4 1 0,39 30 0,9 5 0</inkml:trace>
  <inkml:trace contextRef="#ctx0" brushRef="#br0" timeOffset="493">419 122 7842,'-11'-4'206,"0"0"1,0 1-40,0 3 1,-1 0-134,-3 0 1,3 0 66,-3 0 1,2 3-219,-2 1 108,3 4 0,-4-3 39,5 3 0,5 1-146,2-1 1,-1-2 55,1 1 0,1-3-143,3 3 0,1-1 112,3 2 0,-2 0-67,5-4 1,1 3 59,3-3 0,0 3-12,0-3 0,3 3-89,1-3 1,1 0 49,-1-4 0,-2 3 34,6 1 1,-6 0 83,2-4 1,-2 3-7,2 1 0,-5 0 34,4-4 1,-7 4 150,4-1 0,-8 2 100,1-1 344,-3-3-164,-1 9 1,-8-5-158,-3 2 1,-8 2-7,1-6 0,-3 5-199,-1-5 0,0 2-115,0-1 0,0-3-248,0 3 1,5-3 296,2-1 0,12-5 0,5-1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03.3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67 7866,'-5'-11'1637,"4"0"-1296,-4 0 0,5 3-115,0 1 1,0 3-207,0-3 1,5 4 31,2 0 1,4 1 56,4 2 1,-2 0 65,5 0 0,1 0-10,3 0 0,0 5-572,0 3 1,-4 3 200,1 3 0,-6-1-102,2 1 0,-8 2 129,-3-1 0,-3 1-9,-1-1 0,-1-2 107,-3 5 0,-3-4-32,-8 1 0,-2-3 39,-5-1 1,1-1 182,3-3 1,-3 2-252,3-6 1,0 2-386,0-1 12,5-3-586,-3 4 1101,10-5 0,3-1 0,10-3 0,30-17 0,16-8 0</inkml:trace>
  <inkml:trace contextRef="#ctx0" brushRef="#br0" timeOffset="242">387 89 7601,'6'-11'-665,"3"3"791,-1 1 1,-2 1 399,1-2 0,-4 2-320,0 3 29,-1 1-243,-2-2 0,-5 4 159,-3 0 0,-3 3-21,-3 1 0,0 4 27,-4 0 1,3 2 17,-3 1 1,3 0 22,-3 0 0,4 0 4,-1 0 1,3 0-160,1 0 1,5 1 19,2 3 0,3-3-116,1 3 0,1-3-32,3-1 0,3 0-237,8 0 0,3-4-208,8 1 0,1-6-509,3 2 0,4-3 1039,-5-1 0,30-24 0,0-7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02.3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44 9467,'-6'1'407,"2"3"1,3 3-62,1 8 0,0-1-133,0 4 0,1 2-53,3 5 0,-2 4-46,5 4 0,-3 0-168,3 0 0,-3-4-89,4 1 0,-6-6-385,2 2 0,1-4-523,-2-4-424,1-2 1475,1-10 0,-4-30 0,4-13 0</inkml:trace>
  <inkml:trace contextRef="#ctx0" brushRef="#br0" timeOffset="359">420 55 7866,'-10'-11'0,"1"0"0,2 1 632,-2 3 1,0-2-183,-2 6 0,0-1-76,0 4 0,-1 0-220,1 0 0,0 0-120,0 0 1,4 5 165,0 2 0,1 3-106,-2 1 1,2 1 67,2 3 1,3 2-1,-2 5 1,1 2-230,2 1 0,4 0-114,0 4 0,4-3 33,0 3 1,-2-3-351,1 3 1,-1-4-51,2 1 1,1-3 145,-1-1 0,-3-1-788,-2-3 284,3-2 171,-4-5 735,3-5 0,-10-30 0,-2-13 0</inkml:trace>
  <inkml:trace contextRef="#ctx0" brushRef="#br0" timeOffset="524">276 331 7866,'0'-8'737,"0"1"1,0 3-27,0-3 37,0 5-726,5-8 0,5 9-354,5-3 1,1 3-868,-2 1 0,0-4 159,4 0 1040,1 1 0,37-2 0,9-1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09.3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452 32 7790,'7'-11'678,"-3"5"-417,-4-4 0,-4 9 41,-4-3 1,-7 4 80,-3 4 1,1-1-75,-1 4 0,-1 0 91,-3 4 0,0 1-190,0 3 1,4-3-34,-1 3 0,6 1-49,-2-1 0,7 3 6,0-3 0,6 4 34,-2 0 1,4-2-74,4 1 1,3-1-226,8 2 1,1-3-261,2-5 0,3-1-471,-3-3 0,3 2 148,1-6 0,-1 1-1324,-3-4 2037,-2-5 0,-5-21 0,0-9 0</inkml:trace>
  <inkml:trace contextRef="#ctx0" brushRef="#br0" timeOffset="801">11 76 7815,'-4'-11'1425,"2"0"-1118,-3 0 0,10 5 31,3 2 0,1 0-80,2 0 0,5 0-68,3 4 0,3 1 26,4 3 0,1 2-127,2 5 0,-2 4-170,-5 0 1,-5 4 104,-2 0 0,-4 0-154,-4 0 1,-3 1 100,-8-1 0,-3 2-34,-8 1 0,-3-5 47,-8-2 0,1-3-92,-4-1 1,5 0-194,-2 0 0,3-4-97,1 1 1,4-6-1210,4 2 1607,1-3 0,22-11 0,4-2 0</inkml:trace>
  <inkml:trace contextRef="#ctx0" brushRef="#br0" timeOffset="1237">739 231 7815,'0'-11'342,"0"0"671,-5 0-308,4 4-397,-4 3 1,5 5 85,0 2 0,0 5-113,0 7 1,4-2 60,-1 5 1,5 0-196,-5 0 1,5 3 0,-5-3 0,5 3-124,-5 1 0,5 0-290,-5 0 1,1-1 301,-4-3 0,4 2-1722,-1-5-315,1 4 1,-3-7 1007,3 3 993,-3-8 0,9-26 0,-4-12 0</inkml:trace>
  <inkml:trace contextRef="#ctx0" brushRef="#br0" timeOffset="1453">937 209 7815,'0'-11'-601,"0"0"1317,0 4 1,2 3-108,1 4 1,-1 1-60,1 2 1,3 4-184,2 4 1,2 5-115,1 2 0,0 4-144,0 4 1,0-3-135,0 3 0,1-2-180,3 2 1,-7-3 224,3 3 1,-3-7-1142,-1 0 0,-2-4-652,-5 3 140,0-5 1633,0-2 0,-15-20 0,-3-10 0</inkml:trace>
  <inkml:trace contextRef="#ctx0" brushRef="#br0" timeOffset="1619">761 396 7828,'0'-7'-280,"0"-1"1,5 2 345,2-1 0,4 2-194,4 5 0,2 0-232,5 0 0,9 0 23,2 0 337,7 0 0,44 0 0,15 0 0</inkml:trace>
  <inkml:trace contextRef="#ctx0" brushRef="#br0" timeOffset="1895">1334 330 7828,'-7'-10'50,"0"3"0,3 2 444,-3 5 1,3 0-52,-3 0 0,4 1-60,-1 3 1,3 2-100,1 5 0,-3 4-114,-1-1 0,1 5-79,7-5 1,-1 2 88,4-1 1,0-2-138,4 6 1,2-6-86,1 2 1,0 1-361,4-1 1,-3-1-453,3-3 1,-3-3 447,3-1 1,-3-4-565,3 0 1,-4-2 151,1-1 818,-3-4 0,4-27 0,1-11 0</inkml:trace>
  <inkml:trace contextRef="#ctx0" brushRef="#br0" timeOffset="2119">1246 319 7828,'-7'-10'1414,"-1"3"-1107,6-3 0,-2 9 6,8-3 0,3 3-126,8 1 0,2-4-72,5 0 1,4 1-535,0 3 1,1 0-238,-2 0 0,0 0-1436,4 0 2092,-4 0 0,2 0 0,-5 0 0</inkml:trace>
  <inkml:trace contextRef="#ctx0" brushRef="#br0" timeOffset="2277">1290 374 7385,'8'0'-511,"-1"0"0,2 0 511,5 0 0,3 0 0,5 0 0,28-4 0,11-2 0,5 0 0,0 0 0</inkml:trace>
  <inkml:trace contextRef="#ctx0" brushRef="#br0" timeOffset="2672">1775 341 7967,'6'0'1081,"-1"0"1,-5 5-715,0 2 0,4 3-139,0 1 0,1 0-27,-2 0 1,-1 1-83,1 3 0,-2-3-109,-1 3 0,0 1-69,0-1 1,0-1-264,0-3 0,0-3-248,0-1 75,0 0 1,-4-1-124,-4-2 0,2-3 226,-1-1 0,3 0 18,-3 0 1,3-3 196,-3-1 1,3-6 3,-3-1 0,4 0 105,-1-4 0,3 2 168,1-2 0,0 2 37,0-6 1,0 5 235,0-5 0,5 6 30,3-2 0,1-1 49,2 2 0,0-1-16,0 4 0,4 3-116,0 1 1,4 5 26,0-2 1,-2 3-174,1 1 1,-1 5 12,2 2 0,0 3-46,-4 1 0,3 4-163,-3-1 1,0 5-319,-4-5 1,-1 6 220,-3-2 1,2-2-668,-6-1 1,1 1 249,-4-1 1,0-1-14,0-3 0,0-3 69,0-1 480,-5-5 0,-11-6 0,-7-9 0</inkml:trace>
  <inkml:trace contextRef="#ctx0" brushRef="#br0" timeOffset="2836">1720 429 7885,'0'-11'124,"1"4"-125,3-1 0,6 6 234,5-2 1,4 3-305,0 1 1,5 0-219,2 0 0,4 0 289,0 0 0,41-5 0,11-1 0</inkml:trace>
  <inkml:trace contextRef="#ctx0" brushRef="#br0" timeOffset="3070">2205 286 7407,'6'-5'901,"4"4"1,-7-4 24,4 5-551,0 5 1,4 4-92,0 6 1,-3 1-174,-1-1 0,0-3-181,4 3 0,1 1 236,-1-2 1,0 5 55,0-5 1,0 1-429,0-4 1,0-1-1386,0-3 1591,-5 3 0,4-28 0,-4-2 0</inkml:trace>
  <inkml:trace contextRef="#ctx0" brushRef="#br0" timeOffset="3287">2470 275 7828,'0'-8'415,"0"1"1,0 3-58,0-3 0,-5 3 419,-2-3 1,-3 5-164,-1-2 0,-5 1-279,-3 0 0,-6 2-119,-5-3 1,-6 3-290,-5 1 0,3 0-385,1 0 1,4 1-163,4 3 1,2-2-1892,5 5 2511,10-4 0,41 11 0,20-1 0</inkml:trace>
  <inkml:trace contextRef="#ctx0" brushRef="#br0" timeOffset="3563">2712 308 8424,'0'-6'1121,"0"2"-520,0 8 0,4 2-299,0 5 1,-1 0-180,-3 0 1,0 4-418,0-1 0,0 5-120,0-5 0,0 5-345,0-5 0,0 5 264,0-4 1,0 3-283,0-3 0,0-4 777,0-4 0,0-19 0,0-2 0</inkml:trace>
  <inkml:trace contextRef="#ctx0" brushRef="#br0" timeOffset="3823">2834 275 8064,'5'-6'1155,"-3"1"-734,5 5-258,-4 0 1,5 5-131,-4 2 1,1 3 120,-1 1 1,-3 4-140,3-1 1,-2 6-264,2-2 0,-3-1-9,3 2 0,-3-1-157,-1 4 0,0-3 99,0-1 1,-1-5-661,-3 2 674,3-3 0,-5-2-156,2-3 457,3-2 0,-4-5 0,5-5 0,0-2 0,-5-22 0,-1-7 0</inkml:trace>
  <inkml:trace contextRef="#ctx0" brushRef="#br0" timeOffset="4428">2900 363 7828,'5'-6'-207,"-4"1"462,4 5 0,-4 0-114,3 0 1,-2 1-51,6 3 0,-1-2 18,4 6 0,0-1-83,0 4 1,4 1-19,-1 3 0,6-3-185,-2 3 1,-1-3 110,2-1 0,-1-3-88,4-1 1,-5-5 306,-2 2 1,1-3-54,-1-1 1,-4-3-116,-4-1 0,-1-8 128,2 1 1,-4-4 188,-4 0 1,0 2-197,0-6 0,-4 2-26,-4-1 0,-2-2-117,-1 6 1,0-1-586,0 4-1114,0 0 1736,5 0 0,16 24 0,8 7 0</inkml:trace>
  <inkml:trace contextRef="#ctx0" brushRef="#br0" timeOffset="4804">3396 297 8002,'-6'-11'1228,"-4"5"-919,4 1-59,-5 5-97,0 5 0,5 1-89,2 5 1,-1 0 19,1 0 0,1 4-121,3-1 1,0 2 91,0-1 1,0-2-145,0 6 0,5-6 24,2 2 0,-1-3-130,1-1 0,5-1 109,2-3 1,5-2 80,-5-5 0,6 0-106,-2 0 1,3 0 197,1 0 1,0-5 193,0-2 0,-1-3 55,-3-1 0,2 1 348,-5 3 1,-1-3-273,-3 3 0,2 1 578,1-2-1322,-1 6 1,3-3-368,-5 5 113,0 0 1,0 0 459,0 0 126,-5 5 0,-1 6 0,-5 6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14.8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12 188 7806,'-7'0'2411,"3"0"-2137,13 0 0,4 0-41,9 0 0,1 0-259,3 0 0,-3 0-304,3 0 1,1 0-99,-2 0 1,1 0-449,-4 0 1,-1 4 875,-3-1 0,-21 6 0,-11-3 0</inkml:trace>
  <inkml:trace contextRef="#ctx0" brushRef="#br0" timeOffset="142">34 298 7806,'-6'0'-304,"1"0"486,14 0 0,5 0-268,12 0 0,-1 0-217,8 0 1,-1 0-508,9 0 810,-1 0 0,24-10 0,4-2 0</inkml:trace>
  <inkml:trace contextRef="#ctx0" brushRef="#br0" timeOffset="502">706 166 7813,'1'-11'-142,"3"0"0,-2-3 478,6 3 0,-5-2-7,5 5 1,-4-1 200,3-2 1,0 0-151,4 0 0,-3 3 24,-1 1 1,-1 0-74,1-5 0,2 5-189,-5 0 1,1 4-28,-2 0 140,-2 1-108,4 2 1,-1 5 6,0 3 0,-1 1-63,-3 3 1,2 3-105,1 4 0,0 2-157,4 1 1,0 0-242,4 0 1,-3 0-1,-1 0 0,-1 0-219,2 0 1,0-4 134,-4 1 1,3-2-262,-3 1 1,0-2 287,-4-5 0,0 0-323,0 0 791,0-5 0,-15-15 0,-3-10 0</inkml:trace>
  <inkml:trace contextRef="#ctx0" brushRef="#br0" timeOffset="693">673 386 7880,'-6'0'2276,"1"-1"-1852,5-3 0,6 3-52,5-3 0,5 3-216,6 1 0,5 0-78,2 0 1,5-1-686,2-3 1,-1 3-219,1-3 0,-5 3 825,-2 1 0,6-5 0,4-1 0</inkml:trace>
  <inkml:trace contextRef="#ctx0" brushRef="#br0" timeOffset="986">1423 397 7813,'6'0'0,"0"4"773,-2 0 1,-3 4 1057,3 0 1,-3 1-1285,-1 2 0,-1 2-430,-3 1 0,3 0-972,-3 4 0,-1-3 149,1 3 0,1-3 706,3 3 0,5-4 0,1 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23.7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0 154 8465,'8'-4'586,"-1"0"1,-3 1-397,3 3 1,4 0-79,4 0 1,4 0-139,0 0 1,2 0 36,1 0 0,0 0-151,0 0 0,0 3-935,0 1 0,-1 0 1075,-3-4 0,-7 10 0,-6 2 0</inkml:trace>
  <inkml:trace contextRef="#ctx0" brushRef="#br0" timeOffset="183">33 275 7830,'-6'0'1601,"1"0"-902,5 0-701,10 0 0,-1 0-251,9 0 0,5 0-131,7 0 0,2 4-1201,1-1 1585,5 1 0,55-14 0,-37 4 0,-1 0 0</inkml:trace>
  <inkml:trace contextRef="#ctx0" brushRef="#br0" timeOffset="577">960 32 7830,'-11'-9'319,"-1"1"0,-2 2-64,-1 3 0,-5 1-1,2-1 1,-3 5-50,-1 2 0,1 6-26,3 1 0,-2 1 31,6 6 0,0 1-64,7 3 0,-2 3-588,6 1 1,0 1 164,7-1 0,3-3-112,8 3 1,6-1 134,4-2 1,6 0 30,-1-9 0,1-2 15,2-5 1,3-5 54,-3 2 0,1-4 279,-8-4 1,-1-3 365,-7-8 0,2 2 393,-6-6 1,-4 1-268,-6-4 1,-3 0 76,-1 0 0,-6 0-567,-5 0 0,-1 3-463,-7 1 0,1 5 135,-4-2 0,-4 3-182,0 1 0,2 4 285,5 4 97,-1 2 0,7 20 0,-3 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17.2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287 33 7989,'7'-6'915,"1"0"-489,-4 2 125,0 3-312,-4-4 1,0 6 0,0 3 0,0 2-69,0 5 1,-5 1 12,-3 3 0,-5-1-52,-2 4 1,-3 0-146,3 4 0,-5 0 123,2 1 1,-3 0-196,-1 3 0,0-4-727,0 0 1,0 0 187,0-4 0,1 2-280,3-2 1,3-6 223,8-4 680,2-6 0,15-26 0,2-13 0</inkml:trace>
  <inkml:trace contextRef="#ctx0" brushRef="#br0" timeOffset="218">56 88 7812,'0'-11'990,"0"0"0,0 4-617,0 0 132,0 4-138,0-2 1,1 5-210,3 0 1,2 6-99,5 5 0,1 2-72,3 5 1,2 2-358,5 5 0,1 0-108,3 4 1,-3-3-688,3 3 1,-3 1 1163,-1 3 0,15 15 0,4 3 0</inkml:trace>
  <inkml:trace contextRef="#ctx0" brushRef="#br0" timeOffset="536">739 298 7816,'-7'-15'56,"1"0"225,1 2-84,-3 1 1,1 2 329,-4 3 1,0 2-151,0 5 0,0 0-145,0 0 1,-1 0-14,-3 0 1,-1 5-44,-2 2 1,-3 4-91,3 4 1,1 2 68,-2 5 0,6 0-83,-2 0 1,7 1-44,0 3 0,6-3-280,-2 3 0,9-3-414,6-1 0,5 0 2,6 0 0,5-5-283,2-2 1,7-6 461,1-2 1,1-4 483,-2 0 0,38-36 0,13-10 0</inkml:trace>
  <inkml:trace contextRef="#ctx0" brushRef="#br0" timeOffset="811">1059 342 7816,'0'-11'383,"0"0"0,-1 5-250,-3 2 0,2 3 44,-6 1 1,1 1-36,-4 3 0,0 3 4,0 8 0,0-3-57,0 3 1,4 2 26,-1 1 1,2-1-111,-1 2 1,2-5 31,5 5 0,0-4-334,0 3 0,6-6 31,5-1 0,1-1 150,7-6 1,-1 3-41,4-3 0,-1-2 187,-3-6 1,2-2 163,-5-5 0,-4-1-221,-4-3 1,-5 2-25,2-6 1,-3 5-399,-1-5 0,-5 5 1,-2-5 1,-3 6 445,-1-2 0,-5 3 0,-1 1 0</inkml:trace>
  <inkml:trace contextRef="#ctx0" brushRef="#br0" timeOffset="1162">1368 342 7816,'7'-12'0,"-1"-2"218,-1-1 0,0 2 912,-1 6-413,-3-3-390,4 9 0,-6-4-215,-3 5 0,-2 1 72,-5 3 0,0-2 36,0 5 0,-1 4-74,-3 4 1,4 0-124,0-4 1,0 4 40,3-1 1,0 6-226,1-2 0,-2-1 58,5 2 1,1-6-106,3 2 1,1 1 134,3-1 0,3-2-92,8-6 0,-2 2-2,5-5 0,1-2 130,3-6 1,-1 1-6,-3-8 0,-2 2-110,-5-6 0,-4-2-145,1-1 1,-6 1-98,2-2 0,-7 5-903,0-5 1297,-6 6 0,-12-13 0,-8 3 0</inkml:trace>
  <inkml:trace contextRef="#ctx0" brushRef="#br0" timeOffset="1512">1566 287 8019,'0'-11'1928,"0"5"-1726,0-4 1,0 10 562,0 0-414,0 5 1,2 6 48,1 0 1,-2 1-192,3 3 1,-1-2-93,0 6 1,0-5-46,4 5 1,-3-2-200,3 1 0,-3 2 115,3-6 1,0 5-102,4-4 0,0-1-166,1-3 0,-1-3-380,0-1 1,3-5-538,1 2 1,5-3 361,-2-1 0,-1-5 834,1-2 0,11-32 0,5-9 0</inkml:trace>
  <inkml:trace contextRef="#ctx0" brushRef="#br0" timeOffset="1719">1930 320 7816,'0'-8'0,"0"1"812,0 5 1164,5-3-1555,-4 5 0,5 1-157,-2 3 0,-2 2 105,6 5 0,-6 1 171,2 3 0,1-2-593,-1 6 1,3-1-635,-3 4 0,-1-4 94,-3 1 1,4-2-200,0 1 0,-1 2-376,-3-5 1,1-1 325,3-3 842,-3-5 0,4-10 0,-5-9 0</inkml:trace>
  <inkml:trace contextRef="#ctx0" brushRef="#br0" timeOffset="1978">2173 309 8102,'6'0'1360,"-1"1"-1001,-5 3 1,0 3-279,0 8 1,0-3-259,0 3 1,0 2-188,0 1 0,0-1 111,0 2 1,-4-2-77,0 1 1,-3 2-4,3-5 1,-1-1-243,2-3 1,0-1 573,-4-3 0,4-2 0,3-29 0,7-7 0</inkml:trace>
  <inkml:trace contextRef="#ctx0" brushRef="#br0" timeOffset="2246">2140 331 7816,'0'-6'0,"0"0"104,0 2 155,4 3 1,3-4 74,4 5 1,-4 3-180,0 1 1,4 6 13,4 1 0,1 1-5,-1 7 1,-2-5-127,6 5 0,-5-6-86,5 2 0,-1 1-13,4-2 1,0 1-68,0-4 1,-4 0 297,1 0 1,-4-5 670,3-2-657,-5-3 0,2-6 51,-8-2 0,0-6-223,-4-2 1,-2-4-209,3 5 0,-4-6-413,-4 2 0,-2-2-64,-5 2 1,0-2-1252,0 6 1924,0-6 0,0 8 0,0-4 0</inkml:trace>
  <inkml:trace contextRef="#ctx0" brushRef="#br0" timeOffset="2738">2669 254 7970,'0'-11'0,"0"0"1065,0 0-556,0 4-278,0-2 0,-1 7-23,-3-1 1,1 6 0,-4 5 0,3 2-16,-3 1 1,1 5-48,-1 2 1,2 3-112,5 1 1,0 0 34,0 0 1,0 0-246,0 0 1,0 0-58,0 0 1,1-4-155,3 1 0,-2-6 147,5 2 1,1-3-18,3-1 0,0-5-6,0-2 1,0-3 66,0-1 1,1 0-63,3 0 0,-3-5 208,3-2 1,-3-3 212,-1-1 1,0 0-35,0 0 1,-1 0 564,-3 0-41,3 0-156,-4 0 1,5 1 40,0 3 0,-3-2-214,-1 6 1,-3-1-99,3 4 1,0 0 3,4 0 1,-3 1-24,-1 3 1,-1-2-735,1 6 1,3-1-1027,-2 4 1,-2 0 1551,1 0 0,5 5 0,5 1 0</inkml:trace>
  <inkml:trace contextRef="#ctx0" brushRef="#br0" timeOffset="3678">3418 342 7694,'0'-6'586,"0"-4"1,2 9-244,1-3 0,0 3-32,4 1 0,4 0-140,4 0 0,4 0-222,0 0 1,2 0-356,1 0 0,3 1 138,1 3 1,0-3-162,-4 3 1,-5-2 192,-2 2 236,-8-3 0,-22 4 0,-9-5 0</inkml:trace>
  <inkml:trace contextRef="#ctx0" brushRef="#br0" timeOffset="3836">3418 419 8139,'8'0'261,"-1"0"1,0 0-348,4 0 0,7 0-230,4 0 1,1 0 315,6 0 0,45-5 0,14-1 0</inkml:trace>
  <inkml:trace contextRef="#ctx0" brushRef="#br0" timeOffset="4139">4488 0 8145,'-11'0'2445,"0"1"-2054,0 3 0,2 6-110,-2 5 1,3 5 64,-7 2 0,-1 5-334,1 6 1,-3 0-157,3 1 1,-4 2-160,0 1 0,2 0-97,-1-4 1,3-5-411,-3-2 0,4-8 241,-1-3 1,3-4-265,1-4 0,4-2 206,-1-5 627,6 0 0,2-19 0,6-6 0</inkml:trace>
  <inkml:trace contextRef="#ctx0" brushRef="#br0" timeOffset="4354">4102 77 7799,'-5'-11'1165,"-1"0"0,-1 1-712,-1 3 0,6 1 538,-2 2-615,3 3 0,6 1 83,2 7 1,4 3-105,4 1 0,3 5 76,8 3 1,-2 3-606,6 3 1,0 0-86,7 4 0,-1-3-218,4 3 0,-4-1-250,0 2 1,-3-3-1005,-3-5 1,-3-1 1730,-5-3 0,-5-22 0,-1-9 0</inkml:trace>
  <inkml:trace contextRef="#ctx0" brushRef="#br0" timeOffset="4664">5006 386 7800,'-5'-16'0,"3"4"141,-6-3 0,2 3 243,-1 1 1,-3 3-53,3 1 1,-3 5 214,-1-2 1,3 3-422,1 1 0,0 1-1,-4 3 1,3 2-141,1 5 1,1 0 17,-2 0 0,0 5-145,4 2 1,1-1 134,3 2 1,0-5-89,0 5 1,1-6-6,2 2 1,5 0-64,7-4 0,-2 1 119,5-8 1,-3-1-60,3-3 1,-4 0-93,1 0 1,-4-5-61,-4-2 0,2-6-289,-6-2 0,1 0 117,-4 4 1,-5 0 426,-2 0 0,-23-20 0,-5-4 0</inkml:trace>
  <inkml:trace contextRef="#ctx0" brushRef="#br0" timeOffset="4930">5160 254 7829,'6'-5'362,"-2"-3"0,-2 4 1450,2 0-534,-3 3-811,9 1 1,-4 8 14,5 3 0,4 8-245,0-1 0,3 6-135,-3 2 0,3 1-219,-3-1 0,1-3-395,-2 3 1,-1-3 340,1-1 0,-5-1-370,-2-3 1,-4-2-747,0-5 1,0-3-595,1-1 1881,-3-5 0,4-31 0,-5-14 0</inkml:trace>
  <inkml:trace contextRef="#ctx0" brushRef="#br0" timeOffset="5146">5215 276 7830,'0'-6'215,"0"-4"799,0 2-649,5 4 1,3-5 160,6 5 0,0 1-277,4 3 0,2 0-211,5 0 1,0 0-92,4 0 1,-3 3-399,3 1 0,-4 3-678,1-3 1,-4 3 473,-4-3 1,-2 1 654,-5-1 0,-19 2 0,-6 5 0</inkml:trace>
  <inkml:trace contextRef="#ctx0" brushRef="#br0" timeOffset="5295">5259 364 8727,'13'0'-512,"1"0"0,4 1-897,4 3 1409,0-3 0,39 4 0,10-5 0</inkml:trace>
  <inkml:trace contextRef="#ctx0" brushRef="#br0" timeOffset="5548">5678 320 7830,'0'-6'2582,"0"-4"-2050,5 9-180,1 1 0,5 7-37,0 8 1,0-2-58,0 6 0,1-1-496,-1 4 0,0-1-143,0-3 1,0 3-354,0-3 1,-4 0-373,0 0-809,1-5 1161,3 3 754,-5-10 0,-1-20 0,-5-11 0</inkml:trace>
  <inkml:trace contextRef="#ctx0" brushRef="#br0" timeOffset="5771">5678 298 7830,'6'-6'174,"4"-3"209,-2 5 0,3 1-78,3 3 1,0-2 270,4-1 1,1 2-454,3-3 0,0 3 93,0 1 0,3 0-691,1 0 0,0 0-101,-4 0 1,-1 1-371,-3 3 1,2-3 447,-6 2 498,-4-1 0,-10 8 0,-6 2 0</inkml:trace>
  <inkml:trace contextRef="#ctx0" brushRef="#br0" timeOffset="5921">5789 386 8541,'11'0'626,"0"0"1,1 0-1028,3 0 1,-2 0 190,5 0 210,1 0 0,22 0 0,6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36.9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331 100 8491,'0'-8'1520,"0"1"-1309,0 4 1,-4 3-27,1 8 0,-6 6 18,2 5 1,-3 3 26,-1 4 1,-4 2-68,0 5 1,0 4-98,0-1 1,1 1-329,-4-4 0,1-1-198,-2-3 1,4-2-286,3-5 1,1-4-316,0-4 199,0-2 1,4-5 860,0-4 0,4-36 0,-2-10 0</inkml:trace>
  <inkml:trace contextRef="#ctx0" brushRef="#br0" timeOffset="192">11 188 7852,'-3'-19'285,"-1"1"0,0 4 462,4 0 0,0 5 74,0 2-189,0 4-146,0-1 0,5 8-98,2 4 0,4 2 102,4 1 0,6 5-253,5 2 1,6 8-141,1 3 0,1-1-994,6 2 1,-3-1 598,4 4 0,-5 0-547,5 0 1,-9-5 118,1-2 726,-8-8 0,17-2 0,-2-5 0</inkml:trace>
  <inkml:trace contextRef="#ctx0" brushRef="#br0" timeOffset="485">761 320 7878,'-4'-11'0,"-1"1"668,-1 3 1076,4-3-1337,-3 9 0,5-3-151,0 8 1,0-1 111,0 9 1,5-3-153,2 10 1,3-5 0,1 5 0,4 3-156,-1 4 1,5 0-253,-5 0 0,5-3-219,-5 3 0,1-3-568,-4 0 0,4-1-270,0 0 0,-2-5 205,-6-3 1043,3-1 0,-13-22 0,1-4 0</inkml:trace>
  <inkml:trace contextRef="#ctx0" brushRef="#br0" timeOffset="700">959 353 7988,'-6'-11'331,"0"4"-144,2-1 1,3 5 909,-3-5-627,3 6 0,2-2-129,3 8 0,2-2 37,5 6 0,2 3-214,1 3 1,3 6-1,5-2 0,-3 3-164,-1 1 0,1 0-260,3 0 1,-4 0 56,0 0 0,0-3-261,0-1 0,-2-1-235,-5 2 1,1-3 698,3-5 0,-18-30 0,1-6 0</inkml:trace>
  <inkml:trace contextRef="#ctx0" brushRef="#br0" timeOffset="850">893 474 7878,'-6'0'114,"1"0"0,6-3 197,3-1 0,7 0-453,7 4 0,4 4-310,4 0 1,4 3 451,6-3 0,43 9 0,14-1 0</inkml:trace>
  <inkml:trace contextRef="#ctx0" brushRef="#br0" timeOffset="1127">1389 397 7906,'-11'-11'172,"4"4"445,0-1 768,-1 1-959,-3 1 1,5 6-31,2 7 1,3 3-123,1 1 1,1 1 113,3 3 1,3-1-253,8 4 1,-1 0 21,4 4 1,0-3-119,4-1 1,0-4-78,0 0 0,4 2-418,0-1 1,1-2-59,-1-5 1,-3 0-585,3-4 0,-3 0 346,-1-4 1,-5-5 750,-2-3 0,-18-26 0,-4-8 0</inkml:trace>
  <inkml:trace contextRef="#ctx0" brushRef="#br0" timeOffset="1326">1290 375 7906,'-6'-5'314,"1"3"392,5-6-394,0 6 0,1-7 219,3 6 0,7-1-138,7 4 1,3 0-280,1 0 0,5 0-637,3 0 0,3 0-122,3 0 0,-3 0-522,1 0 0,-6 0 1167,-6 0 0,-5 0 0,-1 0 0</inkml:trace>
  <inkml:trace contextRef="#ctx0" brushRef="#br0" timeOffset="1500">1334 430 8386,'11'0'343,"0"0"-421,0 0 1,1 0 20,3 0 0,6 0-328,5 0 0,6 0 134,1 0 1,1 0 250,6 0 0,25-5 0,10-1 0</inkml:trace>
  <inkml:trace contextRef="#ctx0" brushRef="#br0" timeOffset="1920">1852 364 11210,'0'12'413,"0"3"1,2 2-191,1 5 1,-2 0-252,3 0 0,-3 0-59,-1 0 0,0 4-48,0 0 0,0-2 29,0-5 1,0-3-187,0-5 93,0 0 1,-1-5-486,-3-2 259,3-3 1,-5-6-247,2-2 0,3-3 189,-3-1 0,2-5 154,-2-3 1,3 2 106,-3-1 1,0-1 201,0-3 0,0 0 194,4 0 0,0 3 67,0-3 1,0 6 400,0-6 0,1 3-238,3 1 0,-1 1 244,4 2 0,0 4-270,4 0 0,0 4 16,0 3 1,4 3-153,0-3 0,3 8-26,-3 3 1,4 4 13,0 4 0,2-2-1,1 6 1,0-1-14,0 4 1,-1 0-108,-3 0 0,2 0-176,-6 0 1,2-1-610,-1-2 0,-7 0 366,3-4 1,-3 0-2726,-1-4 3034,-2 0 0,-15-15 0,-2-3 0</inkml:trace>
  <inkml:trace contextRef="#ctx0" brushRef="#br0" timeOffset="2092">1841 474 9595,'11'-3'386,"0"-1"1,5 0-395,3 4 0,6 2-260,5 1 1,2 0-207,1 4 0,0-1 474,0 1 0,34 3 0,9-4 0</inkml:trace>
  <inkml:trace contextRef="#ctx0" brushRef="#br0" timeOffset="2318">2392 375 8201,'7'-6'1386,"2"1"-1217,-1 5 1,-2 0 193,1 0 0,-3 1 149,3 3 1,1 2-230,3 5 1,-4 4-229,0 0 1,-1 3-265,2-3 1,0 4-149,-4 0 0,3-2-443,-3 1 0,3-1 390,-3 2 0,0-3-191,-4-5 0,1-2 601,3-1 0,2-18 0,5-8 0</inkml:trace>
  <inkml:trace contextRef="#ctx0" brushRef="#br0" timeOffset="2535">2657 353 8374,'0'-6'1516,"0"-4"1,-1 9-1185,-3-3 0,-3-1 42,-8 2 1,-3-1-28,-8 4 0,-8 0-368,-10 0 0,1 0-328,-1 0 0,1 0-220,6 0 0,0 0-614,4 0 0,5 1 1183,2 3 0,18 2 0,4 5 0</inkml:trace>
  <inkml:trace contextRef="#ctx0" brushRef="#br0" timeOffset="2828">2778 375 7912,'0'-7'2861,"0"-1"-2366,0 6 0,4-2-2,0 8 0,-1-2-290,-3 6 0,4 0-177,0 7 0,1 1-336,-2 2 1,0 3 249,4-2 0,-4 1-321,0 2 0,2-1-221,-1-2 0,3 0-729,-3-4 1,-1 3 1330,-3-3 0,10-15 0,3-7 0</inkml:trace>
  <inkml:trace contextRef="#ctx0" brushRef="#br0" timeOffset="3077">3021 331 7918,'0'-6'1742,"0"-4"-1217,0 9 0,4 1-45,-1 7 0,5 7-392,-5 0 0,5 6-102,-5-2 1,5 3-158,-5 1 0,6 0-100,-2 0 1,-2 0-339,-1 0 0,1-3 327,-2-1 0,1-4-604,-4 0-147,0-1 1033,0-2 0,-5-30 0,-1-6 0</inkml:trace>
  <inkml:trace contextRef="#ctx0" brushRef="#br0" timeOffset="3371">3010 331 7918,'0'-11'208,"0"0"0,0 4 919,0-1-734,5 6 0,1-3-143,5 5 1,0 0 63,0 0 0,4 5-38,-1 2 0,6 8-163,-2 3 0,3-1-6,1 2 1,3-1-140,-3 4 1,5-1-36,-9-3 1,4 2-336,-7-5 1,1-1 276,-2-3 0,-1-1-96,1-2 0,-1-4 368,-2-4 0,-4 0-101,0 0 1,-4-4 206,0-4 0,2-3-16,-1-4 0,0-2-2,-4-5 1,-5 0-271,-3 0 0,-3 0-309,-3 0 0,0 0-171,-4 0 1,1 1-1472,-2 3 1986,3 2 0,20 15 0,3 2 0</inkml:trace>
  <inkml:trace contextRef="#ctx0" brushRef="#br0" timeOffset="3838">3561 287 8424,'0'-6'1333,"0"1"-1070,-5 20 1,4-6 280,-3 13 0,3-2-325,1 2 1,0 0-223,0 0 0,1 0-161,3 0 1,-2 0 119,6 0 1,-1-1-218,4-2 0,0 0 114,0-4 1,0-4-61,0-4 0,0-4 135,0 0 1,0-1-57,0-2 1,0-5 101,0-3 0,0-1 188,0-2 0,0 3-42,0 1 1,0-1 431,0-3-305,1 0 1,-1 2 496,0 1-564,0-2 1,0 9-109,0-2 1,-4 1 32,0 2 1,1 0-246,3 0 1,-4 5-415,0 3 0,0 1-177,0 2 0,3 0 731,-3 0 0,22 20 0,7 5 0</inkml:trace>
  <inkml:trace contextRef="#ctx0" brushRef="#br0" timeOffset="4402">4366 287 7929,'0'-7'746,"0"-1"1,1 2-382,3-1 0,3 2 28,8 5 1,2 0-261,5 0 0,0 0-262,0 0 0,4 0-412,0 0 0,-1 0 75,-3 0 0,-1 1-1165,-3 3 1631,-2-3 0,-29 9 0,-7-4 0</inkml:trace>
  <inkml:trace contextRef="#ctx0" brushRef="#br0" timeOffset="4552">4344 364 10046,'16'-6'427,"-2"1"-493,8 5 0,3 0-485,8 0 1,1 0 550,3 0 0,32 5 0,12 1 0</inkml:trace>
  <inkml:trace contextRef="#ctx0" brushRef="#br0" timeOffset="4844">5347 77 7929,'0'-17'0,"0"1"784,0 5 1,4 0 302,-1 0-497,1 5-241,-4 1 0,0 7 208,0 1 1,-4 5-242,1 6 1,-6 5-79,2 6 1,1 2-80,-2 3 1,1 3-111,-4 0 0,-1 0-387,-3 4 1,3-3-66,-3-1 1,3 0-335,1 0 0,0-5 125,0-2 1,0-4-415,0-4 0,3-2-278,1-5 1304,0-4 0,0-32 0,3-12 0</inkml:trace>
  <inkml:trace contextRef="#ctx0" brushRef="#br0" timeOffset="5044">5016 88 7929,'0'-11'2304,"0"-4"-1787,0 2 1,1 2-34,3 8 1,2 3-218,5 3 0,5 5-48,3 6 1,6 5 357,5 6 1,6 4-217,5 4 0,2 0-596,1 0 1,-4 4-448,1-1 1,-2 0-835,1-7 0,-3-2 1516,-8-5 0,-2-14 0,-5-5 0</inkml:trace>
  <inkml:trace contextRef="#ctx0" brushRef="#br0" timeOffset="5355">5887 353 7940,'0'-11'0,"-1"0"248,-3 0 0,3 4 389,-3-1 0,-2 6-245,-1-2 0,-3 3-47,-1 1 1,0 1-208,0 3 0,-4 2-159,1 5 0,-1 4-180,4-1 1,0 6 138,0-2 1,5 3-74,2 1 0,3-1 62,1-3 1,5 2-231,2-5 0,8 2 90,3-6 0,3 1-39,1-8 1,1 0 267,3-4 1,-8 0 249,1 0 0,-3-9-390,-5-2 1,1-4-51,-8 1 0,-1 0-220,-3-4 1,-1 4 204,-3-1 189,3-2 0,-23-5 0,-1-6 0</inkml:trace>
  <inkml:trace contextRef="#ctx0" brushRef="#br0" timeOffset="5671">6163 353 7967,'0'-7'1490,"0"-1"-556,0 6-375,0-3 1,1 5-156,3 0 0,2 6-84,5 5 0,0 1-138,0 7 1,1-5-82,3 5 0,-3-1-122,3 4 1,1 0-853,-2 0 1,1-1-275,-4-2 1,-4 0 429,1-4 0,-4 0-940,3-4 1657,-5-5 0,3-26 0,-5-10 0</inkml:trace>
  <inkml:trace contextRef="#ctx0" brushRef="#br0" timeOffset="5912">6174 276 7967,'-8'-10'1638,"1"3"-1310,5 2 0,-2 5-104,8 0 0,3 0 81,8 0 0,2 0-275,5 0 0,1 1-257,3 3 0,-2-2-37,6 6 0,-4-6-315,3 2 0,-5-2 101,2 2 0,-6-3-263,-2 3 0,-8-3 175,1-1 566,-7 0 0,-24 0 0,-11 0 0</inkml:trace>
  <inkml:trace contextRef="#ctx0" brushRef="#br0" timeOffset="6078">6207 375 9853,'6'-5'781,"5"4"-544,0-3 0,1 3-485,7 1 1,-1 0-387,4 0 1,4 4-577,0-1 1,-1 2 1209,-3-1 0,10-3 0,2 4 0</inkml:trace>
  <inkml:trace contextRef="#ctx0" brushRef="#br0" timeOffset="6321">6670 309 7967,'5'-11'1175,"1"0"0,5 5-752,0 2 1,-4 3-121,1 1 0,-1 5 147,4 2 0,4 4-219,-1 4 1,1 1-40,-4 2 0,0 3-116,0-3 1,0 3-247,0 1 1,-3 0-846,-1 0 0,-3-1 531,3-2 1,-1 0-610,1-4 0,0 0-341,-4-4 604,-2-5 830,9 3 0,-8-32 0,2-3 0</inkml:trace>
  <inkml:trace contextRef="#ctx0" brushRef="#br0" timeOffset="6580">6703 265 7967,'0'-6'1215,"-5"-4"0,4 8-743,-3-6 0,8 6-17,3-2 1,8 3-50,3 1 0,3 0-178,1 0 1,5 3-322,2 1 1,3 1-196,1-1 1,-1-2-318,-2 6 0,-3-6 95,-5 2 0,-5-3-618,-2-1 1,-4 1 329,-4 3 798,-2-3 0,-40 9 0,-7-4 0</inkml:trace>
  <inkml:trace contextRef="#ctx0" brushRef="#br0" timeOffset="6737">6670 386 9187,'16'0'2995,"2"0"-2730,8 0 0,-2 0-609,6 0 0,-1 0-492,4 0 1,3 0 835,-3 0 0,12 0 0,-4 0 0</inkml:trace>
  <inkml:trace contextRef="#ctx0" brushRef="#br0" timeOffset="7089">7398 287 8022,'3'-7'978,"1"-1"1,4 6-528,0-2 1,3 3-69,4 1 0,-2 0-316,5 0 0,1 0-454,3 0 1,0 0-27,0 0 0,-4 1-178,1 3 0,-6-3 591,2 3 0,-13 2 0,-3 0 0</inkml:trace>
  <inkml:trace contextRef="#ctx0" brushRef="#br0" timeOffset="7245">7375 375 8610,'2'-6'1158,"1"2"0,0-1-969,4 2 1,1-1-26,3 4 0,4 0-170,4 0 1,2 0-351,1 0 1,0 0-1544,0 0 1899,0 0 0,5 5 0,1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35.7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1 221 7891,'3'-7'-29,"1"-1"1,3 5 65,-3-5 1,3 5 326,-3-5 0,3 5 293,-3-5-365,5 1 1,-4-4-2,2 0 0,2 0 114,-6 0 0,2 0-64,-1 0 1,1 0 57,2 0 0,2 0-161,-6 0 1,5 0 27,-5 0 0,2 1 60,-1 2-210,-3-1-327,4 7 221,-5-2 1,0 5 70,0 2 1,0 4-114,0 4 1,0 5-239,0 2 1,0 3 67,0 1 1,4 1-57,-1 3 1,6 1-256,-2 2 0,-1-2 220,2-5 0,-1 4-760,4 0 0,-3-1 461,-1-3 0,-3-5-87,3-2 0,-5-3 679,2-1 0,-3 0 0</inkml:trace>
  <inkml:trace contextRef="#ctx0" brushRef="#br0" timeOffset="199">23 408 10180,'0'-6'1898,"2"1"-1651,6 5 0,0 0-58,11 0 1,0 0-156,7 0 0,2 2-244,5 1 0,0-1-1301,0 1 0,0-2 1511,0-1 0,30-9 0,7-4 0</inkml:trace>
  <inkml:trace contextRef="#ctx0" brushRef="#br0" timeOffset="416">684 430 8701,'11'0'2215,"-5"0"0,3 2-1784,-5 1 1,3 0-429,-3 4 0,-1 1-407,-3 3 0,0 0-109,0 0 0,0 0-580,0 0 0,0 3-727,0 1 1820,0 5 0,-14 12 0,-5 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32.1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22 7882,'0'-7'-52,"0"0"-300,0 4 337,0-2 1,1 5 40,2 0 0,5 0 41,6 0 0,-1 0 92,1 0 1,2 5-72,-1 3 0,5 1 117,-2 2 1,-2 0-258,-1 1 0,-3 0 28,-1 2 1,-1 0 39,-3 4 1,-2-3 47,-5 3 0,-1 0-8,-3 0 1,-3 2 14,-8-6 0,2 2-6,-6-1 0,1-7 89,-4 3 1,1-3-140,3-1 0,-2 2-172,5-6 0,1 1-23,3-4 0,-1 0-678,1 0 226,5 0 231,1 0 1,5-5 186,0-2 0,2-2 214,1 2 0,5-3 0,6 3 0,0-3 0,4-1 0,-1 0 0,2 0 0,2 0 0,-3 0 0,0 0 0,4 0 0,-2 3 0,6 1 0,-2 0 0,2-4 0,2 0 0,5 0 0,0 3 0,0 1 0,-3 0 135,-1-4 0,-4 1 115,0 2 0,-6 0 45,-5 4 1,-6-1-92,-5 2 0,-3 1 92,-3-1 0,-3 1-88,-5 2 0,-5 4 16,-3 0 0,-3 4 25,-3 0 0,1 2-16,-1 1 1,2 0 3,5 0 1,-3 0-9,3 0 1,2 1 43,1 3 1,4-3-81,4 3 0,-2 0-6,6 0 0,-1 4-51,4-5 0,5 5-135,2-5 1,8 1-130,3-4 0,4-4-371,4 1 1,-1-6-300,4 2 1,-3-3 132,3-1 665,-4-5 0,31-21 0,3-9 0</inkml:trace>
  <inkml:trace contextRef="#ctx0" brushRef="#br0" timeOffset="400">971 243 8223,'0'-11'0,"-2"0"471,-1 0 1,0 4-153,-4-1 0,0 6-73,-4-2 0,-1 3-27,1 1 1,-1 1-24,-2 3 1,1 2-1,-1 5 1,0 4-31,-1-1 0,7 2 13,-3-1 1,3 1-310,1 2 0,2 2-134,5-6 1,0 5-310,0-4 1,5 4 70,2 0 1,4-4-360,4 0 0,2-3 400,5-1 1,2-3 460,1-1 0,28-24 0,11-3 0</inkml:trace>
  <inkml:trace contextRef="#ctx0" brushRef="#br0" timeOffset="684">1301 309 7882,'6'-11'0,"3"4"52,-5-1 301,-1 1 120,2-4-206,-4 0-305,-1 5 1,-6 2 110,-5 8 0,-1-2 24,-3 6 1,3-1 28,-3 4 0,2 0 5,-2 0 0,3 0-127,-3 0 1,7 1-28,0 3 1,6-3-74,-2 3 0,3 1 64,1-1 1,0 1-82,0-2 0,9-5 79,2 2 1,7-7-20,0-1 1,7-2 92,1-1 1,-4-1-5,-4-2 0,-1-7-119,2-5 0,-5-1-112,-6 1 1,0 2-270,-4-5 1,0 0 50,-4 0 0,-5 2-499,-3 5 912,-2 0 0,-20 5 0,-6 1 0</inkml:trace>
  <inkml:trace contextRef="#ctx0" brushRef="#br0" timeOffset="1000">1610 276 7882,'0'-6'11,"1"-4"348,3 3 682,-3-3-489,4 4-374,-5 1 0,-5 9 63,-2-1 1,-3 6 32,-1-2 1,4 3-88,-1 1 0,1 0-77,-4 0 0,4 4-153,-1-1 0,4 5 39,-3-4 1,5 0-166,-2 0 0,3-3 99,1 3 1,6-3-152,5-1 1,1-5 185,7-2 0,-1-3 162,4-1 1,0-1 0,0-3 1,-1-3-160,-3-8 1,-2 0-171,-5-4 0,-5-2-256,-2 3 0,-4 1-558,-4-2 0,-5 6 1015,-6-2 0,-29 8 0,-4 2 0</inkml:trace>
  <inkml:trace contextRef="#ctx0" brushRef="#br0" timeOffset="1434">1897 276 7932,'0'-11'837,"0"4"-417,0-1 0,1 6 353,3-2 174,-3 3-656,4 1 1,-5 1-82,0 3 0,0-2-76,0 6 0,0-1 31,0 4 1,0 4-73,0-1 0,1 1 77,3-4 0,-2 4-130,5 0 1,-3-1-98,3-3 1,2 0-255,6 0 0,-2 0-566,5 0 0,1-1 427,3-3 1,0 2-787,0-5 0,0-1 67,0-3 1169,-5 0 0,19-24 0,-1-7 0</inkml:trace>
  <inkml:trace contextRef="#ctx0" brushRef="#br0" timeOffset="1666">2327 287 7887,'4'-11'687,"-2"4"180,1-1 0,0 6 59,0-2-474,-1 3 0,4 5-241,-2-1 0,-3 6-31,2-2 0,0 7-6,1 0 1,-3 5-124,2-5 0,-1 6-479,-2-2 0,0 0-89,0 0 0,0-1-390,0 1 0,0 2 174,0-5 1,0 1-1066,0-2 1798,0-6 0,9-8 0,4-12 0</inkml:trace>
  <inkml:trace contextRef="#ctx0" brushRef="#br0" timeOffset="1942">2613 287 7891,'8'0'-212,"-1"0"0,-3-4 1026,3 1 1206,-5-1-975,3 4-764,-5 5 1,0 1-215,0 5 1,0 4-15,0-1 0,-1 2-270,-3-1 1,3-1-113,-3 4 0,2-5-406,-2 2 1,3 1 228,-3-1 1,3-1-434,1-3 0,-3-3 158,-1-1 781,0-4 0,9-23 0,1-11 0</inkml:trace>
  <inkml:trace contextRef="#ctx0" brushRef="#br0" timeOffset="2218">2635 276 7891,'0'-16'693,"0"4"645,0-4-847,5 10 1,1 2-127,5 8 1,0 2-149,0 5 1,0 0-43,0 0 1,0 4-69,0-1 0,2 6 69,1-2 0,-1-2-120,1-1 0,2 1 5,-1-1 0,1-1-272,-1-3 1,1 0 151,2 0 1,3-5-46,-3-2 1,-1-3 682,2-1 1,-2-5-249,1-2 1,-2-4-80,-5-4 0,-4 2-176,1-5 0,-6-1-182,2-3 1,-8 0 33,-3 0 1,-4 0-273,-4 0 0,-1 5-354,-2 2 0,2 4 698,5 4 0,5 12 0,1 7 0</inkml:trace>
  <inkml:trace contextRef="#ctx0" brushRef="#br0" timeOffset="2702">3131 199 7891,'0'-11'-8,"0"0"1050,0 0-245,0 0-452,0 5 1,-1 2-92,-3 8 0,3 3 0,-2 8 0,-2 2 11,1 5 1,-1 0-28,1 0 1,3 1-117,-3 3 1,3-3-113,1 3 0,4-3-104,0-1 1,4 0 96,0 0 1,1-4 113,2-4 0,0-2-243,0-1 0,4-4-282,0-4 0,3-1 176,-3-2 0,3-5 11,-3-3 0,3-3 209,-3-3 0,0 1 9,-4-1 0,2-2 95,-2 1 1,3 0 31,-7 4 0,-1 0 358,2 0-305,-1 0 1,3 4 134,-3-1 1,-1 6-100,-2-2 0,-2 3-59,6 1 1,-5 1-168,5 3 0,-5-2-226,5 6 0,-5-1-1060,5 4 1,-2 0 329,1 0 1,2 0 968,-6 0 0,11 15 0,-2 3 0</inkml:trace>
  <inkml:trace contextRef="#ctx0" brushRef="#br0" timeOffset="3093">3804 298 7844,'11'0'-141,"0"-4"860,0 1 1,0-1-304,0 4 0,4 0-350,-1 0 0,6 0-348,-2 0 0,-1 0-739,2 0 0,-2 0 527,1 0 494,-2 0 0,-5 0 0,0 0 0</inkml:trace>
  <inkml:trace contextRef="#ctx0" brushRef="#br0" timeOffset="3241">3815 386 7378,'11'0'499,"0"0"-628,0 0 1,5-1-308,2-3 0,4 3 436,4-3 0,56-2 0,-32 3 0,1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28.2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243 209 7897,'-1'-10'0,"-3"2"0,2-1 235,-5 1 1,3 2 388,-3-1 0,0 3-269,0-3 0,-4 3-136,0-3 1,0 4-28,-4 0 1,2 1 9,-2 2 0,2 0-24,-6 0 1,6 5-113,-2 3 1,-1 3-23,1 3 1,2 4 16,6 4 0,-2 0-94,5 0 0,1 1 9,3 3 0,0-2-258,0 6 0,6-6-21,5 2 0,5-3-184,6-1 1,5-3-28,2-1 0,4-8-373,4 1 1,-3-8 376,3 1 0,-3-3 510,-1-1 0,-4-5 0,17-30 0,1-13 0</inkml:trace>
  <inkml:trace contextRef="#ctx0" brushRef="#br0" timeOffset="276">541 308 7895,'0'-11'-219,"0"0"0,4 3 297,-1 1 31,1 0-10,-4-4 0,-1 5 181,-3 2 1,2 3-205,-6 1 1,1 3 49,-4 1 1,0 5 177,0-2 1,3 3-146,1 1 1,3 3-46,-3 1 1,5 1-88,-2-1 0,-1-2-172,1 6 1,1-6 104,3 2 0,5-3-124,2-1 1,3-1 70,1-3 1,1 2-151,3-5 0,1-1 239,2-3 1,2-1-3,-6-3 0,-3-3 19,-3-8 1,-5 2-136,5-6 0,-7 5-144,-1-5 1,-5 5 68,-6-5 1,0 6-136,0-2 0,0 3 332,0 1 0,0 10 0,0 2 0</inkml:trace>
  <inkml:trace contextRef="#ctx0" brushRef="#br0" timeOffset="577">817 253 8048,'6'-11'478,"-1"5"0,-5-1-194,0 4-25,0 2 0,-5-3-19,-3 8 1,2-2 24,-1 5 0,1 1-138,-2 3 0,-1 0-143,1 0 0,2 3 73,-1 1 0,3 4-149,-3-5 0,4 5 163,0-5 1,1 5 46,2-5 0,2 1-376,1-4 1,5-1 114,6-3 0,0-2 110,4-5 0,1 0 86,3 0 0,-4-6 144,0-5 1,-4-1-294,0-7 0,1 1-267,-4-4 1,-1-3-955,-6 3 1,-3-2 1316,3 6 0,-28-13 0,-6-3 0</inkml:trace>
  <inkml:trace contextRef="#ctx0" brushRef="#br0" timeOffset="1151">1037 65 7895,'0'-14'583,"0"-1"945,0 0-567,0 4-563,0 5 0,0 2-10,0 8 1,0 2-121,0 5 0,5 5-185,2 3 0,-1 1 32,2 2-1,-1 4-171,4 0 1,0 4 124,0 0 1,0-3-74,0-1 0,4 0-184,0 0 0,-1 0-299,-3-4 1,2-5-101,1-2 1,-1-4 257,1-4 0,-2-2-109,-1-5 0,1-1 9,-1-3 1,0-3 1,0-8 1,0 3 199,0-3 1,-2 3-9,-1 1 0,0-4 79,-4 1 0,3-1 121,-3 4 1,0 0 395,-4 0 1,0-4-125,0 0 904,0 1-314,0 3 70,0 0-291,-5 4-219,4 3 0,-8 5-9,5 2 1,1 4-39,3 4-1,0 0-277,0 0 1,0 0 102,0 0 0,0 3-274,0 1 1,1 0-146,3-4 0,-2 4-357,5-1 1,0 1-7,0-4 1,3-4-582,-3 1 0,4-5 364,4 5 835,-3-6 0,14-12 0,-3-8 0</inkml:trace>
  <inkml:trace contextRef="#ctx0" brushRef="#br0" timeOffset="1284">1379 98 7895,'-11'-6'8,"5"-4"1,2 3-608,-2 2-598,5 0 1197,-4 5 0,24 15 0,6 3 0</inkml:trace>
  <inkml:trace contextRef="#ctx0" brushRef="#br0" timeOffset="1823">1577 253 7865,'1'7'406,"3"0"1,-3 1-304,3 3 1,-2-1 5,2-3 0,-3 3 9,3-3 1,-3 3-8,-1 1 1,4-4-24,0 1 0,-1-5 81,-3 5-60,0-6 1,0 4 110,0-2-422,0-3-126,0 4 338,0-15 1,1 3-21,3-8 0,-3 3 46,3 1 1,-1 1-18,0 3 0,0-3 45,4 3 0,-3-2 18,3 2 0,-3-3-5,3 3 27,0 2 1,4-2 130,0 4 1,0 2-93,0-3 1,1 4-22,-1 4 0,0 2-95,0 5 1,0 0-148,0 0 0,0 0-144,0 0 1,0 0-381,0 0 0,0 0-358,0 0 0,0 0 429,0 0 1,0-1 572,0-3 0,15-2 0,3-5 0</inkml:trace>
  <inkml:trace contextRef="#ctx0" brushRef="#br0" timeOffset="2244">2084 341 7895,'5'-11'162,"-2"0"264,4 0 0,-3 1 242,3 3-121,-5-3-9,3 4 0,-5-5-461,0 0 0,-5 5 7,-2 2 1,-3-1-102,-1 1 0,0 1 17,0 3 1,-1 0-220,-3 0 0,3 3 53,-3 1 1,3 1-58,1-1 1,1-2 100,3 5 0,-3-4-224,3 1 92,-3 2 0,3-1-47,-1 2 1,6-1 114,-2-2 0,3-2 27,1 5 185,0-4 0,1 3-32,3-2 0,-2-3 215,6 3 0,-1-3-136,4-1 1,0 0 90,0 0 0,0 0 170,0 0 1,0 0-31,0 0 1,0-1 93,0-3 0,0 3-119,0-3 1,0 3-53,0 1 0,4 0 31,0 0 1,-1 1-14,-3 3 0,4-2-64,0 6 0,0-5-4,-4 5 0,3-1-107,1 4 0,0 1 43,-4 3 0,0-2-135,0 6 0,0-5 124,0 5 0,-5-5 33,-2 5 0,-3-2-81,-1 1 1,-5-2-154,-2-5 1,-8 0 86,-4 0 0,-3-4-157,-3-4 1,0-2 175,-4-1 1,1 0-901,-2 0 0,0-3-2911,4-1 3804,5-5 0,25-11 0,9-10 0</inkml:trace>
  <inkml:trace contextRef="#ctx0" brushRef="#br0" timeOffset="2502">2680 495 7895,'7'-1'1859,"0"-3"-1337,-4-2 0,5-1-1130,-4 0-1850,0 4 2458,-9-7 0,-16 4 0,-8-5 0</inkml:trace>
  <inkml:trace contextRef="#ctx0" brushRef="#br0" timeOffset="2636">2625 352 7895,'0'-11'-1236,"0"0"837,0 0 399,0 5 0,9 1 0,4 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26.9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11 216 7910,'0'-6'691,"0"1"0,2 5-228,1 0-99,-1 0 0,6 5-323,-4 2 1,3-1-334,-3 2 0,1-1-185,-2 4 0,-1 0-1356,1 0 1833,3 0 0,1 10 0,4 2 0</inkml:trace>
  <inkml:trace contextRef="#ctx0" brushRef="#br0" timeOffset="157">34 39 7910,'-7'-4'379,"-1"-3"-456,4-4-1191,-4 5 1044,6-3 224,-3 7 0,54 22 0,13 11 0</inkml:trace>
  <inkml:trace contextRef="#ctx0" brushRef="#br0" timeOffset="509">353 117 7762,'-7'-2'17,"0"0"863,-2-2-585,-1 1 0,-1 3 0,0 0 0,-1 0-156,-3 0 0,7 0-163,-3 0 0,3 1 167,1 3 0,-2-2 38,6 5 1,-2-3-11,1 3 0,3-3-291,-3 3 1,4-3-444,4 3 0,-2-3 328,6 3 0,-5-3 21,5 3 1,0-3 98,7 3 0,-3-3 104,3 4 0,-2-5 5,2 5 1,-3-5 17,3 5 0,1-5 115,-1 5 0,-1-5-30,-3 5 0,0-5 72,0 5 1,-5-1-99,-2 4 1,1-4 110,-1 1 0,-2-2-17,-5 1 0,-7 2 175,-5-6 1,-5 5-278,2-5 0,-3 5-238,-1-5 0,0 1-926,0-4 1,5 0 1100,2 0 0,27-24 0,8-7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26.5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55 8022,'11'-11'330,"0"0"1,-4 3-236,0 1 1,2 5-211,6-2 0,-3 3 250,3 1 0,-3 1 155,-1 3 0,2 3-308,-2 8 1,3-2 65,-7 5 1,-2 1-43,-1 3 0,-3 0 22,-1 0 1,-1-4-178,-3 1 0,-2-2 31,-5 1 1,-5 2-153,-2-5 0,1-1 76,-2-3 0,1-3 77,-4-1 0,5-5-200,2 2 0,-1 1 78,1-1 0,4-1-78,4-3 122,4-5 0,-1-1 43,4-5 1,6 0 151,5 0 0,5 0 0,6 0 0,0-4 0,0 1 0,0-1 0,24-6 0,7-2 0</inkml:trace>
  <inkml:trace contextRef="#ctx0" brushRef="#br0" timeOffset="178">353 88 7910,'22'-11'-12,"-1"-4"49,-2 0 0,0 4 496,-4 4 247,0 0-507,-4-4-260,-5 5 1,-3 2 6,-6 8 0,-7-2 53,-5 5 1,-4 1 35,0 3 1,-2 0 72,-1 0 0,2 3-66,1 1 1,0 4 39,4-5 1,0 2 43,4-1 1,0-3-115,0 3 0,1 1 17,3-2 0,2 1-188,5-4 1,5 0-201,2 0 0,9-3-224,6-1 0,2-5 91,5 2 1,4-3-618,4-1 1035,0-5 0,35-25 0,10-12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25.5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44 7880,'-8'-4'138,"1"-4"173,5 3-25,-3 0 0,5 7 430,0 1 1,3 7-323,1 5 0,5 4-159,-2 0 1,3 2 65,1 1 1,0 1-310,0 3 0,-4-2-290,0 6 1,0-6-22,0 2 0,2 1-344,-6-2 1,2 1 107,-1-4 1,-3-5 554,3-2 0,2-22 0,0-7 0</inkml:trace>
  <inkml:trace contextRef="#ctx0" brushRef="#br0" timeOffset="292">585 55 7900,'-5'-11'210,"-2"0"0,-3 2 314,-1 1 0,-1 0-316,-3 4 1,1 0 161,-4 4 1,0 0-215,-4 0 0,1 5 34,2 3 1,2 3 10,3 3 0,5 0-59,-2 4 0,6 1-119,-2 3 0,4 0 46,0 0 1,5 5-180,2 2 0,4-2-121,0-1 1,3 1 117,3-2 0,-1 2-231,1-1 1,-1-6 33,-2 2 1,0-8-104,0 1 1,-4-3-73,0-1 1,1-1-218,3-2 0,-4-4 107,0-4 595,1 0 0,-7-29 0,-2-8 0</inkml:trace>
  <inkml:trace contextRef="#ctx0" brushRef="#br0" timeOffset="441">375 331 7910,'-9'-1'0,"1"-3"790,-2 3 0,9-5 35,-2 2-749,1 3 1,4-4-94,1 5 0,8 0-343,8 0 1,3 0 359,3 0 0,43-5 0,14-1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5.1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12 8726,'-6'-5'860,"1"3"1,4-2 133,-3 4-114,3 0-666,-4 0 0,4 4-106,-3 4 1,3 2-221,-3 1 1,2 0-452,-2 0 1,3 1 481,-3 3 81,3-3 0,-4 19 0,-1-2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3.4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67 265 7913,'1'-6'215,"3"3"1,2-2 346,5 1 1,1 0-382,3 4 0,2 0-328,5 0 0,0 0-538,0 0 1,0 0 155,1 0 529,-1 0 0,-15 0 0,-3 0 0</inkml:trace>
  <inkml:trace contextRef="#ctx0" brushRef="#br0" timeOffset="148">1 376 8585,'12'0'-556,"3"0"1,3 3-645,8 1 1200,7 0 0,14-8 0,9-2 0,6 0 0,0 0 0</inkml:trace>
  <inkml:trace contextRef="#ctx0" brushRef="#br0" timeOffset="567">673 188 7883,'8'-5'-2,"-1"-2"1,-3 1 180,3-1 0,-1 3 59,2-3 0,1 3 50,-1-3 0,2-1-14,1-3 1,-2 0 86,-1 0 1,2 3-163,-3-4 1,2 8-15,-2-7 1,1 2 9,-4-2 1,1 1 50,-1 3 32,-3-3-248,4 4 22,-5 0-339,0 1 248,0 15 0,-4-3 60,0 8 0,1-2-59,3 2 0,0 2-10,0 5 1,0 0-171,0 0 1,1 0-65,3 0 1,-2 0-298,5 0 1,0 0-37,0 0 0,3 1-339,-3-1 0,2-4 954,-2 0 0,13-9 0,-2 1 0</inkml:trace>
  <inkml:trace contextRef="#ctx0" brushRef="#br0" timeOffset="773">718 420 7913,'-7'0'3199,"3"0"-2989,18 0 0,1 0-97,14 0 1,1 0-118,3 0 0,4 0-291,-1 0 0,5 0-288,-5 0 0,1 0 583,-4 0 0,0-5 0,0-1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1.3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100 67 7917,'-4'-7'303,"0"-1"1,1 5 337,3-5 77,0 1-497,0-4 0,0 4 0,0-1 1,5 6-66,2-2 1,8 3 13,3 1 1,3 0 18,1 0 1,1 4-99,3-1 0,-3 7-426,3 1 0,-4 0 10,-4 4 0,-2 1-88,-5-2 0,-5 2 232,-2-1 1,-4-1 67,-4 4 1,-7-5 71,-7 2 1,-4-3 134,-4-1 1,-2 0-157,-5 0 0,4-3 110,-1-1 0,4-4 19,-3 0 1,6 2-104,1-1 0,1 0-516,6-4 144,5 0 24,5 0 1,7 0 81,1 0 0,5 0-165,6 0 1,4-4 466,4 0 0,3-4 0,1 0 0,5-2 0,-2-1 0,3 0 0,1 0 0,-4 0 0,1 0 0,-1 0 0,4 0 0,3-3 0,-3-1 0,1 0 26,-8 4 0,0-4 160,-4 1 1,-2 0 60,-1 7 0,-3-2 271,-5 6-285,-5-1 0,-2 4-28,-8 0 0,-2 0 4,-5 0 1,-5 5 36,-3 2 1,-3 3 72,-3 1 1,1 1-67,-1 3 1,0-3 148,-1 3 1,3 1-147,-3-1 1,7-1 120,1-3 0,4 4-259,-1 0 0,8 3 100,3-3 1,3-1-326,1-2 1,10 0-227,5 2 0,5-5-465,6 2 1,2-7 461,5-1 336,0-1 0,25-17 0,6-3 0</inkml:trace>
  <inkml:trace contextRef="#ctx0" brushRef="#br0" timeOffset="383">1048 288 7929,'-6'-11'443,"-3"3"165,5 1 1,-4 4-157,0 0 0,-5-2-202,-2 1 1,-4 0-194,0 4 0,-5 5 86,-2 3 0,0-2-40,4 1 0,-2 4 39,2 4 1,-1 0-187,8-4 0,0 3 34,4 1 0,5 0-242,2-4 0,4 0-70,4 0 0,3-1 66,8-3 0,6-2 23,5-5 0,3 0 109,-3 0 1,3-1 19,-3-3 1,-2-2-150,-5-5 0,0 0-174,-4 0 0,0 0 427,-4 0 0,-10-10 0,-2-2 0</inkml:trace>
  <inkml:trace contextRef="#ctx0" brushRef="#br0" timeOffset="674">1169 277 7964,'-1'-11'1691,"-3"0"-1039,3-1-438,-4 6 335,5 1-199,5 15 0,1-2-7,5 6 0,0 2-225,0-1 1,0 5-239,0-2 0,-3 1-192,-1 0 0,0 2-445,4-3 0,-3 2 95,-1-2 0,-3 2-1468,3-6 2130,-5 1 0,-2-4 0,-6 0 0</inkml:trace>
  <inkml:trace contextRef="#ctx0" brushRef="#br0" timeOffset="907">1169 221 7924,'-6'-4'1088,"1"-3"1,6 1-675,3 3 0,2 0-168,5-1 0,5 3-185,2-2 0,7 1-144,1 2 1,4 4-391,0 0 0,-2 1-38,1-2 1,-8-1-1424,1 1 1934,-7 3 0,-9-9 0,-7 1 0</inkml:trace>
  <inkml:trace contextRef="#ctx0" brushRef="#br0" timeOffset="1073">1125 332 9314,'11'0'91,"0"0"-449,0 0 1,5 0-402,2 0 1,8 0 106,3 0 652,8 0 0,46-5 0,17-1 0</inkml:trace>
  <inkml:trace contextRef="#ctx0" brushRef="#br0" timeOffset="1299">1687 221 8847,'6'11'1095,"4"0"-864,-3 1 0,4 2-278,4 1 0,-3 5-56,3-2 1,-4 3-329,-3 1 1,1 0-257,-1 0 0,-2-1-415,1-3 1102,-4-2 0,-3-15 0,-7-2 0</inkml:trace>
  <inkml:trace contextRef="#ctx0" brushRef="#br0" timeOffset="1541">1698 210 7451,'1'-6'951,"3"3"1,2 0-602,5-1 0,2 3-184,1-2 0,3 1-115,5 2 0,2 0-225,1 0 1,2 2-143,3 1 1,-2-2-115,-2 3 0,-3-3-362,3-1 1,-8 0 791,-3 0 0,-13 5 0,-3 1 0</inkml:trace>
  <inkml:trace contextRef="#ctx0" brushRef="#br0" timeOffset="1690">1720 332 9768,'11'0'-206,"5"-4"-147,3 0 1,3 1-1353,3 3 1705,-1 0 0,37-10 0,4-2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0.1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45 260 7900,'0'-8'2293,"0"1"-2336,0 5-774,0-8-1317,0 9 2134,5-4 0,6-10 0,6-3 0</inkml:trace>
  <inkml:trace contextRef="#ctx0" brushRef="#br0" timeOffset="125">12 50 7900,'-1'-11'0,"-3"0"0,3 4 1459,-3 0-1399,3 4 0,1-3-1557,0 2 1497,0 3 0,15 11 0,3 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48.2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120 89 7916,'-5'-11'185,"-1"0"428,0 0 1,-4 5-341,3 2 0,1 3-45,-2 1 1,1 1-51,-4 3 0,0 2-124,0 5 1,4 5-130,-1 2 1,5 3 30,-5 1 0,6 0 22,-2 0 1,4 0 158,4 0 1,-2 0-385,6 0 1,4-3-17,6-1 1,-1-8-97,2 1 1,-1-7 217,4-1 0,-1-2 215,-3-1 0,-2-4-103,-5-4 1,-1-6 115,-3-5 1,2 2-186,-5-1 0,-6-2-221,-5-6 0,-3 4-19,-1 0 0,-1 0 27,-3 4 0,3 2 311,-3 1 0,-16 13 0,-5 3 0</inkml:trace>
  <inkml:trace contextRef="#ctx0" brushRef="#br0" timeOffset="382">363 111 7916,'0'-6'412,"0"-4"147,0 3-28,0 2 35,0 0-1,0 5-302,0 5 1,1 1 103,3 5 0,2 4-205,5-1 0,0 6-133,0-2 0,3 3-223,1 1 0,1 0-180,-1 0 1,-3-1-488,3-3 0,-4 2 225,-4-5 1,2-1-1026,-6-3 1661,6-4 0,-23-27 0,1-11 0</inkml:trace>
  <inkml:trace contextRef="#ctx0" brushRef="#br0" timeOffset="599">319 78 7916,'0'-11'576,"0"0"911,0 0-1020,0 0 0,1 0-55,2 0 1,5 5-236,7 2 1,2 3-54,5 1 0,5 0-97,2 0 1,2 0-170,-2 0 0,3 3-317,-3 1 0,1 3-80,-5-3 0,0 5-683,-10-2 0,-4-1 1222,-4 1 0,-39 1 0,-6 3 0</inkml:trace>
  <inkml:trace contextRef="#ctx0" brushRef="#br0" timeOffset="748">330 199 7916,'0'-6'347,"0"1"0,3 4-292,1-3 0,9 3-278,2-3 1,5 3-665,2 1 0,6 0 887,5 0 0,59 5 0,-36-2 0,-1 0 0</inkml:trace>
  <inkml:trace contextRef="#ctx0" brushRef="#br0" timeOffset="916">771 155 8599,'6'0'1323,"3"4"-1173,-1-1 1,-2 10-123,1-2 0,1 3 86,3 1 1,3-1-73,1 4 0,3 0-118,-3 4 1,4 0-469,-5 0 0,1-3-596,-4-1 0,0-4 170,0 0 970,0-6 0,-10-13 0,-2-7 0</inkml:trace>
  <inkml:trace contextRef="#ctx0" brushRef="#br0" timeOffset="1141">749 100 7916,'0'-11'0,"1"0"0,2 0 0,4 3 395,4 1 0,6 5 571,5-2 0,1-1-610,6 1 1,1 1-138,3 3 1,0 0-178,0 0 0,0 1-252,0 3 0,-5-3-722,-2 3-983,-3 2 1915,-5-5 0,-17 4 0,-9-5 0</inkml:trace>
  <inkml:trace contextRef="#ctx0" brushRef="#br0" timeOffset="1316">804 199 9605,'5'-6'57,"2"2"1,8 3-97,3 1 0,6 0-442,2 0 0,8-4 481,0 1 0,40-1 0,8 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47.1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56 221 7934,'0'-6'1216,"0"-4"1,0 10-650,0 0 1,0 5-232,0 6 1,1 0-144,3 0 0,-3 4-303,3 0 1,0 3-408,0-3 1,3 3-2270,-3-3 2786,0 0 0,6-4 0,2 0 0</inkml:trace>
  <inkml:trace contextRef="#ctx0" brushRef="#br0" timeOffset="131">23 56 7934,'-10'-15'519,"3"0"-1008,2 1-1026,5 8 1515,0 1 0,14 24 0,5 6 0</inkml:trace>
  <inkml:trace contextRef="#ctx0" brushRef="#br0" timeOffset="535">364 166 7934,'-11'0'-15,"0"0"0,-1-1 86,-3-3 1,3 3 310,-2-3-202,1 3 1,2 2-68,0 3 1,4-3-99,0 3-669,4 2 222,-2 0-238,5 5 517,0 0 1,5-1 103,2-3 0,3-1-11,1-2 1,0-3 42,0 3 0,0 1 73,0-1 0,4 1-48,0-2 1,-1-2 31,-3 3 1,4 1 0,0-1 0,1 4 140,-2 0 1,-1-2 49,1 1 0,-1-3 18,-2 3 0,0 0 31,0 4 1,-1-3 15,-3-1-126,3 1 1,-9 3-33,3 0 1,-8-5 3,-3-3 0,-4 2-73,-4-1 0,-2 0-224,-5-4 1,-2 0-39,-1 0 0,3 0-613,0 0 806,0-5 0,34-26 0,2-11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46.6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78 7946,'-7'-17'0,"0"2"323,3 3 142,0 1 0,5 4-394,3-1 0,2 6 76,5-2 0,0 3-34,0 1 0,4 4 71,-1-1 1,2 5 1,-1-5 0,-2 6-36,6-2 1,-5 7-82,5 0 0,-6 2-208,2-1 0,-4 1 90,-4 2 0,-2 3-107,-5-2 0,0-2 33,0 1 1,-1-3-51,-3 3 1,-5-4 80,-6 0 1,-5-3-173,2-3 1,1 0 26,-2-4 0,2 0 73,-1-4 0,2 0-75,5 0 0,0 0-603,0 0 249,5 0 593,1-5 0,10-1 0,21-20 0,9-4 0</inkml:trace>
  <inkml:trace contextRef="#ctx0" brushRef="#br0" timeOffset="223">464 67 7934,'0'-6'174,"-5"1"1,-1 5 184,-5 0 1,0 0-86,0 0 0,-1 1 121,-3 3 0,1 2-142,-4 5 1,4 0-14,0 0 1,2 4-8,1 0 1,1 3 0,2-3 0,3 3-204,5-3 0,2 3-247,1-3 0,8 0-448,8-4 1,3 0-92,4 0 0,2-4-1261,5 0 2017,0-4 0,44-18 0,11-9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45.8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56 7987,'-10'-7'185,"3"-1"199,-3 1 679,4-4-423,-1 5-223,3 1 0,4 6 0,0 3 1,4 5-187,4 6 1,2 5-156,1-2 0,3 3 45,1 1 1,0 4-195,-4-1 1,1 1-232,3-4 0,-3 4-604,3 0 0,-3 3 515,-1-3 393,-5-5 0,14-15 0,-2-7 0</inkml:trace>
  <inkml:trace contextRef="#ctx0" brushRef="#br0" timeOffset="285">563 56 7969,'-11'-11'0,"0"1"206,0 3 0,-5-2 383,-3 5 0,2-3-221,-1 3 1,0 1-214,-5 3 1,5 5-118,0 2 0,1 4 90,-2 4 0,7-2-151,5 6 1,4-1 149,0 4 1,1 4-133,2-1 1,6 2 21,5-1 0,2 1-226,5 2 1,-3 3 7,3-2 0,-3-3-16,3-2 1,-1-1 2,2-2 0,0 0-156,-4 0 1,-2-5-351,-5-2 1,2-4 176,-3-4 543,-2-2 0,-5-39 0,-6-9 0</inkml:trace>
  <inkml:trace contextRef="#ctx0" brushRef="#br0" timeOffset="424">353 298 7969,'0'-11'-79,"0"0"1,2 5-257,1 3 1,8 1-601,8 2 935,6 0 0,21 0 0,10 0 0,7 0 0,-1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6.1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320 88 7917,'5'-11'0,"-3"0"220,5 0 1,-3 3 930,3 1-739,-4 5-178,2-3 0,-6 10 0,-3 2 0,-2 8-66,-5 3 1,-2 3-94,-1 1 1,-3 1 86,-5 3 0,3-3-118,1 3 1,-1-2-19,-3 2 1,4-3-263,0 3 1,-1-3-472,-3-1 0,1-1 67,3-2 0,2-4-197,5-4 0,0-1 201,0-2 636,5-3 0,11-40 0,7-8 0</inkml:trace>
  <inkml:trace contextRef="#ctx0" brushRef="#br0" timeOffset="200">22 66 7917,'-6'-16'99,"-3"4"-1,6-3 1393,-1 7-296,4-1-679,0 7 1,0-1-171,0 6 1,5 5 103,2 6 0,4 0-288,4 4 1,2 2-113,5 6 0,5-2-232,3 6 1,6-1-575,5 4 0,5 0-236,2 0 1,1-1 991,-1-3 0,12 8 0,7-3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7.3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11 7917,'-6'-6'1494,"1"1"-1218,5 5 1,0 5-85,0 2 0,1 1 14,3 3 0,2-2-104,5 10 1,0-4-217,0 3 1,0 0-65,0 4 0,4 0-392,-1 0 1,1 1 94,-4-1 1,0-4-1029,0 0 1503,0-4 0,10-8 0,2-7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7.5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55 7917,'0'-11'238,"0"0"-83,-5 0 0,4 4 778,-3-1-192,3 6-503,1-3 0,4 10-16,-1 2 0,6 4-117,-2 4 0,4-2-159,4 6 1,-1-1-127,4 4 1,0 4-427,4 0 1,0-1 418,0-2 187,0-1 0,35 9 0,8 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7.7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44 7919,'-6'-6'0,"1"-7"210,5 2 1,1 2-140,3 5 1,7 3-284,7 1 0,3 0 183,1 0 0,1 1-14,3 3 43,2 2 0,44 10 0,11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7.9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11 7919,'-11'-6'1603,"0"1"-1391,5 5 1,2 6 142,8 5 0,2 2-123,5 5 1,1-1-15,3 1 1,3 3-243,8-2 1,-2 3-331,6 3 0,-5-5 45,5 2 0,-1-7-326,4-1 0,-3-3 420,-1-3 0,-4-3 17,0-5 1,-6 0 197,-5 0 0,-6-35 0,-3-7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8.1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33 7919,'-5'-6'0,"4"-4"207,-3 3 96,3 2 1,9 0-326,3 5 1,9 0-198,2 0 1,1 0-330,7 0 0,-2 1 548,1 3 0,23 2 0,0 5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8.3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0 8149,'11'0'347,"0"0"1,1 0-1158,3 0 810,2 0 0,34 0 0,8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8.8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45 144 7939,'0'-6'907,"-5"-2"-596,-2 4 1,0-3-180,0 3 161,5 0 0,-7 9 135,5 2 1,1 3-199,3 1 0,0 2-126,0 1 0,0 2-148,0 3 1,0 1-31,0-1 0,0 0-256,0 0 1,3-2 91,1-2 0,3-3-189,-3 2 0,1-2 2,-1-5 4,-3 3 139,4-9 0,-5 3 46,0-8 0,0-2-1,0-5 0,-1-2 41,-3-1 1,3 2 161,-3-3 1,2-1-5,-2 1 0,3-4 106,-3 0 0,3 0-65,1 0 1,0-2 85,0 3 0,0-3 109,0-1 1,1 1 260,3 3 0,-3-2-175,3 6 1,2-1 45,1 4 1,-1 5-175,2 2 1,-1 3 26,4 1 0,4 5-1,-1 2 0,2 8-55,-1 3 0,2 3-34,5 1 1,0 4-246,0 0 1,0 3-245,0-3 1,0-1-268,0-2 0,-1 2 167,-2 1 1,-5-5 495,-6-7 0,-8-11 0,-6-4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9.0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34 7939,'-4'-8'-15,"1"1"0,-1 3-111,4-3 1,1 4 83,3 0 0,6 1 191,4 2 1,7 0-353,1 0 0,1 4-307,7 0 1,-4 3 509,3-3 0,25 9 0,10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9.2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33 7939,'0'-11'0,"0"0"0,0 5 0,1 1 311,3 5 0,2 0 485,5 0 1,0 5-631,0 2 1,4 8 41,-1 3 1,5 2 11,-5-2 1,2 3-376,-1-2 0,-3 0-490,3 0 1,-3 0 506,-1-4 0,0 2 138,0-6 0,-14-7 0,-5-10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9.4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519 55 8362,'-6'-11'1493,"-3"1"-1160,1 3 0,-3 1 62,-4 2 0,-3 3 224,-8-3 1,-3 2-419,-8-2 1,-3 3-279,-8-3 1,3 3-437,-3 1 0,4 0-62,3 0 1,8 0-652,8 0 1,4 1 1225,6 3 0,20 7 0,13 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9.7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22 7939,'0'-7'1750,"0"0"-468,0 4-741,0-2 1,3 6-244,1 3 1,1 2-65,-1 5 0,-3 5-332,2 3 0,2 1-385,-1 2 1,3 1 305,-3-1 1,1 0-193,-1 0 0,-3-4-978,3 0 1,-2-4 24,2 1 1322,-3-3 0,4-31 0,-5-6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6:59.9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11 7939,'0'-6'1564,"0"1"1,1 6-1359,3 3 0,-3 6-28,3 5 1,1 4-111,-2 0 1,5 1-175,-5 2 1,2 2-176,-1 1 1,-3-1-407,3 1 0,-3-5-342,-1-2 0,0 0 411,0 0 0,0-2 618,0-5 0,-5-20 0,-1-4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0.2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46 7939,'0'-11'570,"0"0"46,0 0-307,0 5 0,5 2-161,2 8 0,3 2-18,1 5 1,0 4-40,0 0 0,5 5-137,2 3 1,0-5-38,0 4 1,-1-2-206,1 2 0,3 0-135,-2 0 0,-2-5 290,1-2 0,-3-7 226,3-1 1,-4-4-97,0 1 0,-1-8 134,-2-3 0,-4-3-66,0-1 0,-4-4 212,0 0 1,-1-4-80,-2 0 0,0-1 87,0-3 0,0 5-754,0 0 1,-5-1 249,-3-3 1,-1 4-1450,-2 0 1668,-5 4 0,-6 8 0,-7 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0.7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111 11 7967,'-11'-4'471,"0"1"-302,-5-1 0,4 4-105,-3 0 1,3 5 67,1 2 0,4 4-111,-1 4 1,6 1 67,-2 2 1,3 4-14,1 1 1,0-1-165,0 3 0,5-5-51,2-2 1,7 1-84,0 3 1,2-5 104,-1-2 1,-2-7-81,6-1 0,-4-4 71,3 1 1,-5-3-66,2-1 0,-3-1 134,-1-3 1,4-2 86,0-5 0,-2 3-16,-5 1 1,1 0 338,-1-4 246,1 0 0,3 1 251,-1 3-402,-5-3 1,3 8-244,-1-1 0,-2 2-272,1 1-261,1 0 0,3 3-1418,0 1 1746,0 5 0,24 21 0,7 12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1.5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44 7937,'1'-10'856,"3"3"1,-2 1-394,5 2 0,1 2-41,3-5 0,1 4-174,3-1 1,2 3-14,5 1 1,4 0-486,-1 0 1,1 0 71,-4 0 1,0 0-76,0 0 1,-1 0-702,-3 0-867,-2 5 1821,-5-4 0,-39 9 0,-10-4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1.7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55 8245,'5'-6'342,"1"0"-1,5 3 0,5 1-152,2-1 0,3-2-26,1 1 0,5 0-520,2 4 0,2 0 357,-2 0 0,37-9 0,5-4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2.0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243 45 7937,'-1'-11'400,"-2"0"1308,-1 0-1245,1 4 1,2 3-57,-3 4 0,3 1-97,-3 2 1,-1 8-50,1 8 1,-3 2-91,3 1 0,-4 3-142,0 1 0,-1 4-401,-2-5 0,0 5 306,0-5 0,0 5 185,0-4 1,-2-1-709,-1-3 1,1-1-843,-1-3 0,1 1 681,2-8 1,0 1-345,0-8 1094,5-1 0,-4-22 0,4-6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2.2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66 7945,'-1'-11'330,"-3"0"0,3 0 1404,-3 0-628,3 0-570,1 4 0,5 4-188,2 6 1,4 5-18,4 6 1,2 1-78,5 7 0,5 3-212,3 8 1,3 1-287,3 3 0,4-2-375,4 6 0,-1-6-867,-3 2 0,2 0 1486,-6-4 0,11-2 0,-2-9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2.6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143 22 7979,'-11'-7'130,"0"1"111,0 1 0,0 1 128,0 4 0,0 0-7,0 0 0,-4 1 49,0 3 1,4 2-252,4 5 0,3 2-101,-3 1 1,4 0-43,0 4 0,3 0-289,3 4 1,4-3-385,4-1 0,4 1 384,4 3 1,2-4-666,1 0 1,3-4 36,1 1 900,0-3 0,25-26 0,8-5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2.9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22 7979,'-4'-6'-33,"1"0"174,-4 2 0,3 3 154,-3-2 0,3 1 264,-3 2-380,-1 0 0,-1 2-69,1 1 0,0 5-47,4 6 1,0 0-243,4 4 0,0-3-171,0 3 0,0 1 140,0 3 1,2 0-97,1 0 1,3 0 148,5 0 0,4-5 49,0-2 0,3-4 58,-3-4 1,-1-2 130,-2-5 1,-1-1-16,0-3 0,-4-2 248,0-5 0,-4-1-211,0-3 0,-1-1-263,-2-2 1,-5-3-52,-3 2 1,-1 2 210,-2-1 0,-15-5 0,-4-6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3.30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33 6945,'0'-11'1704,"0"4"-1268,0 0 0,-5 4-253,-2 0 1,1 1 27,-2 2 1,1 2-47,-4 1 0,1 0-120,3 4 1,-3 0 69,3 4 1,2 4-253,1 0 0,3 1 129,1-2 1,0 0-143,0 4 1,1-3 10,3 3 1,2-4-103,5 0 0,1-1-70,3-2 0,-2-1 186,6-3 1,-5-2 90,5-5 0,-6-1 53,2-3 0,-4-2 192,-4-5 0,-2-4-345,-5 0 1,0-3-267,0 3 0,-5-3 152,-2 3 1,1-3 247,-2 3 0,-9-9 0,-6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3.7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44 7982,'-5'-11'0,"3"0"345,-1 0 686,2 5-470,1 1-117,0 5-256,0 5 1,0 1-48,0 5 1,3 2-87,1 1 0,0 0 113,-4 4 1,1 1-105,2 3 1,-1-4 3,1 0 0,3 1-283,2 3 0,-2-5 189,1-2 1,1-3-115,3-1 0,0 0-171,0 0 1,1-5-130,3-2 0,-2-3-192,6-1 0,-5-1 138,5-3 0,-5-1-639,5-2 1133,-6-3 0,18-16 0,-2-9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3.9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33 7982,'2'-9'1493,"1"1"-611,-2-1 169,9 7-772,-4-3 0,5 7-54,0 1 0,-1 3 82,-2 5 0,0 2 81,-4 1 0,3 0-427,-3 4 1,1 1-145,-2 3 1,-1-2-218,1-1 0,-1 0 2,-2-4 398,0 5 0,0-3 0,0 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4.1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21 7999,'0'-6'2265,"0"-3"-1809,0 7 1,0-1-176,0 6 0,4 3-181,-1 5 1,1 2-234,-4 1 1,0 0-70,0 4 0,0 1-200,0 3 0,0-4-350,0 0 0,0 0 212,0 0 0,0 2-332,0-6 0,0 1 872,0-4 0,5-10 0,1-2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08.0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33 187 6571,'-6'-6'-178,"1"1"312,5 5 0,-1-1 131,-3-2 14,3 1-4,-4-3 17,5 5 77,0 0-132,-5 0 22,4 0 14,-4 0 212,5 0 1,4 2-371,0 1 0,3 0-164,-3 4 1,3-3 14,-3 3-53,4 1 1,-3 3 41,2 0 0,2-4-199,-5 0 1,1-3 150,-2 3 1,-1-3-202,1 3 270,3-4 0,-4 3-8,1-2 1,0-3 94,0 2 0,-1 0-136,1 1 24,-2-3 25,4 4 1,-2-4-20,4 3 18,-4-3 1,3 4-33,-3-5 103,-1 5 0,7-4 0,-6 5 64,4-2-56,-4-3 1,5 5 345,-4-2-311,5-3 1,-7 4 20,5-5 0,-3 0 211,3 0-1,-4 0-185,7 0-47,-4 0 0,0-1-27,-2-3 0,-2 3 209,2-3-127,-3-2 1,4 3 140,-5-4-135,5 0 1,-4-4 64,3 0 1,-3 0 176,-1 0 1,0 0-30,0 0 0,0 0-85,0 0 1,0-4-800,0 0 0,-1 0-1026,-3 4-1289,3 0 2837,-4 0 0,24 25 0,6 5 0</inkml:trace>
  <inkml:trace contextRef="#ctx0" brushRef="#br0" timeOffset="559">540 154 7520,'0'-11'117,"-3"4"530,-1 0 0,-1 4-318,2 0 0,0-2-133,-4 1 1,3 0 24,-3 4 1,-1 0-43,-3 0 0,0 4-92,0 0 1,0 8 68,0-1 0,1 2-152,3-2 0,-2 4 31,6 0 1,-1 3-147,4-3 1,0 3 3,0-3 0,0 3-178,0-3 1,6 0 46,5-4 1,2 0-117,5 0 1,-3-1 37,3-3 1,0-1-27,4-2 1,0-3-30,1 3 0,-3-3 204,-1-1 0,0-4 140,-4 1 0,2-6 80,-6 2 0,3-3 356,-7-1 0,-1 3 247,1 1-54,-4 0 1,3-3-204,-2 3 1,-3 0 295,3 4 56,-3 2-685,-1-4 0,4 6-227,-1 3 0,5-2-297,-5 5 1,6 1-1445,-2 3 1902,3 0 0,25 19 0,7 6 0</inkml:trace>
  <inkml:trace contextRef="#ctx0" brushRef="#br0" timeOffset="990">1048 99 7988,'6'0'760,"-1"0"0,-1 0-352,4 0 1,-2 0-260,1 0 0,2 0-205,6 0 0,-2 0-154,5 0 0,0 2-440,0 1 1,2 0 167,-6 4 1,5-3 481,-5 3 0,-4 0 0,-5 4 0</inkml:trace>
  <inkml:trace contextRef="#ctx0" brushRef="#br0" timeOffset="1156">1059 199 10003,'11'0'116,"0"0"1,1 0-633,3 0 0,-2 3-786,5 1 1302,1 0 0,27 0 0,7 3 0</inkml:trace>
  <inkml:trace contextRef="#ctx0" brushRef="#br0" timeOffset="1651">1918 66 8062,'-1'-11'-32,"-1"0"1,-2 0 696,2 0 0,-4 4-157,-2-1 1,-3 6-137,-4-2 0,2 3-145,-5 1 1,-1 0 29,-3 0 0,0 6-119,0 5 0,1 1-144,3 7 0,-2 3 26,6 4 1,0 4-248,7 0 0,2-2-151,5 1 0,1-3 104,3 3 1,7-1-17,7 2 0,8-3 151,3-5 1,3-5-100,1-2 0,4-4 214,0-4 1,-1-2 211,-2-5 1,-6-6-24,-3-5 1,1-3 265,-4-8 1,-6 2-47,-9-10 0,-4 1-351,1-4 0,-8 0-382,-3 0 1,-4 1 141,-4 2 1,1 3-135,-4 5 1,3 3 339,-3 4 0,-10 10 0,-7 11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2:57:15.2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275 66 8259,'0'-6'669,"0"-3"1,0 6-206,0-4-262,0 4 0,-5-5-87,-2 4 1,-3 0 68,-1 4 0,-2 0-1,-1 0 1,-3 0-58,-5 0 1,0 5-227,-1 3 1,-2 6-71,-1 5 0,2 2-35,5 1 1,3 1-65,5 3 0,5 2 105,2 5 0,8-1-102,3-3 0,13 2 79,6-6 1,6 1-32,4-4 1,0-6-80,4-5 1,-3-1 127,3-6 1,-4-6 210,1-5 1,-4-4 77,-4-4 0,-7-5 386,-7-6 1,-4-5-220,-4 2 0,-3-2 17,-8 2 0,-7-3-224,-7 2 0,-3 0-231,-1 0 1,0 4 36,0 3 1,-4 6-486,0 3 599,1-4 0,3 16 0,0-2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3:43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364 55 7926,'0'-7'13,"0"0"1,-1-1 99,-3 2 0,3 0 43,-2 2 1,0 3-13,-1-3 1,3 2-73,-2-2 1,-4 3 5,0-3 0,-3 3-25,-1 1 0,-3 0-123,-1 0 1,-5 5 78,2 2 1,-2 0-11,2 0 1,-3-1-114,3 1 1,-3 3 17,-1-2 0,1 0-61,3 0 1,-2 1 87,5-1 0,1-2-83,3 1 87,0 0 0,4 1 0,4-1 1,2-3 23,1 3 0,2-3 3,5 3 1,2-3-26,9 3 0,1-4 2,3 0 0,3 2 8,1-1 0,4 3 43,-5-3 1,2 3-6,-1-3 0,-2 3 21,6-3 1,-6 5 6,2-2 1,-3-1-28,-1 1 0,-1 1 11,-2 3 0,-3-4 62,-5 0 0,-5 1-21,-3 3 1,-1 0 90,-2 0 0,-3-1-32,-4-3 0,-2 3 128,-9-3 0,2 2-101,-6-2 0,2 2 65,-5-6 1,-4 1-162,0-4 0,1 0-130,-2 0 0,2 0-9,-1 0 0,-3 0-191,3 0 0,5-1-823,2-3 1125,8-2 0,47-25 0,17-4 0</inkml:trace>
  <inkml:trace contextRef="#ctx0" brushRef="#br0" timeOffset="681">585 188 8136,'-1'-10'0,"-2"1"1313,-1 2-975,1 4-747,3-1 475,0 4 1,0 4-142,0 4 1,0 2-6,0 1 1,0 0-104,0 0 1,0 1 178,0 3 0,3-3-73,1 3-11,5-3 0,-4-1-485,2 0 160,3 0 278,-4 0 1,5-5-300,0-2 392,0-3 0,0-2 10,0-3 1,0-2-15,0-5 0,-4 0 140,1 0 1,-2 0-114,1 0 1,2 0 111,-6 0 1,2 0-40,-1 0 0,-3 0 122,3 0 0,-3 3 200,-1 1-255,5 5-251,-4-8 148,4 8 0,-6-2-93,-3 4 1,3 4 59,-3 4 1,3-2-50,1 1-6,0 1 1,1 3-109,3 0 1,-1-1-52,4-3 0,0 3-246,4-3 475,0-2 0,0 3 0,0-4 0,4 0 0,0-4 0,-1 0 0,-3 0 0,0-4 0,1 0 0,-1-4 0,0 1 0,-4-3 0,0-1 0,-3 0-16,3 0 1,-4 3 292,0 1 1,2 0 84,-1-4 1,0 3-103,-4 1 1,0 3 374,0-3-256,0 4-244,0-1 208,0 4-175,0 4 0,0-1-158,0 4 1,0 4-8,0 4 1,1 1-90,3-1 0,0 2 56,4 5 1,0 0-103,-4 0 1,5 4 40,-2-1 1,2 2-130,-2-1 1,1-3 97,-4 3 1,4-6-98,-5-2-63,1-5 135,1 3 0,-4-11-132,3-5 0,-4-1 2,-4-6 1,3-2-43,-3-6 0,-1 2 319,2-5 0,-6 4 0,-2-21 0,-6-1 0</inkml:trace>
  <inkml:trace contextRef="#ctx0" brushRef="#br0" timeOffset="917">960 188 7926,'-6'-11'-61,"1"0"67,5 0 0,0 3 242,0 1-159,0 0 0,1-3-5,3 2 0,2 3-2,5 5 0,1 0 45,3 0 0,-2 0-29,5 0 1,1 4-154,3 0 1,0 4 134,0 0 0,-1 2-174,-3 1 0,-2 0 35,-5 0 1,-4 3-95,1 1 0,-6 0-40,2-4 1,-9 0 9,-6 0 1,-1-1-51,-7-3 1,1 2 109,-4-6 0,0 2-77,0-1 0,1-3-35,3 3 235,2-3 0,19-21 0,5-4 0</inkml:trace>
  <inkml:trace contextRef="#ctx0" brushRef="#br0" timeOffset="1165">1224 177 9864,'0'11'469,"4"1"-364,0 3 0,4 2-184,0 5 0,-2 0 5,1 0 1,0 4-205,4-1 0,-3 1 47,-1-4 1,-4-1-195,0-3 0,2 2 155,-1-5 0,-1-4-529,-3-4-6,0-5 805,0 3 0,0-34 0,0-8 0</inkml:trace>
  <inkml:trace contextRef="#ctx0" brushRef="#br0" timeOffset="1425">1224 177 7907,'0'-7'-39,"0"-2"0,1 3 0,2-2 173,1 1 0,4 3 286,0-3 1,1 4-256,2 0 1,4 3-58,0 3 0,3 0-28,-3 4 0,4 1-16,0 3 1,-3 0-130,-2 0 0,1 3 97,-4 1 0,1 0-127,-8-4 1,0 0 17,-4 0 0,-1 0-175,-3 0 1,-4-1-9,-6-3 0,0 2-67,-4-6 1,0 5-130,-4-5 0,4 1-3,4-4 459,1 0 0,17-15 0,3-3 0</inkml:trace>
  <inkml:trace contextRef="#ctx0" brushRef="#br0" timeOffset="1742">1632 188 7865,'5'-11'-131,"-4"4"648,4-2-499,-5 7-1,0-2 0,0 5-6,0 2 1,-1 0 45,-3 4 0,-1 1-126,-2 3 1,-3 0 84,3 0 0,-2 0-4,2 0 0,-2 0-57,6 0 0,-1 0-140,4 0 1,0-4-18,0 1 165,0-1 1,1-1 218,3-2 0,2-3 23,5-1 1,0-1 60,0-3 0,-4-2-343,1-5 1,-5 0-283,5 0 1,-6 0 105,2 0 1,-3 3 252,-1 1 0,-5-10 0,-1-6 0</inkml:trace>
  <inkml:trace contextRef="#ctx0" brushRef="#br0" timeOffset="2160">1908 155 7907,'-8'-5'1042,"1"-3"-848,0 3 1,-4-3-33,0 4 1,3 1-134,1 3 0,3 0-38,-3 0 1,3 1-144,-3 2 1,4 0 71,0 4 0,2-3-150,1 3 0,0-3 113,0 3 0,0-3-360,0 3 273,0 1 1,1 3 45,2 0 1,0-4 189,4 0 1,-3-1-30,3 2 1,-3 2-44,3-3 1,1 2 46,3-2 0,-4 3 141,0-3 0,-4-1-67,0 2 0,2-1 129,-1 4 1,0-4-155,-4 1 0,0-5 86,0 5-410,-5-1 1,-1-1 106,-5-2 0,-2-2-450,-1 2 0,2-3 611,-3 3 0,-2-27 0,0-8 0</inkml:trace>
  <inkml:trace contextRef="#ctx0" brushRef="#br0" timeOffset="2584">2051 232 8413,'11'0'303,"0"0"1,-4-1-231,1-3 0,-1 3 113,4-3 0,-3 3-110,-1 1 1,-1-2 47,1-1 1,3 2-160,-2-3 1,-2 3-38,1 1 0,-3 0 72,3 0 0,-3 0 52,3 0 0,-5-2-23,2-1 0,-1 2 88,0-3-79,-1 3-23,2-4 0,-7 2 7,-1-4 0,-5 5 2,2-2 1,1 1 87,-1 0 1,-1 1-54,-3-1 0,0 2 3,0 1 0,0-4 31,0 0 1,0 1 13,0 3 0,0 0 18,0 0 1,1 1 2,3 2 1,-2 0-35,6 4 0,-5 1-8,5 3 1,-1 0 88,4 0 1,0 0-2,0 0 1,5 0 129,2 0 1,8 0-125,3 0 0,4 0 29,4 0 1,-1-5-139,4-2 1,-3 1-139,3-2 0,-4 0-12,0-7 1,1 2-264,-4-6 1,-2 5-386,-9-5 0,-5 5 727,-2-5 0,-33-9 0,-7-6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3:46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77 11 7815,'-7'-6'-224,"0"2"212,4 3 17,-2 1-12,5 5 0,0 1 2,0 5 1,0-3-67,0-1 1,5 0-117,2 4 0,0-3 94,0-1 1,-3-1-17,3 2 0,-3 0 100,3-4 0,-1 1-28,1-2 26,3-1-81,-4 2 5,5-4 112,0-4 0,-1-3 129,-2-4 1,-2 4 61,-3 0 200,-1-1-134,7-3-43,-7 0 0,3 4 37,-5 0-153,0 4 34,0-2-91,0 5 0,3 1-30,1 3 1,1 2 24,-2 5 0,0 0-11,4 0 0,-1 4-26,2 0 0,2 4-76,-3 0 0,-1 5-98,1 2 0,-4 3 44,1-3 1,-3 3-65,-1-3 0,0 4 113,0-5 1,-6 1 9,-5-4 0,-2-4 13,-5 1 0,3-6 44,-3 2 1,0-4 29,-5-4 1,5-2 163,0-5 0,-1 0 222,-3 0 1,5-1-106,2-3 1,3-3 113,1-8 0,1 3-254,3-3 1,2 2-182,5-2 0,0 3 85,0-3 1,5 3-233,2 1 1,8-2-154,3 1 1,4-1-502,4 6 0,4-3-937,6-1 1738,4 0 0,18 1 0,11-1 0,5-1 0,0 1 0</inkml:trace>
  <inkml:trace contextRef="#ctx0" brushRef="#br0" timeOffset="350">860 88 7895,'0'-11'143,"0"0"0,-1 4 267,-3 0 0,2 3-48,-6-3 1,5 4-154,-5 0 1,1 1-155,-4 2 1,-4 2 35,1 1 0,-5 0-160,4 4 0,-4 4 89,0 4 0,2 1-118,-1-2 1,4 0-46,0 4 1,2 1 72,1 3 0,4-4-36,4 0 1,1-3 24,2 3 0,3-3-52,4 3 0,2-4 40,9 1 0,4-3-130,4-1 0,1-4 24,-1 1 0,-2-6-193,6 2 0,-6-3-166,2-1 1,-2-1 557,2-3 0,-8 3 0,3-29 0,-10 0 0</inkml:trace>
  <inkml:trace contextRef="#ctx0" brushRef="#br0" timeOffset="576">606 210 7895,'-11'0'344,"2"-2"854,1-1-892,3 2-90,5-4 0,7 5 27,4 0 0,1 0-369,6 0 1,1 0-465,3 0 0,1 0 590,3 0 0,51-15 0,17-3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3:50.1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23 7760,'-1'-6'-745,"-2"2"945,1-2 1,-7 5 116,1-3-278,-2 3 0,-1 1 0,0 0 1,-3 0-10,-1 0 0,0 3-80,4 1 1,0 5 37,0-2 0,0-1-17,0 1 1,0-3-61,0 3 0,4 1 95,-1 3 1,6-4-145,-2 1 0,3-1 47,1 4 1,0-4-14,0 1 66,0-1 1,5 4 4,2 0 1,3-1-9,1-3 0,1 3 10,3-3 1,-3-1 4,3 2 0,-6-5 4,-2 5 1,0-5 96,4 5-129,0-1-6,0 4 114,-5 0 10,-1 0-10,-5 0 1,-1 0 146,-3 0 1,-2-5-129,-5-2 0,0 2 124,0 2 1,4-4-117,0 0 0,-1 1 9,-3-1 1,4 1-107,-1-2 0,5-1 4,-5 1 1,6 0-161,-2 0 147,3-1 1,2 4-28,3-3 0,0-1 12,7 1 0,-3 0-100,7 0 0,1-1-5,-1 1 1,-1 2 123,-3-1 1,0 3-8,0-3 1,0 1 25,0-2 0,-1 0 1,-2 4 1,0-3 23,-4 3 0,-1-3 12,-3 3 1,0-3 114,0 3 96,-4 1 1,-4 3 55,-6 0 1,1-4-73,-1 0 0,0 0-99,-1 0 0,3 3-65,-3-3 1,3 2 16,1-2 1,4 3-12,-1-3 1,5-1-196,-5 2 158,6-1 0,-2 3-157,8-3 1,2 2-71,5-6 1,1 5-185,3-5 0,1 1-169,2-4 0,3 0 97,-2 0 448,1 0 0,37-20 0,8-4 0</inkml:trace>
  <inkml:trace contextRef="#ctx0" brushRef="#br0" timeOffset="739">839 232 7676,'0'-11'-526,"0"4"599,0-1 18,0 6 1,-5-3 126,-2 5 0,-3 0-180,-1 0 0,0 0-81,0 0 0,-4 0 49,0 0 1,-4 4-108,0-1 0,2 6 77,-1-2 0,4 0-146,0 0 0,1-3 158,2 3 1,0-3-177,0 3-40,5 0 0,1 1 133,5-1 0,0-3-33,0 3 97,0-5 1,5 7 74,3-5 1,1 3-21,2-3 0,4 1-26,0-2 0,-1-1 6,-2 1 1,2 2-10,1-1 0,1 1 8,-1-2 0,-3-1 54,2 1 0,2 2 9,-1-1 0,0 3-6,-4-3 0,4 4 12,-1 0 0,1-2 0,-4 1 0,0 1 17,0 3-35,0 0 1,-4 2 18,1-2 1,-6 3 3,2-7 1,-8 2 11,-3-2 1,-4 1 79,-4-4 0,2 3-94,-6-3 1,1 0 24,-4-4 1,0 0-224,0 0 0,0 0-94,0 0 1,0 0-122,0 0 1,1-1 64,2-3 0,7 3 273,5-3 0,48-17 0,10-3 0</inkml:trace>
  <inkml:trace contextRef="#ctx0" brushRef="#br0" timeOffset="1098">1214 353 7335,'0'-11'-317,"0"4"640,0 0 1,-2 4 20,-1 0-93,2-4 86,-9 6-163,4-4 1,-5 5-16,0 0 0,0 0-13,0 0 1,-1 2-119,1 1 0,0 0 44,0 4 0,0 0-123,0 4 1,4-2 71,0 2 1,-1-2-168,-3 5 1,5-1 45,3-2 1,1 0-122,2 0 0,0 3-34,0 1 0,3 0-121,4-4 0,2-1-192,9-3 1,0 1 23,4-4 544,0 0 0,30-14 0,7-2 0</inkml:trace>
  <inkml:trace contextRef="#ctx0" brushRef="#br0" timeOffset="1544">1478 364 7940,'-7'-4'212,"1"-4"99,1-2 1,-2 3-219,3 0 1,-1 4 81,1 0 0,2 1-73,-6 2 0,1 0-31,-4 0 1,0 0-213,0 0 0,0 5 103,0 3 1,0-2-181,0 1 0,1 0-74,3 4 0,-3 4 88,3 0 1,2 0-15,1-4 1,3 0 129,1 0 1,0 0-36,0 0 0,0-4 4,0 0 1,5-3-2,2 3 1,3-4 74,1 1 0,0-3 25,0-1 0,0 0 55,0 0 0,0-4-30,0 0 0,0-4 11,0 0 0,0 2 32,0-1 0,-3 1 168,-1-1 0,-5-3-159,2 2 1,-2-1-31,2-2 0,-3 3 436,3 1 501,-3 0-665,-1-4 0,0 3-203,0 1 0,-1 4-252,-3 0 341,3 1-227,-4 2 0,5 2 54,0 1 1,0 3-26,0 6 0,1-1-96,3 0 1,-1 0-181,4 0 0,0 0-17,4 0 0,-3-2-214,-1-1 0,0 2-229,4-3 749,0-2 0,10-5 0,2-6 0</inkml:trace>
  <inkml:trace contextRef="#ctx0" brushRef="#br0" timeOffset="2264">1600 376 7940,'0'-7'43,"0"-2"279,0 1 45,0 3 268,0 0-353,0 5-194,4 0 0,1 5-33,3 3 1,-2-2-122,-3 1 0,2 1 96,3 3 0,-2 0-10,-2 0 1,-3 0-185,2 0 1,-1 0-3,-2 0 0,3-4-148,1 0 199,0 1-11,-4 3 118,0 0 3,0-5-128,0-1 26,0-5 95,0-5 0,0 2 0,0-4 0,0 0-53,0-4 242,0 0 1,0 0-10,0 0 1,1 0 12,3 0 0,-3 0-102,2 0 0,-1 3 126,-2 1-155,5 0-32,1-5-34,5 1 1,0 5-13,0 3-128,0 1 0,0 2 89,0 0 0,-4 4-63,1 0 0,-1 4 77,4 0 1,-4 5-11,1 2 1,-5 0 159,5-4 1,-5 0 102,5 0-5,-6 0 1,7 0-81,-6 0 0,1-4 96,-4 0-169,0-4 0,1 2 71,3-5-91,-3 0-265,4 0-316,-5 0 388,0-5 1,0 2 113,0-4 1,1 1 16,3-1 1,-3-3 28,3 2 1,-3 2 17,-1-1 14,5 0 0,-3-4 138,6 0 0,-5 3 91,5 1-148,-1 0 1,4-3-39,0 2 1,-3 2-10,-1 3 1,0 1-3,4-1 0,-3 1 25,-1 2 1,0 0 2,4 0 0,0 5 27,0 3 1,-3-2 112,-1 1 0,0 1 13,4 3 1,1 1-127,-1 2 1,-2-1-45,-1 1 1,1-1-165,-1-2 1,0-4-330,0 0 0,2 0 91,-3 0 0,-1 1-666,1-4 1004,-4 5 0,2-28 0,-5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3:54.7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122 23 7971,'6'0'1008,"-1"0"-245,-5 0-648,-5 0 1,3 0 177,-6 0-238,1 0 0,0 0-115,-1 0 1,5 0-405,-5 0 66,6 0 1,-4 0-179,2 0-127,3 0 390,-4-5 136,5 4 27,0-4 327,0 5-250,0-5 77,0 4 0,1-4 159,3 5-92,-3 0 0,5 0-12,-2 0 87,-3 0-76,4 0 0,-4 1 62,3 3 55,-3-3 1,4 5-39,-5-2 27,0-3-17,-5 9 0,3-9-108,-6 3 1,5 1-128,-5-2 78,6 1 0,-7-3-286,5 3 94,-4-3-199,7 4 136,-9-5 68,9 0 0,-5 0 22,2 0 119,3 0 0,-4-1 130,5-3-91,0 3 0,1-4 159,3 5 0,-3-1-65,3-3 297,2 3-307,0-4 1,5 5-12,0 0 0,-4 4 137,1-1 1,-5 6-141,5-2 0,-6 3-42,2 1 0,1 0 34,-2 0 0,1 0-21,-4 0 0,-1 0-166,-3 0 0,-2 0-256,-5 0 1,0 0 92,0 0 293,0 0 0,-15-5 0,-3-1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3:55.4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1 254 7888,'0'-11'95,"0"4"1,0-1 0,0 0 100,0-2-29,0 4 1,1 1 185,3 5 9,-3 0-164,4 0 1,-1 5-66,-1 2 1,2 4-12,-1 4 0,-3-2-116,3 6 1,-3-1 15,-1 4 1,0 0-77,0 0 0,0 0 67,0 0 1,-4 0-120,1 0 1,-2-1 89,1-2 0,3 0-80,-3-4 1,3 0 62,1-4 0,0 0 22,0 0 0,0-4-21,0 0-77,0-4 49,0 2 0,5-5-79,2 0 1,3 0-182,1 0 1,1 0-96,3 0 0,2-4-304,5 0 1,0-4 718,0 0 0,20-16 0,4-5 0</inkml:trace>
  <inkml:trace contextRef="#ctx0" brushRef="#br0" timeOffset="419">398 463 7888,'7'-6'130,"0"3"110,1-3 1,3 4 119,0-1 0,-4-2 27,1 1-208,-1 0 1,4 3 30,0-3-303,0 3 0,0-5-101,0 2 0,-4 3 14,1-2 1,-5 0-60,5-1 0,-6 2-3,2-5-191,2 4 165,-5-7 128,4 4 1,-6-1 22,-3 0 0,2 4-174,-6-1 1,0 3 128,-7 1 0,3 0 242,-3 0 1,-1 0 309,2 0 0,-1 4-136,4 0 0,0 4 61,0-1 1,0 3-134,0 1 0,1 0-28,3 0 0,0 4-19,4 0 0,2-1-15,-3-3 1,4 4-243,4 0 0,2 1-177,5-2 0,5-1-272,2 1 1,3-5 196,1-2 0,1-4-521,3 0 895,-3-1 0,43-32 0,5-6 0</inkml:trace>
  <inkml:trace contextRef="#ctx0" brushRef="#br0" timeOffset="920">927 364 7888,'-5'-6'0,"4"-4"474,-3 3 1,3 1-5,1-2 1,-4 5-136,1-5 0,-2 6-171,1-2 0,2-1 13,-6 2-134,1-1 1,-4 4-244,0 0 0,0 0 82,0 0 0,-4 4 103,0-1 0,1 6-176,3-2 0,0 4-27,0 4 1,0-3-79,-1 3 0,1-3 34,0-1 0,5 4-72,3 0 1,-2-1 118,1-3 0,0 0 21,4 0 1,5-3 94,3-1 0,1-4 2,2 0 1,2-1-37,1-2 1,-1-2 53,1-1 1,2 0 145,-1-4 1,0 1-22,-4-2 0,0 0 137,0 4 1,0-4-23,0 0 0,-4 2 349,1-1-193,-6-1 216,8-3-314,-9 0-51,4 5-198,-5-4 52,0 9 0,0-3-55,0 8 1,0-1 90,0 4 0,0-3-11,0 3 0,0 0-45,0 4 1,0 0-7,0 0 1,0 0-42,0 0 0,4 4 60,-1 0 1,2 0 0,-1-4 0,-3 3 68,3 1 0,-3 0 90,-1-4 0,-1 0-135,-3 0 1,-2-4 14,-5 0 0,-4-3-211,0 3 1,-3-4-274,3 1 1,-4-3-456,0-1 1,0 0 884,0 0 0,4-39 0,4-10 0</inkml:trace>
  <inkml:trace contextRef="#ctx0" brushRef="#br0" timeOffset="1127">1103 375 7967,'11'0'766,"-3"0"-474,-1 0 0,-1 1-197,1 3 1,2 2-153,-5 5 0,3 2 82,-3 1 1,1-1-97,-2 1 1,-1 2-541,1-1 0,-2 0 278,-1-4 1,4-4 332,0 0 0,-1 1 0</inkml:trace>
  <inkml:trace contextRef="#ctx0" brushRef="#br0" timeOffset="1276">1070 210 7888,'-5'-11'-89,"0"0"0,-3 1-855,1 3 214,4-3 730,-2 9 0,5-4 0,20 19 0,4 5 0</inkml:trace>
  <inkml:trace contextRef="#ctx0" brushRef="#br0" timeOffset="1619">1346 111 7916,'-6'-2'571,"2"-1"-643,3-5 241,1 4 1,0 0 310,0 8 1,0 3-204,0 8 1,3-2-67,1 5 1,5 2-250,-2 6 1,3-2-159,1 6 1,0-1-242,0 4 0,4-3 186,-1-1 0,1-1-66,-4 1 1,-1-3-539,-3-7-316,3 1 1171,-9-12 0,4-23 0,-5-16 0</inkml:trace>
  <inkml:trace contextRef="#ctx0" brushRef="#br0" timeOffset="1794">1313 298 8076,'-1'-10'0,"-2"2"1175,-1 0-634,1 6-323,8-8 1,2 9-321,8-3 1,2 3-507,5 1 1,1 0 607,3 0 0,22 2 0,10 1 0,8 0 0,0 0 0</inkml:trace>
  <inkml:trace contextRef="#ctx0" brushRef="#br0" timeOffset="2501">1787 56 7999,'-6'-11'43,"2"0"-57,3-1 0,1 5 154,0 0-5,0 4-77,5-2 1,1 5 5,5 0 0,0 0-1,0 0 0,-4 0 47,1 0 1,-1 2-16,4 1 1,0 0-134,0 4 1,-4-3 14,1 3 1,-2-3-115,1 3 1,2 1 5,-6 3-150,1 0 1,-4 0 167,0 0 0,0 0-240,0 0 328,-5 0 0,-1 0-5,-5 0 0,4-4 111,-1 0-96,1 1 1,0 2 78,-1-3-77,6 3-11,-3-4 1,5 1 49,0 1-20,0-6 1,5 7 27,2-6 1,3 1 96,1-4 0,0 1-106,0 3 1,0-3 12,0 3 1,0-3-38,0-1 0,0 0 30,0 0 1,0 0-144,0 0 39,0 5-32,-5-4 157,4 9 0,-10-9-7,0 3 1,-5 1 126,-6-2 1,0 2-100,0-1 1,0-3 107,0 3-75,0 2 0,0-1-8,0 2-84,5 3 1,-3-4-75,6 5 0,-1-3 38,4-1 0,0 0-27,0 4 1,5 0 40,2 0 0,3-1-95,1-3 1,0 3 19,0-2 1,0 1 77,0 2 0,0 0 5,0 0 1,-3-1-13,-1-2 1,-3 1-9,3-1 121,-5 2 101,3 1 1,-10 0 115,-2 0 1,-4-5-118,-4-3 0,-1 0-161,-2 1 1,-6-3-200,2 2 1,-3-1-385,3-2 1,0 0 542,0 0 0,0-15 0,0-3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16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706 166 7878,'0'6'913,"0"-1"-482,0 0-126,0-4 0,1 4-122,3-5 1,2 0-143,5 0 1,-3 0 39,3 0 0,-2-1-194,6-3 0,1 3 100,-2-3 0,5-1-151,-5 2 1,5-1-203,-5 4 1,2-1-402,-1-3 0,-3 3-342,3-3 1109,-8 3 0,-2-4 0,-5-1 0</inkml:trace>
  <inkml:trace contextRef="#ctx0" brushRef="#br0" timeOffset="242">673 309 8975,'11'-5'625,"-3"4"-270,3-3 0,-1 3-312,8 1 0,-3 0-254,4 0 0,-1-3-367,4-1 1,-1 0 406,-3 4 171,3 0 0,1 0 0,6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24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452 11 7392,'-4'-6'740,"2"1"1,-8 5-375,3 0 0,0 0 23,-4 0 1,2 0-172,-6 0 1,2 0 24,-2 0 1,-1 0-204,-2 0 0,1 0-39,2 0 1,3 0-46,-3 0 0,-1 0-369,2 0-856,-1 0 102,4 0-652,0 0 1819,5 0 0,16 0 0,8 0 0</inkml:trace>
  <inkml:trace contextRef="#ctx0" brushRef="#br0" timeOffset="1233">188 55 6886,'-5'-6'-72,"4"1"578,-4 5 75,5 0-461,0 5 1,0-2-20,0 4 0,0 0-21,0 5 0,-1-1-17,-3 0 1,3 3-80,-3 1 0,3 5 77,1-2 0,0-1-118,0 1 0,0 2 81,0 6 1,0-3-22,0 3 0,0-2-31,0 2 1,0-3-31,0 3 0,0 1 40,0-1 0,-4-1-21,0-3 1,1-1-6,3-2 1,0 4 25,0-5 0,0 4-8,0-7 1,0 5 14,0-2 1,0-1 1,0 2 1,0-6-21,0 2 0,0 1 27,0-2 0,0 5 4,0-5 1,0 2-11,0-1 0,0-2 2,0 6 1,0-4-38,0 3 0,0-3-6,0 3 0,0-3 8,0 3 1,0-4-4,0 0 0,-4 2 43,0-1 1,1 0-17,3-4 0,0 3 0,0 1 1,0 0 11,0-4 0,0 1 4,0 3 0,-1-3 6,-3 3 1,3-2 6,-3 2 0,3-3-8,1 3 0,0 1 5,0-2 1,-4 2 3,0-1 1,1-2 5,3 6 1,-2-4 1,-1 3 1,2-3-19,-3 3 0,3-3 3,1 3 1,-4-3-6,0 3 1,1-4-1,3 0 1,0 0-2,0 0 0,0 0-2,0 4 0,-4-4 85,0 1 0,1 0-17,3 0 1,0 3 6,0-3 0,-2 1-30,-1-1 1,1-2 9,-1 6 1,0-5-18,0 5 1,1-5 8,-1 5 1,0-4 8,0 3 1,1-3-37,-1 3 1,2-1-89,1 1 1,-4 3 80,0-2 1,1-2-11,3 1 0,0-3 35,0 3 0,0 1-5,0 3 0,-2-4-19,-1 0 0,1 0 1,-1 0 1,1 3 28,2-3 0,0-1 2,0 2 0,-1-2-189,-2 1 1,1 2 136,-1-5 0,1 3 117,2-3 0,0-1-82,0-3 1,0 2 3,0 1 0,0-1-8,0 1 1,0-5 1,0-2 1,0 0-20,0 5 4,0-1 1,-3 0-28,-1 0 1,0-4 74,4 0-60,0 1 0,0 3-41,0 0 1,0-4-1,0 0 1,0-3 28,0 3 0,0-3-3,0 3 1,0-3-48,0 3 28,0-4 0,0 3-169,0-2 22,0-3-217,0 4 25,0-5-239,0 5 110,0-4-100,0 4 604,0-5 0,5-10 0,1-2 0</inkml:trace>
  <inkml:trace contextRef="#ctx0" brushRef="#br0" timeOffset="1466">0 2470 7785,'0'6'999,"2"-1"-792,1-5 1,0 0 11,4 0 1,0 0-60,4 0 1,2 0-116,1 0 0,0 0 18,4 0 0,-3 0-196,3 0 1,-3-1-64,3-3 0,-4 3-246,1-3 0,-3 3-80,-1 1 1,-4-4 58,1 0 463,-1 1 0,-11-2 0,-3-1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29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66 7726,'0'-11'45,"0"0"1,0 0 424,0 0-458,0 5 1,0 0 347,0 2-64,0 3-148,0-4 0,4 6 76,0 3 0,-1-2 106,-3 6 0,0-1-166,0 4 0,0 4 28,0 0 0,0 4-122,0 0 0,0 1-172,0 2 0,0 0-42,0 1 1,0-1-59,0 0 0,2-2-107,1-1 1,-2 0 91,3-4 0,-3 4-80,-1-5 0,0 1-183,0-4 1,0-4-921,0 1 1400,0-6 0,-9-7 0,-4-7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30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22 7708,'-6'-7'508,"3"0"-169,-4 4-197,1-2 1,-1 5-25,0 0 1,3 1 14,-3 3 1,0 2-12,0 5 0,-3 0-90,3 0 0,-2 2 27,2 1 0,-3 3 22,3 5 0,-2 0-46,2 1 0,-2-1-137,6 0 1,-1 1 12,4 3 1,0-7-152,0 3 1,0-3 67,0-1 1,5-2-70,2-5 1,4-5 63,4-2 1,-3-3 88,3-1 1,-2-1-17,2-3 0,-3-3 46,3-8 1,-3 2 88,-1-6 0,-3 1-52,-1-4 1,-3 0 27,3 0 0,-4 0-105,0 0 0,-2 0-100,-1-1 1,0 5-205,0 0 1,-3 4 401,-1 0 0,-29 1 0,-4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32.6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12 7719,'-6'0'-256,"1"0"903,5 0-482,5 0-109,-4 0 107,4 0-126,0 0-4,1 0 0,2 0 41,-1 0-21,0 0-36,4 0 1,0 0 6,0 0 0,-3 0-13,-1 0 0,-1-2 8,1-1 5,3 1-38,-4-2 128,5 4 6,0 0-8,-4 0 12,2 0-23,-7 0 2,3 0 143,-5 0-124,0 4-27,0-2-44,0 7 0,0-6-17,0 4 0,0-3 4,0 3 0,0-3 4,0 3 0,0-3-7,0 3 1,0-3 15,0 3 0,0-3 0,0 3 1,0 1-85,0 3 1,0 0 71,0 0 1,0 0-49,0 0 0,0-3-17,0 3 1,0-2-9,0 6 1,0-2-11,0 2 0,0-3-15,0 3 0,0 1 10,0-2 1,0 5-17,0-4 1,0 4 24,0-1 0,1 0 1,2 0 1,-1-3 13,1 3 0,-1-1-3,-2 2 0,0-2 1,0-3 0,0 0-8,0 4 0,0-4 0,0 0 1,0 2 27,0-1 1,0 0 2,0-4 0,0 0-13,0 0 0,0 4-6,0-1 0,0 1-49,0-4 1,0 1 38,0 3 0,0-3-24,0 3 44,0-3 1,0 3-1,0 0-2,0-2 1,0-1 0,0-1 0,-4 4 6,0 0 0,1 1 30,3-2 1,0-1-18,0 1 1,0 0 2,0 0 1,-4 0-4,0 4 0,0-4-1,4 0 1,0 2-6,0-1 1,0 1 1,0-1 1,-3-3 4,-1 3 1,0 1-6,4-2 0,0 2 41,0-1 1,-1-3-40,-2 3 0,1-2 0,-1 2 0,1-3 6,2 3 0,0-3 0,0-1 1,0 4-10,0 0 1,0-1-2,0-3 1,0 2 23,0 1 0,-3-1-18,-1 1 1,0-1 26,4-2 1,0 0-24,0 0 1,0 3 1,0 1 0,0 0-22,0-4 1,-3 0-2,-1 0 0,0 3 0,4 1 0,0 0-5,0-4 0,0 0 15,0 0 0,0 0-6,0 0 0,0 0 3,0 0 1,0 0 3,0 0 1,0 0 11,0 0 13,0 5 1,0 0 6,0 2 0,-3-2-51,-1-5 1,0 0 0,4 0 0,0 0 9,0 0 0,0 0-5,0 0 0,0 4 12,0 0 1,-1 0-5,-3-4 1,3 0 7,-2 0 0,1 0-30,2 0 0,0 0-3,0 0 0,0 0 80,0 0 1,0 0 9,0 0 0,0-3 42,0 3-44,0-2 0,0 7-44,0-5 0,0 0 8,0 0 1,0-4-3,0 1-16,0-1 1,-1 4-4,-3 0 1,3-4-11,-2 1-5,1-1 0,2 4 9,0 0 1,0-3-3,0-1 1,0-3 67,0 3-52,0 0-6,0 4 7,0 0 6,0 0-18,0 0 1,0-3-3,0-1 1,0-3-3,0 3 1,0-3 3,0 3 1,0-3-3,0 3 1,0-3 4,0 3 1,0-3-2,0 3 1,0-3 63,0 3 0,0-3 75,0 3-93,0-4 16,0 6-12,0-2 5,0 4-96,0-5-13,0 4-14,0-9 5,0 4-19,0 0-50,0-4-237,0 4-2829,0-5 3200,0-5 0,0 4 0,0-14 0,0 3 0</inkml:trace>
  <inkml:trace contextRef="#ctx0" brushRef="#br0" timeOffset="215">128 2349 7719,'-7'0'983,"0"0"-510,-1 0-160,-3 0 0,0 0-131,0 0 0,4 0-34,-1 0-38,1 0 0,-4 0-110,0 0 1,4 0-937,-1 0 1,5-2-358,-5-1 1293,6 2 0,12-29 0,8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35.4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166 0 7886,'-5'8'66,"-3"-2"0,-1 0 0,-2-1 95,0 0 0,-1 2-102,1-3 0,0 3-17,0-3 0,0 3-3,0-3 0,4 3-18,0-3-14,-1 5 1,-1-7-18,1 5 1,2-4 45,2 0 1,3 0-149,-3 1 163,3-3-33,1 4 1,0-4 9,0 3 1,5-3 1,2 3 1,0 0-54,0 0 0,2 1-69,5-1 1,-2-2-275,3 5 1,1-3 151,-1 4 1,3-5-174,-3 5 0,1-6-109,-1 2 496,-3 2 0,9-10 0,-4 3 0</inkml:trace>
  <inkml:trace contextRef="#ctx0" brushRef="#br0" timeOffset="757">44 111 7898,'-7'0'-1027,"0"0"1270,4 0-87,-2 0 0,4 0 372,-3 0-345,3 0-19,-4 0 262,5 0-337,5 0 0,3 0-139,6 0 1,0 0-4,4 0 1,0 0 50,4 0 1,5 0 78,3 0 1,8 0 99,6 0 0,6 0-78,9 0 0,2 0 4,5 0 1,-1 0-149,-2 0 0,2 0 46,-3 0 1,1 0-71,-5 0 1,-5 0 56,-13 0 1,-2 3-145,-4 1 0,-4 0 118,-4-4 1,-5 0-144,-10 0 0,0 0 50,0 0 8,-5 0-91,-1 0-927,-5 0 882,-5 0 259,-1 0 0,-5-10 0,0-2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37.9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287 34 7940,'6'-7'1261,"-1"-2"-842,-5 7-116,0-3-230,0 1 38,0 2 1,-5-3-208,-2 5 1,-3 0 171,-1 0 1,-1 2-89,-3 1 0,2 0-284,-6 4 1,5-3 88,-5 3 1,1-3-73,-4 3 1,1-3 97,3 3 0,-2-1 66,5 2 1,1 0 22,3-4 0,1 1-18,2-1 1,0-2 131,4 5-65,1-4 0,4 5 11,2-4 1,4 1-9,4-1 1,1-3 16,3 2 0,-2 2-13,5-1 1,1 0-8,3-4 1,0 3 49,0 1 1,0 0 6,0-4 0,0 3 26,0 1 0,0 1-63,0-1 1,-1-2 111,-3 5 1,-2-4-72,-5 1 28,0 2 96,-4 0-59,-3 5 0,-4 0-2,0 0 1,-4-4 126,-4 1 1,-3-5-43,-4 5 1,2-5-165,-5 5 0,3-5 2,-3 5 0,-1-6 38,-3 2 1,-4-3-88,1-1 0,-1 0-57,4 0 0,0 0-236,0 0 1,1 0 171,3 0 1,2-1 165,5-3 0,49-12 0,12-7 0</inkml:trace>
  <inkml:trace contextRef="#ctx0" brushRef="#br0" timeOffset="318">629 144 7898,'0'-11'648,"0"0"-177,0 5-236,-5-4 1,-1 9-53,-5-3 1,0 3 13,0 1 1,-1 0-104,-3 0 1,3 3-42,-3 1 0,1 5-134,0-2 1,2 3 70,-3 1 1,6 0-212,2 0 1,4 4 13,0-1 0,2 1-120,1-4 0,2 4 50,5-1 1,2 1-89,9-4 0,2-4-295,6 1 1,2-5 659,5 5 0,49-25 0,12-3 0</inkml:trace>
  <inkml:trace contextRef="#ctx0" brushRef="#br0" timeOffset="719">905 177 7898,'-2'-8'790,"-1"1"-253,1 0 265,-7 1-577,3-4 1,-6 9-72,1-3 1,4 3-98,0 1 0,-1 1 159,-3 3 1,0-2-1,0 5 1,0 1-309,0 3 1,1-4-511,3 1 1,-1-1 300,4 4 1,-3 0-139,3 0 1,0 0 38,4 0 0,0-4 64,0 1 1,5-2 113,2 1 0,3-2 35,1-5 0,0 0-29,0 0 0,0 0 80,0 0 1,0-1 167,0-3 1,0 2-80,0-6 209,0 1 140,1-4 0,-3 0-140,-1 0 1,0 4 29,-4-1 0,0 5 168,-4-5-35,0 6 0,1-7 157,2 6 47,-1-1-278,3-1-201,-5 4 1,0-3-18,0 8 0,1-2-399,3 6 0,-2-5-147,5 5 0,-3-1 194,3 4 0,-3-1-44,3-3 1,-1 3 362,2-3 0,16 3 0,1 1 0</inkml:trace>
  <inkml:trace contextRef="#ctx0" brushRef="#br0" timeOffset="1392">1092 166 7552,'0'-11'1346,"0"5"-614,0 1-252,0 5-225,5 0 1,-3 3-269,6 1 1,-6 5-21,2-2 1,1 3-91,-2 1 0,2 0 102,-1 0 1,-3 0-281,3 0 223,-3 0 1,-1 0 11,0 0 1,0-4-25,0 1 1,0-5-233,0 5 93,0-6 12,0 3-186,0-5 347,5 0 1,-4-1-84,3-3 134,-3-2 1,3-5 136,-1 0 0,1 0-110,-4 0 1,4 0 89,-1 0 1,2 4 58,-1-1 0,-2 1-58,6-4 0,-4 1-51,3 3 0,-3-2-34,3 5 1,-3-3-10,3 3 1,-3 1 26,3 3 0,-3-4-12,3 0 0,-3 1 4,3 3 0,-3 5-5,3 2 0,-5-1-24,2 1 0,1 1 40,-1 3 0,3 0 1,-3 0 1,3 0-30,-3 0 1,1 0 3,-2 0 0,-1-4-6,1 1-13,-2-1 1,1 0 13,1 1-13,-1-6-230,2 3 73,-4-5-203,0 0 0,2-4-91,1 1 426,-1-6 0,4 3-22,-3-5 0,-1 4 49,1-1 0,2 1 171,-1-4 1,1 4 2,-2-1 1,-1 1 36,1-4 0,2 4 88,-1-1 0,3 4-57,-3-3 0,5 3 57,-2-3 1,-1 5-129,1-2 0,-3 3 20,3 1 1,1 0 27,3 0 1,-4 5-11,0 2 0,1 2-171,3-2 1,-4 3-44,1-3 1,-1 3-332,4 1-24,0 0 1,0 0-533,0 0 1,-4-4 419,1 1 463,-6-6 0,3-2 0,-5-6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43.7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265 276 7827,'-6'0'-125,"-4"0"-176,3 0 234,-3 0 0,-1 0 81,0 0 1,3 0 652,1 0 58,5 0 19,-8 0-350,4 0 51,-1 0-133,3 0-204,4 0 72,4 0 0,7 0-156,8 0 0,4 0-16,7 0 0,1-4 180,13 0 0,8 1 201,10 3 1,14 0-200,9 0 1,13 0-276,-44 0 1,2 0 0,0 1-1,1 1 150,0 0 0,0 0 0,-3 2 0,-2-1-50,40 1 0,-6 0-37,-13-4 0,-10 4-706,-15-1 0,-8 1-83,-18-4 0,-2-1 174,-9-3 1,-1 2-387,-3-6 0,-2 4 332,-5-3 868,0 0 0,-59-19 0,-15-3 1</inkml:trace>
  <inkml:trace contextRef="#ctx0" brushRef="#br0" timeOffset="545">188 199 7831,'6'-6'0,"0"1"714,-2 5-166,-3 0-81,4 0-84,-5 0-218,-5 5 1,-1-3-50,-5 5 0,0-3-117,0 3 0,0 1-180,0 3 1,-1-4-147,1 0 0,2-3-241,1 3 0,-1 0 220,1 0 1,0 3-466,0-3 124,-2-2 689,4 5 0,5-9 0,2 4 0</inkml:trace>
  <inkml:trace contextRef="#ctx0" brushRef="#br0" timeOffset="700">11 320 9040,'-6'0'1927,"1"0"-1840,5 0 0,5 0 69,2 0 1,1 4-114,3-1 1,-3 5-211,7-5 0,-1 5-521,0-5 0,-1 6 688,1-2 0,28 8 0,6 2 0</inkml:trace>
  <inkml:trace contextRef="#ctx0" brushRef="#br0" timeOffset="1417">1808 177 7969,'0'-11'1198,"0"4"-1031,0 3 386,0 4-165,5 0 0,-4 4-63,3 4 1,1 2-106,-1 1 0,3 5-13,-3 2 0,-1 3-129,-3 1 0,0 0-185,0 0 0,0 4 28,0-1 0,0 0-100,0-7 1,0 3 76,0-3 1,0-2-189,0-1 1,0-3 0,5-2-129,2-3 0,5-2-138,2-5 1,0 0 16,4 0 0,-3-3-112,3-1 0,-1-5 651,2 2 0,1-3 0,12-20 0,9-6 0</inkml:trace>
  <inkml:trace contextRef="#ctx0" brushRef="#br0" timeOffset="1753">2084 375 7636,'-11'0'307,"5"0"364,1 0-194,5 0-273,5 0 0,1 0-95,5 0 0,0 1-157,0 3 0,4-3 72,-1 3 1,1-3-171,-4-1 0,0 0 111,0 0 0,0 0-85,0 0 1,0-1-281,0-3 1,0 2-247,0-6 251,0 1 1,-1-4 213,-3 0 0,-1 4-6,-2-1 131,-3 1 1,3-3 190,-8 3 0,2-2-136,-5 6 1,-1-1 75,-3 4 0,0 0 183,0 0 0,-4 0 155,1 0-199,-1 5 0,4 1-111,0 5 1,5 0-61,2 0 0,3 1-69,1 3 0,0-3-174,0 3 1,1 1 91,3-2 1,2 2-117,5-1 1,5-3-257,2 3 1,3-4 479,1-4 0,25-11 0,5-9 0</inkml:trace>
  <inkml:trace contextRef="#ctx0" brushRef="#br0" timeOffset="2179">2569 353 7804,'6'-5'0,"0"-1"192,-2-5 1,-2 0 331,6 0 0,-6 4 330,2-1-380,-3 1 0,-2-3-183,-3 3 1,2-2-39,-6 5 0,1 1-274,-4 3 0,-4 0 13,0 0 0,0 1 53,0 3 0,3-2-61,-3 5 0,0 1-284,4 3 0,-5-4 78,9 1 0,-5-1-61,4 4 1,0 0-12,0 0 1,3 0-82,5 0 1,0 0-98,0 0 0,0-4-283,0 1 519,0-1 1,5 0 59,3 1 1,3-6 74,3 2 0,-1-3-130,1-1 1,0 0 230,1 0 0,-3-4 230,3 1 1,-3-2 176,-1 1 0,0 2 51,0-6 0,-4 6-179,1-2 0,-5 2 287,5-2-308,-1 3-36,4-4-124,0 5 1,0 1-34,0 3 1,-5-2 28,-2 6 0,-2-1-5,2 4 0,-3 4 28,3 0 1,-4-1-72,-4-3 1,-2 4-76,-5 0 1,-4-1 17,1-3 0,-6 0-147,2 0 0,0-1-165,0-2 0,0 0-448,-4-4 0,5 0 771,2-4 0,-7-25 0,-1-6 0</inkml:trace>
  <inkml:trace contextRef="#ctx0" brushRef="#br0" timeOffset="2385">2745 331 7984,'10'1'699,"-3"3"0,2-2-244,-5 6 0,1-5-439,-2 5 1,-2-1 58,3 4 1,-1 0 192,0 0-1067,-2 0-1500,4 0 2299,-5 0 0,0 0 0</inkml:trace>
  <inkml:trace contextRef="#ctx0" brushRef="#br0" timeOffset="2526">2690 166 7804,'-6'-11'591,"-4"0"-145,3 0-1488,2 4 1042,0 2 0,25 15 0,4 3 0</inkml:trace>
  <inkml:trace contextRef="#ctx0" brushRef="#br0" timeOffset="2811">2911 110 8528,'-7'-7'2152,"4"0"-1758,2 4 1,1 0-88,0 6 0,1 5-139,2 6 0,4 4-54,4 4 1,0 1-91,0 3 1,1-2-249,3 5 1,-3-4-842,3 1 0,-3 1 597,-1-2 1,-1 1-609,-3-4 0,2-5 79,-6-2 997,1-8 0,-9-21 0,-1-11 0</inkml:trace>
  <inkml:trace contextRef="#ctx0" brushRef="#br0" timeOffset="2977">2867 254 7819,'-8'-10'896,"2"1"-24,1 2-1008,1 5 1,9-3-94,3 5 1,5 0-214,2 0 0,6 0 50,1 0 0,5 0 392,6 0 0,54 9 0,-37-2 0,0-1 0</inkml:trace>
  <inkml:trace contextRef="#ctx0" brushRef="#br0" timeOffset="3395">3837 287 7572,'0'-8'-1144,"0"1"1732,0 5 0,-2-7-142,-1 5 1,0 1-252,-4 3 1,-2 0-43,-5 0 1,0 0-12,-4 0 1,3 5-173,-3 2 0,3 3 11,-3 1 0,4 0-169,0 0 1,2 4 57,5-1 0,-1 5-98,4-5 1,0 1-148,4-4 1,5 3 120,2-3 1,4 1 94,4-8 1,2-1 117,5-3 1,0 0 207,0 0 0,-4-5-140,-4-2 1,-1-3-20,-2-1 0,-2-4-102,-1 1 1,0-5-142,-4 5 1,0-2 234,-4 1 0,-25-7 0,-5-6 0</inkml:trace>
  <inkml:trace contextRef="#ctx0" brushRef="#br0" timeOffset="4052">3980 276 7838,'7'0'-92,"1"0"0,-5 0 252,5 0 1,-5 0 71,5 0 1,-6 1 12,2 3 0,1-2-126,-2 6 1,1-1-180,-4 4 0,4 0-7,-1 0 1,1 0-249,-4 0 0,1 1-104,3 3 0,-3-3 184,3 3 1,-2-3-25,2-1 1,-2-3-44,6-1 148,-6-5 1,8 3 153,-3-5 0,0 0 0,0 0 0,-3-1 0,3-3 0,-1-2 0,1-5 0,2 0 33,-5 0 1,3-1-47,-3-3 0,3 3 221,-3-3 1,-1 3-19,-3 1 1,4 0 180,0 0-260,-1 0 1,-1 1 182,1 3-139,-1 2-206,2 5 0,-2 0 86,1 0 1,-1 1-26,1 3 0,-2 2-123,-1 5 0,4 0-25,0 0 1,1 0-41,-2 0 1,0 0 88,4 0 1,-3 0-60,3 0 20,1 0 1,3-1-6,0-3 0,-2-1 83,-1-2 1,2-3-16,-3 3 1,3-4 64,1-4 0,0 2 0,0-6 0,-4 1 0,0-4 0,0-4 0,0 1 0,2-2 0,-6 1 0,1 2 0,-4-6 0,4 2 0,-1-1 0,1-3 88,-4 2 1,0 0 182,0 1 0,0-3 255,0 2 0,-1 3-140,-3 2 0,3 1 496,-3 2-438,3 5-317,1 1 156,0 5 1,0 5-45,0 3 1,0 5-220,0 2 1,0 4 119,0 0 1,1 2-455,3 1 1,-2 3-30,6 1 0,-5-1-178,5-7 1,-5 5 110,5-4 1,-2 3-264,1-8 1,2 5 102,-6-5 570,6 1 0,-7-9 0,6-2 0,-1-22 0,4-7 0</inkml:trace>
  <inkml:trace contextRef="#ctx0" brushRef="#br0" timeOffset="4360">4366 265 7553,'0'-8'-714,"0"1"953,0 5 0,5-7-104,2 5 0,3 1 109,1 3 1,1 0-103,3 0 1,2 0-21,5 0 0,-4 0-9,1 0 0,-2 1-21,1 3 1,2-2-79,-5 5 1,3-3 43,-3 3 0,-4-3-122,-4 3 1,-1 1 112,2 3 0,0 4-93,-4-1 1,-1 5-124,-3-5 1,0 6 6,0-2 1,0 3 94,0 1 0,0 0-11,0 0 1,0-3-127,0-1 0,0-5-17,0 2 0,2-3-248,1-1 1,-1-3 10,1-1 456,-2-4 0,-1 2 0,-4-35 0,-3-7 0</inkml:trace>
  <inkml:trace contextRef="#ctx0" brushRef="#br0" timeOffset="4594">4542 276 7838,'-5'-11'0,"4"0"27,-3 0 1,3 0 183,1 0 1,1 3 47,3 1 0,2 3 97,5-3 1,5 5-77,3-2 1,1 3-125,2 1 1,0 1-107,0 3 0,1 2 129,-1 5 1,0 1-28,0 3 1,-4-3-39,0 3 1,-8 0-158,1 0 0,-7 0-153,0-4-132,-3 5 1,-10-4-484,-2 3 1,-7-4 160,-1-4 0,-1 2-671,-2-6 1321,0 1 0,-15-14 0,-4-2 0</inkml:trace>
  <inkml:trace contextRef="#ctx0" brushRef="#br0" timeOffset="5411">4895 265 7909,'6'-5'833,"4"4"1,-8-4-537,6 5 0,-6 1 127,2 3-199,-3 2 1,0 6-349,3 3 0,-3-3-494,3 3 0,-3-3 353,-1-1 0,0 4-602,0-1 622,0 1 1,0-4-471,0 0 419,0 0 0,1-1 39,3-3 0,-2-2 256,6-5 0,-1 0 0,4 0 0,-3-1 0,-1-3 0,0-1 21,4-2 1,0-3-73,0 3 0,0-3 227,0-1 1,-3-4 253,-1 1 0,-3-1-35,3 4 1,-5 0-91,2 0 1,-3 4 402,-1-1-341,5 1-439,-3-4 207,2 5-243,-4 1 0,-3 10 78,-1 2 0,0 3-130,4 1 0,0 0-52,0 0 0,0 1 62,0 3 1,0-3 6,0 3 0,2-3-56,1-1-33,3 0 1,5-1 123,0-3 0,-3 2-14,-1-5 1,1-1 70,3-3 1,-4 0 97,0 0 1,1-1 44,3-3 1,0-2-10,0-5 1,0 0 2,0 0 0,0-4-35,0 1 1,-4-2 146,0 1 1,-3 2-81,3-6 1,-3 2 141,4-1 1,-6-4 285,2 0 1,-3 0-201,-1-4 0,0-1 258,0 1 0,0 0-164,0 4 1,0 2-20,0 1 1,-4 3-255,1 5 0,-2 5 11,1 2 8,3 3 1,-8 7-92,5 5 1,1 5 61,3 6 1,0 2-123,0 1 0,0 4-409,0 4 1,1-2 46,3-1 0,-2 2-162,5-3 1,-3 2 180,4-2 0,-1-2-4,4-5 1,0 0-80,0 0 0,0-6-152,0-5 1,0-1-3,0-6 1,4-1 3,-1-3 1,5-5-355,-5-2 895,1-8 0,11-26 0,3-12 0</inkml:trace>
  <inkml:trace contextRef="#ctx0" brushRef="#br0" timeOffset="5561">5226 221 7855,'-5'-11'909,"-3"0"207,4 5 0,7 1-898,8 5 1,9 0-7,2 0 1,0 0-854,4 0 1,1 0 326,-2 0 314,1 0 0,11 0 0,3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4:40.3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199 276 7829,'7'-8'608,"-4"1"-78,3 5-179,-4-8 53,2 9-253,-4-9 0,-1 9-118,-2-3 1,-4 3 79,-4 1 0,0 0-221,0 0 1,-3 5 90,-1 2 1,-3-1-127,3 1 0,-3 1-83,3 3 1,0 0 49,4 0 0,-2 0 32,2 0 1,-3 0 40,7 0 1,2 4-372,1-1 399,3 1 0,3-5 35,6-3 0,4-2 13,10-5 0,1 0 119,3 0 1,-3-5-36,3-2 0,-3-3-249,-1-1 0,-4 0-193,-4 0 0,-1 0 122,-2 0 0,-4 0 263,0 0 0,-24-5 0,-3-1 0</inkml:trace>
  <inkml:trace contextRef="#ctx0" brushRef="#br0" timeOffset="691">365 243 9351,'0'-6'449,"0"1"1,1 5-220,3 0-41,-3 0 0,4 5-298,-5 2 1,0-1-65,0 1 1,3 1-332,1 3 307,0 0 0,0 0-398,-1 0 289,6 0 182,-3 0 0,1-1-20,1-3 0,-5-2 35,5-5 1,-5 0 80,5 0 0,-5 0-86,5 0 82,-1 0 0,3-1 6,-3-3 1,3 2-7,-3-6 0,-1 2 15,2-1 1,-5-3 72,5 3 1,-5 1 18,5-2 0,-4 2-116,3-1 168,-5-3 0,7 7-3,-5-4-85,-1 5 79,-3-3 32,0 5-142,0 5 0,1 1-15,3 5 0,-3-4 26,3 1 1,-2-2-226,2 1 192,-3 3 1,9-5-5,-2 2 0,-2-1-42,1-2 1,0-3-123,4 3 1,0-3 75,0-1 0,0 0-123,0 0 0,1-5 67,-1-2 0,0-2-59,0 2 1,-4-7 102,0 3 0,-1-2 104,2 2 1,0-5 13,-4-2 0,3 0-3,-3 0 1,0 0 2,-4-4 0,3 0 145,1-1 1,0 1 212,-4 0 1,0 5-29,0 3 1,0 1 588,0 2-587,0 5 0,-2 1 48,-1 5-297,2 0 0,-4 9 84,5 2 0,0 4-105,0-1 0,1 3 0,3 5 1,-3 0-168,2 1 0,0 2-47,1 1 0,-3 0 0,3-4 0,0-1-9,0-3 1,0 3 82,-4-3 0,0-2-291,0-1-60,5-3-487,-4-1 916,4-5 0,5-35 0,2-14 0</inkml:trace>
  <inkml:trace contextRef="#ctx0" brushRef="#br0" timeOffset="959">773 232 7856,'5'-8'9,"2"1"1,-1 5 71,1-2 0,1-1 193,3 1 0,1-3 0,3 3 0,-3 1 2,3 3 1,1-4 154,-2 0 1,5 1-67,-5 3 1,5 0-175,-5 0 0,1 1-132,-4 3 0,3 2-10,-3 5 1,1 0-164,-8 0 0,3 3 180,-3 1 0,-1 5-151,-3-2 1,0 3-91,0 1 1,0 4-161,0-1 0,0 1-86,0-4 1,-3-1 45,-1-3 0,0 2-540,4-5-92,-5-1-33,4-3 1040,-4-4 0,10-22 0,1-10 0</inkml:trace>
  <inkml:trace contextRef="#ctx0" brushRef="#br0" timeOffset="1225">960 243 7856,'-5'-16'501,"4"4"181,-3-3 1,-1 3-379,2 1 1,-1 3-136,4 1 1,5 4-10,2 0 1,3-2-144,1 1 1,4 1 103,0 3 1,4 1-171,0 2 0,0 0 19,-1 4 0,2 1 30,-5 3 1,3 0-122,-3 0 1,0 0-5,-4 0 0,-5 0-62,-3 0 0,-1 0 64,-2 0 0,-2-1-86,-1-3 1,-3 3-195,-5-3 1,-5 2-365,-3-2 1,2 2 766,-1-6 0,-10-9 0,-7-6 0</inkml:trace>
  <inkml:trace contextRef="#ctx0" brushRef="#br0" timeOffset="2110">1258 221 7856,'0'-6'1322,"0"1"-897,0 5-410,0 5 32,0 1 0,3 5-159,1 0 1,1-1-20,-1-3 0,-3 3-589,3-3 337,2 3 1,-4 1 159,6 0 0,-5-4-3,5 1 1,-5-6-208,5 2 254,-1 2 0,4-5 208,0 3 0,-4-3-43,1-1 0,-1-1 83,4-3 1,-4 2-103,1-6 106,-1 1 0,3-4-42,-3 0 111,3 0 0,-9 0-22,3 0 1,1 3 162,-1 1 1,-1 3-2,-3-3-88,0 5-290,0-3 177,0 5-36,5 0-55,-4 5 1,5 1-14,-2 5 1,-3-4-32,3 0 0,-2 1-78,2 3 6,-3 0 0,8 0 18,-5 0 1,1-4 29,-2 1 0,0-5 36,4 5 0,0-6-1,4 2 0,-3-3-48,-1-1 0,0 0-71,4 0 0,0-4 111,0 1 1,3-6 8,-3 2 1,2-3 79,-5-1 0,2-1 22,1-3 0,-2 3 198,-1-3 0,0-1-102,-4 1 0,1-4 130,-1 0 1,-3 0-33,2 0 0,-1 0 161,-2 4 1,0-3-137,0 3 1,0-3 28,0 3 1,0 4 334,0 4-536,0 4 1,-2-5-189,-1 4 0,2 1 160,-3 7 1,3-1-139,1 4 0,0 2 117,0 5 1,0 0-133,0 4 1,0 0-60,0 4 1,1 2-187,3 1 0,-2-1 83,5 1 1,-3-1-44,3-2 0,0 0-74,0 0 1,3-4-24,-3 1 1,-1-6-656,2 2 441,-1-3 590,4-6 0,0-1 0,0-5 0,5-29 0,1-8 0</inkml:trace>
  <inkml:trace contextRef="#ctx0" brushRef="#br0" timeOffset="2284">1644 210 8365,'11'-6'936,"0"2"1,1 3-777,3 1 0,-2-4-887,5 0 0,1 1 201,3 3 526,0 0 0,10 0 0,2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28.8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0 332 9085,'0'-7'132,"1"4"267,3 6 0,-3 4-340,3 4 1,-2 0 36,2 0 0,-3 0-115,3 0 0,-2 3-235,2 1 0,-3 0-436,3-4 1,-3 1 209,-1 3 1,4-7-352,0 3 831,-1-2 0,2-23 0,1-5 0</inkml:trace>
  <inkml:trace contextRef="#ctx0" brushRef="#br0" timeOffset="148">44 133 7801,'-5'-11'-1506,"4"0"1506,-9 5 0,24 11 0,-1 7 0</inkml:trace>
  <inkml:trace contextRef="#ctx0" brushRef="#br0" timeOffset="467">386 78 7809,'-11'-11'2,"0"0"0,0 0 295,0 0 0,0 4 56,0-1 1,-1 5 38,-3-5 0,3 6-211,-3-2 0,2 3-150,-2 1 1,3 1 43,-3 3 0,6 2-211,2 5 1,4 0 126,0 0 0,2 1-103,1 3 0,0 2 112,0 5 0,4 4-136,4 0 0,3 4-53,4 0 0,-2 1 102,5 2 0,-3 1-147,3-1 1,-4-2 82,1-1 0,-4-3-166,-4-5 1,2-1 51,-6-3 0,2-2-531,-1-5 300,-3 0 496,4-5 0,-20-25 0,-3-12 0</inkml:trace>
  <inkml:trace contextRef="#ctx0" brushRef="#br0" timeOffset="623">199 387 7809,'0'-8'462,"0"1"-25,0 0 1,5-1-335,2 1 0,6 4-289,2 0 1,5 2-769,-2 1 0,6 0 954,2 0 0,49 0 0,8 0 0</inkml:trace>
  <inkml:trace contextRef="#ctx0" brushRef="#br0" timeOffset="951">893 155 7809,'-5'-11'0,"-1"0"344,-5 0 0,4 1 1386,-1 3-1093,6 2-358,-3 5 0,6 5-26,3 2 0,-2 4-93,6 4 0,-1 0-122,4 7 0,1-1 94,3 8 0,-3-3-106,3 3 1,-2 1 27,2 3 1,-6-2 28,2-1 0,-3 0-1887,3-4 0,-1 4 696,-2-5 1,-4 0 63,-4-7 1044,0-2 0,-9-34 0,-4-8 0</inkml:trace>
  <inkml:trace contextRef="#ctx0" brushRef="#br0" timeOffset="1682">849 376 7809,'-5'-6'0,"4"-4"335,-3 2 1,3 2-75,1-1 1,0 3-114,0-3 0,5 4 31,2 0 0,4-2-84,4 1 1,1 1 70,2 3 0,3 0-76,-3 0 1,7 1 45,1 2 1,3 0-22,-3 4 1,0 1-381,-4 3 0,0 1 19,0 3 0,-5-3-127,-2 2 0,-3 2 140,-1-1 0,-1 0-125,-3-4 1,-2 0 128,-5 0 0,0 0 35,0 0 1,0-4 136,0 1 1,-5-6 174,-2 2 0,0-3 15,0-1 0,3 0 51,-3 0 1,5-1 80,-2-3 1,-1 2 117,1-6-137,1 1 1,4-4-220,3 0 0,-2 0-101,5 0 0,1 1-28,3 3 0,4-3-200,-1 3 0,6 0 124,-2 0 1,3 1-72,1-1 0,1 2 11,3 5 1,-3-4 79,3 0 0,0 1-26,-4 3 0,2-2 211,-5-1 0,-3 2 302,-2-3 0,-1 3 77,-2 1 49,-5 0-28,-1 0-242,-5 0-127,-5 0 1,-3 5-14,-6 2 1,1-1-92,-1 1 1,0 1 67,0 3 0,1-1-89,-1-3 0,-1 4 26,4 0 0,-3-4-152,7 4 1,-2-2-3,2 2 1,1 0 32,2 0 0,3 0-1,-3 0 128,3 0 1,6-1-4,2-3 0,0-2 24,0-5 1,2 0 11,5 0 1,-2-1-114,3-3 1,-3-2 7,-1-5 1,0 0 37,0 0 1,0 0 17,1 0 1,-5 0 403,0 0 0,-4 0-94,0 0 1,-1 0 316,-2 0-251,4 0 0,-2 0 228,1 0 1,-1 3 144,-2 1-436,0 5 0,1-3-152,2 5-140,-1 0-47,8 0 1,-6 5 59,4 2 0,0 3-109,-4 1 0,5 0-162,-2 0 1,-1 1-265,1 3 0,0-3 65,0 3 0,1 1-303,-4-2 0,3 1 167,-3-4 623,5-5 0,12-11 0,8-7 0</inkml:trace>
  <inkml:trace contextRef="#ctx0" brushRef="#br0" timeOffset="2094">1720 376 7809,'-4'-8'499,"1"1"805,-1 0-961,4 0 123,0 3-259,0 4 1,4 1-122,-1 2 0,6 4-158,-2 4 1,-1 1 4,2 3 1,-6-3-237,2 3 1,1-2 143,-2 2 0,1-3-202,-4 3 0,1-3 178,3-1 1,-3 0 21,3 0 0,-3 0 108,-1 0 1,0-4-102,0 1 268,0-6-190,0 8 33,-5-9-44,4-1 1,-4-6-8,5-5 1,0 0 15,0 0 0,0 0 19,0 0 1,4-1 229,-1-3 0,2 3 18,-1-3 1,-2 3 51,6 1 1,-5 0-31,5 0-131,-1 0 0,4 1-43,0 3 0,4-2-16,0 5 1,1 1 40,-2 3 1,0 1-93,4 3 1,-4-2-58,0 5 0,-2 1-48,0 3 0,-1 3-74,0 1 1,-4 0-22,0-4 1,-4 4-170,0-1 0,-1 1 23,-2-4 376,0 0 0,0-5 0,0-1 0</inkml:trace>
  <inkml:trace contextRef="#ctx0" brushRef="#br0" timeOffset="2518">2205 343 7470,'-7'-8'660,"-1"1"1,5 4-410,-5 0 1,5-2-206,-5 1 0,5 1 63,-5 3 0,5 0-165,-5 0 1,2 1 34,-1 2 0,-3 0-13,3 4 0,-2-3-142,2 3 101,-3 1 0,5 3-50,-2 0 1,2-4 111,5 0-13,0 1 0,1 3-68,3 0 1,2-4-129,5 0 1,1 0 96,3 0 1,-2 3-123,6-3 1,-2-1 258,1 2 0,2-5-98,-6 5 1,5-5 168,-5 5 1,1-5-57,-4 5 0,0-6 75,0 2-2,-5 2 132,-1 0 1,-6 1-130,-3 1 0,-2-5-157,-5 5 1,-5-5-526,-2 5 1,-2-5 57,2 5 521,-3-6 0,-6 8 0,-7-4 0</inkml:trace>
  <inkml:trace contextRef="#ctx0" brushRef="#br0" timeOffset="2977">2470 420 7809,'0'-8'459,"0"1"781,-5 0-714,-1-4 0,-2 3 72,1 1-542,0 5 0,-4-3-20,-1 5 1,1 5-170,0 2 1,4 0 14,0 4 0,1-2-194,-2 6 0,2-2 66,2 2 0,3-3-281,-2 3 0,1-2-212,2 2 441,0-3 1,0 4 116,0-5 0,4-4-35,0 1 1,4-6 248,0 2 23,1-3 1,2-2 80,0-3 1,0 2 2,1-6 1,-5 1 169,0-4 1,-3 0-125,3 0 1,-3 4 112,3-1 0,-4 1 80,0-4 0,0 0 695,1 0-128,-3 0-307,4 0-636,-5 0 91,5 5-218,-4 1 108,9 5 0,-8 5-49,5 2 1,-1 3-600,2 1 0,2 0-23,-3 0 0,3 1-282,1 3 0,0-3 233,0 3 736,0-3 0,10 4 0,2 1 0</inkml:trace>
  <inkml:trace contextRef="#ctx0" brushRef="#br0" timeOffset="3252">2756 409 7809,'0'-11'280,"-1"0"173,-3 0 1,3 0-135,-3 0 1,3 3 434,1 1-333,-5 4-271,-1-1 1,-1 4-17,-1 0 0,2 4-85,-1 4 1,-2 2-148,6 1 1,-2 0-24,1 0 0,3 1-85,-3 3 1,3-2 60,1 5 0,1-3-17,3 4 1,1-5 75,2 5 0,3-6 9,-3 2 0,3-3-195,1-1 1,4-4-288,0 1 1,1-6-263,-2 2 1,0-4 820,4-4 0,0-3 0,4-8 0,20-46 0,5-16 0</inkml:trace>
  <inkml:trace contextRef="#ctx0" brushRef="#br0" timeOffset="3451">2944 310 7809,'-10'-21'-19,"1"1"286,2 2 0,1 3 419,-2-3 1,4 8 148,4-1-284,0 7-217,0-6-240,0 9 66,0 6 1,3 2-121,1 8 1,4 2-205,0 2 0,-2 1-15,1 2 0,-1 2-188,2 1 1,0-1-20,-4 1 0,3-1-334,-3-2 0,1 0 393,-1 0 1,-3 0 72,3 0 0,-3-5-201,-1-2 0,0-3 455,0-1 0,0-5 0,-10-25 0,-2-12 0</inkml:trace>
  <inkml:trace contextRef="#ctx0" brushRef="#br0" timeOffset="3685">2911 431 7809,'0'-11'1660,"0"0"-1329,0 0 0,0 3-126,0 1 1,4 5 67,4-2 0,2-1-27,1 1 1,1 1 6,3 3 1,-2 0-84,5 0 0,0 3-154,0 1 1,-1 5-14,-2-2 1,-2 6-257,6 2 1,-6 1-29,2-1 0,-3-2-346,-1 6 1,-4-5 278,1 5 1,-2-6-143,1 2 0,2-3-323,-5-1 0,3-4 813,-3 1 0,-1-20 0,-3-2 0</inkml:trace>
  <inkml:trace contextRef="#ctx0" brushRef="#br0" timeOffset="3834">3087 265 7809,'-5'-11'0,"-1"0"7,0 0 119,1 5-1229,0 1 1103,4 5 0,6 20 0,7 4 0</inkml:trace>
  <inkml:trace contextRef="#ctx0" brushRef="#br0" timeOffset="4517">3407 409 9465,'-5'-6'92,"-1"1"1,-5 6-401,0 3 1,0-2 199,0 5 0,0 1-62,0 3 0,-1 0-9,1 0 0,5 0-310,3 0 0,1 4 122,2-1 0,0-3 95,0-3 0,2-2 272,1 1 0,7 2 0,5-6 0,1 1 0,-2-4 0,0-1 0,4-3 0,-3 2 0,3-6 0,-4 1 0,1-4 0,-4 4 0,-4-1 0,1 1 122,-4-4 1,4 0 208,-5 0 1,1 0 295,-4 0 0,0 0-238,0 0 1,0 3 297,0 1-328,0 5-335,0-8 200,0 9 58,0-4 0,0 13-351,0 3 1,1 3 33,3-3 1,-2 0-37,6 0 1,-5 0-85,5 0 0,-5 0 84,5 0 0,-5 0-181,5 0 262,-6 0 1,4-1-22,-2-3 0,-3-1 92,3-2 292,-3-3-183,-1 4-125,0-5-234,0-5 136,0-1 0,0-5 2,0 0 94,5 0 1,-4 0-7,3 0 0,1 0-18,-2 0 1,2 1 118,-1 3 0,-2-3-46,6 3 1,-1-2 163,4 2 1,-4-2-43,1 5 1,0-3-122,7 3 1,-3 1-51,3 3 0,2 0 75,2 0 1,-2 1-2,1 3 1,-4 2-419,0 5 0,-1 3-64,-2 1 0,0 1-762,0-1 1,-5-3 74,-3 3 1032,4 2 0,-16 5 0,2 6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34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9585,'11'3'-1304,"0"1"1,0 3 1303,0-3 0,44 15 0,11-1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36.6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66 221 7752,'0'-8'-565,"0"1"2209,-4 5-521,2-8-292,-3 9-288,5-4 281,0 5-671,0 5 1,0 1-360,0 5 1,4 3 209,0 1 1,-1 0-918,-3-4 1,2 4 111,1-1 1,-1 1-204,1-4 0,-2 0 1004,-1 0 0,-4 0 0,-3 0 0</inkml:trace>
  <inkml:trace contextRef="#ctx0" brushRef="#br0" timeOffset="158">22 55 7752,'-5'-11'0,"4"0"0,-5 2 643,2 1-715,3-2-1137,-4 9 827,5-4 1,2 7 381,1 1 0,13 18 0,7 8 0</inkml:trace>
  <inkml:trace contextRef="#ctx0" brushRef="#br0" timeOffset="586">386 133 7883,'-11'-7'777,"0"3"-672,0 4 1,4 0-121,-1 0 0,1 0-52,-4 0 1,-4 1 55,1 2 0,-1 0-40,4 4 1,0-3 23,0 3 0,1-3-189,3 3 0,-2-3 79,5 3 0,1-3-49,3 3 1,0-3 157,0 3 94,0-4 1,5 5-88,2-4 1,3 1 103,1-1 0,4-3 8,-1 3 1,6 0-73,-2 0 1,-1 1 19,2-1 1,-1-2-39,4 5 1,-3-4-9,-1 1 1,0 2-26,4 1 0,-5-1-13,-2 2 0,1-2 31,-1 1 1,-1 3-4,-2-3 0,-6 3 73,-3 1 1,-1 0-28,-2 0 0,-2-1 73,-1-3 1,-5 3-40,-6-3 0,0-1 129,-4 2 1,-1-6-163,-3 2 0,0-3 13,0-1 0,-4 0-199,1 0 1,-1 0 69,4 0 1,4-5-591,-1-2 1,9 1 675,-1-2 0,37-14 0,6-7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35.5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133 255 9056,'-6'0'717,"1"0"-408,5 4-197,0 3 0,0 4-54,0 0 1,3 0-107,1 0 1,1 0 76,-1 0 0,-2 0-155,5 0 1,-3 1 147,3 3 1,-3-3 3,3 3 1,0-3-375,0-1 1,3 4 130,-3-1 0,-1 1 118,1-4 0,-3-4 68,4 1 1,-5-1-4,5 4 1,-6-4 59,2 1 128,-3-6 1,-1 8-118,0-3 0,-1-2 143,-3-1 0,-2 1-135,-5-1 1,0 0-147,0 0 1,-1-3-215,-3 3 1,1 1 82,-4-1 0,3-1-94,-3-3 1,4 0-37,0 0 0,-2-1-560,1-3 922,-4 3 0,6-48 0,-3-6 0</inkml:trace>
  <inkml:trace contextRef="#ctx0" brushRef="#br0" timeOffset="233">66 67 7752,'0'-11'889,"-1"0"1289,-2 0-1855,1 0 0,-3 4-446,5-1-767,0 6-403,0-3 1,0 6 1292,0 3 0,5 22 0,1 9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39.1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45 7656,'7'-5'353,"-3"4"-85,-4-4 13,0 5-59,0-5 181,0 4 43,0-4-254,5 5 0,-3-2 208,1-1-249,-1 2-98,-2-4 1,-2 5-104,-1 0 109,1 0 0,-7 0-212,1 0 125,-2 0 0,-2 1-198,-3 3 0,3-2 39,-2 5 1,0 1-51,-1 3 0,2 3-33,-5 1 0,4 1 43,-1-1 1,7-3-22,0 3 0,2-2 154,-1 2 0,2-3 21,5 3 1,1-7-9,3 0 0,2-5 108,5 5 0,0-6-60,0 2 0,0-3 134,0-1 0,4-4 13,0 1 1,-1-6-25,-3 2 1,0-3 50,0-1 1,-3 0-62,-1 0 0,0 0 117,4 0 0,-3-1-109,-1-3 0,-3 3 83,3-3 1,-3 3-51,3 1 0,-4 0 12,0 0 0,-1 3 78,-2 1 0,0 3-78,0-3 0,0 5 236,0-3-195,0 5 1,0 5-75,0 2 1,3 3 2,1 1 1,0 0-56,-4 0 1,4 1-115,4 3 1,-2-2-576,1 6 0,1-6-49,3 2 1,0-2-364,0 2 1,1-3 1052,3 3 0,36-18 0,14-4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39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254 34 7433,'-4'-8'119,"0"1"396,1 4 1,1-3-273,-1 3 1,0 1-258,-4-1 1,3 1 96,-3 2 0,0 0-141,-5 0 1,-2 0 13,-1 0 0,0 4 51,4 0 0,-3 1-84,-1-2 1,-3 2 79,3 3 1,0 0-156,4-4 1,0 3 50,0-3-229,0 4 302,0-1 0,5 0-46,2 0 1,3-3-88,1 3 135,0-4 0,5 5-3,2-4 1,7 0-20,0-4 0,6 3 9,-2 1 0,0 0-4,0-4 0,0 1 7,4 3 0,0-3-20,0 2 1,1 0-10,-1 1 1,0-2 34,0 5 0,0 0-41,0 0 0,0 3-5,0-3 0,-1 3 49,-3 1 1,-2 0 2,-5 0 0,-1 0 54,-3 0 0,-2 0 128,-5 0 1,0 0-25,0 0 0,-8-4 131,-4 1 0,-6-5-81,0 5 1,-3-6-198,-1 2 1,0-3-221,0-1 0,0 0 110,0 0 0,0 0-123,0 0 1,1-1 245,2-3 0,13-17 0,7-8 0</inkml:trace>
  <inkml:trace contextRef="#ctx0" brushRef="#br0" timeOffset="300">761 111 7757,'0'-11'974,"0"0"0,1 1 196,3 2-515,-3 4-501,4-1 0,-6 3-136,-3-1 0,1 2 67,-4 1 0,-4 4-79,-4 4 0,-1-2 67,2 1 1,1 1-64,-1 3 0,2 0-368,0 0 1,3 3 75,1 1 1,0 1-253,4-1 1,0-2 76,4 6 0,2-6-176,1 2 0,5 1 154,6-2 0,4 1 72,4-4 0,0-5 407,0-2 0,73-22 0,-38 5 0,0 1 0</inkml:trace>
  <inkml:trace contextRef="#ctx0" brushRef="#br0" timeOffset="720">1169 166 7757,'-6'-11'207,"-1"3"0,5 1 88,-2-2 0,-3 3 302,3-1 0,-4 5-307,0-2 1,-1 3-132,-3 1 0,0 0-53,-2 0 1,1 1-150,-1 3 1,1-2-51,2 5 0,0 1-64,0 3 0,0 0-115,0 0 1,4 1 44,0 3 0,4-3-155,-1 3 0,3-3 90,1-1 1,1 0-95,3 0 1,2 0 133,5 0 0,0-5 38,0-2 1,4-3 107,0-1 0,3 0-74,-3 0 0,1-1 123,-2-3 0,-1-2 84,1-5 0,-3 4-27,-3-1 0,0 1 122,-4-4 1,3 0 134,-3 0 1,1 0 10,-1 0 1,-3 0 174,2 0 0,-1 0-65,-2 0 0,-2 3 230,-1 1-495,2 5 0,-6-3 77,4 5-344,2 0 284,-4 0-197,5 5 1,0 1 56,0 5 1,1 0-160,3 0 0,0 0-434,4 0 1,2 0 313,-3 0 1,-1 0-317,1 0 0,0 0 605,0 0 0,22 5 0,2 1 0</inkml:trace>
  <inkml:trace contextRef="#ctx0" brushRef="#br0" timeOffset="1467">1290 155 7757,'0'-11'-312,"0"0"0,0 3 223,0 1 432,0 5 1,0-5 1347,0 4-1291,0 2 1,4-3-128,-1 8 1,2 2-128,-1 5 1,-3 0-116,3 0 0,1 0-37,-2 0 0,5 3-218,-5 1 0,5 0-265,-5-4 1,5 4 251,-5-1 0,5-1 75,-5-2 0,5-7 78,-5 8 161,1-4 0,-3-1-160,3 1 88,-3-6 14,4 3 1,-5-6 100,0-3 1,0 2-42,0-6 1,0 1 16,0-4 1,-4 0-8,1 0 1,-1 0-18,4 0 0,0 0 110,0 0 0,0 0 51,0 0-104,0 0 0,0 0 7,0 0 1,4 0 323,-1 0-459,6 0-13,-3 0-243,5 5 193,0-4-49,0 9 1,0-1 72,0 6 1,-3 5-97,-1-2 1,-3 3 49,3 1 1,-1 0-7,1 0 0,0 0 127,-4 0 0,0 0-26,4 0 1,-1 0 129,2 0 0,0-4-155,-4 1 1,3-5 113,-3 5 1,4-6-71,0 2 1,-2-3-33,1-1 1,-3 0-11,3 0-99,-4 0 1,5-1 76,-4-3 0,1 2-117,-1-6 0,-3 1 158,2-4 1,-1 0 139,-2 0 0,0 0 164,0 0 0,0 0-154,0 0 0,0 0 329,0 0-260,0 0-84,0 0 25,0 0-211,0 5-261,0 1 201,0 5 0,0 5-6,0 2 1,0 3 24,0 1 0,1 0 19,3 0 0,-2 1-54,5 3 1,-1-3 42,2 3 0,2-3 155,-3-1 0,-1 0 55,1 0 0,1-4 157,3 1 0,0-6-109,0 2 0,4-3 121,-1-1 1,5 0-197,-5 0 0,2-1-89,-1-3 1,-2 2-78,6-6 1,-6 1-287,2-4 0,-3 0-789,-1 0 1,-3 4 307,-1-1 0,-5 1-25,2-4 1,-3 3 851,-1 1 0,-10 5 0,-2-3 0</inkml:trace>
  <inkml:trace contextRef="#ctx0" brushRef="#br0" timeOffset="1759">2139 298 7885,'5'-6'-108,"-4"1"0,4 4-267,-5-3 0,1 3-467,3-3 842,-3 3 0,-1-14 0,-6-3 0</inkml:trace>
  <inkml:trace contextRef="#ctx0" brushRef="#br0" timeOffset="1893">2073 100 7774,'-4'-11'-99,"0"0"1,1 3-595,3 1 336,0 4 357,0-1 0,19 8 0,6 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46.6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1 420 7740,'0'-12'801,"0"1"-484,0 5-486,0 1 229,0 5-36,0 5 1,0 1-44,0 5 0,0-3 16,0-1 1,0 4-136,0 4 1,0 0 92,0-4 0,0 1-165,0 3 0,4-3-18,-1 3 46,6-3 1,-4-1 154,2 0 0,3-5 0,-3-2 1,3-3-28,1-1 0,0 0 10,0 0 0,-4-1 37,1-3 0,-1-2 132,4-5 0,-4 0 179,1 0 0,-4 0 32,3 0 1,-5 0 62,2 0 1,-3 0-139,-1 0 0,0 0 75,0 0 1,0 3-4,0 1 155,0 4-482,0-6 46,0 7-151,0-3 125,0 15 0,1-1-124,3 9 1,-1-3 94,4 3 0,-3 2-154,3 6 1,0-2-7,4 6 0,-3-1 51,-1 4 0,-3 1-5,3 3 0,-5-3 73,2 3 1,-3-3-25,-1-1 1,-1-3 39,-3-1 1,2-8 82,-5 1 0,-2-7-56,-6 0 0,3-3 118,-3-1 1,3-5-51,1-2 0,0-3-59,0-1 1,-1-4 10,-3 0 1,3-4 15,-3 1 0,3-3-3,1-1 1,4 0 41,-1 0 1,5 0 115,-5 0 0,6-2-85,-2-1 1,4 1 149,4-1 1,2 1-449,5 2 1,5 0 109,2 0 0,3 0-692,1 0 1,1 2 153,3 1 1,-1 0-597,4 4 1217,0 0 0,34-10 0,7-5 0</inkml:trace>
  <inkml:trace contextRef="#ctx0" brushRef="#br0" timeOffset="730">453 34 10094,'0'-6'967,"0"1"1,-4 10-833,1 2 0,-5 0-103,4 4 1,-3-1-34,3 8 0,-4 1-211,1 3 0,2 0-570,1 0 0,-1 1 230,1 3 0,1-2-54,3 6 1,5-6 111,2 2 494,3-3 0,45-6 0,11-1 0</inkml:trace>
  <inkml:trace contextRef="#ctx0" brushRef="#br0" timeOffset="1348">684 122 7679,'0'6'229,"0"-1"1,0-4 144,0 3-283,0-3 0,0 5 20,0-2 0,0-2-143,0 6 96,0-1 0,2 4-149,1 0 1,-1 0 52,1 0 1,-2 1-98,-1 3 0,4-3 51,0 3 0,-1-3 17,-3-1 1,0 0-62,0 0 1,0 0 44,0 0 0,0-3 25,0-1 1,-1-1-118,-2 1 0,0 2-159,-4-5 0,-1-1 95,-3-3 1,4 0 232,0 0 0,-1 0 0,-17-14 0,-5-5 0</inkml:trace>
  <inkml:trace contextRef="#ctx0" brushRef="#br0" timeOffset="1556">695 23 7693,'0'-11'-859,"0"4"1,-1 3 858,-2 4 0,-9 14 0,-5 5 0</inkml:trace>
  <inkml:trace contextRef="#ctx0" brushRef="#br0" timeOffset="2240">872 56 7040,'0'-6'1551,"0"1"1,1 5-1307,3 0 1,-2 0-149,5 0 0,1 1 34,3 3 0,0 3-163,0 8 1,5-2 68,2 5 1,-1 1-139,2 3 1,-5 4 16,5-1 1,-6 1 79,2-4 1,-8 0-121,-3 0 1,-3-1-59,-1-3 1,-1-2-104,-3-5 0,-2 0-159,-5 0 0,0-3-1052,0-1 1496,5-4 0,-4-8 0,4-8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50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11 9134,'-6'-5'1340,"1"4"-758,5-4 96,0 5-491,5 0 1,5 0 27,4 0 1,6 0-106,-2 0 1,4 0-49,4 0 0,2 0-108,5 0 1,4 0-151,0 0 0,-4 0-312,-4 0 0,-6 0 143,0 0 0,-3 0-938,-5 0 747,0 0 1,-8 0-1168,0 0 1404,-4 0 1,1 0 318,-8 0 0,-27 0 0,-10 0 0</inkml:trace>
  <inkml:trace contextRef="#ctx0" brushRef="#br0" timeOffset="316">34 177 9416,'0'-7'1455,"5"3"-1217,2 4 1,3 0 55,1 0 0,5 0 97,2 0 0,4-4-209,4 0 0,-1 1 0,4 3 1,-5 0-1176,2 0 1,-3 0 19,0 0 0,-5 0-1613,0 0 2586,-4 0 0,7-5 0,-4-1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53.4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243 310 7924,'6'0'-179,"4"0"282,-4-5 1,2 3-124,-1-1 1,-3 2 505,3 1-110,-4-5-198,6 3 1,-7-4 323,1 3-244,3 1 1,-4-4 90,1 3 41,-1 1-254,-2-7 0,-5 4-163,-3-3 1,-2 3-4,-1 5 1,-3-3-60,-1-1 0,-5 0-46,2 4 1,1 0 73,-1 0 0,-1 0-92,-3 0 0,4 4 44,-1 0 1,2 4 21,-1 0 1,2 1 39,5 2 0,0 1-23,0-1 1,1 0-251,3 0 1,2 0 12,5 0 0,0 0 143,0 0 1,6 0 35,5 0 1,1-4-4,7 0 1,-5-4 30,5 1 0,-1-3 9,4-1 0,-1 0 32,-3 0 0,2-4 12,-5 0 1,-1-4 144,-3 1 1,4-2 86,0 2 1,-4-3 347,-4 2-330,-4-1 1,5-2 155,-4 0 0,-1 3-88,-3 1 0,0 3 122,0-3 1,-1 4-155,-2 0 0,0-2 170,-4 1-398,4 0-71,-6 4-41,7 5 0,-3 2 108,5 4 0,0 0-94,0 0 0,2 1 80,1 3 0,0 0-8,4 4 1,0 2-100,4-3 0,0 7 51,1 0 0,-3 5-124,-1-5 1,-2 5 60,-3-5 0,-1 5-44,1-4 1,-6 1 71,-5-2 1,-1-3-6,-2 0 0,-1-1 64,1-6 1,-3 0 117,-1-4 0,-1-4-67,1 0 1,3-4 150,-2 0 1,-2-1-41,1-2 0,0 0-64,4 0 0,0-5 312,0-3 0,0 2-39,0-1 1,1 0 90,3-4 0,2 0-216,5 0 1,0-2-82,0-1 0,0 1-42,0-1 0,9 1-175,2 2 1,7 0-58,0 0 0,3 0-117,1 0 1,1 0-196,3 0 1,-1 0-117,4 0 1,-1 0-358,2 0 0,0 4 253,-4-1 680,0 1 0,1-14 0,1-2 0</inkml:trace>
  <inkml:trace contextRef="#ctx0" brushRef="#br0" timeOffset="2476">894 243 7202,'-6'0'393,"1"0"1,5-1 86,0-2 288,0 1-591,0-3 1,-1 5 328,-3 0 104,3 0-412,-9 5 1,4 1 28,-5 5 0,0 2-36,0 1 1,-4 4-10,0 4 1,-4 5-198,0 2 1,2 4-86,-1 4 0,4-2-84,0 6 1,6-6 3,5 2 1,1-3-266,2-1 0,5-4 2,3-4 0,6-3-366,5-3 0,5-1 216,2-7 593,5 3 0,16-28 0,11 1 0</inkml:trace>
  <inkml:trace contextRef="#ctx0" brushRef="#br0" timeOffset="2918">1202 442 7941,'-3'-11'-1384,"-1"0"781,0 0 577,4 0 86,5 0 0,1 1 13,6 3 1,-1 2-19,0 5 0,4 0 4,4 0 1,-2 0-65,1 0 1,0 5-3,0 2 1,3 3-140,-3 1 0,-2 3 67,-1 1 0,-4 1 79,-4-1 0,-2 2 0,-5 5 0,0-4 0,0 1 0,-6-2 0,-5 1 0,-5 3 0,-6-3 0,4-2 0,-1-1 0,1-4 0,-4-4 0,1 3 0,3-2 0,-2-4 0,5 0 0,1-3-109,2-1 54,6 0 1,1-1 54,5-3 0,2 2 0,1-5 0,38-25 0,13-10 0</inkml:trace>
  <inkml:trace contextRef="#ctx0" brushRef="#br0" timeOffset="3184">1511 409 7941,'8'-5'-268,"-1"-2"1,-3 0-330,3 0 1,-5 3 589,2-3 1,-2 5 992,2-2-491,-3 3-379,4 1 0,-8 1 71,-1 3 0,-5 0 25,2 4 0,-3 5-223,-1-2 0,0 3 17,0-3 1,0 1-71,0 3 0,-4-2 34,1 6 1,3-5-133,3 5 1,6-5 114,-2 5 1,3-6 22,1 2 0,2 1-81,6-1 1,0-2-86,11-6 0,3 2-393,3-5 1,5-1 582,-4-3 0,-1 0 0,-3 0 0,0-5 0,0-35 0,1-14 0</inkml:trace>
  <inkml:trace contextRef="#ctx0" brushRef="#br0" timeOffset="3576">1291 122 7901,'-8'-4'-118,"1"1"195,5-1 1,-5 0 295,4 1-196,2-1 202,-4 4-194,5 0 1,5 0-60,2 0 0,3 0-141,1 0 0,1 0 4,3 0 0,2 0-225,5 0 0,0 0 83,0 0 1,-4 0-13,1 0 1,-2 0-484,1 0 0,2 0 242,-6 0 1,1 0 405,-4 0 0,0-4 0,0 1 0,-14-11 0,-5 2 0</inkml:trace>
  <inkml:trace contextRef="#ctx0" brushRef="#br0" timeOffset="3826">1500 23 9537,'11'5'-140,"0"1"0,-1 5-252,-3 0 290,-2 0 1,-1 0-56,0 0 1,-2 0-80,-6 0 1,2 0-263,-5 0 0,0 0 8,0 0 490,-3 0 0,-6 15 0,-7 3 0</inkml:trace>
  <inkml:trace contextRef="#ctx0" brushRef="#br0" timeOffset="4302">1886 133 7973,'5'-11'1113,"-4"5"-692,4 1-175,-5 5 115,0 0-316,0 5 1,0-3 16,0 6 1,-4-1-150,1 4 0,-6 4 126,2 0 1,1 3-372,-2-3 1,6 3 86,-2-3 1,3 3-46,1-3 0,0 3-81,0-3 1,1 3-610,3-3 980,7 0 0,45-9 0,15-1 0</inkml:trace>
  <inkml:trace contextRef="#ctx0" brushRef="#br0" timeOffset="4643">2206 188 7968,'0'-6'-38,"0"-4"0,1 9 305,3-3-98,-3 3 1,5 1 2,-2 0 1,-2 1-53,5 3 1,-4 2-154,1 5 0,2 0 56,1 0 0,-1 2-137,1 1 1,-3-1 97,4 1 1,-6 2-111,2-1 1,1 1 13,-2-2 1,1-1 57,-4 1 1,0-1-59,0-2 1,-1 0 14,-3 0 0,-2-4-131,-5 0 0,0-4-23,0 1 0,-1-3-130,-3-1 0,3 0 381,-3 0 0,-12-20 0,-2-4 0</inkml:trace>
  <inkml:trace contextRef="#ctx0" brushRef="#br0" timeOffset="4834">2195 34 8027,'-6'-11'227,"1"4"-1849,5-1 1263,0 6 359,0-3 0,0 24 0,0 6 0</inkml:trace>
  <inkml:trace contextRef="#ctx0" brushRef="#br0" timeOffset="5379">2437 155 8343,'0'-11'458,"0"5"0,0 0-18,0 2-231,0 3-12,0-4 1,1 5 29,3 0 0,2 5-95,5 2 0,0 3-162,0 1 0,0 0-278,0 0 1,0 4 116,0 0 1,-3 3-74,-1-3 1,-3 1 13,3-2 0,-4-1-173,0 1 0,-3 2-51,-3-1 1,0 0 473,-4-4 0,-25-10 0,-10-2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5:59.8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 8189,'0'-7'951,"0"0"-635,0 4 1,0-3 276,0 2 236,0 3-520,0-4 0,1 6 81,3 3 0,3 2-203,8 5 1,2 5-1,5 3 0,0 5-216,0 2 1,4 4 23,0 0 1,-2 7-22,-6 3 1,1-2 110,-8-1 1,-3-1-2,-8-2 1,0 0-317,0-8 1,-8-2-466,-3-6 0,-3-2 428,3-5 1,-3-1 60,-1-2 1,-3-2-307,3-3 0,0-1-206,4 1 0,4 0-1139,-1 0 1859,6-1 0,22-12 0,10-9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20.9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44 7664,'5'-6'380,"-4"-4"144,3 2 1,-3 2 23,-1-1-468,0 4 1,4 0 166,0 6 0,-1 4 84,-3 4 0,-1 5-172,-2 2 0,0 4-56,-4 4 1,3-2-17,-3 6 0,-1-1-82,-3 4 1,-1 0-183,-3 0 1,3 4-58,-3 0 1,3-2-237,1-5 0,0-3 127,0-5 0,0-2-762,0-1 176,5-3 391,1-10 0,5-2 538,0-8 0,5-41 0,1-15 0</inkml:trace>
  <inkml:trace contextRef="#ctx0" brushRef="#br0" timeOffset="817">34 297 7205,'-11'0'-828,"4"0"2366,-1 0-790,6 0-477,-3 0 1,6 0-79,3 0 1,-2 0-60,6 0 1,0-5 24,7-2 1,-2-3-12,6-1 1,-1 0-92,4 0 0,0-1-34,0-3 1,4 2-310,0-6 1,4 5-59,0-5 1,-2 5 202,1-5 0,-3 4-60,3-3 1,-8 6 75,1 1 1,-7 1 28,0 6 12,-3 1 49,-6 3 0,-1 5 48,-5 2 1,-1 3 144,-3 1 0,-1 1-98,-2 3 1,-3 1 132,3 2 1,-3 3 3,-1-3 0,0 7-134,0 0 1,0 2-19,0-1 0,0-1-10,0 4 0,0-5-4,0 2 0,0-3-31,0 0 0,4-3-260,4-1-89,1-3 237,2-5 0,5-5-76,3-3 0,5-3-12,2-3 1,1-2-76,-1-2 0,0-3 100,4 2 1,0-1 25,-4-2 1,5-2 13,-2-1 1,-2 1-2,-1-1 0,1 1 173,-2 2 0,1 4-106,-4 0 1,-4 1 386,1-2-155,-6-2 1,4 9 122,-2-2-188,-3 1 0,3 4-32,-8 1 1,2 3-28,-6 5 1,6-2 3,-2 2 0,2-2 19,-2 5 1,3-2 14,-3 0 0,3-1 109,1 0 1,1 0-54,3 0 0,-2-4 62,6 0 1,-1-3-79,4 3 1,0-4 12,0 0 1,4-1-8,0-2 0,3-2 10,-3-1 0,3 0-108,-3-4 0,4 0-221,0-4 0,0 0-81,0 0 0,2 0 82,-3 0 1,-1-4-71,1 0 1,-3-1 98,3 1 0,-5 3-57,-2-2 0,0 1 197,-4 2 0,-2 0 171,-1 0 1,-3 4-18,-1 0 0,-4 3-76,1-4 0,-6 6 140,2-2 0,-3 3 41,-1 1 0,-4 5-27,0 2 1,0 3 19,0 1 0,1 0 117,-4 0 1,4 2-105,0 1 1,-2 0 88,1 4 1,0-3-53,4 3 0,2-1-80,1 2 1,3 1 13,5-1 0,0-2-34,0 1 1,7-4-127,4 1 0,6-4-65,8-4 0,4 2-283,4-6 0,-1 1-123,-3-4 0,3-5-373,-3-2 0,-2-7-595,-1-1 0,-3-4 173,-1 0 1216,-5 4 0,-15-21 0,-10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18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34 7696,'0'-11'1405,"0"3"-904,0 1-32,0 4-48,0-1-288,0 4 0,-5 0-108,-3 0 1,-1 4 71,-2 4 1,0-2-141,0 1 0,-4 4 18,0 4 0,-3 0 10,3-4 1,-3 3-103,3 1 1,-3 0 70,3-4 0,0 0-110,4 0 1,1 0 150,3 0 1,1 0-74,2 0 1,3-4-591,-3 1 422,3-1 1,6 3 109,2-3 1,3 2 13,1-6 1,4 5-18,0-5 1,1 5 59,-2-4 0,0 3 103,4-3 0,-4 3-82,0-3 1,2 3 84,-1-3 0,0 4 124,-4 0 0,-4 0 15,0-1 0,-4 7 31,0-3 1,-3 2 27,-3-2 1,-3 2 215,-5 1 0,-6 0-176,-6 4 1,1-3-98,-3 3 1,-2-4-209,1 0 0,-1 0-79,1 1 0,3-3-636,-3 3 1,8-3 79,3-1 1,-1-4-1109,2 1 1783,4-1 0,20-11 0,8-3 0</inkml:trace>
  <inkml:trace contextRef="#ctx0" brushRef="#br0" timeOffset="248">624 309 9758,'-6'0'1320,"1"0"-937,5 5 0,-3 1-401,-1 5 0,-1 0-196,1 0 0,-1 5-313,-2 3 0,-3-2 31,3 1 1,-3 1-482,-1 3 1,0-4 358,0 0 618,0-4 0,-5-3 0,-1-6 0</inkml:trace>
  <inkml:trace contextRef="#ctx0" brushRef="#br0" timeOffset="381">657 166 7696,'7'-11'-75,"-4"0"1,-2 0-147,-1 0 0,4 4-392,0-1 613,4 6 0,-2-8 0,10 18 0,2 0 0</inkml:trace>
  <inkml:trace contextRef="#ctx0" brushRef="#br0" timeOffset="1065">823 298 9088,'-6'1'384,"2"3"0,2-1-331,-2 4 1,3-3 52,-3 3 0,2 0-142,-2 4 0,1 2 78,-4 1 1,3 0-174,-3 4 0,3-3 19,-3 3 0,1-3 23,-1 3 0,-3-3-76,2 3 0,2-4 128,-1 1-40,4-3 37,-6-1-19,7-5 0,-2-2-29,4-8 1,1 0-8,2-7 1,0 3-121,4-7 0,1-1 130,3 1 1,0-3 38,0 3 0,1-3 0,3 3 0,-3-3-7,3 3 0,-2-3 32,2 3 1,-2 0 100,6 4 1,-5 0 160,5 0 1,-2 0 9,1 0 1,-2 5-25,-5 2 1,0 3-98,0 1 1,-4 0-23,1 0 0,-6 6 55,2 5 1,-3 0 10,-1 4 0,0-1-234,0 0 0,-3-2-95,-1 3 1,0 1-231,4-1 1,-4 0 54,1-4 1,-1 0-262,4 0 1,0 0 212,0 0 0,0 0-292,0 0 670,0-5 0,10-11 0,2-7 0</inkml:trace>
  <inkml:trace contextRef="#ctx0" brushRef="#br0" timeOffset="1665">1308 287 7696,'0'-11'994,"0"4"-538,0-1-24,0 6-206,0-3 1,-5 5-1,-2 0 1,-3 5-170,-1 2 1,-1 4 32,-3 4 1,-1-1-67,-2 4 1,0-3-14,4 3 0,3-3-147,0 3 1,0-3 28,3 3 0,3-3-38,2 3 0,1-4 25,2 0 0,5-1-53,3-2 1,2-4 22,1 0 0,3-4 14,1 1 1,5-3-48,-2-1 1,-1 0 110,1 0 0,0 0-1,0 0 1,3-5 40,-3-2 1,-2 0 1,-1 0 1,1 1-8,-2-1 1,1-3 138,-4 2 0,0-1-54,0-2 1,0 3 1,0 1 0,0 0 54,0-4 1,-1 3-76,-3 1 0,2 3 20,-5-3 1,4 1-30,0-2 0,-2 0-2,1 4 1,-3-3-3,3 3-23,-4-5 152,6 3-110,-7-5 0,2 0-1,-4 0 0,4 4 18,0 0 1,-1 3 12,-3-3 1,0 3 73,0-3 164,-4 4-210,-3-7 0,-4 9 70,0-3 0,0 4 16,0 4 1,-3-2-40,-1 6 1,-3 0 94,3 7 1,-1-3 18,1 3 0,3 1 226,-3-1 0,3 4-141,1 0 0,1 1-92,3 3 0,2-5-61,5 0 0,0 1-97,0 3 1,6-5-95,5-2 0,1-3 1,7-1 0,3-5-61,4-2 0,0-3-276,0-1 1,2-9-468,5-2 1,-3-7-104,-1 0 0,-5-2 911,-2 2 0,-20-28 0,-9-2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23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275 325 7678,'6'-5'-629,"-2"-2"911,-3 2 742,-1-5-231,0 9-543,0-9 0,-5 9-82,-2-3 1,-3 3 1,-1 1 0,-1 5-86,-3 2 1,-2 7 30,-5 0 1,0 6-138,0-2 0,-1 3 52,1 1 0,4 4-123,0 0 0,3 1-89,-3-2 1,8-1 27,-1 1 0,7-6 9,0-4 0,4-3 114,4-1 1,3-5 8,8-2 1,2-4 22,5-4 1,0-7 68,0-7 0,4-3-163,0-1 1,0 0-107,-4 0 0,3-4-382,1 0 0,-1 0 101,-7 4 0,-2 2 15,-5 1 0,-5 0 465,-2 4 0,-3 0 0,-30 14 0,-8 2 0</inkml:trace>
  <inkml:trace contextRef="#ctx0" brushRef="#br0" timeOffset="673">429 336 7678,'11'-5'1616,"0"4"-951,0-9-458,0 9 1,-5 1-28,-2 7 0,-3 3-101,-1 1 0,-1 1-161,-3 3 0,-1 1 108,-2 2 0,-3 3-276,3-2 0,-3 1 3,-1 3 0,4-1-179,-1 0 0,6-4 191,-2 0 1,3-4-405,1 1 455,0-8 0,5 1 50,2-4 1,7-1 11,1-7 0,4-3 156,0-8 0,0 1 83,-1-4 0,2 3 37,-5-3 1,4 0 11,0-4 1,-3 3-77,-2 1 1,-1 3-46,-2-3 0,0 3-70,0-3 0,0 4-59,0-1 88,-5 3 0,0 2-21,-2 3-134,-3 2 1,3 5 65,-8 0 0,1 5 46,-4 2 0,3 4 23,-3 4 0,0-3 1,-4 3 0,3 1 38,1-1 1,1 3 13,-1-3 1,0 3-45,4-3 1,2 1 9,-3-2 1,1 0-56,0 4 0,1-4 86,-1 1 1,2-3 59,1-1 1,4-5 13,4-2 1,2-3 181,1-1 0,1-1-214,3-3 1,-2-3-45,5-8 1,1-2-5,3-5 1,1-2-4,3-1 1,-4-2-47,0-3 0,0-2 4,-4 3 0,3-4-97,1-4 0,-3 3 80,-1-3 0,-3-1-17,3 1 0,-4 1 48,0 3 0,-1 4 6,-2 4 1,-5 10 102,-3 4 85,-1 7 1,-2 4-158,0 8 1,-5 3 88,-3 3 0,-1 7 154,-3 5 0,1 5-137,0-2 0,-1 3-14,-3 1 1,3 0-71,-2 0 0,1-4-3,2 1 1,0-1-114,0 4 0,0 0 36,0 0 0,0-4-222,0-4 0,4-3-44,-1-3 1,6 0-386,-2-4-298,3-5 640,1-5 0,10-35 0,2-6 1</inkml:trace>
  <inkml:trace contextRef="#ctx0" brushRef="#br0" timeOffset="990">837 380 7678,'0'-7'506,"0"0"0,0 3 243,0-3-418,0 4 0,9-5-138,2 4 0,7-5-24,0 2 0,3 1-36,1-2 1,2 6-68,1-2 0,2-1 8,3 2 0,-3-1-92,-5 4 1,-4 0-236,0 0 0,-4 5 157,1 2 1,-7 7 137,-1 1 1,-4 5-4,1 2 0,-3 2-11,-1 5 1,-5-3 6,-2 3 1,-3 2 10,-1 6 1,0-7-66,0 3 0,-2-3 12,-1-1 0,2-1-403,-3-2 0,4-4-20,3 0 0,-1-4-178,1-3 0,2-6-334,-1 2-46,4-3 988,-2-2 0,5-2 0,0-8 0,0-3 0,0-8 0,15-41 0,4-15 0</inkml:trace>
  <inkml:trace contextRef="#ctx0" brushRef="#br0" timeOffset="1208">1069 579 7535,'0'-22'-356,"3"-4"533,1 0 0,5 1 371,-2 2 0,-1 1-200,1 0 0,1 4-24,3 0 1,1 3-27,3-3 0,-3 5-122,3 2 0,-3 1-18,-1 7 0,1-1-33,3 4 1,-3 0-134,3 0 0,-2 0 54,2 0 1,-3 1-174,3 3 1,-3 2 123,-1 5 1,-3 1-26,-1 3 0,-3-1 110,3 4 0,-5-3-65,2 3 1,-8-3 23,-3 3 1,-4-1-137,-4 2 1,2 0-177,-6-4 0,-3 1-280,-3-1 0,-2-3-1423,1 3 1974,3-8 0,-19-17 0,2-8 0</inkml:trace>
  <inkml:trace contextRef="#ctx0" brushRef="#br0" timeOffset="1991">1521 369 7678,'-4'-7'322,"0"0"0,-1 3 1266,2-3-653,1 4-638,-2-2 0,2 6-124,-1 3 0,1-1-74,-1 4 0,2 4-130,1 4 0,-2 1 49,-1-2 0,1 0-140,-1 4 0,1-3-65,2 3 1,0-1-330,0 2 1,0-3-247,0-5 513,0 5 0,2-4-305,1 3 379,-1-8 0,7-2-17,-1-5 0,2 0 77,1 0 1,0-5 131,0-2 1,0-7-73,0-1 0,1-3 154,3 3 1,-3-4 45,3 0 0,-2 0-36,2 0 1,-3-2 39,3 3 0,1 1-119,-2-1 1,-3 4 95,-3-1 1,-2 3-34,1 1 1,2 4 112,-6-1-127,1 6 0,-8 2 7,1 7 1,-6 4-76,2 4 1,-3-1 9,-1 4 0,0-3-5,0 3 0,4-1-16,-1 2 0,6 0-8,-2-4 1,3 3-28,1-3 1,0 0-115,0-4 0,1-2 93,3-1 1,2 0 10,5-4 0,4 0 102,-1-4 0,2-2-87,-1-1 1,2-5 5,5-6 0,0-3-100,0-5 1,0-1-155,0 1 0,0-5 248,0-2 1,-1 1 40,-2-1 0,1-1 18,-1-3 1,2-1 199,1-3 1,-4 3 189,0-3 1,-3 6-150,4 2 1,-7 6-8,-1 1 1,-4 8-107,-3 7 0,-3 6-112,3 1 1,-8 4 115,-3 7 1,-3 5-14,-1 3 1,-5 5-49,-2 2 0,0 5-42,0-2 0,5 2 88,-2-2 0,-1 3-133,1-3 0,1 2-165,3-2 1,1 2 55,2-5 1,3 4-146,5 0 1,0-3 95,0-2 0,2-3 49,1-3 1,5-5-108,6-6 1,0 0-148,4-4 1,-3-1-312,3-7 0,-3-3 29,3-8 1,1-1-424,3-2 1055,-5-8 0,9-7 0,-3-13 0</inkml:trace>
  <inkml:trace contextRef="#ctx0" brushRef="#br0" timeOffset="2174">1939 226 7678,'-14'0'400,"-1"0"0,4 0 1570,4 0-1573,4 0 0,0 0-213,6 0 0,8 0-161,8 0 1,1-1-203,3-3 1,3 3-496,4-3 0,1-1 674,-2 2 0,37-16 0,5 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33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164 45 7690,'0'-6'231,"0"0"859,0 2-735,0-2 1,0-1 581,0-1-428,0 6-175,0-3-155,-5 5 0,-1 6-67,-5 5 0,-1 1-157,-3 7 1,3 0 57,-3 7 1,2 2-172,-2 5 1,3 0-43,-3 0 0,7 0-136,0 1 0,5-1-95,-5 0 1,6-5 159,-2-2 1,4-4 102,4-4 0,2-2 73,5-5 1,1-5 58,3-2 1,-3-8 73,3-3 1,1-9 259,-1-6 1,3-2-129,-3-5 1,-1-2 26,-3-5 1,-3 1-36,-1-1 0,-1 1 39,2 2 1,-4 0-432,-4 0 0,0 5-251,0 2-247,0 8 444,5 2 284,-3 10 0,7 45 0,-3 16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34.2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232 287 7690,'-3'-11'909,"-1"0"-547,-5 5 0,3 0-19,-5 2 1,0 3-219,0-3 1,-4 8-93,1 3 0,-5 7 139,5 1 1,-5 4 22,5 0 1,-2 0-191,1 0 0,3 1-272,-3-1 1,6 2-132,2 1 1,5-4 195,-2 0 0,3-4-60,1 1 0,1-3 122,3-1 1,2-5 130,5-2 0,0-4-3,0-4 0,4-2 152,-1-5 1,2-4-227,-1 0 1,-3-4 8,3 0 0,-3-1-111,-1-2 1,1 1 124,3 2 1,-3-1-444,3 1 0,-4 2 148,-4-1 0,3 4 358,-2-1 0,1 3 0,2 1 0</inkml:trace>
  <inkml:trace contextRef="#ctx0" brushRef="#br0" timeOffset="273">287 254 7446,'5'6'-99,"-3"4"1,6-4 786,-4 5 0,1 0-210,-2 0 1,-1 0-153,1 0 0,0 4-161,0 0 0,-1 3-24,1-3 1,-2 4-84,-1 0 0,0-2 130,0 1 0,-3-4 0,-1 1 0,-1-7 89,2-1 1,0 0 431,-4 0-95,4-2-377,-2-5 0,5-5-66,0-2 0,0-3-69,0-1 0,2-5-116,1-3 0,7-3-107,5-3 0,6 0-338,1-4 1,0 4 10,3 0 1,4-2-481,0 1 1,-1 1-531,2 7 1,-6 2 178,2 5 1279,2 5 0,0 21 0,5 9 0</inkml:trace>
  <inkml:trace contextRef="#ctx0" brushRef="#br0" timeOffset="822">1114 177 7983,'8'-10'0,"-2"2"247,-1 0 0,3 5-121,0-5 0,-2 1 12,1-4 0,-1 4 17,1-1 0,3 1 15,-2-4 1,0 0-1,0 0 0,1 0-32,-1 0 19,1 0 1,-1 1 154,-1 3-104,-4-3-269,2 9 151,-5-4 1,0 6 12,0 3 0,-4 2-35,0 5 0,-3 3-12,3 1 0,-3 5-51,3-2 1,-3 3 32,3 1 0,0 4-87,4-1 1,-1 2 34,-2-1 0,1 2-119,-1 5 1,1-3-10,2-1 1,-3-3-165,-1 3 0,0-4 96,4 0 1,0-3-9,0-3 0,0-3-133,0-5-558,0-5-991,0-1 1900,0-5 0,0-25 0,0-5 0</inkml:trace>
  <inkml:trace contextRef="#ctx0" brushRef="#br0" timeOffset="1021">1048 508 12318,'11'0'963,"5"0"-518,2 0 1,8 0-316,4 0 1,1 0-209,2 0 0,1 0-336,-1 0 1,-4 3-564,0 1 1,-4 0-145,1-4 0,-8 0 1121,-3 0 0,-18-5 0,-4-1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31.1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221 287 8131,'0'-11'1168,"0"4"-787,0 0 42,0 4-200,0-2 0,-5 5-87,-2 0 1,-3 1-124,-1 3 1,-1 3 42,-3 8 0,-1-1-139,-2 4 0,-2-3-87,5 3 1,-3-3-4,3 3 0,-1 1-68,2 3 1,5-5 97,-2-3 0,7 2-242,1-1 279,2 0 1,2-5-127,2-3 0,5-2 202,7-5 1,-2-1-72,5-3 0,0-2 69,0-5 0,3-1-17,-3-3 1,2 3 125,-2-3 0,-2 1-74,-5 0 0,4 1 9,-1-1 1,1-2 31,-4 1 1,-1-1 6,-3 1 1,2 7-11,-5-3 0,-1 2 248,-3-2-234,0 5-39,0 1 0,-3 6-10,-1 3 1,-5 2 56,2 5 0,1 0 2,-2 0 1,2 0 4,-1 0 1,1 2 2,2 1 1,3-1-22,-3 1 0,3-1-10,1-2 1,0 0-170,0 0 1,0 0 25,0 0 1,0-4-6,0 0 0,5-4 132,2 1 1,3-3-6,1-1 1,4-1-43,0-3 0,0-2-2,0-5 1,2-2 19,5-1 1,-1-2 28,-2-3 0,1-1 71,-1 1 0,0-2-27,0-1 1,0 0-38,-4 0 1,1-1 78,-1-3 0,-3 2 153,3-6 0,1 2-90,-2-1 1,0 2 86,-7 5 1,3 1 171,-3 3-158,-2 2-238,0 10 158,-5 1 0,-4 10 70,1 2 1,-6 8-144,2 3 0,-4 3-12,-4 1 1,6 0-43,-2 0 0,3 4-100,-3-1 0,3 1 47,1-4 0,3 4 87,-3 0 1,3-1-206,-3-3 1,5 2-68,-2 1 1,3-1-94,1 1 0,0-3 27,0-3 1,0-2-109,0-2 1,1-7-424,3 3 196,2-7 0,8 0-66,1-8 1,0-2 248,-4-5 0,4-4-157,-1 0 1,5-4 543,-5 0 0,5 2 0,-5-1 0,1 1 0,-4-2 0,0 0 0,0 4 0,0-3-25,0 3 0,-3 0-99,-1 4 1,-1-1 834,1-3 1,2 7 76,-5-3 237,4 2-220,-7 3-451,4 1 0,-6 10-117,-3 2 0,2 4-31,-5 4 0,0-1-87,0 4 1,-3-3-90,3 3 1,1-1-223,-1 2 1,3 0 112,-4-4 0,6 3-1,-2-3 0,3 3-207,1-3 35,0 0 1,0-4-154,0 0 159,0-5 1,5-1 77,2-5 1,3-1-73,1-3 1,1-2 2,3-5 0,-1-4 109,4 0 1,-3-3 166,3 3 0,-3-4-98,3 0 0,-4 0-56,0 0 1,-1 0 167,-2 4 0,0-3 601,0 3-324,0 0 61,-5 4-443,-1 5 158,-5 1-151,-5 10 1,2 2 26,-4 8 1,1-3-19,-1 3 0,-2-3-23,5-1 1,-3 4-146,3 0 1,-3-1 107,3-3 1,-1 2-122,2 1 0,1-1 74,-1 1 1,2-1 13,1-2 1,1 0 227,2 0 0,0-4 152,4 0 1,1-4 185,3 1 1,3-3-181,1-1 1,3-5 95,-3-3 1,1-6-4,-1-5 0,-2-1 134,6-2 0,-6-1-367,2 1 1,-4-3-326,-4-1 0,3-3-462,-3 3 1,2-4 40,-2 5 1,2 0-1500,-6 7 2128,1 2 0,-4 20 0,0 3 0</inkml:trace>
  <inkml:trace contextRef="#ctx0" brushRef="#br0" timeOffset="565">1335 254 7693,'0'-7'62,"-2"1"466,-1 1-82,1-4 0,-4 7 323,3-6-100,1 6-523,-7-3 1,2 5-100,-4 0 1,4 1 14,0 3 1,-1 2-222,-3 5 0,0 1 15,0 3 1,0-1-44,0 4 1,0-3-173,0 3 1,1-3 135,3 3 1,-2-4-83,6 0 0,-1 2 86,4-1 1,0-4-102,0-4 193,5-4 0,1 2 38,5-5 1,4-2-25,0-1 0,0-5-30,0-6 1,-1 1 17,4-1 0,-4-2 126,0 1 1,2-1 175,-1 1 1,0 0 1,-4-4 0,-4 2 235,0 2 1,-1 3-90,2-3 1,0 3 120,-4 1 0,0 4-185,-4-1 1,1 6 84,3-2-200,-3 3 1,4 7-59,-5 5 1,-2 1-196,-1 7 1,2-4-70,-3 3 1,3-3-222,1 3 0,0 0 50,0 4 0,0-3-266,0-1 0,0-4 195,0 0 0,0 2-387,0-1 805,5 0 0,10-19 0,9-3 0</inkml:trace>
  <inkml:trace contextRef="#ctx0" brushRef="#br0" timeOffset="1095">1566 199 7693,'-1'-10'346,"-3"3"605,3-3-289,-4 9-486,5-4 1,0 6-138,0 3 1,0 2 85,0 5 1,0 0-73,0 0 0,0 1-50,0 3 0,0-3-259,0 3 0,4-3 84,-1-1 0,2 0-169,-1 0 1,-3 0 151,3 0 0,1-3 121,-2-1 0,2-4-34,-1 0 19,2-2 1,5-2 23,0-2 1,0 0 39,0-4 0,0-4 106,0-4 0,4-1 5,0 1 0,-4 3 159,-4-3 0,0 0 250,4 0 0,-1 0-177,-2 4 0,0 0 4,-4 0 1,1 5 77,-2 2-282,-1 3 19,2 1 1,-4 5 8,0 2 0,0 4-120,0 4 0,0 6-213,0 5 1,0 3-180,0-3 0,0 8 123,0-1 1,-3 4 6,-1 0 0,-4-2 157,0 5 0,-3 0 138,-4 0 0,0 1-99,-4-8 0,-3 1 5,0-8 1,0-6 218,-4-5 0,7-8 354,0-3 1,2-3 49,-1-1 0,-2-5-202,6-2 0,2-8-77,5-3 1,5-3-284,-2-1 0,4 0-474,4 0 0,-1 0 260,8 0 0,-1-4-165,9 1 1,-1-1-236,4 4 1,0 1-633,0 3 1,5-3 136,2 2 0,3 0 715,1 0 1,2 0 361,1 4 0,23-4 0,10 1 0</inkml:trace>
  <inkml:trace contextRef="#ctx0" brushRef="#br0" timeOffset="1424">2139 199 7797,'0'-11'1048,"0"0"-908,0 0 0,0 4 165,0-1-255,-5 6 1,-1-3 164,-5 5-62,0 0 1,-3 5-6,-1 2 0,0-1-17,4 2 1,4-1-148,-1 4 0,1 0-93,-4 0 0,5 0 104,2 0 1,3 0-72,1 0 0,0 0-247,0 0 1,0 0 44,0 0 1,4 0-97,-1 0 0,6-2 151,-2 2 1,3-6 93,1 6 1,-1-3 142,-3 3 0,2 1 227,-6-1 1,5 0-13,-4 0 1,-1-4 584,-3 0-463,0 1 0,-1 1-67,-3-1 1,-2 0 60,-5-4 0,-1 0-258,-3-4 0,2 0-325,-6 0 1,2 0-357,-1 0 0,-2-2 594,6-1 0,4-13 0,5-7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29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188 221 7661,'-6'-5'1498,"-1"4"-957,4-3-320,1 3 1,-4 1 19,3 0 0,0 5-23,-4 3 1,3 5-44,-3 2 0,3 1-99,-3-2 1,1 0-164,-2 4 1,-1-1-185,1 2 1,2-2-504,-1-2 1,-1-2-415,-3 5 0,0-4 1188,0 1 0,-9-23 0,-4-5 0</inkml:trace>
  <inkml:trace contextRef="#ctx0" brushRef="#br0" timeOffset="125">166 23 7692,'6'-7'0,"-3"-1"0,0 6-539,1-2-538,-3 3 1077,4 1 0,4 15 0,4 3 0</inkml:trace>
  <inkml:trace contextRef="#ctx0" brushRef="#br0" timeOffset="477">529 144 7692,'-5'-6'788,"-2"2"0,-3-1-446,-1 2 0,0-1-108,0 4 1,0 0-36,0 0 1,-1 0-121,-3 0 0,3 4-183,-3-1 0,2 6 42,-2-2 0,3 3-196,-3 1 0,7 0 58,0 0 1,2 0-126,-1 0 1,2 0 161,5 0 1,0 0-66,0 0 1,5-1 197,2-2 0,3 1-50,1-1 0,5-2 110,2 1 1,-1-3-74,2 3 0,-6-1 126,2 2 1,0 1-30,-4-1 0,2-2 332,-5 1-250,-4 1 0,1 3 66,-5 0 0,-5-2 113,-2-1 1,-8 0-228,-3-4 1,-2 3-323,2-3 1,-3 0-150,3-4 1,1 0-450,-2 0 0,6 0 832,-2 0 0,18-15 0,4-3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27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309 430 7661,'-14'0'39,"-1"0"157,2 0 0,-5 0-62,0 0 1,-3 5-119,-1 2 1,-1 4-33,-3 4 1,2 2 140,-6 5 1,9-3-212,-1-1 0,8 0 23,-1 4 0,8-3 11,3-1 0,3-4 24,1 0 1,5-6-195,2-5 0,3 2 30,1-1 0,5-2 104,2-5 0,-1-3 74,2-5 0,-1 0 2,4 0 1,-4-4 17,1 0 0,-2-3-88,1 3 0,-2 0 12,-5 4 1,0 0 60,0 0 1,-1 0-17,-2 0 77,-4 0-6,-4 0 17,0 5 266,-4 1-75,-3 5-66,1 5-139,1 1 0,7 4-13,1-3 1,0 2 12,4-5 1,4-1 1,4-3 0,3 4-12,-3 0 1,4-1 50,0-3 0,5-3 108,2-1 1,5-6 27,-2-1 0,3-1 22,1-7 0,4 1-92,-1-4 0,1-4-54,-4 1 0,-1-6-44,-2 2 0,-1-2 5,-7 2 0,-4-2-160,-10 5 1,-3 0 191,-5 4 1,0-3-37,0-1 1,-4 4-125,0 4 1,-4 4 55,0-1 1,-1 4 40,-2 4 0,0 2 19,-1 5 1,0 6 5,-2 5 0,1 5 2,-1 6 0,1 2-3,2 1 0,2 5-35,1 6 0,0-1-26,4 1 0,-5 4 4,2 0 0,1 3 1,-1 1 0,0 4-15,0 0 0,-3 3 61,3-3 0,-3 0 0,-1-4 1,0-9-5,0-2 0,4-12 3,-1-3 1,2-4-133,-1-3 1,1-5-159,2-2 0,3-4 195,-3-4 1,3 2 43,1-6 1,0 1-36,0-4 41,5-5 0,6-6 0,6-6 0</inkml:trace>
  <inkml:trace contextRef="#ctx0" brushRef="#br0" timeOffset="150">541 606 7661,'0'-7'2117,"0"0"-1401,0 4-382,0-6 0,5 6-232,2-4 1,4 4-192,4 0 1,2-2-373,5 1 1,1-1-156,3 1 0,-3 3 616,3-2 0,17-13 0,4-3 0</inkml:trace>
  <inkml:trace contextRef="#ctx0" brushRef="#br0" timeOffset="876">1478 320 7661,'-6'-1'710,"2"-3"-310,-2 3-301,5-4 0,-4 10 6,5 2 0,0 3-34,0 1 1,4 0-112,-1 0 0,5 0 54,-5 0 1,6 1-142,-2 3 0,-1-6-28,2 2 0,-1-3 122,4 3 1,0-4 99,0 1 1,0-6-24,0 2 0,0-3 3,0-1 1,2-1-21,1-3 0,-2-2 12,3-5 1,1-4 41,-1 1 0,1-2 138,-2 1 0,-1 3-39,1-3 1,-1 7-81,-2 0 0,0 2-33,0-1 0,0 2 15,0 5 1,-4 0 8,0 0 1,-4 6 2,1 5 1,-3 5-10,-1 6 1,-1 5-36,-3 2 0,-2 4-17,-5 4 1,-5 2-28,-3 5 0,-3 4-100,-3 0 1,-3 3-81,-6-3 0,-2-4 80,-1-3 1,-5-9 113,2 1 0,-5-9-17,0-2 1,0-6 66,8-9 0,4-2 59,4-5 0,7-1 255,3-3 0,5-3 10,10-8 1,3-2-188,8-5 0,5 0-203,11 0 0,3-4 48,4 1 0,7 0-202,3 7 1,7-3 12,0 3 1,5 2-196,-4 1 1,1 3 13,-2 1 1,1 1-272,0 3 1,-6 2 588,-13 5 0,-27-5 0,-10-1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37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66 7675,'-10'-7'21,"1"1"0,2 0 573,-2-1 0,3 5 90,-1-2-420,-1-2 0,-3 5-161,0-3 0,4 3-142,0 1 1,-1 0 71,-3 0 0,0 5-195,0 2 1,3 3 151,-3 1 1,2 1-57,-6 3 0,3 1-38,1 2 1,1 2-2,3-5 1,-2 4-63,6 0 0,-5 0 107,5 0 0,-1-2-17,4-2 0,5-3 67,2 2 0,7-2 78,0-5 1,2-2 184,-1-5 0,-1-1-72,4-3 1,-5-2-138,2-5 1,-3-2 5,-1-1 1,0-3-273,0-5 1,-3 3-45,-1 1 0,-4-1-59,0-3 1,0 0-144,0 0 1,-1 4-767,1 0 1234,-1 4 0,2-12 0,3 3 0</inkml:trace>
  <inkml:trace contextRef="#ctx0" brushRef="#br0" timeOffset="392">342 0 8044,'0'11'1524,"3"0"-1327,1 0 1,0 0-34,-4 0 1,0 1-13,0 3 1,0 2-175,0 5 0,0-2-63,0 2 1,0-6-84,0 6 1,0-4 82,0 1 0,0 0-265,0-4 310,5 0 86,1-4 1,1-5-52,1-2 1,-2-4 22,1-4 0,4-2-198,0-5 1,0 0-18,4 0 0,-3-4-40,-1 0 1,4-4 196,-1 0 1,1 0 32,-4 0 1,0-2 38,0 3 0,-1 1 174,-3-1 0,3 4-148,-2-1 1,-4 3 272,0 1 368,2 5-206,-5-4-256,4 9 1,-5 1-144,0 7 0,0 7-165,0 1 1,0 3-66,0-3 1,-3 4-280,-1 0 1,0 0 107,4 0 1,0 0-51,0-4 1,0 3-559,0-3 1,0 3 536,0-3 0,4-4 378,0-4 0,19-19 0,1-1 0</inkml:trace>
  <inkml:trace contextRef="#ctx0" brushRef="#br0" timeOffset="718">739 55 7675,'0'-7'1681,"0"-1"-927,0 6-397,5-8 1,-3 9 16,5-3 0,-4 4-114,0 4 0,2 2-159,-1 5 1,3 1-2,-3 3 1,1 1-172,-1 2 0,-3 3 56,3-2 1,-3 1-207,-1 2 0,0 1 46,0-1 1,0 0-105,0 0 1,-1-4 348,-3 0 1,1-4 7,-4 1 1,3-7 63,-3 0 0,3-6 116,-3 2 14,5-3 0,-3-7-54,5-5 1,0-2-41,0-5 0,1 3-76,3-3 1,2 0-6,5-4 0,5-4-294,2 0 1,3 0-36,1 4 1,1 0-153,3 0 0,-2 0-245,6 0 1,-6 5-535,2 2 1,-3 3 1162,-1 1 0,0 15 0,0 3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36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44 7675,'0'-11'0,"0"0"0,0 4 585,0 0 158,0 4 1,-1-2-243,-3 5 0,-2 6-59,-5 5 0,-5 10-58,-2 9 0,-4 11-119,-4 7 1,1 6-14,-4 5 0,6 4-192,1 4 1,2 0-155,9-8 1,2-1-667,9-2 1,3-12 42,4-8 0,2-6-337,9-8 0,1-6 464,3-5 1,-4-5 589,0-6 0,11-20 0,5-4 0</inkml:trace>
  <inkml:trace contextRef="#ctx0" brushRef="#br0" timeOffset="217">441 485 8275,'7'-6'2292,"-3"2"-1923,-4 8 0,0 2-231,0 5 1,0 4 11,0 0 0,0 4-605,0 0 0,0 1-120,0 3 1,0-3-445,0-1 0,-3 2 579,-1-3 440,0-2 0,-5-5 0,-4-6 0</inkml:trace>
  <inkml:trace contextRef="#ctx0" brushRef="#br0" timeOffset="392">541 265 7675,'0'-15'0,"0"0"0,0 1 218,0 3 1,0 3-292,0 1 0,1 4-410,3 0 1,-2 2 193,5 1 1,-3 4-245,3 4 533,-4 2 0,36 50 0,4 12 0</inkml:trace>
  <inkml:trace contextRef="#ctx0" brushRef="#br0" timeOffset="679">640 595 7675,'-6'12'323,"-4"2"154,3 1 0,0-2-167,0-5 0,5 2 87,-2-3 1,3-1 750,1 1-361,0-4-256,0 2-282,0-5-217,0-5 0,1-1 30,3-5 0,-2 0-141,5 0 0,1-4 62,3 0 1,0-3-226,0 3 0,0-3 87,0 3 1,1-3 15,3 3 0,-2-1-44,6 1 1,-5 7 152,5-3 1,-4 3 15,3 1 0,-1 2 79,1 5 1,2 1 187,-5 3 1,-2 3-122,-5 8 1,0 2-31,-4 5 1,-1 0-214,-3 0 1,0 4-210,0 0 1,-1 0-301,-2-4 1,0 0-41,-4 0 0,3-4-1422,-3 0 2082,4-4 0,-7-8 0,4-7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40.4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254 166 7683,'4'-11'445,"0"0"1,-2 0 1084,-1 0-1064,-1 0-157,0 4 1,4 4-36,0 6 0,-1 4-25,-3 4 1,0 5-68,0 2 1,0 8-86,0 3 1,1 4-208,3 4 0,-3-2 62,3 6 0,-3-2-193,-1 1 0,0 2 154,0-5 0,0 0-93,0-4 0,0-5 1,0-2 0,-3-8-257,-1-3 41,-5-8 235,3-2 1,-4-6-61,3-3 0,1-3 117,2-8 1,2-1-18,-6-2 0,6-3 12,-2 2 0,-1-1-16,2-2 1,-5-1-1,5 1 1,-6 5 10,2 3 1,1-2 200,-2 1 1,1 0 47,-4 4 0,0 4 73,0 0 0,-1 4-107,-3-1 1,3 7 48,-3 1 1,3 8-16,1-1 1,0 6-17,0-2 0,1 4-65,3 0 1,-2 1-9,5 3 1,1-1 37,3 0 1,1 0-520,3 0 1,3-1-715,8-3 1,2-3 461,5-8 686,0 3 0,25-22 0,11-9 0,5 2 0,0 0 0</inkml:trace>
  <inkml:trace contextRef="#ctx0" brushRef="#br0" timeOffset="622">607 386 7683,'6'-11'239,"-2"0"1,-3 4 1009,-1-1-943,0 1 0,-1 1-131,-3 2 0,-2 4-13,-5 4 1,-1 2-43,-3 5 0,2 4-173,-6 0 1,6 4 1,-2-1 0,3 5-204,1 2 1,0-1 16,0 1 0,3-1-300,1-2 0,5-2 131,-2-1 1,3 0 107,1-4 1,1 0-20,3-4 0,2-5 98,5-2 0,0-3 192,0-1 1,0-5-113,0-2 1,3-4 139,1-4 0,0 1-5,-4-4 1,1 3 4,3-3 0,-7 0 386,3-4 1,-2-1-88,2 1 1,-1 0 57,-3 0 0,-1 4-15,-2 0 0,-3 4 144,3-1 1,-3 3 157,-1 1-423,0 5 1,1 1-92,3 5 0,-3 5-98,3 2 1,-3 3-51,-1 1 0,0 5-5,0 2 0,1 0-31,3 0 0,-3 0-45,3 4 0,1 0-204,-2 1 0,5-3 23,-4-1 0,4 0-120,-1-4 1,3 2 126,1-6 0,-3 3-20,-1-7 0,0-2 25,4-1 1,4-4-84,0-4 0,-1-2 351,-3-5 0,4-4 0,0 0 0,1-4 0,-2 0 0,-5-1 0,2-2 0,-2-1 0,2 1 0,-4-1 0,0-3 0,-4 2 0,1-5 0,-3 2 329,-1-6 0,0 7 208,0-4 0,0 2 200,0 2 0,-4 4 84,0 4-407,-4 5 0,2 2-198,-5 7 1,3 4-45,1 4 0,3 3 62,-3 8 0,4 2 12,0 5 0,2 1-39,1 3 1,0-2-391,0 6 1,3-1-504,1 4 0,5-2 434,-2 2 0,1-6-85,0 6 0,2-6-149,-3 2 0,6-4-301,2 0 0,0-5 270,-4-2 0,-1-8-314,-3 1 831,3-7 0,1-14 0,6-8 0</inkml:trace>
  <inkml:trace contextRef="#ctx0" brushRef="#br0" timeOffset="781">894 386 7683,'-11'-11'340,"0"0"1,4 0 1362,4 0-1360,2 5 0,7-3-170,5 6 0,6-1-374,9 4 1,-2 0-574,5 0 1,0-4 773,0 1 0,18-1 0,-1 4 0</inkml:trace>
  <inkml:trace contextRef="#ctx0" brushRef="#br0" timeOffset="1242">1423 375 7683,'-6'-11'123,"-3"4"1,4 1 463,-1 1 0,-1-3-234,-4 5 1,3-1 10,1 4 0,0 5-205,-4 2 1,0 3-143,0 1 0,0 1 190,0 3 0,-1 2 0,1 5 1,4-1-13,0-3 0,3 3-186,-3-2 0,4 0-271,0 0 0,1 0-72,2-4 0,0 0-1064,0-4 1096,5-5 0,1-1 12,5-5 0,2-2 37,1-1 0,-1-3-62,1-5 1,-1-4 232,-2 0 1,0-3 31,0 3 1,0-4 124,0 0 0,-4 2 72,0-1 0,-4 3 271,1-3 1,-3 3-45,-1-3 1,0 4 202,0-1 1,0 7-359,0 0 1,-1 6 89,-3-2-230,3 3 1,-4 6-15,5 2 1,1 3-130,3 1 1,-2 5-83,5 2 1,0 3-320,0 1 1,3-3 49,-3-1 1,4-1-301,4 2 0,-2 0 263,6-4 0,-5 0 70,5-4 1,-6-2 381,2-1 0,-3-3 0,14-25 0,3-4 0</inkml:trace>
  <inkml:trace contextRef="#ctx0" brushRef="#br0" timeOffset="1499">1445 78 7683,'-11'-16'0,"1"3"340,3-1 1,-2 1 2025,5 2-1801,1 5 1,4 1-201,3 5 0,3 0-72,8 0 1,2 6 86,5 5 1,6 2-118,5 5 0,1 5 39,7 7 0,-1 3-198,4 4 1,3 5-197,-3 6 0,-7 1-655,-12-1 0,-7-3 423,-7 3 0,-8 0 181,-10-4 0,-7-4-489,-11-10 1,2-4-883,-3-8 1,-1-2 645,1-5 868,5-5 0,0-11 0,4-7 0</inkml:trace>
  <inkml:trace contextRef="#ctx0" brushRef="#br0" timeOffset="1757">2239 574 9296,'-7'5'1948,"-1"2"-1639,4 8 1,1-2-123,3 5 0,0 2-397,0 6 1,3-3-881,1 3 0,1-3-1313,-2-1 2403,4 0 0,4-5 0,0-1 0</inkml:trace>
  <inkml:trace contextRef="#ctx0" brushRef="#br0" timeOffset="2833">2635 430 7767,'-6'-6'800,"1"1"0,5 6-501,0 3 1,0 2-105,0 5 0,0 0-98,0 0 0,0 5-42,0 3 0,0 1-148,0 3 1,5-1 10,3 0 0,-2 0-296,1 0 0,-3-1 62,3-3 0,-3-2 104,3-5 1,-3 0 192,3 0 1,-3-5-102,3-2 0,-3-3-19,3-1 0,-3-5 43,3-2 1,-1-3 23,2-1 1,2-4 38,-3 0 0,-1-3 84,1 3 0,0-4-83,0 0 1,1 2-3,-4-1 0,3 0 40,-3-5 0,3 6 141,-3 3 0,0-2-29,-4 1 1,0 4-76,0 4 1,0 3 16,0-3-93,0 4 0,0-1-2,0 8 1,0 2 31,0 5 1,0 0-13,0 0 0,0 2-158,0 1 0,0 2 88,0 3 1,1 0 36,3-4 0,-3 3 37,3-3 1,1 3 85,-2-3 0,2 0-42,-1-4 1,-2-4 113,6 0 1,-5-4 304,5 1-431,-1-3 0,4-1-168,0 0 1,0-5 99,0-2 1,0-4-192,0-4 1,0 1 139,0-4 1,-3 5-55,-1-2 0,-1-2 90,1-2 0,2 0 93,-5 0 1,3 0 195,-3 4 0,-1 0 227,-3 4-202,0-5 1,0 8-29,0-3-150,0 7 1,0 0 49,0 8 1,-3-1-1,-1 4 0,0 0-48,4 4 1,1 0-41,3 0 0,-3 2-93,3 1 0,2-1 36,2 1 0,0-5 32,-1-2 1,3 1 54,-2 3 1,1-4 11,2 0 0,4-4-46,0 0 0,3-1 2,-3-2 0,3 0-12,-3 0 1,3-2 0,-3-1 1,3-2-46,-3-3 0,0-1 71,-4 1 0,-1-5-10,-3-2 0,2-1 36,-6 1 0,1 3 111,-4-2 0,0-2-112,0 1 0,-1 0 84,-3 4 0,-2 4-68,-5-1 1,0 6 5,0-2 0,-1 3 198,-3 1 1,3 5-8,-3 2 1,-1 7-43,1 1 0,1 4-28,3 0 1,3 1 6,1 2 1,4 0 50,0 1 0,3 0 170,3 3 1,6-2-175,9 5 1,6-8-64,9 1 0,1-7-384,3 0 1,-2-4-81,6-4 1,-7-2-292,-1-5 1,-5-6-237,-6-5 0,-5 0-859,-2-4 1,-4-1 1641,-3 1 0,-28-4 0,-11 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57.3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23 310 7679,'-6'-11'354,"1"3"661,5 1-551,-5 4-192,4-1 17,-4 4 0,9 6 80,-1 5 0,5 1-214,-5 6 1,6 4-23,-2 4 1,3 3-153,1-3 0,-4 4 53,1-5 0,-2 6-54,1-2 1,2 0-319,-5 0 0,3-5-456,-3 2 0,-1-7-444,-3-5-470,5-2 1708,-4-5 0,-1-37 0,-6-13 0</inkml:trace>
  <inkml:trace contextRef="#ctx0" brushRef="#br0" timeOffset="242">56 266 7675,'0'-12'-263,"4"1"647,-1 0 136,6 0 0,-2 4-223,8 0 0,-1 4-209,4 0 1,0 3-69,4 3 0,0 0 65,0 4 0,0 0-63,1 4 1,-5 2 16,0 1 0,-4-1-171,0 1 0,-6 2 126,-5-1 0,-1 5-81,-2-2 1,-5-1-49,-3 1 0,-6-4-156,-5 1 0,-1-3-133,-3-1 1,1 0-15,0 0 1,4-4-456,0 1 893,4-6 0,8-7 0,7-7 0</inkml:trace>
  <inkml:trace contextRef="#ctx0" brushRef="#br0" timeOffset="737">321 288 7763,'11'0'-346,"0"0"0,-4 0 865,0 0 1,1 0-85,3 0 0,-4 4-61,0 4 1,1 2-207,3 1 0,0 1-95,0 3 1,-1 0-13,-3 4 1,2 0-190,-6-4 1,5 5 44,-5-2 0,1-2-121,-4-1 1,0-7 69,0 0 1,0-5-163,0 5 152,0-6 8,0 3 46,0-15 0,0 3-48,0-8 0,0 3 32,0 1 0,4 0 28,-1 0 1,6 0 0,-2 0 0,-1 0-34,2 0 0,-1 1 75,4 3 1,0-3 76,0 2 0,0 0-70,0 1 1,4-2 121,0 5 0,-4 1-87,-4 3 0,0-4 108,4 0 0,-3 1-66,-1 3 1,-4 5 13,0 2 1,-2 3 5,-1 1 1,0 0 17,0 0 1,0 1 8,0 3 1,0-3-107,0 3 1,4 1-7,0-2 0,4 1 10,0-4 0,5 0-96,2 0 1,3-5 243,-3-2 1,3 1 185,-3-2 0,0 0 73,-4-7 0,0-2-143,0-5 0,-5-1-249,-2-3 1,-3-2 167,-1-5 1,-5 0 48,-2 0 1,-4 1-602,-4 3 1,1-2-1821,-4 5 2196,0 1 0,-24 17 0,-5 5 0</inkml:trace>
  <inkml:trace contextRef="#ctx0" brushRef="#br0" timeOffset="1468">982 155 7763,'0'-7'-30,"0"0"1,0-2 1358,0-1-384,0 4-181,0 1-469,0 5 0,0 5 85,0 2 1,1 3-174,3 1 1,1 5-26,2 3 0,2 5-82,-5 2 1,3 1-129,-3-2 1,0 4-227,0 4 0,-3-4 188,3 0 0,-3-4-309,-1 1 1,0-1-206,0-3 263,0 3 1,0-13-75,0 3 386,0-8-152,0-2 75,0-15 1,4 3-101,0-8 0,0 2 159,0-2 1,-3 3 112,3-3 1,1-1-104,-1 2 1,3-5 72,-3 4 0,4 0-124,0 0 0,1 3 1,2-3 1,0 3-23,0 1 0,2 3 9,1 1 0,4 5-90,4-2 1,0 3 115,0 1 1,3 1-12,1 3 1,-1 2 34,-7 5 1,-2 3 119,-5 1 0,-4 5 4,1-2 0,-7-1 245,-1 2 1,-6-5-121,-9 5 0,-3-6 9,-8 2 0,-2-8-224,-5-3 0,1 1-261,2-2 1,4 1-465,3-4 1,6 0 244,3 0 1,3-1 471,3-3 0,72-17 0,22-8 0</inkml:trace>
  <inkml:trace contextRef="#ctx0" brushRef="#br0" timeOffset="1852">1622 354 7763,'0'-8'212,"0"1"1,-4 3 345,0-3-138,-4 5 0,1-7-250,-4 5 0,2 2-46,1 6 1,-1-2-61,1 5 0,-2 1-122,-1 3 0,4 3 75,0 1 0,3 1-119,-3-1 1,3-3-52,-3 3 1,4 1 16,-1-2 0,3 1-34,1-4 1,0-4 168,0 1-22,0-6 1,1 3 30,3-5 0,2 0 9,5 0 0,0-4-23,0 1 0,4-6 18,0 2 1,1-3 47,-2-1 1,-1 0-30,1 0 0,-1 0 83,-2 0 0,0 0-34,0 0 1,0 3 7,0 1 0,0 5-109,0-2 1,-4-1 3,0 1 1,-3 1 18,3 3 1,-4 1-13,1 3 1,-3 2-131,-1 5 0,3 0-116,1 0 0,0 0-145,-4 0 0,0 0 110,0 0 1,3 0-47,1 0 0,5-4 27,-2 1 0,3-5 310,1 5 0,15-16 0,3 1 0</inkml:trace>
  <inkml:trace contextRef="#ctx0" brushRef="#br0" timeOffset="2329">1853 67 7763,'-11'-18'0,"0"-1"0,4 7 632,-1 1 994,6 5-607,-8 6-680,9 5 1,-3 5 53,8 4 0,2 5-132,5-5 0,1 7-241,3 1 0,-2 0-9,6 4 0,-6-1-257,2 0 1,1 0 137,-1 4 1,-2-4-147,-6 0 1,3 0-9,-2 1 1,-2-4-250,1 0 0,-5-1 231,2-7 0,-3 1 1,-1-4 564,0-5-283,-5-1 210,4-5-229,-4-5 0,5-1-117,0-5 1,0 4-75,0-1 1,0 1-64,0-4 240,5 0 1,0 0 44,2 0 1,2 0 187,-5 0 1,3 3-132,-3 1 87,4 0 0,-2-3-172,5 3 0,1 0 9,-1 4 0,0 2 6,0-3 1,0 4-16,0 4 1,2-2-157,-2 5 0,5 4 37,-9 4 1,4 1 95,-7-1 0,0 2 49,-4 5 1,0-4 163,0 1 1,-6-5-168,-5 5 1,-2-7-24,-5-1 0,0 0-81,-4-4 0,0-2-185,-1-1 0,3-3 280,1-1 0,-2-24 0,4-7 0</inkml:trace>
  <inkml:trace contextRef="#ctx0" brushRef="#br0" timeOffset="2535">2316 332 7763,'6'5'2024,"0"-4"-1422,-2 2 1,-2 4-446,6 0 0,-2 3 78,1 1 1,2 0 77,-5 0 0,4 3-397,-1 1 0,-2 0-930,-1-4 514,2 5 0,-3-4-1573,4 3 2073,-5-8 0,-2-12 0,-6-7 0</inkml:trace>
  <inkml:trace contextRef="#ctx0" brushRef="#br0" timeOffset="2676">2316 177 7763,'-11'-17'599,"1"-2"177,3 4 0,-2 0-835,6 4-1724,-6 5 1308,3 1 475,-5 0 0,5 9 0,1-3 0</inkml:trace>
  <inkml:trace contextRef="#ctx0" brushRef="#br0" timeOffset="3003">2404 45 8049,'5'-6'1776,"1"2"-1405,5 8 1,0 3 119,0 8 0,2 2-277,1 5 0,2 5-32,3 2 0,1 7-90,-1 1 1,2 3-175,1-3 1,-5 0 229,-2-4 1,-1-5 29,-3-2 1,1-8 50,-8-3 0,1-4-91,-1-4-138,-3-2 0,9-20 0,-4-3 0</inkml:trace>
  <inkml:trace contextRef="#ctx0" brushRef="#br0" timeOffset="3202">2779 321 7763,'6'-5'1849,"-1"4"-1401,-5-9 1,1 8-45,3-1 1,-2 3 19,6 3 0,-1 4-192,4 4 0,0 0-241,0 0 1,0 3-271,0 1 1,0 1-529,0-1 0,0-2 171,0 6 1,-3-6-1692,-1 2 2327,-4-8 0,6-12 0,-3-7 0</inkml:trace>
  <inkml:trace contextRef="#ctx0" brushRef="#br0" timeOffset="3352">2801 155 7763,'-11'-22'649,"1"1"170,3 3 0,-2 2-516,6 5-585,-1 0 0,4 4-864,0-1-945,0 6 2091,5-3 0,21 29 0,9 7 0</inkml:trace>
  <inkml:trace contextRef="#ctx0" brushRef="#br0" timeOffset="3653">2933 56 7772,'0'-6'1245,"0"1"0,2 6-1014,1 3 1,3 3-79,5 8 1,2 3-1,1 8 0,4 2-211,4 5 1,0 5-256,0 3 0,1 2-302,3 1 0,-4-5 320,0-2 1,-1-4-177,-7-4 0,0-7 55,-7-7 0,3-4-561,-3-4 977,-2-2 0,-5-34 0,-6-8 0</inkml:trace>
  <inkml:trace contextRef="#ctx0" brushRef="#br0" timeOffset="3920">3022 299 7772,'-5'-11'176,"3"0"139,-1 0 0,2 3-70,1 1 1,1 3-1,2-3 1,4 4 8,4 0 0,1 1 13,3 2 1,3 0 60,8 0 0,-2 2-76,6 1 1,-5 3-25,5 5 0,-5 2-94,5 1 0,-6 2-138,2 3 1,-3 2 115,-1-3 0,-1 3-81,-2 1 0,-4-4-211,-3 1 1,-3-6-330,-1 2 1,0-3-369,-4-1 1,1-1-700,-2-3-305,-1-2 1881,3-5 0,-15-20 0,-2-4 0</inkml:trace>
  <inkml:trace contextRef="#ctx0" brushRef="#br0" timeOffset="4060">3297 166 7772,'-11'-17'160,"1"1"40,3 5 1,2 4-121,5-1-801,0 6-746,0-3 1467,5 10 0,21 16 0,9 8 0</inkml:trace>
  <inkml:trace contextRef="#ctx0" brushRef="#br0" timeOffset="4430">3551 420 7772,'11'0'-654,"0"-4"766,0 0 0,1 1 507,3 3 0,-3-4-332,3 0 0,1 1-122,-2 3 1,2-5-2,-1-2 1,-3 0-84,3 0 51,-3 0 1,-2-4-115,-3 0 0,-1 0-38,-2 0 0,-3 0-106,3 0 1,-8 0-155,-3 0 1,-3 1 160,-1 2 0,-1 3 13,-3 5 1,2 0 176,-6 0 0,5 0 139,-5 0 0,6 5-74,-2 3 1,3 3 163,1 3 0,1-1-194,3 1 1,-2 2-57,5-1 0,1 3-89,3-3 0,0 3-21,0-3 0,5 4-245,2-5 1,4 2 27,4-1 0,2-4-165,5 0 1,0-1 8,0-7 1,0 1-120,0-4 0,-3 0 1,-1 0 551,0-5 0,39-25 0,8-12 0</inkml:trace>
  <inkml:trace contextRef="#ctx0" brushRef="#br0" timeOffset="4839">4091 232 7772,'-4'-7'74,"1"0"1,-2 1 152,1-2 1,2 2-136,-6 2 0,1 3 197,-4-2 1,0 0-27,0-1 1,-1 3-38,-3-2 0,3 1 25,-3 2 1,3 4-3,1 0-245,0 4 1,1-2 12,2 5 1,0 0-245,4 0 1,1-3-151,3-1 1,0 0 163,0 5 1,4-1 24,4 0 1,-1-4 82,4 0 1,-2-1-29,5 2 0,2 2 130,-1-3 0,5-1 1,-2 1 0,-1-1 54,2 2 0,-2 2 183,1-3 1,-1-1 28,-2 1 1,-3 1 20,3 3 0,-3-4 19,-1 1 0,-3-1-104,-1 4 0,-5-4 46,2 1 1,-3-1-80,-1 4 0,-1-4 16,-3 1 1,-2-5-39,-5 5 1,-5-6-107,-2 2 1,-3 1-232,-1-2 0,-1 1-52,-3-4 1,3-1-200,-3-3 0,3 3-157,1-3 0,0-1-573,0 2 0,4-5 1173,4 5 0,31-11 0,9 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52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197 546 7725,'6'-11'379,"-2"0"0,1 0-42,-1 0 0,-1 3 465,-3 1-130,0 0-213,0-4-295,0 0 1,-1 4-145,-2 4 1,-5 2 88,-7 1 0,2 1-112,-5 2 1,3 4-143,-3 4 1,0 3-30,0 1 1,-2 5-140,6-2 1,-1 6 79,4 2 1,1 1-42,3-1 1,1-3-101,2 3 0,3-3-221,-3-1 0,8 0 142,3 0 0,4-5 106,4-2 0,6-8 347,4-3 0,1-3 0,21-20 0,5-6 0</inkml:trace>
  <inkml:trace contextRef="#ctx0" brushRef="#br0" timeOffset="642">561 546 7930,'0'-17'1217,"0"2"-990,0 3 1,-1 2 24,-3 2 0,-2 4 0,-5 4 1,0 1-237,0 2 0,-4 4-31,1 4 0,-6 3-77,2 1 0,2 5 198,1-2 1,0-1 62,4 2 0,-2-1-365,6 4 0,-2-4-325,2 1 0,-2-6 230,5 2 0,1-3-67,3-1 1,1-1-5,3-3 1,2 2 48,5-5 0,1-2 118,3-6 1,-3 2 7,3-5 1,-2-1 49,2-3 0,-3-4 137,3 1 0,1-2 0,-2 1 0,1 2 0,-4-6 0,4 5 0,-1-5 0,1 6-44,-4-2 0,4-1 239,0 1 0,-3 1 254,-1 3 1,-6 0 238,6 0-125,-8 5 1,4-3 53,-4 5-152,-2 1-288,4 7 0,-5 3 0,0 4 0,0 1-158,0 3 1,-1-2 18,-2 5 1,1-3-148,-1 3 1,-2 0 65,1 0 0,-1 2-30,1-6 0,3 5 28,-2-5 1,1 1 38,2-4 1,-1 0 25,-3 0 0,3 0-8,-2 0-85,1-5-16,2-1-75,5-5 1,0-1 4,2-3 0,3-2-233,-2-5 0,1-4 138,2 1 1,2-2-19,1 1 0,-1 2 259,1-6 0,-1 5 248,-2-5 0,0 2 73,0-1 0,0-2-35,0 5 1,0-3 200,0 3 0,0 1-208,0 3 1,-4 5 70,0 2 0,-3-1-56,4 1 1,-6 2-77,2 5 1,1 0-38,-2 4 0,5 4-149,-5 4 0,5 0-51,-5-4 1,5 3-132,-5 1 1,2 3-265,-1-3 1,-3 0-159,3-4 0,1 0-491,-2 0 1,2 2 1075,-1-2 0,7-2 0,6-9 0</inkml:trace>
  <inkml:trace contextRef="#ctx0" brushRef="#br0" timeOffset="1217">1355 215 7737,'-4'-7'342,"1"-1"108,0 0 0,2 2 673,1-2-392,0 6-112,0-3-350,0 15 0,0-2 114,0 11 1,0-1-178,0 4 0,4 1-104,-1 3 0,2 2-201,-1 5 1,-3 0-135,3 0 1,-2 1-192,2-1 1,-3 0 228,3 0 0,1-5-112,-2-2 0,1-4-255,-4-4 148,0-2 0,-1-10 93,-3-2 0,2-3 96,-6-1 1,5-5-171,-5-2 0,5-7 138,-5 0 1,5-5 103,-5 5 1,2-6 11,-1 2 1,-3-2 157,3 2 0,0-2-47,0 5 0,0-3 149,-4 3 1,0 1 395,0 2 0,0 6-282,0 3 1,0-2 336,0 1 0,0 5-179,0 7 0,3 3-71,1 3 0,4 0-133,0 4 0,1 1-248,2 3 0,0 0 114,0 0 0,5-1-107,3-3 1,5 2-125,2-6 1,5 1-257,-2-4 1,3-4-593,1 1 1,-1-6 382,-3 2 0,3-4 643,-3-4 0,18-31 0,4-13 0</inkml:trace>
  <inkml:trace contextRef="#ctx0" brushRef="#br0" timeOffset="1401">1586 413 7737,'0'-11'438,"0"4"723,0 0-370,0 4-254,0-2-236,0 5 0,2 5-89,1 3 1,0 3-4,4 3 1,-3 3-106,3 6 0,-3-3-133,3-1 0,-1 2-261,2-3 1,1 2-569,-1-2 1,-2 1 142,1-4 0,1 0 715,3-4 0,0-10 0,0-2 0</inkml:trace>
  <inkml:trace contextRef="#ctx0" brushRef="#br0" timeOffset="1567">1608 259 7737,'-11'-17'351,"0"2"1,4 3-416,0 1-470,4 5 191,-2 1 0,10 5-747,3 0 1090,-3 0 0,34 29 0,4 8 0</inkml:trace>
  <inkml:trace contextRef="#ctx0" brushRef="#br0" timeOffset="1860">1818 237 7740,'-6'-11'391,"2"0"164,3 0 157,1 5 1,0 2-251,0 8 1,1 3-96,3 8 0,2 0-217,5 7 1,-2-2-100,2 10 0,-3-1-251,7 4 1,-3 4 82,-1 0 1,0 1-97,0-1 1,0-1-226,0 1 1,-1-1-545,-3-11 1,-1 0-175,-2-7 97,-3 3 1059,4-14 0,-15-26 0,-2-18 0</inkml:trace>
  <inkml:trace contextRef="#ctx0" brushRef="#br0" timeOffset="2143">1741 447 7740,'0'-12'803,"0"1"0,1 5-422,3 3 1,2 1-37,5 2 1,1 0-158,3 0 1,2 0-1,5 0 0,5 5-89,2 3 0,-1 1-153,2 3 0,0 0 114,7 2 1,-7-1-92,-1 1 0,-2 2-360,-5-1 1,1 3-46,-8-3 1,0 3-243,-4-3 0,-5 0 162,-2-4 1,0 0-965,0 0 1480,0 0 0,-4-5 0,10-16 0,2-8 0</inkml:trace>
  <inkml:trace contextRef="#ctx0" brushRef="#br0" timeOffset="2293">2060 270 7755,'-3'-17'-166,"-1"2"-133,0 3 1,4 5-106,0-1 404,0 6 0,25 21 0,6 12 0</inkml:trace>
  <inkml:trace contextRef="#ctx0" brushRef="#br0" timeOffset="3027">2424 535 7755,'0'-8'149,"-1"2"285,-3 1 1,2 0-393,-5 2 0,3 2 15,-3-3 1,-4 3 34,-4 1 0,-1 1-11,1 3 0,2 2-238,-6 5 0,6 1 152,-2 3 0,3-2-89,1 5 0,4-4 27,-1 1 0,6 1-160,-2-2 1,4 2-1,4-1 0,-1-7-23,8 3 0,-2-7 18,6 0 0,1-3 26,-2-1 1,6 0-31,-2 0 1,-2-5 235,-1-2 0,1-3 0,-1-1 0,-1-1 1,-3-3 0,-1 3 17,-3-3 1,3 2 56,-2-2 1,-4 3 262,0-3 0,-3 3 127,-1 1 1,2 1 78,1 3 56,-1-3-20,2 4-206,-4 0-101,0 1-134,0 5 0,4 5 91,0 2-243,-1 3 1,-1 4 137,1 1 1,-1 1-84,1-1 0,2-3-175,-1 3 0,1 1 60,-2-2 1,2 5-64,3-5 1,-2 1-14,-3-4-202,-1 0 294,7 0-114,-7 0 82,3-5 1,-5-2 23,0-8 0,0-2-7,0-5 1,0 4-5,0-1 0,0-3 2,0-3 1,3-1 68,1 4 1,0-1 69,-4-3 1,0 3 201,0-3 0,1-1-98,3 1 0,-2 1 95,5 3 1,-3 0 151,3 0-346,1 0 0,3 1 9,0 2 1,3 4-12,1 4 0,0 0-40,-4 0 1,-4 8-174,1 3 1,-1 4-260,4 0 1,-1-2-6,-3 5 0,-1 1-176,-2 3 1,-2-1 121,6-3 0,-2 3-69,1-3 0,3-2 532,-3-1 0,23-3 0,5-1 0</inkml:trace>
  <inkml:trace contextRef="#ctx0" brushRef="#br0" timeOffset="3702">3053 524 7755,'-5'-11'711,"-3"0"0,2 1-406,-1 2 0,3 0-87,-3 4 0,0 1-57,-4 3 1,0 1-120,-1 2 0,3 4 130,1 4 0,-1 1-85,1 3 0,2-3-205,-1 2 0,4 4-59,0 0 1,1-1-79,2 2 0,0-2-6,0 1 0,0-1-107,0-2 1,5-3 166,3 3 1,-2-7 57,1 0 1,0-6 69,4 2 1,0-3 0,1-1 0,-1-1 63,0-3 0,0-2-18,0-5 1,0-1 136,0-3 1,-4 3-11,0-3 0,-4-2 135,0-1 1,2-2-162,-1 2 1,0-3-55,-4 2 0,0 2 524,0-1 1,0 5-34,0-2 0,-2 4-285,-1 3 1,0 4-38,-4 4-300,5 0 1,-3 4 113,5 4 0,-4 3-118,0 4 1,1-2 30,3 5 0,1-1-136,3 2 0,-2 2 75,5-3 0,-3-1-19,3 2 1,1-6 138,3 2 1,0-3-4,0-1 0,0 0 4,0 0 1,1-5 19,3-2 0,-3-3 100,3-1 1,-2-1-136,2-3 1,-3-2 14,3-5 0,-3-1-93,-1-3 1,0 2-185,0-6 1,0 1 41,0-4 0,-3 0 157,-1 0 0,-3-4 34,3 0 1,-5-4 60,2 0 1,-3-2 154,-1-1 1,0-5-6,0-2 1,0 1 233,0-2 1,0 1 21,0-4 1,-1 8 220,-3 3 0,2 9-89,-5 2 0,-1 8-189,-3 7 1,0 6-195,0 1 0,4 6 136,-1 8 1,1 4 104,-4 4 0,5 5-154,2 2 1,3 4-23,1 4 1,1 0-41,3 7 1,6-4-13,4 4 1,6 0-520,-2-3 0,7 2-308,1 1 0,3-6-651,-3-5 1,3-5 662,-3-6 0,-5-5-169,-7-2 0,-1-9 169,-2-6 654,0-5 0,-5-21 0,-1-3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49.4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67 7872,'0'-11'0,"0"0"139,0 0 0,0 4 1291,0-1-381,0 1-274,0 1-206,5 1-298,-3 5 1,2 9-55,-4 2 1,0 7 0,0 0 0,0 8-197,0 3 1,-1 4-161,-2 4 1,0-1-189,-4 4 0,3-3-67,-3 3 1,3 0-494,-3 0 1,3 2 227,-3-6 1,1-3-324,-2-3 1,-2-11 332,3 0 649,2-6 0,-5-46 0,4-11 0</inkml:trace>
  <inkml:trace contextRef="#ctx0" brushRef="#br0" timeOffset="746">12 277 7706,'-1'-10'615,"-3"2"-439,3-1 1,-4 6-67,5-4 1,1 4 135,3 0 0,-2 0 12,6 0 1,0 0 40,7-4 1,-2 1-153,6-2 0,0-2-88,7 3 0,-1-4 6,4-4 0,-1 3-215,2-3 0,-2 3 57,-3 1 1,-1 0-82,1 0 1,-6 1 7,-4 3 1,-3 2-331,-1 5 310,-5 0 1,3 1 83,-6 3 0,1 6 74,-4 4 1,-4 7-15,1 1 1,-5 0 18,4 4 0,-3 2-81,3 2 1,-4 0 9,1 0 0,0 0 70,0-4 0,1 3-4,-1-3 1,-2 4 87,5-5 1,-3 0-81,3-7 1,1 2-5,3-6 1,0 1-54,0-4 58,0-5 1,1-1 75,3-5 1,2-1 125,5-3 1,3-7-179,1-7 0,5 1-37,-2-2 1,3 1-77,1-4 0,0 0 19,0 0 1,0 1-76,0 3 1,-5-2 94,-2 5 1,-4 4-263,-4 4 280,3 5 29,-9-3 0,4 7 39,-5 5 0,-3 1 160,-1 7 0,-3-2 54,3 2 1,0-3-55,4 3 1,-3 1 9,-1-2 1,0 1-135,4-4 1,1 0 12,3 0 0,-1-1 41,4-3 1,0 2 0,4-6 1,2 5-162,1-5 1,0 1-227,4-4 0,-3-1 138,3-3 0,1-2 105,3-5 1,0-4 28,0 1 0,-2-5-6,-1 5 1,2-5-1,-3 5 1,2-5-10,-2 4 0,0-3 8,-7 3 0,3-3 76,-7 3 0,-1-1 115,2 2 1,-6 5 46,2-2 0,-4 7-89,-4 1 1,-2 2-35,-5 1 0,-4 2 12,1 5 0,-5 1 134,5 6 1,-5 2-14,4-1 0,1 5 118,3-2 1,0-1-160,0 1 0,3 1-43,1 3 1,3-4-211,-3 1 0,5-5 8,-2 5 1,6-2-25,2 1 0,8-2-78,-1-5 1,8-5-235,-1-2 1,4-3 157,4-1 1,-2-2-100,6-6 0,-6 0-206,2-11 0,1 1-1116,-1-4 1651,-1 5 0,17-28 0,4-3 0</inkml:trace>
  <inkml:trace contextRef="#ctx0" brushRef="#br0" timeOffset="1363">1236 288 7943,'-8'1'1314,"1"2"-929,5-1 1,-7 8-149,5-3 1,-1 3 80,2 1 1,0 1-112,-4 3 0,4 1-25,0 2 1,-2 2-70,1-6 1,1 5-33,3-5 1,-4 5-317,0-5 63,1 1-147,3-4 132,0-5 1,1-1-60,2-5 0,0 0 45,4 0 1,-1-5-14,2-2 0,1-3-49,-1-1 1,3-1 76,4-3 0,-3 2 71,3-6 1,-2 5 109,2-5 1,-3 2 181,3-1 0,1-2-96,-2 5 0,1 1 155,-4 3 0,-4 0-31,1 0 95,-1 4-248,-1 3 1,-1 5 16,-5 2 0,-1 5-34,-3 7 1,2-2 36,-6 5 1,5-3-17,-5 3 0,5-3-16,-5 3 1,6-4-1,-2 1 1,-1-3-8,2-1 2,-1 5-27,4-4-30,0 4-113,5-10 1,1-2 22,5-8 0,1 2-187,3-6 0,-3 0 71,3-7 0,1 2-66,-1-6 0,4 5 195,-1-5 1,-2 2 29,-1-1 1,1-3 124,-1 2 1,3 0 26,-3 0 1,-1 0 162,-2 4 0,-5 4 41,0 4 117,-4 4-286,2-2 0,-5 10 129,0 3 0,-5 5-55,-3 2 0,2 4-34,-1 0 1,3 0 72,-3 0 1,3 2-49,-3-3 1,4 3-32,0 1 1,1-4 40,2 1 1,2-6 105,1 2 0,3-4-174,5-4 1,5-2-58,3-5 0,5-1-88,2-3 1,1-3-284,-1-8 0,-3 2-787,3-6 0,-2 1 204,2-4 0,-8 1 886,1 3 0,-16-8 0,-4 3 0</inkml:trace>
  <inkml:trace contextRef="#ctx0" brushRef="#br0" timeOffset="2297">2537 277 7696,'0'-11'0,"0"3"399,0 1 162,0-1 0,0 1-164,0 0 0,-2 4-139,-1 0 0,-3 1-154,-5 2 1,-4 5-146,0 3 1,-4 3 41,0 3 0,-2 0 12,-1 4 0,4-1-151,0 2 1,0 2 62,0-3 1,2 2-164,5-2 0,4 2 55,-1-6 1,6 5-79,-2-5 1,3-3 215,1-3 10,0-1 1,5-1-2,2-2 1,-1-3 22,2-1 0,-1-1 129,4-3 1,4-2-144,-1-5 0,1 0 21,-4 0 0,4-4 33,0 1 0,3-5 2,-3 4 1,1 0 10,-2 0 1,-1 1 20,1-4 1,2 1 3,-1-1 1,-4-2 55,-4 5 1,-1 1 200,2 2 1,-2 1 55,-2 0 192,-3 5-445,4 1 0,-7 5-139,-1 0 1,2 5 217,-3 3 1,-2 3-239,-2 3 0,3 2-264,2 3 1,-2 2 96,1-3 0,1-1-94,3 1 0,0 0-171,0 0 0,0 2-374,0-6 0,0 1 233,0-4 607,4 0 0,27-20 0,11-4 0</inkml:trace>
  <inkml:trace contextRef="#ctx0" brushRef="#br0" timeOffset="2658">2900 199 7725,'2'-11'0,"1"0"0,-2 0 771,4 0 1137,-5 5-1191,0 1-567,-5 5 1,-1 0-13,-5 0 0,2 5 6,1 3 1,-2 1-101,3 2 0,-2-3 20,2-1 0,1 4-153,2 4 0,3-1 26,-3-3 0,3 4-58,1 0 1,4 0 93,0-4 1,4 3-38,-1 1 1,3 0 24,1-4 0,2 0-7,1 0 1,-2 0 2,3 0 0,-3-1 92,-1-3 1,0 3 66,1-3 19,-6 3 63,-1 1 1,-7-1-105,-1-3 0,-8 2-221,-8-6 1,2 1-238,-1-4 0,-1 4-156,-3-1 0,0 1-461,0-4 1,5 0 341,2 0 639,8-5 0,36-21 0,14-9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45.9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232 188 7727,'0'-11'0,"0"0"1030,0 0-276,0 5-344,0 1-195,0 5 0,0 9 25,0 2 0,-1 8-89,-3 3 1,1 1-97,-4 7 0,-1 3 15,-7 4 1,3 4-226,-3 0 0,1-2-220,0 1 1,1 0-52,-1 0 0,1-2-321,2-5 1,0-6 258,0-5 0,4-5-9,0-6 0,3-5 497,-3-2 0,14-32 0,0-9 0</inkml:trace>
  <inkml:trace contextRef="#ctx0" brushRef="#br0" timeOffset="742">0 398 7727,'0'-8'532,"0"1"1,0 3 53,0-3-345,0 4 1,1-5-139,3 4 0,-1-1 21,4 2 1,4 0-84,4-4 0,1 1 6,-2-2 1,5-2-200,6 3 0,-1-3 16,1-1 0,2 0-152,-1 0 0,5 4 74,-2 0 1,-2-1-51,-1-3 1,-7 5 182,0 2-1,-6-1-19,2 2 121,-8-1 1,-2 9 17,-5 2 1,0 4 187,0 4 1,-4 1-88,1 2 0,-6 3 46,2-2 1,-3 5-112,-1 2 0,0 0 7,0-4 1,0 0-102,0 0 0,4 1 19,-1 3 0,6-7-147,-2 3 1,-1-6 139,2 3 0,-1-6-112,4 2 0,4-7 55,-1 0 0,6-6-134,-2 2 1,3-3 179,1-1 1,5-6-9,2-5 1,-1 0 39,2-4 1,-2-2-67,1-1 1,2-2 6,-5 2 0,3-2 38,-3 5 1,-1-3 4,-3 3 1,0 1 69,0 3 5,-4 0-58,2 0 16,-7 4-30,3 3 1,-5 8 55,0 4 1,0 2 63,0 1 0,0 0-127,0 0 0,-2 3-90,-1 1 1,1 0 70,-1-4 0,2 0-8,1 0 1,1 0 43,2 0 0,-1-4-7,1 1 1,3-6 218,2 2-239,2-3 0,1-1-126,0 0 0,1-5 74,3-2 1,-3-3-123,3-1 1,0 0 136,0 0 1,0 0 12,-4 0 1,0-4-36,0 0 0,0 2-51,0 6 1,0-3 574,0 2 1,-1 2 161,-3-1-281,3 4 0,-8-1 8,6 4-233,-6 0 1,3 4-14,-5 4 1,0 3-12,0 4 1,-4-2-84,1 5 0,-2-3-204,1 3 0,2 0-320,-6 0 0,5 2 238,-5-6 1,6 1-19,-2-4 307,3-5 0,26-35 0,5-14 0</inkml:trace>
  <inkml:trace contextRef="#ctx0" brushRef="#br0" timeOffset="884">882 210 7735,'-11'-7'285,"0"-1"1,4 5 1199,-1-5-1747,6 6-691,-3-8-941,5 9 1894,0-4 0,20 25 0,4 4 0</inkml:trace>
  <inkml:trace contextRef="#ctx0" brushRef="#br0" timeOffset="1667">1015 420 7735,'-7'0'337,"1"0"55,3 0 136,1 0 0,-4 3-9,3 1-453,1 5 1,-3-3-173,5 5 1,-3 1 15,-1 3 1,0-3 137,4 3 0,-1 0-30,-2 0 0,1 0-126,-1-4 0,1 0 57,2 0 1,0 0-144,0 0 0,0-4 26,0 1 63,0-6-79,0 3 0,0-6 48,0-3 1,5-2 31,3-5 1,-2 0 18,1 0 1,2-1-11,5-3 0,-1 2 27,1-6 0,-1 6-1,-2-2 0,3 1 34,1 0 1,3 2 5,-3-3 1,1 4 68,-1 3 0,-3 0-63,3 4 0,-3-3 83,-1 3 0,-4 1-56,1 3 1,-6 1 9,2 2 1,-2 4-4,2 4 1,-3 0 8,3 0 1,-7 1-48,0 3 0,-5-2 1,5 5 0,-5-4 139,5 1 0,-1 1-96,4-2 0,0 1 20,0-4 28,0 0-28,0 0 1,5-5 31,2-2 1,4-3 88,4-1 0,-2-5-175,6-2 0,-5-4 4,5-4 0,-2 2-190,1-6 1,2 1 17,-5-4 0,3-2 109,-3-1 1,3 2 117,-3-3 1,-1-1 133,-3 1 0,1-3-122,-1 3 1,-2-3 107,-1 3 0,0 0 18,-4 4 0,3 1 253,-3 3 0,1 3 523,-1 8-286,-3 2-467,4 5 1,-5 5-1,0 2 0,-2 8 8,-1 3 0,0 3-69,-4 1 0,5 0-137,-2 0 0,3 0-260,1 0 0,-4 4 139,0 0 1,1 3-404,3-3 0,-4 3 98,0-3 0,-3 3-93,3-3 1,-4 0 105,0-4 0,2 0-162,-1 0 1,1-5 190,-2-2 1,2-8 378,3-3 0,1-3 0,12-35 0,8-9 0</inkml:trace>
  <inkml:trace contextRef="#ctx0" brushRef="#br0" timeOffset="1943">1742 265 7687,'0'8'125,"0"-1"0,-1-3 531,-3 3 1,-2 0-244,-5 4 1,-1 0-160,-3 0 0,2 2-166,-6 1 0,1-1 99,-4 1 0,3-1 29,1-2 1,3-2 239,-3-1 0,5 2-303,-3-4-257,9 5 1,7-2 1,8-1 1,3 2-132,4-3 1,-2-1-74,5 1 0,1 1-112,3 3 1,0-1-292,0-3 0,-1 3 89,-3-3 1,2 3 619,-6 1 0,1 0 0,-4 0 0</inkml:trace>
  <inkml:trace contextRef="#ctx0" brushRef="#br0" timeOffset="2810">2459 398 7910,'-8'-10'546,"1"2"0,3 0-285,-3 4 1,0 0-125,-4 4 0,0 2 20,0 1 0,-4 1 20,0 7 0,-3-2-126,3 5 0,-1 2 19,1-1 1,3 3-187,-3-3 1,3 3-234,1-3 0,4 3 224,0-3 0,4 0-248,-1-4 169,3 0 0,4-5 169,4-2 0,0-3-62,8-1 0,2-1 10,2-3 0,-2-2-107,1-5 0,0-1-204,4-3 0,-3 3 202,-1-3 1,-4 3-59,0 1 0,-5 0 343,-2 0 1,-3 0 57,3 0 0,-4 0 106,0 0 1,-5 0-108,-2 0 0,-4 0 69,0-1 1,2 6-99,-1 3 1,5 0 80,-2 0-8,3 1-239,1-3 1,5 9 14,2 0 1,-1 1 30,1-2 1,4 0 31,4 4 1,1-3 23,-1 3 1,-2-4 87,6 0 0,-1-1-70,4-2 1,0 0 19,0 0 0,1 0 40,3 0 0,-3-5 2,3-3 1,2-5 4,2-2 0,-3-1-84,-2 1 0,-1 0-83,-2-4 1,-2-2-4,-1 3 0,-3-3-205,-5-1 1,-1 0 205,-3 0 0,-2 0 36,-5 0 0,-5 4-41,-2-1 0,-3 2 96,-1-1 0,-4 2 163,0 5 0,1 1-114,3 3 0,0 2 91,0 5 1,0 0-52,0 0 0,-3 6 46,3 5 1,-2 5-12,5 6 0,-2 1 66,-1 3 0,5-2-246,3 6 0,0 0-48,-1 7 0,3 1-292,-2 2 1,1 3 46,2-2 0,0 2-132,0 1 0,0 3 223,0 1 1,-1-5-58,-3-6 1,0-4 5,-4-4 0,-2-3-40,3-8 0,1-5-57,-1-6 0,3-5-45,-3 2 0,4-5 391,-1-6 0,8-25 0,2-15 0</inkml:trace>
  <inkml:trace contextRef="#ctx0" brushRef="#br0" timeOffset="2952">2690 585 7753,'-5'-11'1447,"4"0"1,-4 4-1020,5-1 1,1 6-181,3-2 0,2 2-346,5-2 1,5 3-453,3-3 1,1-1 549,2 1 0,45-14 0,10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6:44.4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254 67 7782,'0'-11'-137,"0"3"0,0 1 327,0-2 1,0 3 402,0-1 1,-4 3-201,1-3 0,-2 4-37,1 0 0,2 2-180,-6 1 1,0 0-82,-7 0 0,3 1-121,-3 2 0,-2 7 30,-1 5 1,0 5-1,0-2 0,1 3-24,-1 1 1,-2 4-272,5-1 1,1 5-49,3-5 0,4 5-228,4-4 0,2-1 117,1-3 1,6-1-238,5-3 1,6-3 686,9-7 0,5-5 0,6-6 0,12-20 0,8-10 0,2-3 0,0 0 0</inkml:trace>
  <inkml:trace contextRef="#ctx0" brushRef="#br0" timeOffset="402">574 78 7782,'0'-11'456,"0"0"147,0 5 1,-5 1-256,-2 5 1,-3 0-133,-1 0 0,-4 5-11,0 2 0,-1 4-101,2 4 0,-2 2-234,-3 5 0,2-4 39,3 1 1,1-1-197,-1 4 1,1-1 36,2-3 1,5 2-200,3-5 1,1-1 154,2-3 0,0 0-88,0 0 0,2-5 180,1-2 1,3-3 71,5-1 1,4-5 35,0-2 1,3-3-32,-3-1 0,4-3 2,0-1 1,0-5 79,0 2 1,0 1 7,-4-2 0,3 2 59,-3-1 1,4-3 183,-5 3 0,-3 2 221,-3 1 1,-2 3-62,1 1 0,2 0 624,-6 0-435,1 5-314,-4 1 0,0 6-27,0 3 0,-4-1 6,1 8 1,-6-1-125,2 8 0,1-3-218,-2 3 1,5 1-376,-5 3 1,2 0 27,-1 0 1,-2 0-209,6 0 0,-5 0 252,4 0 0,-3-3 17,3-1 1,1-5 405,3 2 0,14-22 0,5-7 0</inkml:trace>
  <inkml:trace contextRef="#ctx0" brushRef="#br0" timeOffset="877">794 56 7782,'0'-6'1483,"0"1"-562,0 5-896,0 5 1,0 2 69,0 8 0,-5-2 87,-2 5 0,1 1-201,-1 3 0,-1 0-96,-3 0 1,4 0-121,-1 0 0,5-1 70,-5-3 0,6-2-221,-2-5 178,-2 0-15,5 0 144,-4-5 64,10-6 1,1-6-219,5-5 1,0-1 96,0-3 1,0 3 59,0-3 1,0-1 56,0 2 0,2-6-8,1 2 1,-2-2 13,3 2 0,1-3 129,-1 3 1,3 0-115,-3 0 1,3 5 146,-3-2 1,1 3-103,-1 1 1,-3 1 19,3 2 1,-3 4 74,-1 4 0,-4 0-121,1 0 1,-6 6-8,2 5 1,-3 0 136,-1 3 0,-1 4 183,-3 0 0,2 3-116,-6 1 1,1-4 122,-4 1 1,3-1-134,1 4 1,3-4-120,-3 1 0,5-6 9,-2 2 1,3-3-63,1-1 0,0 0-437,0 0-43,0-5 0,5-1-1241,2-5 1685,3 0 0,45-59 0,11-14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09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10639,'6'0'1220,"-1"1"-703,-5 3-73,0-3-344,0 9 0,0-4 47,0 5 1,0 0-77,0 0 1,1 1-72,3 3 0,-3-2-298,3 6 0,-3-6-79,-1 2 1,4-3-479,-1-1 1,1 0 854,-4 0 0,10-10 0,2-2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10.9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254 266 7699,'5'-7'87,"-3"-2"1,6 3 146,-4-5 1,1 4 379,-2 4-272,-1-3-298,3-1 1,-5 0 196,0 0-113,0 4 0,-2-5-12,-1 4 0,0-1-106,-4 1 0,-2 3 72,-5-2 1,0 0-17,-4-1 1,3 3-124,-3-2 0,1 1-3,-2 2 0,-2 2 10,3 1 1,1 0 32,-2 4 1,6 2-122,-2 5 0,3 0 61,1 4 0,1-4-131,3 0 1,2 2 78,5-1 1,0 3-73,0-3 0,1 0-104,3-4 1,2-1 15,5-3 0,4 1 142,-1-4 0,2 0 24,-1-4 0,-2-1 73,6-3 0,-6 1-6,2-4 1,1 0 158,-1-4 0,-1 0-69,-3 0 1,0 0 133,0 0 0,-4 0 350,-4 0 0,2 0-103,-1 0 1,-1 3 575,-3 1-663,0 4 0,-1-5 176,-2 4-363,1 0 0,-4 6-125,3 1 0,1 0 54,-1 4 0,1 1-142,2 3 0,0 3 38,0 1 0,4 5-47,0-2 0,3 4-101,-3 4 0,4-2 142,0 6 0,-2 0 30,1 7 1,-4-3-162,0 3 0,-1-4-254,-2-4 0,-5 3 267,-3-2 1,-2-7 134,-1-1 1,-3-7 114,-1-1 0,-5-1 55,2-2 1,1-5 201,-1-2 1,4-3-96,-1-1 1,3-1 42,1-3 1,0-4-40,0-6 0,5-3 72,2-5 0,3-5-124,1-3 0,1 3 11,3 2 1,2-2-1284,5 1 0,5 0 296,2 4 1,0 5-27,0 2 0,4 3 796,4 1 0,43 15 0,9 3 0</inkml:trace>
  <inkml:trace contextRef="#ctx0" brushRef="#br0" timeOffset="500">453 596 7699,'0'-11'-99,"0"5"484,0-4 22,5 9 0,1-4-67,5 5 0,0 0-78,0 0 0,0 0-55,0 0 0,0 0-88,0 0 1,0 0-100,0 0 0,0 4 32,0 0-170,0 4 1,-3-3 71,-1 2 1,-5 3-136,2-2 1,-3 1 40,-1 2 1,-1-2 125,-3 2 0,2-6 54,-5 6 0,0-3-11,0 4 1,-6-1 84,2 0 0,-3 0-20,3 0 1,0-2 119,0-1 1,0 2 49,0-3 1,0-1-31,0 1 1,4-3-80,-1 3 1,5-3-60,-5 3-219,6-4 0,-2 2 108,8-5 1,2 0-98,5 0 0,5 0-266,2 0 0,4 0-502,4 0 1,1-4 879,2 0 0,52-14 0,9 0 0</inkml:trace>
  <inkml:trace contextRef="#ctx0" brushRef="#br0" timeOffset="900">1313 266 7703,'-11'-10'272,"0"2"1,-1 4 479,-3 4 1,1 0-260,-4 0 1,0 4-117,-4 4 1,-4 3 102,0 4 0,0 3-119,4 8 0,-2-2-28,2 5 1,2 1-324,9 3 0,5 0-209,2 0 1,3 0 81,1 0 0,10 0-611,5 0 0,5-4-506,6-4 1,4-3 481,6-3 752,-1-8 0,42-21 0,5-8 0</inkml:trace>
  <inkml:trace contextRef="#ctx0" brushRef="#br0" timeOffset="1267">1555 453 7703,'0'-11'792,"-3"4"-551,-1-1 1,0 5-319,4-5 1,2 6 174,1-2 1,5 3 54,6 1 1,0 0-7,4 0 0,0 1-94,5 3 0,0 2 36,3 5 0,-4 0-182,0 0 0,-2 1-24,-5 3 1,0-2 109,-4 6 1,-1-5 70,-3 5 1,-3-6-45,-8 2 0,-3 1-7,-8-1 0,-3-1-15,-8-3 1,1-1-6,-4-2 1,1 0-31,-2-4 0,3 1-122,5-2 0,5-1-111,3 1 1,1-2-915,2-1 774,5 0 1,2-1-400,8-2 809,2 1 0,69-32 0,16-3 0</inkml:trace>
  <inkml:trace contextRef="#ctx0" brushRef="#br0" timeOffset="1515">1952 453 7617,'5'-11'-260,"-2"1"438,4 3 0,-3-2 309,3 6 0,-3-5 271,3 5-291,-5-1-275,3 4 0,-6 0 81,-3 0 1,-2 1-25,-5 3 0,-5 1-7,-2 2 0,-2 3 25,2-3 0,-3 4-55,3 4 1,2-3-1,1 3 1,7-3-212,0-1 0,6 4-112,-2 0 0,3 0-109,1 0 1,8-3-135,3 3 1,9-3-353,2-1 1,1-3 39,7-1 1,-4-4-495,3 0 1,-5-2 791,2-1 0,-4-4 368,-3-4 0,-3-26 0,-5-8 0</inkml:trace>
  <inkml:trace contextRef="#ctx0" brushRef="#br0" timeOffset="1884">1599 166 7709,'-3'-7'-386,"-1"0"1133,0 4-510,4-2 0,5 2 95,3-1 0,5 0-295,2 4 1,4 0 79,0 0 1,7 0-125,3 0 1,2 0 87,-2 0 1,2 0-662,-6 0 1,0 0 64,-7 0 1,2 0-168,-6 0 0,1 0 682,-4 0 0,-5 0 0,-15-5 0,-10-1 0</inkml:trace>
  <inkml:trace contextRef="#ctx0" brushRef="#br0" timeOffset="2124">1820 23 7560,'-5'-6'30,"4"1"1,-4 4 329,5-3 172,0 3-203,0-4 0,1 5 201,3 0-154,2 0 1,5 5-63,0 2 0,0-1-65,0 2 0,0-1-204,0 4 1,-1 0-1,-3 0 0,2 1 2,-6 3 0,1-3-42,-4 3 1,-5 1-337,-2-1 0,-3-1-80,-1-3 1,-5 0-442,-2 0 1,1 0-828,-2 0 1679,6 1 0,-13-6 0,3-1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13.9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78 133 7709,'0'-6'-164,"0"-4"0,0 8 1658,0-6-922,-5 6 0,3-3-142,-6 5 1,5 0-114,-5 0 1,5 0-109,-5 0 1,5 5-26,-5 2 0,2 3-39,-1 1 0,-2 5-81,6 2 1,-1 3-367,4 1 0,0 0 238,0 0 0,1 2-855,3 1 0,2-1 138,5 1 1,1-6-181,3-5 1,-2 1 219,6-4 741,-1 3 0,14-28 0,2 1 0</inkml:trace>
  <inkml:trace contextRef="#ctx0" brushRef="#br0" timeOffset="293">321 210 7942,'0'-6'1478,"0"1"-709,0 5-459,4 0 0,-1 5-72,4 2 0,1 3-121,3 1 0,3 4-108,1 0 1,0 4-13,-4 0 1,-1-2-206,-3 1 0,1-3 130,-4 3 0,0-3-12,-4 3 1,-1-4-354,-3 0 1,-2-5 159,-5-2 0,-4-4-537,0 1 0,-3-3 12,3-1 808,1 0 0,-7-25 0,-2-5 0</inkml:trace>
  <inkml:trace contextRef="#ctx0" brushRef="#br0" timeOffset="450">321 56 7709,'0'-11'0,"0"0"-260,0 0 1,0 3-374,0 1-45,0 5 678,0-3 0,14 19 0,5 5 0</inkml:trace>
  <inkml:trace contextRef="#ctx0" brushRef="#br0" timeOffset="777">530 133 7709,'-6'-5'228,"1"4"709,5-4-208,0 5 0,5 1-375,2 3 1,7 6-123,0 4 1,5 6-215,-5-2 1,5 3-2,-4 1 0,-1 2-95,-3 1 1,0-1-222,0 1 1,-5-1-467,-2-2 0,-6 0 170,-2 0 1,-8-5 594,1-2 0,-17-18 0,-2-4 0</inkml:trace>
  <inkml:trace contextRef="#ctx0" brushRef="#br0" timeOffset="1409">883 221 7709,'-6'-11'-576,"1"1"0,1 2 2871,0 0-1205,-4 1 12,7 1-702,-4 1 1,10 6 30,2 3 0,4 2-123,4 5 0,-2 5 6,6 2 1,0 8 92,7 4 1,-3 1-60,3 3 0,-3 3-309,-1 4 0,-1 2 17,-3 1 1,-7 1-99,-7 3 1,-3-8 10,-1 1 0,-5-11-236,-2-4 0,-4-4-43,-4-3 1,2-5-187,-6-6 1,6-3-1121,-2-5 1,2 0 1615,-2 0 0,-2-20 0,-5-5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17.4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309 1 7754,'11'0'1271,"-5"0"-797,-1 0-100,-5 0-187,-5 0 0,3 0 0,-6 0 1,1 0-19,-4 0 0,0 0-54,0 0 1,-1 1 18,-3 3 0,3-3-169,-3 3-12,3-3 0,1-1 37,0 0-11,0 0 82,0 0-171,0 0 1,3 0 159,1 0-17,5 0 146,-3 0 2266,5 0-2208,-5 0-85,3 5-9,-2-4-44,4 9 1,0-8 105,0 5-127,0 1 1,0 3-1,0 0 1,0 0-42,0 0 1,0 4-16,0-1 0,0 6-60,0-2 0,0 3 54,0 1 1,0 0-11,0 0 1,0 4 9,0 0 1,0 3-10,0-3 1,0 1-16,0-2 1,3 0-10,1 4 0,0-3 18,-4 4 0,0-6 4,0 2 1,0-3-116,0-1 1,0 0 89,0 0 1,-4 0-6,0 0 0,1-3 20,3-1 0,0 0 1,0 4 1,-2-3-6,-1-1 0,1-1-3,-1 2 1,0 2 11,0-3 1,1-1 9,-1 1 1,2 0-40,1 0 0,0 2-22,0-6 1,0 5-9,0-5 0,0 5 4,0-5 0,0 6-8,0-2 1,-2-1 32,-1 2 1,1-2-10,-1 1 1,0 6 85,0-6 1,0 5-84,-4-4 1,4 2 131,0 1 0,0-2-88,0-1 1,1 2 6,-1-3 1,1 2-22,2-2 0,0 3-4,0-3 0,0 2-4,0-2 1,0 3-9,0-3 1,0 2 15,0-2 1,0 3-6,0-3 1,-3 3 6,-1 1 1,0-1 10,4-2 0,0 1 31,0-1 0,0 2-5,0 1 1,0 0 6,0 0 1,0-1-28,0-3 0,0 3 7,0-3 1,0 2 2,0-2 0,-1 2 1,-2-6 0,1 5 66,-1-5 0,1 5-5,2-4 0,0-1 7,0-3 1,0 4-90,0 0 0,-1 3-9,-2-3 1,1-1-6,-1-3 1,1 4-11,2 0 1,0 0-4,0-4 1,0 0-27,0 0 1,0 0-48,0 0 1,0 0 8,0 0 38,0 0 1,-1 0 36,-3 0 0,3-4 0,-2 0 0,1-3 11,2 3 1,0-3 15,0 4-2,0-6 13,0 8-10,0-9 60,0 4 12,-5-5-43,4 0 11,-4 0 1007,5 0-851,5 0 0,-2 4-197,4-1 0,-3 1-118,3-4 1,0 0-101,4 0 1,0 0-412,0 0 0,1 0-148,-1 0 0,1 0-724,2 0 0,-1-1 1487,1-3 0,-11-17 0,-4-8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19.2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7349,'0'6'1866,"0"-1"-1376,0-5-270,5 0 1,1 0-1,5 0 0,-4 0 109,1 0-152,4 0 0,4 0-79,2 0 0,-6 0 18,-4 0 0,-1 0-31,4 0 1,-3 0 183,-1 0-55,-5 0-30,8 0-101,-9 0 0,5 0 220,-2 0-146,-3 5 1,4-3 76,-5 6 1,0-5-49,0 5 0,0-5-6,0 5 0,0-1-60,0 4 1,0 0 6,0 0 0,0 4-21,0-1 1,0 6-136,0-2 0,0 1 43,0 3 0,0-3-113,0 7 0,0 1-55,0-1 0,0 3 93,0-3 1,2 3-59,1-3 1,-2 5 93,3-2 0,1-2-13,-1-1 0,-1-3-13,-3-1 0,0 0 12,0 0 0,0-1-3,0-3 0,0 3-12,0-2 1,0 1-59,0 2 0,0-3 84,0-1 1,0-1-9,0 2 0,0 2 35,0-3 1,0 2 6,0-2 0,0 2 7,0-6 1,-1 5 10,-3-5 1,3 5-3,-2-5 0,1 5 90,2-5 1,0 5-110,0-5 1,-1 5-25,-3-4 1,3 3-96,-2-3 0,1 4 90,2 0 1,0-2-10,0 1 0,0-3 18,0 3 1,0-3-11,0 3 0,0-4 31,0 0 0,0 2 111,0-1 0,0 3 28,0-3 0,0 0-12,0-4 0,0 4-34,0-1 0,0 5-51,0-5 0,-1 5-1,-3-5 1,3 2-23,-3-1 0,3 1-16,1 2 1,0-1 21,0-2 0,0-1-4,0 4 0,0-4-7,0 0 0,0 2 18,0-1 0,0 1 5,0-2 0,0-1-15,0 1 1,0 2 6,0-1 0,0 1-4,0-1 1,0-3-4,0 3 0,0 1 7,0-2 1,0 2-3,0-1 0,0-3-5,0 3 0,0 1-12,0-2 1,0 2-1,0-1 1,0-3-4,0 3 1,0-2-1,0 2 0,0-3 9,0 3 1,0 1-5,0-1 0,0 1-3,0-2 1,0-1-3,0 1 0,0-1 42,0-2 1,0 3-35,0 1 0,-3 0 11,-1-4 0,0 0-60,4 0 1,0-4-4,0 0 1,0 1-1,0 3 0,0-4-58,0 1 42,0-6 1,0 8-177,0-9 71,0 4 1693,0-5-1269,-5 0 0,3 0-187,-5 0 1,3 0 15,-3 0 1,-1 0 42,-3 0 0,0 0 6,0 0 0,0 0-2910,0 0 1,0 0 244,0 0 2517,0-5 0,5-26 0,1-10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24.1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11 199 8313,'6'-5'1083,"-2"-2"-884,2 2-243,-5 0-561,4 5 210,-5 0 1,-10 0 0,-2 0-1</inkml:trace>
  <inkml:trace contextRef="#ctx0" brushRef="#br0" timeOffset="165">0 45 7914,'0'-11'-406,"0"3"-752,0 1 609,0 0 549,0 1 0,0 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33.0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12 7991,'-6'-5'2503,"1"4"-2212,5-4 0,5 5-49,3 0 1,1 0-125,2 0 0,5 0-232,3 0 1,-1 0-149,4 0 0,-2 0-496,5 0 1,-1 0-25,-2 0 0,-1 0 782,-3 0 0,-12 0 0,-7 0 0</inkml:trace>
  <inkml:trace contextRef="#ctx0" brushRef="#br0" timeOffset="181">0 144 11212,'16'0'486,"3"0"1,1 0-660,2 0 0,5 0-535,3 0 0,2 0 708,1 0 0,29-5 0,8-1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31.1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33 375 8019,'0'-11'0,"0"0"0,0 0 342,0 0 685,0 5-460,0-4-142,0 9-390,5-4 119,-4 5 1,4 1-107,-5 3 1,0 2 12,0 5 1,0 0-101,0 0 0,-1 2 71,-3 1 0,3 0-58,-3 4 1,3-3-44,1 3 1,0-3-213,0 3 0,0-4-55,0 0 0,1 0 103,3 1 0,-2-7-32,5 3 1,1-3-146,3-1 242,0-2 1,0-5 80,0 0 1,0-1 6,0-3 1,-4-2 9,1-5 1,-2 0 20,1 0 0,2 0 25,-6 0 0,2-4 126,-1 0 0,-3 1 167,3 3 0,-3-1-4,-1 1 0,1 2 251,3 1-184,-3-1 107,4 2-232,-5 1-102,0 1 1,0 7-10,0 1 0,1 3-25,3 5 0,-3 0-66,3 0 0,2 5 20,1 3 1,3 5-136,1 2 0,0 5 48,0-2 1,-3 7-177,-1 0 0,-1 6 126,1-2 1,-2-2-83,-5-1 0,-1-3 85,-3-1 1,-5-1-14,-6-2 0,-5-5-6,2-6 1,-3-1 187,-1-7 1,0 5 407,0-9 0,1 1-189,3-8 0,-2 0 17,6 0 1,-1-5-86,4-2 1,1-3 68,3-1 1,-2-4-48,5 0 0,2-4-55,6 0 1,2 2-442,5-1 0,5 3-205,2-3 0,4 4-488,4 0 0,-2 0 439,6-1 517,-1 3 0,24-7 0,10-2 0,6 0 0,0 0 0</inkml:trace>
  <inkml:trace contextRef="#ctx0" brushRef="#br0" timeOffset="458">441 111 8033,'6'-5'425,"-3"-2"162,-1 2 0,-2-5-78,0 9 28,0-4-340,0 5 0,-2 5-103,-1 2 1,0 6-190,-4 2 1,3 5-4,-3-2 1,3 3-32,-3 1 0,5 0-197,-2 0 1,3 1-339,1 3 1,1-4 104,3 0 1,5 0 558,6-3 0,39-8 0,6-2 0</inkml:trace>
  <inkml:trace contextRef="#ctx0" brushRef="#br0" timeOffset="774">804 177 8043,'0'-6'1205,"0"-4"-653,0 9-57,0-4-339,0 15 0,5-3 29,3 8 0,-2-2-329,1 2 1,1-2-47,3 6 1,-2-2-19,-1 1 0,0 2 81,-4-5 0,3 3-13,-3-3 0,0 3 37,-4-3 0,-2-1-1,-1-3 1,-5-1-15,-6-2 1,0 0-112,-4-4 0,3-1-324,-3-3 1,-1 0-5,-3 0 557,5 0 0,-4-19 0,4-6 0</inkml:trace>
  <inkml:trace contextRef="#ctx0" brushRef="#br0" timeOffset="948">727 34 8005,'0'-11'-476,"0"0"1,-1 4-566,-3 4 1041,3 2 0,11 30 0,8 8 0</inkml:trace>
  <inkml:trace contextRef="#ctx0" brushRef="#br0" timeOffset="1326">1003 67 8005,'0'-11'-257,"0"0"1597,0 0-1013,0 4 1,1-1-100,3 4 0,2 1 8,5 3 0,0 4 0,0 4 0,4 3-81,-1 4 0,5 2 72,-5 5 0,5 1-364,-4 3 0,-1-2-254,-3 6 1,-5-2-384,-2 1 1,1 2 345,-1-5 1,-2 0 427,-6 0 0,-11-3 0,-9 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34.5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22 220 7972,'-5'-7'447,"4"-2"1007,-2 1-485,-4-2-26,6 4-109,-4 1-279,5 5 1,2 7-205,1 4-1,2 1 28,2 6 0,3 1-132,-2 3 1,1 3 13,2 1 0,0 5-406,0-2 1,-3 3-119,-1 1 0,-4-1-296,0-3 1,2 2 67,-1-5 1,0-2-452,-4-6 1,0-2-259,0-5 498,0 0 0,-2-4 18,-1-4 685,1-2 0,-7-35 0,2-9 0</inkml:trace>
  <inkml:trace contextRef="#ctx0" brushRef="#br0" timeOffset="300">11 186 7972,'0'-15'125,"-3"2"-125,-1-1 0,0 1 1493,4 2-979,0 0 0,5 2-86,3 1 0,1 3-248,2 5 0,5 0-87,3 0 1,3 0 54,3 0 1,4 5-192,4 3 0,0 5-5,0 2 0,-5 4 183,-2 0 1,-4 0-527,-4 0 1,-3 1 129,-8-1 0,-3-2 33,-8 1 1,-3-4 136,-8 1 1,-6-3 37,-4-1 0,-6-1-64,2-3 1,-2 2-79,2-6 1,3 1-684,7-4 1,4 0 45,4 0 832,-1 0 0,36-10 0,8-2 0</inkml:trace>
  <inkml:trace contextRef="#ctx0" brushRef="#br0" timeOffset="761">805 21 8183,'6'-5'1167,"-1"-1"0,-6 0-639,-3 2 1,2 4 174,-6 4 1,0 3-285,-7 8 1,2 2 23,-6 5 1,6 6-144,-2 5 1,-1 2-258,1 5 0,4 1 124,4 3 0,5 3-86,-2 1 1,11-1-96,4-7 0,8-2-334,-1-5 0,3-5-973,1-2 0,4-7 625,-1-5 1,0-3-2179,-7-3 2874,3-4 0,-9-23 0,4-6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41.6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23 491 8058,'0'-11'988,"0"0"0,0 4-453,0 0-364,5 4 1,1-2 0,5 5 0,4 0 2,-1 0 1,2 0-137,-1 0 0,-1 2 7,4 1 0,-5 3-152,2 5 1,0 0-301,-4 0 0,1 4 208,-8 0 0,-1 4-3,-3 0 0,0 2 107,0 1 0,-5-4-166,-2 0 1,-4 0 150,-4 0 0,2 2 0,-5-6 0,0 1 62,0-4 1,-2-4 3,6 1 1,-1-2-245,4 1 0,0-2-40,0-5 0,4 0-522,-1 0 609,6 0 0,-3-1 241,5-3 0,0 2 0,0-6 0,34-19 0,9-8 0</inkml:trace>
  <inkml:trace contextRef="#ctx0" brushRef="#br0" timeOffset="259">398 469 7933,'-8'0'16,"1"0"1,3 0 178,-3 0 0,0 0 347,-4 0-285,0 0 1,-4 0 16,0 0 1,1 5-1,3 3 1,-2 1 54,-1 2 1,1 0-153,-1 0 0,1 4-113,2 0 0,5 4 96,3 0 1,1-2-129,2 1 0,0 0 142,0 0 1,6 2-44,6-6 0,1 0-243,9-7 1,-2 3-328,5-3 1,-1-2-912,-2-1 1,0-3 1349,0-1 0,15-20 0,3-4 0</inkml:trace>
  <inkml:trace contextRef="#ctx0" brushRef="#br0" timeOffset="976">552 95 8526,'0'-7'1641,"0"3"-1489,0 4 0,-4 1 207,1 2-194,-6 4 1,4 7-101,-2 1 0,-2 1-131,6-1 0,-1 0-176,4 4 1,0 2-212,0-3 0,0 3 168,0 1 0,1 0-74,3 0 1,6-5-141,4-2 0,6 1 499,-2-1 0,33-15 0,7-8 0</inkml:trace>
  <inkml:trace contextRef="#ctx0" brushRef="#br0" timeOffset="1276">905 183 7890,'0'-11'1054,"0"5"-310,0 1-409,0 5-154,5 5 0,-3 1-46,6 5 0,-1 1-155,4 3 1,-4-2 129,1 6 0,-1-5-100,4 5 1,-1-5-41,-3 5 0,2-6-146,-6 2 1,1-2-159,-4 2 102,0-3 0,-5 4-168,-2-5 0,-3-3-53,-1-1 0,-4-5-227,1 2 1,-2-3 679,1-1 0,-17-34 0,-8-9 0</inkml:trace>
  <inkml:trace contextRef="#ctx0" brushRef="#br0" timeOffset="1434">861 28 7890,'0'-11'-1454,"0"0"1454,0 5 0,10 16 0,2 8 0</inkml:trace>
  <inkml:trace contextRef="#ctx0" brushRef="#br0" timeOffset="1862">1125 117 8314,'0'-11'1140,"2"4"-928,1 4 1,0 2 61,4 1 1,2 1 129,5 2 1,1 5-228,7 6 0,-2 4-120,5 4 1,0 1-265,1 3 1,-7 1 194,3 2 0,-8 2-534,-3-6 1,-6 1 186,-9-4 1,-3-3-71,-8-1 0,-2-5 429,-5 2 0,-30-17 0,-6-6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37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0 221 7685,'0'-6'1051,"0"0"-480,0 2-73,0 3 56,0-4 547,0 5-963,5 5 0,-2 1 4,4 5-34,-5 0-335,8 5 1,-5-2 181,2 4 1,2-4 168,-5 0-443,4-1 0,-2-2-526,5 0 1,-3-2 448,-1-1 1,-1-2 159,2-2 1,1-3 100,-1 2 0,-2-1 9,1-2 1,1-2 35,3-1 0,-4-3 47,0-5 1,-1 3 156,2 1 0,-3 0-8,-5-4 1,3 0 155,1 0 0,0-1 125,-4 1 0,0 4 120,0 0 35,0-1-311,0 2-37,0-4 8,-5 9-116,4 1 1,-4 6-22,5 5 0,0 0-21,0 0 0,0 2-15,0 1 0,0 0 5,0 4 0,3-3-102,1 3 1,5 1 63,-2 3 1,3 3-12,1 1 1,-1 0-22,-3-4 1,3 4-164,-3-1 1,-1 1 68,2-4 0,-6-1-70,2-3 0,-3 2 0,-1-5 0,-5-1 68,-2-3 1,-3 0 41,-1 0 0,-1-3 51,-3-1 1,3-3 16,-3 3 1,-1-4-43,1 0 0,-3-1 10,3-2 0,-3 0 75,3 0 0,0 0 140,4 0 1,2-5 175,1-3 1,0-2-139,4-1 1,0-1 2,4-2 0,5 1-177,3-1 1,3 1-165,3 2 1,3-3 139,6-1 0,0 0-159,3 4 1,0 0-148,4 0 1,2 1-904,-3 3 1208,3-3 0,30 4 0,8-5 0</inkml:trace>
  <inkml:trace contextRef="#ctx0" brushRef="#br0" timeOffset="399">728 387 7972,'-6'0'1533,"1"0"-1255,5 0 0,5 0-114,2 0 1,8 0-76,3 0 0,3 0-139,1 0 0,1 0-337,3 0 1,-3 0-451,3 0 0,-3 0 837,-1 0 0,0-5 0,0-1 0</inkml:trace>
  <inkml:trace contextRef="#ctx0" brushRef="#br0" timeOffset="597">728 519 10367,'18'-1'446,"1"-3"0,-1 3-714,4-3 1,5 3-2297,2 1 2564,-2 0 0,39-5 0,5-1 0</inkml:trace>
  <inkml:trace contextRef="#ctx0" brushRef="#br0" timeOffset="1264">1632 243 7972,'-8'0'-152,"1"0"1,3 0 166,-3 0 0,3-3 409,-3-1 106,5 0-174,-8 4-255,4 0 1,-5 0 43,0 0-266,0 0 1,-2 0 159,-1 0 0,1 2-157,-1 1-98,1-2 1,2 8-126,0-5 86,0 4 0,5-5 125,3 4 0,1-3 61,2 3 0,0-3 61,0 3 0,2-3 13,1 3 1,3-1-27,5 2 1,4 1 15,0-1 1,1 0 14,-2 0 0,2 2-34,3-3 1,2 1-1,-3 0 0,-1 2-2,1-3 1,-3 2-10,4-2 1,-6 3 55,2-3 0,-4 3 99,-4 1 1,2-4 37,-6 1 0,1-1 44,-4 4 0,-6-4 173,-5 1 1,-1-2-88,-7 1 1,-3 2 45,-4-6 0,0 1-141,0-4 0,-1 4-184,-3-1 1,4 1-187,3-4 0,5 0-1171,0 0-309,-1 0 1657,2-5 0,36-11 0,12-7 0</inkml:trace>
  <inkml:trace contextRef="#ctx0" brushRef="#br0" timeOffset="1581">2051 310 7972,'-11'-7'145,"0"4"1,-4-2 280,0 1 0,-1 0 89,2 4 0,0 0-208,-4 0 0,3 2-275,-3 1 0,1 4 92,-2 4 0,2 0-62,2 0 0,7 1 7,-3 3 0,7-2-236,0 5 1,3-3-32,1 3 1,5-3-317,2 4 0,8-2-334,4 1 0,3-2 263,3-5 1,0 0 584,4 0 0,50-20 0,15-4 0</inkml:trace>
  <inkml:trace contextRef="#ctx0" brushRef="#br0" timeOffset="2017">2348 365 7965,'0'-11'0,"0"0"0,0 0 0,-1 3 723,-2 1 0,0 4-194,-4 0 0,3 2-250,-3 1 0,-1 0-114,-3 0 1,-3 3 27,-1 1 1,-3 4-105,3 0 0,-4 2-211,5 1 1,-1 0 147,4 0 1,0 3-230,0 1 1,4 0-257,-1-4 1,6 0 221,-2 0 0,3 0 127,1 0 0,1 0-180,3 0 1,3-4-253,8 1 1,-2-6 106,6 2 0,-5-3-101,5-1 0,-4-1 536,3-3 0,-5 2 0,2-6 0,-3 1-110,-1-4 0,-1 0 230,-3 0 1,2 0 142,-5 0 0,-1-4-45,-3 0 1,0 1 182,0 3 0,0 0-154,0 0 1,-1 1 59,-2 3 1,0-2 180,-4 5-82,4-4-332,-2 6 31,5-2 1,0 8-88,0 4 0,0 2-23,0 1 0,2 0-184,1 0 0,0 0 18,4 0 1,-3 3-175,3 1 0,0 1 39,4-1 1,-3-3-92,-1 3 1,1-3 396,3-1 0,19-10 0,6-2 0</inkml:trace>
  <inkml:trace contextRef="#ctx0" brushRef="#br0" timeOffset="2673">2514 343 7962,'-6'-5'362,"1"2"737,5-4-572,0 4-153,0-1 51,0 4 0,3 4-372,1 4 0,3 5-23,-3 2 0,3 3-280,-3-3 0,4 1 130,-5-1 0,2-2-70,-1 6 0,-3-6 62,3 2 1,-3-3 64,-1-1 0,0 0 93,0 0 0,1-4-112,3 1 10,-3-6-84,4 3 0,-5-6-209,0-3 1,0 2 172,0-6 0,0 1-113,0-4 0,0-4 210,0 1 1,0-2 15,0 1 0,0 3 64,0-3 0,4-1 240,-1 1 1,5 1-58,-5 3 1,5 0 139,-5 0-84,6 0 0,-3 3-204,5 1 1,-4 4 3,1 0 0,-1 2-24,4 1 0,-4 4-23,1 4 0,-2 2 31,1 1 1,2 3 15,-5 1 0,3 0-7,-3-4 1,3 3 55,-3 1 1,0 0 17,0-4 1,-3 0 107,3 0 46,-3 0-167,-1 0 8,0 0-368,0-5-53,0-1-279,0-5 454,0-5 0,-1-1-9,-3-5 0,3 4 145,-3-1 1,3 1-33,1-4 0,0 0 107,0 0 0,0 4 239,0-1 0,0 1 69,0-4 1,1 0-138,3 0 0,-1 0 46,4 0 0,0 0-131,4 0 0,-3 3-36,-1 1 1,2 3-8,5-3 0,-1 4-28,1 0 1,-2 2 113,0 1 0,-1 4-6,0 4 0,0 2 140,0 1 1,0 3-68,0 1 1,-4 1-90,0-1 0,1-2-235,3 6 0,-5-6-483,-2 2 0,0-3 280,0-1 1,0-4-209,-4 1 0,3-5 488,1 5 0,5-25 0,-3-3 0</inkml:trace>
  <inkml:trace contextRef="#ctx0" brushRef="#br0" timeOffset="3274">3297 45 7978,'-2'-7'-143,"0"-1"366,-2 0 1,-1 2 1483,2-2-622,1 6-564,-3-3 1,5 10-152,0 2 0,0 8 42,0 3 1,4 4-155,0 4 1,4 2-38,0 5 1,2 5-220,1 3 0,0 1 43,0 3 1,3 0 15,1 3 0,0-3-117,-4 3 1,-4-9-411,0-6 0,-4-5-783,1-6-1319,-3 0 2568,-1-5 0,-5-35 0,-1-14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44.4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23 139 7956,'0'-7'147,"0"1"388,0 3 88,0 1-375,0-3 0,-1 5 302,-3 0-340,3 0 1,-8 5-1,5 3 0,1 3-47,3 3 0,0 2-159,0 3 0,0 2-135,0-3 0,0 2-379,0-2 0,0 5-491,0-4 1,5 3 495,2-8 1,0 5 504,4-5 0,22-4 0,14-5 0</inkml:trace>
  <inkml:trace contextRef="#ctx0" brushRef="#br0" timeOffset="284">265 205 7956,'-3'-8'523,"-1"1"-131,0 5-291,4-3 1,0 6 67,0 3 0,4 2-138,0 5 1,4 0-63,0 0 1,0 0 35,-1 0 1,3 3-90,-2 1 1,0 4 17,0-5 0,0 2-203,-4-1 1,-1-3 133,-3 3 1,0-2-32,0 2 1,-1-6-59,-2 2 1,-5-4-518,-6 0 741,1-2 0,-32-24 0,-3-6 0</inkml:trace>
  <inkml:trace contextRef="#ctx0" brushRef="#br0" timeOffset="441">254 17 7956,'0'-11'-110,"0"5"0,10 16 0,2 8 0</inkml:trace>
  <inkml:trace contextRef="#ctx0" brushRef="#br0" timeOffset="811">420 150 7967,'-4'-8'611,"0"1"278,1 4-601,3-1 0,4 4 75,4 0 1,2 1-324,1 2 1,1 4 57,3 4 0,1 3-45,2 1 1,2 3 21,-6-3 0,5 5-156,-5-2 1,-4 3-53,-6 1 0,-3-4-271,-1 1 1,-2-5-105,-6 5 0,1-6-996,-8 2 1504,-2-8 0,-5-7 0,-6-6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47.6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33 8101,'-4'-7'635,"0"-1"-147,-4 6 147,7-8 295,-4 9-571,5-4 0,1 5-58,3 0 0,3 4-4,8-1 0,-2 10 107,5-2 0,5 7-274,2 0 1,5 6 112,-5 5 1,6 2-283,-2 9 0,-2 5-97,-1 7 0,-8-2-111,-3 2 0,-6-2 95,-2 1 0,-6-4-94,-1-11 0,-8-4-16,-7-10 0,-1-4-108,1-4 0,2-5-436,-5-2 0,4-4-863,-1 0 1669,3-1 0,16-17 0,3-4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53.8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54 7987,'-6'-11'133,"-2"0"1,4 0 347,2 0 158,-5 5 0,6 2-99,-2 8 1,5 2-97,2 5 0,1 1-167,-2 3 1,2 2-102,2 5 1,3 4 0,-2-1 0,1 6 48,2-2 1,-1 0 13,-2 0 0,5 0-740,-2 5 1,3-3-1044,-3-1 1,0-3 114,0-5 1,-4-1 292,0-3 1136,1-2 0,22-35 0,6-6 0</inkml:trace>
  <inkml:trace contextRef="#ctx0" brushRef="#br0" timeOffset="359">286 296 8009,'6'0'1136,"0"0"-735,-2 0-201,2 0 1,5 4-65,0 0 0,0-1-127,0-3 1,4 0 18,-1 0 1,2 0-221,-1 0 1,-3 0-141,3 0 1,-3-1 131,-1-2 1,-3-2-14,-1-3 0,-5-1 98,2 1 1,-3 2 19,-1-1 0,-6-1 84,-5-3 1,-1 4 223,-6 0 0,0 4-41,0 0 1,-2-2 183,6 1 1,-1 0-38,4 4 0,0 5-122,0 3 0,5 1-272,2 2 1,3 2-44,1 1 0,0 2-253,0 3 1,1 1 137,3-1 0,2 0-87,5 0 0,5 2-163,2-3 1,7-2 482,1-1 0,58-23 0,12-5 0</inkml:trace>
  <inkml:trace contextRef="#ctx0" brushRef="#br0" timeOffset="819">837 307 7986,'0'-11'175,"0"0"0,0 0 870,0 0-689,5 0 1,-4 0 56,3 0 0,-4 5-46,-4 3-170,-2-4 1,-5 6-151,0-3 1,-4 3-67,1 1 0,-1 1-65,4 3 0,-1-1 24,-3 4 0,3 0-356,-3 4 0,3 0 121,1 0 1,0 0-186,0 0 0,5 0 192,2 0 0,-1 1-90,1-1 1,1-4-50,3 0 1,1-1 144,3 2 1,-2 0 252,5-4 0,1 0-40,3-4 1,0 0 227,0 0 1,0 0-60,0 0 1,0-4 192,0 0 0,0-3-93,0 3 0,0-3 150,0 3 1,0-3-42,0 3 0,0-1-66,0 2 0,-4 1 24,1-1 1,-1 2-70,4 1 1,-3-4 347,-1 0-307,0 0 0,3 6 6,-3 1 1,3 2-99,-2 3 1,-2 3-64,1 0 1,-3 0-52,3 3 1,-3 4 16,3 0 1,-4 3-86,0 1 1,-2-3 80,-1 3 1,-1-3-168,-2 3 0,-4-1 26,-4-7 1,-5 1-150,-2-4 1,-3-1-165,-1-3 0,0-2-352,0-5 0,-4-1 283,1-3 477,-1-2 0,-1-39 0,-1-9 0</inkml:trace>
  <inkml:trace contextRef="#ctx0" brushRef="#br0" timeOffset="1074">1058 230 7958,'7'8'2461,"0"-1"-1935,-4 0 0,5 4-249,-4 0 1,3 4-56,-3 0 1,1 1 27,-1-2 0,-3 0-28,3 4 1,0-4-147,0 0 0,0-5 51,-4-2-1042,0 1 0,0-1 188,0 0 1,1-4-897,3 1 597,-3-3-103,4-1 1129,-5-5 0,10-11 0,2-7 0</inkml:trace>
  <inkml:trace contextRef="#ctx0" brushRef="#br0" timeOffset="1366">1025 98 7953,'0'-11'202,"0"0"583,0 0-1898,0 0 437,0 5 676,4 1 0,3 24 0,4 6 0</inkml:trace>
  <inkml:trace contextRef="#ctx0" brushRef="#br0" timeOffset="1818">1289 109 8162,'-1'-11'0,"-2"0"681,0 0 1,-1 0 547,4 0-377,0 5-543,0-4 134,0 9-235,0 11 0,4-1 19,-1 13 1,2-2-1,-1 2 0,2 5-95,5 2 1,0 3-128,0 1 0,0 0-136,0 0 0,0-1-414,0-2 1,0 0-572,0-4 0,0 3 381,0-3 1,-3-5 17,-1-6 1,0-3 716,5-1 0,18-34 0,6-9 0</inkml:trace>
  <inkml:trace contextRef="#ctx0" brushRef="#br0" timeOffset="1991">1256 263 8373,'-11'-11'1191,"0"0"-379,0 0-383,5 5 1,2-2-257,8 4 0,7 0-165,7 4 1,3 1-259,1 3 1,1-3-1123,3 3 1372,2 2 0,45 0 0,9 5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51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45 453 8009,'-6'-11'325,"1"5"0,4-3 103,-3 5-215,3 1 1,-5 3 104,2 0-123,3 5 1,-4 2-94,5 8 1,-1-2 7,-3 5 1,3-3-178,-3 3 0,3 1 38,1 3 0,1-4-221,3 1 0,-2-2 59,6 1 0,-5-1-128,5-2 0,-1-4 90,4 0 0,0-1 118,0-6 1,0-1 43,0-3 1,0 0 16,0 0 1,0-6 85,0-5 0,-3 0-43,-1-4 1,-1-2 121,1-1 0,2 1-25,-5-2 1,-1 5 196,-3-5 0,0 5 72,0-5 1,0 6-82,0-2 0,0 3 224,0 1-242,0 5 30,0 1-94,0 5-280,0 5 0,0 2-14,0 8 0,0-2 100,0 5 0,4 1-123,0 3 1,3 4 39,-3-1 1,4 5-24,0-5 0,-2 6 49,1-2 0,-3 0-2,3 0 1,-4-1-22,0 2 0,-2 0-130,-1-4 1,-4 0 137,-4-4 0,-5-5 101,-2-2 0,-3-3 176,3-1 1,-5-5-132,2-2 0,-2-3 107,2-1 1,-2-1-120,6-3 0,-1-3 31,4-8 0,1 3 100,3-3 1,2-2 138,5-2 0,0 2-270,0-1 1,5 3-303,2-3 1,3 4-510,1 0 1,5 1 108,2 2 1,3 2-1340,1 1 1977,0 3 0,15 5 0,3 0 0</inkml:trace>
  <inkml:trace contextRef="#ctx0" brushRef="#br0" timeOffset="683">420 111 7461,'-1'-6'639,"-3"2"0,3 2-302,-3-2 0,2 3 359,-2-3-394,3 3 0,-8 6-29,5 2 1,-3 4-118,3 4 0,1-2-127,3 6 0,0 3-483,0 3 1,0 2 41,0-1 1,1-1-253,3 4 1,2-1 327,5 2 0,3-3-139,1-5 1,5-5 474,-2-3 0,27-21 0,8-6 0</inkml:trace>
  <inkml:trace contextRef="#ctx0" brushRef="#br0" timeOffset="933">684 232 7825,'-1'-6'-250,"-2"2"1066,1 3-219,-3-4-333,5 4 1,0-3-130,0 8 0,2 2 69,1 5 0,0 0-156,4 0 0,0 4 22,4 0 0,-1 3-100,-2-3 0,1 3 9,-1-3 0,-3 1-242,-2-2 0,0 0 126,0 4 1,-1-4-20,1 0 0,-6-5-174,-5-2 0,-1-1-737,-2 2 1067,-1-3 0,-18-20 0,-6-3 0</inkml:trace>
  <inkml:trace contextRef="#ctx0" brushRef="#br0" timeOffset="1083">640 45 7998,'0'-11'-1393,"0"0"836,0 0 557,0 5 0,0 1 0</inkml:trace>
  <inkml:trace contextRef="#ctx0" brushRef="#br0" timeOffset="1502">883 144 7997,'0'-11'2285,"0"5"-1784,0 1 0,5 6-280,2 3 1,8 2-39,3 5 1,-1 5-74,2 2 1,-1 3-210,4 1 1,-4 1-551,1 3 0,-9-1 249,1 4 0,-8-4-126,1 0 1,-11-3 199,-4-3 326,-8 2 0,-22-9 0,-12 4 0</inkml:trace>
  <inkml:trace contextRef="#ctx0" brushRef="#br0" timeOffset="1936">1302 750 8119,'5'-6'610,"2"3"1,3 1-385,1 2 1,1-3-48,3-1 0,2 0-124,5 4 1,-1 0-545,-3 0 1,3 0-55,-3 0 1,3 4-1003,1 0 1545,-5-1 0,-15 7 0,-10 2 0</inkml:trace>
  <inkml:trace contextRef="#ctx0" brushRef="#br0" timeOffset="2108">1247 894 8508,'5'-8'909,"2"1"0,3 5-1041,1-2 1,5 3-379,2 1 1,4 0 509,4 0 0,66 0 0,-36 0 0,0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49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33 8169,'-6'0'1059,"1"0"1,5 5-700,0 3 1,0 3 211,0 3 1,0 1-202,0 7 0,0 3-80,0 8 0,0 0-158,0 0 1,4 5-84,0 2 1,3 2-175,-3-2 1,-1-2-104,-3-5 1,4-3-392,0-1 0,-1-9 77,-3-2 1,0-4-444,0-3 1,0-4-337,0 0 989,0-4 0,-5-42 0,-1-17 1</inkml:trace>
  <inkml:trace contextRef="#ctx0" brushRef="#br0" timeOffset="266">22 88 8021,'0'-11'221,"0"-1"195,0-2 1,1 2-399,3 1 0,-1 0 84,4 4 1,1 2 154,7 2 1,-3 1-138,3 2 1,2 0-174,2 0 0,-2 2 159,1 1 0,1 3 5,3 5 0,-4 0 12,0 0 0,-4 5-140,1 3 0,-7 2-85,-1 1 1,-4-2 148,1-1 0,-9 2-157,-6-3 1,-2 2 55,-5-2 0,0-2-67,-4-5 0,-4 0-167,0 0 0,2-1-846,5-3 1134,3 3 0,15-24 0,2 1 0</inkml:trace>
  <inkml:trace contextRef="#ctx0" brushRef="#br0" timeOffset="701">706 88 8012,'0'-11'1135,"0"5"0,-1 1-393,-3 5 1,-4 3-223,-6 4 0,-3 2 16,-5 9 1,-2 1-158,-1 3 0,1 5 43,-1 2 1,3 4-196,3 4 1,3 2-68,5 5 0,5-4-135,2 1 0,4-2-226,4 2 1,3-3-1129,8-5 1,7-2 663,8-1 1,3-4 664,3-8 0,58-12 0,-39-7 0,1 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7:56.6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0 365 7949,'0'-12'2173,"0"1"-1177,0 5-82,0-3-180,0 7 256,0-3-667,0 15 1,0 2 56,0 11 1,0 3-177,0 4 0,4 7-117,0 3 0,4 7-125,0 0 1,1 10 63,2-2 1,4 5-40,0-5 0,0 0-140,-4-11 0,0 1-463,0-8 0,-2-6-25,-1-9 1,0-9-539,-4-5 0,1-6 1179,-1 2 0,2-27 0,5-8 0</inkml:trace>
  <inkml:trace contextRef="#ctx0" brushRef="#br0" timeOffset="959">640 673 7941,'0'-11'225,"0"0"1378,-5 0-640,4 0-569,-4 0 1,6 1-234,3 3 1,2 1-111,5 2 1,0 3 13,0-3 1,1 3-137,3 1 0,-2 0-106,6 0 0,-5 1 36,5 3 0,-6 3-4,2 8 1,-4-2-14,-4 6 1,-2-1-71,-5 4 1,0 0 74,0 0 1,-2 4 34,-6 0 1,1-2 23,-8-5 1,-2 1-15,-1-1 0,-3-3-14,-1-2 0,4-1-20,-1-2 0,6-4-133,-2 0 0,-1-4-24,1 1 0,4-3-310,4-1 0,5-1 609,-2-3 0,27-37 0,8-12 0</inkml:trace>
  <inkml:trace contextRef="#ctx0" brushRef="#br0" timeOffset="1176">1015 596 7941,'-5'-6'751,"-1"1"-478,-5 5 0,2 0 0,-2 0 0,2 1-7,-5 3 1,0 2-28,-1 5 0,3 0 135,-2 0 0,1 5-93,2 2 0,1 0-181,3 0 1,2 0-18,5 4 0,1-3-193,3-1 1,2-1 22,5 2 1,5 0-126,3-4 1,6-4 175,5-4 36,-3-4 0,24-13 0,2-8 0</inkml:trace>
  <inkml:trace contextRef="#ctx0" brushRef="#br0" timeOffset="1715">1092 144 7941,'0'-7'80,"0"-1"1290,0 0-973,0 3 0,-1 0-69,-3 5 0,1 4-117,-4-1 0,1 10 27,-1-2 1,-3 3-109,2 1 1,4 2-140,0 5 0,-1 0-26,1 0 0,1 0-310,3 0 1,0-1-51,0-2 0,4 0 213,4-4 1,2 3-735,1-3 0,1-2 30,3-5 886,2-3 0,59-40 0,13-8 0</inkml:trace>
  <inkml:trace contextRef="#ctx0" brushRef="#br0" timeOffset="1959">1334 210 8099,'0'-6'1778,"0"1"-1562,5 10 0,-2 1-43,4 5 1,0 1-81,4 3 0,0-3 85,0 3 0,-3 1-129,-1-1 1,-3 3-29,3-3 0,-4 3-296,0-3 1,-3 0-10,-3-4 0,-4 0-196,-4 0 1,-3-4-513,-1 0 1,-3-4 99,3 0 892,0-1 0,-6-27 0,-2-5 0</inkml:trace>
  <inkml:trace contextRef="#ctx0" brushRef="#br0" timeOffset="2101">1268 45 7941,'0'-11'0,"0"0"-897,0 0 226,0 5 671,0 1 0,5 24 0,1 6 0</inkml:trace>
  <inkml:trace contextRef="#ctx0" brushRef="#br0" timeOffset="2520">1533 188 7941,'5'-11'1746,"-4"0"-872,4 0-429,0 5 1,1 1-166,5 5 0,0 0-56,0 0 0,1 5-52,3 2 0,-2 8-124,6 3 1,-5-1 29,5 2 1,-2-1-197,1 4 1,-3 0-361,-8 0 1,-2-3 3,-5-1 1,0-1-514,0 2 0,-6-2 338,-5-2 649,0-3 0,-29-6 0,-2-7 0</inkml:trace>
  <inkml:trace contextRef="#ctx0" brushRef="#br0" timeOffset="3152">2007 265 7941,'-6'-5'393,"2"-2"1,2-2 534,-2 2 18,3-3-304,-4 9-301,5-4 1,5 5-75,2 0 1,4 5 13,4 2 0,2 4-67,5 4 0,4 6-14,-1 5 0,10 8-252,-2-1 0,2 12-97,-2 3 1,-2 5-159,-5 2 0,-7-4 159,-11 1 0,-5-6-114,-6 2 0,-6-9 109,-9-6 0,-1-6 65,-6-8 1,-2-3-122,1-5 0,1-5-49,7-2 0,-2 0-1887,6 0 2145,-1 0 0,19-14 0,3-2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8:18.4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78 7810,'-1'-10'264,"-2"2"1370,0 0-911,-1 1-370,4 1-145,0 6 0,0 10 132,0 4 1,1 7 134,3 1 1,2 1-290,5 7 0,-4-2-141,1 1 0,-1 3-325,4-2 0,0-2-571,0 1 0,-3-3 215,-1 3 0,-5-8-517,2 1 1,-3-11 6,-1 0 1146,0-7 0,-14-29 0,-5-11 0</inkml:trace>
  <inkml:trace contextRef="#ctx0" brushRef="#br0" timeOffset="543">1 89 7810,'0'-16'96,"4"4"-48,-1-3 0,5 3 709,-5 1 1,6 3-235,-2 1 0,3 5-149,1-2 0,5 3-139,2 1 0,1 0-33,3 0 0,-3 5-52,7 2 1,-1 4 12,0 4 1,-1 1-229,1 2 1,-3 3 95,-3-3 1,-3 2-402,-5-2 1,-4 3 62,0-3 0,-5-2-63,-2-1 1,-6-3 176,-9-1 1,-2 0-64,-5 0 1,0-5 142,0-2 1,-1-3-13,1-1 0,0 0 270,0 0 1,5 0-23,2 0 251,3 0-78,1-5-192,5 4 0,2-7 52,8 4 0,-1-1-42,4 1 0,1 3-39,7-2 1,-3 1 7,3 2 0,1 0-85,-1 0 1,4 0-17,0 0 0,0 0 17,0 0 1,1 5-102,-1 3 1,2 1 209,1 2 0,-1 2-117,-3 1 0,3 2-8,-3 3 1,-2 3-84,-1 0 1,-4 0-166,-4 3 0,2-1 155,-6-2 0,0-1-53,-7-3 1,-3 2 199,-8-6 0,-2 0 150,-5-7 0,-4-2 211,0-5 0,-4 0-238,0 0 0,0-5-108,0-2 0,0-3 36,4-1 0,4 0 84,4 0 0,4 1 49,-1 3 0,8-3 277,3 3-498,3 2 0,40 0 0,10 5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8:16.5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199 220 7872,'0'-15'0,"0"1"429,0 0 0,0 2-162,0 1 0,-1 4-34,-3-1 1,2 2-141,-6-1 1,1 1-20,-4 2 0,-5 3-121,-2-3 1,2 4 46,1 4 0,-1-2-155,2 6 1,-2 3 25,1 3 0,4 1-197,0-4 0,1 4 89,6-1 1,1 2-38,3-1 0,0-3 59,0 3 0,1-4 69,3-4 0,2 3-3,5-2 0,0-4 82,0 0 1,3-3 113,1-1 1,0 0-55,-4 0 1,0-5 180,0-2 0,0-3-64,0-1 0,-4 0 349,1 0-144,-1 0 0,-1 0-50,-2 0 1,-2 1 31,2 3-140,-3-3-134,4 4 146,-5 0-187,5 1 1,-3 9 52,6-1 1,-5 6-22,5-2 1,-5 7 21,5 0 1,-6 5 11,2-4 1,2 8-23,1-1 1,-2 2 42,-1-2 0,-3 4 12,-1 0 1,0 3 14,0-3 1,-1 0 3,-3-4 0,-5-5-8,-6-2 1,-5-8 1,2-3 1,-3-3-564,-1-1 0,0-1-71,0-3 1,5-2-307,2-5 1,3-4 459,1 0 1,3-1 385,1 2 0,24-18 0,3-8 0</inkml:trace>
  <inkml:trace contextRef="#ctx0" brushRef="#br0" timeOffset="201">364 176 7985,'7'0'1739,"-1"5"-1362,-3 2 1,0 4-51,4 4 1,-3 2-196,3 5 0,-3 1-93,3 3 1,-3-3-270,3 3 1,-3-3-550,3 0 0,-4-3-1216,0-1 1995,-1-3 0,-7-30 0,-1-5 0</inkml:trace>
  <inkml:trace contextRef="#ctx0" brushRef="#br0" timeOffset="325">376 110 7754,'0'-25'205,"0"3"1,0-1 865,0 8-1096,0 1-523,0 8 1,1 2 447,2 8 100,4 2 0,4 19 0,0 5 0</inkml:trace>
  <inkml:trace contextRef="#ctx0" brushRef="#br0" timeOffset="1034">607 253 7810,'0'-11'1229,"0"5"0,1 2-994,3 8 0,-3 2-26,3 5 1,-3 1-55,-1 3 1,0-1-79,0 4 1,4 0-51,-1 4 1,2-3-248,-1-1 1,-2-3 26,6 3 1,-6-4-222,2 0 79,2-1 1,-4-4-132,6-1-49,-6-3 319,8-5 0,-7-6-155,4-5 0,-5 0 156,2-4 0,1-1 38,-1 1 0,-1-4 250,-3 0 1,4 0-7,0 0 0,-1 0-10,-3 4 0,0-3-53,0 3 0,4 0 449,0 4-322,-1 0 0,-3 4 236,0-1-283,0 6 1,2-2 5,1 8 0,0-2 21,4 6 1,-3-1-9,3 4 0,-1 0-11,1 0 1,3 0-91,-2 0 0,1 0-126,2 0 1,0-3 109,1-1 1,0-1-132,2 2 0,-5 0 114,2-4 1,-2-1-274,2-3 136,0 0 0,-2-1 10,-1-2 1,-3-4-112,-5-4 1,0 0 174,0 0 0,0 0-6,0 0 0,-1 0 41,-3 0 1,-2 0 81,-5 0 0,0 1-46,0 3 0,0-2 131,0 6 1,0-1-56,0 4 0,0 0 120,-1 0 1,5 1 47,0 3 1,3 2-97,-3 5 0,4 1-86,0 3 1,-2-1-44,1 4 1,2 0-142,5 4 1,0 0 55,4 0 0,5-3-191,7-1 1,-1-1-462,4 2 0,-2-3 291,5-5 0,-1-2 430,-2-1 0,19-23 0,6-9 0</inkml:trace>
  <inkml:trace contextRef="#ctx0" brushRef="#br0" timeOffset="1469">1026 242 7810,'0'-7'0,"0"-1"0,0 5 373,0-5 699,0 6-346,0-3-434,0 5 1,0 5 73,0 2 1,1 3-197,3 1 1,-2 4-75,6 0 0,-2 3 72,1-3 1,3 4-124,-3 0 0,-1-2-112,2 1 0,-6-4-245,2 0 1,1 2-408,-2-1 327,1 0 73,-4-4 146,0 0 55,0-5-137,-5-1 145,4-10 0,-8-1 39,6-5 1,-1 0-7,4 0 0,0 0-20,0 0 0,-4-4 71,1 0 0,-1 0 126,4 4 0,0-3 16,0-1 0,0 0 272,0 4 1,4-3-147,-1-1 0,6 0 3,-2 4 0,3 0-78,1 0 1,4 4 2,0-1 1,4 6 27,0-2 1,0 3 79,-1 1 0,3 9 144,-2 2 0,0 7-267,0 0 1,-2 3-156,-2 1 0,-3 0-98,2 0 0,-3 0-299,-3 1 0,0-3 73,-4-1 1,3 0-212,-3-4 0,0 0-1899,-4-4 2434,0-5 0,-15-11 0,-3-7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8:15.5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100 111 7754,'-8'-4'300,"2"-1"1493,1-1-1219,2 4-303,-2-3 1,4 10 0,-3 2 0,3 7-73,1 0 1,-4 10 24,0-2 1,1 6-72,3-2 0,0 4-99,0 0 0,-1 1 13,-3 2 0,3-1-253,-3-2 1,-1-5 13,1-6 1,-1-1-19,2-7 1,0 1-343,-4-8 242,5 0 1,-3-5-144,5-3 1,-2-6 89,-1-5 0,2-3-46,-3 3 0,3-4 133,1 0 0,1-5 54,3-2 1,-3 0 351,2 4 1,0-1-88,1-3 0,-2-1 66,5-2 0,-3-3 109,3 3 1,-3 2 299,3 1 1,-3 0-133,3 4 1,-4 3 849,1 8-669,2 5-421,0 1 0,5 11-60,0 5 1,1 6 43,3 9 0,1-2-96,2 6 1,3 3 14,-3 3 0,3 1-158,1-4 1,0 0-188,0 0 1,-1-1-294,-3-2 1,-2-3-714,-5-5 0,0-3-77,0-4-59,-4 0 1418,-3-14 0,-23-16 0,-6-9 0</inkml:trace>
  <inkml:trace contextRef="#ctx0" brushRef="#br0" timeOffset="159">12 265 7754,'-4'-11'457,"0"0"0,1 4 672,3 0 1,1 4-791,3-1 0,3 3-335,8 1 0,7 0-603,7 0 0,8 5-169,3 2 0,3 3 768,1 1 0,25 5 0,5 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8:14.4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122 397 7772,'1'-7'-111,"2"0"-357,1-2 1506,-1-1 1,-3-1 114,0 0-937,0 5 0,-5 1-50,-2 5 1,-3 0-152,-1 0 1,0 5 132,0 2 1,-1 7 13,-3 1 1,3 3-100,-3-3 0,7 4-207,0 0 1,6-2 28,-2 1 0,3-4 55,1 0 1,1-1-79,3-2 0,2-2 15,5-1 0,0-3-1,0-5 0,0-2-105,0-1 0,0-3-294,0-5 0,-4-4-2,1 0 1,-4-3-241,3 3 0,-5-1 765,2 2 0,12-23 0,2-10 0</inkml:trace>
  <inkml:trace contextRef="#ctx0" brushRef="#br0" timeOffset="307">552 166 7772,'10'-15'-828,"-3"0"0,2-3 1670,-5 3 1,-1 1-257,-3 3 1,-1 0-167,-3 0 0,-3 0-163,-8 0 1,-2 1-55,-5 2 1,0 0 29,0 4 0,0 0 0,0 4 0,0 2-101,0 1 0,5 5-95,2 6 1,3 4 129,1 4 0,1 1-142,3 3 1,2 2-214,5 5 0,1 1 147,3 3 1,-2-2-1,5 6 0,2-6-50,6 2 1,-2-1-202,5 0 0,-4-6-131,1-1 1,1-4-349,-2-3 0,0-5-1289,-7-2 1319,-2-3 741,-5-6 0,-10-21 0,-2-9 0</inkml:trace>
  <inkml:trace contextRef="#ctx0" brushRef="#br0" timeOffset="481">221 430 7772,'-6'-11'0,"-2"4"604,4 0 0,0 3 870,4-3 1,3 4-773,4 0 0,2 1-482,9 2 0,4 0-279,4 0 0,6 0-603,1 0 0,0 4-986,4 0 1,-3 3 1647,-1-3 0,5-1 0,1-3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8:09.9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89 7744,'-6'-11'1723,"-4"0"-712,4 0-134,0 5-502,1 1 0,5 6-29,0 3 1,0 3 165,0 8 1,5-2-157,2 5 1,3 4-88,1 4 1,1 4-345,3-5 0,-3 5 103,3-5 0,-3 5-599,-1-4 1,0 1 179,0-2 0,-1-1-90,-3 1 1,-2-5-168,-5-2 0,0-3-540,0 3 0,-4-8 533,1 1 1,-6-7-402,2-1 1056,2-1 0,-10-27 0,3-5 0</inkml:trace>
  <inkml:trace contextRef="#ctx0" brushRef="#br0" timeOffset="259">34 67 7657,'0'-11'-264,"0"0"658,0 0 121,5 0 1,1 1-251,5 2 0,1 4-94,3 4 0,2 0 133,5 0 1,0 4-104,0 4 0,4 5 55,0 2 1,1 1-121,-2-1 1,-6 1-129,-1 2 0,-6-1-25,-4-2 1,-5 1-280,-6 2 1,-6-1 116,-9-2 1,-2-3-85,-9 3 1,3-3-362,-3-1 0,4-4-1012,-1 1 1636,8-6 0,31-12 0,13-8 0</inkml:trace>
  <inkml:trace contextRef="#ctx0" brushRef="#br0" timeOffset="810">376 254 7744,'6'6'1105,"4"4"1,-8-4-700,5 5 0,-4 0-207,0 0 1,2 4-102,-1 0 1,0 4-23,-4 0 1,1 0 40,3 0 1,-3-2-146,3-3 1,-3-1 104,-1 1 1,0-5-189,0-2 232,0-4-1,0 2 0,-4-7-116,0-1 1,1-3-63,3-5 1,0 0 46,0 0 1,0 0 89,0 0 1,0-4-190,0 0 1,0-1-129,0 1 0,5 3-170,2-2 0,4 1 66,4 2 0,-2 0-76,6 0 1,-1 4 198,4 0 1,-4 4 189,1-1 0,-2-1 69,1 2 1,-2-1 30,-5 4 1,-3 0 63,-1 0 0,-5 5-89,2 2 1,-3 0-32,-1 0 1,-5 4 110,-2 4 0,1-1-71,-2-3 0,2 4-70,-1 0 0,-2 3-113,6-3 0,-1 3 52,4-3 0,0 0-21,0-4 0,1 3 83,3 1 1,2-2 74,5-5 1,4-3 169,0-5 1,3 0 62,-3 0 1,3-3 323,-3-4 1,-1-2-186,-3-9 0,-3 0 174,-1-4 0,-4-1-419,0 1 0,-6 0-612,-5 0 0,-2 2-2,-1 1 0,0 3-303,0 5 1,-1 5 728,-3 2 0,3 18 0,-4 4 0</inkml:trace>
  <inkml:trace contextRef="#ctx0" brushRef="#br0" timeOffset="1351">872 111 8188,'-5'-11'1977,"4"5"-1611,-4 1 0,8 6 178,1 3 1,3 7 75,-3 7 1,5 4-199,-2 4 1,3-2-161,1 6 0,0-1-226,0 4 1,0 1-223,0 3 1,0-4 167,0 0 1,0 0 17,0-3 1,-5-3-85,-2-1-564,-3-8 376,-1-2 290,0-10 1,0-2 212,0-8 1,0-2-230,0-5 1,4 0-23,-1 0 1,1-2 90,-4-1 1,5 0-132,2-4 0,-1 4 95,2 0 0,-5-2 22,5 1 0,-2 0-376,1 4 1,3 0-53,-3 0 1,2 0-54,-2 0 0,3 5 115,-3 3 1,5-2 107,2 1 0,-2 0 74,3 4 1,-1 0-11,0 0 0,0 5 9,4 3 0,-3 1 92,3 2 0,-4 4-37,0 0 0,-6 1 373,-5-2 0,-1-1 110,-2 1 0,-3 0-245,-4 1 0,-5-3-69,-10 2 1,-2-5-248,-1-2 0,-2-3-325,-3 3 0,3-4 34,5 1 1,1-3 441,3-1 0,17-15 0,8-3 0</inkml:trace>
  <inkml:trace contextRef="#ctx0" brushRef="#br0" timeOffset="1810">1643 431 7798,'-11'-12'565,"4"3"160,0 1 1,3-1-242,-3 1 0,-1 3-81,-3 2 1,0 0-207,0-1 0,0 3-111,0-2 0,0 3 12,0 3 0,0 3-167,0 5 0,0-3 40,0-1 0,0 4 5,0 4 0,4 0-156,-1-4 0,6 0-46,-2 0 0,-1 0-162,2 0 1,-1 0 161,4 0 0,1-4 120,3 0 1,2 0-187,5 0 0,1-2-314,3-5 0,-2 0 169,6 0 1,-2-4 156,1 0 1,2-4 88,-5 0 1,1-1 22,-2-2 0,-2 0 168,3 0 0,-6 0 30,-2 0 1,-1 0 6,2 0 1,-4 3 596,-4 1 70,0 4 1,0-3 854,0 3-757,0 1-587,-4 2 0,2 6-150,-1 6 1,1-1-256,2 0 1,0 0-83,0 0 0,0 1-295,0 3 0,4-3 74,0 2 1,4-1-331,0-2 1,-2-4 822,1 0 0,20-9 0,9 1 0</inkml:trace>
  <inkml:trace contextRef="#ctx0" brushRef="#br0" timeOffset="2288">1765 177 7798,'-5'-17'43,"4"1"-22,-3 5 0,1 1 588,0 3 993,2 2-1057,-4 5 1,5 5-112,0 2 1,0 4-17,0 4 1,5 2-225,2 5 1,-1 1 0,1 3 0,2-2 1,6 6 1,-3-4-98,3 3 0,-3-3-86,-1 3 0,0-4-245,0 0 0,-4 2-408,1-1 1,-5-2 242,5-5 1,-6-3-307,2-5 474,-3 0 366,-1-5 1,0-2-243,0-8 1,-4 2 4,1-6 0,-1 1 49,4-4 0,0 0 15,0 0 0,0-2-20,0-1 1,0 2 78,0-3 0,4 3 75,-1 1 1,5 0-156,-5 0 0,5 0-26,-5-1 1,5 1 90,-5 0 1,6 0 190,-2 0 1,4 5-162,4 3 0,-3 1-161,3 2 0,-2 0 51,2 0 0,-3 5 66,3 3 0,-3 1-14,-1 2 1,-1 4 14,-3 0 1,-2 3 12,-5-3 0,0 3 9,0-3 0,-6 1 102,-5-1 0,-5-7-156,-6 3 1,-1-3-100,-3-1 1,4-2-426,0-5 1,0 0-98,4 0 1,2-1 657,1-3 0,37-37 0,10-12 0</inkml:trace>
  <inkml:trace contextRef="#ctx0" brushRef="#br0" timeOffset="2476">2139 309 8133,'7'8'1454,"-4"-1"1,3-3-773,2 3 0,0 4-185,0 4 0,1 4-537,-1 0 1,2 0-428,1 0 1,-4 1-110,0-1 0,-1 0-2099,2 0 2016,-3-3 659,-5-5 0,-5-30 0,-1-6 0</inkml:trace>
  <inkml:trace contextRef="#ctx0" brushRef="#br0" timeOffset="2610">2162 188 7798,'-7'-17'586,"-2"-3"914,1 6-1595,3 4-1368,0 0 1463,1 9 0,22 30 0,2 14 0</inkml:trace>
  <inkml:trace contextRef="#ctx0" brushRef="#br0" timeOffset="2928">2316 133 7797,'0'-11'114,"0"0"129,0 0 0,0 3 252,0 1 63,0 5 1,0-2 107,0 8 0,4 2-254,-1 5 0,5 5 7,-5 2 1,6 8-246,-2 3 0,3 3-214,1 1 0,0 0 23,0 0 0,0 2-186,0 1 1,0-5-290,0 2 0,-3-7-668,-1-1 1,-3-3-151,3-3 1,-3-4 1309,3-8 0,-5-27 0,3-10 0</inkml:trace>
  <inkml:trace contextRef="#ctx0" brushRef="#br0" timeOffset="3110">2525 342 7797,'0'-7'1918,"0"0"-986,0 4-499,0-2 0,2 5-124,1 0 1,0 1-17,4 3 0,-1 4-211,2 6 0,1 0 83,-1 4 0,-2-1-817,1 2 0,-1 1-145,2-1 1,-2-3-520,-3-2 1,-1-1 1315,1-2 0,3-15 0,1-3 0</inkml:trace>
  <inkml:trace contextRef="#ctx0" brushRef="#br0" timeOffset="3244">2547 111 7797,'-11'-11'392,"4"1"-157,0 3-1424,4-3 549,-7 9 640,9-4 0,16 24 0,9 6 0</inkml:trace>
  <inkml:trace contextRef="#ctx0" brushRef="#br0" timeOffset="3553">2713 100 7812,'0'-11'1414,"0"0"-425,0 5-441,0 1-248,0 5 0,1 8 150,3 3 1,-2 9-237,5 2 0,0 4-59,0 3 0,3 7-186,-3-3 1,3 3-324,1 1 0,-4-3-836,1 3 1,-5-2 424,5-2 0,-6-5 68,2-3 0,-3-6 105,-1-4 592,0-8 0,-10-27 0,-2-10 0</inkml:trace>
  <inkml:trace contextRef="#ctx0" brushRef="#br0" timeOffset="4038">2702 298 7812,'0'-11'189,"0"0"1,0 0 845,0 0-724,5 0 0,1 1-130,5 3 1,0 1-134,0 2 1,4 3 123,-1-3 1,6 3-46,-2 1 0,3 4-32,1-1 0,0 6-188,0-2 0,-3 3 62,-1 1 0,-5 1-221,2 3 1,-3-3-187,-1 3 0,-3 1 123,-1-1 0,-4 4-48,0 0 1,2-3 124,-1-2 0,1-2 49,-2 0 1,0 1-3,4-2 0,-3 1-259,3-8 427,1 0 1,3-4 659,0 0-258,0 0 1,0-5-101,0-3 0,-4 2 88,0-1 1,-3 0-125,3-4 0,-4-1 51,0 1 0,2 0-117,-1 0 0,0 4 230,-4 0-43,5-1-245,-4-3 0,5 2 57,-2 1-261,-3 3-7,9 5 1,-8 5 96,5 3 1,-3 1 30,4 2 0,-5 2 12,5 1 1,-1 0 5,4 4 0,-4 1-71,1 3 1,-2 0 14,1 0 1,2 0-86,-6 0 1,1 1 125,-4 3 0,-6-4-242,-5 0 1,-1-3 57,-7-8 1,-3 2 105,-4-10 0,0 1-579,0-4 1,3-1-1728,-3-3 2345,3-2 0,15-54 0,4-12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8:07.9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1 216 7717,'0'-11'334,"0"5"0,1 1-254,2 5 0,0 1 3,4 3 0,-3 2 89,3 5 0,1 5 8,3 2 1,0 3-112,0 1 0,3 4 60,1-1 0,1 5-114,-1-5 1,-7 4-42,3-7 0,-3 1 12,-1-8 1,-1-1 95,-2-3 0,-4-5 30,0-2 1,-1-3 14,-7-1 1,1-5-230,-4-2 0,0-6-250,0-2 1,1-5 138,3 2 0,-2-3-44,5-1 1,-3 4 90,3-1 1,1 2-84,3-1 1,0-2-43,0 6 1,5-5-99,2 4 0,3 2 226,1 6 1,1-3 99,3 3 0,-2 2 191,6 1 1,-6 3-80,2 1 1,1 1 159,-2 3 0,2 2-58,-1 5 0,-3 0 32,3 0 1,1 0 58,-1 0 0,3 0-80,-3 0 0,1 0 88,-2 0 0,0-4-201,4 1 1,-3-6-7,3 2 0,-4 1 2,0-2 0,-1 1-129,-2-4 1,-2-5-89,-1-2 0,0 1 14,-4-2 1,3 1-15,-3-4 1,0 0 88,-4 0 0,0-1-147,0-3 1,-4 6 199,0-2 1,-4 3 104,1-3 0,-3 3-8,-1 1 1,-4 5 228,0-2 0,1 3 251,3 1 1,0 3-193,0 1 0,-1 5-45,1-2 1,4 6-93,0 2 0,4 4-30,0-5 1,1 6-158,2-2 1,2 3-264,1 1 0,8-1-229,8-3 0,2 3-611,1-3 0,1-3-148,3-4 1220,-3 0 0,33-24 0,3-1 0</inkml:trace>
  <inkml:trace contextRef="#ctx0" brushRef="#br0" timeOffset="427">949 326 7717,'0'-11'212,"-2"1"156,-1 3 0,0-2-70,-4 6 0,3-5 86,-3 5 1,0-1-38,-4 4 1,-4 0-96,0 0 1,-3 1-63,3 3 1,-3 2-56,3 5 0,-3 1-114,3 3 1,0-2 63,4 6 0,1-5-84,3 5 0,-1-5-232,4 5 0,0-6-290,4 2 1,1 0-60,3-4 1,2 2 147,5-5 1,4-4 27,0 0 0,1-3 94,-2-1 0,0-5 86,4-2 0,-4-3 59,0-1 0,-1 0 54,-2 0 0,0 0 24,0 0 1,-5-1 203,-3-3 1,2 3 362,-1-3 0,0 2 222,-4-2-268,0 3 1,0-4 29,0 5-108,0 5-78,0 1-131,5 5 0,-3 5-32,5 2 1,-3 4-180,3 4 1,-1-2-163,2 6 1,2-5-87,-3 5 1,2-2-240,-2 1 0,4-1 116,0-2 1,0-3-101,4 3 0,-2-4 535,2-4 0,36-11 0,14-9 0</inkml:trace>
  <inkml:trace contextRef="#ctx0" brushRef="#br0" timeOffset="880">1290 28 7717,'-4'-6'0,"2"-4"763,-7 4 182,7 0 1,-1 6-363,6 7 1,3 8-166,5 4 0,0 1-58,0 2 0,2 2-231,1 1 0,-1 2-166,1 3 1,0 2-132,1-3 1,-7 2-369,3-2 1,-3 2 288,-1-6 1,-2 1-153,-5-4 1,0-5-234,0-2-60,0-3 58,0-6 256,-5-1 1,2-6-1,-4-3 1,5-2 179,-2-5 0,-1 0 83,1 0 1,-4-4-19,0 1 0,0-1 83,1 4 1,-7 0 52,3 0 0,-2 4 132,2-1 0,-2 5 200,-1-5 1,0 6 8,-4-2 0,4 3 212,0 1 0,0 5-164,-1 2 1,7 3 138,-3 1 0,3 4-243,1-1 1,2 5-242,5-5 1,5 6-44,2-2 0,4-2-93,4-1 1,2-3-100,5-1 0,0-3-176,0-1 0,-1-5-433,-2 2 0,1-4 313,-1-4 484,-3-2 0,14-29 0,0-7 0</inkml:trace>
  <inkml:trace contextRef="#ctx0" brushRef="#br0" timeOffset="1092">1787 403 7717,'6'0'1515,"-1"0"-3412,-5 0 858,4 0 1039,-2 0 0,3-5 0,-5-1 0</inkml:trace>
  <inkml:trace contextRef="#ctx0" brushRef="#br0" timeOffset="1217">1764 238 7724,'-11'-16'0,"4"5"0,0 0-547,4 0-573,-2 10 1120,5-9 0,5 18 0,1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8:06.5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11 265 7715,'-1'-6'325,"-2"1"369,0 0-74,-1 4-526,4-4 0,0 6 56,0 3 1,1-1 34,3 9 0,-2-4-170,6 7 1,-2 1-227,1-2 1,2 5-162,-5-5 1,3 5-470,-3-4 1,-1-1 840,-3-3 0,-5-14 0,-1-5 0</inkml:trace>
  <inkml:trace contextRef="#ctx0" brushRef="#br0" timeOffset="150">77 67 7715,'0'-12'0,"0"1"326,0 0 685,0 0-1064,0 0-880,0 5 158,0 1 0,5 5 775,3 0 0,16 15 0,5 3 0</inkml:trace>
  <inkml:trace contextRef="#ctx0" brushRef="#br0" timeOffset="526">408 144 7715,'-5'-11'0,"0"3"168,-2 1 1,-3 3 326,3-3 0,-3 4-299,-1 0 1,0 2-4,0 1 0,0 0-221,0 0 1,0 0 58,0 0 1,3 0 20,1 0 23,0 4-239,1 3 1,-3 4-119,5 0-24,1 0 0,3 0-48,0 0 262,5 0 1,1 0-29,5 0 0,0 0 64,0 0 1,1 0 0,3 0 1,-3 0 37,3 0 0,2 0 13,1 0 0,-1 0-40,2 0 1,-5-2 2,5 2 0,-5-5 128,5 8 1,-6-7-121,2 4 0,-3-3 171,-1 3 1,-1 0 120,-3 0-128,-2-5 1,-11 3-84,-5-5 1,-5-1 19,-6-3 0,-5 0-176,-2 0 0,1-3-218,-2-1 1,6-3 325,-2 3 0,22-19 0,7-2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28:02.8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34 131 11965,'0'12'499,"0"-1"1,0 4-434,0 4 1,0 7 70,0 3 0,0 4-121,0 4 0,-4 2-109,0 5 0,-1 0-507,2 0 0,1-5-492,-1-2 0,-2-7 227,1-5 0,1-6-818,3-5 1120,0-6 563,0-8 0,14-50 0,5-17 0</inkml:trace>
  <inkml:trace contextRef="#ctx0" brushRef="#br0" timeOffset="274">34 120 7708,'-7'-11'0,"-1"-1"462,4-3 751,1 3-881,3-4 1,1 7-137,2 1 0,7 0-53,5 4 1,3 0 12,-3 4 0,5 1-19,-2 3 0,3-1-61,1 4 1,0 4-186,0 4 1,0 4 84,0 0 0,-5 1-161,-2 3 1,-8-1 103,-3 0 1,-4 0-44,-4 0 1,-3-4 92,-8 0 0,-3-4-13,-8 1 1,-1-3-420,-2-1 0,-2-1 21,5-3 0,1-2-147,3-5 0,4 0 589,4 0 0,26-29 0,8-8 0</inkml:trace>
  <inkml:trace contextRef="#ctx0" brushRef="#br0" timeOffset="651">673 65 7708,'0'-11'-48,"0"0"-73,0 0 0,-1 1 927,-3 3 0,2 1-192,-6 2 0,0 3-47,-7-3 1,2 9-217,-6 6 1,1 2-38,-4 5 1,-2 5-25,-1 7 0,3 1 77,0 3 1,1 0-254,6 3 0,5-2-186,7 6 0,4-6-746,6 2 1,7-3-74,11-1 0,10-5-544,9-2 0,4-8 1435,3-3 0,27-32 0,3-9 0</inkml:trace>
  <inkml:trace contextRef="#ctx0" brushRef="#br0" timeOffset="1196">1180 209 7708,'-11'0'-1234,"4"0"1615,-1 0 673,6-5 1,-7 5-621,6 0 0,-1 6-77,4 9 0,0-2-188,0 5 1,-1 1-93,-3 3 1,3 1 76,-3 3 1,-1-3 0,2 3 0,-5 1-292,5-1 0,-5-4-26,5-4 1,-5-1-715,5 1 497,-6-2-137,3-5 278,0-4 0,1-7-35,5-8 0,0-2 27,0-1 0,0-5-41,0-2 0,0-3 328,0-1 1,0 0 41,0 0 0,5-4 98,2 1 1,-1-6-61,2 2 0,-5 2 171,5 1 1,-1-1-19,4 1 1,-1 2 131,-3 5 0,3 3-98,-3 5 1,3 5-16,1 3 1,1 1 5,3 2 1,-1 7-77,4 4 0,-3 5-16,3 6 0,-1 3-75,1 1 0,2 1-100,-5-1 0,3 1-173,-3 2 0,0-2-359,-4-5 1,-2 0 59,-1 0 1,0-1-441,-4-3 0,0-2-818,-4-5 576,0 0 1123,0-5 0,-10-25 0,-2-12 0</inkml:trace>
  <inkml:trace contextRef="#ctx0" brushRef="#br0" timeOffset="1357">1136 374 7715,'-11'-5'881,"0"-2"0,5 1 174,2-2-973,3 6 1,6-7-29,2 6 0,9-1 86,6 4 1,1 0-319,7 0 1,-1 0-544,4 0 1,0 0 435,0 0 285,-4 0 0,42-5 0,6-1 0</inkml:trace>
  <inkml:trace contextRef="#ctx0" brushRef="#br0" timeOffset="1758">1797 43 11036,'4'16'732,"0"3"1,4 3-512,0 3 0,2 4-222,1 4 0,0 3-304,0 1 1,0 1 131,0-1 1,-4-3-228,0 3 0,-4-4-821,0-4 1,-1-7-150,-2-7 1370,0-3 0,19-30 0,6-8 0</inkml:trace>
  <inkml:trace contextRef="#ctx0" brushRef="#br0" timeOffset="2202">2327 154 7715,'-5'-7'443,"4"1"695,-3 3-92,3 1-593,1-3 1,0 10-77,0 3 1,1 3-135,3 3 0,0 0 24,4 4 1,0 1-283,-4 3 0,3 3-266,-3 1 1,1 0-105,-1-4 1,-3 2-500,3-1 0,-3 0-355,-1-9 1,0 1-95,0-4 1333,0 0 0,-5-29 0,-1-8 0</inkml:trace>
  <inkml:trace contextRef="#ctx0" brushRef="#br0" timeOffset="2678">2327 143 7715,'0'-12'0,"1"1"140,3 0 1,-2 4 284,5 0 1,-1 3-334,2-3 0,5 4 41,-2 0 1,8 1 25,-1 2 0,3 0 7,1 0 1,0 5 24,0 3 0,0 1-100,0 2 1,-1 0-170,-3 0 1,-2 4 26,-5 0 0,-5 1-266,-2-1 1,-3-3 120,-1 2 0,-6-1 67,-5-2 0,-1-1 20,-6-3 0,-1 1 100,-3-4 1,1 0-8,3-4 1,-2 3-5,6 1 1,-1 0 10,4-4 1,4 0 32,-1 0 0,5 0 59,-5 0-43,6 0-32,-3 0 3,5-5 1,5 4 2,2-3 0,3 3 1,1 1 1,0 0-13,0 0 0,0 0 0,0 0 0,4 0-4,-1 0 1,2 0-3,-1 0 0,1 3-20,2 1 1,3 5-6,-3-2 0,0 3 86,0 1 1,-3 4 10,3-1 0,-4 2 118,0-1 1,-1-3-74,-2 3 0,-5-3 93,-3-1 0,-1 0 30,-2 0 0,-7-1 225,-4-3 1,-5 2-166,-6-5 0,-5 0-362,-2 0 0,1-3-411,-1 3 1,0-3-107,0-1 1,-2 0-681,6 0 1,4-5 1261,6-2 0,37-13 0,10-3 0</inkml:trace>
  <inkml:trace contextRef="#ctx0" brushRef="#br0" timeOffset="3144">2878 43 7702,'0'-6'1681,"0"1"0,6 5-1340,5 0 0,2 0 72,10 0 1,-3 6-64,10 5 0,0 3 101,7 8 1,-3-1-256,3 8 1,-7 1-36,-5 3 0,-3 5-462,-3 2 0,-5-2 144,-6-1 1,-9-3-5,-10-1 1,-3-5-204,-8-2 1,4-8-414,-4-3 1,0-3 37,3-1 0,3-3-1609,2-1 2348,6-4 0,18-8 0,8-8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03.6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55 139 8070,'-7'0'313,"0"0"0,4 5-120,-1 2 1,3 3-129,1 1 1,0 3-28,0 1 0,-3 3-126,-1-3 1,0 5 5,4-2 1,-3 3-205,-1 1 1,0-4-154,4 1 0,-1-6 171,-3 2 1,3 1-33,-3-1 0,3-4-123,1-4 423,0-5 0,10-41 0,2-16 0</inkml:trace>
  <inkml:trace contextRef="#ctx0" brushRef="#br0" timeOffset="284">22 150 7801,'0'-11'0,"0"3"-127,0 1 0,-3 3 102,-1-3 176,0 4 0,5-1-71,3 4 0,-1 0-29,4 0 0,-3 4-7,3 4 1,0 2-53,4 1 0,4 1-11,0 3 0,1-2-121,-2 5 1,0-3-37,4 3 1,-3 0 100,3 0 1,-3-2-37,3-5 0,-4 0 43,0 0 0,-1-4 185,-2 1 0,0-6-113,0 2 1,-5-8 234,-2-3 0,0-4-20,0-4 1,0-2-27,-4-5 1,0 0-86,0 0 0,-5 0 40,-2 0 1,0 1-306,0 2 1,3 0 71,-3 4-1100,5 1 636,-3 2 549,5 6 0,5 21 0,1 10 0</inkml:trace>
  <inkml:trace contextRef="#ctx0" brushRef="#br0" timeOffset="619">584 249 7676,'0'-11'83,"0"0"0,0 3 439,0 1 1,0 3 252,0-3-272,0 5-408,0-3 59,-4 5 0,-3 0 42,-4 0 1,0 1 11,0 3 1,0 2-716,0 5 0,1 0 210,3 0 0,-3 0 29,3 0 1,1 0 44,-1 0 0,4 0-94,-1 0 268,3 0 1,2-1-26,3-3 1,-1 2 192,4-6 1,0 1-109,4-4 0,0-4-42,0 1 1,0-6-130,0 2 1,0-2-189,0 2 1,-1-3-598,-2 3 945,1-3 0,-7-16 0,2-3 0</inkml:trace>
  <inkml:trace contextRef="#ctx0" brushRef="#br0" timeOffset="1002">750 72 7801,'-8'-3'0,"2"-2"509,1-1 0,2 2 310,3-3-167,-5 4-164,4-2-218,-4 5 0,5 2-134,0 1 0,0 5 70,0 6 1,5 0-186,2 4 0,2 1 58,-2 3 1,3 1-610,-3 3 1,2-3 277,-2 3 0,3-3-270,-3-1 0,-1 0-70,2 0 1,-5-4-427,5 1 1,-6-6 1017,2 2 0,-8-13 0,-2-3 0</inkml:trace>
  <inkml:trace contextRef="#ctx0" brushRef="#br0" timeOffset="1443">706 260 7684,'-6'-6'-302,"1"1"804,5 5-352,5 0 1,1 0-88,5 0 0,3 4-12,1-1 1,5 5-103,-2-5 1,-1 5 50,2-5 0,0 5-132,7-5 1,-6 2 57,2-1 1,-3-3 92,3 3 1,-3-3-114,-1-1 0,-5 0 73,2 0 0,-3 0-32,-1 0 0,-3-1 18,-1-3 1,-1 2 12,2-6 0,0 5-49,-4-5 0,1 2-70,-2-1 93,-1-3 11,3 4 0,-7-4 130,-1 3 1,0 2-81,-4 5 0,0 0 152,-5 0 0,0 0 44,-2 0 0,1 0 51,-1 0 1,0 1 84,-1 3 1,3 1-96,-3 2 1,4 3-5,4-3 0,-3 3-61,3 1 0,2 0-9,1 0 1,3 0-4,1 0 0,1 0-158,3 0 1,3 1-166,8 3 1,2-6-200,5 2 0,2-4-160,1 0 1,3-2-479,6-5 1,-1 0 986,0 0 0,19-19 0,6-6 0</inkml:trace>
  <inkml:trace contextRef="#ctx0" brushRef="#br0" timeOffset="2133">1654 50 7801,'-1'-7'377,"-2"0"649,-1-2-406,1-1-354,3 4 1,0 0 193,0 2-3,0 3 1,0 5-374,0 7 0,1 6 81,3-2 1,-3 3-81,3-3 0,-2 4 46,2 0 1,-3 2-481,3 1 1,1 0 190,-2 0 1,5 0-550,-5 0 1,1 0 350,-4 0 1,4-5-370,-1-2 1,1 1-789,-4-2 851,0 1 662,0-4 0,0-5 0,0-30 0,0-13 0</inkml:trace>
  <inkml:trace contextRef="#ctx0" brushRef="#br0" timeOffset="2634">1544 172 7639,'6'-5'376,"-1"2"38,-5-4-146,4 5 0,-1-7-49,4 5 1,1-1-121,3 2 1,0 0 40,0-4 1,1 4-53,3 0 1,-2-2 106,6 1 0,-5 1-43,5 3 1,-2 0-34,1 0 1,-1 0-8,-2 0 1,-3 1-421,3 2 0,-7 4 168,0 4 1,-2 1 17,1 3 1,-1-2 34,-2 5 1,-3-3-76,3 3 0,-3 0-27,-1 0 1,0 3 112,0-3 1,0-1 94,0 2 1,0-6-66,0 2 72,0-3 0,0-1-54,0 0 40,0-5-3,0-1 1,5-5 1,-2 0-123,4 0 0,-3-5 65,3-2 0,-3-3-80,3-1 1,-1 3 56,1-3 1,3 2 103,-2-6 0,0 3-77,0 1 1,0 0 75,-4 0 1,4 4-30,0-1 0,-2 2 137,1-1 1,-3 2-36,3 5 0,-3 0-31,3 0 1,-3 0-165,3 0 1,-3 5 82,3 2 0,-3 3-322,3 1 0,-3 1 138,3 3 0,-3-3-276,3 3 1,-3-3 111,3-1 0,-3 4 354,3 0 0,-3-4 0,3-4 0,15-10 0,8 2 0</inkml:trace>
  <inkml:trace contextRef="#ctx0" brushRef="#br0" timeOffset="3317">2282 282 7801,'-5'-11'458,"4"0"1,-5 1-71,2 3 1,2-2-49,-6 5-215,6 1 1,-8 3-168,3 0 0,1 1 7,-2 3 0,2 2 126,-1 5 0,-3 0-300,3 0 1,1 0 110,-2 0 0,5 4-189,-5-1 1,6 1 90,-2-4 1,3 0-84,1 0 1,0 0-10,0 0 0,0-3-34,0-1 134,0-5 1,5 3 39,2-5 0,3 0 22,1 0 1,0-5-16,0-2 0,4 1 209,-1-1 0,1-1-114,-4-3 1,-1-4 271,-3 1 0,3-1 29,-3 4 1,-2-1 161,-1-3 1,1 3-138,-1-3 0,-1 3 506,-3 1-314,0 0 3,0 0-547,0 5 0,-1 1 76,-3 5 0,3 1-110,-3 3 1,2 2-50,-2 5 1,3 1-37,-3 3 1,3-3-106,1 3 0,0 1 94,0-2 1,0 1 28,0-4 0,4 0 43,0 0 1,3 0 5,-3 0 12,4 0 1,-2-3-11,5-1 29,0-5 0,0 2 12,0-8 0,0-2 92,0-5 0,0 0-80,1 0 0,-3-5 214,-1-2 1,1 1-77,-1-2 1,-2 2 39,1-1 0,-4-3-72,0 3 1,-1-3 366,-2-1 0,3-4 2,1 0 0,0 1 139,-4 3 1,0 4-27,0 4 0,0-2 232,0 1-561,-5 5 200,4 5-341,-9 5 0,9 3 105,-3 4 1,3 0-80,1 8 0,0 2-69,0 2 0,0 2-129,0 1 1,0 3-108,0 1 1,3 0 88,1-4 0,3 4-126,-3-1 1,5 1 81,-2-4 1,-1 0-205,1 0 1,-3-1 83,3-3 0,0-2-369,0-5-134,3 0 245,-4-5 1,5-2-247,0-8 809,0-2 0,24-54 0,7-12 0</inkml:trace>
  <inkml:trace contextRef="#ctx0" brushRef="#br0" timeOffset="3476">2426 139 7801,'-8'-2'0,"1"-1"0,4 0 742,0-4 196,1 4 0,9-1-1172,4 4 1,1 0 77,6 0 0,1 0-1554,3 0 1710,0 0 0,44 4 0,11 3 0</inkml:trace>
  <inkml:trace contextRef="#ctx0" brushRef="#br0" timeOffset="3835">3043 370 7801,'-6'0'1673,"0"0"-88,2 0-1081,3 0 1,-5 5-358,2 2 1,3 3-631,-3 1 1,3 0-84,1 0 1,-4 4-909,0 0 1,1 1 1473,3-2 0,5 8 0,1 6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25.8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155 210 7864,'0'-8'785,"0"1"1,0 3-73,0-3-138,0 4-562,0-2 47,0 5-8,-5 0 0,-1 4-164,-5 0 1,-4 8 88,0-1 0,1 4-56,3-1 0,-4 0 45,0 4 1,1-3-70,3 3 0,3-4 47,1 1 1,4 1-141,0-2 1,2 1 111,1-4 0,6-5 52,5-2 1,1 1 60,6-2 0,1 0-68,3-7 1,-1-2-145,-3-5 0,2-4 87,-6 1 0,1-2-154,-4 1 1,-4 3 54,1-3 0,-6-1-985,2 1 1180,-3 1 0,-16-7 0,-3-2 0</inkml:trace>
  <inkml:trace contextRef="#ctx0" brushRef="#br0" timeOffset="402">287 199 8873,'8'0'747,"-1"0"1,-3 0-488,3 0 0,-3 3 63,3 1 0,-3 4-100,3 0 1,-3 5-116,3 2 0,-3 0-165,3-4 1,-5 3 121,2 1 0,-3 1-29,-1-1 0,4-3-40,0 3 1,-1-3-332,-3-1 1,0-4 1,0 1 63,0-1 0,-1-1-159,-2-2 166,1-3 0,-3-2 239,5-3-71,0-2 0,0-9 168,0 1 0,0-1-87,0 4 0,0-1 69,0-3 0,2 3-50,1-3 1,0-1 120,4 1 0,0 1-90,4 3 0,2 1 98,1 2 1,-1 0 45,1 4 1,2 1-83,-1 3 1,1 0-93,-1 0 0,-3 4 50,3 4 1,-4 2-96,-4 1 0,3 3 96,-3 1 0,-1 3-389,2-3 1,-6 1-107,2-1 1,1-3-287,-2 3 0,1-3-130,-4-1 1,0-4 853,0 1 0,0-21 0,0 0 0</inkml:trace>
  <inkml:trace contextRef="#ctx0" brushRef="#br0" timeOffset="652">662 33 8635,'-6'-11'1640,"2"0"-750,3 5-424,1 1 0,0 6-113,0 3 1,4 2-102,-1 5 1,6 5-40,-2 2 0,3 3-149,1 1 0,-4 0-225,1 0 1,-1 2-403,4 1 1,-3-1-597,-1 1 0,-3-1 522,3-2 1,-5 0-400,2 0 0,1-5 214,-1-2 822,-1-3 0,7-30 0,2-8 0</inkml:trace>
  <inkml:trace contextRef="#ctx0" brushRef="#br0" timeOffset="1078">872 176 7864,'0'-11'3,"0"4"143,0 0 67,0 4 0,1-2 169,2 5 1,-1 2-76,1 1 1,-1 0-252,-2 4 1,0 0 105,0 4 1,0 4-277,0 0 1,3 1 80,1-2 1,0-1-110,-4 1 0,3 0-33,1 1 1,3-3-42,-3 3 0,3-7 113,-3-1 1,5 0-25,-2 0 89,3-2 0,1-5-28,0 0 0,3-1 9,1-3 0,0-2 9,-4-5 0,-4 0 42,1 0 1,-1-4 82,4 0 0,-4-3 180,1 3 1,-5-3-3,5 3 0,-6 1-108,2 3 1,1-1 194,-2 1-23,1 5-324,-4-3 133,5 7 1,-4 2-139,3 8 1,1 1 51,-2 2 0,2 5-128,-1 3 1,-3-2 158,3 1 1,1 1 3,-2 3 1,5-4 43,-5 0 1,1 1-58,-4 3 0,0 0 476,0 0 0,-1-1-194,-3-3 1,-2-2 98,-5-5 1,0 0-68,0 0 1,-5-3-1021,-2-1 0,1-5 441,-2 2 1,1-4 200,-4-4 0,-5-26 0,-1-12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20.3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56 7967,'-5'-11'0,"4"5"1474,-4-4-936,5 9 1,0 1-119,0 7 1,0 7-276,0 0 0,1 7 92,3 1 0,1 2-186,2 5 1,2-3 109,-6 3 0,2 0-842,-1 5 0,-3-1 314,3 0 1,-3-5-756,-1-2 0,0-3 376,0-1 0,-1-1 746,-3-3 0,-7-22 0,-6-9 0</inkml:trace>
  <inkml:trace contextRef="#ctx0" brushRef="#br0" timeOffset="683">1 310 7967,'0'-11'-152,"0"0"0,0 0 513,0-1 0,1 5-29,3 0 0,2 1 7,5-2 0,0 0-46,0 4 1,1 0-65,3 4 0,2 0-212,5 0 0,0 4 146,0 0 0,0 8-283,0-1 0,-1 4 105,-3-1 1,2 0-104,-5 4 1,-2-1 27,-5 2 0,0 0-330,-4-4 1,0 0-105,-4-4 286,0 5 1,-5-4 446,-3 3 0,2-8-117,-1-3 1,3-3 288,-3-1-89,-1 0-489,2 0 215,1-5 0,5-1-154,0-5 0,2 1-46,1 3 1,3-3-192,5 3 0,5-3-123,3-1 0,3 1 136,4 3 0,2-3 14,5 2 1,0 0 345,0 1 0,0-3-37,0 2 0,-1 2 37,-3-1 0,-3 3 40,-8-3 0,1 3-222,-8-3 182,2 4 1381,-11-1-988,2 4 1,-8 1-209,-4 2 1,-5 4-47,-2 4 0,-5 0-204,2 0 1,1 0 88,-1 0 1,4 0-160,-1 0 0,-1 1 16,2 3 1,-1-3 23,4 3 1,0-3 0,0-1 0,4 0-372,-1 0 274,6 0 105,-3 0 1,10-5-36,2-2 0,3-3 33,1-1 0,1-4-113,3 1 0,-2-6 116,6 2 0,-6-3 86,2-1 0,1-4 178,-1 0 0,-1 1-88,-3 3 1,-1-1 522,-3-3 1,3 3-254,-2-3 0,-2 3 940,1 1-413,-5 0 22,3 0-322,-5 4-247,0-2 31,0 7-290,5 7 1,-3-1-192,1 7 0,-2-1 113,-1 4 0,0-1-512,0 1 0,2 0 277,1 1 1,-1-3-712,1 3 0,0-2-596,0 2 742,-1-3 1,4 3 796,-3-8 0,13-17 0,8-8 0</inkml:trace>
  <inkml:trace contextRef="#ctx0" brushRef="#br0" timeOffset="867">861 299 7967,'0'-11'444,"0"3"-311,0 1 1,0 3 923,0-3-283,0 4-571,0-2 0,0 7-111,0 1 1,0 3-169,0 6 0,0 2-218,0 1 1,-1 1 198,-3-1 0,3-2-328,-3 5 0,3-3 243,1 3 1,0-4 179,0 1 0,10-8 0,2-2 0</inkml:trace>
  <inkml:trace contextRef="#ctx0" brushRef="#br0" timeOffset="1000">883 100 7962,'-11'-16'0,"1"4"465,3-3-19,2 3-2000,5 6 1554,0 1 0,14 25 0,5 4 0</inkml:trace>
  <inkml:trace contextRef="#ctx0" brushRef="#br0" timeOffset="1725">993 277 9569,'6'11'265,"0"0"-450,-2 0 1,-3 0 88,3 0 0,-2 1-203,2 3 0,-3-3 43,3 3 1,-3-3-176,-1-1 158,0 0-133,0 0-117,0 0 327,5-5 0,-3-1 70,6-5 0,-5-5 126,5-2 0,-4-3-21,3-1 0,-3 0 21,3 0 0,-1-4 367,1 0 1,2 1-186,-5 3 0,3 0-120,-3 0 0,4 0 1017,0 0-682,-4 0 0,5 3 179,-5 1-167,4 4-375,-2-2 1,2 9 159,-1 0 1,-4 4-278,0 0 0,2 2-167,-1 1 150,-1 0 1,1 0 15,0 0-49,0 0 0,-1 0-286,1 0 1,1-5 149,-2-2 1,0 0-263,4 0 1,-3 0-259,3-4 789,1 0 0,3 0 0,0 0 0,0-4 0,0 0 0,-4-4 0,0 0 0,1 2 0,3-1 0,-4 1 0,0-1 0,-3-3 0,4 2 0,-6 2 289,2-1 0,1 3 733,-2-3 308,1 4-534,-4-1 129,0 4-745,5 0 1,-4 4-121,3 4 0,-2 0 103,2 0 1,-3 2-564,3-3 1,1 3-104,-2 1 0,5 0-308,-5 0 0,2-1-602,-1-3 1413,-3 3 0,19-14 0,-2 3 0</inkml:trace>
  <inkml:trace contextRef="#ctx0" brushRef="#br0" timeOffset="1884">1346 23 7955,'0'-11'-345,"0"0"0,19 34 1,6 9-1</inkml:trace>
  <inkml:trace contextRef="#ctx0" brushRef="#br0" timeOffset="2526">1533 277 7952,'6'0'1157,"-1"0"-1140,0 4 1,-4 3 73,3 4 1,-3-4-133,-1 0 0,0 1-25,0 3 1,0 0-10,0 0 0,0 0-46,0 0 190,0 0-225,0 0 175,0 0 88,0-5-81,0-1-410,0-5 365,0-5 1,0-1 4,0-5 1,4 0-5,0 0 0,3 0-14,-3 0 0,3 0 3,-3 0 0,4 1 126,0 2 0,-2-1-109,1 1 1,0 2 47,4-1 1,-3 4-74,-1 0 1,1 2-56,3 1 93,0 0 1,0 3 2,0 1 0,-4 4-270,0 0 1,-3 2 75,3 1 1,-3 1-255,3 3 0,-4-6-58,0 6 502,4-10 0,9 15 0,7-8 0</inkml:trace>
  <inkml:trace contextRef="#ctx0" brushRef="#br0" timeOffset="2993">1963 343 7955,'0'-11'-69,"0"0"0,0 3 825,0 1 0,0 0-254,0-4 1,0 3 323,0 1-236,0-1-399,-5-3 1,3 4 12,-6 0-255,1 4 0,-4-2-302,0 5 0,0 0 287,0 0 1,0 4-352,0 0 1,0 3 200,0-3 1,4 3-244,-1-3 0,2 4 169,-1 0 1,-2-2-346,6 1-100,-6 1 325,8 3 0,-4 0 152,5 0 0,0-4 258,0 0-60,0-4 60,5 7 0,1-9 56,5 2 1,0-1-142,0-2 1,4 0 219,-1 0 0,-1 0 109,-2 0 0,-7-2 150,8-1 0,-4 2 461,3-3-524,0 3 0,0-1-87,0-1 1,0 2 97,0-3-310,0 3 0,0 2 90,0 3 0,0-2-21,0 5 0,-1 1-31,-2 3 0,1-3-146,-1 3 1,-3-2-123,-2 6 1,-2-2 98,-1 2 1,0-3 232,0 3 0,-6 1-108,-5-2 0,-1 0-40,-6-7 0,-2 3 33,-6-3 1,2-2-644,-6-1 1,5-3 84,-5-1 1,5 0 538,-5 0 0,11-39 0,-2-10 0</inkml:trace>
  <inkml:trace contextRef="#ctx0" brushRef="#br0" timeOffset="3851">2702 199 7848,'-5'-6'209,"4"0"517,-3 2-557,-2 3-4,0-4 0,-5 5-156,0 0 0,3 0 104,1 0 1,0 0-177,-4 0 1,3 2 61,1 1-85,0 3 0,-3 5 33,2 0 0,4 0-84,4 0 1,0 0 35,0 0 0,0 0 68,0 1 0,4-1 96,4 0 1,2 3-85,1 1 1,0 1 210,0-1 0,2-3-51,-2 3 0,3-3 330,-7-1 25,3 0-183,-4 0-404,-1 0 0,-11-1 82,-5-3 1,0-2-750,-4-5 1,-2 0 386,-2 0 0,2-1 373,-1-3 0,-5-22 0,-6-9 0</inkml:trace>
  <inkml:trace contextRef="#ctx0" brushRef="#br0" timeOffset="4435">2801 343 7894,'6'0'1233,"4"0"-783,-4 0 0,5 0-246,0 0 1,-4-2 24,1-1 1,-1 2-261,4-3 1,0 3-86,0 1 1,0 0-75,0 0 1,0-4-12,0 0 0,-3-1 48,-1 2-289,0 1 0,3-7 149,-2 1 1,-4 2 88,-4-1 1,0 3 48,0-3 0,-4 3 281,-4-3 1,-5 4 21,-2 0 0,-5 1 63,2 2 0,1 0 94,-1 0 1,4 4-128,-1 0 0,3 4 56,1 0 0,1 3-95,3 3 1,-2-1-15,6 1 1,0 4 25,7 0 1,3-1-187,8 1 1,6-4-19,5 1 1,3-1-126,-3-3 1,4 2 26,0-10 0,-2 1 113,1-4 0,-4-1-95,0-3 0,-3-2 87,-3-5 1,-3-4-198,-5 0 0,0-4 102,0 1 1,-1-3-28,-3-1 0,-2 0 127,-5 0 1,4 0-5,-1-1 1,1 1 272,-4 0 1,-1 0-107,-3 0 0,2 0 370,-6 0 0,5 0-226,-5 0 1,5 5 620,-5 2-553,1 8 1,-1-2 157,1 6 0,5 0-150,-2 7 1,-1 2-253,1 5 1,1 1 2,3 3 1,0 2 81,0 5 1,3 4-224,1 0 1,5 4 25,-2 0 1,3-2-80,1 1 1,0-1 28,0 2 0,1 0-393,3-4 1,-2-1-132,6-7 1,-5-2-404,5-5 0,-6-1 82,2-3 0,1-2 386,-1-5 0,1-5 531,-2-2 0,8-37 0,6-10 0</inkml:trace>
  <inkml:trace contextRef="#ctx0" brushRef="#br0" timeOffset="4602">3099 199 7894,'-8'-7'0,"1"0"0,1 3 1073,-1-3 1497,2 4-2061,5-2 0,9 5-221,6 0 0,6 0-2047,5 0 0,7 0 1759,7 0 0,16 4 0,9 2 0,6 0 0,1 0 0</inkml:trace>
  <inkml:trace contextRef="#ctx0" brushRef="#br0" timeOffset="4852">3760 530 11537,'-4'7'861,"1"1"1,-1 0-465,4 7 0,-1-1-941,-3 4 1,2 0-327,-6 4 0,5 0 870,-5 0 0,1 5 0,-4 2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18.3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109 320 8011,'5'-7'166,"3"0"0,3-3 0,2-2 0,3-4 459,1-1 1,0 2-582,2-4 0,4-3 105,-5-3 0,2-1-245,-5 4 1,-7 4 34,3-1 1,-7 2 11,0-1 1,-4 2-31,-4 5 0,1 1 140,-4 3 1,0 2-199,-4 5 0,0 0 87,0 0 1,-2 6-79,-1 5 1,1 5 109,-1 6 0,-2 5-8,1 2 0,0 7 75,4 0 1,0 6-78,0-2 1,0 0-7,0 0 1,0 1 11,0 3 1,0 3-199,0 1 1,0-1 130,0-7 0,1-3-127,3-8 0,-2-3-26,6-8-171,-6-2 1,8-11 32,-3-5 1,4-5 379,4-6 0,12-39 0,7-10 0</inkml:trace>
  <inkml:trace contextRef="#ctx0" brushRef="#br0" timeOffset="573">32 475 8011,'0'-11'-936,"0"5"999,5-4 0,1 9-36,5-3 0,1 3 131,3 1 1,-1 0-39,4 0 0,4 0-28,4 0 1,4 0 65,0 0 1,2 0-91,1 0 1,0 0-129,0 0 0,-4 0 106,1 0 0,-11 3-334,0 1 260,-6 0 0,-7-3-61,-2 3 0,-8 2 130,-3 5 0,-8 0 9,-3 0 0,-3 0 62,-1 0 0,0 0-71,0 0 0,0 1 155,0 3 0,5-3-77,2 3 0,3-3-78,1-1 0,3 0 48,1 0 1,4 0 14,0 0 0,3-1-384,3-3 0,7-2-30,5-5 1,5 0 97,-2 0 1,3-1 89,1-3 1,0-2-126,0-5 0,-4-4 63,1 1 1,-6-5 274,2 5 1,-4-5-90,-4 5 1,2-5 227,-6 4 0,5 0-17,-5 0 0,1 3 417,-4-3-203,5 3-341,-4 1 0,5 5-22,-2 2 193,-3 3-340,9 1 0,-7 1 122,4 3-124,-5 2 1,7 5 4,-5 0 0,0 1-52,0 3 0,-3-3-6,3 3 0,-3-2 116,-1 2 0,0-3 28,0 3 1,0 1-39,0-2 1,-1 1 186,-3-4 0,3 0-77,-3 0 375,-2 0 0,4-5 96,-5-2 223,4-3 1,-2-2-401,5-3 1,5-3-206,2-8 0,3-2-613,1-5 0,5 0 286,3 0 1,3 0-341,3 0 1,0 0 277,4 0 1,1 1 221,3 3 0,29-8 0,8 3 0</inkml:trace>
  <inkml:trace contextRef="#ctx0" brushRef="#br0" timeOffset="907">1355 221 8011,'0'-16'1287,"0"4"-815,0-3 0,0 7 264,0 0 24,0 6-518,0-3 0,4 10-9,-1 2 1,1 7 8,-4 0 0,0 6-182,0-2 0,0 3 59,0 1 0,-1 4-399,-3 0 0,2 3 69,-6-3 1,5 3-184,-5-3 1,5 1-492,-5-1 0,5-3 344,-5 3 1,5-4-241,-5-4 1,6 2 242,-2-6 1,-1-3 537,2-3 0,-6-6 0,8-21 0,-4-12 0</inkml:trace>
  <inkml:trace contextRef="#ctx0" brushRef="#br0" timeOffset="1598">1223 398 8011,'0'-11'0,"0"-1"287,0 1 1,0 0 7,0 0 1,1 4-172,3 0 1,2-1 102,5-3 1,5 0-218,2 0 0,4 0-44,4 0 1,-2 1-30,6 3 0,-6-3 179,2 3 0,-4 2-334,-4 1-151,3-2 343,-9 5 1,3 1-17,-7 7 0,-4 4 40,-4 4 0,0-1 144,0 4 0,-3 0-85,-1 4 1,-1-3-27,2-1 0,0 0-114,-4 5 1,3 1 115,-3-2 0,3 3-137,-3-7 0,3 2 133,-3-2 1,4 2-236,0-6 0,0 1-10,-1-4-18,3 0 218,-4 0 0,6-5 14,3-2 1,-1-4-70,4-4 0,0-2 12,4-5 1,4 0-167,0 0 0,-1-1 108,-3-3 1,4 3 53,0-3 0,0 3-22,-4 1 0,0 0 118,0 0 1,-4 1-76,0 3 1,-1 0-139,2 4 451,2 2 0,-8-4-79,5 5 0,-3 1 85,3 3-202,-4 2 1,5 5 183,-4 0-199,5 0 0,-3 0-62,5 0 1,0-4 54,0 0 1,0-4-187,0 1 0,1-3-106,3-1 0,-2 0 115,6 0 1,-5 0-90,5 0 1,-4-5 36,3-2 1,-3-2 73,3 2 1,-5-3-6,2 2 1,-3-5 97,-1-2 0,-3 1 63,-1 3 0,-4 0 217,0 0 1,-2 0 167,-1 0 0,-1 1-179,-2 2 0,0 3 87,-4 5 0,-2 0-73,-6 0 0,3 5 158,-2 3 1,0 2-56,-1 1 1,3 1-87,-3 2 1,3-1-108,1 1 0,4 2-94,-1-1 1,6 3 13,-2-3 0,3 0 64,1-4 1,5 0-422,2 0 1,8-1 161,3-3 1,3-2-994,1-5 1,4 0 549,0 0 1,4-1 533,0-3 0,21-27 0,7-10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37.7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78 7788,'0'-6'919,"0"1"1,-2 3-553,-1-1-271,1 2 0,-4-4 254,3 5-243,-3 0 0,-9 0-100,0 0 0,0 5 86,4 2 0,-3 3-133,-1 1 0,-1 1 19,1 3 1,3-2-167,-3 5 1,3-3-62,1 4 0,5-5-40,2 5 0,3-6 163,1 2 0,5-4 73,2-4 0,8-2 60,3-5 0,2 0-96,-2 0 0,3-8 122,-2-4 0,1-5-95,2 3 1,-4-5 6,-4 5 1,-6-5 35,-5 4 0,2-3-414,-1 3 0,-2 1 3,-5 3 0,0 1-493,-4 3 922,0 2 0,-19 5 0,-4 0 0</inkml:trace>
  <inkml:trace contextRef="#ctx0" brushRef="#br0" timeOffset="459">287 78 7989,'7'-4'600,"0"0"-474,1 1 0,-1 3 87,0 0 1,-3 0 225,4 0-226,-6 0 1,3 5-162,-5 2 1,0 3 29,0 1 0,0 1-141,0 3 1,0-3-117,0 3 0,-4 1 112,1-2 1,-2 5-84,1-5 1,3 1 66,-3-4 1,2 0-50,-2 0 0,3-4 12,-3 1-7,3-6-31,1 3 3,0-5 95,0-5 0,0-1 11,0-5 0,0 0-27,0 0 1,1 0 21,3 0 1,-3-4 9,3 1 1,2-5-9,1 5 0,2-2 22,-2 1 0,4 3-24,0-3 0,0 3 154,4 1 0,-3 0 26,-1 0 1,1 3 132,3 1 1,-3 4-100,3 0 1,-3 2 134,-1 1 1,-3 1-199,-1 2 1,-1 4 12,1 4 0,2 3-103,-5 1 0,-1 5 1,-3-2 1,0-1-238,0 2 0,0-5-269,0 5 1,-3-6 203,-1 2 1,0-3-897,4-1 618,0 0 568,0-5 0,5-16 0,1-8 0</inkml:trace>
  <inkml:trace contextRef="#ctx0" brushRef="#br0" timeOffset="884">651 111 8123,'6'0'1399,"-1"0"-1313,-1 0 137,3 0-314,4 0 1,0 0-26,0 0 0,-4 0-125,0 0 169,1 0 0,3 0 17,0 0 1,0 0-16,0 0 0,-4-1 7,1-3 0,-2 1 5,1-4 1,2 3 40,-6-3 1,2 1 26,-1-1 0,-3-3-24,3 2 0,-3 2 158,-1-1 0,-1 3-49,-3-3 1,2 1-39,-6-2 0,1 4 162,-4 4 1,0-4-95,0 0 0,0 1 133,0 3 1,-1 3-40,-3 1 0,3 4-53,-3 0 1,-1 3-13,1 3 1,-3 0 36,3 4 1,0 1 289,4 3 0,4-4-111,0 1 0,4-1-368,0 4 1,8-4 60,6 1 0,4-7-80,8-1 1,-1-1 76,0-7 1,3 1-648,1-4 1,0-1 319,-4-3 0,0-2-1236,0-5 1,-5-4 1502,-2 1 0,-23-16 0,-5 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39.7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11 144 7800,'0'-7'-457,"0"0"1259,0 4-11,0-7 10,0 9-477,0-4 0,0 6 9,0 3 0,0 3-63,0 8 0,1 0-34,3 7 1,-3-3-159,3 7 1,-1 1-9,0-1 0,-2 4-337,3 0 1,-3 2 200,-1 1 1,0-5-439,0-2 1,0-3 273,0-1 0,-3-4-161,-1 1 1,-1-7-533,1-1 242,3-5 1,-5-6 118,2 0 0,3-5 562,-3-2 0,8-42 0,2-11 0</inkml:trace>
  <inkml:trace contextRef="#ctx0" brushRef="#br0" timeOffset="242">0 166 7800,'0'-14'151,"0"-1"0,0 0 68,0 4 1,0 0-11,0 0 1,0 4 9,0-1 1,4 5-156,0-5 0,4 6 30,0-2 0,5 3 46,2 1 0,4 1-123,0 3 1,0 2-12,0 5 0,1 0-23,-1 0 1,2 5 74,1 2 0,-5 3-151,-2 1 1,-7-3 41,-1-1 1,-4 0-97,1 5 0,-8-5 67,-3 0 0,-8-4-59,-3 0 0,-3-5-124,-1-2 1,1-4 70,2 0 0,0-1-1106,4-2 1298,0 0 0,19-20 0,3-4 0</inkml:trace>
  <inkml:trace contextRef="#ctx0" brushRef="#br0" timeOffset="576">540 34 8474,'-1'-11'791,"-2"0"0,0 5-1,-4 2-511,-1 3 0,-6 2 242,-1 3 0,0 7-84,4 7 1,-3 3-78,-1 1 0,0 5-374,4 2 0,4 3 101,-1 1 0,6 5-573,-2 3 1,3 0 362,1 0 0,9 0-447,2-4 1,3-4 265,1-3 0,1-6-1057,2 2 0,3-9 1361,-2-6 0,16-15 0,6-8 0</inkml:trace>
  <inkml:trace contextRef="#ctx0" brushRef="#br0" timeOffset="1125">739 188 7800,'-4'-11'0,"1"0"719,0 0 0,1 5 283,-2 2-450,3 3-491,-4 1 0,6 1 97,3 3 1,-2 2-312,6 5 0,-5 4 98,5 0 0,-1-1-392,4-3 1,0 2 240,0 1 1,0-1-409,0 1 326,0-1 0,0-2-107,0 0 1,0-5 312,0-3 0,-4-1-87,1-2 0,-1 0 147,4 0 0,-3-2-75,-1-1 1,-1-3 163,1-5 0,2 0-17,-5 0 1,1-2 77,-2-1 1,-2 1-27,3-1 0,-3 1-91,-1 2 0,0 0 926,0 0 0,0 4 133,0 0-692,0 4 54,0-7-419,0 9 1,2-3 50,1 8 0,-2 2-39,3 5 0,1 2 50,-1 1 1,4 0-338,0 4 1,-2 0 130,1 5 1,-3-1-259,3 0 0,-1 3-89,2 1 0,-3 3 206,-5-3 1,0 4 192,0-5 1,-2 5-62,-1-5 1,-4 0 404,-4-7 0,-1-2-114,-2-5 0,0-1 37,-4-3 1,1 2 56,-2-5 0,2-1-62,2-3 0,3-5 82,-3-2 1,4-3-32,4-1 1,2-3-204,5-1 1,0-4 51,0 5 1,1-2-457,3 1 1,2 3 188,5-3 0,4 3-793,0 1 1,4 0 85,-1 0 891,3 0 0,41-5 0,9-1 0</inkml:trace>
  <inkml:trace contextRef="#ctx0" brushRef="#br0" timeOffset="1525">1268 288 7800,'10'-2'-142,"-3"-1"1,3 1 93,-3-1 1,-1-2 649,2 1 1,3 1-304,4 3 1,-1-4-338,-3 0 1,4 1-442,0 3 1,3 0 229,-3 0 0,-1 0-1017,-3 0 730,0 0 536,1 0 0,-6 4 0,-1 3 0</inkml:trace>
  <inkml:trace contextRef="#ctx0" brushRef="#br0" timeOffset="1724">1279 365 8871,'6'0'768,"4"0"1,-4-1-843,5-3 0,4 3-452,0-3 0,0 3-1481,0 1 2007,-3 0 0,39-15 0,3-3 0</inkml:trace>
  <inkml:trace contextRef="#ctx0" brushRef="#br0" timeOffset="2483">1676 89 7828,'0'-11'336,"0"0"1,0 4 349,0-1-544,0 6 73,0-3-147,0 5 1,0 5-38,0 2 0,0 3 74,0 1 1,0 0-312,0 0 1,0 0 105,0 0 0,4 4-270,-1 0 1,5-1 131,-5-3 1,5 0-444,-5 0 438,6 0 0,-3-1-129,5-2 325,0 1 1,0-7-93,0 1 0,0-2 126,0-1 0,-1-4-88,-3-4 1,3-2 255,-3-1 0,0 3-61,0-3 0,-5 2 346,2-5 0,1 1-3,-1 2 1,-1 0 720,-3 0-741,0 0 1,0 0 288,0 0-357,-5 5 70,4-4-563,-9 9 190,9-4 0,-4 10-167,5 2 1,0 3 6,0 1 1,2 4-49,1 0 0,2 4-20,2 0 0,2 1-130,-5 2 0,4 5-262,0 3 1,0-2 232,0 1 0,-2 1-15,-3 3 1,-1 0 27,1 0 0,-6-5 75,-5-2 0,-2-8 249,-1-3 1,-1-4 263,-3-4 0,2-2 335,-5-5 1,3 0-352,-3 0 0,4-5 336,-1-2 0,3-4-229,1-4 1,5 3 38,2-3 0,3 2-53,1-2 1,1 3-353,3-3 1,6 3-241,4 1 0,6 0-373,-2 0 1,4 0-620,4 0 0,-1 3 1247,4 1 0,49 10 0,17-2 0</inkml:trace>
  <inkml:trace contextRef="#ctx0" brushRef="#br0" timeOffset="3250">2084 409 7830,'0'-6'133,"5"1"0,-3 5 179,6 0 0,-5 1-103,5 3 1,-6-2-174,2 6 0,1 0 142,-2 7 0,5-3-379,-5 3 1,2-3 170,-1-1 0,-3 0-243,3 0 1,-3 0 122,-1 0 1,0 0-256,0 0 180,0-5 70,0 4-144,0-9 107,0 4 1,0-13 135,0-3 0,0-3 142,0 3-105,0 0 1,0 0 89,0 0 1,0 0-60,0 0 0,0 0 141,0 0 0,4 4-48,-1-1 1,5 5-74,-5-5 1,2 6 110,-1-2 1,-2-1 46,6 2-104,-1-1 1,4 4-55,0 0 0,-4 4-2,1-1 0,-4 6 36,3-2 1,-1 3-14,1 1 1,-1 0-205,-2 0 1,-3 0 49,3 0 1,1-4-62,-1 1 135,-1-1 193,-3 4-163,0 0 23,0-5-20,0 4 1,-1-9 14,-3 3-245,3-3 234,-4-1-45,5-5 1,0 3-7,0-6 58,0 1 1,0-4 8,0 0 1,0 4 114,0-1 0,0 1 45,0-4 0,0 4 86,0-1 58,5 1-178,1-4-71,5 0 0,0 5 31,0 2 1,0-1-57,0 2 0,-3-1-32,-1 4 1,0 1 14,4 3-157,0 2 0,1 5 51,-1 0 0,-4 1-431,0 3 0,-1-3 209,2 3 1,0-3-439,-4-1 0,3 0 727,-3 0 0,5 0 0,2 0 0,6 0 0</inkml:trace>
  <inkml:trace contextRef="#ctx0" brushRef="#br0" timeOffset="3526">2547 144 7830,'-6'-11'1306,"1"0"-364,0 0 260,4 5-453,-4 1-102,10 20 0,2-4-228,8 15 0,-3-6-274,3 6 1,2 2-90,1 2 0,-1 3-131,2 4 0,-2-3-1100,1 3 0,-3-3 660,-8-1 0,-1 0-1002,-2 0 0,-3-6 1517,3-5 0,-17-5 0,-6-6 0</inkml:trace>
  <inkml:trace contextRef="#ctx0" brushRef="#br0" timeOffset="3928">2878 332 8527,'1'-10'0,"1"1"0,3 3 0,1 1 354,3 3 1,1 1-249,1 1 0,0 0 129,0 0 1,3 3-128,1 1 0,5 6 102,-2 1 0,-2 0-374,-1 3 1,-3 2 150,-1-1 1,-1 5-363,-3-2 0,-2-1 26,-5 2 0,-1-5-39,-3 5 0,-2-6-11,-5 2 1,-5-4 117,-2-4 0,1 2 4,-2-6 1,4 5 276,-3-4 0,5-1 0,-2-3 0,3 0 0,1 0 0,14-19 0,5-6 0</inkml:trace>
  <inkml:trace contextRef="#ctx0" brushRef="#br0" timeOffset="4169">3197 354 7830,'8'-8'459,"-1"1"0,-5 3 109,2-3-149,-3 5-233,-1-3 1,-5 5-15,-2 0 0,-3 5-115,-1 2 1,0 3-81,0 1 0,-3 0 73,-1 0 1,4 1-309,3 3 1,5-2 153,-5 6 1,6-5-193,-2 5 0,4-1 104,4 4 0,2-4-148,5 1 0,5-6-126,2 2 1,2-3 465,-2-1 0,23-14 0,0-5 0</inkml:trace>
  <inkml:trace contextRef="#ctx0" brushRef="#br0" timeOffset="4512">2900 133 7830,'11'-3'-662,"0"-1"1,-4 0 372,0 4 0,4 0 686,4 0 0,1 0-89,-1 0 1,-2 0-240,6 0 1,-2 0-33,1 0 1,2 0-141,-6 0 1,5 0-287,-5 0 0,1 0 197,-4 0 1,0 0-82,0 0 273,-5 0 0,4 0 0,-38-5 0,-4-1 0</inkml:trace>
  <inkml:trace contextRef="#ctx0" brushRef="#br0" timeOffset="4719">3087 56 6520,'0'-7'-480,"0"-1"871,0 6 315,5-3-409,1 5 1,5 0-148,0 0 1,0 1 210,0 3 1,0 1-62,0 2 1,0 3-179,0-3 82,0 3 1,-3 1-518,-1 0 0,-5 0-49,2 0 1,-4-1-253,-4-3 0,-2 3 78,-5-2 0,0 0 536,0-1 0,-14 8 0,-5-3 0</inkml:trace>
  <inkml:trace contextRef="#ctx0" brushRef="#br0" timeOffset="5120">3396 111 7830,'1'-11'0,"3"0"0,-2 5 1585,5 2-1058,1 3 0,6 2 0,1 3 0,5 3-181,-2 8 1,3 6-39,1 5 1,0 5-40,0 3 0,3 2-242,-3 5 1,1 2-266,-8-3 0,-2 2-332,-6-2 1,-2 0 438,-5-6 0,-8-5 45,-3-11 0,-6-2-1341,2-5 1,-3 0 623,3 0 1,0-5 802,4-2 0,0-17 0,0-6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48.8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55 7857,'0'-11'825,"0"0"158,0 0-635,0 0 440,0 5-225,-5 1-216,4 5 0,-4 5-77,5 3 1,3 1-41,1 2 1,1 5-19,-1 3 0,-2 1-203,5 3 1,-3-1-6,3 0 1,-4 3-42,1 1 1,0 0-103,0-4 1,0 4-259,-4-1 1,1 0-19,3-7 1,-3 2-132,3-6 361,-3 1-72,-1-4 372,0-5 0,0-2-152,0-8-10,0-2 0,1-5 67,3 0 0,-3 0-37,3 0 0,1 0 112,-2 0 0,5-4-107,-5 1 1,2-1 192,-1 4 0,-2 0-2,6 0 1,-5 0 26,5 0 1,-2 0-254,1 0 1,3 0 117,-3 0 0,3 3-173,1 1 1,4 5 110,-1-2 1,2 3-255,-1 1 1,-1 1 96,4 3 0,-3 2-98,3 5 1,-5 1 52,2 3 0,-3 2 56,-1 5 0,-4 0 162,-4 0 1,-2-4-123,-1 1 1,-1-2 252,-2 1 1,-7-3-62,-5-8 0,-6 2-101,-1-5 0,0-1 7,-4-3 1,3 0-595,1 0 0,5-1-46,2-3 0,3 2 639,1-6 0,20-18 0,4-10 0</inkml:trace>
  <inkml:trace contextRef="#ctx0" brushRef="#br0" timeOffset="395">508 265 7857,'11'6'0,"0"-1"124,0-5 1,0 0 275,0 0 0,0 1-111,0 3 0,4-3-64,-1 3 1,1-2-1,-4 2 1,0-3-14,0 3 1,0-3 238,0-1 0,0 0-1068,0 0 12,-5 0 66,-1 0 0,-5-5 294,0-2 1,-1 1 82,-3-2 1,2 1 174,-5-4 1,-1 1-69,-3 3 1,0-3 174,0 3 1,-1 0-38,-3 0 0,2 5 70,-6-2 1,5-1-20,-5 1 0,5 1 327,-5 3 0,6 1 96,-2 3 1,3-2-180,1 5 1,0 2-223,0 6 0,5-2 66,2 5 0,3 2 118,1 6 1,9-3-128,6 3 0,6-2-435,5 2 0,2-4 21,5 0 1,4-1-197,-1-6 0,0-2-803,-7-6 1,2-2 524,-5-5 0,-2 0 675,-5 0 0,-3-19 0,-5-6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46.1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122 194 8108,'6'-5'1341,"0"4"-750,-2-3-428,-3 3 250,4-4-300,-5 3-271,0-2 1,-5 4 136,-2 0 0,1 0-184,-2 0 1,1 1 99,-4 2 0,0-1-142,0 1 1,0 2 52,0-1 0,3 3-215,1-3 217,0 5 1,-3-7 101,3 5 0,2-3 56,5 3 0,0-3-58,0 3 0,1-3 80,3 3 0,2-3-71,5 3 0,3 0 105,1 0 0,5 3-4,-2-3 1,-1-1 134,2 2 1,-1-1 18,4 4 0,-5-4-118,-2 1 0,-3-1 130,-1 4-147,-5 0 1,-6 0 71,-7 0 1,-8-4-37,-3 1 1,-4-5-481,-4 5 0,2-5-6,-6 5 1,6-6-641,-2 2 1053,3-3 0,10-1 0,4 0 0</inkml:trace>
  <inkml:trace contextRef="#ctx0" brushRef="#br0" timeOffset="411">331 94 7799,'11'-6'469,"-3"-2"119,-1 4 1,-4 2-187,0 5 0,0 0-151,0 4 0,-1 4-128,1 4 1,-2 4 39,-1 0 0,0 3-87,0 4 0,0 0 43,0 4 1,0 2-368,0-3 0,4-1 55,0 2 1,-1-6-115,-3 2 0,0-8 141,0-3 0,0-6 73,0-2 1,2-5-38,1 2 56,-1-3 0,4-6-145,-3-2 0,0-3 105,4-1 1,-3-3 103,3-1 0,-1-1-18,2 1 0,0 2 73,-4-6 0,3 5 163,-3-5 1,3 6-94,-3-2 1,3 3 72,-3 1 1,3 0-40,-3 0 1,5 5-81,-2 2 1,-1 3 100,1 1-149,1 0 1,3 5-99,0 2 1,0 4-250,0 4 1,-4 2-387,1 5 0,-5 0 318,5 0 1,-6 0-614,2 0 1007,2-5 0,5 14 0,6-2 0</inkml:trace>
  <inkml:trace contextRef="#ctx0" brushRef="#br0" timeOffset="678">938 293 7799,'0'-11'40,"0"0"1,0 3 703,0 1-429,-5 5 1,-1-3-271,-5 5 0,-2 0 50,-1 0 1,0 5-156,-4 2 0,-1 4 41,-3 4 0,4-3 39,0 3 1,5 1-192,2-2 0,2 1-3,5-4-64,-5 5 0,9-4 71,0 3 1,3-8-28,8-3 0,-3-3 69,7-1 1,2 0-260,2 0 0,-2-1 83,1-3 0,-3-1 301,3-2 0,15-27 0,8-3 0</inkml:trace>
  <inkml:trace contextRef="#ctx0" brushRef="#br0" timeOffset="1103">1015 260 7998,'1'-6'426,"3"2"0,-3 2-118,3-2-102,-3 3 1,-1-3 25,0 8 1,0-2-35,0 5 0,0 1 8,0 3 1,-4 0-434,1 0 0,-1 4 96,4-1 1,-1 1-29,-3-4 1,3 0-251,-3 0 310,3 5 0,1-4 23,0 3 1,3-7 10,1 0 1,1-6-142,-1 2 0,2-3 37,5-1 0,-4 0-108,1 0 0,-1-1 117,4-3 0,0-2 110,0-5 1,0 0 272,0 0 1,0-4-111,0 1 1,-4-1 56,1 4 0,-5-4-24,5 1 1,-4-1 532,3 4-213,-5 0-276,3 0-134,-5 5-221,0 1 1,0 6 35,0 3 0,0-2 105,0 5 0,0 1-49,0 3 0,0 4 54,0-1 1,0 1-20,0-4 12,0 0 1,0 0-78,0 0 0,4 0 100,0 0 0,0-5-4,0-2 0,-1 1-1289,4-2 931,0 1 1,4-4 44,0 0 1,0 0 319,0 0 0,0-5 0,25-40 0,6-15 0</inkml:trace>
  <inkml:trace contextRef="#ctx0" brushRef="#br0" timeOffset="1445">1390 50 7821,'0'-11'694,"0"0"1,-2 4 312,-1 0-190,2 4-254,-4-7-278,5 9 0,0 1-29,0 7 0,1 4 94,3 4 1,-2-1-340,5 4 1,1 4 62,3 4 1,-1 1-695,-3-2 0,3-1 390,-3 1 1,-1 2-774,1-1 1,-4 0 298,1-4 1,1 0-66,-2 0 0,1-1 769,-4-3 0,10-17 0,2-8 0</inkml:trace>
  <inkml:trace contextRef="#ctx0" brushRef="#br0" timeOffset="1887">1654 17 7821,'6'-6'1246,"-1"1"-1167,-5 5 742,5 0 1,0 5-279,2 2 0,3 8-84,-2 4 0,0 3-303,-1 3 1,3 4-254,-2 4 1,-2-4-72,1 0 0,-4 1 202,0 3 1,2-5-511,-1-2 1,-1-4 237,-3-4 0,0-2-715,0-5 276,0 0 124,0-5 0,0-2-420,0-8 488,0-2 1,0-9 171,0 1 1,0-1 312,0 4 0,0-1 0,0-3 0,-3 3 0,-1-3 0,-4 3-4,0 1 1,-2 1 3,-1 3 0,0-2 527,0 5 0,0 1-14,0 3 0,0 0 136,0 0 0,0 1-105,0 3 0,1 3-150,3 8 1,-2-2-135,6 6 0,-1-1-51,4 4 0,0-4-367,0 1 1,5-5 178,2 5 1,3-6-671,1 2 0,0-6-89,0-2 0,4-5 738,0 2 0,24-27 0,2-8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54.4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22 7790,'0'-6'1532,"0"0"-1166,0 3-1606,0 1 563,0-3 677,0 5 0,0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59.6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45 7763,'0'-11'1217,"0"4"-128,0-2 2,0 7-868,0-7 1,1 7-9,3-1 1,2 2-111,5 1 1,0 0 97,0 0 0,4 0-102,0 0 0,4 0 76,0 0 1,-3 0-111,-2 0 1,2 0-61,-1 0 0,-2 1-290,-5 2-22,2-1 1,-9 7 170,2-1 0,-1-2-120,-2 1 1,-4 2 78,0 6 1,-8-3-95,1 2 1,-2 2 47,2-1 1,-4 3 83,0-3 1,-1 5-37,2-2 0,1 3 1,-1 1 1,1-4-444,2 1 1,2-5 168,1 5 1,0-6 1170,4 2-629,0-8 1,6-2 660,1-5 0,3 0-367,5 0 0,4-1 64,0-3 1,4 2 109,0-5 0,2 0-229,1 0 0,0-1-403,0 4 1,-4-4 111,0 5 0,0-5-772,0 5 0,-2-2 339,-5 1 0,0 3-1029,0-3 0,-4 3-229,1 1 1647,-6 0 0,3-10 0,-5-2 0</inkml:trace>
  <inkml:trace contextRef="#ctx0" brushRef="#br0" timeOffset="391">397 177 7763,'6'0'0,"0"0"1651,-2 0-585,-3 0-554,9 0-283,-4 0-14,5 0 1,0 0-337,0 0 1,0 0 114,0 0 1,-3 0-203,-1 0 1,0 0-26,4 0 1,0 0-124,0 0 1,-1-1 99,-2-3 0,1 3-89,-1-3 0,-2-1-173,1 2 313,-4-6 0,2 3 222,-5-5 1,0 3-216,0 1 273,0 0 1,-5-3 99,-3 3 1,-1 2 92,-3 5 1,-2 0 33,-1 0 1,-1 0 162,1 0 1,3 5-59,-2 2 0,1 2-98,2-2 1,0 6-273,0-2 1,1 3 229,3-3 0,2 1-642,5 3 0,0-2-65,0 6 0,6-6-261,5 2 1,5 1 76,6-2 0,0 1-247,0-4 1,4-1 870,0-3 0,29-7 0,4-6 0</inkml:trace>
  <inkml:trace contextRef="#ctx0" brushRef="#br0" timeOffset="1225">772 155 7763,'0'-11'435,"0"0"870,0 0-409,0 5-648,0 1 0,0 6-103,0 3 1,0-2 63,0 5 1,0 1-320,0 3 0,4 4 90,-1-1 1,1 2-156,-4-1 1,1-3 84,3 3 0,-3-3-181,3-1 220,-3 5 1,3-4-101,-1 3 40,1-3 97,-4-1 1,1-5-366,3-2 234,-3-3-146,4-1 0,-5-1 61,0-3 1,0-2 140,0-5 1,0 0-28,0 0 1,0 0-18,0 0 1,0-1 174,0-3 0,0 3-88,0-3 0,0 3-267,0 1 1,1 0 87,3 0 1,2 4 4,5-1 0,0 5 59,0-5 0,0 2 143,0-1 0,1 2-11,3 5 0,-1 0 126,4 0 1,-5 0-89,2 0 0,-3 0 94,-1 0 1,4 0 351,0 0 0,0 0-184,-4 0 0,-4 0 144,0 0 0,-3 3 159,3 1-246,-4 5-207,2-3 1,-7 5-176,-1 0 1,-2 0-220,-3 0 0,0 0 197,4 0 1,-1 0-86,2 0 0,1 0 85,-1 0 0,2-4-112,1 1 1,4-2 53,4 1 1,2 2 20,1-6 0,5 1 60,2-4 0,-1 0 129,1 0 1,1 0 187,3 0 0,0-5-132,0-2 0,-1-3 157,-3-1 1,-2 0-111,-5 0 0,0-4 463,0 1 1,-5-2-217,-2 1 0,-4 3 47,-4-3 1,-3 2-246,-8-2 0,-3 4-325,-8 0 0,2 1-758,-6 6 0,2 1 553,-1 3 1,-2 0-1155,5 0 1,5 3 1455,7 1 0,11 24 0,5 3 0</inkml:trace>
  <inkml:trace contextRef="#ctx0" brushRef="#br0" timeOffset="1451">1544 342 7798,'6'-5'3954,"4"-1"-5364,-4 0 898,0 1-1641,4 5 2153,-9 0 0,-16 10 0,-9 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58.4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22 210 9483,'0'7'743,"0"1"0,0-1-623,0 4 0,0 0 46,0 0 0,0 0 35,0 0 1,0 1-585,0 3 0,0-3 279,0 3 1,-1-4 103,-3-4 0,-2-2 0,-5-5 0</inkml:trace>
  <inkml:trace contextRef="#ctx0" brushRef="#br0" timeOffset="156">55 33 7750,'0'-11'133,"0"4"303,0 0-1025,0 4 169,0-2 195,0 5 0,20 25 0,4 6 0</inkml:trace>
  <inkml:trace contextRef="#ctx0" brushRef="#br0" timeOffset="533">397 122 7759,'-7'-4'378,"-1"0"1,1 1 308,-4 3-606,0-5 0,-4 4 134,0-3 0,1 3-176,3 1 0,3 0 145,1 0-62,0 5-506,-4 1 306,5 5-93,-4 0 0,9 0 19,-3 0 0,3-4 101,1 0 0,0-3 10,0 3 1,1-3 92,3 3 1,0-3-98,4 4 0,3-5 1,0 5 0,0-2-2,4 1 1,0 3 48,0-3 0,4-1-9,-5 2 0,2-1-6,-1 4 0,-3-4 125,3 1 0,-7-2-134,0 1 0,-6 3 330,2-3 0,-4 2-111,-4-2 0,-3 2 0,-8-6 0,-2 5-387,-5-4 0,-1-1 125,-3-3 1,3 0-951,-3 0 1,-1 0 1013,1 0 0,5-19 0,6-6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57.2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11 177 7733,'0'-6'493,"0"-4"-250,0 9-52,0-4 1,0 6-98,0 3 1,0-2-27,0 6 0,0 0-34,0 7 0,0-2 98,0 6 0,0-2-161,0 1 1,0 3 77,0-3 1,0-2 21,0-1 0,0 1 4,0-1 0,-1-2 51,-3-6-105,3 3-20,-4-9-108,5 4 0,0-7 51,0-5 0,4-1-87,0-6 1,4-4 91,0 0 1,3-3-263,3-1 0,-2 0 74,3 0 0,-1 4-67,0-1 1,0 5 7,4-5 1,-3 6 11,3-2 0,-4 8 312,0 3 1,-1 3-85,-2 1 1,-4 0 136,0 0 0,-3 1-68,3 3 0,-3 2 68,3 5 0,-3 0-9,4 0 1,-5 0 107,5 0 1,-5-4 8,5 1 1,-5-1-129,5 4 1,-2-4 104,1 1 1,3-5-66,-3 5 1,3-6 56,1 2 0,-4-3-78,1-1 0,-1 0-89,4 0 1,0 0 11,0 0 1,0-5-133,0-2 0,0-2 80,0 2 1,-3-3-92,-1 3 1,-3-3 19,3-1 0,-5 0 34,2 0 1,-3 0 203,-1 0 0,0 3-122,0 1 0,-5 5 146,-2-2 0,-3 3-41,-1 1 1,-1 0 94,-3 0 0,3 5 63,-3 2 1,-1 4 31,2 4 0,-1-3-68,4 3 1,1 1-88,3-2 0,-2 2-237,6-1 1,-5-2 98,5 6 0,-1-2-561,4 1 1,1 2 50,3-5 0,2-1-181,5-3 0,4-1 360,-1-3 0,6-2 335,-2-5 0,57-34 0,14-9 0</inkml:trace>
  <inkml:trace contextRef="#ctx0" brushRef="#br0" timeOffset="310">838 111 7733,'-6'-5'0,"1"2"0,5-4-33,-5 5 59,-1-3 1,-5 5 283,0 0 0,0 5-76,0 2 0,0-1-43,0 1 1,0 1-48,0 3 0,0 0-17,0 0 0,5 0-47,2 0 0,3 0-121,1 0 1,0 0 92,0 0 0,5 0-131,2 0 1,4 0 20,4 0 1,-2 0 102,6 0 1,-2 0-50,1 0 1,2 0 15,-6 0 1,-3-3 276,-3-1 0,-6-3-41,2 3 1,-5-3-123,-7 3 0,0-3-898,-11 3 0,1-5 421,-4 2 0,-1 1 351,-3-1 0,-17-6 0,-8-4 0</inkml:trace>
  <inkml:trace contextRef="#ctx0" brushRef="#br0" timeOffset="577">1037 12 7750,'7'-4'-66,"0"0"1278,-4 0-796,6 4 1,-7 2 155,1 1 0,2 4-188,-1 4 0,0 1-156,-4 2 0,0 4-230,0 4 0,0 0 106,0 0 1,-2 4-387,-1-1 0,-2 5 229,-3-5 0,0 5-565,4-5 0,-3 1 300,3-4 0,1-5-522,3-2 0,0-3-348,0-1 1188,0 0 0,19-24 0,6-7 0</inkml:trace>
  <inkml:trace contextRef="#ctx0" brushRef="#br0" timeOffset="776">915 166 7750,'-11'-5'2845,"0"-1"-2028,0 0-552,10-4 1,7 9-363,12-3 0,5 3 132,2 1 0,1 0-1009,7 0 0,-4-4 974,5 0 0,33-9 0,4 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55.0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99 8207,'5'-11'1437,"-4"0"-896,4 5 335,-5 1-567,0 15 0,0-1-89,0 9 0,0 1-144,0 3 1,0 3 79,0 1 0,-1 1-457,-3-1 1,2-3 239,-6 3 0,5 1-346,-5-2 1,5 1-108,-5-4 0,2-1-422,-1-3 0,-3-2 64,3-5 0,1-5 872,-2-2 0,16-42 0,-1-11 0</inkml:trace>
  <inkml:trace contextRef="#ctx0" brushRef="#br0" timeOffset="259">672 33 7782,'5'-6'610,"-4"-4"-243,3 3 334,-3 2 0,-2 0-210,-3 5 1,-4 0 191,-11 0 1,0 0-274,-11 0 1,-4 0-152,-7 0 0,-7 5-84,-8 3 1,-2-2-13,-5 1 0,1-1-216,7 1 0,2 3 108,9-2 1,11 0-1253,7 0 1,11 0 14,8-4-272,4 4 0,0-3 154,6 3 1300,4-3 0,38-5 0,9 0 0</inkml:trace>
  <inkml:trace contextRef="#ctx0" brushRef="#br0" timeOffset="476">385 88 9694,'0'11'1692,"0"2"-1381,0 1 0,2 4-236,1 4 0,-1 3-127,1 1 1,-2 5-226,-1-2 1,0-1-554,0 2 0,0-2 485,0 1 0,0-5-113,0-6 1,0-5-268,0 2-353,0-3 1078,0-6 0,-4-25 0,-3-12 0</inkml:trace>
  <inkml:trace contextRef="#ctx0" brushRef="#br0" timeOffset="701">374 342 7782,'0'-11'0,"0"0"123,0 0 0,4 0 261,0 0 1,4 4 149,0-1 0,1 2-169,2-1 0,2 2-32,1 5 1,-1-4-61,1 0 0,2 1-184,-1 3 1,0 5 127,-4 2 1,0 3-325,0 1 1,-1 0-46,-3 0 1,1 0-191,-4 0 0,0 4-282,-4-1 1,0 1 305,0-4-1,0 0-535,0 0 1,0 0 332,0 0 0,0-3 203,0-1 1,0-3 317,0 3 0,0-19 0,0-2 0</inkml:trace>
  <inkml:trace contextRef="#ctx0" brushRef="#br0" timeOffset="1037">705 375 7782,'5'-6'415,"-4"1"0,8 4-140,-6-3 0,6 3-70,-2-3 0,0 3-241,0 1 1,0 0 101,4 0 0,2-4-362,1 1 1,-2-1 206,3 4 1,-3-1-228,-1-3 87,0 3 0,0-9-168,1 3 0,-6 1 287,-3-2-6,3 1 0,-4-4 218,1 0-172,-1 0 226,-7 0 1,-3 5-47,-6 2 1,1 3 37,-1 1 0,0 1 127,-1 3 1,2-2 141,-5 6 1,0 3 222,0 3 0,2 1-255,5-4 0,0 4 9,0-1 1,5 5-144,2-5 0,3 2-159,1-1 1,10-3 100,5 3 0,9-4-762,5-4 0,5-2 60,2-5 0,0 0-289,4 0 0,-1-2 451,2-6 347,-8 1 0,-6-28 0,-5-1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54.0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22 177 7128,'6'-5'636,"0"4"-216,-2-3 0,-3-2 70,3-2 1,2 2-138,1-1 1,0 3 147,0-3 1,-1 0-89,1-4 0,3 0 9,-2 0 1,0 0-96,0 0 0,1-1-5,-1 1 0,-2 2-332,1 1 1,-3 0 214,3 4-169,-4-5 250,2 8-486,-5-4 1,0 7 107,0 1 1,0 5 2,0 6 0,-2 0-16,-1 4 1,1 1-33,-1 3 1,-2 0-287,1 0 0,0 3 168,4 1 0,0 1-166,0-1 0,0-3 110,0 3 1,0-3-491,0-1 0,0-1 282,0-3 1,0-2-699,0-5 438,5 0 779,-3 0 0,2-5 0,1-20 0,2-11 0</inkml:trace>
  <inkml:trace contextRef="#ctx0" brushRef="#br0" timeOffset="198">11 430 7790,'-6'-5'938,"1"4"1,5-5-95,0 2-491,0 3 1,1-4-115,3 5 1,2 0-22,5 0 1,5 0-444,3 0 1,1 0 227,2 0 1,5 0 171,3 0 1,-3 0 132,-2 0-308,4 0 0,18 5 0,11 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53.1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32 7790,'0'-11'524,"0"4"-210,0 0 347,0 4 0,0 0-189,0 6 0,0 5 185,0 6 0,0 2-361,0 3 1,0 5-130,0-2 0,1 4-460,3 0 1,-3-3 249,3 3 0,-3 1-907,-1-2 1,4 5 529,0-5 1,-1 1 223,-3-4 0,0-5-465,0-2 661,-5 2 0,-1-24 0,-5-2 0</inkml:trace>
  <inkml:trace contextRef="#ctx0" brushRef="#br0" timeOffset="379">1 231 7790,'0'-11'417,"0"0"0,1 1-385,3 3 0,2 2 141,5 5 1,1 0-177,3 0 0,2 0 47,5 0 0,4 0 55,-1 0 0,6 0-161,-2 0 0,2 0 116,-2 0 1,0 0-398,-4 0 0,-3 3 146,0 1 0,-4 4-91,-7-5 1,-5 6 86,-3-2 0,-1 3 109,-2 1 0,-2 0 33,-1 0 0,0 0-15,-4 0 1,0 4 95,-4-1 1,0 5-69,0-5 0,1 2 157,2-1 1,3-3-70,5 3 0,0-3 24,0-1 1,5-1-68,3-3 1,6-2 122,5-5 0,2-1 61,1-3 0,0-3 243,0-8 0,-1 2 189,-3-5 0,-2-1-240,-5-3 1,-5 0-13,-2 0 1,-3 1-146,-1 3 1,-6-2-849,-5 6 0,-1-1 444,-7 4 1,2 5 185,-1 2 0,2 13 0,5 3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5:51.4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34 353 7826,'7'0'60,"1"0"1,-5-1 36,5-3 0,-5 3-158,5-3 1,-1 3 112,4 1 1,0-1-140,0-3 1,1 3 31,3-3 1,-3 2-55,3-2 1,-6 2 233,-2-6 2,0 6 308,-1-8-299,-1 4 0,-10-1 38,-2-1 0,-3 6-58,-1-2 0,-3 3 136,-1 1 0,-4 1-11,5 3 1,-2 2-173,1 5 1,3 0 15,-3 0 1,3 0-168,1 0 0,4 5-176,-1 2 1,6 0 136,-2 0 1,3 0-94,1 4 0,8 0 60,3 0 0,9-4-413,2-4 0,5-3 104,6-3 1,0-3 67,0-5 0,4 0 395,0 0 0,3-9 0,-3-2 0,34-42 0,5-7 0</inkml:trace>
  <inkml:trace contextRef="#ctx0" brushRef="#br0" timeOffset="384">585 320 7790,'5'-11'81,"-4"-5"1,4 4 390,-5-3 298,5 3-256,-4 1-498,-1 5 0,-6 1 101,-5 5 1,0 1-30,0 3 0,0-2-41,0 6 1,0-1-136,0 4 1,1 0-186,3 0 1,-3 0 19,3 0 83,2 0 0,-4 0 51,6 0 1,-1 0-50,4 0 1,0-3 69,0-1 1,0-3-84,0 3 116,0-5-7,5 8 71,1-9 1,5 4-51,0-5 0,0-1 104,0-3 0,0-1-90,0-2 0,0-1 185,0 4 1,0-5-51,0 2 0,0 2 239,0 1-221,0-2 0,0 5 206,0-3-175,-5 3 1,3 2 162,-5 3 1,-1 6-188,-3 5 1,-1 4 4,-3-1 1,0 3-159,-4 1 1,-5 5 93,2 3 0,-4 0-154,0 0 0,2 0 54,-6-4 1,6 0-85,-2-4 1,3-1-291,1-3-664,5-2-719,1-10 1793,5-1 0,29-44 0,8-10 0</inkml:trace>
  <inkml:trace contextRef="#ctx0" brushRef="#br0" timeOffset="792">883 265 8192,'0'-6'1393,"0"-4"-1195,0 9-25,0 6 1,-4 2-179,0 8 0,-3 2 100,3 1 0,-3 3-156,3 1 1,-3-3-70,3-1 0,0 0-109,0 4 0,3-5-226,-3-2 193,3 2 170,1 0 1,1-4 23,3-6 0,-2-4-139,5-3 0,1-2 63,3-1 1,0-4-128,0-4 0,0 0 26,0 0 0,4-1 119,-1-3 1,2 3 183,-1-2 1,-3-2-138,3 1 0,-3-3 175,-1 3 0,0-1-60,0 1-121,0 3 0,-1-4 80,-3 5 1602,3 5-1082,-9 1 0,4 10-179,-5 2 0,-3 4-381,-1 4 1,-3-2 76,3 6 0,-3-1-116,3 4 1,-3-3 38,3-1 1,0-1-504,4 1 0,0 2 244,0-5 0,0-1 314,0-2 0,30-16 0,6-4 0</inkml:trace>
  <inkml:trace contextRef="#ctx0" brushRef="#br0" timeOffset="1448">1346 265 7790,'0'-11'71,"0"0"1183,0 0-370,0 5-185,0-4-535,-5 9 0,-1 1-122,-5 7 1,0 3-131,0 1 0,0 4 95,0-1 0,0 2-83,0-1 1,0-2 75,0 6 1,0-5-182,0 5 1,3-6 29,1 2 1,1-3-9,-2-1 1,3 0-328,5 0-148,0 0 311,0 0 0,5-4 72,3-4 0,2-3 209,1-3 0,0 0-127,0-4 0,1-4 175,3-4 0,-3-1-36,3 1 0,-3 3 73,-1-3 0,0-1 76,0 2 0,0-2 198,0 1 1,-1 3-65,-3-3 1,-1 7 109,-2 0-420,-3 1 108,4 1 1,-5 2-102,0 8 1,-1 2 63,-3 5 1,2 0-53,-6 0 0,6 4 46,-2-1 1,-1 5 18,2-5 1,-1 1-64,4-4 0,0 4 31,0 0 0,0-4-27,0-4 0,1-1-208,3 1 168,2 3 1,5-9 55,0 3 0,0-4-159,0-4 1,4 1 95,-1-8 0,1 2 38,-4-5 1,4-4 93,0 0 1,-1-3-97,-3-1 0,1 0 248,3 0 1,-3-1-77,3-3 0,-3-1 213,-1-2 1,-1-2-117,-2 5 0,0-3 261,-4 3 0,3 2-157,-3 5 1,0 3 441,-4 5-130,0 5-474,0 1 1,0 7-27,0 1 1,-4 5 88,0 6 1,-3 0 138,3 4 1,-1 1-110,2 3 0,1 0-144,-1 0 0,-2 0-93,1 0 1,0 0-157,4 0 1,0 1-163,0 3 1,0-3 197,0 3 1,0-3-987,0-1 0,0-3 488,0-1 1,4-5-2111,0 2 2704,4-8 0,13-26 0,9-12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03.2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298 11 8270,'0'-6'1165,"0"2"-463,0 8-488,-5 2 0,-1 8-44,-5 1 1,0 1 43,0-1 1,-2 2-331,-1 5 1,2 0 137,-3 0 1,-1 0-557,1 0 1,1 0 50,2 0 0,1-3-171,0-1 0,0-5-361,0 2 231,5-3 784,-4-5 0,19-27 0,-2-11 0</inkml:trace>
  <inkml:trace contextRef="#ctx0" brushRef="#br0" timeOffset="193">99 88 7875,'-6'-11'215,"-2"4"-215,4-1 539,-5 6 13,8-3-17,-4 5-279,5 0 0,4 5-96,0 2 1,4 3-2,0 1 1,3 4-5,3-1 0,-1 5-341,1-5 0,0 6 123,0-2 1,-1-1-701,1 2 0,-1-6 113,-2 2 0,0 1-740,0-1 1390,0-1 0,-5-3 0,-1 0 0</inkml:trace>
  <inkml:trace contextRef="#ctx0" brushRef="#br0" timeOffset="368">33 187 7875,'-11'-5'0,"4"0"1506,0-2-513,4-3-637,-2 9 1,6-8-74,3 6 0,3-1 58,8 4 0,3 0-629,8 0 0,4 0 277,6 0 1,2 4-2546,3-1 2556,2 6 0,20 7 0,12 7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04.5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226 33 7748,'0'-6'1984,"0"-4"-2042,0 9 144,0-4 127,0 15 0,-5-3-227,-2 8 0,1 1 114,-1-1 0,-1 4-249,-3 0 0,0 2 98,0 1 0,0 0-117,0 0 1,0-2 46,0-1 0,0 2-454,0-3 1,1-2-509,3-1 43,-3-8 1040,9-2 0,1-34 0,6-8 0</inkml:trace>
  <inkml:trace contextRef="#ctx0" brushRef="#br0" timeOffset="192">50 11 7748,'-8'-1'652,"1"-3"-132,0 3-912,1-4 132,1 5 575,5 5 1,1 1 25,3 5 0,5 2 56,6 1 1,5 0-208,-2 4 1,7 0-48,0 5 1,5-5-836,-5 0 1,5 1 407,-4 3 1,-1-5-573,-3-2 0,-1 0-3,-2 0 859,-3-5 0,-25-15 0,-5-7 0</inkml:trace>
  <inkml:trace contextRef="#ctx0" brushRef="#br0" timeOffset="384">17 166 7748,'-5'-7'2569,"4"-2"-2617,-9 7 1,10-2 88,0 4 0,2-4-3,9 0 1,0 1-227,11 3 1,-1 0-420,9 0 1,3 0-628,3 0 1234,6 0 0,51 4 0,-37-1 0,0 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13.9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376 387 7772,'3'-11'-1178,"1"0"1855,-2 0 1,0 0-139,-2 0 1,0 3-129,0 1 0,0 3-103,0-3 0,-5 4 55,-3 0 0,-3-2-266,-3 1 0,0 1 69,-4 3 1,-1 1-301,-3 2 0,4 4 163,0 4 0,0 0-412,0 0 1,-2 0 193,6 0 0,-1 3-220,4 1 0,1 0 160,3-4 1,-2 1-400,6 3 377,-1-3 1,4 4 34,0-5 0,4-4 220,-1 1 1,10-6-81,-2 2 1,2-3 132,-2-1 1,0-1-43,0-3 1,4-1 158,-1-2 0,1-2 8,-4 6 0,0-6-36,0 2 0,0 1 127,0-2 1,-3 6-64,-1-2 0,0-1 134,4 1-66,0 1-33,0 3 0,0 1-98,0 3 1,-4 2 19,-4 5 1,2 4-70,-1-1 0,0 7-101,-4 1 0,0 4 0,0 3 1,-4 3 119,0-2 1,-4 5-280,0 2 0,-5 0 58,-2-4 1,-5-5-16,2-3 1,-3-1 55,-1-2 0,-1-1 173,-3-3 1,3-6 22,-3-4 0,-1-6 175,2 2 1,-1-3-35,4-1 1,5-5-74,2-2 1,4-4 125,4-4 1,2 2-15,5-6 1,2 4-134,5-3 0,2 1 40,9-1 1,2 0-352,6 4 0,2 1-48,5-1 0,-1 2-233,-3 0 0,3 3-722,-3 1 1,0 0 543,0 4 1,-4 0-262,0 4 0,-6 0 871,-5 0 0,-26 10 0,-7 2 0</inkml:trace>
  <inkml:trace contextRef="#ctx0" brushRef="#br0" timeOffset="902">938 420 6849,'0'-11'1242,"-1"5"-881,-3 2 1,1 3-163,-4 1 1,0 1-56,-4 3 1,-2 3 67,-1 8 1,0-2-184,-4 6 0,3-1 115,-3 4 0,3 0-200,-3 0 0,4 4-126,0 0 0,-1 3-161,4-3 1,-1 3 6,8-3 1,0 0 141,4-4 1,0-2-491,0-1 0,6-3 342,5-5 0,2-5 342,5-3 0,30-21 0,11-6 0</inkml:trace>
  <inkml:trace contextRef="#ctx0" brushRef="#br0" timeOffset="1177">1081 541 7733,'0'-11'169,"0"0"335,0 0-288,0 0 1,1 1 156,3 3 1,-2 2-79,6 5 0,-1 0-219,4 0 1,1 1 78,3 3 1,-3 2-129,3 5 0,1 0 29,-1 0 0,-1 4-162,-3-1 1,-5 6-38,-2-2 1,1 0 89,-1 0 1,-2-3-103,-5 3 0,-4-1 38,-4 2 0,-3-2-46,-1-3 1,-5-1-92,2 1 0,-3-3-82,-1-3 1,4 0-15,-1-4 0,10 0-667,-2-4 479,2 0 538,3 0 0,35-20 0,14-4 0</inkml:trace>
  <inkml:trace contextRef="#ctx0" brushRef="#br0" timeOffset="1437">1478 519 7734,'4'-11'43,"-1"0"1,5 4 342,-5-1-179,1 6 1,-9-3 145,-2 5 0,-7 1-42,0 3 1,-6-2-100,2 6 1,-3-1 58,-1 4 1,1 4-72,3-1 0,-2 2-106,5-1 1,-1-1 27,2 4 0,5-1-74,-2 1 0,7 0-149,1-4 0,3 0-65,3 4 0,5-4-460,6 0 0,2-5 324,3-2 1,3-4-676,0 0 0,0-1 403,4-2 1,-4-2 573,-4-1 0,32-33 0,4-12 0</inkml:trace>
  <inkml:trace contextRef="#ctx0" brushRef="#br0" timeOffset="1687">1610 420 7765,'0'-11'275,"0"0"1074,0 0-736,5 5 0,2 1-31,8 5 0,-3 1-161,3 3 1,1 5-169,-1 6 1,3 1-117,-3-1 1,1 1 90,-2 2 1,-1 3-343,1-3 1,-6 4 126,-5 4 0,-1-3-340,-2 3 1,-5-3-164,-3-1 1,-3-1-352,-3-2 1,0 0 35,-4-4 0,1 0-1315,-2-4 2120,-2-5 0,4-11 0,-5-7 0</inkml:trace>
  <inkml:trace contextRef="#ctx0" brushRef="#br0" timeOffset="2163">1136 89 7765,'-6'-1'-625,"2"-3"1162,3 3 85,1-4-370,0 5 0,5 0-58,2 0 1,4 0-28,4 0 1,1 0-307,2 0 0,7 0 109,-3 0 0,4 1-148,-1 3 1,-1-3-128,1 3 1,-3-2-166,-3 2 1,2-3-70,-3 3 1,-2-3 538,-1-1 0,-3 0 0,-1 0 0,-10-10 0,-2-2 0</inkml:trace>
  <inkml:trace contextRef="#ctx0" brushRef="#br0" timeOffset="2387">1412 23 7765,'-6'-1'-5,"2"-3"355,3 3 101,1-4-248,0 0 0,1 4 145,3-3 0,2 7-105,5 0 0,0 6 99,0-2 0,0 3-67,0 1 0,0 0-72,0 0 0,-4 0-139,1 0 0,-6 1-149,2 3 1,-3-3-605,-1 3 1,-5-3 424,-2-1 1,-4 0-1070,-4 0 1,2 0 1332,-6 0 0,-38-5 0,-14-1 0</inkml:trace>
  <inkml:trace contextRef="#ctx0" brushRef="#br0" timeOffset="2872">122 122 7765,'-11'-4'49,"0"1"23,0 0 1,4-2 475,-1 2-338,6-1 0,-2 4 15,8 0 1,3 0-93,8 0 0,-2 0-90,6 0 0,0 0 11,7 0 1,-3 0-111,3 0 0,2 0-445,2 0 1,-4 0 277,0 0 0,1 0-178,-1 0 0,2 0 152,-6 0 1,1-4-215,-8 1 0,0-2 463,-4 1 0,-20-12 0,-4-7 0</inkml:trace>
  <inkml:trace contextRef="#ctx0" brushRef="#br0" timeOffset="3087">409 12 7765,'-7'-1'380,"4"-3"167,-3 3-140,4-4 82,-2 5 0,5 0-129,2 0 0,4 1-28,4 3 0,0 1-56,0 2 0,0 3-69,0-3 0,-4-1-208,0 2 0,-4-1 87,0 4 0,-1 0-448,-2 0 375,0 0 0,-5 1-949,-3 3 0,-3-4 459,-3 0 0,2 0-949,-3-4 1426,3 3 0,1-4 0,0-1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11.7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260 111 7768,'0'-11'199,"0"3"259,0 1-245,0 5-10,0-3 1,0 6 337,0 3 0,-1 3-112,-3 8 1,3-2-110,-3 5 0,3 5-236,1 2 1,-4 5 70,1-5 1,-1 6-328,4-2 0,-1 0 213,-3 0 0,3-2-479,-3-1 1,2-1 256,-2-6 1,3-3-640,-3-2-272,3-1-639,1-7 1731,0-1 0,10-35 0,2-7 0</inkml:trace>
  <inkml:trace contextRef="#ctx0" brushRef="#br0" timeOffset="342">624 45 7768,'0'-8'0,"0"1"832,0-2-471,0 4 0,-1-3 79,-3 4 1,-3 1-90,-8 3 0,-2 0-244,-5 0 0,-3 3 77,-4 1 1,-3 4-77,-12 0 0,1 2-17,-8 1 1,3-4-66,-4 0 0,6 1-233,-2 3 0,9-2 159,6-1 0,6-2 43,8-2 1,7-2-49,5 5-1757,4-4 0,7 2 1810,7-5 0,42-10 0,7-2 0</inkml:trace>
  <inkml:trace contextRef="#ctx0" brushRef="#br0" timeOffset="725">425 111 7624,'-7'0'591,"0"0"-104,4 0 0,-2 1 57,5 3 0,0 2-199,0 5 0,0 1-106,0 3 1,0 2-87,0 5 0,4 1 50,0 3 1,-1 1-358,-3 2 0,-1 3 185,-2-2 1,0 0-578,-4 0 1,1-3 280,-2-5 0,2-2-1062,2-1 202,3-3-185,-9-5 681,9-5 629,-4-1 0,10-15 0,11-12 0,7-12 0</inkml:trace>
  <inkml:trace contextRef="#ctx0" brushRef="#br0" timeOffset="975">403 408 7772,'0'-14'13,"0"-1"0,0 0 76,0 4 1,0 0 247,0 0-266,0 0 1,5 1 35,3 3 1,1-2 80,2 6 1,1-2-1,-1 1 1,1 3-12,2-3 0,0 3-146,4 1 0,-3 0 34,3 0 0,-3 0-92,3 0 0,-5 5-22,-2 2 1,0 7 98,-4 1 1,-2 0-130,-1 0 1,-4 1 94,-4 2 0,-1 2-162,-2-5 0,-3 3 46,3-3 1,1 0-235,-2-4 1,4 0-312,-3 0 21,5-5-179,-3 4 124,5-9 679,5 4 0,25-30 0,12-5 0</inkml:trace>
  <inkml:trace contextRef="#ctx0" brushRef="#br0" timeOffset="1350">723 397 7772,'6'-7'471,"-2"0"-63,-3 4 270,4-2-496,1 5 0,5 0-153,0 0 1,-3 0 49,-1 0 0,0 0 74,4 0 1,2 0-366,1 0 1,-2 0 193,3 0 0,-3-1-430,-1-3 1,4 2 203,0-5 1,0 3-18,-4-3 0,0 0 83,0 0 1,-4-3 208,0 3 0,-3-3 45,3-1 0,-4 0-102,0 0 0,-1 0 297,-2 0 0,-2 4-106,-1-1 1,0 2 62,-4-1 1,0 2-28,-4 5 1,-4 0-35,0 0 1,-1 5 7,2 2 1,-2 3 109,-3 1 0,2 1-36,2 3 1,2-2 178,-5 6 1,4-4-79,-1 3 1,7 0-141,1 4 0,0-1 32,0-2 0,2 0-3,5-4 0,5 3-498,2-3 0,8 0-220,3-4 0,3-2-494,1-1 1,2-3-226,1-5 0,2 0-584,3 0 1782,-3-5 0,19-26 0,7-10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18.6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100 319 7738,'6'-5'1166,"-1"4"-1233,-5-4 218,0 5-42,-5 5 1,-1 1-185,-5 5 0,1 5 122,3 2 0,-3-1-169,3 2 0,-3-1 67,-1 4 1,1 2-194,3 1 0,-2-1 82,6 1 0,-1-6 30,4-5 1,0-1 151,0-2 1,6-4-91,5 0 0,1-5 128,7-2 1,-1-3-73,4-8 1,1 1 124,3-8 1,-3 0-55,3-5 0,-6 1 27,-2 0 0,-1 0-44,2 0 1,-4 4-10,-4 0 1,-1 0-115,-2 0 0,1-2-185,-1 6 0,-2-3-214,1 6 380,-4-3 0,3 13-565,-3-3 671,-1 3 0,3 2 0,-5 3 0,0 2 0,0 5 0,0 0 0,0 0 0,-4-4 0,0 1 0,1-1 0,3 4 0,-2 0 46,-1 0 0,1-4 103,-1 1 1,2-1 757,1 4-599,0 0 1,3 0 222,1 0 0,1-3-162,-2-1 1,4-3 52,4 3 1,0-5-167,0 2 1,0-3-87,0-1 1,1 0-145,3 0 1,-3 0 140,3 0 1,2-1-154,1-3 0,-2-2 104,-1-5 0,1 0-566,-2 0 1,5 0 40,-5 0 0,1-1-108,-4-3 0,0 3 228,0-3 0,-3 2 144,-1-2 1,-5 3 168,2-3 0,-4 4-141,-4 4 1,2-2 96,-5 6 1,-2-1-57,-6 4 0,2 1 170,-6 3 0,5-2 129,-5 6 1,5 3 41,-5 3 1,2 5 237,-1-5 1,-2 6-202,6-2 0,-5 2-235,4-2 0,4 4 90,4 0 0,5 0-466,-2 4 0,3-4 198,1-3 1,10 0-136,4-4 1,7-5-214,5-7 1,2-1-311,5-2 0,-1-2 12,-3-1 1,6-3 754,-6-5 0,0 0 0,8-20 0,4-5 0</inkml:trace>
  <inkml:trace contextRef="#ctx0" brushRef="#br0" timeOffset="484">971 297 7738,'0'-11'856,"0"0"0,0 4-685,0-1 18,0 6 1,-5-3 117,-2 5 1,-3 1 22,-1 3 0,0 2-130,0 5 0,0 4-99,0-1 0,0 6 112,0-2 0,0 3-307,0 1 0,1-3 97,3-1 0,-2 0-123,5 4 0,1-3-86,3-1 1,0-4-118,0 0 1,1-2-127,3 0 1,3-6 191,8-3 1,-2-1-40,5-2 0,-3 0 35,3 0 1,1-7 43,3-4 0,0-1 36,0-6 0,1 3 174,3-3 1,-3-2-90,3-6 0,-3 3 88,-1-3 0,0 2-67,0-2 1,-3 2 175,-1-6 1,-4 5 55,0-5 0,-1 2 10,-2-1 1,0-2 130,0 5 1,0-2-129,0 6 0,-5-1 615,-2 8-215,-3 0-267,-1 9 1,0 3-26,0 6 0,-4 3-78,0 5 0,-4 5 189,0 3 0,-1 5-87,-2 2 0,0 4-280,0 0 1,3-2 95,1 1 1,0 1-306,-4 3 1,0-4 143,-1 1 1,1-1-528,0 4 1,2 0 13,1 0 0,-2-4 253,3-4 0,2-3-442,2-3 0,1-3-206,2-5-473,0-5 1424,0-1 0,20-45 0,4-9 0</inkml:trace>
  <inkml:trace contextRef="#ctx0" brushRef="#br0" timeOffset="863">1158 341 7978,'0'-11'937,"5"5"-780,3 2 1,1-1-92,2 2 0,2-1 85,1 4 0,4 0-247,4 0 0,0 0 102,0 0 1,0 0-106,0 0 1,0 0 15,0 0 1,0 0-5,0 0 1,-5 0 127,-2 0 0,-3 0-15,-1 0 0,0 0 84,0 0-44,-5 0-91,-1 0 0,-6 5 64,-3 2 0,-2 2-163,-5-2 1,0 7 93,0-3 1,0 3 47,0 1 1,-4-1-215,1 4 1,-1-1-14,4 1 1,0 3-104,0-2 1,1-3 86,3-2 1,2-2 239,5 0 1,0-1-169,0 0 616,0 0 1,5-5-8,2-3 0,7-6 187,0-5 1,5-3-110,-5-3 1,5 0-151,-5-4 1,1-1-516,-4-3 1,-1 2 135,-3 1 0,2 0-371,-5 4 1,0-1 269,0 1 0,-3 3-2286,3-3 2382,-3 3 0,-11 6 0,-2 1 0</inkml:trace>
  <inkml:trace contextRef="#ctx0" brushRef="#br0" timeOffset="1228">1654 319 7741,'7'-1'706,"-4"-3"176,-1 3 0,-1 0-383,2 4 1,-1 7-140,1 1 0,-1 1-333,-2 7 0,-4-5 115,0 5 1,-4-2-273,0 1 0,2 3 153,-1-2 0,1 0-143,-2 0 0,-1 0-68,1-4 0,2 3 25,-1-3 0,4-4 438,0-4-226,-4-4 739,6 2-542,-4-5 1,5-5 431,0-3 1,5-1-223,3-2 1,1-4-177,2 0 0,5-4-67,3 0 0,-1-3-189,4-4 1,-1 3-143,8-3 0,-3 2-214,3-2 1,1 7-213,3-3 1,-5 7-685,-2 0 1,-7 8-2175,0 3 3402,-11 3 0,-13 20 0,-13 6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23.7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0 254 7670,'0'-11'2432,"0"3"-2635,0 1 287,0 4-1668,0-1 1298,0 4 1,10-10 0,2-2 0</inkml:trace>
  <inkml:trace contextRef="#ctx0" brushRef="#br0" timeOffset="133">66 66 7714,'0'-16'668,"0"4"1,0-4-572,0 5-785,0 5 0,5 1 688,3 5 0,11 5 0,5 1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21.0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122 238 7568,'6'-6'1745,"-1"-4"-1357,-5 9-394,0-9 0,-2 9 79,-1-3-139,-3 3 0,-5 2-17,0 3 1,0-2-59,0 6 0,1-5 68,2 5 1,-1-2-146,1 1 1,-2 3 35,-1-3 0,4-1 83,0 2 0,4-1-142,0 4 0,1-4-172,2 1 295,0-1 1,0 4 40,0 0 1,2-1 190,1-3 0,5 2-74,6-5 0,-1 3 101,1-3 0,0 4 38,0 0 1,-1-4-110,1 0 0,-1 2 560,-2 2-397,0-4 1,-4 6 142,0-2 1,-4-2-126,0 1 0,-6-3-255,-5 3 1,-5-3-150,-2 3 0,-1-1-451,2 2 0,1 1-66,-1-1 0,-1-2 670,4 1 0,-7-4 0,5 2 0</inkml:trace>
  <inkml:trace contextRef="#ctx0" brushRef="#br0" timeOffset="419">441 62 7765,'0'-7'1974,"5"3"-1838,-4 4 1,4 6 327,-5 5 1,0 5-84,0 6 1,0 1-173,0 3 1,-3 1-112,-1 2 0,-5 7-88,2-3 1,-3 3-226,-1 1 0,0-3 181,0 3 1,1-4-212,3-3 1,-2-7 92,6-5 0,-1-8-53,4 1 38,0-7-61,0 1 1,0-7 103,0-1 1,5-3-71,2-5 0,3 0 103,1 0 0,0-2-9,0-1 1,0-2 247,0-3 0,2-2-83,1 3 0,0 1-2,4-1 0,-3 0-53,3 0 0,-3 2 147,3 5 1,-4 1 9,0 3 0,-1-2 24,-2 6 1,-4 0-261,0 7 1,-4 6 88,1 4 0,-3 7-428,-1 1 0,0 0 175,0 4 0,-1-3-540,-3-1 1,3 0 347,-3 1 0,3-5-60,1 0 485,0-4 0,14-3 0,5-6 0</inkml:trace>
  <inkml:trace contextRef="#ctx0" brushRef="#br0" timeOffset="710">948 348 7765,'4'-17'539,"0"2"0,-1 3 279,-3 1-515,0 5-176,0 1 1,-4 5 47,-4 0 0,-2 5-146,-1 2 1,-3 7 111,-1 0 1,-5 5-260,2-4 0,1 4 109,-2 0 0,5 0-244,-5-1 0,10 3 65,-2-2 1,6-3-441,-3-2 509,6 3 0,2-6 93,7 0 0,4-4 81,4-7 0,-2 0-129,6 0 0,-1-7 46,4-4 0,-3 0-6,-1-3 0,-5-2-524,2 1 0,-3-3 242,-1 3 0,-3-1 316,-1 1 0,0-16 0,5-10 0</inkml:trace>
  <inkml:trace contextRef="#ctx0" brushRef="#br0" timeOffset="1508">1048 326 10431,'0'11'366,"0"0"-348,0 0 1,0 0 73,0 0 1,0 4-20,0 0 1,0 1 78,0-2 0,0-1-393,0 1 0,0-2-79,0 0 138,0-1 0,0-4-202,0 0 56,5-4 164,1 2 1,5-7-176,0-1 1,0-3 195,0-5 0,3-4 42,1 0 0,0-3 151,-4 3 1,0-3-142,0 3 1,0-3 317,0 3 0,-4 0-49,1 4 1,-6 0 306,2 0-83,2 5-278,-5-4 1,3 10 96,-8 0 1,2 5-127,-6 6 0,5 0 36,-5 0 1,6 0-37,-2 0 1,-1 0-128,2 0 0,-1 4 60,4 0 1,-4-1-127,1-3 1,-1 0-62,4 0 145,0 0-122,0 1 134,5-1 0,1-5-68,5-3 1,0-3 45,0-3 0,1-3-103,3-5 1,-2-2 118,6-1 0,-4 0-1,3-4 1,-3-1 107,3-3 1,-3 0-120,3 0 0,-4 0 156,0 0 0,-2 0-83,0 0 1,-1 0-6,0 0 0,-4 0-12,0 0 0,-1 5 88,2 2 1,-3-1-38,-5 1 0,3 1 433,1 3-249,0 4 1,-4 1 30,0 3-360,0 1 180,0-2-341,0 4 142,0 4-64,0-2 84,0 3 172,0-5-15,-5 0 25,4 0 247,-4 0 365,5 0-304,0-5-207,0 3-11,0-2 110,0 4 1,0 4-156,0 4 1,-2 3-60,-1 4 0,0 2-142,-4 5 0,1 1 83,-2 3 0,-1 2-124,1 5 1,-1 0 68,-3 0 0,3 0 70,1 0 1,0-5-985,4-2 1,0-4 410,4-3 0,0-3-2317,0-5 2084,0-5 0,5-1 739,3-5 0,11-25 0,5-6 0</inkml:trace>
  <inkml:trace contextRef="#ctx0" brushRef="#br0" timeOffset="2052">1852 28 7765,'-1'-7'731,"-2"0"1,1 3 253,-1-3-343,1 4 1,2 3-122,0 8 0,0 5 38,0 2 0,4 6-196,0 1 1,-1 1-112,-3 6 0,0-3-225,0 3 0,0-3 130,0 4 0,0-5-457,0 5 1,-1-6 244,-2 2 1,-2-6-351,-3-2 1,0-5-2,4 2 0,-3-6-667,3-2 437,-5-5 0,7 2 219,-5-8 0,4 2 98,0-5 1,1-4 102,2-4 1,-1-1-9,-3 1 0,3 3 20,-3-3 1,2-1 154,-2 2 0,2-1 64,-5 4 0,3 0 393,-3 0 16,-1 0 0,-4 5-235,-3 2 1,3 3 451,-3 1 0,-1 1-275,2 3 0,-6 6 183,2 4 0,2 6-152,1-2 0,3 2 36,1-2 0,5 3-202,2-3 1,4 0-55,4 0 0,3-5-368,8 2 1,2-4 183,5-3 1,0-4-979,0-4 1,4 0 534,-1 0 1,5-4-434,-4-4 0,-2-2 0,-6-1 883,3 0 0,-13-29 0,1-8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31.3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208 309 7768,'4'-7'-37,"0"-1"0,3 5 6,-3-5 845,4 1-437,-2-4 0,1 0 20,-4 0 1,-2 4 242,-1-1-477,0 6 1,-4-4 39,-4 2 1,-2 3-68,-1-3 0,-1 8 54,-3 3 0,-1 3-103,-2 1 0,-3 1-42,3 3 0,1-2 92,-2 6 1,2-1-429,-1 4 1,2 0 175,5 0 1,4-3-512,-1-1 1,6 0 327,-2 5 1,5-6-141,7-3 0,0-3-135,11-3 1,3 0-278,3-4 0,6-2 850,-2-5 0,38-18 0,9-8 0</inkml:trace>
  <inkml:trace contextRef="#ctx0" brushRef="#br0" timeOffset="277">517 298 7768,'0'-17'0,"0"2"0,0 7 419,0 0 0,0 5 308,0-5-451,0 6 0,-5 2-98,-2 7 1,-7 3-14,0 1 1,-2 0 22,1 0 0,-1 5 28,-2 2 0,-2 2-363,5-2 0,1 3 176,3-2 0,3 0-344,1 0 1,5-2 170,-2-3 1,4-5 0,4 2 0,3-7 140,8-1 0,2-1 13,5-2 1,0-5 73,0-3 1,0-5-111,0-2 0,-1-3-183,-3 3 1,-2-3 109,-5 3 0,-5-3-716,-2 3 1,-3-3 81,-1 3 733,0 0 0,-24-1 0,-7-1 0</inkml:trace>
  <inkml:trace contextRef="#ctx0" brushRef="#br0" timeOffset="788">760 89 7768,'1'-13'0,"1"0"0,2-2 0,0 1 0,-4 3 0,0 3 1534,0 1-44,0 4 272,0-2-1019,0 15 1,0 1-314,0 8 0,-4 5-254,0-2 0,-4 8 40,0-1 0,0 3-260,0 1 0,-1-1 111,1-3 1,-2 4-905,-1 0 1,4-3 419,0 3 1,3-7-1055,-3-1 0,4-5-1456,0-2 1660,1-4 1267,2-3 0,5-6 0,31-49 0,12-12 0</inkml:trace>
  <inkml:trace contextRef="#ctx0" brushRef="#br0" timeOffset="1187">881 254 7768,'0'-11'-1638,"0"0"3397,0 0-610,0 5-338,0 1-593,0 15 1,0-3-16,0 8 1,0 1-141,0-2 0,0 5 41,0-5 0,0 5-355,0-4 0,0 4 232,0 0 1,0-2-184,0 1 1,0-4-28,0 0 1,0-2-429,0 0 411,5-1 0,1-2 91,5-1 1,4-5-23,-1-6 1,2 0 64,-1-4 0,-3-2 42,3-5 0,-2 0-30,2-4 0,-3-1 131,3-3 1,-3 4-10,-1 0 1,0-1 89,0-3 0,0 0 264,0 0 0,-3 4-164,-1-1 1,-1 6 256,2-2 0,0 7-166,-4 0 1,1 6 365,-2-2-315,-1 3 0,2 6-14,-4 2 0,-1 4-77,-2 4 1,1-2-183,-1 6 1,0-5-74,0 5 0,1-1-164,-1 4 1,1-3-565,2-1 1,0 0 382,0 4 0,0-4-803,0-4 1,0 2 466,0-1 0,0 0 248,0-4 1,2-5 424,1-3 0,13-16 0,8-5 0</inkml:trace>
  <inkml:trace contextRef="#ctx0" brushRef="#br0" timeOffset="1810">1355 254 7768,'0'-7'1180,"0"-1"-336,0 6-215,0-3 0,0 6-230,0 3 0,-4 3-268,1 8 1,-1-2-46,4 6 0,0-5-163,0 5 1,-4-2-34,0 1 0,1 3 157,3-2 0,0-2-588,0 1 0,0-4-52,0 0-77,0-1 127,0-2 298,0-5 0,1-1 34,3-5 0,1-5 33,2-3 1,3-1 100,-3-2 1,-1-2-77,2-1 0,-1-2 131,4-3 0,-4-2-58,1 3 0,-1-2 237,4 2 0,0-3-86,0 3 0,4 1 204,-1-2 0,1 7-105,-4 1 1,-3 1 107,-1 7 0,-3-1-9,3 4 0,-5 1 112,2 3 1,-3 2-195,-1 5 0,-1 1-29,-3 3 0,3-2-140,-3 6 1,0-2 73,0 1 1,0 2-202,4-5 0,0 1 70,0-2 0,0-2-196,0 3 0,0-3 38,0-1 0,0-3-141,0-1 89,0-4 140,5 2 13,1-5 1,5-5 27,0-3 1,-1-2 48,-3-1 0,3-1 2,-2-3 0,-2 2 109,1-5 1,-1 3-5,2-3 0,0 3 174,-4-4 1,3 2-146,-3-1 1,3-2-53,-3 6 0,4-1 532,0 4 1,-2 1 158,1 3-106,1-3-505,3 9 1,-2-3-18,-1 8 0,-2 2-188,-2 5 0,-3 4 62,2-1 0,2 5-225,-1-5 0,0 5 125,-4-5 0,3 6-254,1-2 0,3-2 171,-3-1 0,3 1-970,-3-1 0,3-1-635,-3-3 1034,5 0 0,-3-4 752,5-4 0,10-21 0,2-7 0</inkml:trace>
  <inkml:trace contextRef="#ctx0" brushRef="#br0" timeOffset="2219">1895 254 6537,'0'-11'-615,"-1"1"2943,-3 3-930,3-3-762,-4 9 0,5-3-231,0 8 0,0 2-24,0 5 0,0 0-108,0 0 0,0 1-70,0 3 1,0-3-153,0 3 0,0 1 110,0-1 1,0 3-305,0-3 1,0-1 179,0-3 1,-1 4-421,-3 0 0,3-1-29,-3-3 134,3 1 1,-3-1-467,1 0 232,-1-5-129,4-1 429,0-5 1,0-5 10,0-3 1,4-1 10,-1-2 1,6-2 217,-2-1 0,3-2 95,1-3 1,0-2 115,0 3 0,0-3 94,0-1 1,0 1-168,0 3 0,0-2 402,0 6 0,4-1-215,0 4 1,-4 4-74,-4-1 0,0 6 12,4-2 0,-3 4-213,-1 4 0,-3 2 89,3 5 0,-4 4 44,0-1 0,-2 6-125,-1-2 0,0-1-114,0 2 0,0-2-268,0 1 1,0 2 185,0-5 0,0-1-1229,0-3 1,0 0-63,0 0 1400,0 0 0,-4-24 0,-3-7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29.4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66 331 7708,'0'-11'204,"0"0"163,0 5 89,0-4-61,0 9-98,0-4-58,0 5 1,0 5-94,0 2 0,0 3-162,0 1 1,-3 0 24,-1 0 1,-1 0-29,1 0 0,2 4-13,-5 0 1,4-1 36,0-3 1,-2 0-121,1 0 1,-1-3 43,1-1-70,3 1 1,-4-1-65,5 0-20,0-4 159,0 2-3,0-5 44,0-5 1,4-1 6,0-5 1,1 3 65,-2 1 1,0-1-66,4-3 0,-5 0 62,2 0 0,-1 0-46,0 0 0,-2 0 101,3 0 0,1 4-93,-1 0 0,-1-1 180,-3-3-88,5 0 0,-2 1-40,4 3 120,-4-3-83,1 9 61,-4-4 1,0 6-30,0 3 0,-1 2-41,-2 5 1,-2 1-14,-3 3 1,-2-1-25,3 4 1,1-5 5,-1 2 0,1-3 47,-2-1-46,-2 5 58,4 2-223,0-1 113,1-1-166,5-10 80,0-1 91,0-5 1,5-4-47,2 0 1,0-4 33,0 0 1,-1-1-60,1-2 1,3 1 52,-2 2 1,-2-1 5,1 1 1,-3-2-10,3-1 0,-3 0 58,3 0 0,-4 0 14,0 0-23,3 0 0,-3 0-29,4 0 14,-4 5-220,2-4 210,-5 9-155,0-4 63,0 5 1,-2 4 97,-1 0 1,0 4 5,-4-1 0,4 0-29,0 0 0,-2 0 16,1 4 0,-3-3-14,3-1 1,0 0-29,4 4 0,-3-3 31,-1-1-265,0 0 16,4 4 22,-5 0 1,4-3 158,-2-1-31,1-4 76,2 2-100,0-5 1,4-5 137,0-3 0,-1 2 0,-3-1 1,4-1-39,0-3 0,3-1 58,-3-3 1,3 3-63,-3-2 1,1 1 138,-2 2 1,0 0-76,4 0 1,-4 0 140,0 0 0,2 0-13,-1 0 0,0 4 22,-4-1-200,0 6 1,0-4 152,0 2 4,0 3-36,0-4 1,0 6-171,0 3 139,0-3-21,0 4 0,0-4 12,0 3-29,0-3 1,-2 4 102,-1-5-211,1 0 74,-2 0 0,4 1-211,0 3 89,0-3 109,0 4-58,0-5 42,0-5-91,0 4 106,0-9 0,0 4-34,0-5 1,1 1 28,2 3 0,0-3 32,4 3 1,-4-7-39,0 0 1,3-1 174,2 4 1,-3-4-63,-2 0 0,3-3 29,2 3 1,-2-1 96,1 2-108,-4 1 144,7-2-94,-9 4-158,4 4 137,-5 3 62,0 13 1,-4 0-99,0 9 0,-4 1-32,0 3 1,0 5-104,0 2 0,-1 2 66,1-2 1,-1 3-46,-2-3 0,0 4 77,-1 4 0,3-3-199,1 3 1,-1-6 37,1-2 1,2-4-200,-1 0 112,4-6 101,-7-8 5,9-6-5,-4-5-31,5-5 1,4-1 64,0-5 1,3-4 79,-3 0 0,1-1-65,-2 2 0,2 0-4,3-4 1,1 1 34,-1-2 1,1 0-69,3 4 1,-1-3-25,0 3 0,0-1 57,0 1 0,0 4 44,0 0 1,3 1-54,1 7 1,0-1 137,-4 4-139,0 0 0,0 5 134,0 2 0,-5 4-70,-2 4 1,-3 1 14,-1 2 0,0 3-2,0-2 0,0 1 2,0 2 1,-5-3-126,-2-1 1,-4-1 60,-4 2 1,1-3-139,-4-5 1,3-4 42,-3 0 1,4-4-580,0 0 0,-2-1-569,1-2 488,0 0 1,6-5 238,1-3 545,3-1 0,40-32 0,8-7 0</inkml:trace>
  <inkml:trace contextRef="#ctx0" brushRef="#br0" timeOffset="359">375 342 7708,'11'0'256,"0"0"0,0 0-194,0 0 1,0 0 110,0 0 1,0 0 69,0 0 1,0 0-312,0 0 120,0 0 1,0 0-143,0 0 1,0 0 50,0 0-34,0 0 1,0 0-41,0 0 42,1-5 0,-3-1 39,-1-5 1,-3 0-21,-5 0 0,0 4 91,0-1 0,-5 2-37,-3-1 1,-1-2 136,-3 6 1,0-5-78,-2 5 0,0-1 157,-4 4 1,-1 1-52,-3 3 0,4 1 206,0 2 1,0 4-75,0 0 0,1 1 28,2 7 1,4-4-99,0 3 0,1 0-1,7 4 0,-1 0-284,4 0 0,2 1 76,6-1 1,4-4-423,10 0 1,6-5 231,5-2 1,0-5-1048,4-6 0,-3 0 56,-1 0 1160,1-5 0,13-31 0,5-11 0</inkml:trace>
  <inkml:trace contextRef="#ctx0" brushRef="#br0" timeOffset="1081">1400 265 8016,'0'-12'342,"0"-3"0,0 7 257,0-3-383,0 7 0,-5-1 236,-2 5 0,-3 0-119,-1 0 0,-1 1-130,-3 3 0,-2 3-139,-5 8 0,4-3 88,-1 3 1,2 1-203,-1-2 1,-2 6 86,6-2 1,-1 0-408,4 0 1,0-1 218,0 2 0,0 1-198,0-1 1,5-3-68,2-2-54,3-1 1,2-4 138,3-1 1,2-3 94,5-5 0,1-2 31,3-1 1,-2-5 8,6-6 1,-2 1 2,1-1 0,3-3 13,-3-2 1,3 2 94,1-1 1,0 1-59,0-2 1,-1 0 270,-3 4 1,0-4-111,-4 5 0,-1-5 491,1 5 0,-6 3 1227,-5 3-878,-2 6-393,-1-3 0,-4 5-67,-4 0 0,-2 5-97,-1 2 0,0 4-37,0 4 1,4-2 25,0 6 0,-1-4-275,-3 3 1,4-3 124,0 3 1,4-5-385,-1 2 1,0 1 185,0-1 0,0-1-747,4-3 0,0 1 418,0-1 1,5 0-973,2 0 0,4-5 82,4-3 1277,-3-1 0,34-12 0,2-2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40.2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0 249 7730,'0'-11'522,"0"4"-273,0-1 1,0 5 38,0-5 1,0 5 110,0-5 342,0 6-194,0-3-131,0 5-223,0 5 1,0 1 18,0 5 1,0 0-151,0 0 0,0 5 104,0 2 0,0 4-289,0 4 0,0-3 99,0 3 1,0-3-207,0-1 1,0 0 113,0 0 1,0-1-7,0-2 0,0-3 32,0-5 0,0 0 68,0 0 0,2-5 235,1-3 1,0-1-66,4-2 1,0-2-36,4-1 1,2-8-51,1-8 0,-1-1 122,1-2 0,4-5-198,0-3 0,-1 2-150,1-1 1,-4 3-687,1-4 0,1 6 437,-2-2 0,1 8-672,-4 3 1,0 4 461,0 4 1,-4 2 74,1 5 547,-1 0 0,19 39 0,3 10 0</inkml:trace>
  <inkml:trace contextRef="#ctx0" brushRef="#br0" timeOffset="1312">574 326 7730,'5'-6'507,"-4"-4"810,2 3-793,4-3 1,-6-1-176,3 0 0,-3 4 218,-1-1-343,0 6 1,-5-7-225,-3 6 0,-3-1 79,-3 4 1,-3 5-41,-5 2 1,0 3 48,-1 1 1,5 1 81,0 3 1,-1-2-779,-3 6 1,1-1-31,3 4 1,2-3 77,5-1 1,5-3 232,2 3 1,3-4 6,1 0 0,1-3 86,3-3 1,7 0 130,7-4 1,3 0-23,1-4 0,0-5 143,0-3 1,-3-1 31,-1-2 0,1-1-34,3 1 1,-5-3 64,-3-1 0,2-3-38,-1 3 0,-1-3 275,-7 3 1,1-1-140,-4 1 0,0 3 290,-4-3-265,0 3 1,0 5 391,0-1-532,0 6 26,-5 2 0,0 6-51,-2 5 1,2 4 36,5-1 0,0 1-128,0-4 1,0 4 69,0 0 0,0 1-192,0-2 0,0-2 23,0 3 1,0-3 19,0-1 0,3 0-4,1 1 1,5-5 57,-2 0 1,-1-4 56,1 0 1,5-1-58,2-2 0,2-2 149,-1-1 0,-2-3-125,6-5 1,-5-4 128,5 0 0,-5-4-40,5 0 0,-4-2 84,3-1 1,-5 0-19,2 0 1,1-1-50,-1-3 1,-1 2 312,-3-6 0,4 3-125,0-6 0,0 8 98,-4-5 1,0 6-56,0 2 0,-2 4 418,-1 4-274,-3 1-406,-5 7 0,-2 6 180,-1 8 0,-3 2-14,-5 1 0,0 4-106,0 4 1,0 2 28,-1 1 0,1 1-197,0 3 0,2-2 64,1 6 0,0-5 89,4 5 0,0-5-423,4 5 0,0-4-144,0 3 1,0-1-114,0 2 0,2-7 245,1-5 1,3-4 165,5 0 1,0-3-15,0-3 0,-2-3 455,2-5 1,-2-5-244,5-3 1,-1-5 262,-2-2 1,3-4-61,1 0 0,1-2 77,-1-1 0,-2 0-47,5 0 0,-4 0-38,1 0 1,1 0-91,-2 0 0,2 0-1,-1 0 1,-4 5 28,0 2 1,0 3 62,-4 1-258,-2 0 100,5 5 0,-9 6-104,3 7 0,-4 3 204,-4 1 0,-1 1-80,-2 3 1,-2-2-66,6 6 0,-5-1 55,5 4 0,-5-4-205,5 1 1,-5-4 57,5 3 0,-1-1-266,4 1 0,0-2-180,0-5 243,0 5 1,1-3 155,3 1 0,2-6-9,5-5 0,0-1 91,0-2 1,4-5-72,-1-3 1,5-2 92,-4-1 1,3 0-55,-3 0 1,3-3 37,-3-1 1,3-3 127,-3 3 1,-1-3 172,-2 3 0,-1-4 56,0 5 0,0-5-114,0 5 1,-4-1 139,0 4-99,-4 0-131,7 0 27,-9 5 0,2 1-174,-6 5 1,0 5 118,-4 2 0,3-1 32,-3 2 0,1-1-180,-2 4 1,2 1 84,3 3 0,1-3-127,-1 3 1,2-3 48,1-1 0,0 0-92,0 0 1,0 0 95,0 0 1,3-3-95,1-1 1,4-3 51,0 3 0,5-5-21,2 2 0,5-3 171,-2-1 0,3-1-118,1-3 0,0 2 137,0-5 1,0-1-68,0-3 0,0 0 96,0 0 0,0-3-109,0-1 0,-1 0 56,-3 4 0,-2 0 8,-5 0 1,0-1 94,0-3 0,-4 3 85,-4-3-190,-2 3 0,-2 2 68,-2 3 0,-4-2-54,-4 5 0,-3 1 192,-1 3 1,-5 5-61,2 2 0,-3 3 83,-1 1 0,1 0-28,3 0 0,-2 1-102,6 3 0,-1-3 177,4 3 1,1 1-51,3-2 0,-2 6-402,6-2 0,-1 0 105,4 0 1,8-3-690,3 3 0,8-4 345,-1 0 1,4-6-636,4-5 1,-2-2 228,6-1 1,-2 0 206,1 0 1,3-4-94,-2-4 1,-2-2 679,1-1 0,10-14 0,7-5 0</inkml:trace>
  <inkml:trace contextRef="#ctx0" brushRef="#br0" timeOffset="1671">2205 205 7730,'6'-5'403,"-1"-1"413,-5-5 673,5 5-1076,-4-4 0,3 9-191,-8-3 1,-2 3 32,-5 1 1,-3 0-44,-1 0 1,-5 1-109,2 3 0,-3-2 108,-1 6 0,4-5-264,-1 5 1,2-5-176,-1 5 0,2-2-242,5 1 1,3 3 210,1-3 0,5 3-142,-2 1 0,3-4 129,1 1 0,5-1 32,2 4 0,3-1 5,1-3 1,4 3 16,-1-3 0,6 3 251,-2 1 1,2-1 54,-2-3 1,2 3 59,-6-2 1,5 1 46,-4 2 1,-1 0 221,-3 0 0,-1-3 86,-3-1 0,-2 0-198,-5 4 1,-1-3-73,-3-1 0,-3-3-29,-8 3 1,-3-4-426,-8 0 1,-1-1 199,-2-2 1,-2 0-783,6 0 0,-2 0-90,1 0 0,6 0 892,-2 0 0,22 0 0,3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35.3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45 309 7747,'-6'-17'0,"2"2"0,1 8 1261,0 3-795,2-2 0,-4 6 24,5 0 1,0 5-114,0 6 1,0 5-56,0 2 0,0 4-197,0 4 1,1-1 75,3 4 1,-3 0-471,2 4 1,-1 0 221,-2 1 1,0-5-955,0 0 0,0-1 531,0 2 0,-2-1-539,-1-7 1,0-2-230,-4-9 1238,5 0 0,-8-5 0,9-30 0,-4-13 0</inkml:trace>
  <inkml:trace contextRef="#ctx0" brushRef="#br0" timeOffset="232">12 298 7747,'6'-11'0,"4"4"272,-3-1 1,3 5-59,1-5 0,0 6-96,0-2 1,3 3 136,1 1 0,5 1 129,-2 3 0,2 2-291,-2 5 0,-2 1 121,-5 3 0,0 2-165,0 5 0,-5 0 97,-2 0 1,-9-3-485,-6-1 1,-5 0 219,-6 4 0,0-4-722,0-4 0,1-2 158,3-1 0,-2-1 682,5-2 0,11-18 0,5-9 0</inkml:trace>
  <inkml:trace contextRef="#ctx0" brushRef="#br0" timeOffset="733">265 309 7747,'8'0'382,"-1"0"135,-5 0 1,7 1-152,-5 3 0,4 0-63,0 7 1,-2-2-277,1 10 0,-3-1 141,3 4 0,-1-1-320,2-3 1,-4 3 110,-4-2 0,0-2-6,0 1 1,0-4-44,0 0 0,0-1-165,0-2 1,-1-5 69,-2-3 0,0-1-265,-4-2 310,4 0 0,-3-5 16,2-3 0,3-1-397,-2-2 0,1 0 171,2-1 0,2-2 226,1-1 1,3-3-22,5 3 0,0-3 192,0 3 1,2 0-17,1 4 1,4-3 29,4-1 1,0 1 102,0 7 1,0-2-74,0 6 1,0-5 61,0 5 0,-4-1-93,1 4 0,-6 1-168,2 3 1,-7 2 120,0 5 1,-6 4 6,2-1 1,-4 2 4,-4-1 0,-1 1-7,-2 2 0,-3 2-125,3-5 1,1 3 99,-2-3 0,6 3-118,-2-3 1,4 0 99,4-4 0,-2-4 151,6 0 0,3-4-90,3 0 1,6-1 146,-2-2 0,3-5-117,1-3 0,-3-3 344,-1-3 1,-5 0 105,2-4 0,-8-2-178,-3-6 0,-4 4-383,-4 0 1,-3 2 85,-8 5 1,-3-4-877,-8 5 1,3 3 120,-3 3 714,-2 6 0,5 12 0,-4 8 0</inkml:trace>
  <inkml:trace contextRef="#ctx0" brushRef="#br0" timeOffset="1279">960 144 7747,'-5'-16'0,"2"3"2012,-4-1-596,5 2-222,-3 5-183,5 3-533,0 13 1,1 0-90,3 9 0,-3 1-188,2 3 0,0 0-137,1 0 0,-3 3 116,3 1 1,-3 7-502,-1-3 1,0 4-88,0-5 0,0 2-380,0-2 1,0 3-39,0-2 0,0-5-113,0-3 159,0 0 285,0-4 472,0-6 1,1-4-98,3-11 1,-3-5 78,3-6 0,0 0 19,0-4 0,3 3 134,-3-3 1,5 1 118,-2-2 0,-1-2-128,2 3 0,-1 1 58,4-1 1,0 0-105,0 0 1,0 2-32,0 5 0,1 4 12,3-1 0,1 6-116,2-2 0,2 3 115,-5 1 0,3 5-15,-3 2 0,-1 4-19,-3 4 0,-1-2 203,-3 6 0,2-4-113,-5 3 0,-2-5-52,-5 2 0,-4 1-48,-4-1 0,-1-1 73,-3-3 1,-2-3-422,-5-1 0,4-4 152,-1 0 0,5-1-745,-5-2 1,10 0 947,-2 0 0,36-15 0,7-4 0</inkml:trace>
  <inkml:trace contextRef="#ctx0" brushRef="#br0" timeOffset="1674">1489 364 7747,'0'-15'-588,"0"1"1,0-1 3651,0 4-2272,0 5 0,-1 1-569,-3 5 1,-2 1-197,-5 3 0,0 2 82,0 5 1,0 0-157,0 0 1,0 1 91,0 3 0,0-3-234,0 3 1,0 1 146,0-1 1,3-1-208,1-3 0,3 0-482,-3 0 283,4 5 0,-1-3 138,4 1 1,1-6 48,2-5 0,4-1 223,4-2 1,0-2-129,0-1 1,3-4 141,1-4 0,3 0-61,-3 0 0,0 0 304,-4 0 1,0-3-21,0-1 0,0 0 63,0 4 0,-4 0 531,1 0 1,-5 0 159,5 0-151,-6 0-112,3 0-774,-5 5 153,0 1-256,0 15 1,0-3 72,0 8 1,0-2-105,0 2 0,4-3-515,-1 3 1,1-1 296,-4 0 1,1-2-542,3 3 1,-2-3 432,6-1 0,-1-3-80,4-1 624,0-4 0,10-3 0,2-7 0</inkml:trace>
  <inkml:trace contextRef="#ctx0" brushRef="#br0" timeOffset="2151">1665 155 7747,'-3'-22'880,"-1"0"1,-3 3-344,3 1 0,0 8 923,4-1-1000,0 7 1,0 1-70,0 6 1,0 3-149,0 5 1,0 2 141,0 1 0,4 4-177,0 4 1,3 1-277,-3 3 0,4-2-361,0 6 1,-2-2 347,1 1 1,-5 2-301,2-6 1,1 2 177,-1-1 1,-1-3-502,-3 3 1,0-4 242,0-3 1,0-4-340,0-4 610,0 1 935,0-6-511,0-1-213,0-15 1,2 2-109,1-6 1,-1-2 95,1 1 1,2-1-65,-1 1 1,3 3 54,-3-3 1,3 0 69,-3 0 0,4-1-52,0 1 1,2 3 54,1-3 1,0 4-72,0 4 1,0-2-16,0 6 1,3-5-10,1 5 1,0-1 61,-4 4 0,0 4-150,0-1 0,0 10 109,0-2 0,-5 3-30,-2 1 0,1-2 67,-2 6 1,0-4 9,-7 3 0,-2-5-112,-5 2 0,-1 1 63,-3-1 1,1-4-458,-4-4 1,0-3 187,-4 3 1,3-4-294,1 0 1,4-2 33,0-1 531,1 0 0,17-24 0,4-7 0</inkml:trace>
  <inkml:trace contextRef="#ctx0" brushRef="#br0" timeOffset="2341">2084 331 10821,'4'11'670,"0"0"0,-1 1-493,-3 3 1,4-1-204,0 4 1,-1-3-278,-3 3 0,1-5-1029,3 2 1,-3 1 230,3-1 1101,-3-1 0,14-17 0,3-5 0</inkml:trace>
  <inkml:trace contextRef="#ctx0" brushRef="#br0" timeOffset="2474">2062 122 7747,'-4'-22'623,"1"0"0,-5 4-384,5 4 0,-2 6-490,1 5-1568,3 1 1819,-4 2 0,20 25 0,3 6 0</inkml:trace>
  <inkml:trace contextRef="#ctx0" brushRef="#br0" timeOffset="2794">2283 78 8167,'0'-12'2196,"-5"1"-1372,4 0-320,-4 5 1,5 3-163,0 6 1,1 7 168,3 5 1,0 6-100,4 1 1,2 3-323,-3 5 1,3 2-255,1-3 0,0 3-348,0 1 0,0 0-254,0 0 0,-1-1 433,-3-3 1,2 2-1147,-6-5 0,1-2 80,-4-5 1399,0-8 0,0-16 0,0-8 0</inkml:trace>
  <inkml:trace contextRef="#ctx0" brushRef="#br0" timeOffset="2992">2514 331 7747,'0'-11'657,"0"0"1,1 1 1147,3 3-1413,-3 2 1,5 5-141,-2 0 1,-1 1 514,4 3 0,0 6-290,4 4 1,0 6-414,0-2 0,-2 3 27,2 1 0,-6 4 110,6 0 1,-3-4-1190,3-4 1,-3-1-1675,-1 2 0,-3-3 2662,3-5 0,-9-10 0,0-2 0</inkml:trace>
  <inkml:trace contextRef="#ctx0" brushRef="#br0" timeOffset="3141">2547 122 7747,'-3'-15'0,"-1"0"-773,0 1 367,4 7 0,1 2 406,3 5 0,27 20 0,10 5 0</inkml:trace>
  <inkml:trace contextRef="#ctx0" brushRef="#br0" timeOffset="3392">2779 33 7752,'0'-7'643,"0"0"981,0-1-778,5 2 0,-3 1-331,5 5 1,0 6 37,0 5 1,3 5-176,-3 6 0,2 7-361,-2 4 0,3 1 58,-3 6 1,2-3-323,-2 4 1,2-5-262,-6 5 1,2-6-629,-1 2 0,-3-8-339,3-3 1,1-6 661,-2-2 1,2-6 812,-1-1 0,12-24 0,7-12 0</inkml:trace>
  <inkml:trace contextRef="#ctx0" brushRef="#br0" timeOffset="3935">2812 254 7752,'-6'-17'0,"-3"1"640,5 5 1,1 3-190,3 1 0,1 1-130,3-1 0,2 2-107,5 5 1,1 0-194,3 0 0,2 0 45,5 0 0,0 0-44,0 0 1,4 1 67,0 3 1,2-2-19,-6 5 0,2 1-133,-5 3 0,-3-4 28,-2 0 1,-3 1-128,-3 3 0,0 0 53,-4 0 1,0 4-266,-4-1 1,0 1 63,0-4 0,0 0-62,0 0 0,1 0 117,2 0 0,0 0 61,4 0 1,-3-1 46,3-3 0,-3 2-249,3-5 402,1-1 0,3-3-110,0 0 0,0 0 141,0 0 0,3 0 5,1 0 0,0-5 45,-4-2 0,0-2 93,0 2 0,0-3 247,0 3 0,-1-3 36,-3-1 1,2 0-182,-6 0 0,1 0 286,-4 0 1,4 4 319,-1-1-525,1 1 0,-4 0 113,0-1-461,0 6-5,0-3 1,0 6 15,0 3 0,4 2 91,-1 5 1,2 4-183,-1-1 0,-3 6-1,3-2 1,1 3 49,-2 1 0,5 0-170,-5 0 0,1 2 84,-4 1 1,0-1 77,0 1 0,0-1 8,0-2 0,0-5 351,0-3 1,-4-1-184,1-2 1,-7-1-113,-1-3 0,-1-2-353,-7-5 0,5 0 193,-5 0 1,-3-1-2497,-4-3 2614,1 3 0,-17-34 0,-4-1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34.8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199 508 7747,'-6'-7'0,"2"-1"557,3 1-305,1-4 1,-4 4 174,1-1 1,-2 6-78,1-2 0,2 3-242,-6 1 1,5 0 57,-5 0 1,0 5-140,-7 2 1,3 3-32,-3 1 1,-1 1-63,1 3 0,1-2 4,3 6 0,0-5 45,0 5 0,3-6-207,1 2 1,4 1 77,0-1 0,2-1-154,1-3 1,1-3 89,2-1 1,4-4 96,4 0 0,1-2 11,3-1 1,0-8-156,4-3 0,-2-4 34,-2 0 0,-3 2-37,3-5 1,-3 0 113,-1 0 1,-4-3-12,1 3 1,-5 1 202,5-2 0,-6 6-64,2-2 0,-3 3 420,-1 1-239,0 5 316,0 1-175,0 5-150,0 5 1,0 1 37,0 5-90,0 0 1,1 0 111,3 0 1,2-4-85,5 1 0,0-5 160,0 5 0,4-6-99,-1 2 1,5-3 125,-4-1 1,4 0-149,0 0 0,5-1-202,2-3 1,3-2 100,-3-5 0,1-1-72,-1-3 0,0-2-119,4-5 1,-7 0 61,-4 0 1,-6-2-69,2-1 1,-3 0-23,-1-4 1,-5 3 107,-2-3 1,-4-1 150,-4-3 1,2 4-76,-6-1 1,0 7 151,-7 1 1,3 1-99,-3 7 0,3 0 54,1 7 1,-1 2-76,-3 5 1,1 6-17,-4 5 1,3 5 37,-3 6 1,4 5 169,0 2 0,3 4-56,3 4 0,0 2-105,4 5 1,0 1-124,4-1 0,2 1 92,1 3 1,3-3-81,6 3 1,2-6 108,1-2 1,0-5-502,-4 2 0,-2-7-131,-1-5 1,-2-6-1236,-2-5-186,-3-1 1447,4-7 0,-5-3 511,0-6 0,5-23 0,1-9 0</inkml:trace>
  <inkml:trace contextRef="#ctx0" brushRef="#br0" timeOffset="150">386 585 7747,'-6'-7'1619,"3"-1"-598,-4 6-645,6-8 0,-4 8-175,5-6 1,6 6-117,5-2 0,5 3-781,6 1 1,5 0 380,3 0 0,5 0 315,2 0 0,49-10 0,8-2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53.1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52 6499,'0'-6'2461,"0"1"-1927,0 0-100,0 4-230,5-4 1,-4 10-98,3 2 0,-3 3 109,-1 1 1,0 1-234,0 3 1,0 1-58,0 2 0,0 3-134,0-2 1,-4 1 50,0 2 1,-3-3 82,3-1 0,0-4 129,0 0 1,1-1-70,-4-2 1,5-4 278,-2 0-164,-2-4-50,5 2 0,-4-7-47,5-1 0,0-5-9,0-6 1,5 1 19,2-1 1,3-3 22,1-2 0,0 2-102,0-1 1,4 3 77,-1-3 0,6 4-377,-2-1 1,2 3 138,-2 1 0,3 0-544,-3 0 1,3 1 216,1 3 1,0 2 176,0 5 1,-4-4 373,-4 1 0,0-1 0,0 4 0,-1 0 0,1 0 0,-5 4 0,-2-1 0,1 1 0,1-3 0,-1 3 280,-3-3 0,-5 5 339,0-2-253,0-3 1,-5 8-91,-3-6 0,2 6-74,-1-2 0,0 3-229,-4 1 1,1 0 105,2 0 1,-1 0-110,1 0 0,3 0 58,2 0 0,-2 0-178,1 0 0,0 4-109,4 0 131,0 0 0,5-6 168,3-1 1,1 0-63,3-4 1,2 0 360,1-4 0,3-5-138,-3-3 1,3-5-129,-3-2 0,0-1 9,-4 2 1,-4-2-174,0-3 1,-4 2-138,1 2 1,-4 3-303,-4-3 0,-2 3-177,-5 1 0,-1 4 707,-3-1 0,-12 11 0,-7-2 0</inkml:trace>
  <inkml:trace contextRef="#ctx0" brushRef="#br0" timeOffset="548">607 107 7775,'6'-5'1666,"0"4"-632,-2-3-231,-3 3-532,4 1 1,-5 1-268,0 3 1,0 2 11,0 5 1,0 0-189,0 0 0,0 0 62,0 0 0,0 0-11,0 0 1,0 2-299,0 1 0,0-1 176,0 1 0,0-5-179,0-2 249,0 1 1,5 1 172,2-1 0,-1-3-108,2-5 0,-1 0 57,4 0 1,0-5-23,0-3 0,0-1 50,0-3 1,0 1-14,0 0 0,0 0 0,0 0 0,0 0 101,0 0 1,-3 0-86,-1 0 0,-1 0 110,2 0 1,-2 1-31,-3 3 163,-1-3-2,3 9-69,-5-4 33,0 5 0,-2 5-92,-1 2 0,1 0-28,-1 0 0,0 0-199,0 4 190,1 0 0,-3 0-238,5 0 1,2 0 66,1 0 0,0-3 206,4-1 1,1-3 96,3 3 0,1-4-138,3 0 1,-2-2 512,5-1 0,-3-1-206,3-2 0,1-4 213,3-4 0,-5-1-154,-2-3 1,1-2 69,-2-5 0,0 1-347,-7 3 1,-2-2-360,-5 6 0,0-5-235,0 5 0,-5-1-647,-2 4 0,-3 5-234,-1 2 1,4-1 1335,-1 2 0,11 9 0,-2 6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50.2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109 144 7371,'5'-11'-5,"-3"5"183,2-4 492,-4 9-164,5-4-385,-3 5 181,2 0-280,-4 5 0,0 1 104,0 5 1,-4 0 18,-4 0 0,2 1-184,-1 3 0,-1-2 58,-3 6 1,0-1-137,0 4 1,-2 1 50,2 3 1,-3-1-43,7 4 1,1-5 75,-1 2 0,4 1 3,-1-1 1,4-5 36,4-7 1,2-1-3,5-2 1,4-2 3,0-1 0,4-3-6,0-5 1,5 0-165,2 0 1,1-2 103,-2-1 1,-1-2-440,1-2 0,0-3 58,1 2 0,-3-1-340,3-2 777,-3 0 0,9-40 0,2-9 0</inkml:trace>
  <inkml:trace contextRef="#ctx0" brushRef="#br0" timeOffset="232">98 144 7775,'-6'-5'751,"3"4"-686,6-3 0,1 3 88,7 1 1,-1-1-55,8-3 1,2 1-69,5-4 0,4 5-266,4-2 1,0-1-505,0 1 1,4-3 177,-1 3 561,-4-4 0,-5 2 0,-5-5 0</inkml:trace>
  <inkml:trace contextRef="#ctx0" brushRef="#br0" timeOffset="414">32 265 9214,'17'-4'-184,"5"1"0,7-5-417,7 5 0,5-5 80,7 5 521,-3-6 0,53-2 0,-45 3 0,-1-1 0</inkml:trace>
  <inkml:trace contextRef="#ctx0" brushRef="#br0" timeOffset="960">815 287 7775,'0'-11'0,"0"0"0,0 4 53,0-1 0,-1 6 90,-3-2 0,2 2-119,-6-2 1,1 3 90,-4-3 1,0 4 25,0 4 0,-5-2-110,-2 6 1,-3-1 105,-1 4 1,3 4-136,1-1 1,1 2 28,-2-1 1,0-1-60,4 4 1,0-5-79,4 2 0,4-3 109,0-1 0,4 0-210,0 0 151,1 0 17,2 1 1,5-6 28,3-3 1,5-3-130,2-3 1,1 0 55,-2-4 0,2-1-122,3-3 0,2 0 0,-3 0 1,1 0 70,0 0 1,2 0 93,-3 0 0,-2 0 2,-1 0 0,-3 0 55,-1 0 1,0 0-105,0 0 1,-4 4 599,1-1-211,-6 6-109,3-3 0,-6 5-16,-3 0 0,2 4-58,-6-1 0,6 6-79,-2-2 1,-1 3-80,2 1 1,-1 1-145,4 3 0,0-3 60,0 3 0,0-3-85,0-1 1,0 0 30,0 0 0,0 0-279,0 0 1,5-3 455,2-1 0,8-4 0,17-8 0,8-8 0</inkml:trace>
  <inkml:trace contextRef="#ctx0" brushRef="#br0" timeOffset="1206">1168 243 7775,'-11'-7'99,"0"-1"1,3 6 90,1-2 1,-2 3-27,-5 1 1,1 0 144,-1 0 0,-2 5-45,1 2 1,-3 3-95,3 1 1,0 0 33,4 0 0,0 4-142,0 0 0,2 3 41,1-3 1,3 1-316,5-2 1,1 0 74,3 4 0,2-4-29,5 0 0,5-3-404,3-3 0,1 0 237,2-4 1,2 0-371,1-4 1,0-2 353,4-1 1,-3-5 348,4-6 0,14-33 0,7-12 0</inkml:trace>
  <inkml:trace contextRef="#ctx0" brushRef="#br0" timeOffset="1440">1399 45 7775,'-6'-11'1184,"0"1"-856,2 2 39,3-1 41,-4 7-191,5-2 0,0 8 133,0 4 0,0 5-102,0 2 1,0 5-254,0-2 1,0 6-172,0 2 1,0 4-223,0-5 1,0 2-122,0-1 0,-3 2 282,-1 5 0,-1-5-549,1-2 0,2-3 255,-6-1 1,6-3 264,-2-1 1,3-8 265,1 1 0,0-7 0,-5-14 0,-1-9 0</inkml:trace>
  <inkml:trace contextRef="#ctx0" brushRef="#br0" timeOffset="1700">1344 320 7775,'-5'-11'631,"4"4"-131,-3-1-309,3 1 169,1-4 19,0 0 0,5 4-116,2-1 1,3 6-229,1-2 0,4-1 20,0 2 1,4-1-69,0 4 0,-2 0-56,1 0 1,-4 1 86,0 3 0,-1 1-39,-2 2 1,-4 7 53,0-3 0,-3 3-37,3 1 0,-4-1-71,0 4 0,-1-3-577,-2 3 0,0-3 86,0 3 1,0-4-180,0 0 0,0-2 745,0 0 0,0-11 0,0-2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6:57.6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144 209 7127,'5'-6'148,"-4"0"281,3 2-279,-3 3 1,-2-4-14,-3 5 0,2 0-197,-6 0 1,5 0 42,-5 0 0,1 0-63,-4 0 0,0 5 98,0 2 0,0-1-141,0 2 1,0-2 49,0 1 1,1 3-4,3-3 23,-3 3 0,5 1 36,-3 0 1,4-4-26,4 1 1,0-5 33,0 5 1,1-5 25,2 5 1,4-5 1,4 5 0,1-6 91,3 2 0,-2-2 37,5 2 0,-3-3-77,3 3 1,-3 1-40,4-1 0,-6 3 17,2-3 0,-3 3-2,-1-3 1,-5 4 7,-2 0 0,-3 1 181,-1 2 1,-5 0-116,-2 0 1,-8 0-61,-3 0 0,-3 0-364,-1 0 0,1 1 167,3-1 1,-2-2-445,5-1 1,1 0 285,3-4 1,3 0 293,1-4 0,19-15 0,2-3 0</inkml:trace>
  <inkml:trace contextRef="#ctx0" brushRef="#br0" timeOffset="434">453 44 7745,'6'-11'1165,"-1"-1"-307,-5 1-715,0 5 0,0 3 169,0 6 0,0 3 179,0 5 0,0 7-254,0 4 1,0 1-37,0 6 1,-2 1-248,-1 3 0,1 0 104,-1 0 1,0 0-387,0 0 0,1 0 206,-1 0 0,-2-3-186,1-1 1,1-6 125,3-1 1,-4-1-23,0-6 0,0-4-388,4-4 209,0-4 252,0 2 15,5-15 1,0 2-104,3-6 1,1-2 105,-1 1 1,2-4 58,1 0 1,0 2-4,0-1 1,0 1 130,0-2 1,1-2-104,3 3 1,-3 1 121,3-2 0,-3 6 268,-1-2 0,0 4-160,0 4 0,-4 2 542,1 5-479,-6 0 1,7 5-71,-6 2 0,1 7-26,-4 0 1,0 6-366,0-2 1,0 3 46,0 1 1,0 0-74,0 0 1,0-3-631,0-1 0,0-4 378,0 0 0,0-1-9,0-2 484,0 0 0,15-15 0,3-3 0</inkml:trace>
  <inkml:trace contextRef="#ctx0" brushRef="#br0" timeOffset="749">927 275 7745,'-5'-11'497,"2"5"-239,-4 2 1,3 3-210,-3 1 1,3 1 46,-3 3 1,0 3-86,-5 8 0,-2-2-22,-1 6 1,0-5 104,4 5 1,-3-1-82,-1 4 1,0 0 68,4 0 0,4-1-307,0-2 0,4 0 100,-1-4 1,4 0 46,4-4 0,2-5 35,5-3 0,1-1 2,3-2 1,2-6 208,5-6 1,-1 0-112,-2-6 0,0 1-287,-4-2 1,0 0 91,-4 4 0,-2-3-222,-1 3 0,0-5 37,-4 2 323,0 2 0,-19-5 0,-3 4 0</inkml:trace>
  <inkml:trace contextRef="#ctx0" brushRef="#br0" timeOffset="1306">1037 297 8027,'-6'-6'2447,"1"1"-2114,5 5 0,-1 1-294,-3 3 0,3 2 106,-3 5 1,3 0-360,1 0 0,0 4 159,0 0 1,0 3-79,0-3 1,0 3-61,0-3 1,0 3-178,0-3 0,0-1-128,0-2 278,0-1 0,1-2 262,3-1-106,2-3 1,5-5-75,0 0 1,0-5 68,0-3 1,0-1-52,0-2 0,0-4 44,0 0 1,4-3-1,-1 3 1,-3-1 147,-3 1 1,-1 2-114,4-5 1,-3 4 247,-1-1 0,-5 3 44,2 1 124,-3 0-45,-1 0-169,0 5 119,0 1-136,-5 15 1,4-3 141,-3 8 0,0-3-110,0-1 1,-4 1-102,5 3 1,-2-3 49,1 3 1,3 1-462,-3-1 0,3-1 197,1-3 1,0 0-598,0 0 1,0 0 103,0 1 0,1-3-601,3-1 1233,-3 1 0,38-32 0,4-3 0</inkml:trace>
  <inkml:trace contextRef="#ctx0" brushRef="#br0" timeOffset="1639">1401 77 7745,'-4'-8'450,"0"1"-72,-4 0 1,5 0 892,-4 4-522,4 2 0,-1 2-311,4 2 1,-4 4-16,0 4 1,1 5-140,3 2 1,0 3 27,0 1 0,0 1-111,0 3 0,3-3 25,1 3 1,0 2-670,-4 1 1,0-1-220,0 2 0,3-6-602,1 2 1,0 0 589,-4-4 0,0-3-141,0-7 1,1-1 32,3 0 782,-3-5 0,28-41 0,2-14 0</inkml:trace>
  <inkml:trace contextRef="#ctx0" brushRef="#br0" timeOffset="2117">1687 66 7745,'0'-7'2458,"0"3"-1503,0 4-619,0 4 0,0 4 81,0 7 1,0 2-336,0 5 1,0 3 15,0 1 0,0 4-186,0-5 1,0 6 112,0-2 1,0 2-41,0-2 0,0-1-126,0-2 1,0-6-83,0 2 1,-3-4 43,-1 1 1,0-7-150,4-5-339,-5-4 432,4 2 0,-4-7-311,5-1 1,0-3 180,0-5 0,0-1 33,0 1 1,0-3 106,0-1 1,0-3 31,0 3 1,-3-3 196,-1 3 0,-1-1 41,1 1 0,2 3 306,-5-3 1,3 3-236,-4 1 0,1 5 157,-4 2 0,-1 3-117,-3 1 1,3 0 227,-3 0 0,-1 6-96,2 5 0,-1 1 30,4 7 1,0-1-97,0 4 1,5-3 9,2-1 1,3-1-270,1 2 1,0 0 132,0-4 0,8-2-200,3-5 1,4 1 59,0-1 0,-3-3-770,3-2 1,1-1 187,-2-2 0,1-2-46,-4-1 0,0 0 672,0-4 0,0-25 0,0-10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02.3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210 68 7703,'0'-11'-321,"0"0"471,0 0 0,0 4 1179,0-1-928,0 1 1,-2 1 334,-1 2-684,1 3 0,-7 1 88,1 0 1,-1 1-122,-2 3 1,-1 6 90,1 4 1,-1 6-84,-2-2 1,0 3-29,-4 1 0,4 5-130,-1 2 0,1 3-43,3 1 0,-3-3-124,7-1 1,2-1-33,1 2 0,3-1 106,1-7 0,5-2 246,2-9 1,8-5-93,3-2 1,5-8 205,2-3 0,-1-9-16,1-6 0,2-2 9,-1-5 1,-2 0-34,-5-5 1,-5 1-28,-6 0 0,-2 3-378,-2-3 0,-3 7 163,3-4 0,-8 6-716,-4 2 0,4 4 91,0-1 771,3 11 0,10 8 0,4 12 0</inkml:trace>
  <inkml:trace contextRef="#ctx0" brushRef="#br0" timeOffset="478">926 2 7741,'8'0'237,"-1"0"556,-5 0-532,3 0-61,-5 0 1,-1 5-75,-3 2 0,-3 3 75,-8 1 0,2 0-193,-6 0 1,2 0-20,-1 0 1,-3 0-111,3 0 0,1 0 124,-2 0 0,4 0-147,-3 0 0,5-1 60,-2-3 0,6 2 84,2-5 0,5 0 44,-2 0-40,3-3 1,2 4 119,3-5 1,7 1-133,7 3 1,4-3-65,4 3 0,1-3 18,2-1 0,4 0-137,0 0 0,0 0-51,4 0 0,-3 1 83,-1 3 1,-4-3-545,-4 3 1,-1-3 338,-2-1 1,-9 0 363,-2 0 0,-7 0 0,1 0 0,-49 15 0,-12 3 0</inkml:trace>
  <inkml:trace contextRef="#ctx0" brushRef="#br0" timeOffset="685">684 388 7741,'0'-6'1207,"0"1"-233,0 5-530,0-5 1,8 4-245,3-3 0,9 3 13,2 1 0,6 3-688,9 1 0,2 0 350,5-4 1,-3 3-504,-1 1 0,-9 0 375,-2-4 0,-5 0 253,-1 0 0,-16-5 0,-3-1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01.1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67 7739,'0'-11'0,"0"0"346,0 0 0,0 3 300,0 1 187,0 5-148,0-8-347,0 8-91,0-2 0,0 5 106,0 2 0,0 4-183,0 4 1,0 1 29,0 3 1,0 3-130,0 8 0,0-2 95,0 6 0,0-5-259,0 5 1,0-1 117,0 4 0,-4 0-359,0 0 1,-1 0 49,2 0 0,0-4-109,-4-4 1,4-1-140,0-2 184,-3-5 215,4-1-147,-3-10 231,5-1-80,0-15 0,0 3-96,0-8 1,0 1 190,0 0 1,2 0 98,1-4 1,-1 1-95,1-2 1,0 0-50,0 4 1,-1-3 4,1 3 1,2 0 3,-1 4 1,3 0 48,-3 0 1,4 4-44,0 0 0,2 4 126,1-1 0,3 3-38,1 1 0,5 0-5,-2 0 1,2 6 77,-2 5 0,2 2-69,-6 5 0,-3-3 35,-3 3 1,-6 0-55,2 4 0,-4-1 110,-4-2 0,-3 0-34,-8-4 1,-2 2-33,-5-6 0,0 3-82,0-7 1,1-2-134,3-1 0,-3 0-1204,2 0 1365,3 0 0,15-34 0,9-6 0</inkml:trace>
  <inkml:trace contextRef="#ctx0" brushRef="#br0" timeOffset="387">298 397 7739,'11'0'128,"0"0"1,0 0 249,0 0 0,0 0-285,0 0 1,0 0 72,0 0 1,2 0-179,1 0 1,-1 0 63,1 0 0,2 0-263,-1 0 1,0 0 147,-4 0 0,0-3-59,0-1 1,0-4 95,0 0 0,0 2 32,0-1 0,-5-1-338,-2-3 1,-3 0 98,-1 0 0,0 0 256,0 0 1,-1 0-49,-3 0 0,-2 5 113,-5 2 0,-4 3-65,0 1 0,-4 0 130,0 0 0,2 1 68,-1 3 0,-1 3 170,-3 8 1,4-1 143,0 4 0,4-3-171,-1 3 0,0 0-49,0 4 1,5-3-102,6-1 0,3 1-41,1 3 0,6-2 27,5-1 1,10-3-153,9-5 0,1-5-133,2-2 1,0-3-343,1-1 0,-3-5-988,-1-2 1,0-3 56,-4-1 1358,0 0 0,-24-15 0,-4-3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08.4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320 23 7734,'0'-8'881,"0"1"-2,0 5-505,0-3 1,-5 6-136,-2 3 0,-5 2-46,-2 5 1,0 0-87,-4 0 0,0 0 70,-4 0 1,-1 4-222,1-1 1,0 1 110,0-4 0,2 0-213,1 0 1,0 0 38,4 0 1,1-4-27,7 1 0,-2-5-42,6 5 172,-1-6 1,5 3 23,3-5 0,3 1-24,8 3 0,2-3-3,5 3 0,5 1 21,3-2 0,1 2-196,2-1 0,1 1-39,-1 2 0,-4-1-72,0-2 1,0-1-412,0 4 1,-2-5 282,-5 2 1,-1 1-668,-3-1 1087,3-1 0,-9-3 0,-25 5 0,-13 1 0</inkml:trace>
  <inkml:trace contextRef="#ctx0" brushRef="#br0" timeOffset="216">0 398 7734,'0'-11'1148,"0"0"1,5 4-681,2 4 0,6 1 182,5 2 1,3 2-187,12 1 1,2 2-65,9 3 1,1 1-935,-1-1 1,-4-3 410,0-2 0,-5-1-1249,-2-2 1,-10 0 153,-8 0 1218,-3 0 0,-25 0 0,-7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04.3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365 276 7697,'0'-11'134,"0"3"218,0 1 89,0 5-140,0-8 0,0 7-49,0-4 0,0 3 233,0-3-302,0 4-22,-5-6 0,-1 7-270,-5-1 0,-2 2 106,-1 1 0,1 0-88,-1 0 0,-2 4 61,1 4 0,-1 5-294,2 2 1,1 1 50,-1-1 0,1-2-60,2 5 1,5-4 41,2 1 0,0 1 52,0-2 0,0 1 137,4-4 1,5-1-35,2-3 1,3-2 136,1-5 1,4 0-83,0 0 1,-1 0 130,-3 0 1,4-5 31,0-2 0,0 1 136,-4-2 0,-4 1 159,0-4 1,-1 0-154,2 0 1,-2 1 101,-2 3 0,-2-3-77,5 3 1,-4 0-138,0 0 213,-1 5-265,-2-8-4,0 9-134,0 6 1,0 3-19,0 10 0,0-2 100,0 6 0,0-2-227,0 6 1,-2 2 63,-1 1 1,2 3-130,-3 1 1,-2 2 77,-2 1 1,-1-1 25,-2 1 0,-2-5 12,-1-2 0,-4-4-67,-4 1 0,0-4 273,0-4 1,0-6-76,0-4 0,0-6 309,0 2 0,1-3-134,3-1 1,-2-1 267,6-3 1,-1-2-198,4-5 0,5 0 222,2 0 1,3-4-71,1 0 0,1-3-134,3 3 1,3 1-3,8 3 1,-2-4 74,6 0 1,0-1-852,7 2 1,-3 1 339,3-1 1,1 1-544,-1 2 1,3 4 358,-3 0 0,3 4-997,-3 0 1396,0-4 0,1 16 0,1-2 0</inkml:trace>
  <inkml:trace contextRef="#ctx0" brushRef="#br0" timeOffset="1504">497 651 7720,'0'-8'-111,"0"1"262,0 4 16,0-2 0,0 4 255,0-2-6,0 1-244,0-3 1,0 7-79,0 1 1,0 0 34,0 4 0,-1 1 3,-3 3 1,2 1-159,-6 2 1,5 2 32,-5 3 1,2 2-58,-1-3 0,-3-1 25,3 2 0,-2-2-72,2 1 1,-2-2-56,5-5 1,-3 0-202,3 0 151,-4 0-116,7 0 40,-4-5 75,5-1 18,0-15 0,3 3 82,1-8 1,5-1 74,-2 2 0,3-5-80,1 5 1,0-6 164,0 2 1,0 0-81,0 0 1,0 3-48,0-3 1,4 3 196,-1-3 0,1 6-85,-4 1 1,0 0 40,0 3 0,0 3-45,0 2 0,-3 1 323,-1 2-61,-5 0-78,8 5 1,-9 5-208,3 5 1,-3 0 63,-1-4 1,0 3-109,0 1 1,-3 3 67,-1-3 1,0 1-48,4-1 1,-3-3 57,-1 3 1,0-3-199,4-1 0,-3 0 38,-1 0 1,-1-4-213,1 1 320,3-6-71,-4 3-199,0-5 193,4 0 0,-4-1 22,5-3 1,0-2 4,0-5 1,0 0 118,0 0 0,4-4-108,0 1 1,3-5 172,-3 4 0,4-3-10,-1 3 0,3-3-123,1 3 0,0-3-22,0 3 1,4-1 42,0 2 0,4 1-12,0-1 0,-2 5 7,1 2 1,-4 4 235,0 0 1,-1 1-85,-2 2 0,-4 5-126,0 3 0,-4 3 530,1 3 0,-3 0-143,-1 4 1,0 1-384,0 3 0,0-4 98,0 0 0,-4 0-456,0 0 1,-1 1 178,2-4 1,2 0-322,-3-4 0,-1-4-814,1 1 1269,1-6 0,17-12 0,5-8 0</inkml:trace>
  <inkml:trace contextRef="#ctx0" brushRef="#br0" timeOffset="1853">1324 287 7726,'0'-8'0,"0"1"276,-5 0 0,-1 1 433,-5 2 0,-1 5-35,-3 6 1,1 1-242,-4 7 0,0 2-41,-4 1 0,3 7-143,1 0 1,3 2-353,-3-1 0,4 2-11,0 5 1,3 0-96,3 0 0,3 0-884,5 0 0,0-1 537,0-2 1,5-5-384,3-6 0,3-4 431,3-8 0,2-2 508,3-5 0,41-25 0,6-5 0</inkml:trace>
  <inkml:trace contextRef="#ctx0" brushRef="#br0" timeOffset="2119">1379 441 7726,'1'-11'540,"3"0"0,-3 0-25,3 0-316,2 0 0,-4 5 129,6 2 1,-1 3-79,4 1 1,-2 1-207,2 3 1,-3 2 115,7 5 0,-2 0-176,2 0 1,-3 4-71,3-1 1,-3 6-55,-1-2 0,-1 0-111,-3 0 1,-2-1 126,-5 1 1,-1 2-31,-3-5 0,-3 3 60,-8-3 0,2 0-219,-5-4 1,-4-2 81,-4-1 0,1 0-141,7-4 1,-2 3-84,6-3 1,-1 0-383,4-4 837,5 0 0,1 0 0,34-20 0,8-4 0</inkml:trace>
  <inkml:trace contextRef="#ctx0" brushRef="#br0" timeOffset="2369">1787 419 7726,'6'-5'360,"4"-1"-27,-4-5-206,0 5 1,-6 1 177,-7 5 1,-4 4-107,-4-1 0,1 6 96,-4-2 1,0 3-97,-4 1 1,3 0 30,1 0 1,4 4-7,0-1 0,-1 2-230,4-1 0,-1-3-63,8 3 1,0 1-65,4-1 0,2 3-316,1-3 1,5-1 261,6-3 0,4-1-735,4-2 0,0-2 414,0-3 1,0-1-329,0 1 836,0-1 0,10-22 0,2-5 0</inkml:trace>
  <inkml:trace contextRef="#ctx0" brushRef="#br0" timeOffset="2678">1544 132 6886,'0'-7'607,"0"0"210,0 4-715,5-2 1,5 5 37,5 0 1,4 0-139,0 0 1,3 0-68,3 0 0,0 0-160,4 0 1,0 4-79,0 0 0,2-1-294,-6-3 0,-3 0 151,-3 0 446,-6 0 0,-2-14 0,-6-5 0</inkml:trace>
  <inkml:trace contextRef="#ctx0" brushRef="#br0" timeOffset="2902">1842 22 7726,'-7'-6'30,"-1"2"0,6 2 330,-2-2-25,-2 3 113,5-4 195,-4 5-163,5 0-67,5 0 0,1 4-101,5-1 0,0 6-43,0-2 0,0 3-176,0 1 0,-4-3-189,1-1 1,-6 0 30,2 4 0,-3 4 124,-1 0 0,-1-1-720,-3-3 0,-2 2 319,-5 1 0,-5-1-925,-2 1 1,1-1 1266,-2-2 0,-4 4 0,-5 3 0</inkml:trace>
  <inkml:trace contextRef="#ctx0" brushRef="#br0" timeOffset="3363">2129 331 7726,'-2'-11'-75,"0"0"0,-3 0-175,-1 0 1088,3 0 0,-3 1 194,3 3-64,1 2-606,-2 5 1,5 1-152,2 3 1,4-2 20,4 5 0,1 4-21,3 4 1,2 5 129,5-2 1,0 4-100,0 4 1,0-2-94,0 6 0,-1-1 62,-3 4 1,-3-3-13,-8-1 1,-2-3-1309,-5 3 1,-5-3 589,-2 3 1,-7-8-667,0 1 0,-6-11 509,2 0 1,-3-3-504,-1-1 1179,5-2 0,6-20 0,6-3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09.6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34 7711,'-5'-11'1874,"3"4"-1166,-1-1-264,2 6-14,1-3 1,0 6-29,0 3 0,0 3-18,0 8 0,0 3-309,0 8 0,-2 2 29,-1 5 1,1 4-632,-1 0 0,2 3 374,1-3 1,0 0-1357,0-4 1,0-2 1508,0-1 0,14-18 0,5-8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19.4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67 144 8752,'-6'5'184,"2"2"0,3 3 27,1 1 1,-4 2-240,1 1 0,-1 3 67,4 5 1,-4 0-17,1 1 1,-2-1 86,1 0 1,3-4-254,-3 0 1,-1-4-16,2 1 0,-1-3-219,4-1 85,-5-5 258,4 4-164,-4-9 1,5-1 107,0-7 0,0-3-65,0-1 0,1-5 42,3-3 1,-2 2 30,6-1 1,-1 0-2,4-4 0,0-1-15,0 1 0,1 4 200,3 0 1,-3 4-119,3 0 0,-2-2 280,2 1 1,-3 1-111,3 7 1,-3 2-85,-1 5 1,0 0 282,0 0-32,0 0 0,-3 5-171,-1 2 1,-4 4-19,0 4 1,-2-1-178,-1 4 0,0-1 91,0 2 0,0 1-107,0-1 1,-3-2 57,-1 1 1,-1-4-102,2 0 1,0 2-103,-4-1-109,4 0 105,-6-4 41,7 0 5,-3-5 0,5-2 89,0-8 1,0 1 8,0-4 0,0 0-15,0-4 1,0-2 109,0-1 0,4 2-19,0-3 0,1-1 50,-2 1 0,2-3-45,3 3 1,1-3-34,-1 3 1,2-1 184,1 1 0,3 3-90,1-3 1,0 4 122,-4 4 1,0-1-46,0 4 1,0-1 174,0 1 0,0 3-99,0-3 0,-4 8-125,1 3 0,-6 4-6,2 4 0,1 1-143,-2 2 1,1 3-317,-4-2 1,0 0 189,0 0 0,0 1-541,0-1 0,0-2 312,0 1 1,0-4 397,0 1 0,29-23 0,8-5 0</inkml:trace>
  <inkml:trace contextRef="#ctx0" brushRef="#br0" timeOffset="215">662 177 7728,'0'-7'706,"0"0"1,2 4-235,1-1 1,3 3-109,5 1 0,0-3-708,1-1 0,3 0 209,4 4 0,2 0-741,1 0 1,0 0 447,0 0 1,-4 0-458,1 0 885,-6 0 0,3 5 0,-5 1 0</inkml:trace>
  <inkml:trace contextRef="#ctx0" brushRef="#br0" timeOffset="373">651 299 9165,'-6'-5'1166,"3"3"-1027,6-1 0,8 2-63,8 1 0,-1-4 148,4 0 1,-2 0-1322,5 4 1,-1 0 1096,-2 0 0,24-4 0,7-3 0</inkml:trace>
  <inkml:trace contextRef="#ctx0" brushRef="#br0" timeOffset="615">1114 23 9699,'0'-5'957,"0"5"1,0 5-720,0 6 0,4 1-572,0 3 0,-1-2 248,-3 6 1,0 3-990,0 4 1,0 0 197,0 0 877,0-3 0,15 49 0,4 5 0</inkml:trace>
  <inkml:trace contextRef="#ctx0" brushRef="#br0" timeOffset="798">1302 365 7728,'-6'0'0,"1"5"1219,5 2 1,-4-1-711,0 1 0,1 1-738,3 3 1,-4 0 196,0 0 0,1 4-2472,3-1 2504,0 1 0,5-14 0,1-2 0</inkml:trace>
  <inkml:trace contextRef="#ctx0" brushRef="#br0" timeOffset="1382">1533 34 7728,'2'-7'1800,"1"-1"-1699,3 6 1,9-7 39,0 6 0,4-1 246,0 4 0,2 0-156,1 0 1,-2 0-205,-1 0 0,0 1-300,-4 3 0,2 2 200,-6 5 0,2-4-119,-10 1 0,1-1 104,-4 4 0,-1 4 133,-3-1 1,-6 1-101,-5-4 1,-4 0 214,1 0 0,-3 0 61,-1 0 1,1 0 81,2 0 0,0-1-37,4-3 0,0 3-141,4-2 0,2 1-201,1 2 1,3 0 98,5 0-362,0 0 1,3 0 161,4 1 1,2-5-168,9 0 0,-1-4 136,2 0 0,5-1-710,-2-2 1,3 0 248,-3 0 0,0 0 263,0 0 1,0-5 405,0-3 0,-4 2 0,1-1 0,-6-1 0,2-3 0,-3 4 0,-1 0 0,0 3 0,0-3 0,-1 3 0,-3-3 0,3 4 0,-7-3 420,4 2 719,-5 3-258,3-4 0,-5 10-378,0 3 1,0-2 210,0 1 1,0 0-269,0 4 0,-3 2-102,-1 1 0,-3-1-230,3 1 0,-5 2-116,2-1 0,-2 1-942,2-1 0,-3-3 622,3 3 0,1-3-1302,-2-1 1,6-4 1623,-2 1 0,28-26 0,6-1 0</inkml:trace>
  <inkml:trace contextRef="#ctx0" brushRef="#br0" timeOffset="1766">2206 299 7720,'6'-11'2322,"-1"-1"-2224,0 6 0,-3 1-295,6 5 0,-5 0 174,5 0-1261,-6 0 0,7 2 1284,-6 1 0,11 13 0,-2 8 0</inkml:trace>
  <inkml:trace contextRef="#ctx0" brushRef="#br0" timeOffset="1941">2415 310 7720,'0'-8'113,"0"1"0,0 3 878,0-3-620,5 4 1,-2-2-1003,4 5 464,-5 0 1,5 0-1839,-4 0 2005,-2 0 0,29 10 0,0 3 0</inkml:trace>
  <inkml:trace contextRef="#ctx0" brushRef="#br0" timeOffset="2074">2603 299 7720,'0'-11'2316,"0"3"-2131,0 1-90,0 4 1,1-3 351,3 3-339,-3 1-108,4-3 0,0 20 0,1 4 0</inkml:trace>
  <inkml:trace contextRef="#ctx0" brushRef="#br0" timeOffset="2535">2823 332 7847,'-6'-5'697,"0"3"893,2-1-566,3 2-937,-4 5 1,4 3 65,-3 4 1,3 0-961,-3 0 1,2 0 431,-2 0 1,2 0-1527,-6 0 1901,6 0 0,-8 10 0,4 2 0</inkml:trace>
  <inkml:trace contextRef="#ctx0" brushRef="#br0" timeOffset="2844">3143 111 8631,'0'-6'2007,"0"2"-1610,0 8 1,0 0 33,0 7 1,-4-2-339,1 10 1,-6-1-258,2 4 1,0 0-528,0 0 1,0 0 484,-4 0 1,0 4-316,0 0 0,1-4 151,3-4 0,-3 0-577,2 0 0,2-6 181,-1-5 766,4-4 0,-1 1 0,4-8 0,9-27 0,4-10 0</inkml:trace>
  <inkml:trace contextRef="#ctx0" brushRef="#br0" timeOffset="3235">3088 144 7720,'0'-11'0,"0"4"653,0-1 0,0 5 249,0-5 132,0 6-305,0-8-270,0 9 1,3 5-363,1 7 1,5 2-50,-2-2 1,-1 4-176,2 0 1,-1-1-389,4-3 0,0 0 293,0 0 1,-4 0-204,1 0 0,-1-3 168,4-1 1,-4-4-261,1 0 215,-1-2 0,4-1 96,0 0 0,-4-1 111,1-2 1,-2-4 166,1-4 1,2-1 276,-5-3 1,3 2-199,-3-5 0,3 4 356,-3-1 0,3-1-254,-3 2 1,3-1 562,-3 4-193,-1 0 344,2 0-146,-4 5-478,4 1 1,-3 10-228,1 2 0,-2 3 82,3 1 1,1 5-157,-1 2 0,1 1 67,-2 3 0,-2-6-683,3 6 1,1-3 343,-1 3 1,1-3-471,-2-1 1,-1-1-274,1 2 0,2-3-1820,-1-5 2793,-1 0 0,-7-10 0,-3-2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3.2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11 232 7846,'6'0'1497,"-1"0"-1449,-5 0-140,5 0 1,-4-1-723,3-3-77,-3 3 618,-1-4 273,0 5 0,-5-15 0,-1-3 0</inkml:trace>
  <inkml:trace contextRef="#ctx0" brushRef="#br0" timeOffset="158">0 56 7676,'0'-11'420,"0"0"0,0 3 307,0 1-1152,0-1 431,0 2-6,0 1 0,20 15 0,4 2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2.1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44 221 7756,'6'0'2754,"-1"0"-2539,-5 0-355,0-5-1832,0 4 1166,0-4 806,0 5 0,-5-5 0,-1-1 0</inkml:trace>
  <inkml:trace contextRef="#ctx0" brushRef="#br0" timeOffset="150">0 45 7756,'6'-11'273,"-2"0"0,-3 3 229,-1 1-2012,5 4 1510,-4-1 0,14 8 0,-3 3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1.4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23 199 7729,'5'-12'1560,"-3"5"-1068,6 0 0,-5 3-103,5-3 1,-1 1-1,4-2 1,-1-2-84,-3 3 0,3-3-46,-3-1 0,3 0 29,1 0 0,-3 0-87,-1 0 0,-3 0-133,3 0 1,-3 1 144,3 3-165,-5-3 130,3 4-452,-5 0 136,0 1 150,0 15 1,0-3-137,0 8 0,0 2 30,0 1 1,0 3-115,0 1 0,0 4 56,0 0 0,0-1-258,0-2 1,4 2 131,0 1 1,3 3-534,-3-3 0,3 0 121,-3-4 0,3-5-46,-3-2 1,-1-3 191,-3-1 1,0-4 542,0 1 0,0-6 0,0-17 0,0-9 0</inkml:trace>
  <inkml:trace contextRef="#ctx0" brushRef="#br0" timeOffset="153">23 452 7756,'-7'0'1178,"-1"0"75,6 0-824,-3 0 1,6 0-98,3 0 0,3 0-130,8 0 0,3 0-319,8 0 1,0-1 117,7-3 0,-3 3-1068,7-3 0,-3 3 167,-1 1 900,1 0 0,-1-5 0,0-1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0.4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10 8039,'-6'-5'1533,"1"4"1,5-3-1144,0 8 0,0 3-46,0 8 0,0 2-145,0 5 1,0 5-336,0 3 0,0 3 155,0 3 0,0-1-898,0 1 0,0 2 107,0-1 1,0-1-407,0-7 0,0-2 715,0-5 0,0-5 463,0-2 0,0-3 0</inkml:trace>
  <inkml:trace contextRef="#ctx0" brushRef="#br0" timeOffset="475">12 220 7729,'0'-7'372,"-1"1"-15,-3 3-157,3 1-103,-4-3 0,6 5 68,3 0 1,-2 0 23,6 0 1,-1 0 23,4 0 0,4 0-241,-1 0 0,6 0 66,-2 0 0,3 0-165,1 0 1,0 0-125,0 0 0,0 2-58,0 1 1,0 0-39,0 4 0,-4-3 133,-4 3 1,-1-3-268,-2 3 284,0 1 0,-2 3 82,-1 0 0,-3 1-49,-5 3 0,-5-3 196,-3 2 1,2 0 9,-1 1 1,3-3-4,-3 3 1,4-3 11,0-1 1,3 0-98,3 0 0,4-4 99,4 1 0,3-6-85,1 2 0,5-3 118,-2-1 0,2-5-69,-2-2 1,-1-3 655,-2-1 1,-7-4-301,3 1 0,-7-5 287,0 4 1,-4-3-488,-4 3 1,-6-2-19,-4 6 1,-10-2-809,2 5 0,-3 2 449,-1-1 1,4 4 203,0 0 0,14 16 0,10 6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29.9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78 7656,'0'-11'256,"0"0"1,4 3 226,0 1 213,-1 4-216,-3-6-81,0 7 68,0-3-275,0 15 1,0-1-106,0 9 0,0 1 117,0 3 1,-3 0-210,-1 0 0,0 0 67,4 0 1,-3 0-200,-1 0 1,0-4 3,4 1 0,0-6-85,0 2 0,0 1 41,0-2 1,1-2 97,3-5 1,2-5-72,5 2 1,0-4 38,0-4 0,2-2-127,1-5 1,2-4 33,3 1 1,1-6 55,-1 2 0,-3-3 79,-2-1 1,-1 0 89,-2 0 0,0 0-8,0 0 0,-1 1-100,-3 3 0,-2 2 210,-5 5 1,3 3 44,1 1-116,0 4 0,-8 0-40,0 6 1,0 0 42,0 4 0,1 4-40,-4 4 0,5 1-6,-2-1 0,3-2-52,1 5 1,0-3-7,0 3 1,0 0 35,0 0 0,0 2 4,0-6 0,3 5-153,1-5 1,5 0 67,-2-7 1,3 3-274,1-3 0,1-2 121,3-1 0,-3-4 80,3-4 0,1-3 131,-2-8 1,2 2-75,-1-6 0,-2 5 99,6-5 0,-6 1-80,2-4 0,-3 0 229,-1 0 1,0 0-65,0 0 0,-1 1 301,-3 2 0,2 0-150,-5 4 1,-1 0 909,-3 4-366,0 5-494,0 1 1,0 7-56,0 1 1,-3 5-27,-1 6 0,0 4-42,4 4 1,-3 1 62,-1 3 1,0 1-361,4 2 1,0 3-37,0-3 0,-1 2-165,-3-2 0,3 5-265,-2-4 1,0 3 306,-1-7 0,2 4-306,-5 0 1,4-7 218,0-1 0,-2-7 52,1-1 1,-1-5 180,1-2 1,3-5 156,-3-2 0,3-3 0,1-8 0,1-2 0,3-9 0,-1 0 0,4-1 0,0 1 0,9-68 0,-7 36 0,-1 0 0</inkml:trace>
  <inkml:trace contextRef="#ctx0" brushRef="#br0" timeOffset="173">518 100 7655,'7'-19'0,"-3"1"50,1-2 1,0 8 60,3 1 1,1 4 92,-1-1 0,5 3-8,2 5 0,5 0-4,-2 0 0,-1 0 4,1 0 0,0 5 8,0 3 0,2 3-45,-6 3 0,-4 0 51,-6 4 1,-3-3-17,-1 3 0,-5-1-236,-2 2 1,-4 0 96,-4-4 1,-2 1-774,-5-1 0,1-7 396,3 3 1,-2-3 321,5-1 0,-4-22 0,2-9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27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276 376 7697,'-1'-11'640,"-2"0"1,0 1-211,-4 2 1,3 0 24,-3 4 1,-1 1-99,-3 3 1,0 0-153,0 0 1,-3 6-10,-1 5 1,-5 1 23,2 6 1,-3 1-229,-1 3 1,4 0 93,-1 0 1,6-3-224,-2 3 1,3-6 98,1 6 1,5-6-443,2 3 1,3-6-239,1 2-61,0-3 557,5-6 0,1-1-49,5-5 1,4-1 24,-1-3 1,2-2 24,-1-5 1,-2-4-36,6 1 1,-6-2 74,2 1 1,1 2 189,-1-6 0,-1 5 92,-3-5 0,0 5 106,0-5 1,-1 6-59,-2-2 1,0 3 6,-4 1 47,-1 0-34,-3 5 135,0 1-185,0 14 1,-1-1-170,-2 6 0,1 2 102,-1-1 0,1 3-348,2-3 1,0 4-114,0-5 1,0 5 189,0-5 1,2 1-371,1-4 0,3-1 589,5-3 0,30-17 0,7-8 0</inkml:trace>
  <inkml:trace contextRef="#ctx0" brushRef="#br0" timeOffset="443">684 23 7733,'-5'-11'3478,"4"5"-2844,-4 1 0,5 10-241,0 2 0,0 8 22,0 3 1,0 3-252,0 1 1,0 4-180,0-1 0,0 6-117,0-1 0,0 0 175,0 0 1,-3 1-275,-1-1 1,0 2 171,4 1 1,-3-1-81,-1-3 1,-1-2-30,1-5 0,2-5-610,-5-2-57,4-3 241,-7-1 1,9-6-239,-3-5 0,3-2 351,1-10 1,0 3 206,0-10 0,-3 5 49,-1-5 1,-1 5 176,1-5 0,2 6-101,-5-2 0,-1 3 419,-3 1 0,0 1 50,0 3 1,0 2 284,0 5 1,-1 0 177,-3 0 1,3 5-327,-3 2 1,4 4-32,4 4 0,-3 2-107,3 5 0,2-4-255,1 1 0,3-1 103,1 4 0,3-5-330,1-2 1,6-3-207,1-1 0,1-5-441,7-2 0,-5-3-703,5-1 1,-1-1 1512,4-3 0,30-51 0,6-17 0</inkml:trace>
  <inkml:trace contextRef="#ctx0" brushRef="#br0" timeOffset="878">1015 12 7733,'0'-6'3401,"0"1"-2577,0 5 1,0 6-311,0 5 0,0 5-217,0 6 0,0 1-140,0 3 1,0 3-61,0 8 1,0-1-250,0 4 0,-4-1 175,1 2 1,-5-3-400,5-5 0,-5-1 197,5-3 0,-5-3-733,5-8 612,-6-2 0,7-6-176,-6-3 1,6-3 44,-2-8 0,3-2-82,1-5 0,-4-1-108,1-3 0,-1 2 228,4-6 0,-4 2 121,1-1 1,-5-3 71,5 2 0,-5 4 407,5 0 0,-6 4-229,2 3 1,-3 0 504,-1 4 1,0 1-293,0 3 1,-4 4 656,0 4 1,-3 5-328,3 2 1,1 5-153,3-2 0,1 3 173,2 1 0,0 2-166,4-2 0,2 2-60,5-10 1,4 5-92,4-5 0,4-3-203,4-3 0,0-6-708,0 2 0,2-3-1116,-3-1 1,2-5-334,-2-2 2135,3-3 0,-9-21 0,4-4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25.0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187 67 7655,'7'-11'287,"0"0"1,-1 0 3,2 0 1,-2 5 356,-2 2-190,-3-2-254,4 5 0,-10-4-229,-3 5 1,-1 5 98,-2 2 0,-4 0-120,0 4 0,-3-4 82,3 7 0,-3-4-177,3 5 0,-1-3-58,1-1 0,3 0-50,-2 0 1,3 0 55,3 0 1,0 1 86,4 3 0,-3-3-33,3 3 1,1-3 32,7-1 0,2 2 149,5 1 0,2-1-116,1 1 0,3 2 46,5-1 1,0 1 13,1-2 0,-5 0 9,0 4 0,-4-4 177,0 0 0,-3 2-60,-3-1 0,-3 0 12,-5-4 1,0 1-59,0 3 1,-6-3-22,-5 3 1,-2-3 9,-5-1 1,0 0-567,-4 0 1,1 3 43,2-3 0,3 1-576,5-9 1042,0 1 0,20-48 0,4-11 0</inkml:trace>
  <inkml:trace contextRef="#ctx0" brushRef="#br0" timeOffset="395">396 34 7697,'0'-7'0,"0"-1"1169,0 6-750,0-3 0,1 6-49,3 3 0,-2 6-254,6 4 0,-6 10 80,2-2 1,-3 6-245,-1-3 0,4 7 93,0 1 1,-1 0-63,-3 4 1,0 1 71,0-1 0,-5 0-285,-2-4 0,1-1 61,-2-3 1,2-2-16,-1-5 0,-2-5 182,6-2 1,-2-8-58,1-3-23,3-3 1,-4-2 62,5-3 1,0-2-113,0-5 0,4-4 79,-1 1 0,6-5-105,-2 5 0,-1-6 32,2 2 1,-1-2-60,4 2 0,1-3 198,3 2 0,-3 2-106,3-1 1,-3 4 360,-1 0 1,0 3-138,0 3 1,0 3 127,0 5 1,-3 0-81,-1 0 1,-3 5-167,3 3 0,-4 5-20,0 2 1,-2 5-127,-1-2 0,0 3 171,0 1 0,0 0 12,0 0 0,-3 0-1340,-1 0 0,0-5 157,4-2 1132,0-3 0,10-16 0,3-3 0</inkml:trace>
  <inkml:trace contextRef="#ctx0" brushRef="#br0" timeOffset="676">870 243 7697,'-5'-6'1437,"4"1"-1167,-9 5 1,4 2-153,-5 1 0,0 5 33,0 6 0,0 3-86,0 6 0,-4 0 25,1 3 1,-1-2-68,4 5 0,1 0-393,3 0 1,-2-2 206,5-5 0,1-1-49,3-3 0,5-3 91,2-8 1,3-3 556,1-8 0,4-3-231,-1-8 1,1 2-38,-4-6 1,-1-3-188,-3-3 0,2-1-182,-6 4 1,5 0-825,-5 0 1,1 0 1024,-4 0 0,5-10 0,1-3 0</inkml:trace>
  <inkml:trace contextRef="#ctx0" brushRef="#br0" timeOffset="1375">1013 287 7697,'5'-6'1566,"-3"-3"-1023,2 7-326,-4-3 0,0 10 0,0 3 0,-1 6-33,-2 5 0,0-2-98,-4 1 0,4 1-170,0 3 1,-2 0 135,1 0 1,0 0-360,4 0 1,0-4 173,0 1 0,0-6-227,0 2 175,0 2 1,0-5-37,0 3-22,5-8 0,1-2 98,5-5 1,-3-5 79,-1-2 0,1-3-35,3-1 1,0-4 62,0 1 1,0-6-33,0 2 1,-4-3-2,0-1 1,1 1 45,3 3 1,0-3 182,0 2 0,-4 4-69,0 0 1,-3 0 270,3 4-10,-4-2-185,2 11 50,-5-2 1,0 5-43,0 2 0,-1 4 14,-3 4 0,1 3-115,-4 1 1,5 3 9,-2-3 1,-1 3-114,1-3 1,1 5-196,3-2 0,0-2-453,0-1 1,3 1 343,1-2 1,6 1-484,1-4 0,1-5 192,7-2 625,-1-3 0,28-35 0,7-9 0</inkml:trace>
  <inkml:trace contextRef="#ctx0" brushRef="#br0" timeOffset="1667">1443 78 7697,'-6'-6'1004,"-4"-4"0,8 9 171,-5-3-801,4 8 1,-2 6 57,5 4 1,0 6-90,0-2 0,0 3-204,0 1 1,0 1 80,0 3 1,0-1-374,0 4 1,0 1-109,0 3 0,0 0-303,0 0 0,0 2 22,0-2 0,0 2 227,0-10 1,0-3-662,0-3 0,0-6-132,0 2 1108,0-8 0,25-41 0,5-15 0</inkml:trace>
  <inkml:trace contextRef="#ctx0" brushRef="#br0" timeOffset="2087">1697 100 9815,'0'-5'880,"0"5"1,0 5-363,0 6 0,0 1-120,0 3 0,4 2-220,-1 5 0,1 2-121,-4 1 0,0 3-317,0 5 0,0 1 244,0-1 1,-4 0-69,1 0 0,-2-4 75,1 1 0,2-10-476,-6 2 1,6-7-143,-2 0-556,3-8 631,1-2 1,0-6-90,0-3 0,-4 1 218,1-9 1,-1 3 154,4-10 0,-1 5 166,-3-5 0,2 5-59,-6-5 1,5 6 114,-5-2 1,5 3-17,-5 1 1,1 1 371,-4 3 1,3 2 24,1 5 0,0 0 268,-4 0 1,0 6-346,0 5 1,0 1 17,0 6 0,3 1 347,1 3 0,4 0-165,0 0 0,2-4-105,1 1 1,0-5-146,0 5 1,4-6-127,4 2 0,2-6-519,1-2 0,0-5-889,0 2 0,0-3-714,0-1 2040,5 0 0,16-39 0,8-10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6.3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88 7762,'0'-11'6,"0"0"47,0 5 251,5-4 6,-4 4 26,4-5-153,0 0 131,-4 5-157,4-4 0,-10 9-54,-2-3 0,-3 3-161,-1 1 1,0 0-132,0 0 0,-4 4 109,1 0 0,-2 4-40,1-1 0,3 3 31,-3 1 1,4 0-78,4 0 0,-3 0 30,2 0 0,4 2-29,0 1 0,3-1 52,1 1 1,0-5-62,0-2 1,5-1 85,2 2 0,3 0-17,1-4 1,3 0 124,1-4 1,0 0-66,-4 0 1,4-4 97,-1 0 1,1-4-62,-4 0 1,-4 2 121,1-1-53,-1 0 1,0-5 215,1 1-55,-6 5-170,3-3 183,-5 7-149,0-3 128,0 5-152,0 5 0,0 1 78,0 5 1,0-2-66,0 2 0,4-2 13,-1 5 1,1 2-75,-4-1 0,0 5-118,0-2 0,0 3 87,0 1 1,0-4 61,0 1 1,0-1-111,0 4 0,-5-5 75,-2-2 1,-3-3 116,-1-1 0,-1-4-124,-3 1 0,-1-2-105,-2 1 1,-2-2-93,5-5 1,0 0-199,0 0 0,3-1-634,-3-3 1026,8-2 0,36-34 0,14-8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6.5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1 10726,'0'11'682,"0"0"-665,0 0 0,0 1-256,0 3 1,0 2-582,0 5 1,0 0 463,0 0 0,0-1-595,0-3 1,-3-2 950,-1-5 0,5-9 0,5-4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6.8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11 7786,'-5'-6'787,"3"1"-434,-6 5 1,5 0-115,-5 0 0,5 5-21,-5 3 0,5 1 23,-5 2 1,5 5-94,-5 3 0,6 2-103,-2 1 1,3 0-437,1 0 0,0 3 268,0 1 0,1 0-800,3-4 0,2 0 437,5 0 1,-4-5-402,1-2 887,-1-3 0,14-21 0,2-4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7.0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56 7786,'0'-11'0,"2"-1"287,1 1 0,0 4-37,4 0 0,0 4-295,5 0 1,-1 1 53,0 2 1,0 0 106,0 0 0,1 2 7,3 1 1,-3 1-1,3 7 0,-3-2-62,-1 5 1,-5 0-69,-2 0 0,0 0-196,0 4 1,-1-4 106,-7 0 1,-2 2-93,-5-1 0,0 0 56,0-4 0,0 0-87,0 0 1,-4-1 26,0-3 1,1 2-304,3-6 1,0 5 234,0-5 1,3 1 259,1-4 0,14-15 0,1-3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7.3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0 7786,'-10'2'193,"3"1"1,-7 0 121,3 4 0,-2-3-74,2 3 1,-1 1 88,-3 3 0,3 1-92,-3 2 0,3-1-38,1 1 0,1 2 31,3-1 0,2 0-168,5-4-209,0 5 0,6-4-232,5 3 1,1-4-662,7-4 1,-2-2 500,1-5 0,3 0-329,-3 0 867,-2 0 0,20-34 0,-1-9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7.6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45 7786,'-8'-7'-1107,"1"-1"2396,4 1-319,-2 1-822,5-4 1,5 9 56,3-3 0,2 3-132,1 1 0,4 0 81,4 0 0,2 1-156,1 3 1,0-3-249,0 3 1,0-2-374,0 2 1,-4-3-238,1 3 0,-6-2 187,2 2 673,-3-3 0,-6-1 0,-1-6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7.8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34 7786,'-7'-10'276,"-1"3"0,5-2 152,-5 5-65,6 1 78,-3 3-246,5 0 0,5 0 163,2 0 0,3 3-76,1 1 0,1 5 297,3-2-374,-3 3 1,4 1 24,-5 0 1,-5 0-155,-2 0 1,-3 3-907,-1 1 1,0 0 322,0-4 0,-5 1-80,-2 3 1,-3-3 586,-1 3 0,-20 2 0,-4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8.2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22 7786,'-8'-5'-585,"1"-2"2108,5 2-1001,-3 0 1,6 5 40,3 0 0,2 1-187,5 3 0,5 2 30,2 5 1,-1 2-119,2 1 0,-2 0-212,1 4 1,-2 0-162,-5 4 1,0 1 121,0-1 0,-5 0-763,-2 0 1,-4-2 418,-4-1 1,-2 2-720,-5-3 1,-1-2 191,-3-1 0,3-4 834,-3-4 0,8-17 0,2-8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8.4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287 23 7786,'0'-6'2260,"0"-4"-1977,0 9 1,-6-4-209,-5 5 0,-5 0-138,-6 0 0,-1 0-684,-3 0 0,-2 0 452,-5 0 0,3 0-615,1 0 0,6 3 191,1 1 719,5 0 0,20 1 0,5 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8.6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12 7708,'0'-7'1214,"0"3"1,1 4 256,3 0-1039,-3 0 0,8 4-403,-6 4 0,1 3 48,-4 3 0,4 0-968,-1 4 0,1-3 239,-4 3 1,4 0-710,-1 0 1361,1 3 0,20-4 0,7 5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9.2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77 7786,'0'-11'0,"0"4"650,0 0 1,-4-1-178,0-3 0,-3 4-138,3-1 1,-4 6-208,0-2 0,-3-1 103,-3 2 0,-2-1-268,-3 4 0,0 0 97,4 0 0,-3 5-241,3 2 0,0-1 148,4 2 1,0 0-378,0 7 0,4-3 19,-1 3 1,6-3-83,-2-1 1,3 0 118,1 0 1,1 0 59,3 0 0,2-1 104,5-2 1,0-2-20,0-3 0,4-1 200,0 1 0,3-3-52,-3-3 0,1 0 329,-2-4 0,-2 1 4,3-2 1,-4-1 168,-3 1 0,0 2-269,-4-1 0,3 3 678,-3-3-524,0-1 0,-1 1 364,1 0-445,0 4 112,-4-2-44,0 5 0,0 5-417,0 3 0,4 1 8,4 2 1,-2 2 87,1 1 0,1 0-20,3 4 0,-4 1 43,0 3 1,-1 0-142,2 0 1,0-2 104,-4-1 0,0 0 152,-4-4 1,-6 1-133,-5-1 0,-2-7 34,-5 3 1,0-7-120,-4 0 1,-2-3-570,-1-1 1,1-1-745,-1-3 0,6 2 240,4-6 1159,-2 1 0,20-14 0,-1-2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39.5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45 7786,'6'-11'0,"3"3"600,-6 1 1,6 3-148,-2-3 1,3 4-85,1 0 1,0 2-165,0 1 1,0 0-97,0 0 1,-1 1-17,-3 2 0,2 0-66,-5 4 0,3-3-193,-3 3 233,4 1-552,-7 3 229,4 0 107,-5 0 1,-1-2 17,-3-1 39,-2 2 1,-5-5 6,0 2 38,0 3 1,0-5 64,0 2 0,0-1-45,0-2 1,5-2-83,2 6 0,-1-5 81,2 5 1,-1-5-443,4 5 297,0-6 1,5 4-127,2-2 1,4-3-178,4 3 1,-2-3-630,6-1 1105,-6 0 0,38-10 0,2-2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42.9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143 221 7930,'-7'-4'290,"0"1"0,-1-1-88,-3 4 0,0 1 207,0 3 0,-1 3-147,-3 8 1,3-1 42,-3 4 0,3 0-78,1 4 0,5 2-214,2 1 0,3-1-188,1 1 1,0 2-207,0-1 1,5 3-574,2-3 0,3-4 492,1-3 0,0-6-122,0 2 1,-1-3 583,-3-1 0,18-24 0,-1-7 0</inkml:trace>
  <inkml:trace contextRef="#ctx0" brushRef="#br0" timeOffset="316">287 342 7753,'0'-11'262,"0"0"1,1 4 215,3 0-417,-3 4 0,9-2 102,-3 5 0,3 0 0,1 0 0,1 2 3,3 1 1,-2 3-97,6 5 0,-6 2-62,2 1 1,-3 0 73,-1 4 1,-1-3-162,-3 3 1,2-4 22,-6 0 1,0 2-94,-7-1 1,-2 1 85,-5-1 1,-4-3-63,1 3 1,-6-7 15,2 0 1,2-5-275,1 5 1,3-6 22,1 2 1,0-3-552,0-1 600,5 0 1,1-1 310,5-3 0,0-2 0,54-30 0,13-5 0</inkml:trace>
  <inkml:trace contextRef="#ctx0" brushRef="#br0" timeOffset="548">606 342 7753,'10'-11'-631,"-2"0"0,-2 4 925,-3 0 693,-1 4 1,1-5-435,-6 4 1,-4 0-168,-4 4 0,0 5-83,0 3 1,-3 1-68,-1 2 0,0 0-41,4 0 0,0 4 7,0 0 0,1 1-337,3-2 1,-2 0 95,6 4 0,-1-4-98,4 0 0,1 2-612,3-1 1,2-4 333,5-4 1,4 0-585,0 0 1,3-2 432,-3-5 1,3 0 565,-3 0 0,3-5 0,-3-2 0,14-38 0,1-8 0</inkml:trace>
  <inkml:trace contextRef="#ctx0" brushRef="#br0" timeOffset="975">419 122 7023,'11'-6'329,"0"2"1,0-1-52,0 2 0,4-1-141,-1 4 0,6 0-177,-2 0 0,0 0 101,0 0 0,0 0-222,4 0 0,-1 0-70,-2 0 0,-3 0-64,-5 0 1,0 0-221,0 0 181,0 0 1,-5-1 333,-3-3 0,-1 2 0,-2-6 0,0 1 0,-5-4 0,-1 1 0,-5 3 0,4-3 0,3 4 0,4-2 192,0 1 479,0 5 195,0-8-326,0 9 102,0-4-129,4 5 389,3 0-550,4 5 0,-2 1-285,-1 5 1,-3 0 97,-5 0 1,0 0-464,0 0 0,-5 0-736,-3 0 1,1 0 580,-4 0 0,2 0 453,-5 0 0,-13 5 0,-3 1 0</inkml:trace>
  <inkml:trace contextRef="#ctx0" brushRef="#br0" timeOffset="1291">882 177 7790,'-7'-10'1051,"-1"3"-685,6 2 1,-2 5 0,8 0 0,2 5-96,5 2 1,1 1 132,3 3 1,-2-3-38,6 7 1,-1 2-98,4 1 1,0 3-223,0 1 1,-3-2 102,-1 2 0,-4-2-593,0 5 1,-6 1 312,-5-4 0,-3 3-703,-3-7 0,-4-1 412,-4 1 0,-3-8-791,-1 1 0,-3-6 1211,3 3 0,0-16 0,4 1 0</inkml:trace>
  <inkml:trace contextRef="#ctx0" brushRef="#br0" timeOffset="1582">1687 464 7753,'6'-5'0,"0"4"979,-2-3-224,-3 3-391,4 1 0,-6 0-205,-3 0 0,-7 0-192,-7 0 0,-5 0-43,-2 0 1,0 0 157,-4 0 0,-1 0-824,-3 0 0,4 0 429,0 0 1,4 0-1109,-1 0 1421,8 0 0,22-10 0,9-2 0</inkml:trace>
  <inkml:trace contextRef="#ctx0" brushRef="#br0" timeOffset="1790">1555 320 8479,'1'-6'1172,"2"3"-769,-1 1 858,3 2-858,-1 5 0,-1 1-260,4 5 1,-4 4-192,0 0 1,-1 4-296,-2 0 1,1-2-775,2 1 0,-1 1 693,1 3 1,-1-4-414,-2 0 0,3-4 837,1 1 0,24-13 0,3-3 0</inkml:trace>
  <inkml:trace contextRef="#ctx0" brushRef="#br0" timeOffset="2007">2006 486 7753,'8'-6'142,"-1"2"0,-3-1-194,3 1-162,-4 1-492,6-2 0,-6 4 706,4-3 0,-4 3 0,11 6 0,-1 1 0</inkml:trace>
  <inkml:trace contextRef="#ctx0" brushRef="#br0" timeOffset="2182">2216 453 7753,'10'-2'1044,"-3"-1"-757,3 2 117,-4-4-793,5 5 1,-4 0 175,1 0-674,-6 0 1,4 0 886,-2 0 0,17 5 0,8 1 0</inkml:trace>
  <inkml:trace contextRef="#ctx0" brushRef="#br0" timeOffset="2340">2492 453 7753,'7'-2'759,"0"-1"0,-3 2-266,3-3 0,-3-1-399,3 1 104,-4 1-2148,7 3 975,-9 0 975,4 0 0,-30 5 0,-5 1 0</inkml:trace>
  <inkml:trace contextRef="#ctx0" brushRef="#br0" timeOffset="2957">3142 409 7764,'6'0'88,"-1"-2"503,-5-1 0,-1 1-182,-3-1 1,2 2-288,-6 1 1,-4 0 105,-6 0 1,-3-4-919,-1 0 0,-1 1 377,-3 3 0,1-2-574,-4-1 1,4 1 886,0-1 0,1-3 0,2-1 0</inkml:trace>
  <inkml:trace contextRef="#ctx0" brushRef="#br0" timeOffset="3166">2955 309 7987,'4'-6'1327,"-2"-4"1,4 9-739,-2-2 1,-3 3-178,2 3 1,2 3-97,-1 5 1,5-2-627,-2 2 0,-2-2 250,-2 5 0,2 0-1206,-1 0 0,1-1 738,-1 1 0,-3 2 528,3-1 0,7 9 0,1 0 0</inkml:trace>
  <inkml:trace contextRef="#ctx0" brushRef="#br0" timeOffset="3724">3737 287 7764,'4'-14'642,"0"-1"0,-1 0-207,-3 4 0,0 0 134,0 0 1,0 4-158,0-1 1,-1 2-43,-3-1 1,-5 1-284,-6 2 1,-5 3 102,2-3 0,1 3-324,-2 1 0,2 0 169,-1 0 0,-2 1-353,6 3 1,-5-2 112,5 6 1,0-1-342,7 4 0,-2 0 103,5 0 0,1 0 8,3 0 0,0 0 124,0 0 1,5 0 41,2 0 1,3-1 26,1-3 1,4 2 38,-1-5 0,5-1 304,-5-3 1,5 0-112,-5 0 1,1 0 251,-4 0 0,-1-1-61,-3-3 1,3 2 370,-3-5-342,-2-1 1,4-3 173,-5 0 107,-1 5-137,-3-4 165,0 9-336,0-4 0,0 6 152,0 3 0,0-1-91,0 4 0,0 0-67,0 4 1,0 4-182,0 0 1,1 4 72,3 0 0,-1 5-62,4 2 0,-1 0 78,1-4 0,2 3-103,-5 1 1,-1-1 38,-3-7 0,-1-2 163,-3-5 0,-3-1-270,-8-3 1,2-2-205,-5-5 1,-1 0-1140,-3 0 1,3-5 698,-4-2 1,8-3 729,-7-1 0,2-25 0,-2-5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47.4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66 7673,'4'-8'100,"-1"1"164,1 0 0,-4-4 258,0 0 0,1 5-169,3 2 1,-3 1 133,3 0-153,-3 2 1,-1-3 139,0 8-149,0 2 1,0 8-133,0 1 1,0 1-190,0-1 1,-1-2-181,-3 6 1,3-1-304,-3 4 0,-1-4-324,2 1 0,-5-6 416,4 2 0,-3 1-85,3-2 1,-3 1 74,3-4 1,0-3-785,0-1 1181,3-5 0,-4 3 0,5-10 0,10-40 0,2-15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47.8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67 7680,'0'-11'791,"0"0"-794,5 5 145,-4 1 1,5 5 57,-2 0 1,-3 1 94,3 3 1,1-2-112,-2 5 0,6 1-135,-2 3 1,-1-1 73,2-3 1,-5 3-405,5-3 181,-1 3 1,3 1-76,-3 0 1,3-5 5,-3-2 1,-1 1-51,2-2-3,-1 1 1,4-4 37,0 0 1,-1-1 98,-3-3 1,3 2 6,-2-6 0,-2 1 168,1-4 1,-1 0 100,1 0 0,2 0 130,-5 0 0,-1 0 243,-3 0 0,4 0-253,0 0 0,-1 3 190,-3 1 0,0 3 263,0-3-249,0 5-321,5-3 1,0 6 88,3 3 0,1 2-177,-1 5 0,2 3-164,1 1 0,1 5-126,3-2 0,-3-1-425,2 2 0,-1-2-931,-2 1 1,0-1 723,0-2 0,0-6 816,0 2 0,-15-27 0,-3-4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54.2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78 177 7711,'7'0'0,"1"0"127,-6-5 83,8 4 0,-4-7 0,5 4 0,-4-1 36,1 1 1,-5 3 108,5-2 0,-5-4 28,5 0 1,-5 1-83,5-1 1,-4-1-24,3-3 1,-3 1-69,3 3 0,-3-3-13,3 3 0,-3-3 13,3-1 0,-3 4-58,3-1 1,-5 5 243,2-5-371,-3 6 0,3-4 272,0 2-548,-1 3 163,-3-4 1,0 10 136,0 2 0,0-1-32,0 2 1,0 4 27,0 6 1,0-1-177,0 2 0,0-1 102,0 4 1,0 0-212,0 0 1,0 2-451,0 1 1,0-3 321,0 0 0,0 1-43,0-5 0,-1-2-857,-3-1 14,3-3 856,-9-1 0,8-4 398,-5 0 0,4-19 0,-2-1 0</inkml:trace>
  <inkml:trace contextRef="#ctx0" brushRef="#br0" timeOffset="274">12 398 7255,'-5'-6'-1024,"4"0"3092,-3 2-825,3 3-536,1-4 1,1 5-291,3 0 0,2 0 22,5 0 0,6 0-98,5 0 0,1 0-144,7 0 1,-5 0 1,5 0 1,-1 0-91,4 0 0,0 0-704,0 0 1,-4 0 425,-4 0 0,-5 0-1444,-2 0 1,-4 0 189,1 0 1423,-8 0 0,-22 0 0,-9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7:51.9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88 221 7711,'0'-11'1437,"0"5"-1320,-5 1 0,3 5 274,-5 0 0,3 5-65,-3 2 0,-1 8-102,-3 3 0,1 3-26,3 1 0,-3 4-168,3 0 0,2 4 72,1 0 1,3-2-501,1 1 0,0-4 92,0 0 1,5-1-67,2-2 1,8-5-650,4-2 1,3-8-39,3-3 1059,-1-3 0,37-21 0,4-4 0</inkml:trace>
  <inkml:trace contextRef="#ctx0" brushRef="#br0" timeOffset="268">353 342 7226,'0'-11'903,"0"0"1,4 4-671,-1 0-36,6 4 1,-3-2-54,5 5 1,4 5 52,-1 2 1,1 3-206,-4 1 1,0 2-122,0 1 0,-1 3-221,-3 5 1,-2-3-47,-5-1 1,-1 1 162,-3 3 0,-2-2-42,-5-1 0,-5 0 72,-2-4 1,-3-1-109,-1-7 0,1 1 110,3-4 1,2 3 200,5-3 0,0 0 0,0-4 0,5 0 0,20-15 0,11-3 0</inkml:trace>
  <inkml:trace contextRef="#ctx0" brushRef="#br0" timeOffset="509">662 331 7711,'0'-11'464,"0"5"0,-5 1-247,-3 5 0,2 1 203,-1 3 1,-4-1-146,-4 4 1,0 4-80,4 4 1,0 1-244,0-2 0,4 0 88,0 4 0,4-3-116,0 3 0,3-1-233,3 2 1,7-3-301,5-5 0,4 0 92,0 0 1,0-5-973,0-3 1488,2-1 0,15-27 0,11-5 0</inkml:trace>
  <inkml:trace contextRef="#ctx0" brushRef="#br0" timeOffset="802">353 111 7711,'0'-6'200,"0"0"150,0 2 0,1 3-200,3-3 0,2 3 47,5 1 1,4 0 0,-1 0 0,7 0 24,1 0 1,0 0-812,4 0 0,-3 0 226,-1 0 0,0 0 52,0 0 1,-1 0 0,-2 0 0,-3 0 310,-5 0 0,-20-5 0,-4-1 0</inkml:trace>
  <inkml:trace contextRef="#ctx0" brushRef="#br0" timeOffset="1001">595 23 7711,'0'-7'334,"0"-2"388,0 7 243,0-2-106,0 4-484,5 0 1,2 3-209,4 1 1,0 4 42,0 0 0,-4 2-405,0 1 1,-4 0 189,0 0 1,-1 0-583,-2 0 1,0 0 346,0 0 1,-5 0-920,-3 0 1,-1 0 1158,-2 0 0,-15 0 0,-4 0 0</inkml:trace>
  <inkml:trace contextRef="#ctx0" brushRef="#br0" timeOffset="1378">882 243 7805,'0'-11'1008,"0"0"-656,0 5 1,1 1 66,3 5 0,2 1-122,5 3 1,5 2 90,2 5 1,3 5 10,1 2 0,4 3-46,0 1 0,0 4-640,-4 0 1,-2 3 250,-1-3 1,-8 3-765,-8-3 1,-1-4 469,-2-4 1,-5-4-242,-3 0 0,-1-2 168,-2-5 0,0 1 403,0-4 0,4-15 0,3-7 0</inkml:trace>
  <inkml:trace contextRef="#ctx0" brushRef="#br0" timeOffset="1643">1488 353 8643,'8'0'1450,"-1"0"-1214,1 0 0,6 0-4,1 0 1,1 0-183,-1 0 0,0 0-213,4 0 0,0 4-717,-4 0 0,1-1 199,-1-3-693,-3 5 1374,4-4 0,-30 4 0,-5-5 0</inkml:trace>
  <inkml:trace contextRef="#ctx0" brushRef="#br0" timeOffset="1801">1444 464 7711,'-6'0'2125,"-4"-5"-1910,9 3 1,-2-2-192,6 4 1,7 0 53,5 0 1,4 0-850,0 0 1,5 0 471,2 0 1,3 0 298,-3 0 0,29 4 0,4 3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27.6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424 119 8050,'5'-5'646,"0"4"-565,-1-3 1,-3 3 51,3-2 0,-4 1-27,-4-1 1,-1 2-9,-5 1 1,0 0 13,0 0 1,-4 0-118,-3 0 1,-3 0 42,-3 0 1,1 3-147,-5 1 1,1 0 63,-4-1 0,0-2-106,0 3 1,4 0 68,-1-1 0,5 4 66,-1-4 0,3 1-18,4-4 9,1 4 16,5-3-49,5 8 0,5-8-8,7 3 1,1 0 66,2-1 0,5 4-58,1-4 0,4 5-6,3-1 1,2-2 16,1 2 1,4-2-3,0 2 1,0 2-8,3-3 1,1 3 1,-1 1 1,-1 0-13,-5 0 1,0 0-15,-4 0 1,-1 0 73,-5 0 0,-4 0-52,-6 0 0,-3 1 216,-4 2 0,0-5 30,0 2 0,-5-3 143,-5 3 1,-1-3-117,-6-1 0,1 0 52,-4 1 1,-3-3-212,-1-4 0,-3 3-48,0 1 1,2-1-213,-2-3 1,2 0-81,-2 0 0,3-1-410,4-2 1,2 1 691,1-1 0,29-11 0,11-3 0</inkml:trace>
  <inkml:trace contextRef="#ctx0" brushRef="#br0" timeOffset="332">593 89 7990,'-6'-10'150,"1"3"311,1 1 829,3-1-852,-3 2 0,4 1-8,0 8 0,4 1-6,3 5 1,2 5-215,1 1 0,1 3-162,2 1 0,-2 3 131,2 0 0,-1 4-141,2-4 1,-3 3-143,2-3 1,-2 4-359,-1-4 1,0 3-14,0-7 1,-5 2-514,-1-7 1,-3-1 100,-1-3 887,0 0 0,-9-22 0,-2-6 0</inkml:trace>
  <inkml:trace contextRef="#ctx0" brushRef="#br0" timeOffset="514">513 208 7990,'-3'-10'0,"0"0"0,-1 0 626,4 1 174,0 3 0,6-2-398,4 5 0,4 0-432,6 3 0,5 0-315,5 0 0,4 4-241,6 3 1,4 2 585,3 0 0,23 10 0,8 2 0</inkml:trace>
  <inkml:trace contextRef="#ctx0" brushRef="#br0" timeOffset="934">1120 218 7990,'0'-10'1809,"0"4"-1713,0-1 0,-2 5 96,-1-1 1,1 1-113,-5 2 1,4 0 6,-4 0 1,1 5-220,-4 1 0,-1 3 139,-3 1 1,3 0-68,-2 0 1,-1 3-224,1 1 1,-1 0 45,4-1 0,4-2-22,-1 3 0,2 0 84,-2-1 1,3 0-35,4-3 0,0 0 36,0 0 0,4-3 0,3-1 1,1-3 70,2 0 1,4-2-7,-1-1 1,3-1-101,-2-2 1,-1-3 131,-3-4 1,3 0 81,0 0 0,0-3-120,-7 0 0,2-2 419,-5 2 0,4 1 29,-4-5 1,0 5 191,-3-1 0,0 1-153,0-1 0,-1 5 87,-2-2 1,1 3 166,-5 1-156,5 1-522,-7 5 1,8 5-90,-2 1 0,2 3-53,1 1 0,3 3-1,0 1 0,8 3-190,-1 0 0,2-3-60,-2 0 1,4 0-251,-1-1 0,3 0 694,-2-3 0,12 0 0,1 0 0</inkml:trace>
  <inkml:trace contextRef="#ctx0" brushRef="#br0" timeOffset="1284">1298 248 7990,'0'-10'364,"0"0"713,0 0-563,0 5-309,0-4 58,0 8-109,5-4 1,0 9-122,5-1 0,-3 5 26,0-2 1,-1 3-187,4 1 1,-3 3 72,-1 1 0,0-1-164,1-3 0,0 1 82,-3 2 1,2-2 67,-3 2 1,2-2 93,-2-1 1,-2-3 174,3 0 399,-3-1-300,-1 0 253,0-2-345,-5-4 0,0-4 192,-5-3 1,3-2-63,1-1 0,3-3-75,0 0 1,2-4-516,1 4 0,0 0-188,0 3 0,4-3-452,3-1 1,6 1 359,4 3 0,5 4-703,1-1 1235,5 5 0,32 6 0,14 7 0</inkml:trace>
  <inkml:trace contextRef="#ctx0" brushRef="#br0" timeOffset="1616">1646 59 7984,'-3'-13'758,"0"0"1201,-5-1-1085,7 5-599,-4 3 1,6 3 53,3 6 1,1 6 86,5 4 1,0 5-154,0-2 0,3 4-81,1 3 1,2 2-135,-3 1 0,1 3-279,-4-3 1,0 3-550,0 1 1,2-1 240,-2-3 0,2 2-416,-6-5 1,-1-4 75,-2-6 0,2-2 45,-2-1 834,0-5 0,15-31 0,4-13 0</inkml:trace>
  <inkml:trace contextRef="#ctx0" brushRef="#br0" timeOffset="1781">1646 208 7958,'-10'-10'0,"5"0"1493,1 0-1056,3 1 1,9 3-440,2 3 1,8 2-379,2 1 1,-1 0-1180,5 0 1559,1 4 0,36 2 0,13 3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31.9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70 119 7897,'0'-10'795,"0"1"-351,0 3 28,0-3 105,0 8-173,0-3 0,0 6-129,0 4 1,0 2 42,0 9 0,0-1-41,0 4 1,0 1-154,0 2 1,-3-1-110,0 5 1,-4-1 95,4 4 0,-4 0-72,4 0 0,-4-4-111,4 1 0,-4-5-221,4 1 1,-4-6-466,4-4 315,0-2-116,-2-5 229,4-2 1,-3-10-43,4-3 0,0-6 101,0-5 0,3-1-75,1-2 0,2-2 171,-3-5 1,5 2-15,-1-1 1,-3 2 71,0-3 1,0 0 323,-1 4 1,4-3 42,-4-1 0,2 5-212,-2 2 1,-2 2-69,2 1 0,0 4 560,0 3 798,-2 7-808,3 1 0,0 10 148,-1 1 0,5 4-307,-2 3 0,7 4-96,0 6 1,4 3-223,0 3 1,2 1 64,1 0 0,1 0-234,2 0 1,-2 3-189,2 0 0,-3-3-313,-4-4 1,0-4 82,-3 1 0,-3-3-376,0-3 1,-3-6-625,-4-4 1544,-2-5 0,-5-15 0,-7-10 0</inkml:trace>
  <inkml:trace contextRef="#ctx0" brushRef="#br0" timeOffset="173">41 318 7784,'-10'0'0,"3"-3"1178,0 0-440,5-1-574,-2 0 0,9 3-108,5-3 1,5 3-146,5 1 0,1 0-210,2 0 0,-1 0-1186,4 0 1485,1 0 0,25 0 0,5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34.4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70 7883,'-3'-6'178,"-1"-1"0,1 4 573,3-4-258,0 5 173,0-3-431,0 14 1,1 2 89,2 9 1,0 4-141,3 3 1,0 3 24,0 3 1,3-1-178,-2 4 0,-3 0-162,-1 0 1,2 2-201,-2-5 0,1 0 285,-4-3 1,0-6 100,0-4 0,0-1-633,0-6 1,-2-4-2164,-1-6 2739,2-2 0,-8-41 0,4-9 0</inkml:trace>
  <inkml:trace contextRef="#ctx0" brushRef="#br0" timeOffset="545">11 90 7772,'0'-15'436,"-3"0"156,-1 5 0,1 0-366,3 0 1,0 4-458,0-1 354,0 5 1,4-4 56,3 3 0,3 2-108,3-2 0,-1 2 26,5 1 0,-1 0-75,4 0 1,0 4-49,0 3 1,0 2-195,0 0 0,0 3 12,0 1 1,-5-1-130,-2 4 0,-3-2 127,-3 2 0,-3-2-8,-4 2 1,-2-3 212,-5 4 1,0-5-13,-10 1 1,4-2 85,-4-1 1,1-1-39,-4-2 0,3-2 186,1-1 1,0-2-50,0 4 0,1-3 263,5 0-306,0-2 1,1-1 67,-1 0-273,4 0 27,2 0 39,4 0 1,4 0-5,3 0 1,2 0-133,0 0 1,1 0 113,0 0 1,1 0-83,3 0 1,-2 0 55,4 0 0,-2 1-76,2 2 1,-4 2 140,2 2 0,0 1-16,-1-1 1,4 2 9,-4 1 1,0 1 13,-3 2 0,0-1 99,0 5 1,-1-4-37,-2 4 0,-3-2 171,-4 2 0,0 1 18,0-1 1,-4 1 137,-3-2 0,-2 2 68,-1-5 0,-1 0-148,-2-3 0,-3 4-120,-4-1 0,1-1 3,-1-5 0,0 0 14,0-3 1,0-1-231,0-3 1,0 0-303,0 0 0,4-1-256,-1-3 1,5-1-1808,-1-5 2376,6 0 0,25-26 0,10-7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40.0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 30 8143,'-8'-6'0,"0"0"0,2 1 571,2-1-167,1 4-215,3-3 1,7 10 45,3 1 0,7 8 0,-1 2 0,8 4-69,2 3 0,0-1 25,0 5 0,4 4-165,3 5 1,-3 4 86,-4 3 0,-5-1-96,-1 4 1,-6-4 92,-7 1 1,-2-6-5,-5-4 1,-5-6-152,-2-4 0,-1 0-217,-2-3 0,0-3-3,0-7 0,0-3-559,0 0-300,0-5 1124,0 2 0,13-21 0,4-5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40.8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20 7752,'-6'-7'0,"-1"1"451,5 3 735,-2-1-727,4 4 1,4 4-93,3 3 0,3 6-134,3 4 0,6 4 39,4 5 0,4 2 115,0 8 0,0 4-230,0 3 1,1 8-77,-5-1 1,-1 3-101,-6 0 0,-2-8 80,-8-2 1,-2-6-22,-8-8 0,-2 0 18,-8-2 1,2-3 3,-4-4 0,2-5-200,-2-2 0,4-2-327,-2-1 0,3-1-847,2-2-929,-1-3 2241,4-4 0,10-17 0,8-5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44.3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40 219 9101,'-6'1'174,"3"3"1,-1 1-37,0 5 1,0 1-135,1 3 0,1-2-126,-1 4 0,-1-3-41,0 4 0,1-4-93,3 4 0,0-5 134,0 1 1,1 2-87,2-2 0,0 0 38,3-3 1,1-3-87,3-1 1,0-3 193,0 0 0,0-2 0,0-1 0,0 0 50,0 0 0,3-1-8,0-2 0,0-3 18,-3-4 0,0 0-2,0 0 0,0 0 160,0 0 0,-1 0-134,-3 0 1,2 1 236,-5-1-235,5 0 16,-2 0-29,-1 0 50,0 0 9,-5 4-24,-5 2 1,3 4-14,-5 0 1,2 1 15,-2 2 0,2-2 74,1 3-102,3 1 0,-6 1 8,3 4 1,1-4-49,3 1 0,0 0-10,0 3 0,3-4 16,1 1 0,3-1 10,0 4 0,3-3-14,3 0 0,-1-2 84,5 2 1,-1-3 138,4-4 0,0 0-61,0 0 0,0 0 228,0 0 0,0-3-182,0 0 0,-5-5 53,-2 1 1,-6-2-107,-4-1 0,2-3-90,-2 0 0,-1 0-193,-5 3 1,-2-4-124,-1 1 1,-3 0-438,2 3 0,-2 1 705,0 3 0,-6 1 0,0 5 0</inkml:trace>
  <inkml:trace contextRef="#ctx0" brushRef="#br0" timeOffset="256">636 299 7986,'0'5'1063,"0"4"-775,0-2 0,3-2-67,1 2 0,-1 0-314,-3 3 1,3 0-152,1-1 0,0 1-235,-1 0 0,-1 0 195,1 0 284,2 0 0,1-9 0,4-2 0</inkml:trace>
  <inkml:trace contextRef="#ctx0" brushRef="#br0" timeOffset="381">586 90 7968,'-5'-1'0,"2"-2"0,2 2 0,1-4 0</inkml:trace>
  <inkml:trace contextRef="#ctx0" brushRef="#br0" timeOffset="767">825 11 8114,'0'-6'3069,"0"2"-2659,4 17 1,2-1-158,4 11 0,0 3-86,0 0 0,3 3-155,0 1 1,2 4-188,-2 2 1,-2 2-411,2-2 0,-2 1 183,-1-7 0,-3-3-432,-1-7 0,-3-4-1135,0-3 1969,-2-2 0,-1-32 0,0-8 0</inkml:trace>
  <inkml:trace contextRef="#ctx0" brushRef="#br0" timeOffset="1312">805 180 7965,'-3'-7'82,"-1"0"1,-2 4 269,3-4-187,-1 5 444,4-7-332,0 8 0,5-3-98,1 4 1,3 0 27,1 0 1,3 0-55,1 0 1,3 0-92,0 0 1,2 0-258,0 0 0,1 0 13,0 0 0,-3 0-163,-1 0 0,1 0 173,3 0 1,-5 0-98,-2 0 1,-2 0 114,-1 0 0,-3 0 28,0 0 0,-2 1 27,2 2 0,-3-1 111,-4 5 1,0 0 65,0 3 0,4 1-32,-1 2 0,0-1 48,-3 5 0,1-4-109,3 3 0,-3 1 0,2 3 0,1-1 22,0-3 0,2 3-2,-2-2 0,2-3 39,-2-1 0,0-2-2,-1-1 1,0 0 20,3 0 0,-3-4 140,4-3 1,-4-2-60,4-1 1,-4 0-84,4 0 1,0-4-120,3-3 1,-4-2 59,1-1 0,-1 0-156,4 0 1,0 0 153,0 0 1,0 1-23,0-1 1,-1 3 169,-2 0 0,1 2-188,-1-2 685,2-2 10,1 8-332,0-3 1,0 5-73,0 2 0,-4 3 35,1 4 1,-2 1-154,2 2 1,2-1 22,-3 5 1,3-4-614,1 4 0,1-5 259,3 1 1,-3-2-2125,2-1 2322,-2 0 0,12-9 0,4-2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47.2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278 30 7965,'5'-5'344,"-4"-4"1,3 6-42,-4-3-110,0 4 1,-4-3-31,-3 5 1,-2 0-133,0 0 1,-5 1 108,1 3 1,-5 1 13,2 5 0,-6 0 4,-1 0 0,-1 0-26,4 0 0,1 3 15,-1 0 1,1 4-146,2-4 1,3 2-229,4-2 1,5-2-169,1 2 59,3-2 0,3-2 110,5-2 1,1-3-60,8-4 0,1 0-35,3 0 1,0-1 76,-1-2 1,1-3 23,0-4 1,-1 0 66,-2 0 1,1 4-8,-1-1 1,-2-1 85,2-5 0,-5 5 213,1-2 0,-5 3-86,-1-3 0,-4 3 177,4 0 0,-5 4 614,1-4-613,-2 5 1,-2-2 204,-2 4 1,1 0-54,-5 0 0,4 0 106,-4 0 0,4 1-116,-4 2 1,5-1 14,-1 5 0,1-4-112,2 4 1,0 0-35,0 3 0,0 0-253,0 0 1,2-1 104,1 1 0,2 1-858,5 3 1,1-3-212,3 2 1,1-2 972,5-1 0,31-9 0,7-2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49.4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90 41 7938,'0'-10'566,"4"4"-319,-2-3 0,3 5 208,-2-3-107,-1 3-160,2 4 0,-4 4-31,0 3 1,0 5-134,0 1 1,0 5 105,0-1 1,-3 3-147,-1 3 0,-3-1 108,0 4 0,-2 1-75,-1 3 0,0-1-196,0 1 0,0 0-66,0 0 1,4-1-178,-1-3 1,2 1 265,-2-8 0,3-1 227,4-8 1,1-4-111,2-3 1,3-2 14,3-1 1,5-3-221,-1-1 1,5-3 32,-2 0 1,2-2-61,-2-1 1,3 0 117,-2 0 0,-2 0 0,2 1 1,-5-5 61,1 1 0,2 0 84,-2 3 0,0 0-40,-3 0 0,3 0 240,1 0 0,-1 0-8,-3 0 0,-4 1 62,1 3 115,0-3-117,-2 8-66,0-4-94,-5 5 1,-2 5-12,-1 1 0,1 1-32,-5 3 1,4-2-112,-4 5 1,5-2 50,-1-1 1,-2 1 42,2 2 0,0-2-114,3 3 1,0-2 7,0 1 1,0-2-111,0 2 1,0-2 73,0-1 0,1-1-170,2-2 1,3 0 14,4-3 1,0-1 271,0-3 0,30-49 0,9-11 0</inkml:trace>
  <inkml:trace contextRef="#ctx0" brushRef="#br0" timeOffset="152">438 100 7922,'-5'-5'226,"3"-4"140,-4 2 1,3 2-499,0-2-757,2 5 889,1-2 0,13 17 0,4 3 0</inkml:trace>
  <inkml:trace contextRef="#ctx0" brushRef="#br0" timeOffset="722">587 269 7526,'0'-5'105,"0"0"0,0 6 301,0 3 1,0 1-256,0 5 0,0 0-80,0 0 0,-1 3-93,-2 1 0,1 3 69,-1 0 1,1 1-143,-1-2 1,2 2 128,-3-5 0,3 0-89,1-3 1,0 0-52,0 0-16,0-4-121,0-2-51,0-4 0,1-4 211,3-3 0,-2-2-4,4-1 1,-2 0-53,2 0 0,1-3-8,3 0 0,0 0 56,0 3 0,0-4-11,0 1 1,0 0 219,-1 3 0,3-2 15,1 2 1,-2-2 146,2 5 1,-1-1-133,1 2 0,-2 0 89,3 3 0,-7 2-44,0-3 0,-1 8-27,0 2 1,0 3-25,-3 1 1,-2 3 10,3 1 0,-3 3-201,-1 0 1,-4-2-74,1 2 1,-4-4-176,4 4 0,-4-5-20,4 1 1,0-2-690,3-1 660,0 0 345,0 0 0,17-22 0,6-6 0</inkml:trace>
  <inkml:trace contextRef="#ctx0" brushRef="#br0" timeOffset="1090">955 369 7933,'4'-6'159,"-2"2"435,5 4-335,-5 0 0,7 0 177,-2 0 0,-2 0-220,2 0 0,-1 0-188,4 0 0,0 0-216,0 0 1,0 0 159,0 0 0,0 0-57,0 0 0,0 0-12,0 0 0,0 0-140,0 0 0,0-4-4,0 1 0,-2-5-107,-1 2 0,2 0 52,-3 0 1,0-1-18,1-3 1,-5 3 234,1 1 1,-2-1-58,-1-3 0,0 0 334,0 0 1,-1 4-20,-2-1 0,-3 5-38,-4-1 0,0 1 63,1 2 1,-3 0 271,-1 0 1,1 5-35,-4 2 1,2 2 109,-2 5 1,4-3-70,-2 2 1,3 2-99,1 2 1,0-2-387,0 2 1,5-1 11,2 0 1,1 2 46,2-5 0,5 4-249,2-4 1,6-1-499,3-5 1,8-3 418,2-4 269,-2 0 0,27-18 0,2-4 0</inkml:trace>
  <inkml:trace contextRef="#ctx0" brushRef="#br0" timeOffset="1644">1551 269 7912,'3'-6'345,"1"-1"1,-1 4-181,-3-4 0,0 4 138,0-4 197,0 5-306,0-2 0,-4 4-88,-3 0 0,-2 0 52,-1 0 0,0 4-112,0 3 1,-3 1 11,0 2 0,-2 1-150,2 3 0,-1-3 23,-3 2 0,3 1 88,4 0 1,-2 2-236,2-3 1,-2 1-8,5-4 0,3 1-110,0 2 1,3-5 117,1 2 0,2-4-53,5 1 0,0-3 50,6-4 0,1-1 14,0-2 0,3 1 35,0-5 1,-2 0-7,2-3 0,-5-3 151,1 0 0,2 0 31,-2 3 1,0-1 113,-3-3 0,-1 3 12,-3-2 0,0 1 223,-3-1 0,-2 5 186,3-2-195,-3 2 0,-2-1-103,-3 3-184,3 1 0,-6 7-30,3 1 0,0 2 43,1 5 1,1 0-171,-1 0 0,2 1 59,1 2 1,0 0-220,0 3 0,0-4-3,0 2 1,1 0-173,2-1 0,0 0 49,3-3 1,-2 0 382,2 0 0,23-13 0,8-4 0</inkml:trace>
  <inkml:trace contextRef="#ctx0" brushRef="#br0" timeOffset="1981">1750 259 7983,'0'-10'71,"1"5"450,2 2 808,-2-3-567,4 5-512,-1-3 1,-3 8-358,3 3 0,-3 1 100,-1 2 1,1 1 197,2 3 0,-2 0-332,2 3 1,-1 1-484,-2-1 1,0-2 350,0 2 1,-2-2-130,-1 2 0,2 1 168,-2-5 1,-2 0 101,2-3 0,-4 0 404,4 0 1,-1-5 213,0-1 195,3-3-470,-3-1 1,4-5 50,0-1 1,1-3 61,2-1 0,3-4 218,4-3 0,1-2-139,2 0 1,-1-5-26,5 1 0,-1-3-720,4 2 1,0-2-81,0 3 1,0 1-333,0 5 0,0-1 263,-1 5 0,-3 1-950,-3 5 1441,-2 3 0,-5 13 0,-2 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55.1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0 209 8090,'6'-5'300,"-1"-3"-1201,-2 5 901,-1 0 0,2 3 0,-4 0 0</inkml:trace>
  <inkml:trace contextRef="#ctx0" brushRef="#br0" timeOffset="341">20 21 8446,'4'-6'355,"-3"-3"-747,8 8 0,-7-3 392,5 4 0,0 0 0,3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39:52.9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130 314 7899,'4'-5'-54,"-2"-4"208,5 3 0,-4 0 760,4-1-338,-5 5-93,2-2-293,-4 4 1,0 1 11,0 2 1,0 4-47,0 6 1,-3-2-128,0 2 1,-5 3-93,1 0 1,-1 0-52,-2 0 0,0 0-107,0 0 0,0 3 110,0-2 0,0-2-123,0 2 1,0-5 98,0 1 1,1-2-65,3-1 0,-3-1-135,2-2-167,3 1 91,-1-6 262,5-2 1,4-6 12,-1-4 1,5-1 52,-2-2 0,3 2 1,1-3 0,3 0-18,1 1 0,0-4 7,-1 4 0,-1-4 38,5 4 1,-2-3 121,2 2 0,2-2 74,-3 3 1,3-4 55,1 4 0,-3 1 13,-1 5 1,0-1 28,0 5 107,3 0-294,-8 3 0,2 1 2,-6 2 0,-3 3-13,-4 4 1,-1 3-12,-2 0 1,1 5-81,-5-2 0,0 2 63,-3-1 0,4 0 32,-1-4 1,1 2-58,-4-2 1,3-2 1,0 2 0,2-2-16,-2-1 1,-1 0-97,5 0 0,-1-3 7,0-1-19,3-3-276,-3 1 103,4-4 124,0 0 0,1-3 127,2-1 1,0-3 26,3 0 1,0-3-22,0-3 1,3 2 103,-2-2 0,5-2-73,1 2 0,5-4 7,-2 4 0,3-4 145,1 0 0,0-1 43,0 2 1,3-2 156,0 5 1,4 0-62,-4 3 0,0 1 130,-3 2 0,-5-1-49,-1 5 1,-1 1 69,-3 5 0,1 3-80,-8 4 1,4 1-73,-4 2 0,0 2-147,-3 5 0,0 0-15,0 0 0,-3-1-158,0-3 1,-5 3-82,1-2 1,0 0-373,0 0 1,-2 1-23,3-5 0,-3 0-1219,-1-3 1742,0-4 0,9-11 0,2-6 0</inkml:trace>
  <inkml:trace contextRef="#ctx0" brushRef="#br0" timeOffset="452">1004 314 7899,'5'-5'0,"-4"-1"-247,2 3-371,-2 2 714,4-8 212,-4 8 0,2-3-93,-6 4 0,-3 0 98,-4 0 1,0 0-225,0 0 0,-4 4 20,-3 3 0,-1 2-172,-2 0 1,-1 1 54,-2 0 1,2 4-51,-3-1 1,3 5 54,2-2 0,0 2-142,2-2 1,3 3 3,4-2 1,4-2-410,3 2 401,2-5 0,10 1 56,4-6 0,6-3 26,4-4 0,0-4-16,7-3 0,-6-3-15,6-3 1,-2 1-45,2-5 0,-6 1 12,-4-4 0,-5 1 23,-5 2 0,-1-1 107,-2 1 0,-3 3 0,-4 0 0,-22 3 0,-6 1 0</inkml:trace>
  <inkml:trace contextRef="#ctx0" brushRef="#br0" timeOffset="1077">1600 96 7899,'0'-10'0,"0"3"0,2 2 705,1 0 1,-2 1 303,2 1-313,-2 2-413,-1 5 0,-4 6 27,-3 6 0,-1 3-131,-2-2 1,0 5-76,0 1 1,0 4 28,0-4 1,-3 4-199,-1 0 1,1 2-34,3 0 1,0-2-75,0-1 1,-2 0-145,2 0 0,-2-6 144,5-7 0,3-2-148,1-1 321,-3-4 6,5-2 0,-3-8-155,4-3 1,0-2-114,0 0 0,3-5 29,0 1 0,1-5 63,-4 2 0,0-2-68,0 2 0,0-3 191,0 2 0,0 2 107,0-2 1,-4 5-49,1-1 1,-5 2 217,2 1 0,-4 4 5,-4 3 0,2 2-63,-4 1 0,0 2 65,0 5 0,-2 0-67,5 10 0,-1 0-41,5 2 0,0 1-105,2 0 1,3-1-123,4-2 0,0 1-98,0-1 1,2-3-292,5-1 1,-1-1-49,7-3 0,3 0-434,0-2 1,3-3 967,1-4 0,26-22 0,7-5 0</inkml:trace>
  <inkml:trace contextRef="#ctx0" brushRef="#br0" timeOffset="1692">1591 364 7896,'5'0'253,"1"0"157,-3 0 0,-1 0-101,5 0 1,-4 0-167,4 0 0,-4 0-97,4 0 1,-1 0 32,4 0 1,0 0-168,0 0 1,3 0 132,1 0 0,-1 0-107,-3 0 1,0 0 68,0 0-209,0-4 0,-1-1-234,1-1 289,0-3 1,-3 3 134,0-4 1,-5 0-72,1 1 0,-2 2-64,-1 0 95,0 1 0,-4-3 5,-3 2 0,-2 3 19,-1 4 0,-3 0-6,0 0 1,-4 3 150,4 0 0,-5 5-6,2-1 0,1 2 109,2 1 0,-1 1-110,1 2 1,3-2-25,3 2 1,4 1-2,-4 0 0,5 2-9,-1-2 1,3 2 18,3-3 0,2 2 9,5-2 1,5-3-59,1 0 1,3-1-41,1-6 1,0 0 3,0-3 1,1-1 44,2-2 0,-1-4 5,4-6 0,-2-1-204,2-3 0,0-5-332,0 2 0,-2-3 273,-4 0 0,0 1 126,0-5 0,-1 2 197,-3-2 0,2 0 16,-5 3 0,2-2 82,-2 3 1,-2-4-91,2 4 1,-2 0 87,-1 3 0,0 3 238,0 1 184,-4 4-161,-2-3-266,-4 10 1,-1 5-33,-2 7 1,-3 2 14,-4 5 1,-3 1 21,0 5 0,-5 1-71,1 2 0,3-1-12,1 5 0,-2-4 11,2 3 1,0 1-29,3 3 1,1-4 63,2 1 1,0-1 9,3 4 1,1-4-101,3-3 1,5-7 54,1-2 1,4-3-681,3-1 0,-2-5 287,3-2 1,-2-2 179,1-1 0,-1-1 68,5-2 0,4-25 0,4-9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0:41.3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70 139 7996,'-1'-18'830,"-3"1"0,3 3 317,-2 4-321,2 0-179,1 4 106,0 2-426,0 13 0,0 1 179,0 6 0,3 3-230,1-3 0,2 3-51,-2 1 1,3 1-470,0 2 1,1-2 220,-2 2 0,3 2 199,-2-2 1,-2 0-1014,2-3 0,-4-1-1623,4-3 1,-5 2 2459,1-5 0,-6-13 0,-3-6 0</inkml:trace>
  <inkml:trace contextRef="#ctx0" brushRef="#br0" timeOffset="469">0 60 7996,'0'-11'267,"0"-3"1,1 7 1135,3-3-1017,-3 2 0,9 3-186,0 1 0,0 3 26,3 1 0,2 1 28,2 3 1,5 1-29,1 5 1,1 0-1,0 0 0,-3 0-138,2 0 1,-3 3 67,-4 0 1,2 4-633,-5-4 1,-4 0-224,-6-3 275,3 5 1,-6-4 245,0 2 1,-5-5-89,-4-2 1,-3-4 231,-1 2 0,2-3-17,-2-1 1,2 0 51,1 0 0,3 0-160,1 0 372,3 0-177,-1 0-99,4 0 39,4 0 0,2 0 27,4 0 0,0 0-3,0 0 0,1 0 121,2 0 0,-1 0-97,5 0 1,-1 3 9,4 1 1,1 3 10,2 0 0,2 2 16,1 1 1,0 3-95,-3 0 0,-1 6-5,4 1 0,-5 0-4,-1 3 0,-5-2-148,-9-1 1,-1 0 69,-5-1 0,-5-3 97,-1-3 0,-9-5-17,-5-1 0,-1-5-74,-5 1 1,-1-2-118,-2-1 1,-1-4-178,0-3 0,0-3 408,0-3 0,14-20 0,3-9 0</inkml:trace>
  <inkml:trace contextRef="#ctx0" brushRef="#br0" timeOffset="1003">984 318 7974,'6'-5'129,"-2"-1"1,-3 4-99,3-1-1429,-3-1 1398,7 4 0,-2 5 0,4 0 0</inkml:trace>
  <inkml:trace contextRef="#ctx0" brushRef="#br0" timeOffset="1333">1243 328 7983,'4'-5'263,"-3"0"0,5 2-1349,-3 0 711,-2-1 1,5 4 374,-3 0 0,7 9 0,5 2 0</inkml:trace>
  <inkml:trace contextRef="#ctx0" brushRef="#br0" timeOffset="1667">1491 328 7983,'6'0'0,"-1"0"191,-2 0 1,0 0 989,3 0-1181,-4 0 0,-2 9 0,-5 2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0:40.7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219 99 7888,'-4'-9'378,"0"-1"156,-3 0 1,-2 4-369,2 3 0,-3 2 74,-3 1 0,1 0 37,-4 0 1,-1 4-132,-3 3 1,4 2-91,-1 1 1,2 3 11,-2 0 1,3 1-186,4 0 0,4-3 98,3 2 1,2-1-161,1 1 1,1-5 19,2 2 1,6-7 70,4 1 1,5-3-89,-2-1 1,3-1-234,1-3 1,0-1-298,0-5 1,-1 0 705,-3 0 0,12-18 0,-2-4 0</inkml:trace>
  <inkml:trace contextRef="#ctx0" brushRef="#br0" timeOffset="283">249 60 8909,'-5'-5'593,"0"4"-403,5-3 1,1 7 95,3 0 0,-2 5 61,4-1 1,2 5-149,5 1 1,0 4 26,3-4 1,0 5-207,0-2 1,2 0-275,-5 0 1,4-4 216,-4 2 1,0-3-177,-3-1 962,-4-5-463,-2 0 1,-5-8 113,-2-3 0,-3-2-24,-4-9 0,0 1 32,0-4 0,4 0-214,-1 0 1,5 1-1,-1 3 0,3-3-362,3 3 1,3 0-571,8 0 0,2 4-1138,7 3 0,3 0 273,4 5 1603,0 1 0,57 34 0,-36-12 0,-1 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0:40.2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71 119 7956,'-4'-6'538,"1"-1"80,0 5 0,1 2-215,-1 7 1,2 3-174,-2 3 0,-2 3-57,2 8 0,0 0-16,3 2 1,0 3-15,0-2 0,-4 0-41,1 0 1,-1 0-142,0-4 1,2 1-206,-4-5 1,3-3 79,0-3-149,-3-6 55,5-3 0,-3-6-147,4-5 0,0 0 151,0-10 0,1 1-48,2-4 0,2 0 220,1 0 1,2-3-21,-5 0 1,4-5 121,-4 1 1,4-1 266,-4-2 0,4 0 225,-4 0 1,4 4-117,-4-1 1,4 5 105,-4-1 1,4 6 168,-4 4-362,5 7 0,-3 1-88,5 5 0,1 9 16,3 4 0,1 5 3,5 2 0,0 4-25,0 3 0,3 2-278,0 5 0,5-4-461,-2 4 0,-2-5-548,0-2 1,-5 0 480,-2-3 1,1-1-1135,-5-3 1725,0-5 0,-7-14 0,-2-7 0</inkml:trace>
  <inkml:trace contextRef="#ctx0" brushRef="#br0" timeOffset="175">80 259 7884,'-17'-12'1354,"4"-1"263,-1 2 1,14 0-1203,0 5 0,10 3-513,10 0 1,5 5-30,9 2 0,1 3-167,5 0 1,3 1 293,0-2 0,12 3 0,8 0 0,4-1 0,0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0:36.0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258 159 7933,'5'-10'355,"-4"0"171,2 0 1,-1 0-246,1 0 1,-1 4-34,1-1 0,-3 2 29,-3-2 0,-3 2 0,-4 1 0,-3 3-244,0-2 1,-5 2-74,1 1 0,-1 1-88,-2 2 1,0 3 114,0 4 1,0 3-198,0 0 1,4 4 41,-1-4 1,5 3-107,-1-2 1,5 2 106,1-2 0,5-1-50,-1-3 0,3 0-38,3 0 0,3-2 95,4-1 0,4-3 59,3-4 0,-2 0-50,2 0 0,-1-3 10,4 0 0,-3-5-12,-1 1 0,-4-1 22,2-2 1,0 0 421,-1 0 0,-3 0 58,-3 0 1,-1 3 921,4 1-546,-4-1-392,3-3-169,-8 5-243,8 0 1,-7 6 209,4 3 0,0 1-22,1 5 1,2 3-40,1 1 0,0 2 0,4-3 0,-3 5-15,-1-1 1,-5 1 57,-2 2 1,-1 3 138,-2 1 1,-9-3-280,-5-1 0,-3-7-213,-3 3 1,-3-4-98,-1-2 0,-2-3-432,3 0 1,4-5 119,6 1 1,2-2 648,1-1 0,31-35 0,7-9 0</inkml:trace>
  <inkml:trace contextRef="#ctx0" brushRef="#br0" timeOffset="395">497 159 7933,'6'-10'391,"1"0"1,-4 1 1563,4 3-1193,-5 1-647,7 5 1,-5 5-2,3 1 1,-2 4-154,-1 4 0,-2-2-117,5 4 0,-5-2 61,1 2 0,2 0 141,-2 0 0,0 3-107,-3-2 0,3-2-240,1 2 0,-1-5 82,-3 1 0,3-2-35,1-1 0,0-1 68,-1-3 0,0-1-192,3-5 0,-2 0-32,2 0 1,1-8 150,3-2 1,0-3 82,0 0 1,0-2-37,0-1 0,-4-2-2,1 5 1,-1-4 450,4 4 1,-3-4 337,0 4 0,-2-1-220,2 1 1,2 5 238,-3-2 0,0 3 325,0 1-290,1 1-442,3 5 0,0 5-31,0 1 0,-4 3-90,1 1 0,-1 3-79,0 1 1,2 3-367,-5 0 1,4-2-86,-4 2 1,5-4-365,-1 4 1,1-5-810,2 1 1637,0 2 0,44-3 0,11 2 0</inkml:trace>
  <inkml:trace contextRef="#ctx0" brushRef="#br0" timeOffset="828">1222 229 7933,'0'-10'0,"3"0"129,1 0 1,-1 0 285,-3 0 1,0 0 51,0 0 1,-1 1-106,-2 3 1,-3 0-150,-4 3 1,0 2-91,0-3 1,-3 4-131,0 4 0,-2 1 132,2 5 1,2 0-90,-2 0 1,1 1 65,-1 2 0,5 0-243,-2 3 0,2 0-34,-2 0 0,5 2 2,1-5 0,3 4 13,1-4 1,0 0 89,0-3 1,0 0-133,0 0 1,5-5 112,1-1 0,4-3-19,3-1 0,0-1-111,3-3 1,-3-1-209,4-5 0,-4 0 202,4 0 1,-5 0 58,1 0 0,0-3 528,-3 0 1,3-1-17,-7 5 1,2-3 222,-1-1 0,0 2 148,-3-2 357,-1 2-409,1 1-60,-3 4-488,4 2 0,-5 5-153,0 2 1,0 3-208,0 4 0,3 3-38,0 0 0,2 2-235,-2-2 1,-1-2 12,5 2 1,-1 2-376,0-2 1,3 0 330,-2-3 1,-2 2-20,2-2 0,-1 2 566,4-5 0,5-7 0,0-1 0</inkml:trace>
  <inkml:trace contextRef="#ctx0" brushRef="#br0" timeOffset="1784">1451 199 7945,'0'-7'838,"0"1"-441,0-1-185,0 2 1,1 0-46,2 5 0,-1 5-14,5 1 0,-2 4 11,2 3 0,2-1-11,-2 5 1,0-4-273,0 4 1,2-2 23,-3 2 0,-1 1-136,-2-5 316,3 4 1,-5-5 148,2 1 0,-2-6-50,-1 0 10,0-5 1,0 2-40,0-8 0,-3-2 144,0-8 0,-2 3-116,2-2 0,2-1-4,-3 1 1,2-1 231,-1 4-866,2-4 1,-3 3-958,8-2 0,1 6 616,5 4 0,5 1-188,1-2 0,4 3 984,3-2 0,3 2 0,21 4 0,11 3 0,3-1 0,1 1 0</inkml:trace>
  <inkml:trace contextRef="#ctx0" brushRef="#br0" timeOffset="2119">1958 249 7945,'6'-4'-814,"1"1"1001,-5-5 0,2 6 1111,-4-5-901,0 5 0,-4-2-168,-3 4 0,-5 0-28,-1 0 0,-5 1-43,2 2 1,-3 2 27,-1 1 0,0 3-120,0-2 0,5 5-215,2 1 1,2 1 39,1 0 1,0-3-209,0 2 0,4-2 73,3-1 0,3 0-92,3 0 0,1-1 40,6-3 0,-3-1 16,7-5 0,1-1 81,2-3 1,0 2 108,0-5 1,2 1 148,-3-4 1,-2-3 0,0-1 0,0 1 312,-1 3 0,-1-3 294,-5 0 1,2-1-251,-2 5 1,-2 0 304,2 2-132,-5-2-323,7 8 0,-7-3-99,5 4 0,-5 1-140,1 2 0,2 3 5,-2 4 0,5 1-268,-2 2 0,0-1-561,0 5 1,1-4 81,3 3 0,0-2-256,0 2 0,-1-4 502,-3 2 0,3-3 469,-2-1 0,6-5 0,2 0 0</inkml:trace>
  <inkml:trace contextRef="#ctx0" brushRef="#br0" timeOffset="2520">2176 288 7945,'0'-10'0,"0"0"224,0 1 1,0 2 978,0 0-62,0 5-674,0-2 1,1 4-190,3 0 0,-2 0-32,4 0 1,1 1-1,3 2 1,-1-1-82,-3 5 0,3 0 14,-2 2 0,2 1-73,1 0 0,-1 0-251,-3 0-196,3 0 1,-8 0 59,2 0 1,0-3-35,0-1 1,-2-2 2,2 2 22,-2-4 74,-1 7 15,0-8 1,0 3-106,0-8 0,0 2-4,0-4 1,0 2 29,0-2 0,0-1 187,0-3 1,4 0 859,-1 0 1,2 0-477,-2 0 1,-1 0 205,5 0 1,-4 4-169,4-1 1,-1 4-78,4-4 1,-2 5-90,2-1 1,-5 2-233,9 1 1,-6 0 68,6 0 1,-3 4-429,-1 3 1,0 1-60,0 2 1,-1 0-7,1 0 0,0 1-366,0 3 1,0-7 204,0 3 1,0-2-722,0 2 1375,0 0 0,18-9 0,4-2 0</inkml:trace>
  <inkml:trace contextRef="#ctx0" brushRef="#br0" timeOffset="2760">2584 40 8097,'-5'-10'380,"4"0"133,-2 0 718,-3 5-815,5 0 0,-2 7 0,6 5 0,3 1-100,4 8 1,0 4-147,0 3 0,1 4-88,2-4 0,-1 5-59,5-2 1,-4 3-292,3 1 1,-3-4-198,0 1 0,-2-2-597,-1 2 1,0-3 354,0-4 1,-5-5 706,-2-2 0,3-19 0,0-6 0</inkml:trace>
  <inkml:trace contextRef="#ctx0" brushRef="#br0" timeOffset="3402">2663 189 8036,'7'-3'278,"-1"-1"0,1 1 339,3 3 0,4 0-211,3 0 1,2 3-196,1 1 0,-1 3-30,1 0 0,5 2-62,1 1 1,2-4-200,-2 1 0,2-4 41,-5 4 0,0-5-193,-3 1 1,0-1 9,0-2 1,-5 0-215,-1 0 0,-3 0-500,-1 0 358,-5-5 373,-1 0 0,-5-5 148,-2 0 0,-4 3 181,-6 1 1,1 3-41,-5 0 0,1 2 255,-4 1 0,3 0-108,1 0 0,3 0 56,-4 0 1,5 4 103,-1 3 1,2 2-160,1 1 1,1 0-135,2 0 0,0 1-2,3 2 0,1-1-115,3 5 1,5-4 43,5 3 1,1-3-224,6 0 1,0-3 90,2-4 0,5 2-117,-1-5 1,1 1-129,-1-4 0,-2 0 41,2 0 1,-2-4 6,-1 1 1,-1-5 200,-2 2 0,0 0-14,-3 0 1,-1 0-6,-3-1 1,3-1 92,0 1 0,0 1-29,-3 0 0,-3 3 128,0-4 0,-1 4 60,4-4 0,0 1 242,0 0 0,-3-3 127,-1 2 1,0 2-157,1-2 0,-2 1 39,-2-4 1,-2 3-84,3 0 1,-3 1-99,-1-4 1,-5 3-54,-1 1 0,-3 3 23,-1 0 1,-3 2 62,0 1 1,-1 0 105,4 0 0,-3 1 208,0 2 0,0 0-96,3 3 1,1 1-104,2 3 1,-1 1-72,5 2 0,0-1-14,3 5 1,1-4-5,2 4 0,4-1-1,6 4 1,7-4-272,7-3 1,2-2-276,4-1 0,1-1-903,5-3 1,-4 2-164,4-5 1,-7 1-2090,-2-4 3442,-4-5 0,-11-9 0,-1-7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0:34.3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11 278 8241,'-2'-9'458,"-1"2"855,2-2 88,-3 4-494,4-5-586,0 4 1,1 2 41,2 4-320,-2 0 0,7 4 172,-5 3 0,2 2-166,-2 1 1,-2 1-75,2 2 1,2-1-445,-2 5 1,0-5 79,-3 1 0,0-1 131,0 2 1,0-6 48,0 6 0,-1-9 80,-2 5 1,1-3-114,-5-1 140,5 3 36,-7-8-76,8 4 42,-3-5 1,0-1 31,1-3 1,0-1 41,3-5 1,0-3 31,0-1 0,0 0 51,0 1 1,3 1 198,0-5 1,4 4 5,-4-4 1,5 4-102,-1-4 1,5 5-36,1-1 1,1 2-91,0 1 0,-2 1 2,4 3 0,-4 1 19,2 5 0,0 1-19,-1 3 1,2 1-167,-2 5 1,-2 3-285,2 1 0,-2 3-121,-1 0 1,-1 0-383,-2 0 0,1 1-379,-1-5 1294,-3 5 0,14-3 0,-1 5 0</inkml:trace>
  <inkml:trace contextRef="#ctx0" brushRef="#br0" timeOffset="300">647 307 8684,'0'-14'1277,"3"3"-509,0-2-503,1 2 0,-6 2 82,-1 2 0,1 0-31,-5 3 0,0 1-123,-7 3 1,3 0-83,-2 0 0,-2 4-181,-2 3 1,2 0-146,-2 3 1,4-3-152,-4 7 0,2 0 61,-2-1 0,3 5-282,4-2 1,4 0 306,3 0 0,2-3 117,1 0 1,5-2 89,5-1 0,5-4 152,5 1 1,-1-5 3,1 2 1,0-4-106,0-4 0,-1-1-571,-3-5 0,2 0 93,-5 0 500,1 0 0,-9-22 0,0-6 0</inkml:trace>
  <inkml:trace contextRef="#ctx0" brushRef="#br0" timeOffset="567">776 29 8317,'0'-10'1607,"0"0"-645,4 5 1,2 1-315,4 8 1,-1 2 132,-3 8 1,3 6-355,-2 6 0,0 4-184,0 3 1,1-2-207,-5 2 0,0 1-540,-3-1 1,4 4-73,-1-4 0,4-3 197,-4-4 1,1-7-492,0 1 1,0-7 84,3 0 1,2-6-347,-3-4 1,3-3 1129,1-3 0,22-33 0,5-13 0</inkml:trace>
  <inkml:trace contextRef="#ctx0" brushRef="#br0" timeOffset="734">706 188 8033,'-9'-15'693,"3"2"0,1 1 996,5 3 1,3 3-1260,3 3 1,6 2-539,12 1 1,1 3-515,5 0 1,0 4-2203,-1-4 2824,1 5 0,27-3 0,5 5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0:32.3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80 159 8178,'1'10'0,"1"1"0,2 2 1180,-1-2 0,1 5 1,2-3-483,-1 4 1,1-2-745,-3 2 1,0-1 5,3 4 0,-4 0-250,2 0 0,-3 0-898,-1 0 0,0-4 228,0 1 0,3-5 960,0 1 0,10-19 0,-2-7 0</inkml:trace>
  <inkml:trace contextRef="#ctx0" brushRef="#br0" timeOffset="283">30 70 8071,'-8'-14'533,"1"1"1,-1 0-121,5 3 1,0 3-195,3 1 6,0 3 0,7-1-14,3 4 0,8 4-3,2 3 0,5 2 13,8 1 0,0 4-54,7 3 1,2 3-140,8 3 1,-2 6-225,-1 4 0,0 4 91,-4 0 0,-9-3-71,-11-1 0,-8-6 83,-8-4 0,-12-2-150,-8-1 1,-13-5 54,-8-2 1,-3-5 63,-3-1 1,0-4-170,1 4 1,3-4-267,3 4 1,7-4 558,3 3 0,24-3 0,6 1 0</inkml:trace>
  <inkml:trace contextRef="#ctx0" brushRef="#br0" timeOffset="600">835 358 8129,'0'-10'225,"0"-3"4,0-1 0,0 4 339,0 4 0,-4 4-206,-3-2 0,2 0-96,-2 1 0,-3 0-80,-3 7 1,-1 1 30,0 5 0,3 3-106,-2 1 1,2 3-210,1 0 1,4 2-165,-1 1 1,5-1 86,-2 1 0,3-1 49,1-2 1,1 0 145,3-3 1,1-2 37,5-6 0,3-1-54,1-5 1,2-1 8,-3-3 0,4-1-167,-4-5 1,4-4-234,-4-3 1,-3 1-578,-3 0 0,-2 0 964,2 0 0,-7-21 0,-6 0 0</inkml:trace>
  <inkml:trace contextRef="#ctx0" brushRef="#br0" timeOffset="977">1014 388 8408,'10'0'1061,"0"0"1,0 0-876,0 0 1,-3 0-125,-1 0 0,1 0 119,3 0 1,0 0-90,0 0 0,0 0-308,0 0 0,-4-1 192,1-3 1,-1 2 184,4-5 0,-3 4-522,0-4 1,-4 2-234,4-2 0,-5-2 327,1 3 1,-2-3-3,-1-1 0,-1 3 166,-2 1 0,-3 3-7,-4-4 0,0 5 199,0-2 0,-1 3-101,-2 1 0,2 1 396,-2 3 0,2 1-96,1 5 1,0 0 61,0 0 1,1 4-216,3 3 0,-2-2-181,5 2 1,-1 0 22,4 2 0,0 1-240,0 0 0,6-1-74,4-2 0,4-1-201,6-6 0,0 1 538,0-8 0,35-17 0,9-8 0</inkml:trace>
  <inkml:trace contextRef="#ctx0" brushRef="#br0" timeOffset="1309">1491 278 8068,'-1'-6'1253,"-2"-1"-1031,2 5 1,-8-3 76,2 5 0,-1 0-1,-2 0 1,0 0-94,0 0 0,0 2-145,0 1 0,0-1 9,0 5 0,1-1-211,2 4 1,0 0-244,3 0 0,1 0 202,3 0 1,1 0-10,3 0 1,4 0 26,6 0 1,0 0-136,-1 0 1,-1 1 155,5 2 1,0-2 213,2 2 0,-2-2 137,0-1 1,-5-3 454,1-1 0,-3 1-203,-4 3 0,2-3 290,-4-1 1,-1-2-295,-3 2 0,-6-4-197,-4 2 0,-4-3-241,-6-1 1,-1 0-364,-2 0 0,1 0-1538,-5 0 1884,5 0 0,-15-9 0,0-2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07.8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144 210 7813,'-11'0'16,"1"2"77,3 1 0,-1 0-174,4 4 0,-5 0 205,2 4 1,-3 2 43,-1 1 0,0 5 2,0 6 0,0 0 9,0 4 0,4 1-222,-1 3 1,6 0 12,-2 0 0,3 1-23,1 3 0,0-8 66,0 1 1,4-6-139,-1-2 0,5 0 90,-5 0 0,2-3-64,-1-1 0,1-8 74,2 1 0,-1-4-35,-2 1 57,2 1 0,1-7 22,1 1 4,-6-1-10,8-2-4,-9 0-10,4-5 0,-5-1 0,0-5 1,0 0 0,0-1 0,0 1 52,0 0 0,0 0 34,0 0 0,0 0-45,0 0 0,0-3-23,0-1 0,-4-1 9,1 1 1,-1 2-26,4-6 1,-4 2-3,1-1 1,-1-3-6,4 3 1,0-7-17,0 0 0,0-1-17,0 4 1,0 0-129,0 0 0,0 0 27,0 0 1,5 1 44,2 2 1,-1 3 12,2 5 0,-1-2 67,4 2 1,-3-1 12,-1 8 0,0 0-7,4 4 0,-3 0 57,-1 0-33,-5 0 158,8 0 3,-9 5 1,3 1-73,-8 5 1,2-3-21,-5-1 1,1 0 0,-2 4 1,-2-3 92,3-1 1,-2 0 24,2 5 1,-3-1-62,3 0 1,-2 0 5,2 0 1,-3 1-83,3 3 0,1 2-26,-2 5 0,5 1 6,-5 3 1,6-1-120,-2 9 0,3-4 93,1 7 0,0-3-18,0-1 0,4 0-22,-1 0 1,5-4-110,-5-4 1,5-5 111,-5-2 0,5-4-6,-5 0 182,6-6-44,-8-3-48,4-5 0,-5-1-77,0-3 0,0 1 4,0-4-138,0 0 0,0-4-40,0 0 0,0 0 58,0 0 1,-1 0 70,-3 0 0,3-4 37,-3 0 1,3-3 0,1 3 1,0-5 107,0 2 1,-4-3-107,1-1 0,-1-1 28,4-3 1,0-3-142,0-8 1,1 3 129,3-3 0,-2 3-633,6 1 1,-1 1 629,4 2 0,15 3 0,3 5 0</inkml:trace>
  <inkml:trace contextRef="#ctx0" brushRef="#br0" timeOffset="547">784 188 7764,'9'-11'0,"0"-1"95,-2-3 0,1 3 400,3-3-334,-5 3 1,2-3 25,-4 1 0,0-1-31,-4 4 0,-5 0-93,-2 0 0,-3 4 155,-1-1 1,-4 2-92,0-1 0,-1 2-113,2 5 1,0 5 75,-4 2 0,3 4-187,-3 4 1,4 2 127,0 5 1,0 5-51,-1 2 0,3 7 31,-2 1 0,2 5 55,5 3 1,-3 0-236,3 6 0,1 1 18,-1 3 0,4-5 12,-1-2 1,3-6 18,1-2 1,0-9-183,0-2 0,0-9-344,0-6-290,0-1 547,0-7 1,0-8 387,0-9 0,0-1 0,0-6 0,0-1 0,0-3 0,-5-24 0,-1-7 0</inkml:trace>
  <inkml:trace contextRef="#ctx0" brushRef="#br0" timeOffset="916">508 530 7764,'-7'-5'143,"1"-2"112,1-3 1,-3 3-116,5-1 131,-1 6-52,4-3-118,5 5 0,2 1-137,8 3 0,-3-3-38,3 3 0,2-2-8,1 2 1,4-3-18,4 3 1,-3-3 11,3-1 0,2 0-76,2 0 0,0 0 78,0 0 0,2-5 22,-3-2 0,-2-3 16,-1-1 1,-4 4 12,-4-1 0,-2 1 341,-5-4 1,-5 3 102,-2 1-187,-3 5 1,-6-3-126,-2 5 1,-3 1-29,-1 3 0,-5 2 13,-2 5 0,1 3-16,-2 1 0,2 4 18,-1-5 0,-2 6-32,5-2 0,1 3-166,3 1 0,3-4-27,1 1 1,5-2-20,-2 1 0,4-2 127,4-5 1,5-1-15,6-3 1,5-2 129,-2-5 0,2-1 196,-2-3 0,-1-3-170,-2-8 1,-3-1-27,3-2 0,-4-3-159,-4 3 1,2-3-78,-6-1 1,1 1-255,-4 3 0,0-2 27,0 6 1,0-1-833,0 4 506,0 0 705,0 0 0,0 5 0,10 6 0,2 6 0</inkml:trace>
  <inkml:trace contextRef="#ctx0" brushRef="#br0" timeOffset="1183">1070 453 7764,'8'0'-3,"-1"0"1,-1 1 151,1 3 1,2-2-44,-5 6 0,1-1 143,-2 4 0,-1 1-13,1 3 1,-2 1-90,-1 2 1,-3 3-106,-1-3 0,-4 3 50,0 1 1,2-1-97,-1-3 1,1 0 475,-2-4-156,-2-2 1,8 3 474,-5-7-463,4-4 0,-2-5-24,5-2 1,0-4-76,0-4 1,1-5-4,3-2 1,0-3-172,7-1 1,-1-5-173,8-2 1,0-3-198,4-1 1,5 0-507,3 0 1,2 1-903,1 3 1,1 2 1721,3 5 0,26 0 0,12-1 0</inkml:trace>
  <inkml:trace contextRef="#ctx0" brushRef="#br0" timeOffset="2134">1930 563 8873,'11'0'-318,"0"-1"254,0-3 1,0 3-14,0-3 1,0 3-16,0 1-357,5-5 308,1-1 0,1-5 42,-4 0 1,-5 4 27,-2-1 0,-4 1 9,0-4 0,-1 4 39,-2-1 1,-5 5 153,-3-5 0,-5 6 102,-2-2 1,-3 3 27,3 1 1,-3 1 8,3 3 1,-3 2-70,3 5 0,0 1-22,4 3 0,1-2-27,3 6 1,2-1-4,5 4 0,0-4-41,0 1 1,1-1-215,3 4 0,6-3 59,5-1 0,4-5 126,0 2 0,5-4-356,2-3 1,1-4-75,-2-4 0,2 0-219,3 0 1,0-8 247,-4-3 0,0-4-92,-4 0 1,-1 0 413,-3-4 0,-2-2 0,-5 3 0,0 1 0,0-2 0,-5 1-101,-2-4 1,-3 4 3,-1-1 0,0 6 260,0-2 1,0 3 254,0 1 1,-4 3 103,1 1 206,-1 5-57,4-3-194,0 5-406,0 5 0,0 1-132,0 5 0,4 0-4,-1 0 0,2 4-179,-1-1 1,-3 5 143,3-5 1,1 6-65,-2-2 0,1 3 18,-4 1 0,4-1 116,0-3 0,0 2 25,0-5 0,-3 3 90,3-3 0,1-4 203,-1-4 0,0-4 393,0 0-111,2-2 1,5-5-240,0-4 0,0-6 73,0-5 0,4-3-99,0-4 1,-1 3-310,-3-3 0,2-1-246,1 2 1,-1-5-139,1 5 1,-3-1-457,-3 4 1,2 5 168,-3 2 0,-1 3-1169,1 1 1844,-4 5 0,12 30 0,-3 13 0</inkml:trace>
  <inkml:trace contextRef="#ctx0" brushRef="#br0" timeOffset="2909">2724 596 7429,'7'0'91,"1"0"0,-5 0-18,5 0 1,-1-4 3,4 1 1,0-2 44,0 1 0,0 2 0,0-6 0,0 5-158,0-5 0,0 1-71,0-4 1,-1 0 9,-3 0 0,2 4 87,-5-1 1,3 1 13,-3-4 1,-1 0 60,-3 0 1,-1 1-9,-3 3 0,1-2-14,-8 5 0,2 1 103,-6 3 0,0 1 74,0 3 0,-4 2-29,5 5 0,-5 1 67,5 3 0,-1-2-124,4 6 1,4-5-11,-1 5 0,6-2-22,-2 1 0,3 2 15,1-6 1,6 6-93,5-2 0,1-2-197,7-1 1,-1-3-42,4-1 1,4-1-311,0-2 0,3-4 81,-3-4 0,-1-4-363,-3-4 1,1-5 459,-1-2 0,-2-5 345,-1 2 0,-2-4 0,-2-4 0,-3 3 0,3-3 0,-7 4 0,-1 4 0,-4-2 0,1 6 0,-3-5 0,-1 4 0,0 1 476,0 3-158,-5 0 1,2 1 554,-4 3-356,5 2-319,-3 5 0,5 1-24,0 3 0,0 2 16,0 5 1,1-4-83,3 0 1,-2 2 53,5 6 0,-3-3-209,4 3 0,-2 2-33,1 1 1,2-1-38,-6 2 1,2-5 43,-1 5 1,-3-1-102,3 4 0,1 0 178,-2 0 0,1-3 35,-4-1 0,0-5 254,0 2 1,-1-7 534,-3-5-217,-2-2 1,-5-2-269,0-2 0,1-5 51,3-7 0,2 0-231,5-4 1,0-2-224,0 3 0,0-3-57,0-1 0,5 0-288,2 0 1,8 0-150,3 0 1,3 1-223,1 3 1,4-2-549,-1 5 1,6 1 444,-2 3 879,-2 0 0,25 29 0,1 8 0</inkml:trace>
  <inkml:trace contextRef="#ctx0" brushRef="#br0" timeOffset="3460">3540 464 7748,'-6'-8'1289,"2"1"-639,-2 5-164,5-3-250,-4 5 1,5 5 95,0 2 0,0 3-300,0 1 0,1 1-44,3 3 1,-2-3-115,5 3 1,0 1 49,0-2 1,3 1-149,-3-4 0,2 0-19,-2 0 1,3-1-205,-3-3 0,3-2 137,1-5 1,0 0 101,0 0 1,-4-1 200,1-3 1,-1-3-16,4-8 1,0-1 78,0-2 1,-4-3-83,1 3 1,-2-2 83,1 2 0,2-3 50,-5 3 0,3 2 494,-3 1-142,-1 3-159,-3 1 0,1 5-34,3 2 0,-3 4-148,3 4 1,-2 5-26,2 6 1,-1 5 3,4-2 0,-3 4-67,3 4 0,-5 0-10,2 7 1,-3-6-182,-1 6 0,0 1 110,0 3 0,0 1 58,0-2 1,-5-1-41,-2 1 0,-4-2-63,-4-5 0,2-2-107,-6-5 1,1-2 229,-4-6 1,-4 0 198,1-11 0,-1 0-310,4-7 1,1-2-290,3-5 0,3-5 371,8-2 0,16-23 0,10-5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16.1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1 375 7630,'0'-11'1112,"0"4"-774,0 3 1,0 5 93,0 2 1,1 4-228,2 4 0,2 3-23,3 1 1,2 6-252,-3 1 0,-1 0 51,1 4 1,-3-3 35,3-1 0,-4 0-37,1 0 0,0 0-255,0 0 1,0-1 132,-4-3 0,0-2-223,0-5 179,-5-5 0,2-1 124,-4-5 0,5-1-214,-2-3 0,-1-2 65,1-5 0,1-5 108,3-2 1,0-2 47,0 2 0,0-4 80,0 0 1,0 0-71,0-4 0,0 3 119,0 1 1,1 1 34,3 3 1,-2-3-88,5 2 0,0 3-14,0 2 0,3 5 79,-3 2 1,3 4 112,1 0 0,0 1-99,0 2 1,1 5 39,3 3 0,-3 3-60,3 3 1,-3 4 4,-1 4 0,-4 0-131,1 0 0,-1 1 106,4 3 1,-4-3-145,1 3 1,-6-4 43,2-4 0,-3 2-41,-1-6 0,0 1 69,0-4-33,0 0 14,-5-5 9,-1-1 1,0-6-30,2-3 1,-1-2 0,2-5 1,-1 0-28,4 0 1,0 0 30,0 0 0,0-4-4,0 1 0,0-2 49,0 1 1,-4 2-11,1-6 1,-1 5 47,4-5 0,0 4 137,0-3 0,1 5 15,3-2 0,-2-1-108,6 1 0,-1 1-90,4 3 0,1 0 151,3 0 0,-1 3 111,4 1 0,-3 4-17,3 0 0,-3 6 171,3 5 0,-3 6-158,3 5 0,-4 2 71,0 1 1,0 3 20,1 1 1,-3 4-144,2-5 0,-1 1-730,-2-4 0,-4 0-45,0 0 0,0-1-438,0-3 0,1-5-471,-4-6 1484,5-5 0,12-26 0,8-13 0</inkml:trace>
  <inkml:trace contextRef="#ctx0" brushRef="#br0" timeOffset="418">1158 386 7703,'5'-10'-1372,"2"1"1390,3 2 1,-4 0 757,-2-5 0,1 5-296,-1 0 1,-1-1-160,-3-3 1,-5 2 128,-2 1 1,-3-2-73,-1 3 1,-5 1-157,-2-1 0,-3 4-69,-1 0 0,0 1 0,0 2 0,0 5-23,0 3 1,0 3-88,0 3 0,3 3-8,1 5 1,4 5-150,0 3 0,5 2-202,2 1 1,4 0 182,0 0 0,6 0 148,5 0 1,8-1-282,6-3 1,1-3-209,6-8 0,0-2 44,0-5 0,3-5-155,-3-2 1,-2-4-114,-1-4 1,-3-2 367,-1-5 1,-5-1 329,-2-3 0,-8-16 0,-2-10 0</inkml:trace>
  <inkml:trace contextRef="#ctx0" brushRef="#br0" timeOffset="624">849 573 7572,'11'-10'762,"1"3"0,-4 1-440,3 2 0,-1 3-144,8-3 1,1 3-397,3 1 0,0 0-598,0 0 0,0-4 816,0 1 0,24-11 0,7 2 0</inkml:trace>
  <inkml:trace contextRef="#ctx0" brushRef="#br0" timeOffset="1068">1588 231 8100,'0'-6'1038,"0"1"0,0 6-838,0 3 0,0 2 156,0 5 0,-4 5 139,1 3 1,-1 1-381,4 2 1,-1 5-182,-3 3 1,3 0-300,-3 0 0,2 2 11,-2-3 0,3-2-457,-3-1 0,3-1 278,1-2 1,-4-4-1005,1-8 1210,-1-5 0,3-1 327,-3-5 0,3-5 0,-4-30 0,5-13 0</inkml:trace>
  <inkml:trace contextRef="#ctx0" brushRef="#br0" timeOffset="1479">1599 209 7630,'0'-11'-102,"0"4"339,0-1 0,0 5 1056,0-5-499,0 6-425,0-3 1,4 6-51,-1 3 0,6 3 116,-2 8 1,3-1-67,1 4 1,5-3-233,3 3 1,1 0-156,2 4 1,4 0-10,0 0 0,3-1-212,-3-2 1,0-3 43,-4-5 1,-1-2-186,-3-1 1,-1-3 148,-2-5 1,-7 0-115,3 0 0,-3-5 81,-1-3 1,2-5 154,-6-2 0,5-1 77,-5 2 0,5 0 26,-5-4 1,5 3 193,-5-3 0,5 1 30,-5-2 1,6 2 162,-2 2 0,-2 2 3,-1-5 0,1 4 756,-2-1-723,1 3 0,-3 2 601,3 3-421,-3 2-385,4 5 1,0 5-1,2 2 0,3 8 49,1 3 1,0 3 134,0 1 0,4 1-286,0 3 1,3 1-167,-3 3 1,3 1-1013,-3-1 0,3-2 607,-3 1 1,0-4-498,-4 1 1,0-8-133,0-3 0,-2-3-1555,-1-1 2645,-3-5 0,-5-16 0,0-8 0</inkml:trace>
  <inkml:trace contextRef="#ctx0" brushRef="#br0" timeOffset="1869">2591 77 7743,'-6'-16'264,"0"4"404,2-3 72,3 3 1,-4 4-201,5 1 0,1 5-37,3-2 1,4 8-99,6 3 0,5 8 80,6 3 0,5 8-10,6 3 0,5 5 238,7 7 1,-1 1-697,9 9 0,-10-1-483,2 2 0,-13-1-483,-9-7 1,-12-1 348,-7-6 0,-12-9-630,-10-2 0,-3-8 511,-11-7 1,3-1-394,-4-3 1112,6 3 0,2-19 0,6 2 0</inkml:trace>
  <inkml:trace contextRef="#ctx0" brushRef="#br0" timeOffset="2193">3484 727 7653,'0'-6'-799,"0"-4"1,0 8 798,0-5 0,0 4 0,-24-36 0,-7-4 0</inkml:trace>
  <inkml:trace contextRef="#ctx0" brushRef="#br0" timeOffset="2326">3429 496 7756,'0'-11'1707,"0"0"-2108,5 0-1764,-4 5 2165,4 1 0,-5 10 0,0 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12.1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221 242 7680,'0'-11'340,"0"0"158,0 0 0,0 0 166,0 0-419,0 0 0,-1 3 0,-3 1 0,-2 4-51,-5 0 1,-1 2-25,-3 1 1,2 1 10,-6 2 1,5 7 24,-5 5 0,2 5-99,-1-2 1,-2 3-152,5 1 1,4 4-362,4-1 1,1 5 47,-2-5 1,4 2-180,4-1 0,1-3 197,2 3 0,7-4-76,5-4 1,8-2-89,-1-5 0,8-4-51,-1-4 0,3-2 554,1-1 0,0-4 0,25-42 0,5-14 0</inkml:trace>
  <inkml:trace contextRef="#ctx0" brushRef="#br0" timeOffset="392">486 231 7691,'-11'-5'-341,"3"-1"481,1-5 1,0 5 401,-4 2 1,0 3 113,-1 1-452,1 0 0,0 6-25,0 5 0,0 0 0,0 4 0,4 2-46,0 1 0,4-1-120,0 2 0,1-1 175,2 4 0,0 0-350,0 0 0,2-1-493,1-3 1,2 2 390,2-5 1,3-1-339,-2-3 393,1-5 1,2-1 66,0-5 0,0-1-81,1-3 0,1-3-78,-2-8 1,2 2 252,-5-5 1,2 0 25,1 0 0,-4-3 100,0 3 1,-3-3 1,3-1 0,-4 4 156,1-1 0,0 6-99,0-2 1,0 2 33,-4-2 0,0 6 273,0-2 213,0 8-420,0-2 1,0 6-92,0 3 1,0 3 28,0 8 1,0-3-59,0 3 0,3 1-144,1-2 0,5 6-59,-2-2 1,-1-1-181,2 2 0,-1-5-132,4 5 1,-4-6-403,1 2 1,-1-3 243,4-1 1,-4-1 555,1-3 0,4-16 0,5-10 0</inkml:trace>
  <inkml:trace contextRef="#ctx0" brushRef="#br0" timeOffset="660">783 21 7691,'-7'-3'576,"0"-1"161,4-5-188,-2 8 0,5-3-123,0 8 0,0 2 70,0 5 1,5 5-177,2 3 1,3 5-5,1 2 1,0 4-229,0 0 0,-1 3-138,-2 4 1,1-3-260,-1 3 1,0 1-139,0-2 1,0-3-496,-4-3 1,0-6-348,-4 2-644,0-8 1933,0-2 0,0-58 0,0-15 0</inkml:trace>
  <inkml:trace contextRef="#ctx0" brushRef="#br0" timeOffset="809">695 264 7691,'-5'-11'0,"4"3"851,-3 1 1,3 3-392,1-3 1,6 3-282,5-3 0,10 5-175,8-2 1,3 3-228,1 1 0,4 0 254,0 0-31,0 0 0,5-5 0,4-1 0</inkml:trace>
  <inkml:trace contextRef="#ctx0" brushRef="#br0" timeOffset="1245">1059 319 7691,'0'6'-140,"0"-1"0,4-4 571,-1 3 1,6-3-479,-2 3 0,3-2 62,1 2 0,4-3-115,-1 3 0,1-3 127,-4-1 1,4 0 44,0 0 0,-4-1-75,-4-3 1,-3-1 0,3-2 1,-5-3 37,2 3 0,-3-3 25,-1-1 1,-5 1 85,-2 3 0,-3-2 189,-1 5 0,0-3-17,0 3 1,-4 1-2,1 3 1,-1 1 8,4 3 1,0-2-74,0 5 0,4 2-7,-1 6 0,6-2-90,-2 6 0,3-5-13,1 5 1,1-1-67,3 4 0,2 4-231,5 0 0,1-4 169,3-4 1,2-1-515,5 1 1,0-2-842,0-5 1,0-4 578,0-4 0,2-2-615,1-1 1375,-6 0 0,11-29 0,-6-8 0</inkml:trace>
  <inkml:trace contextRef="#ctx0" brushRef="#br0" timeOffset="1738">1621 286 7724,'0'-11'437,"0"-4"126,0 0 1,-4 1-143,1 3 0,-5 0 52,5 0 1,-6 3-150,2 1 1,-7 5-174,0-2 0,-6 3-84,2 1 0,-3 1 64,-1 3 0,1 2-134,3 5 0,2 0-4,5 0 0,0 3-221,0 1 0,5 3-43,2-3 0,3 4-176,1-5 1,0 2 50,0-1 0,5-3-20,2 3 1,3-3-193,1-1 0,3-4 192,1 1 0,3-6 179,-3 2 0,4-4 159,-5-4 1,5 2 208,-5-6 1,1 1 3,-4-4 0,-4-1 198,1-3 0,-2 3-56,1-3 1,-2 3 282,-5 1 0,1 0-183,3 0 0,-3 4-132,3-1 0,-2 6-252,2-2 95,-3-2 0,9 5-201,-3-3 0,0 8 47,0 3 1,0 3-79,4 1 1,0 4 174,0-1 0,-1 6 22,-3-2 0,3 3 131,-2 1 1,-4 1 143,0 3 1,-3-3 300,-1 3 0,-2-3-238,-5-1 1,-2-1 80,-9-2 0,-4-3-460,-4-5 0,-5-2-343,2-1 1,-3-3-843,-1-5 0,1 0-1051,3 0 2224,2-10 0,29-22 0,7-15 0</inkml:trace>
  <inkml:trace contextRef="#ctx0" brushRef="#br0" timeOffset="2148">2029 341 7724,'0'-11'0,"0"0"305,0 0 1,0 4-75,0-1 1,0 5 127,0-5-110,0 6 0,-4-4 113,1 2 0,-6 3-108,2-3 1,-3 3-14,-1 1 1,-4 1-71,1 3 1,-6 2 0,2 5 0,-2 0-187,2 0 1,-2 4-8,5-1 1,1 6-80,3-2 0,1-1 50,2 2 1,4-5-130,4 5 1,1-6 86,2 2 0,7-3 24,5-1 1,6-5-23,1-2 0,0-4-86,4-4 1,-4-2-85,-4-5 0,2-1-296,-6-3 1,3 2-236,-6-6 0,2 5 282,-10-5 1,5 5 509,-5-5 0,1 6 0,-4-23 0,0 1 0</inkml:trace>
  <inkml:trace contextRef="#ctx0" brushRef="#br0" timeOffset="2427">2117 264 7724,'6'5'783,"3"-3"-414,-5 6 0,3-5-170,-3 5 0,3-1-50,-3 4 0,3 0 25,-3 0 0,3 0-24,-3 0 0,3 4-99,-3-1 1,1 1 65,-2-4 1,-1 0-193,1 0 0,0-5 188,0-2 212,-1 2-17,2-5 0,-5 3-68,-2-8 0,1-2 174,-1-5 0,-2-1-230,1-3 1,0 2-106,4-6 1,0 5 36,0-5 1,2 6-252,1-2 1,0-1-754,4 2 1,0-1 54,4 4 0,2 3-338,1 1 0,-1 1 563,1-1 0,2-2 608,-1 5 0,29 6 0,4 4 0</inkml:trace>
  <inkml:trace contextRef="#ctx0" brushRef="#br0" timeOffset="2846">2492 220 7524,'-6'11'920,"2"0"1,3-4-501,1 0 0,0 4-51,0 4 0,1 1-321,3-1 0,1-2 48,2 6 0,3-6-55,-3 2 1,3-3 36,1-1 0,0-4-212,0 1 0,0-6 62,0 2 1,0-3-202,0-1 1,0-4 35,0 1 0,0-7-81,0-1 1,-1 0 87,-2-4 1,1-1 136,-1 2 0,-2-6 31,1 2 0,-3 1 29,3-2 0,-4 4 134,0-3 0,0 5-41,0-2 1,-1 3 138,1 1 1,-1 3-47,-2 1-20,0 4 1,1-1-68,2 4 0,-1 4-45,1 4 0,2 2-93,-1 1 1,3 3 150,-3 1 0,5 5-10,-2-2 0,-1-1 93,1 2 0,-1-1 198,2 4 0,2 4-100,-3-1 1,-1 1 83,1-4 1,-4 4 73,1 0 1,-3-1-103,-1-3 1,-1-4-105,-3-4 1,-2-2-35,-5 0 1,-4-3-119,0-1 0,-4-3-324,0-5 1,-3 0-627,-3 0 0,0-2 512,-4-1 378,9-3 0,-1-40 0,10-8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26.1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387 11 8079,'0'-6'1282,"0"1"1,0 7-941,0 1 0,-4 3-98,0 5 1,-4 5 12,0 3 1,-5 6-87,-2 5 1,-5 2-133,2 1 1,-3 5-169,-1 2 1,-5 4-57,-2 4 1,2-8-260,1 1 1,3-7 289,1-4 1,5-4-119,2-3 0,3-8-307,1-4 407,5-4 1,1-6-970,5 3 210,0-3 1,0 2 930,0-6 0,10-13 0,2-7 0</inkml:trace>
  <inkml:trace contextRef="#ctx0" brushRef="#br0" timeOffset="409">34 100 7908,'-4'-11'98,"0"0"1,-1 1 228,2 2 1,2-1 711,-3 1-360,-2 3 156,5-4-108,-4 7-410,5-3 1,0 7 149,0 1 1,5 3-102,2 5 0,8 5 29,3 3 0,3 3-182,1 4 0,5 3-90,2 8 1,7 1 15,0 2 0,1 2-119,-4-6 1,-1 5-710,-2-4 1,-1-2-32,-7-5 0,-1-5-391,-6-6 1,-3-7 206,2-5 0,-1-4-1213,-2 0 2117,0-1 0,0-17 0,0-3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23.4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23 7618,'-6'-5'171,"1"4"605,5-4-386,0 5 57,0-5-212,0 3 1,1-2-98,3 4 1,2 0-167,5 0 1,0 0 51,0 0 0,1 0 139,3 0 1,1 0-28,2 0 1,3 0-101,-3 0 1,3 0-195,1 0 1,0 0-63,0 0 0,-3 0-87,-1 0 0,-5 0 166,2 0 1,-3 0 67,-1 0 272,0 0-49,-4 0-54,-3 0 306,-4 0-323,-4 0-8,2 0-19,-3 0 58,5 0-29,-4 0 117,2 0-6,-3 0 47,5 0-51,-4 0 6,2 4-181,-8 3 0,6 4 53,-4 0 0,-2 1-141,3 3 0,-3-2 80,-1 5 0,-3 1-9,-1 3 1,-4 0-2,5 0 1,-6 4-95,2-1 0,1 1 75,-2-4 1,2 0-14,-1 0 1,2-5 67,5-2 0,3-6 98,1-2 0,3-3-45,-3 3 215,5-4-258,-3 1 0,5-5 75,0-2 21,0 1-31,5-3 1,-4 4 106,3-2 11,-3 1-120,4-3 1,-3 5 0,5 0 0,-3-1-8,3-3 0,1 3 12,3-2 0,0 1-41,0 2 1,1-3 3,3-1 1,2-1-135,5 1 1,0 3-220,0-2 1,1 1-258,3 2 0,-1 0-540,4 0 0,0 0 1078,5 0 0,18 0 0,6 0 0</inkml:trace>
  <inkml:trace contextRef="#ctx0" brushRef="#br0" timeOffset="1416">662 221 7604,'6'-1'-346,"-2"-3"841,-3 3 369,-1-4-367,0 5 27,0-5-44,0 4-28,0-4-82,0 5 0,0 5-367,0 2 0,0 1-36,0 3 0,0-3-99,0 7 0,0-2 140,0 2 1,0-1-96,0 4 0,0-3-18,0 3 0,-3-5-261,-1 2 198,0-3 1,4-1 80,0 0 1,0-3 47,0-1-138,0-4-141,0 2 267,0-5 0,0-5-7,0-3 1,0-2 15,0-1 0,1 0 1,3 0 0,-1-3 4,4-1 0,-3-1 8,3 1 0,-3 2-98,3-5 0,0 4 128,4-1 0,-3 3 9,-1 1 1,0 0 1,4 0 0,-3 4 205,-1-1-192,0 6 85,4-3 0,-3 9 66,-1-1 1,-4 10-73,0-2 0,2 3 15,-1 1 0,0-2-68,-4 6 0,3-4-10,1 3 0,0-3-39,-4 3 1,0-5-15,0 2 22,0 2 1,0-4-16,0 1-154,0-1 98,0-2-149,0-5-11,0-1 64,0-5 115,0-5 1,0-1-6,0-5 0,0 0 2,0-1 1,0 1 2,0 0 0,0 0-33,0 0 0,0 0 32,0 0 1,0 0-39,0 0 1,1 0 71,2 0 17,-1 0 0,6 0-5,-4 0 1,3 4 84,-3-1 0,3 5-15,-3-5 0,5 6 161,-2-2 0,-1 3-36,1 1 0,1 0-92,3 0 1,0 0 117,0 0 0,0 5 18,0 2 1,0 3-69,0 1 1,-4 0-96,1 0 1,-2 0 6,1 0 1,2 4-86,-6 0 0,1-1-216,-4-3 1,0 0 62,0 0 0,0 0-625,0 0 1,0 1 776,0-1 0,24-5 0,7-1 0</inkml:trace>
  <inkml:trace contextRef="#ctx0" brushRef="#br0" timeOffset="1917">1489 199 7908,'-5'-6'1098,"4"-4"-560,-4 9-139,5-4 0,1 5-156,3 0 1,2 0 0,5 0 0,1-1-119,3-3 0,1 3 92,2-3 1,3 3-577,-3 1 0,3 0 72,1 0 1,4-4-150,0 1 0,-2-1-164,-5 4 1,0 0 599,-4 0 0,-5 5 0,-5 1 0</inkml:trace>
  <inkml:trace contextRef="#ctx0" brushRef="#br0" timeOffset="2098">1489 309 7636,'0'-6'1468,"0"1"0,5 5-1195,2 0 1,4 0-566,4 0 1,3 0-302,8 0 0,2 0-1553,5 0 2146,0 0 0,30 0 0,7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29.4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384 574 7896,'4'-11'-515,"-1"0"1,1 3 1621,-4 1-626,0 0 0,0-4-200,0 0 1,0 3-94,0 1 0,-1 3 26,-3-3 1,-2 1-36,-5-2 0,0 2 0,0 3 0,-4 1-155,0-1 1,-4 2-44,0 1 1,0 1-54,0 2 1,-1 4 97,1 4 0,-5 1-89,-2 3 0,2 2 42,5 5 1,-2 3-119,3 1 1,-2 8 54,2 0 1,3 1-62,8-2 0,-2 1-259,6 3 1,1-3 143,10 3 0,4-7 103,10-5 0,1-3 4,3-3 1,2-3 21,5-5 0,0-4 39,1 0 1,-1-4 5,0 1 0,2-8 118,-2-4 0,-1-6 198,-6-5 1,-4 0 30,0 0 1,0-5 25,-4 2 0,-3-4 149,-4 0 0,-1 2-180,-6-5 1,-1 3-113,-3-4 1,-1 5-130,-3-5 0,-5 6-268,-6-2 1,-5 0-41,2 4 0,-3 3-337,-1 8 0,0 0 39,0 0 0,5 3 16,2 1 575,3 5 0,6 6 0,1 9 0</inkml:trace>
  <inkml:trace contextRef="#ctx0" brushRef="#br0" timeOffset="267">42 783 7896,'-5'-6'448,"0"0"716,-2 2-363,-3 3-370,9-9 0,1 9-224,7-3 0,4 2-43,4-2 0,7 3-91,7-3 1,3-1-108,1 2 1,4-2-359,0 1 1,0 3 279,-4-3 112,0 3 0,10-4 0,2-1 0</inkml:trace>
  <inkml:trace contextRef="#ctx0" brushRef="#br0" timeOffset="950">174 188 7900,'-6'-5'0,"0"3"-33,3-6 1,0 6 233,-4-2 1,4 2 351,0-2-144,1 3 54,2-4-51,0 5-207,5 0 1,1 0 11,5 0 0,2-1-30,1-3 1,0 3-227,4-3 0,4 3 90,4 1 1,3 0-404,-3 0 1,5 0-63,-2 0 1,3 0-260,1 0 0,-1 0 182,-3 0 0,-2 0-214,-5 0 0,-1-1 705,-3-3 0,-16-2 0,-10-5 0</inkml:trace>
  <inkml:trace contextRef="#ctx0" brushRef="#br0" timeOffset="1226">527 34 7900,'-5'-7'48,"-1"-2"1,-1 4 591,-1-3-448,6 4-32,-3 4 1,6 0-14,3 0 0,2 4 46,5 4 0,0-2 3,0 1 0,4 1-39,0 3 0,1 3 11,-2 1 1,-3 0-57,0-4 0,-1 3-191,-6 1 1,3 0 55,-3-4 1,-2 4 62,-5-1 0,-5 5-168,-6-5 1,0 2-250,-4-1 0,-1-3-1193,-3 3 1570,0-3 0,-10-1 0,-2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33.1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12 8974,'0'-6'958,"0"1"-670,4 5 22,-2 0-20,3 0-194,-5 0-65,4 5 0,-2 1-90,1 5 1,-1 0 13,-2 0 0,3 1-137,1 3 0,0-2 111,-4 6 0,0-5-86,0 5 1,0-6 104,0 2 1,0-3-24,0-1 1,0 0-224,0 0 188,0 0 0,-4-4-292,0 1 45,1-6-360,3 3-1218,0-5 1935,0-5 0,-5 4 0,3-33 0,-2-3 0</inkml:trace>
  <inkml:trace contextRef="#ctx0" brushRef="#br0" timeOffset="614">34 56 7743,'0'-6'72,"0"0"236,0 2-107,0 3 0,1-8-35,3 5 0,-3-1-4,2 2-72,4 2 1,-1-6-124,5 4 1,-4 2 107,0-3 0,1 3-53,3 1 0,0 0 71,0 0 0,-4 0-1,1 0 1,-2 1-76,1 3 0,2-2 67,-6 5 1,2 1-127,-1 3 1,-3 0 89,3 0 1,-3 3 26,-1 1 0,0 0-49,0-4 1,0-4-101,0 1 0,0-1 43,0 4 6,0 0 1,0-4 0,0 1 1,0-5-3,0 5 1,-1-6-57,-3 2 95,3-3-31,-4-1-246,5 0 190,0-5 0,0 3 61,0-6 0,0 5-2,0-5 1,0 1 29,0-4 0,0 0 86,0 0 0,0 0-5,0 0 1,5 0-91,2 0 1,-1 2 20,2-2 1,-2 6-36,1-6 0,3 3 9,-3-3 0,3 3 5,1 1 0,0 5-27,0-2 75,0 3 1,0 1-8,0 0 1,-3 0 169,-1 0 0,-5 5-8,2 2 0,1 3-1,-1 1 1,-1 3-47,-3 1 0,1 0 110,3-4 1,-3 0-114,3 0 1,-3 0-359,-1 0 0,0 0-152,0 0 0,0-4-601,0 1 59,0-1 0,2 0 324,1 1 569,-2-6 0,9-2 0,-4-6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46.0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44 7807,'0'-11'-141,"-1"1"250,-3 3 0,-2 1 178,-5 2 1,2 3-169,-2-3 0,3 3-14,-7 1 0,3 0 249,1 0 0,-4 1-125,0 3 1,1-2-276,3 6 1,3-5 24,1 5 0,4-1-150,0 4 0,-2 0 150,1 0 1,1 0-53,3 0 0,3 0-21,1 0 0,4 4-68,0 0 0,3-1 118,4-3 0,-2 4-13,5 0 0,0 3 206,0-3 0,3 0-44,-3-4 0,-2 3 87,-1 1 1,-4 0-105,-4-4 1,2-4 15,-6 0 0,-4-4-72,-6 1 1,-8 0-11,-3 0 1,-3 0-531,-1-4 0,0 0-81,0 0 0,0 0-928,0 0 1517,4 0 0,12-10 0,8-2 0</inkml:trace>
  <inkml:trace contextRef="#ctx0" brushRef="#br0" timeOffset="408">530 99 7814,'0'-17'0,"0"1"1726,0 5-1293,0 0 1,-5 5-291,-3 2 0,-5 3-9,-2 1 0,-3 5-136,3 2 0,-3 4 27,3 4 0,-3-1-169,3 4 1,0-3 24,4 3 1,4-1-225,0 2 0,4 0-1,0-4 0,1 3-39,2-3 0,0 0-101,0-4 0,2-2 241,1-1 0,3 0 59,5-4 0,0 0 62,0-4 1,0-2 193,0-1 1,4-3-151,0-5 1,0 0 100,-4 0 0,-4-4 291,0 0 1,-1-1-90,2 2 1,0 1 161,-4-1 1,0 0-91,-4-1 1,3 3 452,1-2-626,0 1 1,-3 3 92,3 3-122,-3 2 1,5 5-159,-2 0 1,-3 5-32,3 2 0,0 3-37,0 1 1,3 4-18,-3 0 0,5 4-125,-2 0 1,-1 0-277,2 0 0,-1 0 102,4-4 1,0 0 446,0-4 0,15 0 0,3 0 0</inkml:trace>
  <inkml:trace contextRef="#ctx0" brushRef="#br0" timeOffset="1050">739 99 7732,'0'-11'-122,"0"5"0,0 0 122,0 2 614,0 3 186,5 6 0,0 2-465,2 8 0,3-1-306,-3 0 0,3 0-134,1 4 0,0-1-57,0 2 0,-1 0-66,-3-4 1,2 3 190,-5-3 1,3 0-22,-3-4 131,-1 0 1,-3-4 26,0 0-253,0-4 84,0 2 1,-3-10-269,-1-2 0,0 0 72,4 0 1,0 0 78,0-4 1,0-2 126,0-1 0,0 1-27,0-1 1,0 2 52,0 1 1,0-2 145,0-1 1,0 1-22,0-1 0,4 1 202,0 2 1,1 0 74,-2 0 0,0 0-181,4 0 1,-3 5-94,3 2 1,-1 2-38,2-2 0,1 3-113,-1-3 1,2 8 89,1 3 1,0 3-37,0 1 1,-4 4-5,0 0 0,1 1-171,3-2 1,0 0 103,0 4 1,-4-3 37,0 3 1,-3-4 50,4 0 1,-6 0-36,2 1 0,-2-7 196,2 3 1,-3-6 135,3 2-177,-3-4-19,-1 2-38,-5-5 1,4-5-745,-3-3 1,3-1 230,1-2 1,0 0 26,0 0 1,0 0 227,0 0 0,0 0 167,0 0 0,0 0-121,0-1 1,0-2 175,0-1 0,0 0 48,0 4 0,4 0 281,-1 0 1,6 2-61,-2 1 1,-1 3-104,2 5 0,-1 0-29,4 0 1,0 1-116,0 3 0,0 2-126,0 5 1,3 2 78,-3 1 0,6 0-132,-6 4 0,-1-3-11,-3 3 1,-1-4-146,1 0 1,2-1-510,-5-2 0,3 0 778,-3 0 0,9-15 0,-1-3 0</inkml:trace>
  <inkml:trace contextRef="#ctx0" brushRef="#br0" timeOffset="1417">1346 143 7814,'11'0'619,"0"0"-168,0 0-339,0 0 0,0 0-131,0 0 1,0-1 20,0-3 1,-4 3-429,0-2 304,1 1 1,3-1-114,0-1 0,-5-5 112,-2 2 0,-3 1 32,-1-1 0,0-1 58,0-3 1,-1 4 53,-3 0 0,-2 3 131,-5-3 1,-4 4 16,0-1 0,-3 3 187,3 1 1,-3 0-29,3 0 1,-1 5 108,2 2 1,1 7-252,-1 1 0,1 4-71,2 0 1,4 3-122,0 3 0,4-1 138,0 1 0,6-1 22,5-2 0,6 0-135,5 0 0,3-5-203,3-2 0,-1-3-168,1-1 0,4-5-337,0-2 0,-2-3-1169,-1-1 1858,-8-5 0,18-26 0,-1-10 0</inkml:trace>
  <inkml:trace contextRef="#ctx0" brushRef="#br0" timeOffset="1601">1764 364 7814,'11'0'1850,"0"0"1,1 0-1827,-1 0-408,0 0-785,0 0 1169,-5 0 0,-21-10 0,-9-2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44.7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99 17 7866,'-6'-5'0,"0"4"656,3-3 175,1-2 1,-3 10-252,5-1 1,2 7-153,1 5 0,0 6-206,4 4 0,0 6-111,4-2 1,1 3-127,-1 1 0,2 4-253,-2 0 1,3-1-532,-7-2 1,-1-3 636,1-1 1,-4-3 13,0-5 1,-1-9 147,-2-2 0,-15-32 0,-3-4 0</inkml:trace>
  <inkml:trace contextRef="#ctx0" brushRef="#br0" timeOffset="633">0 193 7866,'0'-11'0,"0"0"198,0 0 1,1 0 341,3 0 1,0 4-209,7-1 1,-1 6-163,8-2 1,0-1-176,4 2 1,0-1 151,1 4 0,2 0-10,1 0 0,0 0-58,-4 0 1,0 0-134,0 0 1,-1 5-42,-3 2 0,-2 7 67,-5 0 1,-1 6-58,-3-2 1,-2 3-40,-5 1 0,0 0-95,0 0 1,0 0 106,0 0 0,0-3-88,0-1 0,0-4 91,0 0 0,0-1-75,0-2 42,0-5 1,1-1-131,3-5-148,2 0 0,5 0-1,0 0 1,-1-5 120,-3-3 0,2-1 264,-5-2 0,0 3 36,0 1 0,-3 0 0,3-4 0,-3 3 0,-1 1 0,1 3 0,3-3 0,-3 4 0,5-2 257,-2 5-58,-3 0 1,4 5 103,-5 3 0,4 1-119,0 3 1,3-1 11,-3 0 1,4 0-69,0 0 0,1 0 20,2 0 1,2-4-43,1 0 1,0-1-27,4 2 0,1-3-184,3-5 1,0 0-69,0 0 1,0-2-84,0-1 1,0-3 160,0-5 0,-1-2-47,-3-1 0,2 1 94,-6-1 1,0-2 0,-7 1 1,2-1 6,-6 2 1,1 5 91,-4-2 1,-1 4 177,-3-1 1,-6 0 121,-4 4 0,-6 0 87,2 4 0,-3 5 9,-1 3 1,1 1 127,3 2 1,2 2-204,5 1 0,1 0 43,3 4 1,-2-3-159,5 3 1,2 1-1,6 3 1,3-2-130,8-1 0,7 2-273,7-3 0,3-2-476,1-1 0,1-8-130,3-3 1,-3-3-2106,3-1 2854,-8-5 0,8-35 0,-2-14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44.0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11 166 7866,'6'0'1603,"1"0"-761,-4 0-532,-2 0 0,6 5 37,-4 2 0,-1 4-204,1 4 0,-2 2-125,-1 5 0,4 0-117,0 0 0,-1 1-283,-3-1 0,0 0-844,0 0 1,-3-5 1225,-1-3 0,-14-21 0,-1-6 0</inkml:trace>
  <inkml:trace contextRef="#ctx0" brushRef="#br0" timeOffset="141">0 12 7866,'0'-6'-147,"0"1"1,40 34-1,9 8 1</inkml:trace>
  <inkml:trace contextRef="#ctx0" brushRef="#br0" timeOffset="443">342 100 7866,'-11'0'25,"0"-4"168,0 1 1,0-1-119,0 4 0,0 0 74,0 0 0,0 1 27,0 3 0,-4-2-300,0 6 1,1-5 8,3 5 1,3-5 32,1 5 0,5-1 57,-2 4 1,3-4-106,1 1 0,5-1 26,2 4 0,4 0 70,4 0 1,2-3 11,5-1 1,1 2 1,3 5 1,-7-2 64,3 3 1,-2-3 68,2-1 1,-3 0 211,-1 1 0,-8-1-55,1 0 0,-8 0 197,1 0 1,-4 0-244,-4 0 1,-7-4-190,-7 0 1,-4-4-335,-4 0 0,-1-1-1507,-2-2 1805,-3 0 0,4-15 0,-5-3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43.5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375 66 7866,'0'-6'2348,"0"1"-1251,0 5 0,-5 8-723,-2 3 1,-8 8-104,-3-1 1,-4 8-92,-4 3 1,1 1-105,-4 3 0,0-3-461,-5 7 1,1-3-156,0-1 1,6-1-598,5-2 0,5-7-453,6-5-348,0-4 1938,0-3 0,15-36 0,3-11 0</inkml:trace>
  <inkml:trace contextRef="#ctx0" brushRef="#br0" timeOffset="200">55 55 7866,'0'-11'1549,"-3"0"-1044,-1 0 1,0 3 266,4 1-434,0 5 0,0-2 120,0 8 1,1 3-128,3 8 0,3 2 80,8 5 0,1 5-215,2 2 1,7-1-136,-3 2 1,7-1-772,1 4 1,3 0 103,4 0 1,-3-1-264,3-2 0,-3-3 869,-1-5 0,0-15 0,0-3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41.1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111 205 11012,'-1'11'324,"-3"0"1,2 4-515,-6 0 0,2 4-822,-1 0 0,-3 0 325,3 0 1,-3 1-463,-1-1 1149,0-3 0,-5 0 0,-1-5 0</inkml:trace>
  <inkml:trace contextRef="#ctx0" brushRef="#br0" timeOffset="145">188 51 7927,'4'-11'-369,"-1"0"155,6 0 1,-8 3-745,3 1 958,2 5 0,0 21 0,5 12 0</inkml:trace>
  <inkml:trace contextRef="#ctx0" brushRef="#br0" timeOffset="460">210 304 7898,'-6'12'195,"-3"2"150,6 1 1,-5 0-54,5-4 1,-5 0 574,5 0 88,-1 0-375,-1 0-455,4 0 53,-4-5-381,5-1 123,0-5-221,5-5 1,-3 2 136,6-4 1,-1 0-130,4-4 1,0-2-84,0-1 0,0 2 83,0-3 0,0 3-19,0 1 1,0 1 212,0 2 1,0-1 144,0 1 0,0 2-176,0-1 216,0-1 0,0 2-32,0 3-46,-4 1 0,1 7 118,-4 3 1,0 3-105,-4 3 0,0-1-53,0 1 1,-4 3-141,0 2 0,0-2-283,4 1 0,0-3 101,0 3 1,0-4-316,0 1 668,0-3 0,15-16 0,4-3 0</inkml:trace>
  <inkml:trace contextRef="#ctx0" brushRef="#br0" timeOffset="870">541 293 7892,'5'-11'308,"-3"2"583,6 1-151,-6-2-96,8 9-184,-9-4 1,4 10-228,-5 3 1,0 5-33,0 2 0,0 4-39,0 0 1,-5 5-14,-2 2 0,1 1-36,-2-1 0,1-2-154,-4 6 0,0-2-575,0 1 0,0 2 220,0-6 1,0 1-13,0-4 0,3-1-96,1-3 1,3-2-1102,-3-5 1128,5 0 1,-3-6-233,5-5 709,0-9 0,3-5 0,1-4 0,3 3 0,-3-3 0,5-1 0,-2-3 0,-1-1 0,1-3 0,1 3 0,3-3 0,-4-1 0,0 1 0,1-4 0,3 0 0,-4 4 0,1 0 0,0 3 142,7 0 0,-3 1 261,3 0 0,-2 5 237,2 3 1,-2 5-187,6 2 1,-5 4-40,5-1 0,-6 3-15,2 1 0,1 6 53,-1 5 0,-4 0-144,-4 4 1,-5 2 60,2 2 0,-3 0-200,-1 0 1,-5 1-137,-2-1 1,-4 0-1014,-4 0 1,2 0 335,-5-4 643,-1 5 0,-27-13 0,-7 3 0</inkml:trace>
  <inkml:trace contextRef="#ctx0" brushRef="#br0" timeOffset="1768">938 249 7688,'-10'8'606,"3"-1"1,-2-3-268,5 3 0,-3 0-153,3 4 0,-3 0-117,3 1 0,-1 0-222,2 2 0,2-1-2,-3 1 0,3-1 139,1-2 0,0 0-515,0 0 358,0 0 0,1-1-53,3-3 0,-2-2-120,5-5 230,1 0 1,3-4-20,0 0 1,0-4 4,0 1 1,3-3 54,1-1 1,0 0 8,-4 0 1,0-2 64,0-1 0,0 1 213,0-1 0,-1 2 47,-3 0 0,3 3-144,-3 1-109,-2-1 0,4 6-21,-6-4 5,1 4 1,-4 0 62,0 6 1,-1 2-8,-3 3 0,2 1 63,-6-1 1,6 5-110,-2 2 0,-1 0 20,2-4 1,-1 0 69,4 0 0,0 0 13,0 0 0,0 0-9,0 0 1,0-4 270,0 0-253,5-4 0,1 5 111,5-4 1,-4 0-170,1-4 0,3-5 11,3-2 0,1-3-261,-4-1 0,1-4 86,3 0 1,-1-4 140,4 0 0,-5 2-162,2-1 1,1-2-226,-1-5 1,1 1 136,-2-1 0,-1-2 153,1 1 0,-1-4 1,-2 5 0,-2-1 66,-1 4 0,-3 5 149,-5 2 1,0 7-138,0 0 14,0 6 0,-5 2 38,-3 7 1,-1 8 120,-2 3 1,0-1 115,0 2 1,3 3-91,1 3 0,0 2 50,-4-1 1,3-3-35,1 3 1,1-1-69,-2 0 0,3 0-21,5 4 1,0-4 5,0 0 0,0-1-46,0-2 1,2-4-142,1 1 0,3-7-481,5-1 1,1-1 310,-1-7 1,1 1-973,2-4 0,0-5 119,4-2 1065,1-8 0,13-41 0,2-15 0</inkml:trace>
  <inkml:trace contextRef="#ctx0" brushRef="#br0" timeOffset="1933">1268 194 7874,'12'-11'-72,"-1"4"-37,0 0 1,0 3-150,0-4 0,5 5-802,2-5 1060,3 6 0,30-8 0,8 4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39.3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241 1 8324,'-11'1'950,"0"2"1,-1 5-527,-3 6 0,-1 7-56,-2 5 1,-4 10-222,0 0 0,0 7-147,-4 5 0,8 1 85,3 2 1,3-2-115,1-5 0,5-4-181,2-4 0,4-5-496,4-2 0,2-8-528,5 1 1,-4-5 1233,1-2 0,28-20 0,12-13 0</inkml:trace>
  <inkml:trace contextRef="#ctx0" brushRef="#br0" timeOffset="273">539 232 7931,'0'-6'1511,"0"1"-1179,0 5 1,-4 5 59,1 2 0,-2 3-50,1 1 0,3 5-133,-3 2 1,-2 7-242,-1 1 1,1 4 114,-2 0 0,5-2 136,-5 1 1,6-4 27,-2 0 0,-1-1 193,2-2-2093,-1-5 1653,4-1 0,5-39 0,1-9 0</inkml:trace>
  <inkml:trace contextRef="#ctx0" brushRef="#br0" timeOffset="514">881 122 7931,'0'-6'2444,"-1"0"-1954,-3 2 0,-2 3-120,-5-3 0,-6 8 88,-5 3 0,-7 8-274,-7 3 1,-5 3-145,-7 1 0,-3 0-101,-8 0 1,8 0-309,-1 0 1,8-1-194,7-3 0,6-2-1852,9-5 471,9 0 1943,8-5 0,41-15 0,12-10 0</inkml:trace>
  <inkml:trace contextRef="#ctx0" brushRef="#br0" timeOffset="916">726 210 7931,'7'-7'0,"-4"-1"0,-2 1 338,-1-4 168,5 0 0,-2 5 339,4 2-547,-4 3 0,5 2-76,-4 3 1,0 6-51,-4 4 0,0 7 27,0 1 0,0 0-75,0 4 0,-2-2-145,-1 2 0,0-3-148,-4 3 1,3 1-373,-3-1 0,3 0 98,-3-4 0,1-4-436,-2 0 1,0-1 51,4 2 1,-3-3 826,3-5 0,-3-4 0,3 0 0,0-29 0,4-3 0</inkml:trace>
  <inkml:trace contextRef="#ctx0" brushRef="#br0" timeOffset="1123">748 386 7931,'8'-17'-9,"-1"3"50,1 1 0,3 2 157,0 0 0,0 1-29,0 3 1,1 2 253,3 5 0,-6 0-163,6 0 0,-9 0-152,5 0 1,-6 5 19,2 2 1,-4 3-161,1 1 1,-3 2-15,-1 1 0,0 0-240,0 4 0,0-1 90,0 2 0,0 0-112,0-4 0,-4 1-663,0-1 0,1-3 113,3 2 858,0-6 0,5-13 0,1-7 0</inkml:trace>
  <inkml:trace contextRef="#ctx0" brushRef="#br0" timeOffset="1459">1024 408 8108,'11'-4'765,"0"2"0,0-3-716,0 5 0,0 0-156,0 0-98,0 0 1,0-3 250,0-1 0,0 0 120,0 4 1,0-3-317,0-1 0,0-5-505,0 2 1,-3 1 394,-1-1 0,-4-1 101,0-3 1,-2 4 188,-1 0 0,0 3 28,0-3 0,-1 4 122,-2-1 1,-4 3 16,-4 1 0,-1 1 158,-3 3 1,2 2-14,-5 5 1,3 0 135,-3 0 1,0 5-129,0 3 0,2-2 9,5 1 0,0-1-172,0 2 0,4 1-79,-1-1 0,6 0-191,-2 0 0,8 0-59,3-4 0,8-1-421,3-7 1,3-2-139,1-5 0,5 0 701,3 0 0,26-39 0,8-10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48.4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34 281 7850,'-4'-11'442,"0"0"738,1 5-242,3 1-464,0 5 0,4 6-236,4 5 1,0 5-53,0 6 1,1 4-273,-1 0 1,2 4 131,1 0 1,-4-2-673,0 1 1,-1 1 158,2 3 1,0-4-150,-4 1 1,0-6-457,-4 2 1072,0-8 0,-15-41 0,-3-15 0</inkml:trace>
  <inkml:trace contextRef="#ctx0" brushRef="#br0" timeOffset="233">0 215 7850,'0'-11'0,"2"0"626,1 0 0,0 1-190,4 3 0,2-2-99,5 6 1,5 0 29,7 7 1,-2 7 165,5 7 0,1 3-149,3 1 0,-1 6-2,-3 5 0,-3-3-287,-8 3 0,-3-3-163,-8 4 0,-3-1-385,-8 0 0,-8-5 40,-10-2 1,-1-4-271,-7-4 1,5-2 229,-5-5 1,9-1-96,-1-3 1,8 2-257,-1-6 804,-2 1 0,24-24 0,2-4 0</inkml:trace>
  <inkml:trace contextRef="#ctx0" brushRef="#br0" timeOffset="425">419 380 7850,'11'0'2662,"0"2"-2170,0 1 1,-3 3 21,-1 6 0,0-1-270,5 0 1,-3 3-195,-1 1 1,1 5-883,-1-2 1,-2 2 507,1-2 1,-4 1-2286,0-4 2609,-1 0 0,-12-33 0,-2-8 0</inkml:trace>
  <inkml:trace contextRef="#ctx0" brushRef="#br0" timeOffset="553">419 204 7850,'-3'-17'613,"-1"2"1,0 3-335,4 1-456,0 5 206,0 1 1,10 34-1,2 8 1</inkml:trace>
  <inkml:trace contextRef="#ctx0" brushRef="#br0" timeOffset="818">816 138 7850,'-11'-11'0,"-1"0"414,-3 0 0,2 1-91,-6 3 1,1-2-252,-4 5 0,0 1 76,0 3 0,0 5-160,0 2 0,5 3 94,2 1 0,8 1-138,3 3 0,3 2 70,1 5 1,2 4-105,6-1 1,0 6 82,10-2 0,1 3-142,3 1 0,0 0 138,0 1 0,-1-5-121,-3 0 1,2-1-198,-6 2 1,1-3-78,-4-5 0,-5-4-766,-2 1 1172,2-6 0,-19-17 0,-1-9 0</inkml:trace>
  <inkml:trace contextRef="#ctx0" brushRef="#br0" timeOffset="975">893 391 7847,'-12'-4'774,"-3"-4"1,0 0-370,-4 0 0,-5 3-236,2 5 0,-3 0-241,3 0 0,-4 2-498,1 1 1,0 3 203,7 5 366,-3-4 0,48 12 0,6 0 0</inkml:trace>
  <inkml:trace contextRef="#ctx0" brushRef="#br0" timeOffset="1243">1158 171 7847,'-5'-12'107,"-2"-3"0,1 3 152,-2-3 0,1 3 399,-4 1 1,-4 1-345,1 3 0,-6 2-217,2 5 1,0 1-210,0 3 1,3 5 21,-3 6 0,6 4 45,1-5 1,0 10 98,3-2 1,3 6-116,2-3 0,3 6 73,3-2 0,4 5-58,4 2 1,4-1-18,4 1 0,2-5-100,1-2 1,1 0-397,3 0 0,-3-2 44,3-5 1,-7-5-142,0-2 0,-6-7 656,2 0 0,-3-6 0,-6-17 0,-1-9 0</inkml:trace>
  <inkml:trace contextRef="#ctx0" brushRef="#br0" timeOffset="2796">1026 403 7846,'11'0'190,"0"0"1,0 0 356,0 0 1,5 0-191,2 0 1,7 1-17,0 2 0,7-1-154,1 1 1,0-1-127,4-2 0,-4 0 84,-3 0 1,-4 0 26,-3 0 0,-3 0-275,-1 0 0,-5-5-84,-6-3 1,0 2-134,-4-1 0,0-1 63,-4-3 0,-5 2-205,-3 1 1,-5 0 158,-2 4 1,-4-3-113,0 3 0,-2 0 201,-1 4 1,2 0 22,1 0 0,0 5 256,4 3 0,0-2-1,4 1 1,1 2 16,3 5 1,2-1-52,5 1 1,0 0 83,0 0 0,3 0-30,4 4 1,2-1-40,9 2 1,0-3-30,4-5 1,2-1-6,1-3 0,-1 1-7,1-4 1,-1 0 58,-2-4 1,0-1 126,0-3 0,-1-2-124,-3-5 0,-2 0 94,-5 0 0,0-2-149,0-1 0,0 2-150,0-3 0,-5 3 117,-2 1 1,-2-2-29,2-1 1,-3 1 26,3-1 0,-3 1-26,-1 2 0,0 4 60,0 0-37,0-1 16,0 2 69,0 1 14,0 5-8,0 5 0,0 1 135,0 5 1,0 0-185,0 0 1,4 0 75,-1 0 0,1 2 12,-4 1 1,4-1-59,-1 1 0,2-1 11,-1-2 0,-2 0-29,6 0 0,-5-2-168,5-1 138,-6 2-10,8-9 1,-7 4-707,4-5 470,-5 0 0,4-5-19,-2-2 0,-3-3 95,3-1 1,-3 0 3,-1 0 0,4-4 65,0 0 0,0 1-3,0 3 0,-1-4 21,4 0 1,-3 0 127,3 4 0,0 0 104,4 0 0,-3 2-32,-1 1 1,0 0 19,4 4 1,-3 0-56,-1 4 0,0 2 150,5 1 1,-1 3-97,0 5 0,0-1 81,0-3 1,0 3-69,0-2 0,3 1 5,1 2 0,0-3-52,-4-1 0,3-4 15,1 0 1,0-1-14,-4-2 0,0 0-27,0 0-33,0 0 1,-1-2-132,-3-1 0,2-4-256,-6-4 1,1 4 76,-4 0 0,-4-1-111,1-3 0,-7 2 125,-1 1 1,0 0 158,-4 4 0,-1 0 182,2 4 0,-5 0-95,4 0 0,1 2 93,3 1 0,0 0-6,0 4 0,3 2 175,1 5 0,5-1-87,-2 1 1,3 2-65,1-1 0,1 3-173,3-3 0,3 1-21,8-1 1,1-3-155,2 2 1,4-5 113,0-2 0,0-4 14,4 1 1,-3-3-60,-1-1 1,0-4-125,0 0 1,-1-5 52,-3-2 0,2 0 247,-5-4 0,-2 3 0,-6 1 0,0 0 0,-4 0 0,-1-4 0,1 0 0,-2 0-6,-1 4 0,0 0 70,0 0 0,0 4 42,0 0 1,0 3 367,0-3 90,0 4 190,0-2-416,0 5 1,0 5 57,0 3-252,0 1 0,0 6-19,0 0 1,0-1-185,0-3 0,0 1 92,0-1 0,4 1-35,0 2 0,-1-1 10,-3 1 0,2-1-215,1-2 216,-1 0 29,7 0 0,-6-1 11,4-3 1,-3-2-117,3-5 0,-3 0-155,3 0 0,-1-1 120,2-3 1,1-2-110,-1-5 0,0 0 175,0 0 0,2 0-21,-3 0 0,-1-2 80,1-1 0,0 1-74,0-1 1,3 0 98,-3 0 1,-1 1-48,1-1 0,-3 5 117,4 2 1,-6 3 9,2-3 177,2 4-240,-5-2 1,8 10 76,-6 3 1,1 1-81,-4 2 0,4 2-29,-1 1 1,5-1-80,-5 1 1,5-1 112,-5-2 0,5 0-9,-5 0 1,6-2-230,-2-1 1,-1 0-344,2-4 0,-1 3 228,4-3 0,0 0 50,0-4 1,0 0-767,0 0 747,5-5 0,-4-1 255,3-5 0,-4-4 0,-4 0 0,2-3 0,-5 3 0,-1-4 0,-3 0 0,0-3 0,0-4 0,-1 2 0,-3-5 0,-2-1 0,-5-3 0,0-2 358,0 1 0,1-3 76,3 7 1,-1 2 124,4 10 0,-1 3 328,1 8-427,3-3 1,-4 11-190,5 3 1,0 4-35,0 14 1,5-1 293,2 8 1,0 5-129,0 2 1,1 2-140,7-1 0,-3 1-171,3 2 1,-3-2-176,-1-5 0,-3-3-181,-1-1 0,0-4-589,4 0 0,-4-5-507,-4-2-1105,3-4 1578,1 2 886,-1-10 0,3-35 0,-2-14 0</inkml:trace>
  <inkml:trace contextRef="#ctx0" brushRef="#br0" timeOffset="2959">2602 303 7846,'0'-11'869,"5"0"-807,2 0 0,3 5-62,1 2 0,5 3-138,3 1 1,3 0-231,3 0 1,-1 1 367,1 3 0,23 2 0,5 5 0</inkml:trace>
  <inkml:trace contextRef="#ctx0" brushRef="#br0" timeOffset="3552">3550 314 7889,'8'-14'229,"-1"-1"-69,2 1 0,-3 2 602,1 1 0,-5-4-276,2 1 0,1-1-230,-1 4 1,-2 0-78,-5 0 0,-5 0-27,-7 0 1,-2 4 62,-5-1 1,-5 6 26,-2-2 1,-3-1-272,-1 2 1,0 4-144,0 6 1,3 4-207,1 4 1,5 3 136,-2 8 1,7-2-140,5 6 1,6-1 128,5 4 1,2 0-28,1 0 1,6-4 114,5-4 0,6-1 51,9-2 0,2-5 44,5-2 1,0-4 193,0-4 0,5-2-370,2-5 1,-2 0-29,-1 0 0,-3-1-151,-1-3 0,-4-2 171,-4-5 0,-8 0-98,-6 0 1,-4 0 349,-7 0 0,0-4 0,0 0 0,-10 1-78,-5 3 0,-5-2 78,-2-1 0,-1 4 482,-3-5 1,0 9 7,-4-5 1,-2 4 217,3-1 1,1 2-344,-2 2 0,2 3 26,-1-2 1,2 1-254,5 2 0,0 0-195,0 0 0,6 5 266,5 3-209,0 1 0,24 7 0,1 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4:53.3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99 7838,'-8'-11'-73,"1"0"1,4 4 368,0-1 0,0 6 1221,0-2-576,1-2-654,-2 5 1,4 1 151,0 7 0,4 8-90,4 3 0,2 7-164,1 0 1,0 6-31,0-2 0,3 3-85,1 1 1,0 0-126,-4 0 1,0-1-357,0-2 0,0-2 41,0-2 0,-4-4-1340,1 0-627,-6-5 1600,3-6 1,-5-6 736,0-5 0,-5-34 0,-1-14 0</inkml:trace>
  <inkml:trace contextRef="#ctx0" brushRef="#br0" timeOffset="208">89 165 7838,'0'-22'87,"0"0"1,0 5 596,0 2-457,0-2 0,2 6-1,6 0 1,0 5 55,10 6 0,1 0-27,3 0 1,4 1-37,-1 3 0,6 6-4,-2 4 1,2 6-27,-2-2 0,-2 3-170,-5 1 0,-9 0-259,-6 0 1,-5 3 141,-2-3 0,-9 1-19,-6-8 1,-6-1-186,-5-3 0,-2 0-353,-5 0 1,4-4-405,-1-4 1,10-1 1058,-3-2 0,28-30 0,4-7 0</inkml:trace>
  <inkml:trace contextRef="#ctx0" brushRef="#br0" timeOffset="818">486 187 7905,'11'-5'68,"0"4"199,0-3 1,-4 2 426,0-2 1,1 3-524,3-3 1,1 3-121,3 1 0,-3 0-217,3 0 1,1 0 22,-2 0 0,1 0-252,-4 0 0,0-4-171,0 1 177,0-6 0,-5 3-174,-2-5 308,-3 0 1,-6 0 200,-2 0 1,-4 4-44,-4-1 1,2 6 238,-6-2 0,5 3-83,-5 1 0,6 1 157,-2 3 1,-1 2-37,1 5 1,4 0 32,4 0 1,1 4-119,-1-1 0,2 5-5,5-4 1,1 4-152,3-1 0,3 0-50,8 0 1,5-5-184,6 2-1,1-3 179,-1-1 0,-2-4-31,6-4 0,-6-2 154,2-1 1,-3-4 151,-1-4 0,-3-3-55,-1-3 1,-6 0 191,-1-4 1,-1 3-41,-6-3 1,3 0-44,-3 0 1,3 1 28,-3 2 0,-1 3-111,-3-3 1,4 3-213,0 1 137,4 0 0,-1 4-138,4-1 0,-4 6 63,0-2 1,-3 3-102,3 1 0,-4 5 158,0 2 0,2-1 9,-1 2 0,3 0 93,-3 7 1,0-3-78,-4 3 1,3 2 11,1 1 1,0 2-10,-4-2 0,3 3 15,1-2 0,1 0-47,-1 0 1,-3 0-5,3-4 1,-2 3 554,2-3 50,-3 0 132,4-4-474,0-5 1,-4-6 136,3-8 1,-3-3-215,-1-3 0,0 0-163,0-4 0,0-1-214,0-3 0,1 0 185,3 0 0,2-1-1039,5-3 0,1 7 218,3-3 1,3 3-788,8 1 1584,2 2 0,25 15 0,4 2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01.2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231 242 7966,'0'-11'698,"5"0"0,-4 4-72,3-1-112,-3 6-202,-1-8-142,-5 9 1,-2-4 31,-8 5 1,-2 1-142,-5 3 0,0 2-25,0 5 1,0 5 42,0 2 0,0 4-189,0 4 1,4-1-23,4 4 0,6-3-195,5 3 0,4-4 104,6 0 0,7-1-67,12-2 1,7-5-582,7-2 1,3-8 11,1-3 859,5-3 0,36-35 0,-36 12 0,0 1 0</inkml:trace>
  <inkml:trace contextRef="#ctx0" brushRef="#br0" timeOffset="401">650 286 7972,'-5'-10'173,"-2"3"0,-3-3 344,-1 3 0,0 2-239,0 1 1,-1 3-32,-3 1 1,1 1-176,-4 3 0,5 2-9,-2 5 0,3 0-90,1 0 0,1 4 5,2 0 1,4 4-176,4 0 1,0-2 75,0 1 0,0-3-212,0 3 1,4-4 85,4 0 0,3-3-75,4-3 1,-3 0 71,2-4 1,2 0 119,-1-4 1,0-4-44,-4 0 0,4-5 84,-1-2 1,0 0 150,-7-4 1,2-1-57,-6 1 0,5-3 215,-5 3 1,1-3-19,-4 3 1,0-1 109,0 1 0,-1 3 137,-3-3-249,3 3 0,-4 5 143,5 0-38,0 4 33,0-2-157,0 15 0,4-1-59,-1 9 0,6-3-110,-2 3 1,2-3-166,-2 3 1,3-3-532,-3 3 1,3-4 280,1 0 1,-2-1 65,2-2 0,-6 0-70,6 0 0,-2-5-541,6-3 947,-3-1 0,24-32 0,-1-6 0</inkml:trace>
  <inkml:trace contextRef="#ctx0" brushRef="#br0" timeOffset="607">870 165 7972,'-4'-22'0,"2"4"177,-1-1 1,0 6 836,0-2-39,1 8-625,-3 2 1,5 6 17,0 3 0,4 7-126,0 7 1,1 3 13,-2 1 1,3 5-66,5 2 0,0-1-109,1 2 0,2-2-115,1 1 0,0 3-366,-4-2 0,3-3-730,1-2 1,0-1 260,-4-2 0,0 0-133,0 0 1,-4-9 1000,1-2 0,-6-7 0,3-24 0,-5-10 0</inkml:trace>
  <inkml:trace contextRef="#ctx0" brushRef="#br0" timeOffset="782">815 286 7972,'4'-7'-121,"0"0"0,5 4 228,3-1 1,0 0-124,6 0 0,0 0-114,5 4 0,2 5-52,1 2 0,3 2-277,-3-2 0,2 3 459,-6-2 0,18 11 0,-5 4 0</inkml:trace>
  <inkml:trace contextRef="#ctx0" brushRef="#br0" timeOffset="1126">1190 352 8585,'8'0'685,"-1"0"0,0 2-490,4 1 1,0-1-1,0 1 1,0 2-52,0-1 1,2-1-106,1-3 1,-1 0 97,1 0 1,-2 0-97,-1 0 0,1 0-791,-1 0 429,0 0 0,-2-4-102,-1-4 1,-3 2 185,-5-1 1,0-1-62,0-3 0,-9 0 144,-2 0 1,-4 4 148,1 0 0,0 3-52,-4-3 1,1 4 182,-2-1 0,0 3 427,4 1 1,-1 4-156,1 0 1,7 4 24,-3 0 1,6 3-249,-3 3 0,6 0-56,-2 4 0,4-1-98,4 2 0,-2 0-285,6-4 1,0 3 83,7-3 0,-1 3-158,4-3 1,0-1-720,4-7 1,2 1 395,1-4 1,-1 0 660,1-4 0,28-20 0,6-4 0</inkml:trace>
  <inkml:trace contextRef="#ctx0" brushRef="#br0" timeOffset="1551">1719 363 7972,'2'-11'159,"1"0"0,-2 0 859,3 0-705,-3 0 1,-2 2-53,-3 1 1,-2 0-132,-5 4 1,-1 0-84,-3 4 1,2 0-175,-5 0 0,0 0 110,0 0 1,-3 5-202,3 3 0,-2 1 82,2 2 1,2 0-122,5 0 0,0 0 21,0 0 0,5 0-72,2 0 1,3 0-13,1 1 0,1-3 154,3-1 1,2 0 36,5-4 0,1 0-31,3-4 1,-2 0-2,6 0 1,-2-2 64,1-1 0,2 0 128,-6-4 1,5 3 120,-4-3 0,3 1 385,-3-2 0,-1-1-49,-3 1 1,0 2-199,0-1 0,0 3 23,0-3 0,-3 4 95,-1 0-192,0-3 1,4 4-54,1-1 1,-5 3 15,0 3 0,-3 3-47,3 5 1,-3 2-95,3 1 1,-3 0-6,3 4 1,-1-3 38,2 3 1,-2 1 30,-2 3 0,-3 0 41,2 0 0,-3-1-3,-3-3 1,-5-1-218,-6-2 1,0-3-261,-4 3 0,-4-8-255,-4-3 1,-3-3 589,3-1 0,-24-10 0,-3-2 0</inkml:trace>
  <inkml:trace contextRef="#ctx0" brushRef="#br0" timeOffset="1969">2215 385 8010,'7'0'169,"-3"-4"642,-4-4 290,0-2-688,0-1 0,-4 2-137,-4 1 1,-3 3-192,-4 5 0,-2 0 114,-5 0 1,0 0-229,0 0 1,1 3-48,3 4 0,1 1-12,2 6 0,4 0-63,0 0 1,5-1-211,6 1 0,0 2 203,0-1 1,6 0-22,5-4 1,5-2 46,6-1 0,1 0 45,3-4 0,-3 0-196,3-4 0,-4-1-119,-4-3 0,2-2-272,-5-5 1,-1 0 63,-2 0 610,-6 0 0,-6-20 0,-6-5 0</inkml:trace>
  <inkml:trace contextRef="#ctx0" brushRef="#br0" timeOffset="2658">2293 341 8010,'6'-6'986,"4"1"-630,-4 5 1,5 2-50,0 1 1,0 3-103,0 5 0,0 0-75,0 0 1,3 4-46,1 0 1,1 3-211,-1-3 1,-3 3 66,3-3 1,-3 3-248,-1-3 0,-4-4 416,1-4 0,-6-3-18,2 3 1,-4-4-23,-4 1 0,2-4-10,-6-4 0,2-2 33,-1-5 1,-3 0-57,3 0 0,2-2 32,1-1 0,-1 2-126,2-3 0,-1 3-239,4 1 1,0 0-476,0 0 0,1 3 250,3 1 1,-2 1 26,6-2 1,0 0 83,7 4 0,-3 0 409,3 4 0,1-3 0,-2-1 0,6 0 0,-2 4 0,0 0-56,0 0 0,-3 0-30,3 0 0,-4 0 837,0 0 0,-2 0 29,-1 0 308,1 0-598,-1 0 0,-2 2 48,-1 1 1,0 0-340,-4 4 0,1-1-164,-1 2 1,0 1 10,4-1 0,-2 2-240,-2 1 141,2 0 0,3 0-145,-1 0 1,0-4 49,-4 0 0,1-3-269,-1 3 367,-3-4 1,5 2 8,-2-5 0,-2 0 3,5 0 1,-3 0 16,4 0 1,-5 0 22,5 0 0,-5-4-335,5 0 1,-2-4 62,1 0 0,2 2 568,-6-1 1,2 1-119,-1-2 0,-3-1-6,3 1 0,-2 0 13,2 0 1,-3-1 200,3 1 1,-3 2-95,-1-1 1,4 3 393,-1-3-315,1 4-206,1-6 0,1 7-123,5-1 0,-4 1 2,1 2 0,-1 5-128,4 3 1,1 1 107,3 2 1,-1 2-93,4 1 1,-3 4 5,3 4 0,-1 1-151,2 3 0,0-2 270,-4 5 0,0-3-127,-4 4 0,-5-6-81,-3 2 1,-3-7 120,-3 0 0,-7-6-521,-5 2 1,-8-6 18,1-2 0,-4-5-162,0 2 0,-1-4 692,-2-4 0,-8-31 0,3-13 0</inkml:trace>
  <inkml:trace contextRef="#ctx0" brushRef="#br0" timeOffset="2958">3152 88 7975,'-6'-22'956,"1"1"1421,5 3-1823,0 2 1,2 10-67,1 2 0,8 11-93,8 4 0,3 9 104,4 2 0,-1 5-169,8 6 1,-2 6 69,6 5 0,-2 0-427,2 4 1,-9-3-274,-2-1 1,-8-4-272,-7-4 1,-6-2 43,-5-5 0,-6-3-527,-9-8 0,-2-2 179,-5-5 1,0 2-364,0-2 1,0-1 1237,0-6 0,10-13 0,2 2 0</inkml:trace>
  <inkml:trace contextRef="#ctx0" brushRef="#br0" timeOffset="3166">3770 628 7975,'11'-6'884,"-4"1"236,1 5 0,-1 0-1413,4 0-2185,-5 0 1638,-1 0 840,-5 0 0,-39 5 0,-10 1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37.9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99 82 7690,'0'-11'86,"0"5"1,0 0 296,0 2-151,0 3 0,0-5 211,0 2 9,0 3 35,0-4-317,0 0 1,2 4-98,1-3 1,-1 2-188,1-2 13,-1 3 26,-2-4 0,0 10 82,0 2 1,-4 7-131,0 1 1,-4 5 66,0 2 1,-2 2-183,-1 5 1,0 1 99,0 3 0,2 0-99,1 0 1,0-1 48,4-3 1,-3 3 82,3-3 0,0-2-9,4-1 1,0-8 29,0-3 0,1-3 2,3-1 0,2-5 31,5-2 0,-3-3 85,-1-1 1,0-1-73,4-3 1,4-2 89,0-5 0,1-1-15,-2-3 1,-1-1-29,1-2 0,2-3 11,-1 3 1,0-4-11,-4-4 0,2 3 3,-2-3 0,3 3 34,-7 1 1,-1 0 133,2 0 0,-6 0-119,2-1 1,1 6 79,-2 3 1,1 1-68,-4 2-40,0 0-192,0 5 157,0 1 1,-4 7-121,1 1 1,-1 3 89,4 5 0,-4 2-15,1 1 0,-2 0-32,1 4 1,1 1-76,-4 3 1,5 0 32,-2 0 1,-1 0-44,1 0 0,0 0-46,0 0 0,3 4 181,-3-1 0,3 0 9,1-7 0,0 2-29,0-6 0,1 0 93,3-7 0,2 2 43,5-5 1,-4-1 234,0-3 0,5-8 127,2-3 0,2-8-87,-1 1 0,-3-4 81,3-4 1,1-2-168,-2-5 0,1 3-78,-4 1 1,0 0-106,0-4 1,-1 0-236,-3-1 0,2 6 102,-5 3 0,-1 1-139,-3 2 1,4 4-1330,0-1 229,-1 11 533,-3-7 0,0 15 744,0 0 0,0 5 0,10 36 0,2 6 0</inkml:trace>
  <inkml:trace contextRef="#ctx0" brushRef="#br0" timeOffset="441">574 303 9043,'7'0'-35,"0"0"0,1 0-13,3 0 0,0 0 144,0 0 1,0-4-19,0 0 1,0-3-132,0 3 0,0-3-201,0 3 1,-4-4 109,1 0 1,-1 0 92,4 1 1,-4-3-16,1 2 0,-6-1 63,2-2 0,-3 3-4,-1 1 35,0 0 0,-1-3 9,-3 2 1,2 0 16,-6 4 0,1 0 14,-4 4 0,-4 0 5,0 0 1,-3 2 139,3 1 1,-3 3-84,3 5 1,-3 4 162,3 0 0,-3 4-12,3 0 0,-3 2-115,3 1 1,4 0 130,4 0 0,4 0-114,0 0 0,1 0-7,2 0 1,6-1-77,6-3 0,0-3-111,6-8 1,1 2-665,3-5 0,0-1 152,0-3 0,0 0-130,0 0 0,2-5 653,-2-2 0,8-27 0,-7-8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39.1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276 56 7818,'-1'-12'264,"-3"1"1,3 4 279,-3 0-259,-2 4 0,0-5-43,-5 4 0,4 0-13,-1 4 0,1 0-177,-4 0 1,-4 4 47,0 0 0,-3 4-87,3 0 1,-3 5 91,3 2 0,-4 1-187,0-2 0,3 0-25,2 4 1,3-3-61,3 3 1,-1-3 13,1 3 1,3 0-165,2 0 0,1-1 16,2-2 1,2-3-92,1 3 1,3-1-122,5-3 0,5 3 138,3-7 0,-2-1 375,1 2 0,1-6 0,27-12 0,7-8 0</inkml:trace>
  <inkml:trace contextRef="#ctx0" brushRef="#br0" timeOffset="538">508 122 7818,'0'-11'-327,"0"0"791,0 0 1,0 3-74,0 1-87,0 4-220,0-1 1,-5 4-154,-3 0 1,2 0 12,-1 0 1,-1 3 36,-3 1 1,0 4 45,0 0 0,-3 2 6,-1 1 0,0 0-148,4 0 0,0 0 93,0 0 1,0 3-95,0 1 1,1 0-70,3-4 1,-2 0 6,6 0 1,-1 0-12,4 0 1,0 0 69,0 0 1,0-4-22,0 1 0,5-5 18,2 5 0,3-6 6,1 2 1,-4-3 62,1-1 0,-1 0-14,4 0 1,0-4-2,0 1 1,0-5 2,0 5 0,0-6 106,0 2 0,0-3-60,0-1 0,0 0-30,0 0 0,0 0 127,1 0 1,-1-1 197,0-3 1,-4 3-62,0-3 1,-3 3 142,3 1 0,-4 0 327,0 0 164,-1 0 15,-2 0-413,0 0-121,0 4-86,0 3-345,0 4 175,0 4 0,0 3-94,0 4 1,-2 1-30,-1 3 1,1-3-179,-1 2 0,2 0-233,1 1 0,-2-3 23,-1 3 0,1 1-138,-1-2 0,2 2 147,1-1 0,0-3-17,0 3 0,0-3 445,0-1 0,0-4 0,0 1 0,19-20 0,6-2 0</inkml:trace>
  <inkml:trace contextRef="#ctx0" brushRef="#br0" timeOffset="1018">739 100 7818,'0'-11'1934,"0"4"-1265,0 3-326,0 4-280,0 4 1,0-1 109,0 4 0,0 1-304,0 3 1,0 0-28,0 0 1,0 0-5,0 0 1,0 0 54,0 0 0,0 0-9,0 0 1,-4 0 24,1 0 0,-2 0-67,1 0 1,3 0 63,-3 0 1,2-1-116,-2-3 0,3 3 82,-4-4-36,5 0 70,0-1 0,0-6-5,0-3 0,4-2 54,-1-5 1,6 0 105,-2 0 0,3-1 27,1-3 1,0 3-69,0-3 1,0-1-26,0 1 0,0 0 18,0 0 0,0 3 8,0-3 0,0 3 9,0 1 0,0 1 6,0 2 1,0 0 74,0 4 33,5 1 0,-3 3-61,1 0 0,-2 0 172,0 0 1,-5 4-165,0 4 0,-3 2 14,3 1 1,-4 0 22,0 0 0,-1 3 16,-2 1 1,0 0 101,0-4 1,0 1-128,0 3 1,0-3-12,0 3 1,-2-3-479,-1-1 0,1-4-852,-1 1-1030,-3-1 2251,4-1 0,2-16 0,7-8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41.0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309 242 7741,'7'-7'692,"1"-1"-570,-6 6 0,8-7-30,-3 6 0,-1-5 48,2 5 0,-5-6 14,5 2 0,-5 0-53,5 0 1,-6 0 40,2-4 1,-3 0-91,-1 0 1,0-2 10,0-1 0,-1 2-143,-3-3 1,2 3 89,-6 1 0,-3 0-97,-3-1 0,-1 3 102,4 1 0,-4 3-76,0 5 1,1-3-31,3-1 1,0 2 112,0 5 0,0 3-5,0 5 0,0 5 37,0 3 0,3 3 8,1 4 1,1 2-65,-2 5 1,-1 4-2,1-1 0,2 5-16,-1-5 1,4 5 0,0-4 0,-2-1-92,1-3 0,-1-1 14,2-2 0,1-5-97,-1-6 1,1 0-32,2-4 1,-1 0-762,-3-4 118,3-5 97,-4 4 770,5-9 0,-5-16 0,-1-9 0</inkml:trace>
  <inkml:trace contextRef="#ctx0" brushRef="#br0" timeOffset="421">11 496 7741,'-1'-7'44,"-3"4"158,3 1-457,-4-2 266,5 2 1,1-3-90,3 5 0,-2-1 17,6-2 0,-1 1 99,4-1 1,4 1 0,0 2 1,4 0-23,0 0 1,3 0-110,3 0 1,0 0 121,4 0 0,-1 0 7,2 0 1,0 0-175,-4 0 0,0 0-85,-4 0 1,-5 0-10,-2 0 1,-3 2 129,-1 1 0,-5 0 52,-2 4 0,-3 0 6,-1 5 0,0-5 89,0 0 0,-1 1-92,-3 3 42,-2 4 1,-4 1 31,3 3 1,-2-3 48,6-5-2,-1 0 0,4 0 3,0 0 1,4-4 293,-1 1-215,6-6 0,-3 3 128,5-5 1,-4 0-105,1 0 1,-1-5 73,4-2 1,-4-3-101,1-1 1,-4-1 7,3-3 0,-3 3-331,3-3 1,-5 3-255,2 1 1,-2 0-974,2 0 1395,-3 0 0,-6 0 0,-7 0 0</inkml:trace>
  <inkml:trace contextRef="#ctx0" brushRef="#br0" timeOffset="1317">606 462 7805,'12'-4'406,"-6"2"1,0-3-331,-3 5-55,-1 0 0,3 5 37,-5 3 0,1-2-122,2 1 1,-1 2 32,1 5 0,-1-1-125,-2 1 0,0 0 102,0 1 1,0-3-122,0 2 1,0-1 108,0-2 0,0 0 98,0 0 0,-2 0 294,-1 0 13,1-5 375,-2 4-447,4-9 1,0 3 52,0-8 0,0 2-55,0-6 1,1 1-69,2-4 0,4 0-375,4 0 1,0-4 51,0 0 1,0-1-74,0 2 0,3 1-116,1-1 0,5 2-323,-2 1 0,3 0 159,1-1 1,-4 3-203,1 1 0,-1 0 681,4 4 0,-1-3 0,-3 3 0,-2 0 0,-5 4 0,2 0 0,1 0 0,-5 0 0,2 0 0,-3 0 0,3 0 0,0 0-3,-4 0 211,2 0 358,-7 0-127,2 5 1,-8 0 30,-4 3 1,-2 1-104,-1-1 1,0 1-113,0 3 0,-3-1-57,-1 0 1,-3 0-94,3 0 1,0 0-15,4 0 1,0 0-143,0 0 0,4 0 10,-1 0 1,6 0-98,-2 0 1,3-4-36,1 0 0,1-3 65,3 4 1,6-6-38,4 2 1,5-3 63,-4-1 1,4 0 23,0 0 0,0 0 33,-1 0 0,3-1-9,-2-3 1,2 2-6,1-6 0,-4 1 9,0-4 0,-3 3-22,3 1 1,-4 0-22,1-4 1,-3 0-91,-1 0 1,0 3 58,0 1 0,0 0-118,0-4 100,0 0 0,-1 0-22,-3 0 1,-1 3 80,-2 1 1,-3 3 147,3-3 28,-3 4 0,-2-5 41,-3 4 0,2 0 43,-6 4 1,1 0-24,-4 0 0,0 2 131,0 1 0,-1 0-98,-3 4 1,3 0 66,-3 5 1,-1-1 109,1 0 0,1-2 256,3-1-464,0 6 1,0-3 20,0 8 0,4-3-13,4-5 1,6-1-13,5-3 1,7 3-149,3-3 0,8-2 142,3-1 1,3-3-7,1-1 0,4 0-309,-1 0 0,0-5-75,-7-2 1,2 0-511,-5 0 0,-5 0-234,-7-4 0,-3 3 967,-3 1 0,-28-5 0,-11-5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43.9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22 9860,'11'0'299,"1"0"0,2 0-175,1 0 0,1 0-112,-1 0 0,0-3-119,4-1 0,2 0 53,-3 4 1,-1 0 21,2 0 1,-6-3 40,2-1 0,-3 0-275,-1 4 253,0 0-9,0 0 0,-4 0 103,1 0 181,-6 0-114,3 0 88,-5 0-81,-5 0 13,4 0-8,-4 0-82,0 5 1,3-2 9,-6 4 0,5-3 8,-5 3 1,2 0-107,-1 4 0,-3 0 39,3 0 1,-3 0-72,-1 0 1,0 4 62,0 0 0,0 3-14,0-3 1,-4 4-15,0 0 0,1-2-102,3 1 1,0-4 101,0 1 0,0-3-10,0-1 1,3 0 123,1 0 1,3-5 21,-3-2 27,4 2-71,-1-5 24,4 4 168,0-5-74,0-5 12,4 4 1,3-4-200,4 5 1,0 0-149,0 0 0,0 0-272,0 0 1,3-1-105,1-3 1,5 3-366,-2-3 0,3 3 292,1 1 1,0 0-571,0 0 1151,0-5 0,20-1 0,4-5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45.5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34 7742,'-5'-6'1605,"4"-4"-638,-3 3-470,3 2-154,1 0 1,0 7-10,0 6 0,0-1-139,0 8 1,1 2-37,3 1 0,1 7-74,2 0 1,1 6-202,-4-2 1,4 3-54,-5 1 1,5 0-260,-5 1 1,1-3 264,-4-1 0,0-3-82,0-5 1,0-1-470,0-3 532,-5 3 0,3-10 61,-6 0 1,5-5 158,-5-6 246,6 0 1,-4-4-144,2 1 1,3-6-32,-3 2 1,3-7-74,1-1 1,0 1 14,0 3 1,0-1-70,0-3 1,0 3-70,0-3 1,3 3-205,1 1 0,5 0 91,-2 0 1,3 0-42,1 0 0,0 3 130,0 1 1,0 3 24,0-3 0,4 4 22,-1 0 1,5 3 97,-5 3 1,6 1-12,-2 7 1,-2-2-43,-1 5 1,-4 2 24,-4-1 1,-2 1 16,-5-1 0,-1-3 116,-3 2 1,-3-1-148,-8-2 1,-2 0 5,-5 0 1,0-4 3,0 1 0,0-6 4,0 2 0,0-3-7,0-1 0,10-25 0,2-5 0</inkml:trace>
  <inkml:trace contextRef="#ctx0" brushRef="#br0" timeOffset="375">376 387 7742,'7'0'329,"0"0"0,-3 0-159,3 0 1,-3-2-17,3-1 1,-3 2 145,3-3-228,1 3 1,3-3-60,0 0 0,0-3-269,0 3 1,-4-1 142,1 2 0,-1-2-104,4-3 1,-4 0 27,1 4 1,-6-4 28,2 0 1,1 2 282,-2-1 1,0 3-63,-7-3 0,2 4 41,-6 0 0,-3 1-35,-3 2 0,-2 0 140,1 0 0,-1 5 62,-2 3 1,-2 1 120,5 3 1,-3-1-2,3 0 1,1 0 9,3 0 0,1 3-67,2 1 1,3 1-175,5-1 1,2-3 27,1 3 0,5 0-64,6 0 1,8-1-119,8-7 1,5-2-304,2-5 1,1 0-647,-1 0 1,-7-3-1650,4-4 2594,-9 0 0,-12-34 0,-10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44.4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45 7742,'-1'-10'934,"-3"3"-592,3-3 1,-4 8 89,5-6 108,0 6 234,0-3-481,0 20 0,0-6-47,0 14 1,0-3-86,0 6 0,0-1 0,0 4 0,0-1-353,0 2 1,0 1-119,0-1 0,-4 0-322,1 0 0,-5 0 194,4-4 0,-3-4-315,3-3 1,-3-6-373,3 2 109,-4-3 1016,2-6 0,0-50 0,1-17 0</inkml:trace>
  <inkml:trace contextRef="#ctx0" brushRef="#br0" timeOffset="419">1 232 7834,'0'-11'566,"0"5"1,0 0-249,0 3-54,0 1-319,0-3-78,4 5 0,3 0 67,4 0 0,0 0 4,0 0 0,5 0 39,2 0 0,-1 0-154,2 0 1,3 0 43,3 0 0,1 2-47,-4 1 1,-4-1 109,1 1 0,-2 0 2,1 0 0,-2-1 133,-5 1-92,0 3 1,-1-3 16,-3 4 0,-2-3 15,-5 3 0,-1 1 96,-3 3 0,2 0-101,-5 0 1,-1 0 5,-3 0 1,4 1-55,0 3 0,4-3-4,-1 3 0,3-3-56,1-1 0,1 1 101,3 3 1,3-7 26,8 3 0,-1-7 7,4 0 1,0-3 117,4-1 1,-3-5 11,-1-2 1,-4-3 257,0-1 0,-3-4-61,-3 0 1,-3-4 111,-5 0 0,-2 2-447,-1-1 1,-5 3-230,-6-3 1,-3 6-395,-6 1 0,5 0 239,0 3 0,1 3 365,-2 2 0,-2 6 0,4 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46.7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23 265 8000,'0'-11'1896,"0"0"-1405,0 5-246,0 1 1,0 7-8,0 1 0,0 5 90,0 6 0,1 4-146,3 4 0,-3 1-117,3 3 1,-3 0-156,-1 4 0,4 2-92,-1-3 1,1 3-325,-4 1 1,0 0 283,0 0 1,-1-3-136,-3-1 1,3-9-105,-3-2 0,-1-5-237,2-2 0,-2-4 38,1-4 1,3-4 659,-3-6 0,3-35 0,1-17 0</inkml:trace>
  <inkml:trace contextRef="#ctx0" brushRef="#br0" timeOffset="234">1 299 7723,'0'-11'214,"4"0"59,-1-1 1,5-2-24,-5-1 1,6 4 122,-2 4 0,3 1-130,1-2 1,4 0-26,-1 4 0,5 0-5,-5 4 1,6 2 24,-2 1 1,3 3-206,1 5 0,0 5-98,0 3 1,-4 1-102,-4 3 0,-5-1-23,-2 0 0,-6 0-172,-1 0 0,-5-1 125,-6-3 1,-4 2-127,-4-6 0,-3 0 92,-4-7 1,3 2-124,-3-6 0,4 1-929,4-4 1322,-3 0 0,33-39 0,3-10 0</inkml:trace>
  <inkml:trace contextRef="#ctx0" brushRef="#br0" timeOffset="528">574 277 7723,'6'-12'0,"-1"1"0,-5 4 1453,0 0-1067,0 4 1,-1-2-231,-3 5 0,2 2-25,-6 1 1,1 3-90,-4 5 1,0 2-33,0 1 0,0 0-217,0 4 1,0-3 57,0 3 1,0 1-159,0 3 1,1 0 155,3 0 0,2-4 133,5 1 1,0-2 91,0 1 1,6-3-7,5-8 0,5-2 192,6-5 1,-1-1-114,-3-3 1,3-3 133,-3-8 1,-2-2-309,-1-5 0,-8-1-258,-3-3 1,-3 3-1082,-1-3 1,-5 3 1365,-2 1 0,-27-5 0,-8-2 0</inkml:trace>
  <inkml:trace contextRef="#ctx0" brushRef="#br0" timeOffset="962">927 199 7886,'-4'-7'0,"-1"1"588,-1 1 0,3-2-180,-5 3-261,1 0 0,-4 4 79,0 0 1,0 0-26,0 0 1,0 4-179,0 0 1,1 4-48,3 0-114,-3 1 1,5 2 221,-3 0-182,4 0 1,4 0-28,0 0-46,0 0 1,1 1 23,2-1 1,4-2-124,4-1 1,0 0-40,0-4 0,3 4-155,1 0 1,1-2 129,-1 1 1,-3-3 107,3 3 1,1-3 139,-2 3 1,1-3 124,-4 3 0,-1-3 481,-3 3-478,3-4-160,-4 7 1216,0-4 1,-6 1-580,-7 0 0,-4 0-531,-4 0 1,2-1-171,-6-2 0,0 1-403,-7 2 0,1-1 285,-4-2 0,5-3-141,-2 3 0,3-3 441,0-1 0,11-10 0,2-2 0</inkml:trace>
  <inkml:trace contextRef="#ctx0" brushRef="#br0" timeOffset="1161">1103 299 7723,'8'3'-228,"-2"2"526,-1 1 0,2-2 473,-3 3 0,1 1-344,-2 3 1,0 1-199,4 3 0,-5-2-187,2 5 1,-3 1-214,-1 3 0,0-4-306,0 1 0,0-5-12,0 5 0,0-6-509,0 2 0,-1-7 998,-3 0 0,3-30 0,-4-4 0</inkml:trace>
  <inkml:trace contextRef="#ctx0" brushRef="#br0" timeOffset="1293">1059 100 7723,'-5'-11'204,"-1"0"1,-1 1 1,-1 3-888,1 2 0,0 5 12,-1 0 670,6 0 0,2 20 0,6 4 0</inkml:trace>
  <inkml:trace contextRef="#ctx0" brushRef="#br0" timeOffset="1603">1236 12 8691,'0'-6'1337,"0"1"0,0 7-854,0 6 0,4 1-195,4 14 1,2-3-95,1 10 0,0 3-237,0 4 0,3 4-291,1 0 1,-4 2-647,-4 1 0,0-5 370,0-2 1,-2-8-56,-5-3 1,0-8-336,0-3 0,-5-3 1000,4-6 0,-14-25 0,3-12 0</inkml:trace>
  <inkml:trace contextRef="#ctx0" brushRef="#br0" timeOffset="1878">1214 254 8033,'0'-11'407,"0"0"0,1 4-239,2 0 0,0 3 100,4-3 1,1 4 101,3 0 1,5 1-108,2 2 0,6 0-25,2 0 1,5 5-110,-2 3 1,-1 1 31,2 2 0,-2 0-119,1 0 0,-2 2-24,-5 1 1,-5 0-165,-2 4 0,-3-3 51,-1 3 1,-4-4-105,-4 0 1,-2 2-112,-1-1 0,-1 0-279,-2-4 0,0-1-479,-4-3 233,4-2 0,-3-5 835,2 0 0,13-34 0,-2-9 0</inkml:trace>
  <inkml:trace contextRef="#ctx0" brushRef="#br0" timeOffset="2010">1544 78 7723,'-3'-11'1112,"-2"0"-72,-1 0-1206,3 5 0,-1 1-1731,8 5 1897,-3 0 0,29 29 0,0 8 0</inkml:trace>
  <inkml:trace contextRef="#ctx0" brushRef="#br0" timeOffset="2735">1699 243 8744,'0'11'169,"0"2"-173,0 1 1,0 0 12,0 4 0,4 1-150,4 3 1,-2 0 27,1 0 0,-1-4-159,2 1 1,2-6 113,-3 2 1,-1-7 65,1 0 1,1-6 16,3 2 1,0-4-73,0-4 0,0-3-104,0-8 1,0 2 126,0-6 0,0 4-13,0-3 0,0 1 142,0-1 0,-4-2 141,1 5 1,-5-3-41,5 3 0,-6 1 178,2 2 1,-3 1 64,-1 0 88,0 5 206,0 1-261,0 5 1,0 5-256,0 3 0,0-2-17,0 1 1,4 0-130,-1 5 0,6-1 66,-2 0 1,2-4-147,-2 0 0,3-3 64,-3 3 0,3-1 35,1 2 1,-3-3 12,-1-5 0,0 0-89,4 0 1,0 0 28,0 0 1,-3 0-123,-1 0 1,0-2 106,4-1 1,0 0-89,1-4 0,-5 0 57,0-4 0,-4 0-19,0 0 1,2 0 20,-1-1 0,0 5 57,-4 0 0,-2-1 64,-1-3 0,-3 4 8,-5 0 1,0 4 180,-1 0 0,-3 1 181,-4 2 1,2 0-64,-1 0 0,3 2 117,-3 1 1,4 0-113,-1 4 0,3 0 39,1 4 0,1 5-85,3 3 1,2-2-45,5 1 1,0 1 10,0 3 0,6 0 108,5 0 1,6 0-126,9 0 0,-3-5-191,3-2 0,1-7-169,-1 0 1,0-6-231,-4 2 0,0-4-536,0-4 0,-2-2 311,-1-5 1,-2 0-1249,-2 0 1817,-8-5 0,-7-11 0,-12-7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51.0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45 7695,'-6'-5'0,"1"4"0,5-5 227,0 2 283,0 3-176,0-9 1,-1 9-96,-2-3 1,1 2 362,-1-2-263,1 3 23,2-4 308,0 5 1,0 5-512,0 2 1,0 8-117,0 3 0,0 4 51,0 4 0,0 2-217,0 5 0,0 4 73,0 0 0,-1 4-126,-3 0 0,3-3 109,-2-2 0,1-3-2,2-3 1,-3-3-172,-1-5 0,0-5-23,4-2 178,0-8 71,0-2 38,0-5-1,0-5 0,0 3 57,0-6-138,0 1 0,0-8-108,0 1 1,2-1 34,1 4 0,-2 0 62,3 0 0,1-4-15,-1 0 0,3 1-24,-3 3 1,4-4-96,0 0 0,1 1 60,2 3 1,0 3-23,1 1 0,-1 1 100,0-2 0,3 3 1,1 5 0,3 0-60,-3 0 1,5 5 98,-2 3 1,-2 2 152,-1 1 1,-4 3-106,-4 1 1,2 3 106,-6-3 1,1 1-81,-4-1 0,-1-3 124,-3 3 0,-6-3-108,-4-1 1,-6-4-248,2 1 1,-3-5-294,-1 5 1,3-6 151,1 2 1,4-3-69,0-1 1,2 0 389,0 0 0,11-29 0,2-8 0</inkml:trace>
  <inkml:trace contextRef="#ctx0" brushRef="#br0" timeOffset="468">353 254 7695,'1'-6'518,"3"3"1,-3 0 168,3-1-382,-3 3 1,-1-2-185,0 6 0,4 0-45,-1 4 0,2 2-55,-1 5 0,1 0-177,2 4 1,2-4-122,-5 0 0,4 2 144,-1-1 1,0 1-21,0-1 1,-3-7 63,3 3 94,-5-2 1,5 1-65,-4-3 1,0-2 16,4-5 2,0 0 1,4-5 26,0-2 0,0-3-125,0-1 0,0 0 70,1 0 0,-5-4 132,0 0 1,1 1 5,3 3 0,-4 0 85,0-1 1,-1 1-81,2 0 0,-2 2 98,-2 1 1,-2 0-1,5 4 39,-4 0-75,7 4 1,-5 2-43,2 1 1,3 3-59,-3 5 0,2 4-8,-2 0 1,3 3-95,-3-3 0,2 4 98,-2 0 1,-2 2-9,-5 1 1,0 0 124,0 0 1,0 0 177,0 0 0,-9-1-66,-2-3 0,-3 2-114,-1-6 1,-2 1-23,-5-4 0,0-5-206,0-2 0,0-3-315,0-1 0,-1 0-238,1 0 0,4-5-1606,0-2 2239,4-8 0,13-26 0,8-12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1:53.9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149 252 7723,'7'0'-118,"0"0"316,2 0 226,1-4-43,1 2 0,-1-4 85,-3 3-286,3 1 1,-9-4 222,3 3-49,2 1-146,-5-3-230,4 0 1,-6 4-14,-3-2 1,-2 1-205,-5 2 0,0 0 92,0 0 0,-4 0-58,0 0 1,-3 4-26,3 0 0,1 3-140,3-3 323,-5 4 0,5-5-27,0 4 0,1-3 3,6 3 0,1-3 47,3 3 1,0 1 7,0 3 0,6-3 3,5 3 1,2-2-29,9 5 0,-1-1 9,8-2 1,-4 3 3,1 1 0,-1 0-3,-3-4 0,2 3 39,-10 1 0,0 0-3,-7-4 0,-2 0 78,-5 0 0,-8 0 187,-4 0 1,-7-4-161,-3 1 0,-5-5-61,-6 5 1,1-6-515,3 2 0,-3 1 27,2-2 0,5 1-689,3-4 1127,0 0 0,34-24 0,2-7 0</inkml:trace>
  <inkml:trace contextRef="#ctx0" brushRef="#br0" timeOffset="392">413 396 7829,'2'6'421,"1"-2"0,0-3-275,4-1 1,-3 0 65,3 0 1,2 0-206,5 0 1,0 0-108,4 0 1,-3-1-111,3-3 1,-3 1 102,3-4 0,-4 3-111,0-3 1,-1 3 117,-2-3 0,-1 0 71,-3-4 0,-2 0 4,-5 0 1,-1 3 5,-3 1 0,-2 1 94,-5-2 0,-5 0 8,-3 4 0,2 1 77,-1 3 1,0 0-13,-4 0 1,4 1 69,4 2 0,-1 1-57,4 7 1,-1-2 26,8 5 1,0 2-89,4-1 0,2 5 38,1-2 0,5-1-70,6 2 1,5-2-120,6 1 0,0-2-333,4-5 1,1 0-104,3 0 1,-1-5-283,-3-2 0,-1-3 374,-2-1 0,-4-1 395,0-3 0,0-31 0,-5-13 0</inkml:trace>
  <inkml:trace contextRef="#ctx0" brushRef="#br0" timeOffset="659">865 43 7732,'-7'-5'234,"0"-2"0,3-2 992,-3 2-841,4 2 1,-2 6-131,5 3 0,0 2 58,0 5 0,5 5-106,2 2 1,3 4-1,1 4 1,0 1-127,0 2 1,0 3-167,0-2 0,0 1-66,0 3 0,0-3-384,1-1 0,-5-3-150,0-5 0,-1 0-33,2 0 32,1-5 1,-6-2-287,4-8 972,-4-2 0,5-6 0,-4-3 0,0-7 0,5-26 0,4-9 0</inkml:trace>
  <inkml:trace contextRef="#ctx0" brushRef="#br0" timeOffset="916">1075 65 7732,'0'-11'-1377,"0"0"3316,0 0-642,-5 0-445,4 0-531,-4 5 0,5 2-11,0 8 0,0 3-88,0 8 1,5 2 24,2 5 1,-1 1-100,1 3 1,1 2-104,3 5 0,0-3-95,0-1 0,-1 0-139,-3 5 1,2-3-125,-6-1 1,5 0 90,-5-4 0,1 0-214,-4-4 1,1-1 114,3-3 0,-3-6-657,3-4-75,-3-6 736,-1 3 1,-5-49 0,-1-11 0</inkml:trace>
  <inkml:trace contextRef="#ctx0" brushRef="#br0" timeOffset="1284">667 286 7732,'-6'0'615,"1"-5"1,7 3-199,6-1 0,1 2 43,13 1 0,1 0-255,10 0 1,2 0-179,9 0 1,5 1 6,3 2 0,2-1-228,1 1 0,-6-1 6,-5-2 0,-6 0-179,-9 0 1,-3-2 192,-8-1 1,-2 1-11,-5-1 481,-5-3 40,-1 4 326,0-3-376,-4 5 0,5 0 109,-2 0 1,-1 5-186,4 3 1,-3 2 1,3 1 0,-1 0-163,1 0 1,3 1-40,-2 3 0,-2-3-155,1 2 1,-3 2-101,3-1 0,-3 0-264,3-4 1,-4 0-22,0 0 0,2-4-411,-1 1 0,1-6 268,-2 2 672,-1-3 0,3-30 0,-5-8 0</inkml:trace>
  <inkml:trace contextRef="#ctx0" brushRef="#br0" timeOffset="1415">1306 76 7732,'-6'-11'198,"-4"-5"292,4 4-818,0-4 0,2 10 328,8 2 0,17 23 0,8 5 0</inkml:trace>
  <inkml:trace contextRef="#ctx0" brushRef="#br0" timeOffset="1974">1593 275 7842,'-6'0'1707,"1"0"-1223,5 0 0,0 4-310,0 4 1,0-1-77,0 4 1,0-2-234,0 5 1,1 2-9,3-1 0,-3 1-28,3-1 0,1-3 106,-2 3 0,1-3-189,-4-1 23,5 0 34,-4 0-41,4 0 19,-5-5 70,0-1 71,0-15 1,0 5 142,0-9 1,0 4-86,0-5 1,0 3 73,0 1 0,1-1-50,3-3 0,-2 3 89,6-3 0,-5 3-52,5 1 1,-1 0 83,4 0 1,0 1-42,0 2 1,0 0-7,0 4 0,1 1 143,3 3 1,-3 0-106,3 0 0,1 1-213,-1 2 1,-1 4-39,-3 4 0,0 0-291,0 0 0,-1 3 148,-2 1 1,1 1-40,-1-1 0,0-3-76,0 3 1,1-3-626,-1-1 1018,-3 0 0,5-10 0,-4-2 0</inkml:trace>
  <inkml:trace contextRef="#ctx0" brushRef="#br0" timeOffset="2505">2188 352 7732,'11'-11'127,"0"0"1,-3 0 265,-1 0 0,-5 3-45,2 1 0,-3 0 388,-1-4-269,0-1 0,0 1-197,0 0 0,-5 2-28,-2 1 0,-3-2-141,-1 3 1,-3 1-148,-1-1 0,-4 4 68,5 0 1,-6 1-190,2 2 0,-2 0-3,2 0 0,-2 2-47,6 1 1,-5 3-176,4 5 0,2-3 53,6-1 1,-2 0-51,5 4 0,1 0 109,3 0 1,0 1-3,0-1 0,1 0 116,3 0 0,5 0 6,6 0 0,1-4 217,-1 0 1,-2-4 4,6 0 0,-6-1 23,2-2 0,-3 0 36,-1 0 1,0 0 233,0 0 1,0 0 234,0 0-208,0 0 1,0-2 169,0-1-11,0 2-483,0-4 0,0 5 82,0 0-50,0 0 0,0 1-17,0 3 1,0-2-140,0 5 1,-3-1 30,-1 2 1,-1 3-116,2 0 1,0 0 92,-4 4 1,3 1-88,-3-2 1,0 5 254,-4-5 1,0 5-14,0-5 0,-5 5 80,-3-5 0,-5 1-65,-2-4 0,-4 0 176,0 0 1,-3-5-219,-4-2 0,3 1-15,-3-1 1,-1-1-172,2-3 0,-1 0-339,4 0 0,1-5-796,3-2 1,2 1 152,5-1 1097,5-1 0,25-8 0,12-1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04.8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364 210 7649,'1'-7'-148,"3"-1"159,-3 6 1,4-4 489,-5 2-24,0 3-3,0-9-253,0 9 0,0-5 236,0 2-281,0 3 0,-1-4-104,-3 5 0,2 0-90,-5 0 1,-1 0 89,-3 0 1,0 0-116,0 0 0,0 5 11,0 2 1,-4 4 15,1 4 0,-1-2 21,4 6 0,0 0-140,0 7 0,1-2 58,3 6 1,-2 3-84,5 4 1,1 1 76,3-2 0,0-1 4,0 1 1,0-2 32,0-5 1,0-3 12,0-8 1,-1 2-16,-3-6 0,-2 1-14,-5-4 0,0-1 3,0-3 1,-2-1-51,-1-2 1,0-3-136,-4 3 1,4-3-375,0-1 0,0 0 11,0 0 607,1 0 0,2-15 0,6-3 0</inkml:trace>
  <inkml:trace contextRef="#ctx0" brushRef="#br0" timeOffset="189">22 497 7722,'7'-5'0,"-3"-1"551,1-1 0,-2-1-325,4 4 1,-3-3-580,3 3 29,1 1 1,3 3-443,0 0 1,0 0 312,0 0 453,0 0 0,34 4 0,9 3 0</inkml:trace>
  <inkml:trace contextRef="#ctx0" brushRef="#br0" timeOffset="483">563 419 7722,'0'-11'582,"0"5"-18,0 1-307,-5 5 1,-1 0-108,-5 0 1,0 5 24,0 3 1,0 5-77,-1 2 0,1 4-151,0 0 1,5 2-43,3 1 0,-2 1-157,1 3 0,0-3-262,4 3 0,5-3 152,3-1 1,1-4-254,2 1 0,0-7 141,1-1 473,-1-5 0,19-16 0,6-2 0</inkml:trace>
  <inkml:trace contextRef="#ctx0" brushRef="#br0" timeOffset="1406">739 419 6690,'-11'0'869,"5"0"1,0 0-31,2 0-299,3 0-61,-4 0-312,5 0 0,5 0-52,2 0 1,3 0 55,1 0 0,1 0-94,3 0 1,-2 2-11,6 1 0,-2-1-207,1 1 0,2-2 70,-5-1 1,3 0-46,-3 0 1,-1 0 23,-3 0 0,0 0 136,0 0 1,-3 0 115,-1 0-53,-4 0 177,2 0 91,-5 0-496,-5 0 81,3 0 1,-2 2 0,4 1 13,-5-1 28,3 2 1,-3-2 29,5 1 1,-1-1 42,-2 1-59,1-1-3,-3-2 0,4 3 309,-2 1-159,1 0-88,-3-4 19,5 0-126,0 4-25,0-2-36,-4 3-16,2-5-135,-3 0 118,5 0 86,-4 0 29,2 4 0,-6-1-2,4 4 0,-3-3-58,3 3 30,-5 1 0,3 3 20,-5 0 1,0 0-2,0 0 0,4 0-3,0 0 0,-1-1 5,-3-3 0,4 3-23,-1-3 1,6-1 50,-2 2 0,-1-5 14,2 5 54,-1-6 20,4 3 1238,0-5-1328,5 0 1,1 0 62,5 0 1,0 0-117,0 0 0,4 0-58,0 0 0,3 0-249,-3 0 0,3 0-55,-3 0 1,3 0-297,-3 0 1,3 0 144,-3 0 1,1-1-223,-1-3 0,-3 3 363,2-3 0,-1 3 418,-2 1 0,0-10 0,0-2 0</inkml:trace>
  <inkml:trace contextRef="#ctx0" brushRef="#br0" timeOffset="1706">1158 375 7722,'-5'-11'811,"4"4"-478,-3 0-80,3 4 33,1-2 1,1 5 130,3 0 0,2 5-150,5 3 1,1 3-18,3 3 0,1-2-215,2 3 0,3 1-9,-3-1 1,3 3-2,1-3 1,-5 3-70,-2-3 1,-3 5-251,-1-2 1,-4-1 5,-4 1 0,-2-3-185,-1 4 1,-6-6-81,-5 2 1,-3-3-1080,-5-1 1632,-2 0 0,-15-5 0,-11-1 0</inkml:trace>
  <inkml:trace contextRef="#ctx0" brushRef="#br0" timeOffset="2373">155 497 10483,'11'0'176,"0"0"0,0 0-320,0 0 0,4 0-431,-1 0 1,5 0 375,-5 0 199,6 0 0,22-10 0,10-2 0</inkml:trace>
  <inkml:trace contextRef="#ctx0" brushRef="#br0" timeOffset="3090">1665 596 7225,'-6'0'1214,"1"0"-528,0 0-204,4 0 1,-4 0-298,5 0 1,5 0 12,2 0 0,3 0-15,1 0 0,0 0-13,0 0 1,5 0-265,2 0 1,0 0-171,0 0 1,-1 0-357,1 0 0,2 3 85,-5 1 1,3 0-432,-3-4 0,0 0 966,-4 0 0,-20-5 0,-4-1 0</inkml:trace>
  <inkml:trace contextRef="#ctx0" brushRef="#br0" timeOffset="3290">1654 706 10778,'15'0'14,"-1"0"0,6 0-996,-2 0 1,3 0 326,1 0 0,4 0 655,0 0 0,34 0 0,5 0 0</inkml:trace>
  <inkml:trace contextRef="#ctx0" brushRef="#br0" timeOffset="3990">2349 574 7567,'0'6'1291,"0"-1"-1074,4-5 1,3 0-49,4 0 0,-2 1-3,-1 3 0,2-3 28,-3 3 0,4-3 1,4-1 0,-3 0-365,3 0 0,-3 0 91,-1 0 1,0 0 6,0 0 1,4 0 48,-1 0 1,-3-4 30,-3 0 0,-2 0 54,1 0 0,3 1-6,-3-4 1,-2 3 86,-1-3 14,-3 0 1,3-4-71,-1 0 0,1 3 106,-4 1-218,-5 0 1,-1-4 43,-5 0 1,0 3-138,0 1 0,-4 4 125,1 0 0,-5-2-102,5 1 1,-6 1 149,2 3 1,-2 1-8,2 2 1,-3 2 196,2 3 1,0 5-19,0-2 1,2 4-106,3 0 0,3 2-70,0 5 0,1-4-76,6 0 0,0 1 201,4 3 0,7 4 74,4-1 0,4-3-109,8-3 1,3-6-32,4 2 1,2-3-304,1-1 1,0-5-226,0-2 1,-1-3-279,-3-1 0,2-1 40,-5-3 1,-1-2-535,-3-5 0,-5-1 1189,-2-3 0,-17-12 0,-6-7 0</inkml:trace>
  <inkml:trace contextRef="#ctx0" brushRef="#br0" timeOffset="4849">2547 12 7730,'-6'0'1084,"1"0"-90,5 0-750,0-5 0,1 3 0,3-1 0,2 2-52,5 1 1,0 0-65,0 0 0,0 0-107,0 0 0,4 0 81,0 0 1,3 0-120,-3 0 1,1 0 68,-2 0 0,-2 0 6,3 0 0,-3 0-36,-1 0 1,0 0-70,0 0 1,-3 0 58,-1 0 1,-3 0 56,3 0-9,-4 0 39,2 0 522,-5 0-414,-5 0-128,3 4 1,-4-1 83,3 4-135,1-4 0,-6 6-75,4-1 1,-4-2 54,0 1 1,2 1-100,-1 3 0,-1 1-110,-3 3 0,0-3-14,0 3 1,4 0 23,0 0 0,-1 1 107,-3-1 0,4-3 36,0 3 1,3-3 73,-3-1 0,4-4 471,-1 1-268,3-1-1,1-1 1,1-1-117,3-5 0,2 0 220,5 0 1,5 0 225,3 0 0,-2-1-370,1-3 1,0 3-267,4-3 0,1 2-125,-1-2 0,0 3-442,0-3 1,-1 3-21,-3 1 0,1 0-605,-4 0 1,-4 0-916,-3 0 2185,-6 0 0,-26 0 0,-13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13.30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264 519 8066,'6'0'1415,"-1"-1"-1099,-5-3 0,0 2-20,0-6 0,0 5-49,0-5 0,-4 1-17,0-4 0,-4-4 0,0 1 1,2-6-192,-1 2 1,0-3 1,-4-1 1,3 0-128,1 0 0,3 0 127,-3 0 1,4 4-87,0 4 0,0-2-6,0 1 0,1 4-343,-1 4 188,1 4 1,1 0-100,-2 6 1,0 8 160,-4 8 1,-1 6 162,-3 5 1,0 2 17,0 1 1,0 1-58,0 3 1,0-3 63,0 3 1,0-3-46,0-1 0,1-5 23,3-2 1,-2-6 15,6-2 0,-2-8 255,1 1-292,3-8 1,-4 1 71,5-8 0,5-2 106,2-5 0,3 0-80,1 0 1,5-3-1034,2-1 0,3-3 354,1 3 0,4-4 144,0 5 0,1-5 81,-2 5 1,2-1-33,3 4 1,0 0 275,-4 0 1,2 1 105,-6 3 1,3-2 240,-7 6 0,-3-2-104,-4 1 578,-5 3-468,-6-4 1,-6 5 32,-5 0 0,-6 0 27,-9 0 0,-2 0 62,-5 0 0,-1-4-42,-3 0 1,3 0 118,-3 0 1,-1 3-65,1-3 0,5 2-190,6-2 1,4 3-13,4-3 62,2 3-232,10 6 1,2 0 118,8 2 1,7 3-88,7-3 0,3 4-382,1 4 1,5-3-175,3 3 1,5 2-398,2 1 1,3-1 341,-3 2 574,0-6 0,6 8 0,2-4 0</inkml:trace>
  <inkml:trace contextRef="#ctx0" brushRef="#br0" timeOffset="789">1179 232 7663,'0'-7'76,"-2"0"236,-1-2 0,0 3-197,-4-1 1,0 4-10,-4 0 0,0-2-7,0 1 0,-4 0-81,0 4 0,-4 0 92,0 0 0,-2 2-98,-1 1 1,0 0-198,0 4 1,1-1 121,3 1 1,-2 3-87,6-2 1,-1-2 15,4 1-152,0 0 197,5 4 70,1 0 0,5 1 3,0-1 0,5-4-9,2 0 1,4-1 7,4 2 1,-2 2 32,6-3 1,0 1 13,7 0 1,-1 2 26,4-3 0,0 3 2,4 1 0,1 0-4,-1 0 0,0 0-90,0 0 0,-1 1-114,-3 3 0,-2-3 147,-5 3 1,-2 1-10,-6-2 1,0 1 110,-11-4 1,0 0 183,-7 0 1,-3 0-35,-8 0 1,-6-5 236,-4-2 0,-7-3-109,-1-1 0,0 0-242,-4 0 0,3 0-256,1 0 0,-1-5 274,1-2 0,5 1 35,2-2 1,9 1-740,6-4 1,5 0-2143,6 0 2691,0 5 0,88-19 0,-32 13 0,-1 0 0</inkml:trace>
  <inkml:trace contextRef="#ctx0" brushRef="#br0" timeOffset="1198">1697 431 7743,'0'-11'1997,"0"0"-1622,0 0 1,-5 3-150,-2 1 1,-1 5-79,-3-2 1,1 3-79,-8 1 1,1 3-195,-1 1 1,-2 5-105,5-2 1,-3 3-97,3 1 0,0 0 98,4 0 1,2 0-163,1 0 0,3 0 142,5 0 0,0 0-363,0 0 419,0 0 1,5-1 21,3-3 1,1-2 180,2-5 0,0 0-13,1 0 1,2-1-68,1-3 0,0 2 47,-4-6 0,0 1 132,0-4 0,0 4 192,0-1 27,0 1 1,-1-4-103,-3 0 0,-1 1 308,-2 3 361,-3-3-283,4 4 135,-5 0-393,0-4-348,0 9 0,1-3-126,3 8 0,-2 1-426,6 2 1,-1 3 223,4-3 1,0 7-183,0 0 1,0 1-7,0-4 1,0 0 54,0 0 1,0-1 23,0-3 1,1 2 427,3-6 0,2-18 0,5-10 0</inkml:trace>
  <inkml:trace contextRef="#ctx0" brushRef="#br0" timeOffset="1450">1862 210 7782,'-6'-11'338,"-2"4"141,4 0 62,0 4-240,4-2 0,1 7-52,3 1 1,2 5 197,5 6 1,0 1-249,0 7 0,2-2-171,1 5 0,-2 0-37,3 1 1,-3-3-289,-1 3 1,0 0-327,0 0 1,-3-1 266,-1-7 0,-4 3-249,0-3-301,-1-2-441,-2 0 1347,0-10 0,-5-40 0,-1-15 0</inkml:trace>
  <inkml:trace contextRef="#ctx0" brushRef="#br0" timeOffset="1709">1796 398 8434,'1'-6'553,"3"2"1,0 3-325,7 1 0,-2 0 95,10 0 1,3 0-125,4 0 1,4 0-1,0 0 1,1 1 20,3 3 1,-1-2-28,0 5 0,-5 1-162,-2 3 0,-3-4-10,-1 1 0,-1 3-97,-3 3 1,-3 1 85,-8-4 0,2 0-123,-6 0 1,5-4-351,-5 1-544,1-1-253,-4-1-723,0-1 1982,0-5 0,-10-29 0,-2-8 0</inkml:trace>
  <inkml:trace contextRef="#ctx0" brushRef="#br0" timeOffset="1823">2094 221 7669,'-5'-11'34,"2"0"0,-3 0 438,1 0-529,2 5 1,3 0-725,0 2 781,0 3 0,5 11 0,1 8 0</inkml:trace>
  <inkml:trace contextRef="#ctx0" brushRef="#br0" timeOffset="2268">2413 277 7790,'0'-7'-29,"0"2"-134,0 5 0,-4 0 118,-4 0 0,-2 0 45,-1 0 0,0 2 38,0 1 0,4-1 37,0 1-134,-1 3-29,-3 1 81,5 4 24,1 0-76,5 0 58,0 0 0,5-2-67,2-1 1,3 2 33,1-3 0,4-1-9,0 1 1,3 0 60,-3 0 0,4 1 95,0-4 1,-2 5-80,1-2 0,-1-1 92,2 2 1,0-2-304,-4 1 224,0 3-18,-9-4 6,-1 5 1,-14-1-8,-2-3 1,-8-2-213,-3-5 1,-1 0-287,-2 0 0,1 0 470,2 0 0,-5-10 0,-1-2 0</inkml:trace>
  <inkml:trace contextRef="#ctx0" brushRef="#br0" timeOffset="2626">2965 188 7702,'6'-16'212,"-1"3"1,-4-4-1,1 0 1,2 1 648,-2 0 0,-4 1-358,-2 4 1,-8-1-184,1-3 0,-4 7-111,1-3 0,-2 3-42,-3 1 0,-1 2-84,1 5 0,0 0-309,0 0 1,2 1 223,2 3 1,3 3-365,-3 8 0,7-2 51,0 6 1,6 0-97,-2 7 1,3 3 140,1 8 0,5-3-84,2 3 0,3 1 26,1-1 1,1 5-6,3-2 0,1-2 53,2-1 1,2-8-23,-5-3 1,-1-3 36,-3-1 1,0-6 264,1-5 0,-6-5 0,-11-35 0,-8-8 0</inkml:trace>
  <inkml:trace contextRef="#ctx0" brushRef="#br0" timeOffset="2893">2645 420 7702,'0'-8'-783,"0"1"2147,0 5-984,0-8 0,1 9-138,3-3 1,2-1-46,5 1 0,1 1-1,3 3 1,3 0-96,8 0 0,2 1-211,5 3 1,0 2 58,0 5 1,0 0 132,1 0 1,-1 0-41,0 0 0,-5 0 19,-2 0 1,-4 4-78,-4-1 0,2 1-90,-6-4 1,0 0-240,-7 0 0,-2 0-80,-5 0 128,0 0 0,-1-5-460,-3-2 0,2-3-41,-6-1 798,6 0 0,-8-5 0,4-1 0</inkml:trace>
  <inkml:trace contextRef="#ctx0" brushRef="#br0" timeOffset="3024">3020 343 7702,'-5'-11'-522,"4"3"-659,-3 1 1181,3 4 0,1-1 0,24 18 0,7 5 0</inkml:trace>
  <inkml:trace contextRef="#ctx0" brushRef="#br0" timeOffset="3385">3196 453 7702,'11'0'275,"0"0"0,0 0-77,0 0 1,0 0 12,0 0 0,0 0-35,0 0 1,2 0-13,1 0 1,-1 0-186,1 0 0,-2 0-6,0 0 0,1-1-35,-2-3 0,2 2 2,-5-6 0,0 5-250,0-5 1,-2 2 96,-2-1 0,-3-3-87,2 3 0,-3-2 60,-3 2 0,-3-2 86,-5 5 1,-2 1 224,-1 3 0,0 0 54,-4 0 0,3 0 170,-3 0 1,4 5-120,0 2 1,1-1 37,2 1 0,0 1-23,0 3 0,1 1 103,3 3 1,-1-3-215,4 3 1,0-2-103,4 2 1,5-2-245,2 6 1,8-6-64,4 2 1,1-3-217,2-1 0,0-5 192,0-2 1,4-3-50,0-1 0,3-1 402,-3-3 0,34-31 0,5-13 0</inkml:trace>
  <inkml:trace contextRef="#ctx0" brushRef="#br0" timeOffset="3835">3725 343 7659,'-11'0'42,"4"0"98,0 0 0,3 0 260,-3 0-164,-1-5 0,-3 4 236,0-3-289,0 3 1,0 1-113,0 0 0,4 0-150,-1 0 0,5 1-21,-5 3 0,5-3-515,-5 2 492,6 4 0,-3-1-71,5 5 1,0-4 2,0 0 1,0-3-236,0 3 198,5 1 1,1 2-71,5-3 306,0 3 1,4-4-65,-1 5 1,1-5-11,-4-2 1,0 1 63,0-2 1,4 5 112,0-5 1,-1 5-43,-3-5 0,0 2 162,0-1 0,0-2-32,0 6 0,0-5-80,1 5 1,-3-5-47,-1 5 0,0-5-55,-4 5-19,0-1 0,-4 4 72,0 0-48,0 0 1,-5 0 15,-3 0 0,-3-3 1,-3-1 1,-4-5-3,-4 2 1,4 1-108,0-1 1,1-1-149,-2-3 0,0 0-84,4 0 1,0 0-751,4 0 1051,0-5 0,49-15 0,12-10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22.4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341 342 7696,'0'-7'230,"0"0"1,0-2 717,0-1-873,0 4 1,0 0 179,0 2 113,0 3 162,0-4-277,0 15 1,0-1-21,0 9 0,0-3 0,0 3 1,0 2-204,0 5 0,0 0 71,0 4 0,0-3-32,0 4 1,0-5-2,0 5 0,0-6-164,0 2 0,-3-3 1,-1-1 1,-1-3-128,1-1 0,3-8 74,-2 1 1,1-6-229,2 2 172,0-5 1,0 2 43,0-8 1,0 2-109,0-5 0,0-1 44,0-3 0,0-3 88,0-1 1,-1-5-118,-3 2 1,3-3-170,-2-1 1,1-4 404,2 1 1,0-2 81,0 1 1,0-2 99,0-5 0,0 3-24,0 1 1,0 3 153,0-3 0,0 8-126,0-1 1,2 7 54,1 0 0,0 4-2,4 4 1,-3 2 6,3 5 0,-3 0-59,3 0 1,0 5 136,4 2 1,2 8-49,1 4 0,0 1-117,4 2 0,-1 5-128,2 3 1,2 0 96,-3 0 0,3 0-85,1-4 0,-1 4-130,-3-5 1,2 0-351,-6-7 1,0-1-1681,-7-2 432,3-3 285,-9-1 1417,4-6 0,-20-29 0,-3-7 0</inkml:trace>
  <inkml:trace contextRef="#ctx0" brushRef="#br0" timeOffset="198">341 497 7696,'-6'0'307,"0"-4"1056,2 0-1072,3-4 1,-2 3-260,6-2 1,5 2-161,6 5 1,1 0-357,7 0 1,-2 0 202,5 0 0,4 0 281,0 0 0,37-5 0,10-1 0</inkml:trace>
  <inkml:trace contextRef="#ctx0" brushRef="#br0" timeOffset="600">738 144 7696,'-11'-22'105,"-3"1"1,-2 2 182,-2 0 1,1 6 218,-1-2 0,-4 3-101,0 1 1,-1 5 38,-7 2 1,1 3-202,-4 1 0,-2 1-50,-1 3 1,-4 7-34,-4 7 1,2 4-57,1 4 0,-2 3-33,3 8 1,2 7 78,1 7 0,9 3-387,6 1 0,2 6 23,9 1 1,4-6-121,11-1 1,7-8 85,7-3 1,9-1-11,6-6 1,10-5 0,8-7 1,4-6-76,4-5 1,6-6-150,5-5 0,-4-4 210,-3-6 1,-6-7 80,2-11 1,-9-4 181,-6-4 1,-9-1 262,-10-3 1,-6 2-114,-5-6 1,-6-1 146,-5-3 0,-1-1-267,-2 5 0,-10-1-180,-5-3 0,-6 3-521,-4 1 0,1 4 101,-1 8 577,1 2 0,7 10 0,1 1 0</inkml:trace>
  <inkml:trace contextRef="#ctx0" brushRef="#br0" timeOffset="909">1289 67 7696,'-9'-7'0,"0"-1"0,2 0 0,4 3 2558,-2-5-1858,5 9 0,0-3-275,0 8 0,2 3-347,1 8 1,3-2-406,5 6 1,-1 3-323,-2 3 0,5 5-1810,-2-5 2459,3 6 0,6 32 0,4 12 0</inkml:trace>
  <inkml:trace contextRef="#ctx0" brushRef="#br0" timeOffset="1065">1367 618 9131,'-6'-5'965,"1"4"-1946,5-4-989,0 0 1970,0 4 0,5-4 0,1 5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26.3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310 11 7932,'6'-5'665,"-1"4"-395,-5-4 10,0 5 1,-5 0-137,-3 0 0,-2 0 8,-1 0 0,-4 0 57,-4 0 0,-3 0-9,-4 0 1,3 0 31,-3 0 0,-1 0 105,2 0 0,0 0-171,7 0 1,-2 0-139,6 0 1,3 0-569,3 0 61,6 0 130,-3 0 1,7 4 199,6-1 0,0 1-85,11-4 1,-1 0-39,4 0 1,4 4-16,-1-1 0,5 1 82,-4-4 1,3 0 265,-3 0 0,-1 0 107,-3 0 1,-1 0-56,-2 0 0,-3 0 410,-5 0-150,0 0 293,-5 0-287,-1 0-221,-15 0 1,-2 0-72,-10 0 1,0 0-182,-1 0 1,0 0-368,-3 0 0,4 0-265,0 0 1,2 0 725,5 0 0,25-10 0,9-2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27.3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309 22 7671,'6'-1'-344,"-2"-3"926,2 3-407,-5-4 0,4 4-4,-5-3 1,-5 3 215,-2-3 1,-7 3-71,0 1 1,-7 0-95,-1 0 1,0 0-101,-4 0 0,-1 0-128,1 0 0,1 0 100,3 0 1,-3 0-189,3 0 1,3 0 42,7 0-306,1 5 145,5-4 1,1 5 39,5-2 0,7-3-60,4 3 0,1-2 91,6 2 0,1-3 46,3 3 0,0-3 44,0-1 1,0 4 126,0 0 1,0-1-43,0-3 1,-5 0 206,-2 0 0,-3 0-51,-1 0 0,-4 0 259,1 0 254,-6 0-323,3 0-277,-15 0 0,-1 0-88,-7 0 0,-3 0-235,3 0 0,-3 0-131,-1 0 0,3 0-391,1 0 0,5 0-668,-2 0 1409,8 0 0,2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29.6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242 56 7196,'11'0'-549,"-4"0"2149,0 0-689,-4 0-432,7-5 0,-9 3-218,2-6 1,-1 5 128,-2-5 24,0 6-153,0-8 0,-2 8-13,-1-6 1,-3 6-141,-5-2 1,-5 3-150,-3 1 0,2 4 85,-1-1 0,-1 7-108,-3 1 0,0 0-13,0 4 1,4 2-124,0 1 0,3 3-85,-3 1 1,4 4-9,-1 0 1,8-1-76,3-3 1,4 0 85,4 0 1,2-4-47,5-4 0,5-1-138,2-2 1,8-5-246,4-3 0,1-1 92,2-2 619,5 0 0,41-30 0,-33 12 0,1-1 0</inkml:trace>
  <inkml:trace contextRef="#ctx0" brushRef="#br0" timeOffset="436">605 122 7683,'4'-11'0,"0"0"0,1 4 321,-2-1 0,-1 1 413,1-4-32,-2 0-508,-5 0 0,-3 5-169,-4 2 1,0 3 134,0 1 0,-3 1-47,-1 3 1,-1 2-161,1 5 1,-1 0 93,-2 0 0,-2 5-212,6 2 0,-5 2-14,5-2 1,-5 3-62,5-3 0,3 0-4,3 0 1,2-1-84,-1 2 0,2 0 151,5-4 0,5-2-55,2-5 0,3 0 188,1-4 0,1 0-101,3-4 1,-2-5 145,6-3 0,-1-1-32,4-2 1,-3-2-25,-1-1 1,-1 0 22,1-4 0,3 3 125,-2-3 0,-3-1-70,-2-3 1,-1 4 89,-2-1 0,0 2 292,0-1 1,-2 2 36,-1 5 620,-3 0-363,0 0-381,-4 5 0,2 6-128,-6 7 1,2 3-186,-3 1 1,-1 1 22,1 3 1,-1-2-216,2 6 0,1-1-73,-1 4 0,-2-1 143,1-3 0,-1 3-565,2-2 1,1 0 87,-1 0 0,-2 0-106,1-4 1,1 0 113,3-4 585,0 0 0,0-5 0,29-36 0,8-13 0</inkml:trace>
  <inkml:trace contextRef="#ctx0" brushRef="#br0" timeOffset="837">848 89 7683,'4'-11'216,"1"0"296,1 0 1,-3 4-289,5-1 1,-5 6 469,5-2 350,-6 3-733,8 1 1,-8 1-93,6 3 0,-6 2-93,2 5 0,-3 1-135,-1 3 1,0-2 38,0 6 1,0-5-141,0 5 0,-4-4-182,1 3 1,-6-3 149,2 3 0,1-3 9,-2 3 0,1-3-66,-4 3 0,4-4-70,-1 0 1,1-1 77,-4-2 0,4-2-48,-1-1 126,6 2 221,-8-9-43,9 4 1,-4-10-90,5-3 0,1-1 134,3-2 1,2-2-9,5-1 1,-3 0-65,3-4 0,-2-1 35,6-3 1,-2 2 4,2 1 0,-2-2-36,6 3 0,-1-2 3,4 2 0,0-2 13,0 6 1,0-1 4,0 4 1,0 1 179,0 3 1,-4 2-27,-4 5 0,-1 5-5,-2 2 1,-2 4-68,-1 4 0,-3-2 126,-5 6 0,0-2-204,0 1 0,0 3-140,0-3 1,0 2-818,0-2 1,0 2 492,0-5 0,0-1-2096,0-3 2493,0 0 0,-5-4 0,-1-2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28.4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45 106 7711,'4'-6'206,"-2"-4"297,1 2-24,-1 4-240,-2-6 0,0 7 36,0-4-215,0 5 289,0-3-187,0 14 0,-2 4-201,-1 9 0,0 0-46,-4 0 1,3 1-102,-3 3 1,3-2 34,-3 6 0,3-2-97,-3 1 0,4 3 95,0-2 0,1-4-49,2 0 1,0 0 68,0-4 0,0 1-110,0-8 229,5 0 0,1-9-35,5-3 1,0-1 120,1-2 0,-1-2-99,0-1 1,0-5 100,0-6 1,0 0-39,0-4 0,0 0 1,0-5 1,3 1-7,1 0 1,-4 0 6,-4 0 1,1-3 106,3-1 1,0-1-39,0 1 0,-1 3 40,-3-3 0,2 4-93,-6 4 1,5-2 53,-5 5-105,1 1-224,-4 3 176,0 5 0,0 6-102,0 7 1,-1 4 74,-3 4 0,3 2 22,-3 5 0,-1 0-11,2 0 0,-1 0-42,4 0 1,0 0-72,0 0 1,0 0 135,0 0 1,0-1-3,0-3 0,5 2 44,2-5 1,-1-1 105,2-3 1,3-4 9,3-4 0,1-2 108,-4-1 0,0-4 144,0-4 0,0-5-100,0-2 1,0-5 45,0 2 1,0-3-97,0-1 1,-3-1-20,-1-3 1,-5 2-121,2-6 0,-3 5-163,-1-5 0,0 4-540,0-3 1,0 5 169,0-2 0,0 7-617,0 5 186,0 2 618,0 5 0,5 61 1,1 20-1</inkml:trace>
  <inkml:trace contextRef="#ctx0" brushRef="#br0" timeOffset="343">552 326 7711,'6'5'358,"4"-4"1,-6 5-48,4-2 0,2-3-73,-3 3 1,-1-3 93,1-1 1,1 0-182,3 0 1,1 0-131,3 0 1,-3-5 82,3-2 1,1 1-158,-2-1 1,1-1-19,-4-3 1,0-1-269,0-3 1,0 3-56,0-3 0,-5 2 199,-2-2 1,-3 3 98,-1-3 1,0 3 46,0 1 1,-1 1-4,-3 3 1,-3-2-3,-8 5 0,2 1 112,-6 3 0,6 5 2,-2 2 1,-1 3 147,2 1 0,-5 4 61,5-1 1,-1 6-32,4-2 0,0 3 11,0 1 1,1 4-124,3 0 0,2-1 24,5-3 0,6 3 67,5-3 1,5 1 29,6-8 0,5-2-128,2-5 0,-1-3-58,2-5 1,3-2-956,4-1 1,-2-7 487,-6-5 0,1-3 406,-8 3 0,-12-14 0,-12-1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32.2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199 303 7680,'7'-1'0,"0"-3"-52,-4 3 0,5-5 16,-4 2 0,1 3 420,-2-3-37,-1-2 0,4 1-94,-2-2 0,-3 1 44,2 2 0,0 3 194,1-3-120,-3-2 0,2 5-237,-6-3-68,-3 3 1,-9 1-61,0 0 0,-1 5 42,2 2 0,-2 3-149,-3 1 1,0 4 107,4-1 1,-5 6-51,2-2 1,2 0-106,1 0 0,3-3-117,1 3 0,1-1-46,3 2 0,-2-4 38,6-4 1,-1 1 29,4-1 0,1-5 69,3-3 1,3-1 23,8-2 1,-3-2-22,3-1 1,1-3 14,-1-5 0,3-2 48,-3-1 1,3 0 9,-3-4 1,3 1 76,-3-2 0,3-2 45,-3 3 0,1 1 130,-1-2 1,-7 2-172,3-1 0,-4 2 172,1 5 501,-3 0-148,-5 0-400,0 5 0,-2 5-37,-1 4 1,-2 10-140,-2-2 1,-3 2 57,2-2 1,2 1-56,-1 3 0,3-3 33,-3 3 1,4 1-101,0-1 0,-2 0 77,1 0 0,1-1-103,3 4 1,0-4 72,0 0 1,0-2 1,0-1 0,4-1 56,4-2 0,2-3-1,1-5 0,1 0 82,3 0 0,-2-5-40,5-3 0,1-6 17,3-5 1,0-3-19,0-4 0,4 2 17,-1-5 0,-3 4 38,-3-1 0,-1-2 133,4-1 1,-5 2-9,-2 1 0,-4-1 44,-4 1 0,2 1 144,-5 3 0,1 3-117,-2 1 0,-2 4 168,3 0-171,-3 6-210,-1-1 1,0 9 78,0 0 1,-3 4-155,-1 7 1,-3 1 173,3-1 0,-5 4-59,2 4 1,-1 0-29,0 0 0,0 2-15,4-3 1,-3 3-76,3 1 0,-3 4-23,3-1 1,0 1-187,4-4 0,-3 0-35,-1 0 1,0-1-240,4-3 1,0 2-343,0-5 1,0-1 244,0-3 0,1-1 188,3-2 0,2-4 419,5-4 0,15-24 0,3-7 0</inkml:trace>
  <inkml:trace contextRef="#ctx0" brushRef="#br0" timeOffset="700">882 226 6099,'0'-6'2518,"0"1"-2300,0 0-272,0 4 118,-5-4 1,3 5-138,-6 0 1,5 0 104,-5 0 0,1 0 45,-4 0 0,0 1-70,0 3 0,4-2-8,-1 6 1,1-5-145,-4 5 0,1-5 42,3 5 1,-2-5-35,5 5 0,0-2-18,0 1-139,3 3 131,-4-4-26,10 5 1,1-1 34,5-3 1,0 2 65,0-6 0,4 2 36,-1-1 0,1-3 6,-4 3 1,0 1 110,0-1 1,1 0-42,3 0 1,-7-3 375,4 3-216,-4 2 0,2-3 171,-3 4 0,-2-3-161,-5 3 0,-5-3 1,-2 3 1,-3-1 129,-1 1 1,-5 2-39,-2-5 0,-3 3-49,-1-3 0,0 3-624,0-3 1,0 3-1038,0-3 1,3-1 1422,1-3 0,34-14 0,5-5 0</inkml:trace>
  <inkml:trace contextRef="#ctx0" brushRef="#br0" timeOffset="1075">1224 281 7210,'0'-11'-525,"0"0"2238,0 5-1293,0-4 1,-5 9-80,-2-3 0,-3 3-166,-1 1 0,-5 1 34,-3 3 1,-1-2-159,-2 6 0,-1 3 41,1 3 0,4 2-29,0-1 1,3-2-90,-3 6 1,8-4-328,-1 3 1,3-1 155,1 1 1,2-2-62,5-5 1,9-1 104,2-2 0,7-4 74,1-4 0,3 0 115,3 0 1,-1-6-38,1-5 0,-1-1-29,-2-6 0,-2 4-139,-1 0 0,-3-2-193,-5 1 0,-5-1 163,-2 1 199,2 3 0,-30-14 0,-1 3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34.1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89 341 8511,'11'0'402,"0"-4"-223,0 0 1,0-4-1,0 0 1,5-1-30,2-2 1,2-4-130,-2 0 0,3-4 37,-2 0 0,0-2-108,0-1 1,-3 0 57,-5 0 0,-2 0-108,-1 0 1,-3 1 3,-5 3 1,0-2 65,0 6 1,-5 3 15,-3 3 1,-1 6-33,-2-2 1,-1 4-8,1 4 0,-3 3 95,-1 8 1,0-2 0,4 6 0,0 0 14,0 7 1,0 2 122,0 5 0,0 2-248,0 1 1,4 3 55,-1 6 0,6 0-79,-2 3 1,2-3 9,-2 3 1,3-4-194,-3-4 0,-1-3 71,2-8 1,-2-2-140,1-5 0,2-4-372,-6-4-261,6-1 975,-8-7 0,9-1 0,-9-45 0,4-9 0</inkml:trace>
  <inkml:trace contextRef="#ctx0" brushRef="#br0" timeOffset="376">1 495 7684,'6'0'-16,"3"-1"6,-6-3 0,6 3 65,-2-3 1,3 3-20,1 1 0,4-4 166,-1 1 1,10-1-133,-2 4 0,7 0-73,0 0 0,8 4 63,4-1 1,-2 1-90,1-4 0,-5 0-32,-2 0 0,-2 0-219,-5 0 1,-5 1-64,-6 3-21,-8-3 438,-2 4 0,-11-1-43,-5-1 1,0 2 65,-4-1 0,-1 2-80,1 5 1,1 0 102,3 0 0,0 0-79,0 0 0,1 0 13,3 0 0,-2 0-40,5 0 0,1 0-26,3 0 1,1 0 68,3 0 1,-2-3 73,5-1 0,4-5 192,4 2 0,0-3-231,-4-1 0,3-1-108,1-3 0,0-2 30,-4-5 0,0-3-144,0-1 1,-4-1-61,1 1 0,-6 3-332,2-3 1,-3-1-445,-1 2 966,0-1 0,0-20 0,0-7 0</inkml:trace>
  <inkml:trace contextRef="#ctx0" brushRef="#br0" timeOffset="1151">618 462 7684,'0'7'725,"0"1"0,4-5-391,0 5 0,-1-1-149,-3 4 1,4 1-147,0 3 0,3-2 35,-3 6 0,-1-5-191,-3 5 0,4-2 162,0 1 1,-1 2-70,-3-5 0,0-1 430,0-3 235,0 0 1,0 0-166,-5-4-285,4-7 0,-4-8-80,5-6 1,0 0-121,0-4 0,0 3-116,0-3 1,5 4-384,3-1 0,1 0 7,2 0 1,5-1-492,3 1 1,-2 3 204,1-3 0,4 3 319,4 1 0,1 0 468,-1 0 0,-3 1 0,3 3 0,-3-2 0,-1 6 0,0-5 0,0 4 0,-1 1 0,-3 3 0,-2 0 0,-5 0 0,-3 0 0,-1 0 0,-5 1 0,2 3 0,-4-2 138,-4 6 1,-2-5 355,-5 5 0,3-5-142,-3 5 0,2-1 87,-6 4 0,-1 0-113,2 0 0,-1 0-94,4 0 0,0 4-80,0-1 0,1 1-126,3-4 1,-2 0-158,5 0 1,1 0 105,3 0 1,0 0-83,0 0 120,0-5 0,5 3-5,2-5 0,7-1-142,0-3 0,6 0-164,-2 0 1,3-1 109,1-3 1,0 0-18,0-4 1,0-2 98,0 3 0,0 1 62,0-1 0,4-1-3,0-3 1,-4 0 15,-4 0 1,-1 4 111,2-1 0,0 1-62,-4-4 0,3 0 141,-3 0 0,-1 0-76,-7 0 1,3 0 95,-3 0 0,-2 0-90,-1 0 1,-3 4-2,-1-1-46,0 1 0,-1-3-17,-3 3 0,-2 2 3,-5 5 1,0 0-17,0 0 1,-5 5-13,-2 2 1,0 3 153,0 1 0,0 0 193,-4 0 1,4 0 219,4 0 1,-1 4-155,4-1 0,-5 2-65,9-1 0,-1-2-68,8 6 1,0-4 63,0 3 0,6-3-144,6 3 0,8-8 12,10 1 1,2-4-146,1 1 0,3-4-187,1-4 0,1 0-466,-1 0 1,-5-1-113,4-2 0,-10-2-438,0-3 0,-4 0 356,-7 4 1,-4-5 778,-4 2 0,-39-8 0,-6-2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38.7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23 122 7854,'-11'0'1258,"5"0"-780,1 0-19,5 0 0,8 0-311,3 0 0,4 0-7,0 0 1,3 0-118,8 0 1,-3 0-1,3 0 1,1 0-114,-2 0 1,5 0 29,-4 0 0,-1 0-144,-3 0 1,-1 0 54,-3 0-67,-2 0 75,-5 0 205,0 0 278,-4 0 439,-3 0-583,-13 0-143,6 0 0,-8 0-1,8 0 0,1 1-166,-1 3 81,1-3 1,-1 5 23,-1-2 1,-1-2 31,1 5 1,2-3-1,-5 3 1,-1 1 14,-3 3 0,4 0 16,0 0 0,-4 1-4,-4 3 0,-1-2 11,1 6 0,2-5 2,-6 5 0,1-1-23,-4 4 0,4-3-4,-1-1 1,6-3 158,-2 3-101,-2-5 0,8 2 27,-2-7 21,8-4-39,-2-4 1,10 0 107,2 0 1,3 0-115,1 0 0,4 0 3,-1 0 1,6-1-257,-2-2 0,7 1-187,0-1 0,6 0-240,-2 0 0,3 1-88,1-1 1,0-2-568,1 1 0,-5 0 1235,0 4 0,-4-5 0,2-1 0</inkml:trace>
  <inkml:trace contextRef="#ctx0" brushRef="#br0" timeOffset="1257">1114 34 7727,'5'-7'-13,"-4"1"180,3 3 1,-2 1 23,2-1 1,-3 0 12,3 0 1,-2 1 486,2-1-447,-3 1 0,4 4-32,-5 1 0,0 3 67,0 6 1,0 0 89,0 2 1,-4 4-164,1 4 1,-5 1-113,5 3 0,-5-2-13,5 6 0,-6-5-140,2 5 1,1-2-514,-2 1 1,5-2 94,-5-5 1,5 0-183,-5 0 0,6-5-166,-2-2-53,3-3-6,-4-5 884,4-3 0,-9-38 0,4-9 0</inkml:trace>
  <inkml:trace contextRef="#ctx0" brushRef="#br0" timeOffset="1684">905 210 7305,'0'-6'342,"1"1"-223,3 5 1,-2 0 98,5 0 1,1 0-219,3 0 1,5 0 9,2 0 1,6 0-65,2 0 0,5 0 52,-2 0 0,3 4-134,1-1 0,0 2 73,0-1 1,-1-3-91,-2 3 0,-8 1 81,-8-2 1,-1 2 23,-2-1 1,-5-2 142,-3 6 0,-3-2-56,-3 1 0,-3 3 138,-5-3 1,-4 3-131,0 1 0,0 0-24,4 0 1,2 4-44,1 0 0,0-1-133,4-3 1,0 4 96,4 0 1,5-1-82,3-3 0,3-3 12,3-1 0,3-4 93,6 0 1,-1-2 149,0-1 0,3-4 8,1-4 0,-1-3 206,-7-4 0,-3 2 18,-8-5 1,2 3 182,-6-3 1,0 3-236,-7-4 1,-2 6-6,-5-2 0,-4 3-220,0 1 1,-4 0-328,0 0 1,4 5-903,0 2 0,3 2 1156,1-2 0,29 22 0,8 2 0</inkml:trace>
  <inkml:trace contextRef="#ctx0" brushRef="#br0" timeOffset="2349">1963 23 7889,'-6'-5'1174,"2"-3"-780,-2 3-370,5 0 0,-5 5 243,2 0 1,3 5 61,-3 3 1,3 5-163,1 2 1,1 4 56,3 0 0,-2 3-250,6 4 1,-5-2-1,5 6 0,-5-5 7,5 5 0,-6-2-148,2 1 0,-3 2-108,-1-5 0,0-1 54,0-3 1,-4-1-90,1-2 1,-5-4-178,5-4 271,-6 1 233,3-1 0,-1-5-102,-1-3 53,6-6 1,-3 0-13,5-4 125,0 0 1,0-5-43,0 1 0,0 0-2,0 0 0,4-1-5,-1-3 1,6 3-82,-2-2 1,-1 0-12,2-1 1,-1 3 3,4-3 1,0 3-11,0 1 1,4 0 7,-1 0 1,6 4-12,-2-1 0,3 6 50,1-2 0,0 3 92,0 1 0,0 1-66,0 3 1,-3 2 18,-1 5 0,-4 4 49,0-1 1,-6 6-26,-5-2 0,-3 0 2,-3 0 1,-8-3-37,-8 3 0,-3-4-5,-3 0 0,0-5 10,-4-2 0,4-4-3,-1 0 1,7 2-204,0-1 0,6 0-492,-2-4 1,3-4-345,1 0 1021,5-4 0,26-18 0,10-10 0</inkml:trace>
  <inkml:trace contextRef="#ctx0" brushRef="#br0" timeOffset="2724">2371 353 7727,'11'0'0,"0"0"393,0 0 0,0 0-73,0 0 1,0 0-151,0 0 0,4 0-37,-1 0 1,2-3-126,-1-1 0,-3-1 27,3 1 1,1 3-126,-1-3 0,-1-2-17,-3-1 0,0 1 145,0-2 1,0 2-399,0-1 0,-3-3 107,-1 3 0,-4-3-171,0-1 311,-2 0 1,-5 1 148,-4 3 0,-3-2-64,-3 6 1,-4-1 130,-4 4 0,-1 0 56,-3 0 0,3 5-55,-3 2 0,3-1 444,1 2 1,1-1-77,3 4 1,-2 1 60,6 3 1,0-2-178,7 6 1,2-4-25,5 3 0,2-1-185,6 1 0,4 2-80,10-5 0,9 3-146,2-3 0,7-2-378,0-5 0,0-3-123,0-5 0,-1 0-81,2 0 0,-5-2-391,-6-1 1,-4-4 1051,-8-4 0,-17-14 0,-8-5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46.3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66 7704,'-6'-11'0,"1"4"165,5 0 1,-3-1 321,-1-3 1,0 4 159,4 0 139,0 4 31,0-2 320,0 5-959,0 5 1,0 5-1,0 5 1,1 4-31,3 0 0,-1 3-136,4 3 1,-1 0 97,1 4 0,3 1-70,-3 3 1,0 0-257,0 0 1,-1-4-32,1 1 1,3-2-189,-2 1 1,-2 2 189,1-5 1,-4-2-76,0-5 0,2-4-91,-1-4 129,-1 0 178,2-4 192,-3-2 0,2-10-36,-4-3 0,0-2-53,0-1 0,0 0 80,0 0 0,0-3-35,0-1 0,-3-1 8,-1 1 1,0 2-47,4-5 0,0 4 0,0-1 1,0-1-42,0 2 1,2-1-85,1 4 1,2 0 29,3 0 1,3 4 78,0-1 1,0 6-6,3-2 0,2 3 27,-1 1 0,5 0 92,-2 0 1,3 5-92,1 2 0,-4 3 88,1 1 0,-10 1-105,2 3 0,-3-2 13,-1 6 0,-2-5-94,-5 5 0,-9-6 0,-2 2 1,-6-2-103,3 2 0,-5-4-94,4 0 1,-3 0-382,3-3 0,-3-3 208,3-2 454,1 3 0,7-24 0,3-2 0</inkml:trace>
  <inkml:trace contextRef="#ctx0" brushRef="#br0" timeOffset="446">397 265 7704,'6'-8'657,"-2"1"1,-2 5-103,2-2 1,-2 3 234,6 1-362,-1 0 0,4 5-226,0 2 0,1 3-41,3 1 0,-3 1-44,3 3 1,1-2-181,-1 6 1,1-2-396,-2 1 1,-3-2 229,0-5 0,0 4-40,-3 0 0,-3-4 141,-2-4 0,0-5-189,0 2 91,-1-3 238,3-1 1,-5-1-210,0-3 0,1-2-141,2-5 1,-1-3 355,1-1 0,2 0 52,-1 4 1,4-4 31,0 1 0,-2-1-54,1 4 0,-1 0 290,2 0-250,2 0 0,-4 4 16,5-1 1,-4 6 159,0-2-174,1 3 0,3 5-48,0-1 1,0 9-4,0-1 1,0 7-85,0-4 0,0 6 31,0-2 1,0 3-5,0 1 1,-1 1 93,-3 3 1,2-3 114,-6 3 1,1-3 30,-4-1 1,-5 1 275,-2-1 0,-4-5-201,-4-3 0,-6-1-425,-4-2 1,-2-5-544,1-3 0,3-1-115,-3-2 0,1 0-2075,0 0 2860,6-5 0,13-26 0,14-10 0</inkml:trace>
  <inkml:trace contextRef="#ctx0" brushRef="#br0" timeOffset="1451">1577 331 7828,'0'-11'754,"-5"0"1,-1 1-407,-5 3 1,0 2-77,0 5 0,-5 0-156,-3 0 1,2 0-122,-1 0 1,1 5 12,-2 2 1,0 4-226,4 4 0,0-2 63,4 6 1,4-1-142,-1 4 1,6-1 31,-2-3 1,3 3-81,1-2 1,5-2 11,2 1 0,4-4 93,4 0 1,-1-3 108,4-3 0,-1-3 90,1-5 0,3-2 219,-2-1 1,-3-4-83,-2-4 1,2-3 51,-1-1 1,0-5 22,-4 2 1,-2 1 106,-1-1 1,-3-1-23,-5-3 1,3 0 0,1 0 1,0 5 18,-4 2 0,0 3-27,0 1-14,-5 0-115,4 5-181,-4 1 1,5 6 88,0 3 1,0 2-83,0 5 1,5 4-125,2-1 0,3 6-5,1-2 1,0 3-2,0 1 1,1 0-60,3 0 1,-2-1-223,6-3 0,-6 2 89,2-5 0,-3-2-84,-1-5 1,0 0 187,0-4 0,0 0 270,0-4 0,0-5 0,0-3 0,0-2 0,0-1 0,-3-1 0,-1-3 0,-3 2-17,3-5 1,-5 0 16,2 0 0,-3-3 204,-1 3 1,0 1 319,0-2 1,0 2-312,0-1 1,0-2 1,0 6 0,-3-1 785,-1 4 0,-1 1-1,1 3-608,3-3-187,-4 9 1,5-3-13,0 8 0,0 3-28,0 8 0,5 2-90,3 5 0,1 1-418,2 3 1,0 2 245,0 5 1,0-2-531,0 2 1,0-3 176,0 7 1,1-4 29,-1-3 1,-4 2 138,0-3 1,-4-6-247,0-1 252,3-7 331,-4 1 0,1-10-80,-6-2 0,0-8 131,-4-3 0,4-3-400,0-1 1,-2-1 42,1-3 0,-1 1 22,2-4 0,1 3 62,-1-3 1,2 0 166,1-4 0,-4 3 0,0 1 0,-1-1 0,2-3 0,1-3 200,-1-1 0,-2 0-101,1 4 1,-4-5 497,0-2 0,3 2-105,2 1 0,-2 3 81,1 1 1,0 1-50,4 3-374,0 2 1,5 10 24,3 2 1,6 3-118,5 1 1,5 2 39,2 5 0,5 2-172,-2 9 1,3 1-169,1 3 1,-5 1 94,-2 3 1,-9-3-22,-6 3 1,-5-3 144,-6-1 0,-5-1 163,-2-3 0,-12-2-137,-3-5 0,-11-1 7,0-3 0,-2-2-689,2-5 0,4 0 326,4 0 0,1 0 353,2 0 0,30-14 0,6-5 0</inkml:trace>
  <inkml:trace contextRef="#ctx0" brushRef="#br0" timeOffset="1726">2216 309 7742,'-7'-16'728,"-1"5"0,6 0 219,-2 4 572,3 2-999,1 0 1,0 6 1,0 3 1,1 7-207,3 7 1,3 4-116,8 4 0,-2 2-188,6 5 1,-1 0 79,4 0 1,-3 0-1013,-1 0 0,-6-3 178,-1-1 1,-1-4-271,-6 0 0,3-6-200,-3-4 555,-1-3 0,-4-6 223,-2-2 0,1-4 433,-1-4 0,1-2 0,-7-25 0,-4-4 0</inkml:trace>
  <inkml:trace contextRef="#ctx0" brushRef="#br0" timeOffset="1953">2260 320 7742,'-7'-12'231,"-1"-3"1,6 3 468,-2-3 0,3 3-218,1 1 1,1 5-58,3 2 0,7 3-135,7 1 0,7 0 69,1 0 1,8 1-83,-1 3 0,7 5 115,1 6 0,2 5-375,1-2 0,-3 3-302,-4 1 1,-6 0-295,-13 0 0,-7-4 417,-7 1 1,-9-6-98,-6 2 0,-10-4-178,-8-4 1,-8 2-315,-3-5 1,-2-1 85,2-3 0,3-1-834,7-3 1499,3 3 0,15-18 0,2 0 0</inkml:trace>
  <inkml:trace contextRef="#ctx0" brushRef="#br0" timeOffset="2169">2591 88 7742,'0'-11'400,"1"0"375,3 0 0,-2 2-332,6 1 1,-5 3 303,5 5 1,-1 5-340,4 3 0,0 6-54,0 5 0,4 6 203,-1 5 1,5 2-861,-5 1 1,5 3-967,-4 1 0,-1 4 655,-3-5 1,-3 1-248,-1-4 1,-1-1 143,1-3 717,3-7 0,-9-10 0,4-8 0</inkml:trace>
  <inkml:trace contextRef="#ctx0" brushRef="#br0" timeOffset="2613">2955 276 7742,'0'-11'586,"0"0"0,-2 1 289,-1 3-311,2 2-242,-4 5 1,5 1-141,0 3 0,0 2 10,0 5 1,0 4-365,0-1 0,3 6-61,1-2 0,5-1-194,-2 2 1,-1-5 160,1 5 0,0-5-120,0 5 0,3-9 303,-3 1 1,2-3 185,-2 3 0,3-5-165,-3-2 1,-1-3 105,2-1 0,-2-1 0,1-3 1,2-2-22,-6-5 1,5 0 56,-5 0 0,5 0 1,-5 0 0,2 0-57,-1 0 0,-3-4 114,3 1 0,1-1 156,-2 4 1,5 0-161,-5 0 1,5 4 99,-5-1 1,6 2-20,-2-1 0,-1 2-15,2 5 1,-1 0-37,4 0 1,1 5-62,3 2 0,-3 4-153,3 4 0,-3-2 129,-1 6 0,4 3-179,0 3 1,-4 2 117,-4-1 0,-3 2-34,3 5 0,-4-3-89,0-1 0,-6-4 7,-5 0 0,-3-1-95,-3-2 0,-4-5-278,-4-2 1,0-8-545,0-3 0,0-3 1015,0-1 0,-10-39 0,-2-10 0</inkml:trace>
  <inkml:trace contextRef="#ctx0" brushRef="#br0" timeOffset="2853">3495 331 11732,'10'1'481,"-3"3"1,3 6-564,-3 4 1,3 6-341,1-2 1,0 3-89,0 1 1,-1 0-682,-3 0 0,-2-1 1191,-5-2 0,-10-8 0,-2-7 0</inkml:trace>
  <inkml:trace contextRef="#ctx0" brushRef="#br0" timeOffset="2986">3473 221 7742,'-1'-22'248,"-3"0"1,1 0 1014,-4 0-718,5 4-458,-8 2-436,9 10 1,-4 6-1562,5 8 1910,5-3 0,11 24 0,7 2 0</inkml:trace>
  <inkml:trace contextRef="#ctx0" brushRef="#br0" timeOffset="3348">3759 408 7742,'7'5'367,"1"-2"685,-4 4-742,4 0 1,-3 4-101,3 0 1,-2 0-63,-3 0 0,-1 0-142,1 0 0,-1 0 155,-2 0 1,0 0-68,0 0 1,0-3-381,0-1 211,0-4-382,0 2 236,0-5 0,0-5 183,0-3 1,0-2-26,0-1 1,0-3 78,0-1 1,1-1 121,2 1 1,0 2 267,4-5 0,-1 4-156,2-1 1,2 3 18,-3 1 1,3 4-103,1-1 1,0 6-9,0-2 1,5 3-56,2 1 1,-1 5-214,2 2 0,-6 7-650,2 0 0,1 6 34,-2-2 1,0 0-318,-7 0 0,2-1 520,-6 2 0,1 0 522,-4-4 0,0 9 0,0 0 0</inkml:trace>
  <inkml:trace contextRef="#ctx0" brushRef="#br0" timeOffset="3822">4388 474 7742,'5'-17'384,"2"2"1,-2 3 568,-1 1 0,1-1-369,-2-3 0,1 3 87,-4-3 1,-1 3-300,-3 1 1,-3 4-141,-8-1 1,1 2-183,-4-1 1,0-2-217,-4 6 0,0-1 35,0 4 0,0 0-56,-1 0 0,6 1-244,3 3 1,1-2 161,2 6 0,0-5-74,0 5 1,5-1 18,3 4 1,-2-4-51,1 1 0,0-1 107,4 4 1,5-4-48,3 1 1,1-2 155,2 1 1,0 2 74,0-5 0,4 3 163,0-3 0,3-1-81,-3-3 0,1 4 175,-2 0 1,-1-1 0,1-3 1,-1 0 163,-2 0 0,3 0-32,1 0 0,0 0 86,-4 0 1,0 0-47,0 0 1,4 0-85,-1 0 0,1 1-91,-4 3 0,0-1-56,0 4 0,0-1-189,0 1 1,-1 7 54,-3-3 0,3 4-131,-3-1 0,0 3-21,0 6 0,-5-1-136,2 0 0,-4 1-54,-4 3 1,1-4 102,-8 0 0,1-1 53,-9-7 0,0-3-99,-7-3 1,-1-6-226,-2 2 0,-3-3-5,3-1 1,0-5 532,0-2 0,-5-37 0,-6-10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42.3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297 166 7688,'11'-17'0,"-2"1"326,-1 5 0,-3 0 289,-5 0-305,0 0-174,0 0 1,-7 4-108,-4 4 1,0 2 38,-3 1 0,-3 0-107,-2 0 0,-2 4 68,-1 4 0,4 3-124,0 4 0,-1 2 2,-3 5 1,0 1 105,0 3 1,5-2-155,2 6 0,3-1-36,1 4 1,0 1-78,0 3 1,5-6 137,2 2 0,8-9 15,3-2 1,8-4 130,3-7 0,3-5 177,1-3 0,0-4-17,0-6 1,1-5-57,3-11 1,-7 0 6,-1-3 1,-5-2-28,-2-5 1,-3 0 9,-1 0 1,-4 1-271,0 3 1,-2-2-357,-1 5 1,0 2-351,0 6 852,0-3 0,35 23 0,8 1 0</inkml:trace>
  <inkml:trace contextRef="#ctx0" brushRef="#br0" timeOffset="411">826 78 7688,'9'-2'434,"-1"-1"164,2 1 1,-8-2 132,5 4-75,-4 0-610,2 4 1,-10 3-19,-2 4 0,-7 3-106,-1 1 1,-4 0 183,0-4 0,-5 3-90,-2 1 1,2 0 33,5-4 1,-2 0-222,3 0 1,2-4 73,1 1 1,3-2 3,1 1 1,5-1 75,2-2 36,3-3 1,6 8 7,2-6 0,8 1 10,3-4 1,3 4 4,1-1 0,5 1-28,3-4 0,2 4-2,1-1 1,1 1-103,3-4 0,-3 4-173,3-1 1,-7 1-615,0-4 0,-6 0-20,2 0-249,-8 5 1146,-7-4 0,-40 4 0,-14-5 0</inkml:trace>
  <inkml:trace contextRef="#ctx0" brushRef="#br0" timeOffset="601">638 441 10516,'16'0'836,"3"0"0,3 0-834,3 0 0,4 2-40,4 1 0,5 0-221,2 4 0,-2-4 242,-1 0 17,-8-2 0,18-1 0,-1 0 0</inkml:trace>
  <inkml:trace contextRef="#ctx0" brushRef="#br0" timeOffset="1417">1366 33 7699,'-4'-7'0,"-1"1"473,-1 1-278,4 1 1,-3 3 345,5-2-299,0 1 1,1-3-13,3 5 0,-1 0 0,8 0 0,-2 0 0,6 0 0,-2 0-57,2 0 0,2 0 12,5 0 0,0 0-59,0 0 1,0 0 5,0 0 0,0 0-133,0 0 1,-1 2 91,-2 1 1,0-1-155,-4 1 1,-4-2 130,-4-1-220,1 0 56,-2 0 82,-1 0-104,-5 0 179,-5 0-7,3 5-38,-7 1 0,4 5-3,-3 0 1,0 1-56,4-1 0,-4 1-8,0 2 0,-2 0-112,-1 4 1,-1 1-3,-3 3 1,2 0-7,-5 0 0,4 0 138,-1 0 1,3-4-37,1 1 0,-2-6 101,2 2 0,-2-3 489,10-1-174,-1-5 356,4 4-288,0-9 1,5 4-169,2-5 1,7-3-133,1-1 0,4-4-177,-1 5 1,3-2-342,1 1 1,0 3 121,0-3 0,0 2-276,1-2 1,-1 3-182,0-3 1,0 3-1504,0 1 2240,-5 0 0,4-5 0,-4-1 0</inkml:trace>
  <inkml:trace contextRef="#ctx0" brushRef="#br0" timeOffset="1895">2336 22 7688,'7'-3'-1046,"1"-1"2712,-6 0-746,3 4-436,-5 0 1,0 5-280,0 3 1,-5 1-136,-2 2 1,-3 1 101,-1-1 0,-5 1-83,-2 2 0,1-1-103,-2 1 1,2-1 88,-1-2 0,-2 3-5,5 1 0,1-4-122,3-4 1,0 1-111,0 3 0,3-4-28,1 1 125,4-6 1,0 7 132,6-6 0,4 1 7,4-4 0,4 4-66,4-1 1,2 1 37,1-4 0,3 4-193,1-1 1,5 2 6,-2-1 0,2-3-129,-2 3 1,2 1 176,-5-2 0,3 1 9,-3-4 0,-2 4-1065,-5-1-1142,-4 1 2289,-3-4 0,-8 4 0,-4-1 0,-39 6 0,-15-3 0</inkml:trace>
  <inkml:trace contextRef="#ctx0" brushRef="#br0" timeOffset="2060">2171 397 7608,'-6'0'1059,"1"0"0,6 0-643,3 0 0,8 0-18,10 0 0,5 1-467,6 3 1,1-3 99,3 3 0,1-3 143,2-1 1,-1 4-803,-2 0 0,-7-1 628,-1-3 0,0-5 0,0-1 0</inkml:trace>
  <inkml:trace contextRef="#ctx0" brushRef="#br0" timeOffset="2818">3097 67 7688,'-5'-7'0,"2"-1"808,-4 4 171,5-4 0,-5 6-430,4-1 0,2 3 69,-3 3 0,3 5-148,1 6 1,1 0 7,3 4 1,2 6-104,5 5 0,0 3-189,0 1 1,3 0-158,1 0 0,5 0-209,-2 0 0,-2-3-409,-1-1 0,-1-6-42,-3-1 1,3-5-802,-7-6 0,-1-3 1432,2-1 0,-6-29 0,3-4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51.1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44 7669,'6'-11'936,"-1"0"0,-5 4-184,0-1-531,0 6 0,-5-3-52,-2 5 1,-3 0-32,-1 0 0,-4 4-104,1-1 1,-1 6-5,4-2 1,-4 3-162,1 1 1,-1 0 12,4 0 0,0 0-265,0 0 1,5 0-107,2 0 0,-1 0 176,1 0 1,1 0 30,3 0 0,0 0-12,0 0 0,5-3-85,2-1 0,3-4 214,1 0 0,0-2 127,0-1 1,0 0-87,0 0 0,4 0 169,-1 0 1,1-4 115,-4-4 1,-4-2-115,1-1 0,-2 0 94,1 0 1,2 0 62,-6 0 0,5-1 83,-5-3 1,2 7-12,-1-3 0,-3 2 418,3-2-414,-3 0 0,-1 4 349,0-1-107,0 6-249,0-3 1,0 6 124,0 3 0,0 2-171,0 5 1,1 4-66,3 0 0,2 0-57,5 0 0,1 1-109,3 2 1,2 3-263,5-2 1,-3-3-553,-1-2 1,-1-1-1953,2-2 2770,1-5 0,-7-31 0,3-12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52.1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264 221 7669,'-13'0'164,"-1"0"0,-2 0-169,-3 0 1,0 0-8,4 0 1,-5 0-10,2 0 0,1 0 55,-2 0 1,5 5 104,-5 2 1,6-1-78,-2 2-24,3-1 0,5 4-73,-1 0 0,6-4-112,-2 1 0,4-1-14,4 4 1,2 0 104,5 0 1,1-3 42,3-1 0,-2 0-10,6 4 0,-1-1-15,4-3 0,0 3-37,0-2 1,0 1 8,0 2 1,0 0 74,1 0 0,-6 0 17,-3 1 0,-1-5 229,-2 0 1,-5 1 24,-3 3 1,-7-2 42,-7-1 0,-5 0-236,-6-4 0,-5 3-19,-3-3 0,-2 3-175,-1-3 1,4 0-298,-1-4 1,10 0 5,-2 0 0,7 0 398,0 0 0,37-30 0,10-6 0</inkml:trace>
  <inkml:trace contextRef="#ctx0" brushRef="#br0" timeOffset="286">561 320 8851,'-11'1'442,"0"3"0,-1 2-287,-3 5 1,2 1 3,-6 3 1,2-1-45,-1 4 1,-2-1 35,6 2 1,0 1-84,7-1 0,2-3-67,5-2-43,0-1 0,6-7 243,5-3 1,4-1-172,3-2 0,2-6-220,-6-5 1,5-2-160,-5-5 0,1 3-460,-4-3 0,-1-1 251,-3-3 1,2 4-811,-5 0 1368,-1 4 0,7-16 0,2 0 0</inkml:trace>
  <inkml:trace contextRef="#ctx0" brushRef="#br0" timeOffset="612">958 89 7674,'-6'-11'106,"-3"0"0,4 0 417,-1 0 0,-1 0-262,-4 0 0,0 3 0,0 1 0,-4 4 98,1 0 0,-5 1-185,4 2 0,-3 4 0,3 0 1,1 6-23,3 1 0,0 1-71,0 6 1,4 1 38,4 3 1,2 1-179,1 3 0,0 1-9,0 2 1,0 3-74,0-3 0,1 2-79,2-2 1,-1 2 1,1-5 0,-1 4-73,-2 0 1,0-3 138,0-2 1,-5-5-19,-3-2 0,-1-4-582,-2 1 0,3-8-84,1-3 0,-2-3 835,-5-1 0,-4-15 0,-4-3 0</inkml:trace>
  <inkml:trace contextRef="#ctx0" brushRef="#br0" timeOffset="760">649 408 7674,'11'-3'58,"0"-1"1,0-3 144,0 3 1,-2-3-91,2 3 1,-2-3-97,5 3 0,4-3-161,0 3 1,-1-1-395,1 1 1,4-1 537,4-2 0,34-22 0,5-2 0</inkml:trace>
  <inkml:trace contextRef="#ctx0" brushRef="#br0" timeOffset="1003">1157 100 7674,'0'-8'661,"0"1"0,-2 5-82,-1-2-350,1 3 1,-4 6 54,3 2 1,1 3 147,-1 1 0,-2 5-167,1 2 0,-1 3-123,2 1 0,0 4-92,-4-1 1,4 6 103,0-2 0,-2 0-116,1 0 0,-3-1-81,3 2 0,-3 0-357,3-4 0,-3 0 22,3-4 1,0-5-364,4-3 1,-1-2-1558,-3-5 1254,3-2 1044,-4-5 0,20-49 0,3-12 0</inkml:trace>
  <inkml:trace contextRef="#ctx0" brushRef="#br0" timeOffset="1160">958 331 7674,'5'-7'1597,"2"0"0,4 4-1475,4-1 1,6-1-491,5 2 1,4-5-739,0 5 0,5-6 507,2 2 599,-5-3 0,4-11 0,-1-2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57.4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1 387 7704,'0'-8'268,"1"1"1,3-1 330,3-2 1,3 2-348,1 1 0,0 3-75,0-3 1,5 0-20,2-4 0,3 0 24,1 0 1,4-4-69,-1 0 1,5-3-128,-4 3 0,-2-4 69,-6 0 1,2 0-186,-5 0 1,-5-2-154,-7 3 1,-2 1 101,-1-2 1,-1 2 28,-2-1 0,-4 3 117,-4 8 1,-1-2 21,-3 6 1,2-1 1,-5 4 0,4 1 100,-1 3 1,3 3-60,1 8 0,-2 2 40,2 5 0,-3 0 65,7 0 1,1 5-116,-2 3 0,6 5-9,-2 2 0,3 4-25,1 0 0,0 2-12,0 1 0,0 0-35,0 0 0,0-1-135,0-3 1,-5 2 80,-2-5 1,-3-7 19,-1-8 1,0-2 76,0-9 0,0 1 276,0-8-293,0 0 1,5-6-188,2-1 0,3-3-267,1-5 0,0 0 186,0 0 0,6-2-50,5-1 0,1 0 52,7-4 1,-5 4 299,5 0 0,-2-2 0,1 1 0,3 0 0,-3 4 0,3-3-155,1-1 0,-1 0 354,-3 4 1,3 1 292,-2 3 1,-3-2-253,-2 6 0,-2-1 75,0 4 1,-5 0 345,0 0-435,-4 5 1,2 5-64,-5 4 1,-4 2-44,0-1 1,-3-1-177,3 4 1,-3-5 45,3 2 0,-3 1-118,3-1 1,0 1-3,4-2 9,0-1 0,0 3-26,0-5 89,0-5 32,0-1 0,5-5-69,3 0 0,2-2-96,1-1 0,3-3 68,1-5 0,3-2 27,-3-1 0,3 1 91,-3-1 0,5-4 107,-2 0 0,-1 1 83,2-1 0,-5 4 78,5-1 1,-6 3 495,2 1-221,-3 0 35,-1 5-352,-5 1 0,-1 10-66,-5 2 1,-1 4-79,-3 4 1,2 1-161,-6 2 0,2 3 31,-1-2 1,-2-2-346,6 1 1,-5-3-282,5 3 1,-1-4-565,4 0-803,0-1 2045,0-2 0,20-20 0,4-4 0</inkml:trace>
  <inkml:trace contextRef="#ctx0" brushRef="#br0" timeOffset="395">772 519 8862,'0'6'1147,"0"4"1,0-4-880,0 5 0,0 0-77,0 0 1,0 1-13,0 3 1,-3-3-58,-1 3 1,-1 1-132,1-1 1,2-1-31,-5-3 0,4 1-234,0-1 1,-2 0-111,1 0-124,0-5 118,4-1-162,0-5 188,0-5 0,5-1 113,3-5 0,1-2 91,2-1 1,0 0 108,0-4 0,0 3 245,0-3 1,4 3 20,0-3 0,1 3-82,-1-3 0,-2 4 58,5-1 0,-3 7 89,3 0 0,-4 5 700,1-5-587,-3 6 0,-1 2-3,0 7 1,-5 3-368,-2 1 1,-3 5-58,-1 2 0,0 0-180,0 0 1,-5 0 221,-2 4 0,1 0 79,-2 0 1,5-3-943,-5-1 0,6-4-2329,-2 0 3183,3-1 0,30-17 0,8-3 0</inkml:trace>
  <inkml:trace contextRef="#ctx0" brushRef="#br0" timeOffset="992">1302 519 7698,'-11'-5'-18,"0"-2"716,0 2 1,-2 0-142,-1 5 0,1 0-73,-1 0 1,0 1-282,-1 3 1,3 3-135,-3 8 1,4-3-8,4 3 1,-1 2-168,4 1 0,0 0 119,4 0 0,1-3-100,3 3 0,3-4-115,8 0 1,2 0-184,5 0 1,0-6-244,0-1 0,4-1 240,0-2 0,3 0 99,-3-4 0,0-5-176,-4-3 1,0-1 49,0-2 1,0-2 413,0-1 0,-5-4 0,-2-4 0,1 4 0,-2 0 0,1-2 0,-4-6 0,0 3 0,0-3 0,-3 3 0,-1 1 0,-3-1 0,3-3 0,-5 3 176,2-3 0,-3 6 351,-1 2 0,-1 5 291,-3-2-243,3 8 0,-5 2-220,2 5 1,2 0-8,-5 0 1,4 5 15,-1 2 1,0 4-108,0 4 1,-3-2-57,3 5 1,-1 2-109,1 6 1,3-3-143,-3 3 0,2-2-12,-2 2 0,3-2-276,-3 6 0,3-6-75,1 2 0,-4 1 203,1-1 1,-1-1-598,4-2 1,-4-3 171,1-1 1,-2-3 53,1-5 0,2-5 37,-6-3 543,6-1 0,-3-2 0,0-30 0,-1-6 0</inkml:trace>
  <inkml:trace contextRef="#ctx0" brushRef="#br0" timeOffset="1200">1489 585 7704,'5'-11'122,"-3"3"344,6-3-173,-1 2 0,5-7 144,3 5 1,-2 4 150,6-1 1,-4 6-213,3-2 0,0 3-26,4 1 0,0 0-129,0 0 1,3 5-25,-3 2 1,1 4-107,-8 4 0,0-1-134,-4 4 0,-2 0 17,-1 4 0,-3-1-193,-5-2 1,0 1-532,0-1 0,0 0 230,0 0 0,-4-3-11,0-5 1,-3 0-89,3 0 1,-4-2-995,0-1 1613,4-3 0,-1-25 0,5-4 0</inkml:trace>
  <inkml:trace contextRef="#ctx0" brushRef="#br0" timeOffset="1334">1842 343 7704,'-6'-11'0,"1"0"269,5 0 1,0 0-525,0 0-1241,0 4 816,5 3 680,1 4 0,15 24 0,2 7 0</inkml:trace>
  <inkml:trace contextRef="#ctx0" brushRef="#br0" timeOffset="2017">2206 563 7704,'-8'-6'0,"1"2"0,3 0 1411,-3 0-1013,-1 0 0,-4 4-211,-2 0 0,1 1-102,-1 3 1,-2 1-169,1 2 1,0 3 139,4-3 0,0 7-49,0 1 0,1-1-293,3-3 1,-2 0 211,6 0 1,-1 0-1003,4 0 748,0 0 1,1-1-221,3-2 410,2-3 1,6-5 6,3 0 1,-3-2 49,3-1 0,-3-2 156,-1-3 0,4-1-149,0 1 1,-1-5 23,-3-2 0,0 0 429,0 4 0,-1 0-39,-2 0 1,1 0 118,-1 0 0,0 0 16,0 0-107,2 0-139,-4 0-304,5 5 174,0 1 1,-5 6 15,-3 3 1,2 2 94,-1 5 1,0 1-159,-4 3 0,0-3-90,0 3 1,0 1 52,0-1 1,0 3-122,0-3 0,3 3 79,1-3 1,0 0-185,-4-4 0,0 0 94,0 0 1,0-4-270,0 0 267,0-4-56,0 2-211,0-5 220,0-5 1,0-1 21,0-5 0,0 0 145,0 0 0,0 0 163,0 0 1,3-4-3,1 0 1,0-1 206,-4 1 1,3 3-139,1-2 1,5 0 39,-2-1 0,3 3-22,1-3 0,4 7-90,-1 0 1,5 6-167,-5-2 0,5 3 69,-5 1 1,5 1-147,-5 3 1,1 6 88,-4 5 0,0 0-156,0 0 1,-1-1-107,-3 4 1,0-3 86,-4 3 1,0-4 128,4 0 0,-1 2-9,1-1 49,3-5 0,11 4 0,9-1 0</inkml:trace>
  <inkml:trace contextRef="#ctx0" brushRef="#br0" timeOffset="2201">2922 751 7704,'10'-2'173,"-3"-1"1,-1 2 778,-2-3-1927,-3 3 0,5-3 73,-2 0 902,-3 1 0,-6 3 0,-7 0 0</inkml:trace>
  <inkml:trace contextRef="#ctx0" brushRef="#br0" timeOffset="2343">2900 541 7704,'-6'-7'631,"2"-1"188,-2 1 1,4-3-740,-6 3-992,6 2 912,-3 5 0,5 5 0,0 1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2:55.5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78 133 8000,'0'-6'1128,"0"1"-788,0 5-276,0 5 1,0 5 55,0 5 1,-4 0-162,1 0 1,-5 1 109,5 2 0,-5 3-107,5-2 1,-5 0-7,5 0 1,-5 0-164,5-4 0,-2 0-9,1-4 1,2 0 33,-6 0 0,6-4-120,-2 0 171,3-4-5,1 2 1,0-5 68,0-5 1,0-1 23,0-5 1,1-4 14,3 0 0,2-1-17,5 2 0,4-3 19,-1-6 0,5 1 8,-4 0 0,4 0 19,-1 0 1,3 4 83,1 0 1,-1 0-13,-2 0 0,0 3 163,-4 8 0,0-2-111,-4 6 0,0-1-23,0 4 1,-4 5-53,0 2 1,-4 4 41,0 4 0,-1-2-207,-2 6 1,-2-2 24,-1 1 1,0 3-13,-4-2 0,3-3 61,-3-2 0,3 2-12,-3-1 0,4 0 15,0-4 1,-2 0 2,1 0 1,-3-4 41,3 0 0,1-3 0,3 3 19,0-4-55,0 2 1,0-7-7,0-1 1,0 0 14,0-4 0,4 0-5,4-4 1,-2-4 14,1 0 0,1-1-3,3 2 0,0 0 52,0-4 0,0 3-4,0-3 0,3 3 114,1-3 0,1 0-45,-1 0 1,-2 1 157,6 2 1,-6 3-13,2-3 1,-3 8 157,-1 3 1,0-1-109,0 2 1,-5 0 3,-2 7 0,-3 2-116,-1 5 0,0 5-87,0 2 0,0-1-205,0 2 0,0-2-5,0 1 0,-1 3-298,-3-2 0,3-2-39,-3 1 1,3-4-452,1 0 0,0 2 354,0-1 0,4-4 543,-1-4 0,40-19 0,6-1 0</inkml:trace>
  <inkml:trace contextRef="#ctx0" brushRef="#br0" timeOffset="474">938 78 8223,'0'-11'1191,"0"4"-450,0-1-272,0 6-300,-5-3 1,-1 6-145,-5 3 1,-4 2 71,1 5 0,-6 4-114,2-1 0,-3 6 40,-1-2 0,0 4-99,0 4 0,0-3-24,0 3 0,3-3 4,1-1 1,8-3-31,-1-1 0,7-4 33,1 0 1,1-1-173,2-2 1,5-5 141,3-3 0,3-1-51,3-2 1,-1-5 33,1-3 1,3-1-133,2-2 0,-2-2 36,1-1 0,0 0 124,0-4 0,-1 3 118,-2-3 1,-2 3-51,6-3 1,-6 3 154,2-3 0,-3 3 48,-1-3 1,0 3 716,0-4-329,0 6-198,0-3 0,-3 10 256,-1 2-403,-5 3 1,3 2-59,-5 3 1,0 3-9,0 8 1,-1-2-141,-3 6 1,2-4-13,-5 3 0,4-1-264,-1 1 0,-1 3-92,2-2 0,-1-2-227,4 1 1,-1-3-505,-3 3 1,3-4 141,-3 0 961,3-1 0,35-22 0,9-4 0</inkml:trace>
  <inkml:trace contextRef="#ctx0" brushRef="#br0" timeOffset="749">1511 1 7740,'-1'10'1422,"-3"-3"0,-2 3-728,-5-3 1,-1 8-385,-3 3 0,-6 4-137,-4 4 0,-6 1-248,2 2 1,1 2-363,-2-5 1,6 3-39,-2-3 1,3-2-621,1-5 0,4-3 318,4-5 0,5-2 243,2-1 1,3-3 533,-3-5 0,4 0 0,8-10 0,8-2 0</inkml:trace>
  <inkml:trace contextRef="#ctx0" brushRef="#br0" timeOffset="956">1280 56 7737,'-4'-7'0,"0"-1"0,0 6 0,0-2 1388,3 3 262,-4 1 0,5 5-974,0 2 1,0 4-145,0 4 0,5 2-153,2 5 0,-1 0-238,1 0 0,1 0-227,3 0 1,0 0-309,0 0 1,0 0-647,0 1 1,0-1 71,0 0 1,0-5-2158,0-3 3125,-5-1 0,14-27 0,-2-5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3:01.3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364 100 7666,'1'-10'-802,"3"3"1152,-3-3 258,4 4 0,-5-5-233,0 0 0,0 3-132,0 1 0,-4 3-70,1-3 1,-10 3-63,2-3 0,-6 5-107,3-2 0,-6 3-3,2 1 1,-7 1-151,-1 3 0,1 3 92,3 8 0,0-2-42,0 5 0,4-3-117,4 3 1,1-3 22,2 4 1,5-2-77,3 1 0,1 2 102,2-6 0,2 1-33,1-4 1,3 0 85,5 0 1,2-5-11,1-2 1,-1-3 127,1-1 0,2-1-73,-1-3 1,3 2 164,-3-6 0,3 0-65,-3-7 1,3 3 46,-3-3 0,0 3-103,-4 1 0,0-1 20,0-3 0,-1 6 400,-3-2 513,3 3-447,-4-3-235,0 5-61,4 1 0,-9 11-21,3 5 1,-2 5-41,2 6 1,-3 0-69,3 0 1,-2 5-153,2 2 0,-3 4 46,3 4 1,-4-2-126,-4 1 0,-2 2 100,-5-1 1,-1 0-85,-3-4 0,-3-1-4,-8-3 1,1-2 118,-4-5 1,0-5 148,-4-2 1,3-4-1,1-4 1,3-2 157,-3-5 1,9-1-52,2-3 1,4-6 165,3-4 1,5-6-107,2 2 1,3-3 39,1-1 1,5 0-235,2 0 1,8 1-89,4 3 0,3-2-291,3 5 1,3-3 17,6 3 1,4 1-232,2 3 0,-1 1-28,2 2 0,-2 2-1071,1 3 1633,-2 1 0,10-3 0,3 5 0</inkml:trace>
  <inkml:trace contextRef="#ctx0" brushRef="#br0" timeOffset="325">838 67 7702,'0'-8'789,"0"1"1,-1 5-193,-3-2 1,2 3-55,-6 1 0,0 1-155,-7 3 0,2 7-38,-6 7 1,-3 8-54,-4 3 1,1 4 174,3 4 0,0 2-332,0 5 1,8 0-211,3 0 1,7-3-531,1-1 1,10-4-52,4 1 1,7-8-409,1-3 0,3-7 388,4 0 1,-3-10-104,3 2 0,-3-7 774,-1 0 0,10-32 0,2-9 0</inkml:trace>
  <inkml:trace contextRef="#ctx0" brushRef="#br0" timeOffset="959">959 210 7702,'-7'-1'718,"0"-3"-22,4 3-378,-2-4 0,5 4 56,0-3-162,0 3 0,5-4-52,3 5 0,3 0 0,3 0 0,0 0-13,4 0 0,2 0-137,5 0 0,-1 0-46,1 0 1,-1 1 119,-2 3 1,-1-3-159,-3 3 0,-2-3-61,-5-1 244,0 0-45,0 0-45,-5 0 11,-1 0 464,-5 0 346,-5 0-893,4 0 0,-5 4-103,2-1 74,3 1 0,-5 0 24,2-1 17,3 6 1,-8-3 22,6 5 0,-5-3 20,5-1 0,-6 0 5,2 4 0,-3 4 2,-1 0 1,0-1-65,0-3 1,0 4 7,0 0 1,0 3-106,0-3 1,-3 3 144,3-3 0,-2 0-23,5-4 72,-2 0 0,1 0 291,1 0-91,3-5 276,5-1-58,0-5-248,5 0 0,1 0 29,5 0 1,2 0-329,1 0 1,4 0-306,4 0 0,1 0-187,3 0 0,-3 0-570,3 0 0,1-2-279,-2-1 1,1 2 1427,-4-3 0,10-12 0,2-2 0</inkml:trace>
  <inkml:trace contextRef="#ctx0" brushRef="#br0" timeOffset="1343">1433 122 7891,'-6'-5'483,"-4"0"-205,3-2 1,1 1 146,-1 2 1,4 1 133,0-4-237,1 5 0,3-3-69,3 5 0,4 0-45,6 0 1,3 5-35,5 2 1,5 7 104,3 0 1,5 7-25,2 1 0,0 0-90,-4 4 1,-1 2-40,-3 1 1,-3 3-122,-8 1 0,-7-1-266,-7-2 1,-9 0-529,-6-4 0,-5 2 414,-6-6 1,-2-2-846,1-9 1,0-4-27,8 0 1246,-4-4 0,16-8 0,0-7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3:03.51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33 7875,'-6'0'581,"1"0"1,6 0-299,3 0 0,2 0 104,5 0 1,6 0-198,5 0 0,3 0-39,8 0 1,-1 0-749,8 0 1,-4 0-57,1 0 1,-7-3-372,0-1 0,-7 0 1024,-1 4 0,-29-9 0,-13-4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3:03.7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45 8980,'11'0'655,"0"0"0,5 0-823,3 0 1,6-2-67,5-1 0,2 2-355,1-3 0,1-1 589,3 1 0,12-9 0,7 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3:09.9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89 154 7755,'0'7'864,"0"-3"-874,5-4 1,-4 2 172,3 1-112,2-1 1,-4 2 56,5-4 0,-3 0-87,3 0 1,-3 0 121,3 0-80,1 0 0,3 4 3,0 0-147,0 0 1,0-4-16,0 0-16,0 0 0,0-2-148,0-1 177,0 1 1,0-3 47,0 5 1,-4-3 12,1-1 0,-5-1-18,5 2 66,-1 1 0,1-4-47,-1 3 1,-3 0 6,3-4 0,-3 4-20,3 0-5,-5-4-56,8 1 40,-9-5 0,6 4 34,-4 0 1,-2 3-2,3-3 0,-3 3 44,-1-3 0,0 3 7,0-3 0,0 3 117,0-3 1,0 3-88,0-3 1,-1 3 9,-3-4 0,2 5-52,-5-5 0,3 6 16,-3-2-6,-1 3 1,-3 0 4,0-3 38,0 3 0,0-4-50,0 5 1,4 0 85,-1 0 1,1 0-30,-4 0 1,4 1 12,-1 3 1,1-2 25,-4 6 0,0-5 17,0 5 0,0-5 6,0 5 0,0-1 106,0 4 0,0 0-59,0 0 0,-1 4-21,-3 0 0,3 3 9,-3-3 0,3 4-65,1 0 0,0 2-9,0 1 1,3-2-14,1-1 1,4 2-111,0-3 1,2-1 75,1 1 0,0-3-29,0 4 0,1-6 92,2 2 1,4-3 66,4-1 1,1-4 3,3 1 0,2-6-74,5 2 0,1 1 18,3-2 1,-3 1-120,3-4 0,1 0-155,-2 0 1,1-4-93,-4 1 0,0-2-367,0 1 0,-5 2-673,-2-6 0,-3 5-511,-1-5 1786,0 6 0,-14-13 0,-5 3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3:11.3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44 7527,'-7'5'-136,"3"-4"238,4 4 315,0-5 48,-5 0-103,3 0 87,-3 0 924,5 0-1157,5 0 0,-2 0-6,4 0 0,1 0-49,3 0 1,1 0-103,3 0 1,-2 0-149,5 0 1,0 0 36,0 0 0,3-1 11,-3-3 0,3 3 33,1-3 0,-4-1-155,1 2 1,-6-2 40,2 1 1,-3 3-53,-1-3 1,-3 3-306,-1 1 253,-5-5-273,3 4 129,-5-4-158,0 5 251,0-5 115,0 4 238,0-4 439,0 5-424,-5 0 218,4 0-153,-4 0 19,5 0 11,-5 0-78,4 0 237,-4 0-78,5 0-137,-5 0 0,4 1-33,-3 3 1,2-3 16,-2 3 0,2 1-39,-6-2 0,5 5-3,-5-5 1,1 6 56,-4-2 0,0 4-19,0 4 0,-4-3-41,1 3 1,-5 2-30,5 2 0,-5-2-61,4 1 0,1-3 52,3 3 1,0-4-1,0 0 0,1-1-16,3-2 1,-2-4-211,5 0-10,1-4-383,3 2-3855,0-5 3924,4 0 169,-2 0 350,3 0 0,-5 0 0,5 9 0,1 4 0</inkml:trace>
  <inkml:trace contextRef="#ctx0" brushRef="#br0" timeOffset="223">45 298 7479,'-7'-5'1272,"3"4"-849,4-4 1856,0 5-1935,4 0 0,0 0-177,7 0 1,-1 0-51,8 0 0,1 0-149,3 0 0,3 0-342,1 0 0,4-4-480,-5 0 1,6 1 141,-2 3 1,-2 0 711,-1 0 0,-3-5 0,-1-1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3:13.5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23 7759,'-5'-6'133,"-1"1"-21,0 5 104,-4 0-289,9 0 363,-4 0 249,5 0 1,5 0-420,2 0 0,-1 0-16,2 0 0,-1 0 31,4 0 1,0 0-27,0 0 1,0 0-22,0 0 1,4 0-124,0 0 1,-1 0 59,-3 0 0,4 0 29,0 0 1,1 0-24,-2 0 0,0 0-14,4 0 1,-3 0 59,3 0 0,-3 0-1,3 0 0,0 0-61,0 0 1,3-1-2,-3-3 0,-1 3-75,2-3 0,-5 3 82,5 1 0,-5 0-11,5 0 0,-2 0-31,1 0 0,2 0-20,-5 0 1,3 0 10,-3 0 0,3 0-12,-3 0 0,3 0 28,-3 0 0,0 0 66,-4 0 1,0 0 135,0 0 0,1 0-186,3 0 1,-7 0 7,3 0 0,-1 0 1,5 0 1,-3 0 3,3 0 1,-3 0-32,-1 0 0,4 0-104,-1 0 1,2 0 92,-1 0 0,-3 0-22,3 0 1,-3 0 88,-1 0 0,4 0 2,-1 0 0,1 0 12,-4 0 0,1 0-40,3 0 1,-1 0 11,4 0 0,-5 0 1,2 0 1,1 0 18,-1 0 0,3 0-51,-3 0 0,3 0-106,-3 0 0,3 0 89,-3 0 1,5 0 17,-2 0 0,-1 1-3,2 3 1,-5-3-1,5 3 0,-5-3 4,5-1 0,-6 0 2,2 0 1,1 0 5,-2 0 1,5 0-2,-4 0 0,-1 0-3,-3 0 1,4 0 59,0 0 0,3 0-60,-3 0 0,3 0 2,-3 0 1,1 0-40,-2 0 0,0 0-5,4 0 0,-3 0 12,3 0 1,-3 1-7,3 3 0,1-3 20,3 3 0,-4-3-8,1-1 1,-1 0 42,4 0 0,-4 0-17,1 0 0,-5 1 8,5 3 1,-4-3-39,3 3 0,-5-3 4,2-1 0,1 0-11,-1 0 0,1 0-5,-2 0 1,2 0-8,3 0 1,1 0-14,-1 0 1,2 0-21,1 0 0,0 0 71,0 0 1,0 1 1,0 3 1,0-3 8,0 3 1,0-3 11,0-1 1,0 1 1,0 3 1,0-3 4,0 3 1,4-3-44,0-1 1,1 0 1,-2 0 0,4 4-102,4-1 0,-2 1 79,-1-4 1,2 0-15,-3 0 1,-1 4 48,2-1 0,-5 1 3,5-4 0,-7 0 29,-1 0 0,0 0 11,-3 0 1,-4 4 2,0-1-5,2 1 1,-4-4 333,1 0-65,-6 0-91,1 0-216,-7 0-11,3 0-2196,-5 0 1153,-5 0 1058,3 0 0,-27 0 0,-2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3:16.6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507 1 7682,'-6'0'-420,"0"0"231,2 0 237,3 0 1,-5 0 87,2 0-30,3 0-30,-9 0 0,8 0-2,-6 0 0,5 0-6,-5 0 0,5 0-26,-5 0 0,5 0 45,-5 0 1,1 0-12,-4 0 0,0 0-104,0 0 0,-4 0 57,1 0 0,-6 0-12,2 0 1,0 4 35,0-1 1,-4 2-4,-4-1 1,1-3-14,3 3 1,0 1 8,-1-2 0,1 5-19,0-5 1,4 2 10,0-1 0,4-3 44,-1 3-84,3 2 1,2-4-11,3 6 1,2-5-15,5 5-15,0-6 46,0 8 1,1-5-3,3 2 1,2 2 109,5-5 1,0 3-32,0-3 0,0 1 49,0-2 0,4 0-53,0 4 0,1-5 11,-2 2 0,-1 1-52,1-1 0,0 1-3,0-2 0,-1-2 14,1 3 1,-1 1-4,-2-1 0,0 1 37,0-2 122,0-1 27,0 7-195,0-7 1,-5 4 49,-2-3-80,-3-1 1,-1 4-19,0-3 40,0-1-20,0 7 0,-1-2-75,-3 4 0,1-4 26,-4 0 1,3-1 21,-3 2 1,1 2 31,-1-3 0,-3 3 4,2 1 1,-1 0-18,-2 0 0,1 0 5,2 0 1,-1 0-5,1 0 0,-1 0 3,-2 0 0,3 0 21,1 0 0,-1 0 40,-3 0 1,4 0 71,0 0 0,3 0-88,-3 0-17,-1 0 1,1 0-7,0 0 0,4 0-1,0 0 0,1-3-19,2-1-7,-5 0 126,4 4-96,-4 0 155,10-5 0,1 3-45,5-5 0,-3-1 63,-1-3 0,0 0-83,4 0 1,4 0 92,0 0 1,1 0-73,-2 0 0,0 0 25,4 0 1,1 0-63,3 0 1,0 0 1,0 0 0,1-3 1,3-1 1,-3 0 8,3 4 0,-3-1-156,-1-3 0,-4 3-41,1-2 0,-6 1-374,2 2 140,-3 0 1,-2-1-830,-3-3-330,3 3-1604,-9-4 3079,4 5 0,10 0 0,3 0 0</inkml:trace>
  <inkml:trace contextRef="#ctx0" brushRef="#br0" timeOffset="1065">1058 343 7776,'0'6'583,"2"-1"-278,1-5-231,-1 0 0,7 0 40,-1 0 0,-2 0-89,1 0 1,1 0 157,3 0-238,0 0 1,0 0 96,0 0 1,0 0 2,0 0 0,0 0-19,0 0 1,0 0-1,0 0 1,0 0-95,0 0 1,0-4 81,0 0-88,0-4 1,0 5 60,0-4 0,-4 5-51,1-2 49,-6-2 0,8 0-2,-9-5 137,4 0-50,-5 0 0,-1 0-11,-3 0 1,3 3 113,-3 1 1,-2 3-92,-1-3 0,1 4 108,-2 0 0,5 1-77,-5 2 1,1-3 127,-4-1-110,0 0 1,-4 6 33,0 1 0,1 0-7,3 4 1,-1-3-10,-3 3 1,1 4 23,-4 4 0,3 3-125,-3-3 0,4 5 33,0-2 1,-2 3-63,1 1 0,2 4 85,5-1 1,3 2-9,5-1 0,0-3 43,0 3 1,7-3-20,4-1 1,1-1-14,6-3 1,4-2 22,4-5 0,5-1-118,-2-2 0,2-4-130,-2-4 1,3 0-598,-3 0 1,2-4 148,-2-4 1,-2-2-136,-5-1 1,-1-3 195,-3-1 505,-2 0 0,-14-15 0,-4-6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3:20.1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12 6737,'-7'0'1228,"2"0"1086,5 0-2395,5 0 0,2 0-42,4 0 1,-4 0 43,0 0 1,1 0 69,3 0 1,0 0-22,0 0 0,0 0-13,0 0 0,3 0 47,1 0 1,-4 0 1,-4 0 1,1 0 35,3 0 17,0 0 71,0-5-69,0 3 11,0-2-2,0 4 10,-5 0-14,4 0-32,-9 0 0,5 0 9,-2 0-2,-3 0 170,4 0 1083,-5 0-1247,-5 0-26,4 0 81,-4 0 101,5 0-111,0 4 100,-5-2 30,4 7-28,-9-2-7,4 4 0,-5 0-146,0 0 1,4-4 0,-1 0 0,5 1 6,-5 3 1,1 0-38,-4 0 0,3-1-135,1-3 1,0 3 42,-4-3 0,3 2-99,1-2 0,3 3 45,-3-3 0,3-1-6,-3 2 1,3-5 52,-3 5 0,3-6-38,-3 2 50,5 2 0,-7-4 67,5 6 39,1-6-33,3 3 755,0-5-609,4 0 1,3 0-63,4 0 1,-4 0 5,0 0 1,1 0-18,3 0 1,1 0 0,3 0 1,-2 0-40,6 0 0,-6 0 34,2 0 0,1 0-122,-2 0 0,1 0-190,-4 0 0,0 0-1194,0 0-171,0 0-784,0 0 1642,0 0 753,-5 0 0,-16 0 0,-8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18.2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110 77 7753,'0'-7'1265,"0"-1"-596,0 1-442,0 1 0,0 2-65,0 8 1,0 2-72,0 5 1,-1 4-161,-3 0 1,2 4-20,-5 0 1,1 0-3,-2-1 1,-2 3 55,3-2 0,-1 0-161,0 0 0,-2 0 122,3-4 0,1 1-76,-1-1 1,4-7-55,-1 3 64,-2-7-12,5 1 37,-4-5 0,5-5-119,0-2 1,5-7 165,2-1 0,3-4 32,1 0 0,0 2 5,0-1 1,4-1 6,0-3 1,3 0 128,-3 0 1,3 0-52,-3 0 0,4 4 68,0-1 0,-2 6-1,1-2 0,-4 3 194,0 1 1,-1 5 123,-2 2-293,0 3 0,-4 6-69,0 2 0,-4 7-85,1 0 0,-4 6-65,-4-2 1,1 3 70,-4 1 1,0 0-51,-4 0 0,3-1 37,1-2 1,0 0-120,-4-4 1,1 3 82,3-3 0,-2 0-76,5-4 1,-3-4 55,3 0 0,-3-3-274,3 3 389,1-4-154,3 2 1,0-10-2,0-3 1,1 1 70,2-4 1,0 3-13,4-7 0,1-1 44,3 1 0,-2-3 106,-1 3 1,5-4-74,-2 0 1,4-2 122,0-1 0,-2 0-14,6 0 1,-1 4 32,4-1 1,-4 6 103,1-2 0,-6 8 21,2 3-56,-3 3 1,-2 7-18,-3 5 1,-2 6 153,-5 9 1,-1-1-70,-3 4 0,-2-1 24,-5 2 1,4-4-179,-1-3 1,2-1-116,-1 0 1,-3-2-554,3-1 1,2 0 73,1-4 1,2-4-828,-2-4 1270,3 1 0,11-27 0,8-6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25.7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56 7835,'0'-6'764,"0"-4"-18,5 9-539,-4-4 0,5 5 182,-2 0-9,-3 0-256,4 0 1,-5 1-80,0 3 0,0-2-74,0 6 0,0 0-126,0 7 1,0-3 37,0 3 1,-4-3-82,1-1 1,-2 4 65,1 0 1,2-1-64,-6-3 0,5 0 63,-5 0 1,6 0 33,-2 0 1,-1-3-115,2-1 52,-1-4 119,4 1-119,0-4 75,0-4 0,1-3-8,3-4 0,2-3 2,5-1 1,0-1 11,0 1 0,0-1 5,0-2 0,0 1 79,0 2 0,0 3-88,0-3 0,4 3 189,0 1 1,-1 1 55,-3 3 0,0 1 319,0 2-359,0 3 1,0-4 104,0 5 1,-3 1-190,-1 3 0,-4-2 0,0 6 1,-2 0-84,-1 7 0,0-3 82,0 3 0,0-3-163,0-1 1,0 0 42,0 0 1,-1 0 31,-2 0 1,1 0-32,-1 0 39,-3 0 0,3-1-28,-4-3 12,4 3 71,-2-9-86,5 4-8,0-5 42,0-5 1,0 3-10,0-5 1,2-1 59,1-3 1,0 0 5,4 0 0,-1 0 32,2 0 1,1 0 124,-1 0 0,1-1-60,3-3 0,-1 3 125,0-3 1,0 3 14,0 1 1,-4 4-144,0-1 1,-1 5 166,2-5 254,2 6-72,-4-3 1,1 6-140,0 3 0,-4 2-166,1 5 1,0 1-131,0 3 0,0-3 110,-4 3 0,3-2-143,1 2 0,0-3-193,-4 3 1,1-2-542,3 2 1,-3-3 331,3 3 410,-3-8 0,-6 3 0,-1-4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27.0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44 7769,'6'-5'976,"-1"4"-554,-5-9-45,0 9-189,0-4 0,1 5 13,2 0-77,-1 0 1,3 5-1,-5 3 0,0 1-28,0 2 1,-2 0-137,-1 0 0,0 0 16,-4 0 0,4 2-117,0 1 0,-2-5 6,1 2 0,-3-2-357,3 2 158,0 0 1,3-2-208,-2-1 118,1 2 125,-3-9 102,5 4 0,0-10 81,0-3 1,4-1-13,0-2 0,3 0 130,-3 0 1,3-2-68,-3-1 0,4 1 135,0-1 0,0 1-28,0 2 1,2 0 73,-3 0 1,3 4-87,1 0 1,-4 1 105,0-2 0,1 0-83,3 4-1,0-5 1,0 8 126,0-3 0,-4 3-50,1 1 0,-6 5-32,2 2 0,-3 1-56,-1 3 1,0-3-19,0 7 1,0 1 36,0-1 0,-4 3-3,1-3 1,-5 1-26,4-2 0,-3-1 7,3 1 1,-3-1-32,3-2 1,-3 0-8,3 0 1,1-4-95,3 0 0,-4-3 46,0 3-26,1-4-14,3 2-52,0-10 0,0-1 97,0-5 1,1 0-10,3 0 0,-2 0-2,5 0 1,-3-2 3,3-1 1,1 1 177,3-1 1,-1 0 8,-3 0 1,3 1 131,-3-1 1,3 3-74,1 3 0,-4-2 133,1 3 1,-1 1-122,4-1 1,-4 4 67,1 0 0,-5 1-66,5 2 0,-6 2-21,2 1 1,-2 5-112,2 6 1,-3 0-13,3 4 0,-3-3-125,-1 3 0,0-3-105,0 3 0,0-4-302,0 0 0,0 2 131,0-1 0,0 0-822,0-4 1155,0 0 0,0-15 0,0-3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31.4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66 34 9373,'0'11'213,"0"0"0,0 0-110,0 0 1,-1 4-147,-2-1 0,0 2 83,-4-1 1,3 1-167,-3 2 1,3-1 51,-3-2 1,3-3 69,-3 3 0,3-4-10,-3-4-307,4 3-292,-2-9 415,5 4 0,0-10-36,0-2 1,5-4 57,3-4 0,1 2 28,2-6 0,0 5 26,0-5 1,4 1 51,0-4 0,3 4 120,-3-1 0,1 4-31,-1-3 1,-3 5 187,2-2 0,-1 4 47,-2 4-70,0 2 0,-4 5-85,0 0 1,-4 5 55,1 2 0,-4 8-194,-4 3 0,-1 3 69,-2 1 0,-3-4-7,3 1 0,0-1 0,0 4 0,1-1-95,-1-3 1,-2-2 55,5-5 1,-1 0-7,2 0 1,2 0-13,-3 0 0,1-5-194,0-2 110,2-3 79,-4-1 1,6-1-8,3-3 1,-2-2 7,5-5 0,-3-3-29,3-1 0,-3 0 17,3 4 0,1-4-7,3 1 1,0-6 40,0 2 0,0 1 6,0-2 1,1 5 50,3-5 0,1 4 132,2-3 1,-2 6 47,-5 1 1,0 1-75,0 6 1,0 1 266,0 3 0,-5 5-49,-2 2 1,-3 8 80,-1 3 0,-4 3-119,1 1 1,-6 0-98,2 0 0,1 0-70,-2 0 1,5-1-127,-5-3 0,5 2-628,-5-5 1,6-1 389,-2-3 1,3-3-1286,1-1 1489,0-5 0,15-31 0,3-14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33.12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122 23 7773,'0'-8'196,"0"1"487,0 4-337,0-2-89,0 5 0,0 5-158,0 3 1,-4 2-137,0 1 1,-3 3 29,3 1 0,-4 3-151,0-3 0,0 5 128,0-2 0,-1-1-94,1 2 1,0-5-170,0 5 0,-1-6 104,1 2 0,2-3-60,-1-1 0,4-4-3,0 1 133,1-6-37,2 3 174,0-15 0,0 3-55,0-8 1,4 2 11,0-2 0,4 3-63,0-3 0,1-1 0,3 1 1,-1 0 34,0 0 1,3 3 38,1-3 0,0 3 104,-4 1 0,3 0-51,1 0 1,0 0 141,-4 0 0,0 3-110,0 1 0,0 4 195,0 0-152,-5 2 1,3 2 286,-6 2-431,1 4 1,-4 7 64,0 1 0,-1 1-134,-3-1 0,2-2 99,-6 5 0,5-3-108,-5 3 1,5-4 55,-5 1 0,5-3-61,-5-1 66,1 5 1,-1-4-6,1 3 1,5-7-229,-2 0 135,-2-6-9,5 3 83,-4-5 41,5 0 1,0-5 28,0-2 0,0-3 5,0-1 1,1 0-17,3 0 1,-2-1 9,5-3 1,1 3 122,3-3 1,-4-1-81,1 1 1,-1 1 151,4 3 0,-1 0 19,-3 0 1,3 3-2,-3 1 0,2 3 94,-2-3 280,3 4-182,-4-1 122,5 4-316,0 4 1,-5 4 15,-2 7 0,1-3 18,-2 2 1,1 2-169,-4-1 1,0 1-235,0-1 0,-1-3 19,-3 3 0,3-2-140,-3 2 0,-1-3-708,2 3 0,-5-3 481,5-1 0,-1-4 507,4 1 0,0-20 0,0-2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34.7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99 7704,'0'-8'149,"0"1"352,0 5-1,0-3-68,0 0-51,0 4-59,0-4 0,0 13-188,0 3 1,0 3-112,0-3 1,-5 3 13,-3 1 0,2 3-222,-1-3 1,3 1 0,-3-1 0,1-3 93,-2 3 1,0-3-70,4-1 0,-3 0 61,3 0 0,-1 0-157,1 0 0,3-4-114,-2 1 108,1-6 83,2 3 1,0-6 117,0-3 0,2-2-5,1-5 0,3-4-14,5 1 1,-1-6 19,-2 2 0,4 1 23,-5-2 1,9 1 105,-5-4 1,3 5-88,-3 2 1,0-1 4,0 1 0,-3 1 85,3 3 0,-6 1 73,6 2 204,-2-1-229,2 7 35,0-2 0,-5 8-107,-2 4 0,-3 5 26,-1 2 1,-4 3-25,0-3 0,-3 3-19,3-3 0,-3 3-52,3-3 0,-3 4 71,3-5 0,-3 1-49,3-4 1,-1 0-393,2 0 222,2 0 0,-6-1-19,4-3-101,2-2 69,-4-5-46,5 0 213,0-5 1,1-1-38,3-5 1,-2-1-17,5-3 1,-1 3 103,2-3 1,2-1 154,-3 2 1,3-6-121,1 2 0,0 0-24,0 0 0,1 1-17,3-1 1,-3 0 9,3 4 0,1 3 322,-2 0-63,1 0 315,-4 9 1,-1-1-13,-3 6 1,-2 5-97,-5 6 0,0 0-134,0 4 0,0-1-148,0 2 1,-4 0-26,1-4 1,-2 3-56,1-3 1,3 4-510,-3-5 17,-2 1 1,5-4-395,-3 0 1,3-4 360,1 1 419,0-6 0,10-26 0,2-13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36.3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54 8151,'0'-6'321,"0"1"1,0 6-200,0 3 0,-1-2-101,-2 6 0,0-1 90,-4 4 0,3 1-133,-3 3 0,3-3 73,-3 3 1,1-2-123,-2 2 0,0-3-75,4 3 1,-3-3 53,3-1-74,0 0 77,-1 0-224,4 0 190,-4-4-155,5-2 219,5-15 1,-2 2-10,4-6 0,-3 1 8,3 2 0,0-1 14,4-3 0,0 2 28,0-5 0,0 4-21,0-1 1,4 0 2,0 0 1,0 0 24,-4 4 0,0 0 79,0 0 0,0 4-36,0-1 0,-4 6 316,0-2-289,-4 3 0,5 6 132,-4 2 1,0 4-122,-4 4 1,-4-3-12,0 3 1,-3 1 14,3-1 0,-3 3-46,3-3 0,-4 1-12,0-2 1,4-2-10,0 3 1,-1-3-113,1-1 0,-1-3 58,2-1 0,1-3-307,-1 3 242,2-4-26,1 2-48,0-5 0,3-5 90,1-3 1,3-2 1,-3-1 0,5-1 10,-2-3 1,3 2 1,1-5 1,0 3 178,0-3 1,0 3-95,0-3 0,1 4 143,3-1 1,-3 3-54,3 1 0,-4 0 124,-4 0 0,3 4 131,-3-1 1,-1 6 151,2-2 0,-6 4-72,2 4 1,-2 2 85,2 5 1,-3 0-208,3 0 1,-3 4-80,-1-1 0,0 5-225,0-4 1,-4 0-238,1 0 0,-1-3-286,4 3 0,0-3-206,0-1-464,0 0 1190,0 0 0,15-24 0,3-7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39.0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122 88 7449,'6'-5'281,"-1"4"0,-4-7 615,3 4-356,-3 0-74,4 4-245,-5 0 0,-1 5-81,-3 2 0,1 5-107,-4 2 0,0 0-264,-4 4 1,0-3-41,0 3 0,0-1-262,0 2 1,0 0 271,0-4 1,3 3-103,1-3 1,3 0-22,-3-4 1,3-1-319,-3-3 702,4-2 0,-1-5 0,18-30 0,5-6 0</inkml:trace>
  <inkml:trace contextRef="#ctx0" brushRef="#br0" timeOffset="420">155 66 7788,'0'-6'1094,"0"1"-268,0 5-781,0 5 1,0 1-74,0 5 1,1-3-139,3-1-35,-3 0 1,8 4-76,-6 0 1,6-5 1,-3 3 92,5-5 1,-4-1-136,1-3 128,-1 0 0,4 0 35,0 0 0,0-1 169,0-2 0,0-2-39,0-3 0,0-2 101,0 3 1,-1-3-134,-3-1 0,3 0 16,-3 0 0,2 0 188,-2 0 0,0 0 197,-4 0 0,-2 4-37,3-1 1,-1 6 415,0-2 96,-2 3-507,4 1 1,-5 1 113,0 3 0,-3 2-108,-1 5 1,-3 1-109,3 3 1,0-1-58,4 4 0,0-1-91,0 1 0,-3 2 110,-1-5 0,0 3-126,4-3 0,0 3-120,0-3 0,0 0-745,0-4-1603,0 0 1316,0-5 1105,5-1 0,16-49 0,8-12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37.4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166 44 7843,'0'6'-634,"-1"4"0,-3-4 373,-3 0 0,1 4 882,-2-2 1,2 1-275,-1 2 0,-3 4-191,3 0 0,-3 0-63,-1-4 0,0 3-136,0 1 0,0 3 72,0-3 0,1 0-127,3-4 0,-2 0 29,5 0 1,-1-4 26,2 0-292,2-4 286,-4 2 8,5-5 0,0-1 25,0-3 0,1 1 5,3-4 1,-2-1-45,5-7 1,1 3 13,3-3 0,0 1 0,0 0 0,0 0-1,0-4 1,3 3-8,1-3 0,1 3 1,-1-3 1,-2 4-12,6 0 1,-2-2 59,1 1 1,-1 0 83,-2 4 1,-3 4 187,3 0-170,-3 4-87,-6-2 0,-1 10 108,-5 2 1,0 7 179,0 1 1,-5 3-167,-2-3 0,1 4-40,-1 0 1,0-2-55,0 1 0,-3-4-105,3 0 1,1 2-26,-2-1 1,5 0 77,-5-4 0,6 0 26,-2 0 0,-1 0-159,2 0-276,-1-5 219,4 4-94,0-9 84,0 4 91,0-15 0,0 3 52,0-8 0,5 3 30,2 1 1,2-2-2,-2-1 1,3 0 0,-3-4 1,3 4 10,1 0 1,4-2 22,0 1 0,-1-3 117,-3 3 0,0-3 1,0 3 0,0 0 212,0 4 0,0 0 187,0 0 1,0 5 209,1 2-14,-6 3-468,3 1 0,-7 6-63,1 5 1,-1 2-4,-2 5 0,0-3-123,0 3 0,-2-3-142,-1 3 0,1-3-396,-1 3 1,2-4-527,1 0 0,0-1-439,0-2 370,0 0 1077,0-5 0,24-31 0,7-11 0</inkml:trace>
  <inkml:trace contextRef="#ctx0" brushRef="#br0" timeOffset="401">640 99 7843,'-6'0'570,"1"0"1,6 0-222,3 0 0,-2-3-231,6-1 1,0 0-202,7 4 0,-3-1-437,3-3 0,1 3 164,-1-2 0,3 0-326,-3-1 1,-1 3 356,-3-2 325,0-4 0,5 1 0,1-5 0</inkml:trace>
  <inkml:trace contextRef="#ctx0" brushRef="#br0" timeOffset="615">629 210 7214,'6'-6'1635,"4"-3"-1611,-3 5 0,4-1-180,4 2 1,-2 1-222,6-1 1,-2-2 17,1 1 0,3-3-655,-2 3 1014,1-4 0,27-8 0,6-8 0</inkml:trace>
  <inkml:trace contextRef="#ctx0" brushRef="#br0" timeOffset="849">1048 22 10607,'0'11'1188,"0"0"0,-4 5-805,1 3 0,-2 1-103,1 2 1,3 5-71,-3 3 1,-1-2-272,2 1 1,-5 0-314,5 0 1,-5 0-205,4-7 1,0 2-809,0-10 0,3 1 1386,-3-4 0,3-20 0,1-4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43.1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44 7257,'6'-5'-1246,"-1"4"1449,-5-4 253,0 0-180,0 4-9,0-4 1,0 4 54,0-3 300,5 3-293,-4-4-73,4 5 0,-5-1-29,0-3 1,1 3 148,3-3-98,-3 3-336,4 6-23,-5 1 1,0 9 64,0-1 1,0 1-120,0-4 1,-4 4 47,1 0 0,-5 3-144,5-3 0,-2-1 105,1-3 1,2 0-88,-6 0 1,6 0-14,-2 0 1,2-3 27,-2-1-266,3-4 163,-4 2 127,5-5 0,0-5 102,0-3 0,0-2 108,0-1 0,4-3-95,-1-1 1,6-1 161,-2 1 0,3 3-120,1-3 0,-4 0 19,1 0 1,-1 0 88,4 4 0,0 4-53,0-1 1,0 2 7,0-1 1,0 2 4,0 5 1,-3 0 266,-1 0-264,0 0 1,3 1 65,-3 3 1,-2 2-90,-5 5 1,0 0 16,0 0 0,0 4-1,0 0 1,0-1-26,0-3 0,0 2-11,0 1 0,-1-2-8,-3 3 1,3-6-84,-2-2 1,0 0 6,-1 4-243,3-4 221,-9 2-229,9-7 175,-4 3 95,5-5 1,0-5-67,0-3 115,0-2 1,0-1 7,0 0 0,2 0 58,1 0 1,0-1-48,4-3 0,-3 6 98,3-6 1,-1 8-86,2-8 1,1 6 15,-1-2 0,1 0 66,2 4 0,-3 1 154,-1-2 1,1 5-61,3-5 1,-4 6 506,0-2-416,1 3 1,1 6-4,-1 2 0,0 4-108,-4 4 0,0 1-79,-4 2 1,0 3-209,0-2 0,0-2 53,0 1 1,0-4-201,0 0 0,0 2 159,0-1 92,0-5 0,5-10 0,1-6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47.0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1 177 8316,'11'0'1977,"0"0"-1504,0 0 0,5 0-200,2 0 0,8 0-95,3 0 1,4-1 13,4-3 1,2 2-229,6-6 1,-6 6-406,-3-2 1,-6 3-546,-4 1 1,-7-4-514,0 1 23,-6-1 1476,-2 4 0,-16 0 0,-7 0 0</inkml:trace>
  <inkml:trace contextRef="#ctx0" brushRef="#br0" timeOffset="384">78 265 6934,'-11'0'59,"4"0"1252,-1 0-422,6 0-5,-8 0-290,4 0-74,0 0 103,-4 0-340,9 5 0,-3-4 10,8 3 0,2-3-110,5-1 1,5 0-169,2 0 0,4 0 104,4 0 1,-1 0-160,4 0 0,0 0 42,4 0 1,-1-1-104,-2-3 1,-2 3-639,-2-2 0,-4 0-25,0-1 0,-2 3-1423,-5-2 1330,0 1 857,-4 2 0,-20-5 0,-4-1 0</inkml:trace>
  <inkml:trace contextRef="#ctx0" brushRef="#br0" timeOffset="937">420 45 7992,'-11'-11'-274,"0"0"0,1 3-343,3 1 1,1 5 464,2-2 813,3 3 286,-4 1-646,5 0 1,5 1 20,2 3 0,4-2-156,4 5 1,-2 1-56,6 3 1,-1 0 47,4 0 1,0 0 87,0 0 0,0 0-274,0 0 0,0-1-722,0-3 1,-3 3 254,-1-3 0,-1 2 223,2-2 1,-1 3-35,-7-3 1,2-1 159,-5 2 33,2-6 70,-4 8 361,-1-9-173,-5 4 242,0-5-226,0 5 5,-5-4 0,2 5-77,-4-2 0,3-1 10,-3 4 0,-1-3 76,-3 3 0,-1-3-62,-2 3 0,-4 0 74,-4 4 0,0 0-58,0 0 1,-3 0 27,-1 0 0,-5 4-249,2 0 1,-2 0-164,2-4 1,2 1-207,5 2 1,2-5 122,5 2 1,2-6-115,9 2 1,2-4-10,6 0 460,2-1 0,24-17 0,6-3 0</inkml:trace>
  <inkml:trace contextRef="#ctx0" brushRef="#br0" timeOffset="1273">442 133 7428,'-10'-11'-1271,"3"0"1271,-3 5 250,9-4 727,-4 9-463,5-4 1,0 6-110,0 3 1,1-2-160,3 6 1,-2 3-76,6 3 0,-5 2-139,5-1 1,-6-2-14,2 6 1,1-4-270,-2 3 0,1-3 120,-4 3 0,0-5-79,0 2 1,0-3-551,0-1 0,0 0-273,0 0 1032,0 0 0,-1-1 0,-3-2 0,3-3 0,-4-40 0,5-8 0</inkml:trace>
  <inkml:trace contextRef="#ctx0" brushRef="#br0" timeOffset="1958">464 133 7992,'-6'-7'-1835,"2"-1"1744,-2 6 264,5-3 55,-4 5 44,10 0 0,1 0-204,5 0 0,4 0 3,-1 0 1,2 1-131,-1 3 1,2-3 22,5 3 0,-3 1 44,-1-2 0,-1 2 17,1-1 0,2-3-150,-5 3 1,-1-3 86,-3-1-10,0 0 1,-3 4-44,-1-1 45,-4 1 1,-3-4 8,-8 0 1,-2 1 28,-1 3 0,-4-3 1,-4 3 0,-2 1 62,-1-2 0,0 2 7,0-1 0,0-3-26,0 3 1,0 1 101,0-2 1,4 2-95,-1-1-10,6-3 0,-2 5-229,8-2 167,2-3 1,6 4-9,3-5 1,2 0-16,5 0 0,4 0-159,-1 0 1,6 0 124,-2 0 0,3 0-108,1 0 1,-4 0 200,1 0 1,-4 0-33,3 0 0,-5 0 92,2 0 265,-3 0 22,-1 0-191,-5 0-17,-1 0-81,-14 0 1,0 0 14,-9 0 0,3 4-6,-3 0 1,0 3 10,0-3 0,-2 4-229,6 0 1,-5-2 62,5 1 0,-1-5 55,4 2 0,0 1-4,0-1-23,5-1 33,-4-3 7,9 0 0,-3 0-9,8 0 0,2 0-1,5 0 1,0-3-35,0-1 0,1-5 67,3 2 0,-2-1-1,6 0 0,-5-2 99,5 3 0,-6-3 199,2-1 0,-3 0-121,-1 0 1,0 0 125,0 0 1,-3 1 270,-1 3-79,-5-3 1,3 8-502,-5-6 1,-5 6-474,-2-2-118,-3 3 0,-1 6 170,0 2 0,1-1-321,3 2 0,1-1 738,2 4 0,3 5 0,-4 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51.1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451 199 7971,'-5'-11'127,"4"0"0,-5 1 76,2 3 0,2-2 15,-6 6 0,5-5-15,-5 5 0,5-5-17,-5 5 0,1-2-32,-4 1 0,-1 3 23,-3-3 1,3 3-103,-3 1 1,-2 1-145,-1 3 0,1 2-71,-2 5 0,2 1 47,-1 3 0,0 1-21,4 2 0,2 3 113,-3-2 0,6 1-59,2 2 1,4-3-46,0-1 0,2-4-28,1 0 1,4-1-442,4-2 0,5-5 283,2-3 0,5-1 205,-2-2 1,2-2 32,-2-1 1,3-3 19,-3-5 1,-2 0 48,-1 0 0,1-4 187,-2 0 1,1-1 19,-4 2 0,-4 1 553,1-1-425,-1 1 1,-1 2 484,-2 0-253,-3 5-304,-1 1-301,0 5 166,0 5 1,0 3-146,0 6 1,0 0-150,0 4 1,4 2 79,-1 5 0,1 0-208,-4 4 1,0 1 19,0 3 0,-5 1-114,-2 3 0,-7-3 206,0 3 1,-7-4 47,-1-4 0,-1 3 25,-7-2 1,1-7 106,-4-1 0,0-7 18,0-1 1,1-1 270,2-2 1,3-5 105,5-3 0,5-4-161,2-6 0,7-2 122,1-9 1,4 3-202,-1-3 1,9-1-86,6-3 1,5 0-31,6 0 1,5 0-208,3 0 1,2 4-82,1-1 1,5 2-323,2-1 1,-2-2 180,-1 6 375,2-1 0,39 4 0,15 0 0</inkml:trace>
  <inkml:trace contextRef="#ctx0" brushRef="#br0" timeOffset="392">1080 56 7960,'0'-11'94,"0"0"0,0 0 1205,0 0-1026,0 5 0,-2 1 25,-1 5 0,-3 0 118,-5 0 0,-2 8-138,-1 3 1,-4 11 139,-4 1 1,-3 6-247,-1 0 0,0 8 14,4 3 1,0 5-389,0 2 1,6 2 30,5 3 1,5-3-127,6-5 1,2-4-186,6 1 0,4-12-512,10-3 1,4-9 993,0-10 0,43-26 0,9-12 0</inkml:trace>
  <inkml:trace contextRef="#ctx0" brushRef="#br0" timeOffset="867">1355 265 7959,'-3'-11'183,"-1"0"172,1 0 0,2 0-114,1 0 0,0 4 40,0 0 0,1 3 28,3-3 0,0 4-87,7-1 1,-3 3-50,7 1 1,1 0-174,-1 0 1,3 0-71,-3 0 0,3 5-114,-3 2 0,0 3 94,-4 1 1,-4 5-81,0 3 1,-6 1-25,-1 2 0,-4 1-132,-7-1 0,-2 0 23,-1 0 1,0 0 151,-4 0 0,1-5 161,-2-2 1,0 1-176,4-2 1,-3 0-117,3-7-161,0 3-404,4-4 690,5 0 1,1-2 155,5-8 0,1-2 0,3-5 0,32-15 0,11-3 0</inkml:trace>
  <inkml:trace contextRef="#ctx0" brushRef="#br0" timeOffset="1133">1730 188 7935,'11'-6'-85,"-1"-4"74,-3 3 0,-1 2 283,-2 1-100,-3 3 0,-1 1 73,-7 0 0,-3 1 0,-1 3 1,-4-1-84,1 4 1,-6 0 90,2 4 1,1 4-1,-2 0 0,2 1-48,-1-2 0,-2 0 13,5 4 1,1 0-103,3 5 1,0-1-160,0 0 0,4 0 113,4 0 0,2-1-113,1-3 1,4 2-210,4-6 0,5 0-102,2-7 1,5 2-254,-2-6 0,3 1 79,1-4 0,-1-4-994,-3 1 1522,3-6 0,6-22 0,7-10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56.7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98 155 7611,'-11'0'-86,"4"0"838,-1 0-92,6 0-255,-8 0-193,9 0 0,-3 0 8,8 0 1,2 0 20,5 0 1,0 0 59,0 0 0,1 0-182,3 0 1,-1 0-102,4 0 0,-1 0-209,1 0 0,0 0 51,-4 0 1,0 0 30,4 0 0,-3-5-17,3-3 0,-4 2-201,0-1 1,-1 0 57,-2-5 0,2 1-37,-2 0 1,1 0 274,-8 0 0,0 4-113,-4 0 0,0-1 222,0-3 0,-1 2-58,-3 1 0,-3 2 54,-8 2 1,-1 3-71,-2-3 0,-3 3 26,2 1 0,-1 0 75,-3 0 1,1 1 199,0 3 0,0 2 100,0 5 1,1 0-27,3 0 1,-3 5 30,3 3 1,1 3-154,-2 3 0,7 0 16,1 4 0,1 1-131,7 3 1,0-5 13,7-2 0,7 1 33,7-2 1,3-4-42,1-6 0,5-3-125,2-1 1,5-5 24,2-2 1,-1-4-842,1-4 1,-1-3-93,-2-8 0,-5 2-478,-2-6 0,-4 5 1363,-4-5 0,-17-4 0,-8-5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57.4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354 100 7801,'6'-6'1578,"-1"1"-515,-5 5-516,0 0 0,-2 5-183,-1 2 1,-7 7-10,-5 0 1,-1 6-163,2-2 0,-4 3-91,-4 1 0,-1 4 130,-3-1 0,2 6-293,-5-1 0,4-4-412,-1 0 1,3-3 90,1 0 1,4-6-403,-1-3 1,9-3-457,-1-3-709,8 2 817,-2-9 1132,5-1 0,19-26 0,6-9 0</inkml:trace>
  <inkml:trace contextRef="#ctx0" brushRef="#br0" timeOffset="258">67 144 7917,'0'-11'899,"-5"-5"1,3 5-320,-6 0 0,6 4 315,-2 3-581,3 3 1,1-3 143,0 8 1,5 2-123,2 5-1,1 1 9,3 3 1,-2-2-101,10 6 1,-5-1 27,5 4 0,3 4-399,4-1 1,-1 5-249,-3-4 1,0-1-474,0-3 0,0 4 81,1 0 0,-3-5-662,-1-7 0,-3-1 1429,-5-2 0,-5-15 0,-1-3 0</inkml:trace>
  <inkml:trace contextRef="#ctx0" brushRef="#br0" timeOffset="883">1048 122 7917,'0'-12'115,"0"-3"1,-1 6 286,-3-2 0,3 3-126,-3-3 1,-1 3 88,2 1 1,-6 0-99,2-4 0,-3 3-71,-1 1 0,-1 4-72,-3 0 1,-2 2-20,-5 1 0,0 0-144,0 0 1,0 8 34,0 3 1,0 8-186,0-1 1,3 8-7,1 3 0,1 3-126,-2 1 0,5 1 8,6 3 0,0-3 57,4 3 1,0 1 117,4-1 0,5-5-138,3-7 1,6-3-231,5-3 1,3-5 291,3-6 0,0-3 276,4-5 1,-3-5-32,3-3 1,0-6 242,0-5 0,-6-3-25,-4-3 1,-2 0-97,1-4 1,-2 1-108,-5-2 0,-4 0-111,1 4 0,-6 0-207,2 4 0,-3-4 223,-1 1 0,-1 3 34,-3 3 1,-6 9-960,-4-1 974,-6 3 0,-31 16 0,-14 6 0</inkml:trace>
  <inkml:trace contextRef="#ctx0" brushRef="#br0" timeOffset="1042">651 243 7985,'0'6'821,"0"-1"1,5-5-375,3 0 1,3 0-272,3 0 0,3 0-157,5 0 1,5-1-204,3-3 1,2 2-463,1-6 0,0 5 646,0-5 0,15-4 0,3-5 0</inkml:trace>
  <inkml:trace contextRef="#ctx0" brushRef="#br0" timeOffset="1942">1236 265 8978,'-7'0'1720,"3"0"-1547,4 0 0,0 5 0,0 2 0,0 3-120,0 1 0,0 1-100,0 3 0,0-1-87,0 4 1,0-3-46,0 3 0,0 0-155,0 5 1,-4-6 157,0-3 0,1 2-340,3-1 187,-5 0 48,3-4 47,-3-5 68,1-1 55,2-5 0,-3-5 9,5-2 1,0-3 179,0-1 0,4 0-30,0 0 0,1-4-48,-2 0 1,0-3-9,4 3 1,-3-3 8,3 3 1,-1-1 123,2 1 0,1 3-57,-1-2 0,2 1-47,1 2 1,0 4-8,0 0 1,0 0-10,0 0 1,0 2 192,0 5 28,0 0 0,-1 1-149,-3 3 0,2 2 13,-6 5 0,2 1 32,-1 3 0,-3-3-39,3 3 1,-3 1 53,-1-1 0,0 3-138,0-3 1,0 0-219,0-4 0,0 1 137,0 2 1,-1-5 35,-3 2 1,3-2-161,-3 2 190,3-5 0,-3 0-105,1-2 15,-1-3-159,4 4 191,0-10 0,0 2-102,0-4 179,0 0 1,0-4 1,0 0 0,0 0 4,0 0 0,0 0 142,0 0 0,1-2-119,3-1 1,-2 1-25,6-1 0,-1 1 35,4 2 1,0-1 2,0-3 1,0 3-17,0-3 0,0 3 166,0 1 1,4 1 216,-1 3 1,1-2-96,-4 6 1,-3-1 78,-1 4 0,0 0-103,4 0 1,-3 5-97,-1 2 1,-3 7 59,3 1 0,-3 4-173,3 0 0,-5-2-230,2 1 1,-1 0 85,0 4 1,-1-3-104,1-1 0,-2-3-287,-1 3 0,2-4-502,1 0 1,-1-1 950,1-2 0,-2-10 0,-1-2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5:54.4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77 474 6270,'0'-6'1008,"0"-4"1,0 8-555,0-6-23,0 6 78,0-3-59,5 0-294,-4 4-8,4-4 0,-5 6-145,0 3 1,0 2 85,0 5 0,-1 4-144,-3-1 1,2 6 92,-5-2 1,0 3-75,0 1 0,-3-1-65,3-3 0,1 2 27,-2-5 0,5 3 77,-5-3 1,6-4-142,-2-4 1,-1-3-375,2 3 368,-1-4 1,4 0-62,0-6 0,0-3 98,0-5 1,4 0-7,-1-1 0,6-2-124,-2-1 1,3-3 115,1 3 0,0-3 54,0 3 1,0-1 5,0 1 1,2 3 132,1-3 0,-2-1-76,3 2 1,1 3 142,-1 3 0,-1 2-59,-3-1 0,-3 2 228,-1 5-157,-4 0 1,2 5-59,-5 2 1,0 4-20,0 4 1,-2-2 9,-1 6 1,-2-6-16,-3 2 0,0 1 34,4-1 0,-3-1 7,3-3 0,-1 0-48,2 0-102,1 0 0,-6 0 0,4 0 23,0 0 1,4-3-288,0-1 261,0-4-73,0 2 1,0-7 33,0-1 0,0-3-143,0-6 1,5 1 198,3 0 0,-2 0-4,1 0 1,-1 0 99,2 0 1,1-3-22,-1-1 0,2-1-31,1 1 0,0 3 37,0-3 1,0 3 161,0 1 1,3 0-35,1 0 1,0 1 139,-4 3 0,0-2-86,0 6 0,-4-1 39,1 4 0,-6 1-131,2 3 0,-3 0 13,-1 7 0,0-3-96,0 7 1,0 1-59,0-2 0,0 6-187,0-2 0,-4 0-83,1 0 0,-2-3-378,1 3 0,3-4-444,-3 0-760,3-2 1848,1-1 0,10-24 0,2-7 0</inkml:trace>
  <inkml:trace contextRef="#ctx0" brushRef="#br0" timeOffset="781">518 22 7907,'0'-6'308,"0"-4"578,0 9-504,5-4 1,5 10 169,5 2 0,1 3-269,-2 1 1,3 5-114,5 2 0,4 8-121,0 4 0,0 5 102,-4 2 1,-2 4-143,-1 0 1,-3 2 125,-5 1 1,-5-1-40,-2-3 1,-8-2-64,-3-5 1,-8-5-163,-4-2 0,0-4-79,1-4 1,-3-2-322,2-5 1,-2-3-477,-1-1 1,5-1 423,3 2 581,1-3 0,17-30 0,3-6 0</inkml:trace>
  <inkml:trace contextRef="#ctx0" brushRef="#br0" timeOffset="1157">1180 287 7819,'0'-8'1520,"0"1"-1149,0 5 1,1-5-87,3 4 1,2 1-69,5-1 0,3 2 14,1 1 0,6 0-102,1 0 1,1 0-168,7 0 1,-5 0-908,5 0 0,-5-2 573,5-1 1,-7 1 186,-1-1 185,-5 2 0,-20 5 0,-5 3 0</inkml:trace>
  <inkml:trace contextRef="#ctx0" brushRef="#br0" timeOffset="1340">1191 430 11308,'11'0'191,"5"0"-391,2 0 1,3-4-48,1 1 1,5-2-731,2 1 977,-2 3 0,25-24 0,0 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6:07.2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34 122 7885,'-8'0'-206,"1"0"0,3 0 1289,-3 0-369,5 0-466,-3-5 1,6 4-43,3-3 1,7 3 12,7 1 1,9 0-62,6 0 0,6 0-124,9 0 0,0 0-332,7 0 1,-5 0-21,9 0 0,-14 0-261,3 0 0,-15 0 331,-4 0 0,-9 0-366,-5 0 227,-3 0 0,-7-4 387,-5 1 0,-15-11 0,-8 2 0</inkml:trace>
  <inkml:trace contextRef="#ctx0" brushRef="#br0" timeOffset="267">453 23 7885,'-7'-8'-140,"4"1"342,2 5 374,1-3-282,0 5 1,4 1-148,4 3 0,5 1 0,2 2 1,3 6 42,-3-2 1,3 3 77,-3-3 1,0 0-156,-4 0 1,-1 0 18,-3 0 1,-2 0-24,-5 0 1,-6 0-139,-5 0 1,-3 0-462,-8 0 0,3 0-234,-7 0 1,3 0 723,1 0 0,-10-5 0,-3-1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6:00.9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45 243 7910,'-11'-5'120,"0"4"0,4-4-32,-1 5 137,6 0 110,-3 0 314,5 0-452,5 0 1,1 0 5,5 0 0,-2 0-129,2 0 0,-3 0-136,7 0 1,-2 0-38,2 0 1,-1 0 72,4 0 1,-1 0 40,1 0 1,3 0 9,-2 0 1,5 0-28,2 0 1,0 0-19,-4 0 0,1 0-6,3 0 0,-3-4 18,3 1 1,-3-1-1,-1 4 1,0 0 11,0 0 1,-1-1-16,-3-3 0,3 3 8,-3-3 0,2 3 3,-2 1 1,2-4-1,-5 0 1,3 1 22,-3 3 0,3 0 1,-3 0 1,4-4 13,0 0 1,-2 1 7,1 3 0,1 0-58,3 0 0,0 0 39,0 0 1,-1 0 3,-3 0 0,5-4 20,-4 0 0,4 1 4,-5 3 0,0 0-39,0 0 1,-1 0-5,1 0 0,2 0 5,-5 0 1,3-4 7,-3 0 1,4 1-50,0 3 0,0 0 54,0 0 1,2 0 0,-3 0 1,3-2-26,1-1 0,0 2 1,0-3 1,0 3-1,0 1 0,0 0 0,0 0 1,-1 0-33,-3 0 1,2-4-6,-5 0 0,4 1 13,0 3 1,-2 0-27,1 0 1,-3 0-90,3 0 1,1-4 99,3 0 0,0 1-3,0 3 1,0 0-5,0 0 0,4 0 0,-1 0 1,0 0 16,-7 0 1,4 0 1,0 0 1,-3 0 63,3 0 1,-4 0-41,0 0 0,2 0 9,-5 0 1,3 0 1,-3 0 1,3 0-2,-3 0 1,4-2 14,0-1 0,2 2 2,1-3 0,1 3-23,3 1 1,-2 0-1,6 0 0,-6 0-28,2 0 1,1-2-23,-2-1 0,5 1-8,-4-1 1,3 2 28,-3 1 1,-1 0-9,-3 0 1,1 0 22,-1 0 0,0-4 1,0 0 0,1 1-7,3 3 1,-2-4 2,6 0 0,-5 1 45,5 3 0,-5-4-12,5 0 1,-3 1 6,6 3 1,-6-4 28,6 0 1,-6 1 2,2 3 1,1-4-42,3 0 1,-5 0 3,-2 4 0,-3 0-9,-1 0 0,-4-1 19,1-2 81,-11 1 1,2-4-367,-10 3-98,0 1 1,-1-3-798,-3 5 1144,-2-4 0,-30-7 0,-5-7 0</inkml:trace>
  <inkml:trace contextRef="#ctx0" brushRef="#br0" timeOffset="1370">795 772 7970,'11'0'388,"0"0"-135,0 0 1,-4 0 280,1 0 102,-6 0-179,8 0 27,-9 0-297,-6 0 1,-7 0-15,-10 0 1,-1 0 4,-3 0 0,-2 0-120,-5 0 0,-5 4 57,-3-1 1,-2 2-128,-1-1 0,-2 2-63,-6 5 1,6-4-96,-6 1 1,6-1-82,2 4 1,4 0 89,4 0 1,11-1-259,7-3 334,9 3 1,4-4 5,5 5 1,0-3 60,0-1 1,5-3 1,3 3 0,3 0 92,3 4 0,2-3-22,3-1 0,1 0 79,-1 5 0,5-1-116,2 0 1,3 0 7,-3 0 1,0-2 2,-4-1 1,0 2-1,0-3 1,-5 3-24,-2 1 0,-3 0-8,-1 0-8,-5 0 0,-1 0 24,-5 0 0,-5-1 5,-2-3 1,-4 3 12,-4-3 1,3-1 3,-3 2 0,-1-2 29,2 1 0,-6 3 4,2-3 0,0 3-66,0 1 0,1 0 9,-1 0 0,-3 0-43,2 0 1,0 0 79,0 0 0,0 4 0,4 0 1,-3 3 30,3-3 0,0 1 118,4-2 0,1-1-116,3 1 1,-1 2 85,4-1 1,0 0-51,4-4 0,1 0 31,3 0 0,2 0 33,5 0 1,1-5-88,3-2 0,7 0 15,8 0 0,3 0-108,3-4 1,0 0-179,4 0 0,2-5-162,6-2 1,-3 0-479,3 0 0,-8 0 363,-3-4 454,-3 0 0,-5-10 0,-2-2 0</inkml:trace>
  <inkml:trace contextRef="#ctx0" brushRef="#br0" timeOffset="2042">1390 1202 7962,'-5'-6'677,"4"1"-669,-4 5 1,6 0 102,3 0 0,2 0 46,5 0 1,0 0 72,0 0 0,4 0-93,0 0 0,4 0-93,0 0 0,-2 0 74,1 0 1,-1 0-144,2 0 0,-2-4 15,-3 1 0,-1-5-490,1 5 80,-1-6 276,-2 3 0,-5-5 92,-3 0 0,-1 0 59,-2 0 1,-2 3 142,-1 1 1,-3 0-143,-5-4 1,0 5 19,0 2 1,0-1 24,-1 1 0,-2-1-7,-1 2 1,0 2 58,4-3 0,-3 4 12,-1 4 1,-3-2 167,3 5 1,-1 1 67,1 3 0,2 0 99,-6 0 0,6 5-121,-2 2 1,4-1-66,4 2 1,2-1-122,5 4 0,0 0 25,0 0 1,10-1-124,4-3 0,11 2-40,4-5 0,3-2-330,1-6 1,4 2-199,0-5 1,4-1-636,0-3 0,-3-5 336,-1-2 0,-4-3 820,-4-1 0,3-34 0,-4-9 0</inkml:trace>
  <inkml:trace contextRef="#ctx0" brushRef="#br0" timeOffset="2759">2305 563 7957,'5'-7'0,"-4"1"359,3 3 152,-3 1 1,0-6-41,3 4-211,-3 1 1,3 4-1,-8 2 0,2 4-59,-6 4 1,-3 0 13,-3 0 1,-2 5-86,1 2 1,-2 3-178,-5 1 0,0 0 87,0 0 0,0 1-164,0 3 0,0-3-582,0 3 0,1-3 113,2-1 1,2-1-844,3-3 474,1-2 178,-3-5 784,10-5 0,6-20 0,6-11 0</inkml:trace>
  <inkml:trace contextRef="#ctx0" brushRef="#br0" timeOffset="2993">1985 618 7957,'-3'-11'169,"-1"0"1,-3 0 336,3 0 0,-1 4 127,1 4 92,3 2-157,-4 1-161,5 0 0,5 3-104,3 1 0,1 8 78,2-1 0,5 6-136,3-2 1,3 6-198,3 1 1,2 0-281,3 4 0,5-3-307,-2-1 1,3 0-745,-3 0 1,3-1 613,-3-3 669,2-2 0,-2-24 0,6-6 0</inkml:trace>
  <inkml:trace contextRef="#ctx0" brushRef="#br0" timeOffset="3531">3022 662 7957,'6'-11'0,"-3"0"119,-1 0 1,-2 0 294,0 0 1,0 0-47,0 0 1,-5 0-129,-3 0 0,2 0-138,-1 0 0,0 3 81,-4 1 0,-5 1-107,-3-2 0,-2 3 27,-1 5 0,0 0-174,0 0 0,0 2 78,0 1 1,4 7-201,-1 5 0,5 4-84,-5 0 0,6 3-16,-2 4 0,8 1-15,3 2 0,3 2 90,1-6 0,0 5-63,0-5 1,5 1 138,2-4 1,8-1-119,3-3 1,8-2 117,3-5 0,0-5 190,0-2 0,-5-4 60,2-4 1,1-2 19,-1-5 0,-4-1 35,-4-3 0,-3-2-226,3-5 1,-5 0-216,-2 0 1,-5 0 221,-6 0 0,0 0 27,0 0 29,-5 5 0,-21 1 0,-9 5 0</inkml:trace>
  <inkml:trace contextRef="#ctx0" brushRef="#br0" timeOffset="3677">2680 684 7948,'-5'6'0,"-2"-2"0,1-2 761,-2 2-428,6-3 1,-2 8-113,8-6 1,7 1 24,7-4 0,4 0-28,4 0 0,-2 0-102,6 0 1,-2 0-130,1 0 1,3 0 240,-2 0-228,-3 0 0,9-10 0,-1-2 0</inkml:trace>
  <inkml:trace contextRef="#ctx0" brushRef="#br0" timeOffset="4519">3297 827 8111,'0'-7'795,"0"-1"-454,0 6 117,0-3-87,0 5-171,0 5 0,0 1-43,0 5 0,4 1-136,0 3 0,-1-3 45,-3 3 0,4-1-214,0 0 0,-1-2 106,-3 3 0,0-3 131,0-1 1,0 0-268,0 1 0,0-5-49,0 0 1,-1-1-283,-3 2 217,3 1 77,-9-7 7,9 3 99,-4-5 0,5-5 92,0-3 1,0-1 91,0-2 1,0 0 105,0-1 1,0 1-27,0 0 1,0 0-18,0 0 1,1-3-67,3-1 1,-3 0 27,3 4 0,1 0-84,-1 0-148,4 0 1,-2 1 120,5 3 0,-3-2-162,-1 6 0,-1-2 90,2 1 0,1 3 50,-1-3 0,-2 3-32,1 1 0,-3 5 101,3 2 0,-3-1 176,3 2 1,-3-1-153,3 4 0,-4 0-25,0 0 1,0 0 26,0 0 1,-1 0-27,1 0 1,-1 0 26,-2 0 1,0-3-95,0-1 0,0-3-52,0 3 47,0-4-3,0 6-32,0-7-75,0 2 0,-4-5-18,0-2 0,1 0 117,3-4 0,0 3-1,0-3 37,0-1 1,0-3 95,0 0 0,0 0-86,0 0 1,0 0 91,0 0 1,0 0-25,0 0 0,3 0 120,1 0 0,5 1-95,-2 3 0,-1-2-23,1 6 1,1-5 146,3 5-196,0-1 1,0 4-3,0 0 0,-1 5-8,-3 2 1,3 3-89,-3 1 0,3 4-107,1 0 1,-4-1-290,1-3 1,-2 0-47,1 0 1,3 0 519,-3 0 0,8-14 0,2-5 0</inkml:trace>
  <inkml:trace contextRef="#ctx0" brushRef="#br0" timeOffset="5127">2889 364 7935,'8'0'221,"-1"0"1,-3 0-68,3 0 0,2 0-118,5 0 0,4 0 103,4 0 0,5 0-7,2 0 1,3 0-123,1 0 1,4 0-218,-1 0 0,-3-4-265,-3 1 0,-3-1 127,-2 4 0,0 0-356,-10 0 701,-1-5 0,-12-6 0,-4-6 0</inkml:trace>
  <inkml:trace contextRef="#ctx0" brushRef="#br0" timeOffset="5444">3264 287 7960,'-6'-1'199,"2"-3"389,3 3-369,1-4 37,0 5-67,5 0 0,1 0 8,5 0 0,0 0-8,0 0 0,0 1-9,0 3 1,4-2 118,0 6-163,-1-1 0,-4 4 146,-2 0-363,1 0 1,-7 0-147,1 0 0,-6 0-181,-5 0 0,-2-3-87,-1-1 1,-3-1-474,-1 1 0,0 2 968,4-5 0,-10-6 0,-2-4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6:10.6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22 7909,'6'0'45,"-1"-1"177,-5-3 0,1 3 168,3-3-68,-3 3-161,4 1 0,-6 5-86,-3 3 1,1 1 79,-4 2 1,1 2 6,-1 1 1,-3 0-240,2 4 0,2-3-102,-1 3 0,1-4-125,-1 0 0,-2 2 22,5-1 1,-3 0-617,3-4 266,1 0-224,-2 0 856,3-5 0,-2-1 0,5-10 0,2-2 0,18-33 0,9-7 0</inkml:trace>
  <inkml:trace contextRef="#ctx0" brushRef="#br0" timeOffset="376">122 55 7909,'6'-6'0,"0"-2"-59,-2 4 218,-3 0 90,4-1 12,0 4-201,-4-4 176,4 10-208,-5 1 92,5 5 1,-3 0-77,6 0 0,-5-3-318,5-1 1,-5-3 70,5 3 0,-2-3-3,1 3 1,3-4 109,-3 0 0,-1 2-52,2-1 33,-1-1 0,4-3-5,0 0 0,0-3 96,0-1 0,0-3 3,0 3 0,0-4 49,0 0 1,0-2 48,0-1 0,-1 4 463,-2 0-155,1-1 296,-3-3-386,5 0 1,-4 4 413,-4 0-103,-2 4 141,-1-2-36,5 5-522,-3 5 0,4 1 23,-3 5 0,0 2-121,4 1 1,-3-2-205,3 3 0,-1 1-54,2-1 0,1 3-405,-1-3 0,-2 0-37,1-4 1,-3 0-1462,3 0 2070,1 0 0,8-5 0,1-1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6:09.3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45 8202,'-1'-7'574,"-3"4"0,3 3-371,-3 3 0,3 1 14,1 7 1,-4-1-116,1 8 1,-5-3 70,5 3 0,-2 1-87,1 3 0,2 1 35,-6 3 0,5-3-203,-5 3 0,5-7-16,-5 0 0,6-4-260,-2 3 308,-2-5 1,3 2-213,-4-8 226,5-2-61,-3-5 1,5-1 8,0-3 0,0-2-22,0-5 0,1 0-130,3 0 0,-2-3 100,5-1 0,-3-5 18,4 2 0,-5 1-25,5-2 1,-1 5-25,4-5 0,-4 5 12,1-5 1,-1 4 89,4-3 1,0 5-2,0-2 0,0 6-23,0 2 204,5 0 1,-4 1-82,3 2 165,-3 3 1,-2 6-105,-3 2 1,-2 3 131,-5 1 1,0 3-77,0 1 1,0 3-87,0-3 1,0 4 78,0-5 1,-1 1-75,-3-4 1,3 0 3,-3 0 0,0 0-27,0 0 0,-1-4 10,1 1-72,3-6 0,-5 7-274,2-6-127,3 1 90,-4-4 151,5-5 0,0-1 124,0-5 0,0 0-21,0 0 0,4 0 58,0 0 1,3-4 14,-3 1 1,3-2-26,-3 1 0,4 2 103,-1-6 1,3 2 59,1-1 1,0 0-14,0 4 1,0 2 96,0-3 0,0 4-83,0 3 0,-3 0 362,-1 4-328,1 1 1,1 4 102,-1 2 0,-3 7-201,-5 5 1,3 1 36,1-1 1,0-2-269,-4 5 1,0-3-127,0 3 0,3-3-178,1 4 0,1-6-418,-1 2 158,-3-3 0,5-1 111,-2 0 612,-3-5 0,13-6 0,-1-6 0</inkml:trace>
  <inkml:trace contextRef="#ctx0" brushRef="#br0" timeOffset="233">563 67 7969,'6'-2'0,"-2"-1"0,1 0 255,-2-4 1,6 5 400,-2-2 0,-1 1-635,2 0 1,3 1-191,4-1 1,0 2-310,0 1 1,-3-2 35,3-1 0,1 1-267,-1-1 1,-1 2 708,-3 1 0,0 0 0,1 0 0</inkml:trace>
  <inkml:trace contextRef="#ctx0" brushRef="#br0" timeOffset="416">552 177 8233,'-6'0'653,"1"0"0,7 0-667,6 0 0,-1-1-326,8-3 1,2 2 289,1-6 1,7 5 170,1-5-121,-1 1 0,56-24 0,-33 13 0,0 1 0</inkml:trace>
  <inkml:trace contextRef="#ctx0" brushRef="#br0" timeOffset="616">982 34 7969,'0'6'2016,"0"-1"-1406,0 0 1,1 1-146,3 5 0,-3 1-205,3 3 1,-3-2-148,-1 5 1,4 1-187,-1 3 1,1-4-135,-4 1 0,0-2-438,0 1 1,4-1 494,-1-2 150,1-3 0,-4-6 0,0-7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6:36.8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384 451 7815,'-5'11'-253,"4"-4"806,-3 1 1,3-5-182,1 5 0,0-5-52,0 5 1,-4-5 470,1 5-516,-1-1 0,4 4 130,0 0 0,0-4-189,0 1 0,0-5 189,0 5-250,0-6 0,-1 3-113,-3-5 0,3-1-56,-3-3 1,3-3-34,1-8 1,-1-6-120,-3-4 1,1-6 107,-4 2 0,3-7 88,-3-1 1,3-4-56,-3 0 0,1 2-3,-1-1 0,0 4-29,4-1 1,2 4 76,-3 4 0,3 3 22,1 8-9,0 7-38,0 6-12,0 15 0,0 6 18,0 9 1,0 7 123,0 1 0,-5 5-63,-3 6 0,-1 0-33,-2 1 1,-4 0-43,0 3 1,1-3-16,2 3 0,1-8 99,0-3 1,2-4 0,1-4 1,0-3-57,4-8-11,0-7-357,4-6 145,0-5 1,2-6-169,1-5 0,7-1 127,5-6 1,3-1-141,-3-3 0,8 0 117,-1 0 0,4-4-48,0 1 0,-3-2 127,3 1 1,1 3 126,-2-3 0,6 3-17,-2 1 0,-2 5 254,-1 2 1,-6 3 59,-2 1 306,-5 4-329,-2 3 1,-8 4-89,-10 0 1,-2 0 21,-9 0 0,-6 3-59,-5 1 0,-3 0 3,-1-4 1,-5 0 43,-2 0 0,-2 0 124,2 0 1,-3 0 178,2 0 1,3 1-152,2 2 0,6-1 17,4 1 0,8 2-107,3-1 1,4 4-195,4 0 1,5 2 146,9 1 0,1 0-105,11 0 0,3 3-28,4 1 0,8 3-592,-1-3 0,7 5-368,1-2 0,4 3 399,-1 1 548,3-5 0,21 9 0,13-3 0</inkml:trace>
  <inkml:trace contextRef="#ctx0" brushRef="#br0" timeOffset="664">1321 286 7881,'0'-12'0,"0"1"0,1 4 614,3 0 0,-3 3 598,3-3-317,2-1-465,-5-3-235,9 0 1,-9 4-48,3 0 0,-4 4-134,-4 0 1,-2 0 97,-5-1 0,-4 3-208,1-2 0,-7 1-217,-1 2 1,-2 4 165,-5 0 0,1 4-1,-2 0 0,0 0-33,4-1 1,-3 6-84,3-6 1,2 9 110,5-5 1,3 1 28,5-4 0,5 1-196,2-1 166,3 2 1,6 1 47,2 0 0,7-5-17,1-3 1,4 4-12,0 0 0,3-1 55,3 1 1,0-3-10,4 3 1,1-3 27,3 3 0,0 0 82,0 0 1,1 3-69,3-3 1,1 3 149,2 1 0,-2 0-103,-5 0 0,-3 1 95,-1 3 0,-10-3 96,-5 3 0,-6-3-145,-8-1 1,-5 4 184,-3-1 0,-8 1 23,-6-4 0,-8-1 78,-7-3 1,-6 3-187,-1-2 1,4-4-201,-5 0 0,5-3-472,0-1 1,2 0 284,5 0 1,9-5 239,6-2 0,83-32 0,22-9 0</inkml:trace>
  <inkml:trace contextRef="#ctx0" brushRef="#br0" timeOffset="1106">1938 440 7881,'-17'-15'155,"2"0"1,0 2 313,0 6 0,0-2-122,4 5 1,-1 1 450,-3 3-609,3 0 1,-4 1-21,5 3 0,0 5-52,0 6 0,0 1-180,0-1 0,0-2-63,0 6 0,1-5 8,3 5 1,1-6-91,2 2 0,3-3 43,-3-1 0,3 0-38,1 0 1,1-1 1,3-3 0,2 2-112,5-5 0,0-1 140,0-3 1,4 0 27,-1 0 1,6-5 101,-2-2 1,-1-3-40,2-1 0,-6-4 108,2 1 0,-3-2-19,-1 1 0,0 3 231,0-3 1,-1-1-39,-3 2 1,-2-5 176,-5 4 0,4 1 158,0 3-36,-1 0 31,-3 0-363,0 5 1,0 6-14,0 7 1,0 3 51,0 1 1,0 5-29,0 2 1,4 2-441,0-2 0,4 3-528,0-3 0,1 2 87,2-2 0,0 2 339,0-5 1,2-1-546,1-3 1,-1-5 908,1-2 0,18-32 0,4-9 0</inkml:trace>
  <inkml:trace contextRef="#ctx0" brushRef="#br0" timeOffset="1332">2093 175 7881,'-5'-11'0,"-3"0"0,2 0 0,-1 0 416,5 5 0,-3 2 627,5 8 1,0 3-88,0 8 1,1 2-391,3 5 1,3 4-97,8 0 0,-2 6-290,5 1 0,-3 0-207,3 3 1,-3-1-213,4-2 0,-1 4-510,4-1 1,-1 1-718,-3-4 0,-2-6 456,-5-5 1,-4-1-880,1-6 1889,-6-6 0,3-4 0,-24-39 0,-6-9 0</inkml:trace>
  <inkml:trace contextRef="#ctx0" brushRef="#br0" timeOffset="1565">2104 407 7881,'-5'-11'0,"0"0"719,-2 0 183,2 0 1,5 3-271,0 1 1,8 5-204,3-2 0,9 3-164,2 1 0,1 0-83,7 0 1,-1 5 26,4 2 0,0 3-110,0 1 0,0 0-174,0 0 1,-1 5-18,-2 2 1,0 3-373,-4 1 0,-5 0-352,-7 0 1,-5-4 91,-2 1 1,-4-2-68,0 1 1,-1-2-325,-2-5 1115,0 0 0,5-24 0,1-7 0</inkml:trace>
  <inkml:trace contextRef="#ctx0" brushRef="#br0" timeOffset="1707">2523 219 7866,'-21'-16'0,"2"-2"0,4 2 2039,3 1-1663,1 8-1083,5 2 1,3 10 706,6 2 0,48 28 0,15 6 0</inkml:trace>
  <inkml:trace contextRef="#ctx0" brushRef="#br0" timeOffset="2126">2787 308 7866,'-11'0'-87,"0"0"-129,0 0 1,0 0 549,0 0 1,0 0-155,0 0 0,0 1-314,0 2 0,1 0 91,3 4 0,-3-1 20,3 2 0,2 2 37,1-3 0,-1-1 9,2 1-14,-1 1 1,4 3-5,0 0 1,4-4-5,-1 0 0,6-3 7,-2 3 1,3-3-1,1 4 1,1-5-46,3 5 1,1-5-112,2 5 1,7-5 177,-3 5 1,2-5 72,-2 5 1,4-5 9,0 5 1,-4-2 200,-4 1 1,-4 3 84,0-3-112,-1 3 1,-7 1 321,-3 0 1,-11-1-288,-7-3 1,-6 3-301,-4-3 1,0 0-259,-4 0 0,1-1-557,-2 1 0,-1 2 493,6-5 300,4 4 0,34-12 0,13 3 0</inkml:trace>
  <inkml:trace contextRef="#ctx0" brushRef="#br0" timeOffset="2476">3394 286 7866,'11'-16'632,"2"3"-386,-2-1 0,1 1 13,-8 2 1,0 0 9,-4 0 0,-2 2 72,-1 1 1,-5-2-206,-6 3 0,-8-3-136,-8-1 0,-3 4 93,-4 0 0,3 4-54,-3-1 1,3 3-130,1 1 0,5 0-29,2 0 1,9 6-74,6 5 0,1 2 101,6 5 1,2 0 55,6 4 1,3 2 15,8 1 0,3 5 2,8 6 1,-2 0-93,6 4 1,-1 1-181,4 3 1,0-4-104,0 1 1,-4-9 98,-4 1 0,-8-11 51,-6 0 0,-1-11-129,-6 0 66,0-7 1,-8-1 304,0-6 0,-19-33 0,-2-12 0</inkml:trace>
  <inkml:trace contextRef="#ctx0" brushRef="#br0" timeOffset="2716">3085 528 7866,'0'-7'135,"0"-1"0,0 5 309,0-5 0,5 5-209,2-5 0,8 6-41,3-2 0,8 3-7,3 1 1,7 0-138,1 0 0,4 0 90,0 0 0,0 0-80,0 0 0,0 1-108,-4 3 1,-5-2 59,-6 6 0,-3-1-78,-1 4 1,-5 0 66,-2 0 1,-8 0-126,-3 0 1,-3 0 126,-1 0 0,0 4 33,0 0-142,0-1 0,0-3-284,0 0 390,0-5 0,0-6 0,0-6 0</inkml:trace>
  <inkml:trace contextRef="#ctx0" brushRef="#br0" timeOffset="2857">3603 440 7866,'-6'-17'1039,"-4"-4"-1324,9 9 0,-2 1 285,11 7 0,29 27 0,15 8 0</inkml:trace>
  <inkml:trace contextRef="#ctx0" brushRef="#br0" timeOffset="3293">3779 572 7866,'8'-4'22,"-1"1"1,0-2 72,4 1 0,-3 3 92,-1-3 1,1 2-71,3-2 1,0 3-177,0-3 1,0-1 61,0 2 1,-4-5-122,0 5 1,1-6 107,3 2-79,-5-3 1,2-1 157,-4 0 0,-1 1-31,-7 3 1,-2-2 155,-5 6 1,-2-2-38,-1 1 0,-3 3 72,-5-3 1,1 4-20,2 4 0,0-2 213,4 6 1,-3 3-128,3 3 1,2 1-71,5-4 0,0 5-107,4 2 0,0 3-200,4 1 0,6-1-553,5-3 0,5 3 396,6-2 1,4 0 104,0 0 1,3-5-436,-3-6 0,3 0 568,-3-4 0,44-35 0,7-12 0</inkml:trace>
  <inkml:trace contextRef="#ctx0" brushRef="#br0" timeOffset="3627">4264 418 7866,'-14'-4'548,"-1"0"0,0 1-228,4 3 1,-3 0-41,-1 0 0,-3 0 11,3 0 0,-1 1 129,1 3 1,3-2-261,-3 5 0,4-3-258,4 4-388,2-1 1,6 4 128,3 0 1,2 0-146,5 0 0,5-1 236,2-3 1,4 3-106,4-3 0,-1 2 14,4-2 0,-3 3-75,3-3 0,-4-1 402,0 2 1,-1-2 148,-2 1 1,-5 3 604,-2-3 1,0 0-157,0 0 0,-5 0 111,-6 4 1,-4-3-327,-4-1 0,-3 0-78,-8 4 0,-3-3-168,-8-1 1,1-5-193,-4 2 1,-4-1-346,-4 0 1,0-1 429,4 1 0,5-21 0,1-7 0</inkml:trace>
  <inkml:trace contextRef="#ctx0" brushRef="#br0" timeOffset="4416">5168 385 7866,'-6'-11'200,"1"0"0,4 0 1,-1 0 2024,-2 0-1773,0 4 1,4 4-35,0 6 0,0 4-76,0 4 1,2 1 111,1 3 0,-1 5-183,1 6 1,-2 5-157,-1-2 0,4-1-135,0 2 0,-1-1 22,-3 4 1,0-3-206,0-1 0,-3-5 9,-1 2 0,-3-6-165,3-2 1,-4-6 30,0-1 0,2-1-91,-1-6 1,1-2-66,-2-5 0,0-3 96,4-5 1,-3-5 149,3-3 0,-1-3 12,1-4 0,3 2 1,-3-5 0,3-1 94,1-3 0,0 0 168,0 0 1,1 0 39,3 0 1,1-4 478,2 0 1,3 2 31,-2 5 1,-2 5-402,1 6 0,-3 5 16,3 6 0,-3 0 50,3 4 1,-1 2 177,2 5 1,1 8-99,-1 8 1,6 1-129,5 3 0,2 3-163,1 4 0,0 3 105,0 4 1,3-3-554,1 3 1,0-3-226,-4-1 1,0-1-519,0-3 1,-5-2-68,-2-5-342,-3-5 1558,-6-1 0,-11-24 0,-7-6 0</inkml:trace>
  <inkml:trace contextRef="#ctx0" brushRef="#br0" timeOffset="4592">5102 517 7866,'-6'-16'849,"1"4"0,10-3-555,3 8 0,3 2-225,3 5 0,5 5 31,6 2 0,4 3-202,4 1 1,0 0-1710,0 0 1811,0 5 0,44 6 0,11 6 0</inkml:trace>
  <inkml:trace contextRef="#ctx0" brushRef="#br0" timeOffset="4928">5477 230 7866,'-22'-28'122,"-1"1"61,-3 5 1,2 1 771,-6 3 0,4 2-242,-3 5 1,0 5-109,-4 2 0,0 4-313,-1 4 1,1 3-261,0 8 1,4 7 47,0 7 0,4 8-187,-1 4 1,3 6 185,1 5 0,5 5-69,2 2 0,9 4-302,6-5 0,11 6 101,11-1 1,10-9 32,8-7 1,8-3-70,4-7 0,3-6-96,3-9 0,-2-6 64,-1-9 1,-1-8-78,-7-10 0,1-8 466,-4-10 1,-8-2 509,-3-9 0,-9 0-260,-2-4 1,-4-2-192,-7-2 0,-5 2-290,-3-6 1,-8 1-162,-6-4 0,-6-3-428,-8 3 0,-4 4 452,-4 10 238,0 3 0,5 20 0,1 3 0</inkml:trace>
  <inkml:trace contextRef="#ctx0" brushRef="#br0" timeOffset="5684">6315 594 7782,'0'-6'284,"4"0"232,-1 2-139,1 3 0,0-5 160,-1 2 1,1 2-83,-4-6 0,0 5-179,0-5 0,0 5-117,0-5 0,-1 6-101,-3-2 110,-2 3 1,-6 1-151,-3 0 1,3 5 3,-3 2 1,4 4-286,4 4 0,-3-1-266,3 4 1,0-3 147,0 3 1,5-1-1,-2 1 1,3 2 111,1-5 1,5-1 109,2-3 1,3-1-29,1-2 1,0-3 21,0-5 1,0-2 75,0-1 0,0-3 119,0-6 0,0 0 238,0-2 0,-5-4-42,-2-4 1,1 0 99,-2 0 0,1 0-42,-4 0 1,0 5 89,0 2 1,0 3 145,0 1-75,0 0-312,0 0 1,5 6-142,2 5 0,3 5-222,1 6 0,1 5-104,3 2 1,1 3-302,2 1 0,6 4 61,-6 0 0,5-1-426,-4-3 0,0-1 1000,0-2 0,1-13 0,-2-8 0</inkml:trace>
  <inkml:trace contextRef="#ctx0" brushRef="#br0" timeOffset="6060">6657 583 7782,'0'-11'0,"0"-4"183,0 1 1,0 3 848,0 3-245,0 1-560,0 1 0,0 2-43,0 8 1,0 2 44,0 5 1,1 0 12,3 0 1,2 1-93,5 3 1,-4 1-114,0 2 0,1 2 69,3-5 1,-4 3-91,1-3 1,-5 3 74,5-3 0,-6-1-262,2-2 1,-2-1-775,2 0 639,-3 0 129,4-5 65,-5-1 69,0-15 1,0 1-34,0-9 1,0 3 1,0-3 1,0 3 4,0-3 0,0 1 77,0-2 0,1 0 72,3 4 0,-3-3-56,3 3 1,2 0 276,1 4-242,3 0 1,5 5 138,-1 2 1,1 3-103,-4 1 1,5 3-13,2 4 1,0 0-142,0 8 0,-1 2-159,1 1 1,2 2-315,-5-2 1,3 2-40,-3-5 0,1 3-515,-2-3 1,-1 2 1083,1-6 0,13-7 0,3-11 0</inkml:trace>
  <inkml:trace contextRef="#ctx0" brushRef="#br0" timeOffset="6470">7274 330 7782,'-10'-21'442,"3"2"1,-2 3 380,6 5 973,-1 5-1015,4 1-539,5 20 0,1-5 171,5 12 1,4-2-148,-1 2 0,2 5-28,-1 2 1,-1-1-288,4 2 0,-5-2-375,2 1 0,-3 2 271,-1-6 0,0 5-187,0-4 0,-1-1 66,-2-3 1,-2-4-747,-3-4 324,-1-2 323,3-5 0,-7-4-101,-1-6 0,0-4 89,-4-4 0,3-3 35,-3-1 1,3-1 159,-3 1 1,-1 2-1,-3-5 0,0 8 84,0-1 1,-1 3 134,-3 1 1,2-2 119,-5 6 0,-1-1 404,-3 4 1,0 1 586,0 3 1,4 2-388,-1 5 0,2 4-67,-1 0 0,6 4-301,4 0 0,6 1-168,-2 2 1,9-3-168,6-1 1,1-4-180,7 0 0,3-3-319,3-3 1,2-3-721,-1-5 1,-3-2 1167,3-1 0,22-43 0,4-14 0</inkml:trace>
  <inkml:trace contextRef="#ctx0" brushRef="#br0" timeOffset="6803">8101 363 7813,'-7'-15'-117,"0"0"389,3 2 1,0 4 1267,4 2-583,0 4-197,0-1-456,5 13 1,1 0 171,5 9 1,0 2-209,0 6 1,0-2-49,0 6 0,0-1-489,0 4 1,0 3-200,0-3 1,0 2-482,0-5 1,-3-4 301,-1 0 0,-3-4-1529,3-3 1340,-5-3 836,3-10 0,-15-26 0,-2-11 0</inkml:trace>
  <inkml:trace contextRef="#ctx0" brushRef="#br0" timeOffset="7279">8112 374 7813,'-1'-16'-13,"-3"-3"1,3 3 364,-3 2 0,3 2 544,1 1 1,1 3-466,3 1 0,-2 1-43,6-2 0,3 3-203,3 5 1,6 0-71,-2 0 1,3 0-29,1 0 0,4 5 93,0 3 1,1 3-149,-2 3 0,-3-1-139,0 1 1,-1 0-309,-6 1 1,-5-3 208,-7 2 0,-1-1-112,-2-2 0,-2 0 142,-1 0 0,-7-4 78,-5 1 1,-1-5 86,2 5 1,1-6 156,-1 2 1,-2-3 156,1-1-279,0 0 1,4 0-16,0 0-35,5 0-165,-4 0 255,9 0-48,-4 0 1,6 0 148,3 0-177,2 0 0,9 0 10,0 0 1,-1 0 5,-3 0 0,4 0 13,0 0 0,4 0-8,0 0 0,-2 0-6,1 0 1,1 5-10,3 2 1,0 3-15,0 1 0,-1 1 9,-3 3 0,2 2 2,-6 5 0,0 0 111,-7 0 1,-2 0-92,-5 0 1,-5-3 27,-2-1 0,-8-4-89,-3 0 0,-4-3-3,-4-3 0,1-4-178,-4-4 0,1 0-340,-2 0 0,4 0-42,3 0 1,3-4 612,1-4 0,8-21 0,6-7 0</inkml:trace>
  <inkml:trace contextRef="#ctx0" brushRef="#br0" timeOffset="7621">8575 175 7851,'-6'-28'179,"-8"-3"45,3 6 1,-3 3 614,-1 3 0,-3 6-240,-8-2 1,-4 7-122,-6 0 1,-3 6-139,-6-2 1,0 4 70,-3 4 0,3 7-200,-3 7 1,3 8 13,1 3 0,0 9-186,0 6 1,4 9-245,4 6 0,9 5 291,8-2 0,8 4-310,11 4 1,16-9-681,10-2 1,14-4 561,12-7 1,9-5 96,9-6 1,-2-9-178,10-6 1,-5-10 209,1-8 0,-3-6 241,-5-5 1,-10-9 271,-4-10 0,-11-8 440,-4 1 0,-8-9-359,-3-2 0,-7 0-397,-5-4 1,-6-2-231,-5-1 0,-8-7-539,-6-1 1,-9 2 72,-10 5 0,-2 5 711,-1 6 0,-2 4 0,-1 8 0,1 3 0,-2 3 0</inkml:trace>
  <inkml:trace contextRef="#ctx0" brushRef="#br0" timeOffset="7911">9225 87 7851,'-6'-17'0,"1"-3"1142,5 6 1666,0 4-2284,0 5 0,5 10-153,3 2 0,1 9-266,2 6 1,0 1 61,0 7 1,1-1-619,-1 4 0,-4 0-347,0 0 0,-4 4 798,0 0 0,-6 54 0,0-41 0,0 0 0</inkml:trace>
  <inkml:trace contextRef="#ctx0" brushRef="#br0" timeOffset="8043">9347 693 7851,'-6'-1'799,"2"-2"206,3 1 0,-1-3-1207,-1 5-381,2 0 6,-4 0 1,6 0 576,3 0 0,16 0 0,10 0 0</inkml:trace>
  <inkml:trace contextRef="#ctx0" brushRef="#br0" timeOffset="8252">9688 153 8673,'0'-28'2060,"0"5"-964,0 4-561,0 6 1,2 3-178,1 10 0,0 6-108,4 9 1,2 7-256,5 7 1,-1 3-258,1 1 1,0 5-1069,1 3 0,-7-2 359,3 1 971,-2 1 0,-13 18 0,-3 3 0</inkml:trace>
  <inkml:trace contextRef="#ctx0" brushRef="#br0" timeOffset="8385">9766 738 8645,'6'0'2723,"0"0"-2505,-2 0-1243,-3 0 1025,4 0 0,-10-5 0,-1-2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23:46:47.8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22 7950,'-11'0'-353,"0"0"-14,-1 0 500,1 0-22,0 0 0,4 0 108,0 0 144,4 0-237,-2 0 1,4 0 134,-3 0-167,3 0 0,-4 2-19,5 1 0,2-2 26,1 3 1,1-3 12,7-1 0,-1 0-5,8 0 0,2 4-5,5 0 0,5-1 25,7-3 0,10-1-25,8-3 1,15 3-12,7-2 0,17-2-266,-40 3 0,2 0 1,3 0-1,1 0 188,2 2 1,1 0 0,1 0-1,0 0-19,-1 0 1,-1 0-1,1 0 1,-1 0-90,-1 0 0,-1 0 0,-3 0 0,-2 0 26,-1 0 0,-2 0 0,41 0-312,-4 0 0,-12-1 72,0-3 0,-13 3 67,-5-2 0,-9 1-1,-10 2 1,-2-3 16,-5-1 0,-10 0-575,-4 4 499,-11 0 0,-19 5 300,-6 1 0</inkml:trace>
  <inkml:trace contextRef="#ctx0" brushRef="#br0" timeOffset="349">33 232 7950,'35'-11'104,"1"1"119,5 3 0,8-2-119,6 5 0,10-3 113,8 3 0,17-4-158,5 0 0,-44 5 1,0 0 147,0 0 0,1-1 1,3 0-1,0 1 54,4-3 0,0 1 0,2 1 0,0 1-98,0 2 0,0-1 0,-1-1 0,0 1-107,-3 0 1,0 0 0,0 0-1,2 1 23,1 0 1,1 2-1,-2-1 1,0 0-83,-4 0 0,0 0 0,43 0-171,-17 0 1,-9 0-354,-6 0 1,-12 3-401,-13 1 0,-10 0-735,-12-4 596,-3 0 0,-16 1 1066,-8 2 0,-11-1 0,-5-2 0,-2-6 0</inkml:trace>
  <inkml:trace contextRef="#ctx0" brushRef="#br0" timeOffset="656">155 309 8395,'5'-6'1885,"3"-3"-1637,11 6 0,10-1-502,15 4 1,22-4 441,19 1 1,-35-1 0,3 0-181,6 2 1,3 1-1,3-4 1,2 1 321,4 0 1,1 1 0,1-2-1,0 1 75,5 0 1,-1 1-1,-6-2 1,0 1-199,1 2 1,-1 0 0,-3 0 0,0 1-109,-2 1 0,0 0 1,-2 0-1,-2 0-376,0 0 1,-2 0 0,-7 0 0,-1 0-499,40 0 1,-17 0-896,-13 0 1,-10 0 1669,-8 0 0,-3-4 0,-8 0 0,-2 1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7:43.1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106 60 7814,'0'-9'1258,"0"1"-542,0-1-579,0 2 11,0 3 1,0 2 50,0 4 0,0 3-137,0 4 0,2-1 76,0 3 0,1 3-32,-3 3 0,0 2 50,0 1 1,-1 2-269,-1 0 0,0 3-168,-2-1 1,-1 2-147,-1 0 1,-1 0-230,1-2 0,-1 1 303,0-6 0,1-1-947,-1-7 604,4-1 695,-3-7 0,11-32 0,-1-11 0</inkml:trace>
  <inkml:trace contextRef="#ctx0" brushRef="#br0" timeOffset="217">27 80 8057,'-7'-7'268,"1"1"0,0 1-53,1 1-179,2 2 1,6 0 284,2 2 1,2-1-77,4-1 0,2 1-74,6-1 1,2-1-94,3 1 1,4-4-1,-2 2 1,5 0-666,0 0 0,0 0 337,-3 0 1,0 0 176,-6 2 1,-3 1 72,-6-1 0,-17-2 0,-8 1 0</inkml:trace>
  <inkml:trace contextRef="#ctx0" brushRef="#br0" timeOffset="366">27 192 8348,'10'-2'-388,"3"0"0,7-3 388,7 3 0,28-6 0,11 1 0</inkml:trace>
  <inkml:trace contextRef="#ctx0" brushRef="#br0" timeOffset="650">397 186 7830,'-5'0'63,"1"0"216,-1 0-398,-1 0 131,-1 0 0,1 3 189,-1 1 0,1 3-93,2 1 1,-2 3-57,1 2 1,0 1-135,1 1 1,-1 0 100,3 2 0,-1 0-175,3 1 0,0-2 71,0-3 0,3-2 47,2-3 0,4-1 13,2-3 1,-1-1-4,1-6 0,-1 1 16,1-4 0,1 0 178,-3-2 0,-1-3-232,-4 0 0,1-1-176,-3-1 0,1 0-414,-3-1 0,-3 2 165,-2 1 491,-1-2 0,-15 0 0,-4-4 0</inkml:trace>
  <inkml:trace contextRef="#ctx0" brushRef="#br0" timeOffset="983">568 186 8834,'4'3'264,"-2"1"0,0 0-155,0 3 0,-1-1 74,1 5 0,-1 1-93,-1 3 1,-3 0-78,1 2 0,-2 3-45,2 2 1,-1 0-94,0-2 1,3-3 61,-3-2 0,3-1 431,0-1-161,-3-2 899,2-5-730,-2-3 1,3-8-40,0-2 1,1-4 62,1-3 1,2-2-123,2-3 1,2-1-456,0 0 1,3 0 206,2 0 0,0 3-874,0-1 0,3 3 460,2 0 0,1 2-2097,1 2 2481,-3 1 0,8 10 0,-1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7:45.0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172 33 7760,'0'-7'-123,"0"1"1,0 1 1094,0 1-256,0 3-484,0-5 1,-1 5-185,-1-1 0,-3 2 73,-3 2 0,0 2-80,-3 2 1,0 4 72,-3 1 0,1-1-136,0 1 0,0 0 103,0 2 0,1 3-194,1-1 1,3 0-18,-3-1 0,5-1 4,-1 0 0,5-2-175,0 0 1,1-3 115,1 1 1,3-2-54,1-3 1,5 1 77,2-3 1,2 0-126,0-4 0,0-3 67,0-4 0,1 1 187,-1-3 0,-1 0 50,-1-2 0,1 0 158,-3 0 1,1-1 21,-3 1 1,1 1-112,-4 1 0,1-2 160,0 2 1,0 0 119,-3 0 261,0 1-121,-2 3-529,0 4 53,0 0-86,0 9 0,0-1 7,0 6 1,0 0 56,0 2 0,0 0-185,0 0 0,0 3 35,0-1 1,0 1-283,0 0 0,3-2-19,2 1 441,0-1 0,23-1 0,4 1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7:49.0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14 215 7783,'-3'-6'406,"2"-1"687,-1 1-638,-2-1 0,4 3 220,-2-1-568,1 4 0,1-1 111,0 4 0,1 1-94,1 4 1,-2 0 79,3 2 1,0 2-223,-1 5 1,1-2-110,-1 4 1,-1-3-198,4 3 1,-3-1-154,2 0 0,0 2 253,0-4 1,0 1-7,-2-3 1,1 0 70,2 0 1,-2 0 55,0-2 1,-2-4 52,3-3 182,1-2 1,1 0 39,1-4 1,0-5 263,2-4 0,-1-4 243,3-3 1,-3-1-301,1-1 0,1-2-290,-2 0 0,2-2 146,-1 2 1,-1-2-934,3 2 0,-3 1 427,1 3 1,-1 2-376,1 3 1,-2 3-104,2 3 0,-4 4 749,-1 3 0,1 23 0,1 7 0</inkml:trace>
  <inkml:trace contextRef="#ctx0" brushRef="#br0" timeOffset="477">456 222 7783,'0'-10'526,"0"-1"0,0 2-135,0 0 1,0 2 47,0 0 0,0 3-160,-2-1 1,0 4-246,-2-1 1,-1 1 14,-1 1 0,-2 3-116,0 1 0,-1 5 113,-2 2 1,3 2-85,-3 3 1,2-2-181,-2 4 0,3-3 80,-1 3 0,4-1-254,0 1 0,4-2 136,-1 0 1,1-2-101,1 1 1,4-2 87,2-2 1,2-1-16,3-3 0,-3-4 149,3-1 0,-2-2 201,2-2 1,0-4-51,0-2 0,-1-4-149,-1 1 1,-2-2 232,2-3 0,-3 2-30,-1-1 0,0-1 234,-3 0 0,2 1 29,-1 2 1,-1-1 120,-2 1 0,-1 1-103,-1 1 1,0 0 47,-2 4 0,3-1 78,-2 4-10,0 1-663,2 0 0,-2 6 200,3 1 0,1 3-154,1 2 0,-1-1-2,4 3 1,1 2-138,3 2 0,0 1 164,-2-3 0,1 1-26,1 1 0,2-1 34,-2 2 0,2-3-18,-2 1 134,3-1 0,4 0 0,4 0 0</inkml:trace>
  <inkml:trace contextRef="#ctx0" brushRef="#br0" timeOffset="877">668 196 7783,'0'-7'9,"-1"1"762,-1 2-80,1 1-222,-2 3-302,6 6 1,0-1-209,1 6 1,2 0 51,-1 2 1,-2 0-131,2 0 0,-2 1 2,2-1 1,1 0 4,-2 0 0,-1 0-42,-1-2 1,1 0 44,-1-2 1,1 0 69,-3-2 1,0-1-22,3-2 0,-3 0 303,2-2 88,-1-1 1,-1-6-111,0-4 1,0-2-42,0 3 1,2-2-68,1-1 0,-1-1 3,-2 1 1,2-1-479,0 1 0,1-1 209,-1 3 0,2-2-831,3 2 0,-3 1 132,0 1 852,1 0 0,25 7 0,6 0 0</inkml:trace>
  <inkml:trace contextRef="#ctx0" brushRef="#br0" timeOffset="1026">886 229 7783,'3'0'376,"0"3"0,-2-3 69,1 2 0,-1 2 15,1 1 0,1 0-101,-1 2 0,1 2-142,-1 0 1,-1 2-197,1 0 0,1 2 99,0 0 0,-1 2-929,-2 1 1,0-1 495,0-4 1,0 0-1637,0-2 1949,0 0 0,3-14 0,0-3 0</inkml:trace>
  <inkml:trace contextRef="#ctx0" brushRef="#br0" timeOffset="1167">925 31 7783,'-6'-9'354,"2"0"1,1 2 296,3 3-651,0 2 0,9 8 0,2 5 0</inkml:trace>
  <inkml:trace contextRef="#ctx0" brushRef="#br0" timeOffset="1708">1163 235 7783,'-4'-6'217,"-1"-1"1,0 0 386,-1 1 1,2 1-388,-1 1 1,1 3-117,-3-2 1,1 3-163,-1 0 0,-2 3-195,1 4 1,-1 0 178,2 4 1,-1 0-100,2 2 1,-3 3 98,5-1 1,-1 3-139,1-3 0,1 1 42,3-3 1,0-2 3,0 0 0,0-2 44,3 0 1,0-1-111,4-5 0,-1-1 110,1-2 1,0-1 3,2-1 0,-1-2-101,3-2 1,-3-2 118,1-1 0,1 1 323,-2-3 1,1 1-148,-2-1 0,-3-1 508,1 1 1,-1-2-176,3 0 1,-4 2-2,0 0 0,-1 1 135,1-1 1,-1 1 205,-2 3-461,0 1 125,0-1-520,0 4 1,0 3 150,0 4 1,2 2-174,0 0 0,1 4-75,-1 1 0,0 1-143,2 2 1,0 0-45,0 1 1,2-1 144,-1 1 0,0-1-637,2-1 1,2 1 28,0-1 857,0-3 0,15-21 0,4-8 0</inkml:trace>
  <inkml:trace contextRef="#ctx0" brushRef="#br0" timeOffset="2151">1308 70 7783,'-3'-9'1276,"-2"1"-829,2-1 0,0 5 218,1 2-460,1-2 0,-1 4-35,2 0 1,0 3 60,0 4 0,0 2 81,2 2 1,2 5-127,3 1 1,-1 1-138,1 2 1,0-2-599,-1 4 0,1-1 398,-1-2 1,1 3-136,0 0 0,-4 0 120,-1-5 1,-1 2-175,-1-4 1,0-2-215,0-2 559,0-3-473,0-1 81,0-4 1384,0-3-742,0-6 0,0 2-126,0-5 0,1 1-105,1 2 0,0-3 0,2 0 0,0 0 20,0 0 0,1 1 5,-3-3 1,4 3-36,-2-1 0,2-1-11,0 2 1,1-1-209,0 2 1,-1 1 74,1-1 1,2 3-80,2 2 1,2 1 53,0 1 1,0 1-22,0 1 0,1 2 67,2 3 1,-4 2 207,1 2 1,-4 2 13,-1 0 0,-3 0 50,-3 0 1,-1 0 205,-1 1 1,-3-3-158,-2 0 1,-3-3-82,-3 1 1,-3-2 25,-1 0 1,-1-4-1045,-2-1 0,-1-1 447,1-1 1,0 0 439,1 0 0,0-23 0,4-7 0</inkml:trace>
  <inkml:trace contextRef="#ctx0" brushRef="#br0" timeOffset="2401">1612 44 7789,'-3'-7'2922,"2"1"-2564,-1 2 1,2 5-128,0 5 0,0 4 334,0 6 0,2 1-180,3 5 0,1 3-447,0 3 0,1 2 103,0 0 0,-1 1-1058,1-3 0,-1-3 190,1 2 1,-3-6-353,1-1 0,-4-6-293,1-6 1472,-1-3 0,5-17 0,1-6 0</inkml:trace>
  <inkml:trace contextRef="#ctx0" brushRef="#br0" timeOffset="2804">1757 275 7789,'4'0'688,"2"0"0,-2-2-235,2-1-235,1 1 1,2 2-1,-1 0 0,1 1-281,-2 1 0,0-1 120,2 1 0,-1-1-208,3-1 1,-2 0 142,2 0 1,-2 0-240,2 0 1,-3 0 43,3 0 1,-2-2 36,-1-1 1,-1-2 236,-3 1 1,2-2-63,-1-1 1,-2 0 133,-1-2 0,-2 2-86,-2-2 1,-2 2 131,-3 0 1,0 1-22,-2-1 0,-1 3-65,-3 2 1,-1 1 66,1 1 0,1 1 105,1 1 0,-2 1 86,2 3 1,1 0-95,-1 5 1,3 0-20,-1 2 0,4 1-46,1 2 0,2 0 101,0 1 1,4 0-80,3-1 0,3-2-83,3 1 1,4-2-75,0-2 1,4-1-193,-2-4 1,2 0-608,-2-1 1,2-2 405,-1-3 0,-2-3-1317,0-2 0,-5-1 119,0 0 1524,-3-1 0,-7-11 0,-5-4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7:45.8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7 251 7791,'0'-7'-436,"0"1"1,0 1 975,0 1 0,0 2 342,0-3-179,3 1-497,-3 0 0,3 1-277,-3 0 0,1 3 100,1-2-134,-1 1 1,2 4 30,-3 1 1,2 3-16,0 2 1,1-1 76,-3 3 1,0 2 30,0 2 0,0 3-121,0-3 1,-3 4 98,1-2 1,-1 2-178,1-2 1,1 2 62,-4-4 0,4 0 190,-2-1 1,1-3 3,-1 0 1,1-6 447,2 2-290,0-5 0,0-2-95,0-4 0,0-3-37,0-2 0,2-2 14,1-4 1,4 0-166,-1-2 1,3-1 119,0-2 1,2 1-675,4 2 0,1-2-32,4 1 1,-2 3-966,4 1 1599,-1 4 0,4 6 0,2 1 0</inkml:trace>
  <inkml:trace contextRef="#ctx0" brushRef="#br0" timeOffset="434">396 304 7791,'-3'-7'-101,"0"1"1,1-1 66,-1 0 1,0 2 658,1 0 1,1-1 319,-1 2-182,-1-2-637,2-1 82,-5 1-368,2 2 1,-2 1 165,-1 3 1,-2 3-63,1 2 0,-2 0 67,1 2 0,1 3-127,-3 1 0,1 0-8,-1 0 1,1 2 67,4-2 1,-1 1-136,0 1 1,1 1 64,-1-1 1,4-1-125,0-1 1,3-1 58,0-3 0,5-2 0,1 0 0,3-2 66,0-3 1,1-2-38,3-2 1,3-1-32,-1-6 0,1 0-11,0-2 1,-3-1 235,0 1 1,0 0-40,-2 0 1,-2-1 313,-2 1 1,-1 2-172,-4 0 1,2 1 342,-1-1 0,-1 4 79,-2 2-7,-3 4-440,2-2 0,-4 4-126,3 1 0,0 4-38,2 2 0,0 4 42,0-1 0,0 2-325,0 0 0,0 0 178,0 0 0,0 0-457,2 1 0,-1-1 171,1 0 0,2 0 444,0-2 0,5-2 0,2-2 0</inkml:trace>
  <inkml:trace contextRef="#ctx0" brushRef="#br0" timeOffset="852">561 251 7791,'0'-4'0,"0"-1"0,0 0 1769,0 2-1222,0 0 0,0 4-425,0 1 1,0 4-213,0 3 0,0 3 157,0-1 1,0 1-34,0 1 1,0 3 47,-3-1 1,2 0-352,-3-1 1,1-1 74,-1 0 1,3-3 14,-2-1 0,0-1-10,1-2 0,-1 1 22,1-1 44,1-2 12,-2-1-6,3-3 72,0-6 1,3 1 134,2-6 0,0 2-71,-1-2 0,3 2-76,-1-2 0,1 0 31,2-2 1,-1 0-133,1 0 1,1-1 151,3 1 1,0 1-13,1 1 1,-1-1 337,0 3 0,0 0-159,1 3 1,-3 2 124,0 2 0,-1 1-92,1 1 1,-2 3 220,-2 2 1,-3 3-132,1 0 0,-2 3-118,2-2 0,-2 3-230,-3-1 0,2 1-375,0 2 0,0-2-724,-2-1 1,3 2 608,-1-2 1,0-2 553,-2 0 0,-3-2 0,-1 0 0</inkml:trace>
  <inkml:trace contextRef="#ctx0" brushRef="#br0" timeOffset="1392">1096 20 7791,'-3'-7'1287,"0"1"919,0 2-1947,2 1 0,-2 9 80,3 3 1,0 3-94,0 4 0,-2 1-215,0 2 1,0 2 124,2 1 0,0 1-121,0 4-1,0-1-185,0 1 0,-1-3-283,-1 0 1,0-3 50,-2 1 0,0-5 195,0-4 0,-2 0-79,1-4 0,2-1-55,-2-4 261,4-1 0,-3-4-126,2-1 1,1-1-110,-1-4 1,-1 0 62,1-2 1,0-2 76,2-2 0,-1 0-25,-1 0 1,1 0 9,-1-1 1,-1 1 281,1 0 0,-3 1-105,0 1 0,1-1 270,0 3 0,-3 2-148,-1 3 1,-2 3-65,1-2 1,1 4 443,-3 3 1,0 2-60,-2 5 0,3 2-39,1 2 1,2 1-90,0 0 0,3-2-305,2 4 0,1-3 47,1 0 0,4-1-409,3-1 1,0 0 200,4-2 1,1-2-734,3-2 1,0-3 58,2-2 1,0-1 818,1-1 0,19-27 0,2-6 0</inkml:trace>
  <inkml:trace contextRef="#ctx0" brushRef="#br0" timeOffset="1659">1341 244 7791,'0'-6'0,"-3"1"584,-2 1 1,2 0-178,-2 0 1,3-1 84,-2 3-261,-1-1 1,-1 3-161,-1 0 1,0 1 88,1 1 1,-3 3-102,0 4 0,0-1-34,0 3 0,1 0-121,-3 2 1,3 2 162,-1 1 0,2 1-32,0-1 0,3-1-265,2-2 0,1 1 69,1-1 1,4-3-61,3-1 0,2-5 42,4-2 1,1-2 318,2-5 0,-2 0-123,1-6 0,-1 0-204,-1-2 1,-2-3-444,-3 1 0,0 0 278,-2 1 1,-2 1 351,-2 0 0,-10-6 0,-3-2 0</inkml:trace>
  <inkml:trace contextRef="#ctx0" brushRef="#br0" timeOffset="2393">1440 211 7791,'-4'-3'688,"1"3"502,3-3 1,2 10-1050,1 2 1,1 4-28,-2-2 1,3 2-112,-3 3 0,1 0-64,-1 2 0,-1 0 118,1-3 0,-1 3-325,-1-3 0,0 1 122,0-3 1,-1-3-119,-1-1 161,1-2 1,-3-3 86,2-2-82,1-1 1,-2-5-100,3-2 0,0-2 122,0-3 1,0 0 42,0-2 1,3 0-82,-1 0 1,2-1 53,-2 1 1,3-2 82,0-1 1,1 1-111,0 2 0,1 0 130,0 2 1,0 0 1,2 2 0,-2 3 95,2 4 1,-1-1-3,1 1 1,-2 0-78,2 4 0,-2 4 23,0 3 1,-1 3-40,1-1 0,-3 1-70,-2 1 0,1 3 79,-1-1 0,0 1-175,-2-3 0,0 0 48,0 0 0,0 1 34,0-1 1,-1-3 381,-1-1 1,2-2 86,-3 0-289,0-4 0,1 0 44,-2-3-226,2 0 0,-1 0 135,3-3 1,0 0-346,0-4 1,0 1 125,0-1 0,0-2 177,0 0 1,0-2-236,0 2 1,1-2-11,1 0 1,0-1 268,2 1 1,-2-1-69,3 1 0,-1-1 23,3 1 0,0-2-14,2 2 1,-1 2 39,3 0 0,-2 4 10,2 0 0,0 4 91,2-1 0,0 1 189,0 1 1,0 4-98,-2 2 1,1 2 109,-3 3 1,0 0-66,0 2 1,-2 0-131,2 0 0,-4 0 60,0 1 1,-2-2-414,2-1 1,0 2-177,-3-2 1,2-2-393,-1 0 1,1-2 406,-2 0 348,3-3 0,2-7 0,3-5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01.8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 60 7955,'-3'-3'1014,"2"-3"-901,-2 2 0,3 0 50,0-1 0,0 3-47,0-2-197,0 2 166,0-4-267,0 3 163,0-4 0,3 3-151,1-1 126,2 4 0,1-2 31,-1 3 0,1 0 8,0 0 0,1 0-26,1 0 0,-1 3-6,-3 1 0,1 3 18,-2 1 0,-1 1-257,-1 2 0,-1 0 65,-1 2 1,0 0 123,0 0 1,-3 3 53,-2-1 1,0 0-2,-2-1 1,2-1 2,-2 0 0,4 0 120,-3-2 0,1 1-6,-2-1 0,3-1-82,2 1 0,-1-3 25,1 1 1,0 1-19,2-1 0,3-1-8,1-4 1,3 2-1,1-2 1,1 0-3,2 0 1,0-2 0,2 0 1,0-1-1,0-1 1,0-3-2,1-2 0,-1 0 2,0-2 0,-1-3 384,0-1 0,-1-2-151,-2-2 0,0 0 116,-3-3 0,1 2-92,0-2 1,-4 0-216,0 2 1,-3-1 92,0 1 0,0 1-98,0 2 1,0 2-1039,0 3 491,-3 0-1102,0 2 1612,-4 2 0,-5 13 0,-2 5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03.6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40 244 7921,'3'-4'869,"-2"-2"-788,2 6 103,-3-3 1,-1 8-37,-1 2 1,0 3-197,-2-1 0,0 2 122,0 0 1,-2 1-17,1-1 1,2 2-80,-2-2 0,3 1-287,-2 1 0,2 0 93,0-2 0,1 1 77,1-4 0,0 1 83,0-2 1,1-1 2,1 1 1,2-3 82,3-2 0,-1-1-85,1-1 1,2-1 33,-1-1 0,3-4-11,-2-3 1,3-2 23,-1 2 1,-1-3 37,1 1 1,-3 2 0,1 0 1,-2-1 8,0 2 0,0-1-50,-1 2 1,-1 1 20,-1 2-13,-3-2 1,3 3-105,-2-1 120,-1 1-641,2 3 527,-9 0 0,4 3 58,-5 1 0,4 0 9,-1 0 1,3 1 10,-2 1 1,3 1-51,0-1 0,0 1 133,0 0 1,0-1-100,0 1 1,0 0 153,0-1 1,3 0-36,1-2 1,2 2 46,0-4 1,3 2-43,0-2 0,2 1 4,-2-3 1,0 0 337,0 0 1,-1 0-151,0 0 1,0-3 78,-2-2 1,1-3-59,-1-1 0,1-2 15,0 0 1,-3-2-73,1 0 1,-4-3-265,1 1 0,1 0-337,-1 1 1,1 2-462,-1 1 0,-1 1-411,1 4 0,-1-1 1230,-1 1 0,0 5 0,0 2 0</inkml:trace>
  <inkml:trace contextRef="#ctx0" brushRef="#br0" timeOffset="190">397 277 7921,'3'0'1175,"3"0"1,-4 2-958,2 0 1,-3 4-399,2-2 1,0 5 156,-1 2 0,0 1-688,-2 1 1,-2 1 392,0-1 1,-4 0-566,2 0 883,1 1 0,0-16 0,3-3 0</inkml:trace>
  <inkml:trace contextRef="#ctx0" brushRef="#br0" timeOffset="315">436 165 7921,'-1'-13'227,"-1"2"0,2 2 45,-3 2-1838,3 3 1566,0 2 0,0 16 0,0 5 0</inkml:trace>
  <inkml:trace contextRef="#ctx0" brushRef="#br0" timeOffset="659">614 33 7921,'0'-7'0,"0"1"913,0-1 0,0 3 213,0-1-797,0 4 0,0-2-277,0 6 0,0 3 95,0 5 0,3 2 120,-1 3 0,0 1-38,-2 5 1,0 2-224,0 2 1,0 2 60,0 0 1,0 0-731,0 3 0,0-3 96,0 3 1,-2-6-131,0-1 0,-3-5 150,3-4 0,-3-2-919,1-2 784,-2-1 682,-1-6 0,3-19 0,1-7 0</inkml:trace>
  <inkml:trace contextRef="#ctx0" brushRef="#br0" timeOffset="1216">529 211 7921,'0'-9'1257,"0"0"-1070,3 1 1,0 1 58,4 0 0,-1 1-187,1-1 1,3 3 106,1-1 0,4 1-88,3-3 0,1 1-28,1-1 0,-1 1-126,1-1 0,-1-2 17,-1 0 0,0 1 19,-2 4 0,-4-1-116,-3 3 0,-2-1 19,0 3-34,-1 0 0,-2 1 112,-2 1 1,-1 4 87,-1 3 1,0 3-18,0-1 1,-2 3-6,0 2 1,-3 2-3,3 0 0,-2 1-22,1 1 0,-1-3-114,2 1 0,-1-1 82,1 0 0,1 2 42,-1-4 0,1 0-11,1-1 1,0-2 241,0-1-201,3-1 1,1-7 89,2 0 0,3-3-222,0 0 1,2 0 90,-2-3 0,2 0-337,0-4 1,1 0 151,-1-2 1,2 2-126,-2-2 0,-1-1 63,1 1 0,-2-2 71,2 3 1,-3-1 94,1 2 1,-2 1 216,-1 2 74,1-2-166,0 5 1,-4-1 374,0 4 0,-3 2-151,0 3 1,0 0 264,0 2 1,0-1-171,0 3 1,0-2 235,0 2 1,0-3-164,0 1 0,3-2 207,2 0 0,1-1-219,3 1 0,2-1-17,4-2 1,2-1-451,0-3 1,3 0 116,0 0 1,-1 0-1003,1 0 1,-1-2 556,-4 0 0,1-1-2267,-3 0 2656,-3 3 0,-3-9 0,-4 2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08.5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165 198 7912,'0'-6'592,"0"-1"-156,0 1-477,0 2 59,-3-2 0,0 5 65,-4-1 0,0 4 65,-2 0 0,-1 5-18,-1 0 1,-1 4-12,1 0 1,-2 1 22,0 1 0,0 3-186,0-1 1,2 4 88,3-2 1,0-1-213,2 0 0,2 0 58,2-1 1,1 1-268,1-3 1,4 0-5,2 0 0,4-2-134,3-3 0,3-3 87,2-3 0,1-1 427,1-1 0,0 0 0,8-18 0,3-4 0</inkml:trace>
  <inkml:trace contextRef="#ctx0" brushRef="#br0" timeOffset="683">436 238 7912,'0'-7'350,"0"1"1,0-1-85,0 1 1,-2 1 86,0 1-270,-4 2 0,3 0 117,-4 4 1,-2 1-119,1 3 0,-2 0 104,1 5 0,0 0-262,-2 2 0,-1 0 86,3 1 1,-2-1-162,2 0 1,0 0-160,3 0 0,1 0 58,1-2 0,3 1-97,-2-4 0,3 3 133,0-2 0,3 0-53,1-2 0,2-1 10,0-2 1,3-1 110,0-3 1,3 0-7,-1 0 1,-1-4 115,1-2 0,-2-1-44,2-2 1,-1 0 151,1 0 0,1-3 50,-3 1 1,0-1-79,-3-2 0,2 1 195,-1 0 1,1 0-76,-4 0 1,1-1 38,0 1 1,-2 2-81,-3 0 0,0 3 456,0-1-187,0 5-305,0 1 0,-1 3-159,-1 0 0,1 3 119,-1 1 1,-1 2-80,1 1 0,0 2 100,2 2 0,0 0-171,0 0 1,0 0 74,0 2 1,0 0-77,2 0 1,0 0-29,2 1 1,1-3-127,1 0 0,1-3-31,0 1 0,0-2 86,2-1 0,0-2-29,2-2 0,2-2 78,-2-2 1,1-4 56,1-5 0,1-3 99,-1-1 0,-1-2 0,-1-3 0,2 0 0,-2 1 0,-2-3 0,0 0 0,-2-3 212,-3 3 1,1-3-70,-3 1 1,1 1 273,-3 1 0,0 4-140,0 0 1,0 4 107,0-2 1,-3 5-74,-2 3 1,2 3 339,-2 3-505,4 1 1,-3 2-77,2 1 0,1 3-35,-1 3 0,1 3 17,-2 2 1,3 3-79,-3 2 1,3 1 76,0 3 1,0 4-177,0 3 1,0-1 59,0-1 1,0 0-418,3 2 1,-3-1 148,3 1 1,0-4-13,2-5 0,0-5-184,2-2 1,2-5-35,0-1 562,-1-3 0,14-37 0,3-7 0</inkml:trace>
  <inkml:trace contextRef="#ctx0" brushRef="#br0" timeOffset="850">601 192 7912,'-10'-7'740,"0"1"201,4 2 1,2 0-1294,2 2 1,4 1 60,2-1 0,7 1-83,3 1 0,5 1 21,1 1 353,4-1 0,26 8 0,10-2 0</inkml:trace>
  <inkml:trace contextRef="#ctx0" brushRef="#br0" timeOffset="1234">918 245 7912,'4'0'383,"1"0"1,-3 0 82,2 0-560,1 0 1,1 0 88,1 0 1,2 0-123,0 0 1,0-1 72,0-1 0,-2 0-66,2-2 1,-2-1 129,0-1 1,0-1-175,-1 1 0,-2-2 45,-2-1 1,-1 2 106,-1-2 0,-3 0 172,-1 0 0,-5 0-108,1 3 1,-4 0 84,1 1 0,-4 2-61,0 3 0,-1 0 147,3 0 1,1 4-70,1 3 1,-1 2 231,3 4 1,0 3-86,3-1 0,2 4-127,2 1 0,2 0-295,2 2 1,3-1 100,3 1 0,5-3-561,2 0 0,4-2 306,-2-1 0,3-2-772,2-5 1,-1-3 1046,1-4 0,13-19 0,3-5 0</inkml:trace>
  <inkml:trace contextRef="#ctx0" brushRef="#br0" timeOffset="1712">1334 251 7912,'-1'-9'719,"-1"1"0,1-1-210,-4 2 1,3 0 44,-2-2 1,-1 2-177,-1-2 0,-2 2-161,-1 0 1,1 3-113,-3-1 0,3 4-203,-3-2 0,2 3 151,-2 0 1,2 1-110,-2 4 0,1-1-430,-1 5 1,1 0 238,4 0 1,-2 3-244,-1-1 1,4 1 128,-1-1 0,3 1-45,-2-1 0,4 2 65,-1 0 1,1-1 14,1-1 0,3 1 116,1-3 1,3-3 7,2-1 1,-1-4 340,3 2 1,0-3-127,2-3 1,0-1 116,0-5 1,0 2-83,-2-2 1,1 1 111,-4-1 1,2 2-103,-1-2 1,-2 1 48,2-1 0,-2 2 29,0-2 1,-1 2 69,-2 0 1,1 3-72,-3-1 1,1 3-38,-3-2 20,0 2-47,3-1 1,-3 4 126,3 1 0,-1 3-107,1 3 1,1 0-104,-2 3 1,3 0 3,0 3 1,1 2-179,0 1 0,1 0 5,-1 1 1,-2-1 131,-2 3 0,-1 2 404,-1 0 0,-6-3-151,-3-3 1,-5-3 150,-4-2 1,-3 0-106,-1-4 0,-1 0-541,1-5 0,2 0-305,-2-2 1,2-3-1338,5-1 1933,3-2 0,17-9 0,3-3 0</inkml:trace>
  <inkml:trace contextRef="#ctx0" brushRef="#br0" timeOffset="2062">1631 205 7912,'-3'-10'1068,"2"-2"-638,-4 3 0,3 0-140,-2 3 1,2 2-60,-3 2 1,3 1-157,-2 1 0,-3 0-109,-2 0 1,0 3-227,0 1 0,1 5 158,-3 2 1,0 2-59,0 0 0,1 1 188,1 1 1,2 1-14,-2 2 0,4 0-128,1-2 1,2 1 91,0-1 1,5-1 84,4-2 0,2-1-43,4-3 1,1-1 16,2-6 0,-2 0 106,4-4 1,-1-3 174,0-4 0,0-1-224,-4-3 1,-2-1-10,0-1 1,-5 0-704,0-3 1,-4 4 338,1-2 1,-4 2-825,-3 1 1,-2 3 1101,-5 1 0,-14 5 0,-7 1 0</inkml:trace>
  <inkml:trace contextRef="#ctx0" brushRef="#br0" timeOffset="2528">1757 172 7912,'-5'-4'975,"1"-1"-67,2 4-538,-1-2 0,4 3-198,1 3 1,2 1 44,3 5 1,-1-1-83,1 3 0,2 0 46,-1 2 0,1 0-319,-2 1 1,-1 0 204,-2 1 0,1-1-428,-2 1 1,-1-1 266,-2-3 1,0 0 199,0-2 29,0 0 1,-1-5-114,-1-2 1,0-2-7,-2 0 34,2 0 1,-1-2-187,1-3 1,1-1 101,-1 0 0,-1-3-40,0 0 0,1-3 76,2 1 1,0-1 18,0-1 1,0-1-34,0 1 1,1 0-5,1 0 0,2-1 54,3-2 1,0 2-26,2-1 1,0 3-150,2 1 1,2 3 92,-2-1 0,1 3-506,1 1 1,-2 0-96,0 3 1,-2 1-308,2 3 1,-3 2 950,1 2 0,4 12 0,1 4 0</inkml:trace>
  <inkml:trace contextRef="#ctx0" brushRef="#br0" timeOffset="2727">2041 205 9461,'0'-4'2148,"0"1"-1567,0 3 1,3 3-518,1 2 0,0 1 51,0 3 1,-2 1-714,3 4 1,-2-1 414,2 0 0,-2 2-916,0 1 1,-3 0 548,3-1 1,-3-1 549,0-1 0,3-12 0,1-5 0</inkml:trace>
  <inkml:trace contextRef="#ctx0" brushRef="#br0" timeOffset="2868">2034 33 7912,'-7'-10'0,"1"1"0,2 4-180,2 1 171,-2 2 9,4 2 0,2 10 0,6 4 0</inkml:trace>
  <inkml:trace contextRef="#ctx0" brushRef="#br0" timeOffset="3296">2212 245 7912,'7'0'-257,"0"0"1,-3 0 1562,0 0-830,1 0 0,1 0-389,1 0 1,0 0 49,-1 0 0,1-1-156,-1-1 1,1 1 9,0-1 0,-3-1-7,0 1 1,0-4-22,0 2 0,2 0 93,-4-3 1,0 2-185,-2-4 0,0 2 95,0 0 1,0 0-124,0-2 1,-1 4 40,-1-2 0,-2 2-61,-2-1 1,-4 2 75,-1 2 1,1 1 183,-1 1 1,1 1 235,-1 1 0,-1 2-150,3 5 1,0-1 21,3 3 0,-1 1-39,1 3 1,2 2-17,2 3 0,1-2 9,1-1 1,4 1-173,2 2 0,4-3-189,6 1 0,1-4-351,3-1 1,-1-1-433,1-6 0,2-1 104,0-5 894,0 0 0,7-29 0,2-8 0</inkml:trace>
  <inkml:trace contextRef="#ctx0" brushRef="#br0" timeOffset="3654">2562 146 7912,'-3'-3'450,"-1"-1"752,2-3-806,1 1 0,-5 0 112,2 1-391,-2 3 0,-3 2 128,0 0 0,0 0-208,3 0 1,-3 0 71,0 2 1,0 0-37,3 2 0,-1 1-126,1 1 0,0 1-292,1 0 0,2-1-134,3 1 0,1 2 260,1-1 0,2 3-128,3-2 1,2 1 60,2-1 1,2-1 19,3 3 1,-2-3 104,4 0 0,-2 0 91,1-2 0,-2 1 39,0 0 0,-1-2 116,-1 0 1,-2 1 38,-3-2 0,0 0 221,-2 0 1,-2-2 107,-2 3 0,-2-3-142,-2 2 1,-5-1-79,-4 1 1,-2-2-69,-2 3 0,-2-3-551,-3 2 0,-2-2 72,0 0 0,0-1-458,2-1 772,0 0 0,4-6 0,-1-2 0</inkml:trace>
  <inkml:trace contextRef="#ctx0" brushRef="#br0" timeOffset="3929">2866 350 12680,'-3'10'800,"2"-2"-539,-1 3 0,-1 0-439,1 2 1,-3 2 184,1 1 0,0 0-1169,-1-1 0,2-1 350,-2 2 812,0-2 0,7-7 0,-2-1 0</inkml:trace>
  <inkml:trace contextRef="#ctx0" brushRef="#br0" timeOffset="4811">3269 317 9246,'7'0'392,"-1"0"-314,1 0 1,-1 0-6,1 0 1,0 0-88,2-3 1,-2 3-50,2-3 0,-1 3 56,-2 0 0,1-3-42,-1 1 1,1-1 62,0 1 0,-3-1-237,0-1 1,-2-2 83,0 1 0,-1-1-27,-1-3 0,0 2 66,0-2 0,-3 2 62,-2 3 1,0-1 119,-2 3 1,0-1-83,-2 0 0,1 3-39,-3-2 0,2 4 38,-2 2 1,1 3 426,-1 2 1,1-1-181,4 3 0,-1 0 36,0 2 0,1 1-74,2 1 1,1 0-79,3 2 1,1-1-73,1 1 0,2-1-151,2 1 1,4-2-439,1 1 0,3-2 300,3-1 1,2-3-339,5-1 1,3-5 568,4-2 0,42-33 0,12-9 0</inkml:trace>
  <inkml:trace contextRef="#ctx0" brushRef="#br0" timeOffset="5211">3692 251 7905,'-3'-6'0,"-1"-2"723,-3-1 1,1 4-227,2-1 1,-2 4-366,2-1 0,-2 3 47,-1 3 0,0 0-185,-2 4 1,2 2 102,-2 2 1,0 2-3,0 0 1,0 0-42,2 0 0,3 3-219,-1-1 0,4 1-227,-1 0 1,1-2 166,1 1 1,1-1-181,1-1 1,0 0 157,5-2 0,-2-2-15,4-5 1,0-1 77,0-3 0,1 0 115,-2 0 1,1-4-76,2-2 1,-3-3-15,0-2 1,0-2 160,-2 2 0,1-1-72,0-1 0,-1-1-19,1 1 1,-1-2 6,-2-1 0,0 1 27,-2 2 1,-1 0-20,1-1 0,-1 3 962,-1 0 1,0 6 587,0-2 434,0 5-1737,0-4 0,0 6 43,0 0 1,0 4-201,0 4 0,2 2 48,0 1 0,1 1-294,-1-1 1,1 2 134,1 0 0,2 0-584,-1 0 0,0 1 319,-1-1 1,2 0-817,-1 0 1,0 0 1174,2 1 0,5-1 0,2 0 0</inkml:trace>
  <inkml:trace contextRef="#ctx0" brushRef="#br0" timeOffset="5514">4028 218 7905,'-4'-9'744,"0"1"1,1-3-412,-1 2 1,2 1-117,-3 3 0,1 0 191,-3 3 1,1 0-72,-1 2 1,-2 3-429,1 1 1,-2 3 15,1 1 0,2 3 3,-2 2 0,2 1-93,3 1 1,-1 0 166,3 3 1,-1-3-98,3 3 1,1-3 16,1 3 1,3-4-215,4 2 0,1-2 98,3-1 0,3-3-426,-1-1 0,3-5 11,0-1 0,1-3 609,1 0 0,26-41 0,7-10 0</inkml:trace>
  <inkml:trace contextRef="#ctx0" brushRef="#br0" timeOffset="5746">4147 20 7905,'-4'0'-85,"-1"0"346,4 0 115,-5 0 1,5 4 235,-1 2 1,2 4-186,2 3 1,3 3-306,4 2 1,-1 5 50,3 3 0,-3 1-664,3 4 0,0-1 339,0 1 0,-2-3-389,-5-3 1,1-3 49,-3-2 0,3-1-1094,-3-4 938,0-3 647,-2-8 0,-3-1 0,2-18 0,-2-3 0</inkml:trace>
  <inkml:trace contextRef="#ctx0" brushRef="#br0" timeOffset="6031">4193 258 7905,'0'-7'0,"0"1"0,0-1 375,0 0 134,3 1 0,1-1-108,3 1 0,0 2-106,2 2 1,-1-1-243,3 1 1,0-1 106,2 0 1,1 3-149,1-2 0,-1 2 49,2 2 0,-2-1-52,-1 4 1,-2-1-2,0 3 1,-3 1 40,1 1 0,-2 3-80,0-1 1,-1 4 45,1 0 0,-3 0-81,1-1 1,-3 1 72,2 0 0,-1-1-245,1-3 1,0-1 75,0 1 0,1-2-590,-3-2 0,1-3 17,0 1 735,-3-4 0,6-9 0,-2-7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07.4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97 37 7958,'0'-6'0,"0"-1"349,0 1 0,0 1-66,0 1 0,0 2-99,3 0 100,-3-2-112,6 4 0,-5 0 35,1 4 1,1 2-24,-1 1 0,0 3-161,-2 3 1,0 1 117,0 4 0,-2-1-265,0 3 1,-3 0 81,1 0 1,-3 2-41,-2 0 1,2 2 7,-2-2 0,-1 0-381,2-2 0,-2-3 28,1 1 0,2-4-133,-2-1 1,3-3-710,1-3 1269,-1-3 0,6-1 0,8-36 0,7-7 0</inkml:trace>
  <inkml:trace contextRef="#ctx0" brushRef="#br0" timeOffset="308">255 97 7564,'0'-4'-166,"0"2"176,0 4 1,-1 2 189,-1 2 0,-4 2-120,-2 1 1,-2-2-53,1 2 0,1-1 111,-3 1 1,3-2-82,-1 2 0,0-3-122,0-1 122,0 1 1,2-4-189,1 3 172,2-2 1,1-2 267,3 1-150,0-2 4,0 6 1,2-2-80,1 3 1,2-1-22,-1 1 0,2-1-106,1 1 1,0 2 88,2 0 0,-1 2-690,3-3 0,-3 3 643,1-2 0,10 9 0,2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23.0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14 126 7845,'-3'-6'1002,"2"-1"-307,-5 1-438,5 2 1,-1 4 282,2 4 1,2 4-135,0 3 0,3 0-84,-1 7 1,2 2-166,1 2 1,0 5-147,-1-1 0,1 3-147,-1 0 1,0 1 174,-1 3 1,0-1-642,-3-1 0,0-5 326,-2-4 0,-2-4-543,0-3 1,-3-4 313,0-2 0,2-4 83,-2-3 1,3-4 421,-2-3 0,-1-33 0,-1-9 0</inkml:trace>
  <inkml:trace contextRef="#ctx0" brushRef="#br0" timeOffset="234">14 153 7845,'0'-14'803,"0"-1"0,0 3-548,0-1 1,3 4-32,1 0 0,5 2 167,2 0 1,1 1-81,2 2 1,0 1-130,1 3 1,3 1-53,4 1 1,-2 2-154,2 5 0,-1 2-143,-2 4 1,-1 2 217,0 3 1,-7 0-190,-3 0 1,-3-1 74,-5 1 0,-4-1-76,-2-1 0,-5-2 49,-4-3 1,-4-2-36,-3-3 1,-2 0-225,2-2 1,0-2-416,2-2 1,3-1-1000,2-1 1762,3 0 0,15-12 0,5-2 0</inkml:trace>
  <inkml:trace contextRef="#ctx0" brushRef="#br0" timeOffset="552">555 60 7863,'0'-6'450,"0"-1"0,-3 1 52,-1 2 1,-2 1-51,-1 3 0,-2 1-89,-2 1 0,-5 5 115,-1 4 0,-1 4-123,0 3 1,0 1-90,2 3 1,1 3-28,4 3 1,3 2-256,3 3 0,3 0 91,4 0 1,3 0 20,6-3 0,1 1-154,6-4 1,-1-3-283,3-6 1,-2-3-1018,-1-4 1,-2 0 652,0-4 0,-1-2 704,-3-5 0,4-18 0,-1-4 0</inkml:trace>
  <inkml:trace contextRef="#ctx0" brushRef="#br0" timeOffset="1117">727 245 7863,'-1'-7'52,"0"-1"0,-1-1 376,0 1 1,1 0-120,1-1 0,0 2-96,0-2 0,3 2-46,-1 0 1,4 0 45,0 1 0,2 0-291,3 2 1,-3 0 142,3 2 1,-2 1-436,2-1 1,-3 2 243,1 2 1,-2 1-137,0 1 1,-3 4 84,1-1 1,-4 4 85,1 0 1,-1 1 26,-1 2 0,0-1 2,0 0 0,-2 3-3,0-1 1,-1 1 28,1-1 1,1 0-78,-1 3 1,1-4 80,1 2 1,1-2-21,1-1 1,0-1 46,5-1 1,-1-1 117,5-3 0,0-4-103,2-1 0,2-1-33,1-1 0,1-3 137,-1-1 1,1-3-92,-1-2 0,1-1 15,-1-3 1,-3 0 635,-2 0 0,-2-4 123,2 0 0,-4-2-235,0-1 0,-1 0-172,-4 0 1,0 1-503,-2-1 0,-3-2 149,-1 0 0,-4 0-361,-1 5 0,-2-1 301,2 5 1,-2 0-2345,2 6 2367,0-1 0,11 22 0,3 1 0</inkml:trace>
  <inkml:trace contextRef="#ctx0" brushRef="#br0" timeOffset="1443">1222 278 7863,'-3'-3'206,"0"0"0,0-2 273,1 1 185,0 2 3,2 5 0,2 5 14,0 5 0,4 1-245,-2 1 0,0 2-43,0 3 0,0 0-139,0 0 1,1 2-551,-3 0 1,3 3-126,-3-1 1,0-1-385,-2-1 1,0-4-32,0-1 0,0-2-116,0 1-1036,0-5 1988,-3-5 0,0-20 0,-4-8 0</inkml:trace>
  <inkml:trace contextRef="#ctx0" brushRef="#br0" timeOffset="1735">1361 318 7863,'4'0'925,"1"0"-168,-1 0-413,3 0 1,-4 1-62,0 1 0,-3-1-192,0 4 0,0-1 122,-3 3 0,0 0-237,-4 2 1,-2-2-40,-2 2 0,-2-2-29,0 0 1,0 0 147,-1-1 1,4-1-226,1-1 1,2 0 97,0 0 61,1 2 146,2-2 1,2 2-66,4 1 0,5-1-82,4 1 1,2 0-100,2 2 0,2-1-248,3 3 0,-2-2-688,-1 2 1,0-3 490,1 1 0,-2-2 555,-3-3 0,3-4 0,1-4 0</inkml:trace>
  <inkml:trace contextRef="#ctx0" brushRef="#br0" timeOffset="2112">1434 34 7880,'-4'-10'904,"0"0"-114,2 4-733,1 2 72,1 1 1,6 4 85,3 1 0,3 5 206,2 4 0,0 2 284,6 2 1,1 3-48,6 4 0,0 2-247,2 5 0,-2 1-452,1 6 0,0 0 62,-4 4 1,-4-3-652,-11-2 1,-3-5 481,-6-4 0,-6-1-354,-3-5 0,-3-2 181,-1-7 1,0 0-8,0-2 0,-3 0-1327,1-2 1,0-1 1654,4-2 0,8-4 0,3-4 0</inkml:trace>
  <inkml:trace contextRef="#ctx0" brushRef="#br0" timeOffset="2494">1988 576 7880,'5'0'-947,"-1"0"238,0 0 709,0 0 0,-1 0 0,-15-3 0,-2-1 0</inkml:trace>
  <inkml:trace contextRef="#ctx0" brushRef="#br0" timeOffset="2643">1968 417 7880,'0'-7'473,"-2"1"720,0-1-2668,0 1 337,2 2 1138,0 1 0,0 12 0,0 2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18.2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7 307 8213,'-3'-4'1161,"1"-1"-382,0 4-461,2-2 1,0 9-90,0 2 1,0 5-26,0 2 0,2 3-25,0 4 0,3 1-100,-3 4 1,3 1-534,0 1 0,0 2 281,-1-3 0,1 1-525,-3-2 0,1-3 356,-3-2 1,0-3-841,0-8 298,0-2 534,0-5 0,0-5 350,0-5 0,0-33 0,0-11 0</inkml:trace>
  <inkml:trace contextRef="#ctx0" brushRef="#br0" timeOffset="217">46 281 7774,'1'-11'0,"1"2"0,-1 2 382,1 1 1,2 0-57,0 1 0,4 2-38,1 0 0,3 3-121,-1-3 1,4 3-26,3 3 1,-1 0-54,0 4 0,-2 2-159,0 0 1,-1 2 17,-3 0 0,-3 2 166,-3 0 0,-3 1-221,-4 1 0,-5-1 26,-4 2 1,-4 0-52,-3-1 1,-1 1-199,-1-3 1,1-1-290,2-1 0,1-1 236,5-4 383,-1 1 0,13-12 0,1-3 0</inkml:trace>
  <inkml:trace contextRef="#ctx0" brushRef="#br0" timeOffset="759">357 314 7870,'3'0'1054,"0"2"-1030,0-1 1,-1 6 138,2-1 1,-2 2 41,0 3 1,-2 0 7,0 2 1,0 0-158,0 0 0,0 3-11,0-1 1,0 1-161,0-3 1,-2-1-6,0-1 0,-1 1 58,1-3 0,0-3 316,-2-4-194,3-1 1,-3-1-256,2 0 0,1-3 83,-1-2 0,1-1-61,1 0 0,3-4-31,1-1 1,2 1-49,1-1 1,-1 0 92,1-2 0,3 0 57,1-1 0,1 1 91,1 0 0,0 1-88,1 1 0,2-1 175,1 3 1,0 0-78,1 3 0,-3 0-30,0 1 0,-2 2 69,-2 3 0,-2 3 118,-5 2 0,2 1 15,-4 0 1,0 4-49,-2 1 0,-2 1-164,0 1 1,-1 1 79,0-1 1,3 2-276,-3 1 1,3-1 86,0-2 0,2-2 75,0 0 1,6-3 39,-2 1 1,4-4 103,-1 0 1,3-4-147,-1 1 1,1-4 471,2-2 1,-2-5 406,-1-2 1,1-2-375,-3 0 0,-3-2 208,-1-1 0,-4 0-196,1 1 0,-5 0-525,-3-2 1,-5 2-36,-4 0 1,-2 3-70,-3 4 0,1 0-390,-1 2 0,3 2 578,1 2 0,17 25 0,4 6 0</inkml:trace>
  <inkml:trace contextRef="#ctx0" brushRef="#br0" timeOffset="1276">792 109 7871,'-2'-7'786,"0"1"0,-2-1-420,1 0 61,1 4 230,2 0-397,0 12 1,0-1 185,0 7 0,2 2-80,1 1 0,2 1-12,-1 3 1,0 2-206,0 2 1,1 3-177,1 0 1,1 4-305,-1-3 0,-1 1 271,-1-4 0,-1-5-21,1-2 1,-3-1-7,2-6-411,-3-4 298,0-7 0,0-2 82,0-2 0,0-1-70,0-3 0,0 1-122,0-4 0,0-1 184,0 1 0,3-2 66,-1 0 1,1-2-185,-1 0 0,1 0 71,1 0 1,2-3 64,-2 1 0,2-1-73,1 3 1,0 1 177,-1 1 0,3-1-6,0 3 0,2 3 103,-2 4 0,2-1-76,0 1 0,2 3 145,0 6 0,-2 3 38,0 3 1,-3 2-133,1 1 0,-5 2 29,-2 0 1,-2-2-36,-2 2 1,-2-3-17,-5 0 0,-3-1-131,-4-1 0,-2-2-188,0-3 1,-2 2-1853,0-1 2124,-1-3 0,7-12 0,-2-5 0</inkml:trace>
  <inkml:trace contextRef="#ctx0" brushRef="#br0" timeOffset="1728">1228 314 7871,'-6'-15'0,"-1"2"0,1 2 860,2 0 1,-2 1-332,2 4 0,0 2-291,-1 2 1,1 1-39,-3 1 1,1 5-183,-1 2 1,1 3-107,-1-1 0,0 3-166,1 1 1,-1 1-9,1 1 0,2-1 150,2-1 0,-1 1-130,1 2 1,-1-5-3,3 2 1,0-2-40,0 0 0,3-1 115,2-3 0,1-1 175,0-2 0,1-1-110,-1-3 1,1-1-12,0-1 1,1-2 45,1-2 1,0-4-36,-2-1 0,-1 1 151,1-1 1,0 0-63,-1-2 1,0-1 174,-2 1 1,2 0-58,-1 0 1,-2-2-122,-1 2 0,1-2 152,-1 4 1,0 2 546,-2 0 172,0 2-532,0 3 1,0 2-339,0 4 0,0 4 90,0 5 1,2 2-125,1 0 0,1 3 78,-2-1 0,3 3-399,-3-3 1,3 0-107,-1-1 0,2 1-288,1 0 1,-1-2 348,1-4 0,0-2 416,-1 0 0,4-18 0,0-5 0</inkml:trace>
  <inkml:trace contextRef="#ctx0" brushRef="#br0" timeOffset="2203">1314 49 7871,'-4'-8'825,"-1"-1"1217,1 0-1561,0 2 1,1 4 212,3 3-371,0 6 1,3 2-61,2 3 1,1 3 39,0 4 0,3 2-90,0 2 1,0-1-366,0 3 0,-1 1-171,3 4 1,-3-2-430,1 2 1,-2-2-124,0-1 1,0 1 408,-1-1 0,-2-5 174,-2-4 1,-1-5-196,-1-3 387,0-5-8,0-1 1,-2-6 497,-1-1 0,1-2-174,2-1 0,0 1-3,0-1 1,0 0-22,0-2 1,0 1-128,0-3 1,1 1-104,1-1 0,0-2 77,2 2 0,-2-1-46,3-2 0,-2 3-19,2 0 0,1 3 46,-2-1 0,2 2-16,0 1 0,1 2-7,0 2 1,1-1-6,1 1 1,1 2 15,-1 5 0,0 1 48,2 3 1,1 1-49,-3 4 0,0 1 42,0 0 0,-4 2-40,2-2 1,-5-1 115,0 1 0,-1-1-23,-1-1 0,-2-2 58,-2 0 1,-3-3-232,-6 1 1,-1-2 85,1-3 0,-2-1-988,-1-3 0,-1 0 119,1 0 853,1 0 0,10-11 0,3-4 0</inkml:trace>
  <inkml:trace contextRef="#ctx0" brushRef="#br0" timeOffset="2376">1691 300 7871,'3'1'1276,"-1"1"1,1 0-879,0 2 0,1 1-158,-2 4 1,3 1-576,-3 4 0,2-1 274,-2 0 1,3 0-1213,-3 0 1,2 1 1272,-1-1 0,2-6 0,-2-1 0</inkml:trace>
  <inkml:trace contextRef="#ctx0" brushRef="#br0" timeOffset="2535">1684 135 7871,'-13'-16'881,"2"2"-661,3-1 0,1 4 735,3 2-237,1 5-1298,3 1 0,11 29 0,4 7 0</inkml:trace>
  <inkml:trace contextRef="#ctx0" brushRef="#br0" timeOffset="2820">1836 63 7871,'0'-7'1413,"0"0"1,0 7-1300,0 2 0,0 4 424,0 5 1,3 1-82,1 6 0,2-1-170,1 3 1,-1 3-568,1 1 0,2 4 247,-1 1 1,1 2-1193,-2 0 1,0 0 675,-1-2 1,-1-4-726,-1-5 1274,-3-6 0,11-13 0,-1-9 0</inkml:trace>
  <inkml:trace contextRef="#ctx0" brushRef="#br0" timeOffset="3002">2041 254 7871,'0'-4'1307,"0"-1"-387,0 4-355,0-2 0,2 4-187,0 1 1,3 2 13,0 2 1,-2 4-98,2 1 1,-1 2-238,3 2 1,-3-1-291,0 2 0,-1 0-557,1-1 0,0 3-2162,0-3 2951,2-2 0,-2-10 0,2-3 0</inkml:trace>
  <inkml:trace contextRef="#ctx0" brushRef="#br0" timeOffset="3151">2034 49 7871,'-4'-13'802,"-1"0"-956,4 3-502,-2 0 1,3 7 655,0 3 0,9 24 0,2 8 0</inkml:trace>
  <inkml:trace contextRef="#ctx0" brushRef="#br0" timeOffset="3437">2311 30 7879,'-3'-7'1799,"-3"0"-1224,5 4 0,-2 1-173,3 4 1,0 4-88,0 5 1,1 5-66,1 1 1,0 3-285,2 2 0,-2 2 126,3 5 0,-2 1-273,2 3 1,-2-2 197,-3 0 0,2-1-1272,0 1 0,0-3 315,-2-4 1,-3-4-13,-1-7 0,0-3 952,0-3 0,-1-21 0,-1-5 0</inkml:trace>
  <inkml:trace contextRef="#ctx0" brushRef="#br0" timeOffset="4052">2225 195 7879,'0'-7'0,"0"0"1084,0 1-650,0-1 0,1 1-26,1-1 0,1 3-234,3-1 0,2 4 40,3-1 1,2 1-182,0 1 1,3 0 77,4 0 0,0 1-317,0 1 1,-1 1 187,-2 1 0,2 4-137,-1-1 0,-4 1-115,-1-2 0,-4 4-67,0 1 0,-4-1-2,-1 1 1,-2 0 81,0 3 1,-1-1 217,-1 0 1,0 0-102,0 0 0,0-2 32,0 0 1,2-3-15,0 1 0,3 1 15,0-1 1,0-3 24,2-1 0,0-4 12,-1 1 0,3-3-18,0-1 0,2-4 16,-2-1 0,0 0 395,0-4 0,-2 2-172,2-2 0,-2 0 316,0-2 0,-1 2-195,-2 0 0,2 2 144,-1-2 0,-2 3-96,2-1 0,-2 2-115,2 0 0,-2 1 291,0 2-495,-3 1 1,4 3-23,-2 0 0,-1 1 107,1 1 0,1 2-7,-1 2 0,1 3 39,-1 0 0,0 3-337,2 1 1,0 1 46,0 4 0,0 0-73,-2 1 0,-1 4-239,1 1 0,-1 2 207,-1 0 0,-3 2 187,-1 0 0,-1-1-83,-1 2 1,0-5 470,-2-2 0,-3-3-222,0-3 0,-1-2 449,-1-5 1,-3-1-239,1-3 1,-3-2-50,3-3 1,-3-3-62,3 1 1,-1-4-170,3 0 1,1-1-78,1-2 1,2 0 111,5 0 0,1 0 237,3 3 0,0-3-168,3 0 0,3-3-32,5 1 0,5-1 10,1-2 1,3 2-716,2 1 1,1-1-4,1 3 1,1-2-301,-3 3 1,0 1 927,-2 3 0,2 5 0,2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16.6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40 7966,'-4'-7'0,"2"0"0,-1 1 1211,1-1-254,0 1-83,2 2-450,0 1-398,0 3 1,0 6 116,0 3 1,2 3 88,0 4 0,3 3-139,-3 6 1,2 1 84,-2 3 0,1 1-427,0 3 1,-3 2-13,3 0 0,-3 3-128,0-3 1,0 0-62,0-2 0,0-4 183,0-2 0,0-7 268,0-4-152,0-2 431,0-7 1,0-5-165,0-8 0,0-4-117,0-3 0,0-2-68,0-1 1,0-2-92,0 0 0,2-2 24,1 0 0,2-1 78,-1 3 1,0-1 48,0-1 0,0 1-54,0 1 0,2 2 236,-1 3 0,1 3-91,3 1 0,-2 2 79,2 3 0,-1 2 31,-2 4 1,3 2 49,0 5 1,2 1-359,-2 4 1,0 2 135,0 1 1,-2 5-553,2 0 0,-2 2 275,0-2 0,-3 0-762,1-2 0,-2 1 1019,2-1 0,4 4 0,-2-3 0</inkml:trace>
  <inkml:trace contextRef="#ctx0" brushRef="#br0" timeOffset="433">457 258 7944,'-11'-7'0,"2"0"0,1 2 0,0 0 0,0 2 683,-1 3 1,2 1-357,0 1 1,1 5-379,-1 4 0,1 1 1,-1 1 0,1 1 135,2 2 1,-1-2-267,2 4 0,1-3 79,2 3 0,0-1-198,0 1 0,2 1 80,1-2 1,2-1-110,-1 0 0,0-3 117,0-2 1,3-1 136,2-4 1,-1-2-20,-1-2 0,0-5 113,-1-4 0,1-3 275,-1-5 1,1-2-137,0-3 0,-1 0 28,1 0 1,0 1-78,-1-1 1,0-1 40,-2 1 1,2-2 54,-1 5 0,-2 0 168,-1-1 1,1 7-211,-1 0 1,0 3 51,-2 1 569,0 3-443,0 1 0,-2 6-559,0 2 0,0 1 168,2 0 0,0 4-66,0 1 0,0 2-128,2 2 0,2 1-127,3 2 1,-1 0-444,-2-2 0,3 1 347,-1-1 1,1 1-95,2-1 0,-2-1 561,0-2 0,-1-5 0,1-2 0</inkml:trace>
  <inkml:trace contextRef="#ctx0" brushRef="#br0" timeOffset="1082">628 258 7940,'3'-14'0,"-2"2"167,1 1 1,1-1 426,-1 3 140,0 1-663,1 1 66,-2 3 0,2 4-22,-3 5 1,1 3 70,1 3 0,-1 2-109,1 0 1,-1 3 75,2 2 0,-3 0-419,2 0 0,1 1 22,0-1 1,0 0-65,-1 0 0,-1-2 92,4-3 1,-4 0 73,1 0 0,1-2 176,-1-3 0,1-1-173,0-3 248,-3-1 1,5-6-83,-2-1 0,2-5-157,-1-2 0,2-1 32,1-2 0,0 1-56,2-3 1,-2 2-88,2-1 0,-2 0 107,0 0 1,-1 1 39,1-2 1,-2 3-61,-1 2 1,0-1 340,0 4 1,0 0 43,-2 3-41,-1 2-22,2 3 85,-1 0 0,0 3 5,2 2 0,-1 1 9,1 3 0,-2-1-168,3 3 0,-2-2 20,2 2 1,0-2-181,0 2 1,1-3 90,0 3 0,1-3-69,0 1 1,-1-1 59,1-2 1,-1 0 32,1-1 0,0-2-45,-1-1 0,2-1 16,0 1 0,0-3-61,0-1 1,2-4 6,-1-1 0,2 0-128,-2-4 0,0 2 102,0-2 1,-2 0 13,-1-2 0,1 0 9,-3-1 0,-1-1 88,-1 0 0,-1-1 108,-1 3 0,0 2-57,0 0 0,-3 3 40,-1-1 0,-4 5-45,-1 1 0,-3 3 77,1 0 0,1 3-91,-1 1 0,2 3 403,-2 1 0,3 1-91,-1 2 1,2 0 55,0 5 1,1-2 9,2 4 0,-1 2-159,3 2 0,-1 0 69,3-2 0,4-1-76,3 1 0,3-1-277,5-1 0,0-3 79,3-4 1,-1-2-870,3-4 1,2-2-176,0-3 1,-2-6-570,-3 0 0,-2-7 1511,1-1 0,-3-21 0,1-4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35.6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33 202 7814,'0'-6'2801,"0"0"-1824,0-1-431,0 4-219,0 0 0,0 8-119,0 1 0,-1 3-202,-1-1 1,1 3 106,-1 4 1,-1-2-597,1 2 1,-1 1-131,1-1 0,1 0-538,-4-2 1,4 0 214,-1 0 1,-1-1 935,1-2 0,0-12 0,2-6 0</inkml:trace>
  <inkml:trace contextRef="#ctx0" brushRef="#br0" timeOffset="142">103 16 7656,'0'-6'-924,"0"2"110,0-1 814,0 4 0,6 15 0,1 8 0</inkml:trace>
  <inkml:trace contextRef="#ctx0" brushRef="#br0" timeOffset="542">315 164 7825,'0'-6'924,"0"-1"0,0 1-363,0-1 1,-2 3-97,0 0 0,-3 2-112,0-3 0,0 4-435,-2-1 0,1 1 108,-1 1 1,0 0 27,-1 0 0,1 1-163,-2 1 1,0 1-233,0 1 1,1 2-103,1-2 0,1 2-77,-1 0 163,4 1 1,0-1-261,3 0 498,0 1 1,1-1-34,1 1 1,1-3-56,4 0 0,0 0 19,2 3 0,-2-3 2,4 0 0,-2 1 134,1 1 1,0 0-94,1-2 1,0 2 180,-2-2 0,0 2-71,-3 0 0,0 1 206,1-1 0,-2 0-79,0 1 0,0-1 270,-3 1 0,0 0-65,-2 1 1,-1-1 53,-1 2 1,-4-4 215,-2-1 1,-3 0-178,0 0 0,-1 1-225,-1-3 1,-1 0-104,-1-2 0,2 0-998,-2 0 0,2-2 199,2-3 737,2-3 0,14-14 0,3-5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29.2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93 8035,'-3'-3'460,"2"0"-34,-4 3 0,3 3 322,-2 4 1,2 3-251,-3 5 0,4 1-2,-1 3 1,-1 3-340,1 2 0,0 3 33,2 1 0,0 0-377,0-3 1,0 2-187,0-1 0,-2-3-398,0-5 1,-1-3 405,3-5 0,-2-1-155,0-2 1,-1-4 519,1 0 0,-1-25 0,-4-7 0</inkml:trace>
  <inkml:trace contextRef="#ctx0" brushRef="#br0" timeOffset="259">527 23 8036,'-7'-6'0,"-2"2"0,-1 0 1163,-3 2 1,-2 1-337,-2-1 0,-3 1-130,-4 1 0,-4 3-426,-8 1 1,0 0-42,-5 0 1,3 0-137,1 0 0,2 2 100,0-2 1,8 2-890,2 0 1,4-2-222,4 1 0,2-2-1942,4 2 2858,2 0 0,14-7 0,3 1 0</inkml:trace>
  <inkml:trace contextRef="#ctx0" brushRef="#br0" timeOffset="1131">405 80 7968,'-4'0'191,"0"0"1124,1-3-911,-2 3-220,5-3 1,-3 6 216,3 1 1,0 2-44,0 3 0,1 2-95,1 4 1,-2 0-37,2 4 1,-1-1 28,-1 6 0,0-1-238,0 3 1,0 2 81,0 0 1,-1-1-153,-1-4 1,1 1 51,-3-2 0,2-2-412,-3-5 1,3-1-47,-2-5-563,2-1 660,0-4 1,2-2-411,0-4 369,0-2 0,0-3 41,0-2 1,0 2 344,0-1 1,2 0-97,0-1 1,1 2 232,-1-1 0,-1-2-29,1 2 0,1-3 95,2 3 0,-2-3-143,1 2 0,1-2-25,1 0 1,0 1-125,1 0 0,1 1 102,1-2 0,2 4 44,0-2 0,-1 2-70,1 0 1,-3 4 123,0 1 1,-1 2-78,0 2 0,-3 2 190,0 5 0,-2 1 40,0 3 1,-2-1 37,0 1 1,-2 0-92,0 0 1,0 0-61,2 0 0,0-3-173,0 1 1,0-3 104,0 3 0,1-3-422,1 1 1,2-2 192,5-1 1,-1-2-281,2-2 1,-1-2 130,2 0 0,-2 0 13,2 0 1,1 0 217,-1-2 1,1-2-113,1-2 1,-2-1 277,-1 1 0,1-3-69,2 1 0,-2-2 151,-1 2 0,-1 1-52,1-2 0,-1 0 20,2 0 1,-3-1-271,3 1 1,-1-2 98,1 3 1,-1-1-94,-2 3 0,-1-3 55,2 1 0,-3-1 62,-1 3 0,0-1-47,-3 1 1,0 0 368,-2-1 1,-2 1 42,0-1 0,-4 3 51,-1 0 1,1 2 108,-3 0 0,0 2-155,1 0 1,-3 0 92,2 2 1,-1 2-64,1 2 0,-2 3-68,3 0 0,-3 2-98,3 0 1,-1 1 166,3 1 1,-3 2-166,1-1 1,1 4-47,3-3 0,2 2-350,0-2 0,5 0 182,4-3 0,3-2 137,5-1 0,2-3-2,4-1 1,2-3-3409,2-4 0,-1-3 3262,0-3 0,5-22 0,4-8 0</inkml:trace>
  <inkml:trace contextRef="#ctx0" brushRef="#br0" timeOffset="1507">1322 100 7968,'0'-5'1403,"0"1"-422,0 3-18,0-2-662,0 8 0,0 3 66,0 7 0,0 2-82,0 2 0,0 3-213,0 1 0,0 5-159,0-1 0,-3 4-258,-1-1 0,-2-1-172,0 1 0,0-6 293,-1 0 1,3-5-824,0-4 1,0-1 386,0-5 1,0-3-494,2-4 1153,1-4 0,4-28 0,4-8 0</inkml:trace>
  <inkml:trace contextRef="#ctx0" brushRef="#br0" timeOffset="1835">1322 157 7952,'7'-16'83,"-1"1"0,3 4 194,2 3 1,1-1 0,1 3 0,0-1 0,0 4 0,2 1-91,0 2 1,-1 2 33,-3 2 1,0 0-97,-3 5 0,-1 0 125,-3 0 0,-2 2-220,0 0 0,-2 1-91,-2 1 0,-3 0-144,-3-1 0,-2 1 35,-3 0 0,-1-2 91,-1-1 0,1-2 26,-3 1 0,3-2 49,-1-1 0,2 0-185,2-2 0,0 1-44,2-3-49,1 3 215,4-4 64,1 2 317,9 0 1,-1-2-124,6 4 0,-3-1 97,3 2 0,-2 1-60,1 2 0,-2-1-79,1 2 0,-1-1 13,0 2 1,-1-1-506,2 3 1,-4 0-237,-1 0 0,0 0-1311,3-1 1890,-4-2 0,3 0 0,-2-4 0</inkml:trace>
  <inkml:trace contextRef="#ctx0" brushRef="#br0" timeOffset="2285">1611 119 7952,'-2'-7'46,"0"1"2047,0 0-837,1-1-649,1 4 0,3 0-189,2 6 0,-2 3-85,1 5 1,3 1-112,1 3 0,1 2-140,-3 2 0,1 2-94,-1 1 1,1 2-250,-1 0 1,0 0-302,1-1 1,-3 2 266,0-4 1,-1 2-124,1-4 1,-3-1 138,1-5 0,1-3 58,-1-2-150,1-4 798,-1-1 1,1-6-173,1-1 0,4-5 30,-1-4 0,1 0 289,1-5 0,1-2-182,3-3 0,-1-3 60,1-1 1,0-1-92,0-1 0,0-4-536,0-1 1,2-2 166,0 2 0,0 5-1655,-3 6 0,0 3 227,-1 5 1436,-2 0 0,-8 23 0,-2 0 0</inkml:trace>
  <inkml:trace contextRef="#ctx0" brushRef="#br0" timeOffset="3074">2304 363 8570,'2'3'715,"0"0"-469,2-3 1,0 0-9,3 0 0,0 0 31,2 0 0,0 0-142,1 0 1,3-3-144,-3-1 0,2-2-84,-2 0 0,2-1 102,-4 1 1,2-3-170,-3 1 1,0-2 82,-5 2 0,2 0-58,-2-3 1,0 3 40,-4-3 1,-3 3 49,-3 0 0,0 3 33,-3 1 1,1 2 3,-3 0 0,0 4 120,0 2 1,0 4-69,1 1 1,1 2 375,0 0 1,3 3-156,0 1 0,1 3 205,0-1 0,4-1-153,1 1 1,1 1-99,1 1 1,3-1-62,4-1 1,0 1-127,4-3 0,1 0-653,3-2 0,2-3 358,-2-1 1,3-3-1018,-1-2 0,2-1 545,0-3 1,-2-3-510,-3-1 1250,3-5 0,-6-15 0,1-6 0</inkml:trace>
  <inkml:trace contextRef="#ctx0" brushRef="#br0" timeOffset="3502">2624 279 7919,'0'-6'0,"0"-1"0,0 3 572,0 0 1,1 0 441,1 0-470,-1 1 1,2 4-189,0 1 1,-3 1-139,2 4 1,-1 2 13,-1 2 1,0 1-1,0 1 0,0 0-52,0 2 0,-2-1 65,0 1 1,-2 0-252,1 0 0,1 1-27,-1-1 1,1-1-65,-3 1 0,0-2-248,3 0 1,-1-3 215,1-2 0,2 0-209,-3-2 212,3-2 1,0-2-284,3-4 0,0-2 26,3-2 1,3-4-34,0 0 1,0-2 220,-1-1 0,0-2 33,3 0 1,-1-2 71,1 2 0,1-3-91,-2 1 0,3 0 55,-1 0 0,3 0-19,0-2 1,0 3 296,-2 1 1,0 4-99,0 2 1,-1 2 417,-1 1 0,-4 2-126,-3 2 1,-3 4 77,2 3 1,-3 3-6,0 3 0,0 1-83,0 1 0,-3 0-169,-1 2 1,1-1 39,-2 4 1,2-4-130,-2 1 0,0 0 83,3 0 0,0 0-487,2-2 0,0-1-156,0-1 0,1-2-382,1-2 0,2-2-1641,5 0 2505,-2-2 0,22-35 0,3-7 0</inkml:trace>
  <inkml:trace contextRef="#ctx0" brushRef="#br0" timeOffset="3868">3048 61 7919,'2'-4'0,"0"-1"0,0 3 2005,-2-2-1410,3 3 1,0 1 191,1 4 1,-1 4-334,-3 3 1,1 4-219,1 2 0,-2 4-209,3 0 0,-3 4 82,0 1 0,0 0-587,0 4 0,0-2 410,0 2 1,0-2-896,-3 0 1,3-1 422,-2-5 1,-1-2-232,1-3 0,-3 1 262,3-6 1,-1 0-388,1-6 35,2-2 861,-3-1 0,6-9 0,9-24 0,5-11 0</inkml:trace>
  <inkml:trace contextRef="#ctx0" brushRef="#br0" timeOffset="4260">2996 279 7919,'-3'-6'703,"0"-1"36,-1 1 0,2 2-253,2-1 0,3 4-207,3-1 1,4 1-132,5 1 0,2-1 98,2-1 0,1 1-44,1-1 1,0 1 15,3-1 1,-2 1-305,2-1 1,-3 2 97,-4 2 1,-1 2-497,-3 2 0,-4 1-37,-2 2 1,-2 1 277,-3 3 0,1 2 40,-3-1 1,-1 2 62,-1-1 0,-2-1 98,-2 1 1,0-3-125,2-1 1,-2 1 313,2-4 0,0 0-14,0-4 0,2 1 63,-2-3-595,2 3 131,-1-4 474,3 2 0,3-10 46,1-2 1,3-1-108,1 1 0,0-1 217,3-3 1,0 0-195,1 1 1,1-3-170,0 0 1,3-1-850,1 1 0,-1 2 462,-2 0 1,0 1 133,-1 4 253,0 2 0,5 9 0,2 4 0</inkml:trace>
  <inkml:trace contextRef="#ctx0" brushRef="#br0" timeOffset="4660">3586 286 7898,'-2'-7'0,"1"1"844,-1-1 1,-1 1 310,1-1-676,-3 1 1,1 0-161,-2 2 0,-1 1-111,1 3 1,-1 2-273,-2 2 1,1 1 111,-2 6 0,1-1-74,-1 3 0,0 3 80,-1 1 1,2 1-253,2 2 0,1-2 74,2-1 1,-1 3-97,3-3 1,0 0 173,2-4 0,5-1 185,1-1 0,5-4 94,0-5 0,3-3-72,1-3 0,2-2 8,-2-7 1,1 1-83,-3-5 1,1 2-634,-6-2 1,-1 3 290,-3-1 0,-3 0-1046,2 2 0,-3-1 1301,0 6 0,-3-1 0,0 3 0</inkml:trace>
  <inkml:trace contextRef="#ctx0" brushRef="#br0" timeOffset="5011">3702 286 7898,'0'-7'0,"0"1"960,0-1 0,0 3 546,0 0-818,0 2 0,0 0-151,0 4 0,0 3-146,0 3 1,0 2-144,0 3 1,1 3-33,1 1 1,-2 3-158,3 2 0,-3 3 114,0 0 0,0 1-584,0 2 1,0 0-131,-3 0 0,2 0-561,-3-2 0,2-4-217,-3 0 1,1-5 603,-2-2 1,1-5-711,1-4 1425,3-2 0,-2-5 0,3-1 0,0-19 0,0-7 0</inkml:trace>
  <inkml:trace contextRef="#ctx0" brushRef="#br0" timeOffset="5226">3695 363 7882,'7'-23'39,"-1"4"74,1 0 1,-1 3 221,1 3 0,2 1 4,2 1 1,1 2 119,0 2 0,4 2-70,1 0 0,2 2-148,0 3 1,0 3 30,0 2 0,-2 2-57,-2 2 0,-4 4-67,-3 0 0,-4 4 66,-1-2 1,-8 0 27,-4-3 1,-5 1-189,-3 0 1,-3 0-287,-1 0 1,1-3-1070,-1 1 1,1-3 254,0 1 1046,4-2 0,20-12 0,8-3 0</inkml:trace>
  <inkml:trace contextRef="#ctx0" brushRef="#br0" timeOffset="5766">4035 253 7882,'0'-6'1544,"0"0"-477,0 2-318,0 1-397,0 9 0,0-1-138,0 6 1,0-1-332,0 3 1,1 2-33,1 0 1,-1 0-63,1-2 1,0 0-29,0 0 0,-1-1 154,3-2 1,-1 2-177,1-4 0,-2 0 35,2-4 0,-2 0 214,3-2 1,0-2-61,3 0 1,-1-3 46,2-3 1,1-1 21,1-2 0,-2 1 151,-1-2 1,2-1 40,1-2 0,-1 0-98,1 0 0,-3 1 116,0-1 0,1 2-90,0 0 1,-1 4-25,-1-2 1,-1 5 0,1 2 1,-1 2-88,1 2 0,-2 2 68,-1 5 1,-1 1-11,-3 2 0,2 4-125,1 1 1,-1 4 60,-2 0 1,-3 4-72,-1 1 0,-3 0 60,-1 4 0,-3 2-57,-4 2 0,0 1 74,-4-3 1,0-1-40,-4-1 1,-1 0 103,-1-4 1,-1-5 158,0-6 0,1-4 217,-1-3 1,-2-1-197,0-3 1,3-2 65,4-4 1,3-2-74,3-2 1,3-1 99,8-2 1,1 0-41,3-2 1,6-2-420,2 1 1,4-2 4,3-3 0,2 3-4,2-1 1,3 3-134,2 2 0,0 0 92,-1-1 1,2 2-754,-4 2 0,3 1 402,0-1 1,1 1-1208,0 0 1712,-5 2 0,-4 1 0,-7 3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38.5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128 19 7918,'0'-4'546,"0"0"1,0 2 273,0-3-296,0 4 1,0-2-162,-3 3 0,3 5 44,-2 1 0,-1 8-66,1 1 0,-3 6-90,0 2 0,0 2-67,-2 1 0,1 2-42,-1 2 0,-1 3-368,-1-1 0,1-1 222,1-6 0,0 0-703,-1-1 0,1-1 374,-2-3 0,4-3-685,1-7 1,2 0-198,-3-4 620,4-2 1,-1-2-105,4-4 699,1-5 0,18-28 0,3-10 0</inkml:trace>
  <inkml:trace contextRef="#ctx0" brushRef="#br0" timeOffset="221">308 45 7918,'1'-6'0,"1"2"1635,-2-2-950,3 3 1,-3 0-23,0 3 1,0 3-188,0 6 0,0 2-127,0 4 0,-3 1-74,-1 3 1,-2 3-44,0 2 0,0 2-312,-1 1 1,1 0 110,-1 3 1,3-3-600,0-2 0,0 0-43,0-3 0,-1-4-381,3-3 0,-1-4-678,1-3-361,1 0 2031,-2-5 0,1-9 0,-2-4 0</inkml:trace>
  <inkml:trace contextRef="#ctx0" brushRef="#br0" timeOffset="404">39 250 7918,'-3'-3'734,"2"-3"186,-1 2 1,1 0-721,1 0 1,1 2-32,1-3 0,4 3-212,5-2 0,4 3 131,2-2 1,5 2-460,4-1 1,0 1 370,4-1 0,23 7 0,7 2 0</inkml:trace>
  <inkml:trace contextRef="#ctx0" brushRef="#br0" timeOffset="690">718 19 7918,'-7'-6'328,"-1"-1"1,1 4 505,-2 1 1,0 2-244,0 2 1,-2 2-185,0 5 0,-1 4 136,-1 4 0,0 3-116,1 3 0,-1 2-98,3 7 0,1-1-222,5 3 0,1-1-153,3-1 0,4-2-767,2 0 1,3-6 548,4-1 0,1-3-1218,1-2 0,-1-3 177,3-5 1305,-3-1 0,5-11 0,-3-2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41.7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0 142 7918,'0'-6'-69,"0"-1"924,0 1-168,0 2-250,0-2-165,0 6 1,0-2 300,0 4-191,0 1 1,0 4-177,0-1 1,1 3 0,1 2 0,-1 1-179,4 1 1,-3 3 89,2 1 0,0 1-242,3 2 1,-3-3 108,0 0 1,0 0-101,3 2 0,-1 0 0,1 1 1,-3-5-40,0-2 1,-2-3 370,0-4 538,1-2-369,-2-1 1,3-4-121,-2-1 1,-1-4-269,4-2 0,-1-1 114,2 0 1,3-1-149,2-3 0,1 0 66,1-2 1,0 0 74,0-2 1,0 0 61,2-2 0,-1-1 107,1-1 0,-2 0-302,-3-3 0,0 4 128,-4 1 1,0 1-744,1 3 0,-3 0 364,0 5 0,-1 1-2775,1 5 1410,-3 1 1644,2 3 0,-3 14 0,0 4 0</inkml:trace>
  <inkml:trace contextRef="#ctx0" brushRef="#br0" timeOffset="392">436 26 7918,'0'-6'-676,"-1"0"-677,-1-1 1883,2 4-270,-3 0 0,6 3 389,1 0 1,4 3-205,3 4 1,1 0 20,1 4 0,1 2-157,1 4 0,-1 2-127,3 0 0,-3 3-124,1 2 0,-4 3 116,-3 3 0,-3-1-393,-3-1 1,-3-3 178,-3-1 1,-3-2-777,-6-3 1,0 0 399,0-2 0,1-4-1110,1-2 1526,2-3 0,11-2 0,3-3 0</inkml:trace>
  <inkml:trace contextRef="#ctx0" brushRef="#br0" timeOffset="708">911 238 7918,'0'-6'-519,"0"1"512,0 1 0,0 2 277,0-2 0,1 2-25,1 0 1,3-1 171,4 1 1,4 0-133,0 2 0,4 0-156,1 0 0,0 0 51,1 0 0,0 0-654,-2 0 1,1 0-63,-3 0 0,-1 0 536,-3 0 0,-8 6 0,-4 1 0</inkml:trace>
  <inkml:trace contextRef="#ctx0" brushRef="#br0" timeOffset="931">879 347 7727,'7'0'528,"1"0"0,0 0-547,3 0 1,0 0 107,4 0 1,2 0-1556,2 0 1466,0 0 0,26-8 0,6-3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45.8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431 20 7889,'3'-3'427,"0"-1"1,-3 0 0,-1 0-137,-1 1 0,-2 1-151,-5 2 0,-3 2 8,-6 1 1,-1 1 103,-2-2 1,-2 3-86,-3-1 0,1 2-38,-1 0 0,1-1 27,2-1 1,0 0-201,4 3 0,1-1-4,1 0 0,3 1-57,3-1 1,4 1-129,-2-1 1,5 1 105,2-1 1,1 0-4,1 1 0,5 0 56,1 1 0,3-2-22,-1 3 1,2-4-20,3 4 1,2-1-7,0 0 1,2 0-65,-2 3 0,0-3 64,-2 0 1,0 2-58,0-2 1,-2 1 84,-2-3 0,-2 0 120,-4 1 0,-2 0-90,-3 2 1,-3-2 327,-6 1 1,0-1-142,-6 0 0,0 0 40,-3 1 1,1 0-24,0 0 1,-1 1 126,-1 0 0,3 2-50,-2 0 1,3-1-104,0 1 1,4-1-48,2 3 1,4-1 41,0-1 1,4 0-121,3-2 1,3 2 120,1 0 1,5-1-7,4 1 0,4-3 142,4 0 1,4-1-89,3 0 1,4-2 78,0 0 0,5 0-66,-1-3 0,2 1 218,0-1 1,2-2-65,-1 3 1,-5-3-498,-6 0 1,-5 0 161,-1 0 0,-4 0-1058,-3 0 1,-3 1-570,-5 1 13,-1-1 1623,-2 2 0,-21-9 0,-8-1 0</inkml:trace>
  <inkml:trace contextRef="#ctx0" brushRef="#br0" timeOffset="462">148 744 7889,'-4'-2'1510,"0"0"-676,2-3-666,0 4 556,2-1-163,0 7 0,0 0-149,0 3 1,0 1-184,2 0 0,0 4-116,2 0 0,-2 1 102,3-1 1,-4 2-455,1 0 0,-1 2-6,-1-2 0,0 2-248,0-2 0,0-2-465,0-2 1,0-3 437,0 3 0,-2-5-693,0 0 0,-1-3 1213,3 1 0,-2-16 0,-2-3 0</inkml:trace>
  <inkml:trace contextRef="#ctx0" brushRef="#br0" timeOffset="769">411 719 9121,'-8'0'415,"-1"3"1,-3 0-204,-1 4 1,0-1-220,-4 0 0,-3 1-1,-1-1 1,0 1 45,4-1 0,-1 3-790,1-1 1,2 0 356,2-4 1,2 2-409,3-2 0,1 1 803,-2-1 0,5 2 0,1-2 0</inkml:trace>
  <inkml:trace contextRef="#ctx0" brushRef="#br0" timeOffset="967">168 828 8401,'3'-4'1403,"-3"1"-973,6 3 1,-3 0-118,4 0 1,-1 1 27,1 1 0,4 0-77,2 5 1,4-2-174,0 6 0,5-2 135,1 1 0,0-1-851,0 2 0,-3-4-146,0 2 1,-4-2-1538,-3 0 2308,-3-1 0,-7-5 0,-3-2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52.2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33 7863,'-4'-3'1141,"2"0"1,2-2-370,0 1 0,3 2 203,4-2 1,3 2-446,4 0 0,6 1-419,3-2 1,3 3-187,2-2 0,1 1-238,3 1 1,-2 0 312,0 0 0,0 6 0,2 1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8:49.5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 7 8075,'-6'-4'30,"2"2"0,1 2 268,3 2 1,0 5-62,0 4 1,0 4 601,0 2 0,0 2-282,0 2 0,3 3-315,1 4 0,2 1-26,1 3 0,-1-2-390,0 0 0,0-3-416,-2 1 0,1-5 389,-3-2 0,1-3-489,-3-3 0,0-2-76,0 0-439,-3-3 540,2-1 665,-2-5 0,0-16 0,0-5 0</inkml:trace>
  <inkml:trace contextRef="#ctx0" brushRef="#br0" timeOffset="282">13 78 7896,'-2'-11'389,"0"0"0,0 3-32,2 0 1,2 1-376,0 0 0,5 2 67,0 0 0,3 2 313,1 3 0,3 0-107,1 0 0,2 0-170,-2 0 1,3 4-100,-1 2 0,1 2 111,-1 2 1,1 3-238,-3 2 1,0 3 73,-2-1 1,-4-1-103,-3 1 1,-3 1 38,-5 1 0,-4-1 31,-5-1 1,-5-1 58,-3-3 1,-1-3-19,-3-2 1,-1 0-228,-2-2 1,4-2 74,0 1 0,4-4-589,1 1 0,4-1 798,0-1 0,11-12 0,7-2 0</inkml:trace>
  <inkml:trace contextRef="#ctx0" brushRef="#br0" timeOffset="583">488 65 7960,'-3'-7'55,"-1"2"552,-2 0 1,1 2-155,-1 1 0,0 2 16,-5 0 0,1 2-136,-1 5 1,-1 2 253,2 2 1,-2 2-179,-1 5 0,3-1-201,1 4 0,5 2-146,2 0 1,1 5-210,1 2 0,6-1-623,5-2 1,3-1 494,5-2 0,0-2-539,7-3 0,-4-3 814,4-4 0,4-16 0,2-7 0</inkml:trace>
  <inkml:trace contextRef="#ctx0" brushRef="#br0" timeOffset="1033">648 161 7905,'0'-10'0,"0"-1"697,0 2 1,0 0-236,0 3 1,1 0-215,1-1 1,-1 4-32,4 1 0,1-1 27,3 1 0,2-1-298,0 3 1,1 1 89,1 1 0,0 2-8,-1 2 0,-1 1-19,0 2 1,-3 1-320,0 3 1,-3 0 190,-1-1 1,-1 3-131,1 0 1,-3 2-11,1-2 0,-1 2 132,-1-2 1,1 3 71,1-3 0,-1-1-26,4-1 1,-3-1 15,2-1 0,1 1 8,4-4 0,-2 1 15,1-3 0,2-2-30,-2 1 0,3-4 0,0 1 1,-1-1 129,1-1 0,-3-3-115,3-1 0,-2-2 158,1 0 1,-2-3-89,1 1 0,-2-4 568,-1 1 1,1-3-277,-1-1 0,-2-3 109,-2 1 0,-2-1-113,0-1 0,0-1 38,-2 1 0,-2 0-406,-2 0 0,-3 2-385,1 2 0,-1-1-2266,3 2 2718,-1 1 0,4 10 0,0 4 0</inkml:trace>
  <inkml:trace contextRef="#ctx0" brushRef="#br0" timeOffset="1358">1129 251 7905,'0'-7'829,"0"1"25,0 2 0,1 2 230,1 2-347,-1 0 0,4 3-286,0 3 1,-2 2-176,2 2 1,-1 3-211,2 2 1,-1 3-220,-1-1 0,-2-1-59,2 2 1,-2-1 241,0 2 0,1-1-881,-1-1 1,0 0 400,-2-2 0,-1-2-754,-1 2 1,-1-4 21,-1-2 1182,-2-5 0,3-16 0,-4-5 0</inkml:trace>
  <inkml:trace contextRef="#ctx0" brushRef="#br0" timeOffset="1700">1354 199 7929,'4'0'1129,"0"0"-717,-2 3 0,1 1-8,-3 2 1,-3 1-148,-2-1 1,0 1-135,-2-1 0,-2 2 121,-2 1 0,-3 2-163,-1-3 1,1 1 21,3-3 1,-1 1 53,1-1 1,0 0-8,0 1 1,4-1-110,3-2 1,2 2-111,0-2 1,2 2 47,0 0 1,3 0-65,4-2 0,0 4 65,3-2 0,0 2-48,1-2 1,1 1 46,-1-1 0,1 1-398,1-1 0,0 1 173,-1-1 0,-1 0-744,0-2 1,-1 2 179,0-2 0,2-1 810,-4-1 0,12-7 0,1-2 0</inkml:trace>
  <inkml:trace contextRef="#ctx0" brushRef="#br0" timeOffset="2025">1469 58 7905,'0'-13'1120,"1"4"-840,1 0 0,-1 3 434,4 1 1,2 2-264,4 3 1,1 3 266,3 2 1,2 4-165,5 4 1,3 5-16,3 6 0,-1 1-362,-4 0 0,1 4 32,-5 1 1,0 3-810,-6-1 1,-2 1 448,-7-3 1,-1-2-1117,-3-3 1,-3 0 592,-1-6 1,-5-1-1668,-2-5 2341,-4-3 0,-29-1 0,-11-3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09:08.9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39 10206,'4'1'1012,"-2"1"0,-1 2-716,1 2 0,0 1-35,2 2 0,-2 3-82,2 3 1,1 6 28,1 0 0,0 3-21,-2 2 0,2 0-87,-2 2 0,1 1 150,-1 0 0,1 1-63,-3-4 1,1-2-1035,-1-4 0,-1-2 456,1-1 1,1-1-1325,-1-3 872,0-3 0,-1-1-217,1-3 0,0 0-123,2-2 1183,-3-1 0,8-9 0,-2-1 0</inkml:trace>
  <inkml:trace contextRef="#ctx0" brushRef="#br0" timeOffset="540">244 277 8307,'0'-3'624,"0"3"1,0 3-468,0 6 1,0-1 290,0 2 0,2 3-67,0 2 1,1 1-393,-1-1 1,-1 1 63,4 1 0,-4 1-23,1-4 0,1 1 76,-1-2 0,0-1-171,-2-1 1,0-2 113,0-2 137,0-1 247,0-2-283,0-1 1,-2-4-66,0-1 0,0 0 36,2-2 0,-1 0-103,-1-3 1,1-1 7,-1-1 1,2-1-174,0 1 1,0-2 52,0 0 0,0-1-171,0-1 1,2 0-70,3 0 0,-2 1 96,2 1 0,-1-1 96,2 2 1,1 0 27,2-1 0,-1 3 152,3 0 0,-2 1-84,2 0 0,1 4 77,-1 0 1,1 3-49,1 0 0,1 3 96,-1 1 1,1 2-38,-3 3 0,-1 1 74,1 3 1,-1-1-16,0 1 1,-1 0-87,-5 0 0,2 0-31,-2 0 1,-1-1 35,-1 1 1,-1-3-275,-1-1 0,0-2-70,0-1-485,0 1 809,0-1 0,-3-8 0,-1-2 0</inkml:trace>
  <inkml:trace contextRef="#ctx0" brushRef="#br0" timeOffset="1248">969 1 8633,'-5'0'602,"1"0"0,-1 3-264,-3 4 0,0 3-40,-3 5 0,0 2-1,-4 4 1,1 5-100,-1 4 0,4 4 44,3 2 1,1 2-272,3 1 0,3-4 94,5 0 0,4-4-566,7-3 0,2-1 279,4-6 1,-1-1-882,2-5 0,-2-1 187,-1-5 916,0-3 0,6-9 0,1-4 0</inkml:trace>
  <inkml:trace contextRef="#ctx0" brushRef="#br0" timeOffset="1549">1264 168 7999,'0'-10'410,"-2"3"-288,-1-1 1,1 3 1320,2 0-467,0 4-10,0-2-597,0 12 1,0-1-97,0 9 0,0 0-107,0 3 1,1 2 88,1 1 0,1 4-629,1 1 0,1 0 293,-3-2 0,3-1-891,0 1 1,-2-1 495,1-2 1,-2-1-707,0-5 0,-1-4-103,-1-5 1285,0-3 0,-9-23 0,-2-6 0</inkml:trace>
  <inkml:trace contextRef="#ctx0" brushRef="#br0" timeOffset="1808">1264 200 7999,'0'-13'0,"0"0"0,0 0 0,0 3 633,0-1 0,3 1-194,1-1 0,1 2 10,2 2 0,-1 2-175,1 1 1,1-1-271,1 2 0,2 1-90,0 2 1,3 1 129,1 1 1,2 2-259,-2 5 1,2 1 111,-2 3 0,2 0 0,-2 2 1,0 2-35,-5 2 0,-1-2-86,-5 0 1,-1 0-3,-3 2 1,-6 0 93,-2-2 1,-4-4-157,-3-5 1,-2 0 59,-5-2 1,1-2-479,-2-2 1,2-2 703,0 0 0,1-11 0,1-3 0</inkml:trace>
  <inkml:trace contextRef="#ctx0" brushRef="#br0" timeOffset="2125">1732 168 8069,'-3'-10'0,"2"0"1786,-1 4-1215,-1 0 0,-1 2-469,-2 2 1,-1 3 26,1 3 1,-1 1 30,1 6 1,0 0-8,-1 4 1,1 2-82,-1 4 1,3 2 33,0 3 1,2 2-102,0-1 1,5 4-238,3-1 0,4 1 102,3-1 0,-1-5-779,1-3 1,0-5 385,0-2 0,-1-5-1095,-1-1 1618,1-5 0,3-21 0,5-8 0</inkml:trace>
  <inkml:trace contextRef="#ctx0" brushRef="#br0" timeOffset="2576">1956 257 8028,'0'-9'-3,"0"2"241,0-2 1,0 0 412,0 1 1,0-1-272,0 3 0,1 0-150,1 2 0,0-1-28,2 3 0,0-1 42,3 3 0,0 0-360,1 0 0,-1 0-24,2 0 1,-2 1-52,0 1 0,-1 3 107,0 3 0,0 0-175,-2 3 0,1-1 66,-3 3 1,1 2 2,-3 0 1,0 3-151,0-1 0,0 0 78,0 2 0,0-3 63,2 3 1,-1-1 39,1 1 0,2-2-90,0 1 0,0-4 150,0 1 0,0-5 0,3-1 0,0-2 396,1 0 1,-1-4-183,2-1 0,0-1 112,0-1 0,2-1-107,0-1 0,0-1 359,0-4 0,1-2-132,-1-2 1,1 1 497,1-3 0,-3 1-301,-2-3 1,-1 1 10,0-1 1,-3-1-282,0-4 1,-2 1-377,0 0 0,-4 0-135,-2 0 1,-2 1 273,-1 1 0,-1 4-2655,-1 0 2618,4 0 0,10 9 0,6-2 0</inkml:trace>
  <inkml:trace contextRef="#ctx0" brushRef="#br0" timeOffset="2943">2508 341 8031,'-4'-7'634,"2"1"1053,2 0-1361,0-1 0,0 4-96,0 3 0,0 3 244,2 4 0,0 2-115,2 2 1,0 1 12,3 3 0,-1 2-187,1 2 1,-3 0-132,0 0 1,-2 3-146,3-1 1,-4 3-464,1 0 0,-1-2 41,-1-1 1,0-1-546,0 0 1,-2-4-208,0-1 0,-3-5-26,0-4 1291,0-2 0,-5-18 0,0-4 0</inkml:trace>
  <inkml:trace contextRef="#ctx0" brushRef="#br0" timeOffset="3234">2656 399 8013,'3'0'865,"0"2"1,-3 0-779,0 2 0,-1-2 91,-1 3 1,-2-2-35,-5 1 0,1 2 82,-2-2 0,0 1-237,-1 0 0,2 0 121,2 0 0,1 0-175,0 2 1,0-1-77,2 1 1,1-1-5,3 0 1,0 1-60,0-1 0,3 3 93,1-1 1,4 4-111,0-2 0,4 0 24,-2 1 1,5-1-1237,0 1 1433,0-2 0,26 0 0,7 1 0</inkml:trace>
  <inkml:trace contextRef="#ctx0" brushRef="#br0" timeOffset="3628">2777 180 8071,'-3'-2'490,"0"-2"0,3 0-62,0-1 1,1 4 141,1-1 0,2 2-120,5 2 0,-1 2-57,5 2 0,1 4 58,6 3 1,-1 3 177,3 3 1,3 6-390,3 3 1,2 5-8,-3 3 1,-1 2-735,-2 1 1,-9-4 411,0-1 0,-8-4-737,-3-5 0,-6-5 432,-5-5 1,0-2-349,-4-2 1,1-3-47,-3-3 788,0 0 0,0-7 0,0 1 0</inkml:trace>
  <inkml:trace contextRef="#ctx0" brushRef="#br0" timeOffset="4225">2970 39 7524,'-4'-6'114,"2"0"528,1 2 1,1 0-111,0 2 1,1 2-159,1-3 1,2 3 309,2 3 0,3 1-222,2 4 0,4 2 247,2 3 1,5 6-251,1 2 1,6 8-283,3 5 0,0 5-275,2 8 1,-4 4-390,-2 2 1,-8-2-462,-2-1 1,-11-13 558,-5-2 0,-4-12 52,-7-4 1,-1-6-37,-3 0 1,1-2-199,1-1 1,-1 2 570,2-4 0,-5 4 0,-2-2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1:21.9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54 62 7495,'-5'0'1312,"0"0"-1016,4 3 1,-5 1-56,3 4 0,-2 0-140,2 3 0,-2 0-15,3 2 1,-3 4-140,2-2 1,0 2-245,0-2 0,2 1 208,-1-1 1,1 1-213,1-1 1,0-1 126,0-1 1,3-3-20,2-4 1,0 0 60,0-4 1,0 1 96,2-3 0,1 0-87,0 0 0,2-4-15,0-1 1,1-2 248,-4 0 0,2-4-13,1 1 0,-1-4-4,1 2 1,1-3-112,-1 0 0,0-1 117,-2 1 0,-3 1-108,0 1 0,0-2 132,0 2 1,1 1-101,-4 0 1,1 2 52,-3 0-122,3 2 4,-2 3-109,2 2 0,-5 4 46,-1 1 1,0 5 77,0 3 1,3 3-8,-3-3 0,0 4 16,0-1 1,0 1-5,3 2 0,0-1-1,0 0 1,0 0 5,0-2 1,0 0-4,0-2 1,1-1 5,2-2 0,1-1-4,4 1 0,-1-4-21,1-1 1,1-2 10,1-1 0,1-1-99,2-2 1,1-1 15,-1-4 1,-1-3 20,1-2 1,-1 0 25,1 0 0,-2-2 0,-4 3 1,1-4 77,0-2 0,-1 5-80,-2-3 0,1 3 164,-4 1 1,1 1-74,-3 3 193,0 4-30,0 0-81,0 4-32,0 7 1,2-2-39,1 5 1,0-1 29,0-1 1,0 2-28,2 0 1,2 0-75,-2-2 0,3 0 68,2-1 0,-1-1-23,1-1 0,0-4 77,0 2 1,-1 0 4,4 0 0,-3-1-70,3-2 0,-3-3 13,3-2 1,-3-2-50,3-1 0,-3 0 53,3-2 1,-3 0-131,0-3 1,-1 3 77,1-3 1,-2 1-95,0 0 1,-1-2 88,-5 4 1,1-1-23,-3 0 141,0 3 1,-1-2-74,-2 4 0,-2 3 55,-5 3 1,1 1-73,-4 1 1,-1 5 248,-4 4 0,2 2-55,-2 0 0,2 2 313,0 0 0,2 0-55,1 1 1,-1-1 27,4 0 0,3 1 29,1-1 0,5 0-124,-2 1 1,7-1-191,3 1 0,4-5-8,5 0 0,3-4-340,1-1 0,5-3 157,0-3 0,1-1-1204,-3-1 0,0-4 199,0-4 987,0-2 0,0-34 0,0-8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1:33.0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147 39 7872,'-5'-8'237,"0"0"1037,0 1-337,0-1-94,2 4-329,3 0-263,0 4-85,0 7 1,1 0 126,1 8 0,2 2-68,1 7 0,2 2-26,-2 2 1,2 1-1,0-1 1,2 5 24,1-2 1,-1 3-530,1-4 1,-2 2 107,0-6 0,0-2-771,-1-7 0,-2 1-349,-3-8 644,-1-3 168,-1-4 299,0-10 1,-2 1-170,-1-7 0,-3 1 38,1-4 0,-3 0 314,-2-2 1,1 2-72,-1-2 0,1 2 227,-1 0 1,-2 2 158,0 1 0,-3 2-203,2 3 1,-1 4 40,-2 1 0,1 3-72,0 3 0,0 2 123,2 5 0,2 5 10,4 3 1,2 2-289,3-2 1,1 1-35,1-1 0,6-4-143,2 1 0,5-5-398,3 0 1,0-2 291,4-3 1,1-1 379,2-4 0,7-21 0,1-4 0</inkml:trace>
  <inkml:trace contextRef="#ctx0" brushRef="#br0" timeOffset="333">254 338 6951,'5'0'420,"-1"0"-39,-1 0 0,-2 3 26,4 0 1,0 0-71,3 0 0,2-3-125,1 3 0,3-1-32,2 0 1,0-1 31,4 2 0,-2-3-326,3 0 0,-4 0 150,1-3 1,-3 1-399,-2-3 0,0 0 235,-2-3 1,-1 1-117,-2-1 1,-3 0 20,0-3 0,-3 3-44,0-2 1,-2 0 255,-2 0 1,-3 1-70,-2-1 0,-2-1 244,-1 1 1,0 2-60,-2 3 1,-1 3 240,-2 0 1,-3 2-126,0 2 1,0 3 176,2 2 0,2 4-48,1 2 1,2 2 56,3 3 0,4 2-375,1 3 0,3-2 88,3-1 0,5 1-603,4 2 1,6-5 308,3-2 1,2-3-1220,3-5 1,0 1 170,2-7 1221,-1 1 0,13-34 0,4-7 0</inkml:trace>
  <inkml:trace contextRef="#ctx0" brushRef="#br0" timeOffset="719">808 254 7730,'-8'-12'814,"0"2"-611,1 5 1,-2-1-164,-1 3 1,1 1-41,-1 2 0,1 0 0,-2 0 0,3 0 420,-2 3 0,1-1-137,1 3 1,1 0-482,-1 3 0,4-1 69,1 1 1,0 0-208,0-1 1,1 1 92,2 0 0,0-1-52,3 1 0,2 0 88,5-1 1,0 2 40,3 1 0,2-1-197,3 1 1,3-2 32,0-3 1,1 2 329,1-2 0,-3 2 0,-2 0 0,-2-2 0,-1 0 0,0 0 153,-3 0 0,-3 1 182,-4-4 1,-4 4 191,-1-4 1,-4 1-257,-7 0 1,-1-2 312,-6 1 1,-2 2-132,-3-2 1,-3 2-860,1-2 1,-3-1 287,2 2 0,0-2 118,3-1 0,11-4 0,1 0 0</inkml:trace>
  <inkml:trace contextRef="#ctx0" brushRef="#br0" timeOffset="987">1115 277 7730,'-8'-12'0,"-2"-2"292,0 4 1,2 1 452,3 4 1,0 0-195,-3 3 0,0 1-192,1-2 1,-1 3-291,0 3 1,1 4 111,-1 3 0,1 3-85,2-3 1,2 4 102,3-1 1,0 4-254,0 1 0,3 2-139,2-2 0,5 0-172,0-3 1,6 1-392,-1-1 0,6 0 366,-1 1 0,3-7-568,0-1 1,-3-6-18,1 1 975,-1-2 0,10-22 0,2-4 0</inkml:trace>
  <inkml:trace contextRef="#ctx0" brushRef="#br0" timeOffset="1420">1292 269 7730,'-3'-5'279,"0"0"568,1 3-70,2-1-298,0 3-148,0 7 0,3-2-119,2 5 0,2-1-102,1-2 1,2 4 101,0 2 1,1-1-159,-4 1 0,1-1-72,0 1 0,-1 0-170,1-2 0,-3 1-64,0-1 1,-2 2 51,2-3 206,-3 0 0,1-2-40,-3-1 204,0-2-174,0-2 0,0-4-120,0-1 1,0-3-138,0-2 0,0-2-264,0-1 0,0 1 42,0-1 0,0-1 172,0 1 1,3-3 348,-1 3 0,3-3-131,-2 3 1,2-3 575,-2 3 0,3-1-309,-1 0 1,4 3 537,1-2 0,1 4-280,-4 0 0,4 5-77,-1-2 1,1 2 49,-1 1 0,-1 0 68,1 0 1,1 6-109,-1 2 0,1 4-117,-4-2 0,1 3-236,0-3 0,-1 4 87,1-1 0,-3-1-950,0 0 0,-1-2 222,2 0 1,0-1-62,-4-2 1,1 0-1842,0-2 2531,-2 2 0,-1-20 0,-4 0 0</inkml:trace>
  <inkml:trace contextRef="#ctx0" brushRef="#br0" timeOffset="1568">1453 70 7761,'-12'-18'957,"2"3"1,4 1-923,1 7-2014,3-1 1979,-1 4 0,26 14 0,7 7 0</inkml:trace>
  <inkml:trace contextRef="#ctx0" brushRef="#br0" timeOffset="2070">1637 54 7773,'-3'-8'0,"2"1"0,-2-1 2004,3 4-545,0 0-756,0 11 0,3 0-39,2 8 0,2 0-245,1 5 1,3 4-179,2 5 0,1 1-37,1 4 0,1 1-338,-1 3 1,1 0 174,-1 1 1,-1-5-566,-1-3 1,-5-6 195,-6-7 0,-1-3-529,-1-8 707,0-2-126,0-2 103,-3-6 1,2-2 22,-1-2 1,1-1 436,1 0 0,0 1-104,0-1 1,0-2-395,0 0 0,0-3-18,0 2 1,2-2-35,1 0 1,2-1 200,-3 2 1,4-2-71,0 4 1,-2-3 30,1 3 0,0-3-23,3 3 0,-2 2-30,1 3 1,-1 3 84,5-1 0,0 3-64,-1 0 0,3 4 69,-3 4 1,3 1 76,-3 6 1,0 0 59,-2 5 1,-4-2-109,-1 3 1,-3-2 70,-3 2 0,-4-2-78,-6-4 1,-3 0-104,-2-3 0,0-1 122,-3-6 0,0-2-412,3-3 1,-2 0 434,5 0 0,1-24 0,7-6 0</inkml:trace>
  <inkml:trace contextRef="#ctx0" brushRef="#br0" timeOffset="2446">2060 361 7773,'8'0'683,"-3"0"-365,0 0 1,0 0 177,3 0 1,-1 0-186,1 0 0,0 1-114,-1 2 0,4-2-250,-1 1 1,0-1 87,-2-1 1,-1 0-384,1 0 0,0-1 200,-1-1 1,1 0-204,0-3 1,-4 0 135,-1-3 1,0 0-51,0 1 0,-1-3 244,-2-1 1,-1-2-123,-1 3 0,-3-3 213,-6 3 0,3 0-115,-2 2 1,-2 1 249,-1 2 1,1-1-88,-1 4 1,3 0 456,-3 5 1,3 2-249,-3 5 0,4-1 237,-2 4 1,5 3-161,1 5 0,4-1 130,-2 0 1,2 0-161,1 4 0,4-3-173,4 2 0,4-5-115,6 2 1,2-3 90,3-5 1,0-3-395,0-4 0,-1-3-283,-2 0 1,3-4-564,-3-3 0,0-6 470,0-1 593,-6-3 0,0-14 0,-6-3 0</inkml:trace>
  <inkml:trace contextRef="#ctx0" brushRef="#br0" timeOffset="3086">2805 54 7747,'0'-8'338,"0"1"665,0-1 0,-2 0 511,-1 1-600,0 2 17,3 2-284,0 3-275,4 3 0,-2 5-64,3 5 1,0 5-259,2 2 0,1 3 113,0 3 1,2 1-165,0 4 1,1 0-302,-4 0 0,1-2-454,0 0 0,-3 0-693,0-4 1,-1 0 642,1-5 1,-1-2-1180,-4-5 1985,0-2 0,-14-20 0,-3-5 0</inkml:trace>
  <inkml:trace contextRef="#ctx0" brushRef="#br0" timeOffset="3861">2774 154 7747,'5'-8'0,"-1"2"0,-2 0 0,0 0 0,3 0 0,0 2 1542,0-1 1,2 3-661,-2-4 1,2 2-433,4-1 0,-3-2-511,2 2 0,0 1 100,0-1 0,-1 0-34,1 0 0,1-1 78,-1 4 1,1-3-491,-1 2 0,0 0 201,3 3 0,-4 0-337,1 0 0,-1 1 187,-2 2 0,1 1 192,0 4 1,-1 3 231,-2 2 1,1 4-91,-4 1 0,4 6-13,-1-1 1,0 5-34,0 0 1,0 3-180,3 2 1,2-1 155,0 1 0,3-5-279,-3-2 1,3-7 187,-3-3 0,0-5 229,-2-6 211,0-2 0,0-6-174,-1-2 0,1-3-21,0-2 0,-1-2-50,1-3 1,0-1 112,-1 1 0,1-1-38,0 1 0,-1 0-211,1-1 0,1 1 15,1 0 0,-2 2-112,3 0 1,-3 6 62,0 0 1,-3 3 83,0-1 1,-2 3 795,2 0-545,-4 1 1,3 4 113,-4 2 1,0 2-78,0 1 0,0 0 135,0 3 1,0-2-8,0 4 1,2-4-111,1 2 1,3 0-117,-1-1 1,2 1-182,1-1 1,2-1-70,0 1 0,3-4 96,-3-1 0,5-2-37,0 2 0,0-4 46,3 2 0,-1-6-227,-2-2 0,3-1-73,0-2 1,1 0-68,-2 0 0,0-2 88,1 0 1,-2-3 60,-1 3 1,0-3 281,-3 3 1,2-3-140,-4 3 1,0-3 166,-5 3 1,-1 0-48,-1 2 0,-2 3-227,1 0 1,-4 3 99,-4-1 0,-1 3-75,-3 0 0,-2 0 591,0 0 0,-3 3-215,2 2 0,-1 3 423,-2 2 0,4-1-308,-1 4 1,3 0 517,0 2 0,3-2-318,1 0 1,3 0 40,3 2 1,4 0-88,4 1 1,6-2-17,7-1 1,2-2-14,3-3 0,3-1-178,1-2 0,3-2-132,-5-3 1,-2-4 104,-3-4 1,-4 1-1415,-3-4 1,-5 0 713,-4 1 1,0 0-3703,-4 2 4176,-1 0 0,-26-3 0,-5-1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1:31.8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101 39 7716,'0'-8'0,"-3"3"1630,1 0-1132,-4-1 1,5 1-176,-2 0 0,2 4 73,-2-2 322,2 2-399,-2 1 1,6 4 39,2 4 0,2 4-121,1 6 1,2 2-73,0 6 1,3 1-450,-3 4 0,3 0 217,-3 0 1,1 2-861,-4 0 1,1 0 464,0-2 0,-4-4-733,-1-4 0,-3-4 34,0-3 1160,0-8 0,-6-15 0,-3-10 0</inkml:trace>
  <inkml:trace contextRef="#ctx0" brushRef="#br0" timeOffset="383">1 215 7716,'0'-7'637,"0"-1"1,0 0 248,0 1-914,0 2 1,3-1 58,2 4 1,5-2 140,0 2 1,5 1-18,0-2 0,4 2-1,4 1 1,0 4-303,0 1 0,3-1 103,-1 1 0,2 3-468,-2 2 0,-4 3 250,-1-3 0,-5 4-256,-2-1 1,-7 1 207,2 2 0,-5-2 130,-1-1 0,-1 2 88,-1-3 0,0 0 230,0 1 1,1-4 96,1 2 0,3-3-179,2 0 0,2-1 80,1-2 0,2-2-29,3-3 0,1-1 127,-1-1 0,2-2-21,-1-4 1,1-1 95,-4-1 1,-2 1 130,-1-4 0,-2 0 73,-3-2 0,-2 0 21,-3 2 0,-4-1-127,-4 1 1,-3 2-333,-4 1 1,-7 1 123,-1 2 1,-4 1-716,1 1 0,-1 4 374,4-2 0,2 2 143,5 1 0,25 17 0,5 5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1:28.7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238 254 7702,'3'-6'0,"0"1"616,3 4 1,-5-5-198,4 3 0,-3 0 739,1 0-786,-3 2 0,0-5-274,-3 4 0,-1-2 67,-4 2 1,-3 1-235,-2-2 0,-1 2-66,-2 1 1,-2 0-33,0 0 0,0 0-23,0 0 1,2 4 61,-2 1 1,1-1-189,2 1 0,2 0 87,0 0 1,5 2-86,0-2 1,1-1 65,5 1 1,-1-2-14,3 2 1,2-3 107,3 3 0,0 0 132,5 0 1,3 1-102,3-4 1,0 4-23,4-4 1,1 3 179,2-2 1,-2 3-94,2-1 0,-2-1 135,2 1 1,0 0-29,-3 3 1,3 0 6,0-1 1,-4 1 23,-1 0 1,-3 2 65,-2 0 0,-2 1-103,-6 0 0,-2-3-8,-3 2 1,-7-4 171,-3 0 1,-5-2-82,-2 1 1,-3 1 284,-3-4 0,-1 1-97,-2-3 0,2 0-690,-5 0 0,5 0-82,-2 0 1,5-1-277,0-1 0,5 0 733,1-3 0,20-7 0,8-4 0</inkml:trace>
  <inkml:trace contextRef="#ctx0" brushRef="#br0" timeOffset="184">430 300 7702,'8'-1'542,"0"-2"1,0 2-272,-1-1 1,1 1 327,0 1 0,-1 3-192,1 3 1,0 3-26,-1 1 1,1 4-610,0-1 0,-3-1 180,0 0 0,-3 1-1011,0 3 1,-1 1 568,-1-2 0,-3 1 489,1-6 0,-11-10 0,0-5 0</inkml:trace>
  <inkml:trace contextRef="#ctx0" brushRef="#br0" timeOffset="326">461 169 7702,'-3'-8'466,"-2"-3"0,-2 3-202,-1-3 1,4 6 107,1-1-2460,-1 5 1055,3-3 1033,-2 4 0,16 11 0,5 1 0</inkml:trace>
  <inkml:trace contextRef="#ctx0" brushRef="#br0" timeOffset="1034">638 277 7857,'0'-8'1078,"0"4"-1078,0 0 850,0 4 0,0 6-714,0 2 0,1 5 12,1 0 1,-1 1-223,2 1 0,0 1 29,0-1 1,-1 0-15,-2-3 1,0 2-36,0-4 1,0 1 85,0-4 1,0 1-115,0 0 0,0-3-34,0 0 56,0-3 79,0 1 1,3-6-253,-1-3 1,2-1 36,-2-3 0,2 0 60,1-3 0,2 1 82,-2-4 0,2 1-31,0-1 0,-2 1 171,1 0 1,-1 2-103,2 0 0,-1 1 165,-1-1 0,-1 2 21,1 4-25,2-1 1,-5 4 15,3 1-105,-4 2-9,6 1 1,-5 4 8,3 1 0,-2 4 31,2 1 0,-3 1-39,3 0 0,-2 0 15,2 2 1,-2 1-11,2-1 1,-3-2 5,0-1 1,1 1 36,0 0 0,0-1 79,-3-2 1,0-3 45,0 0-91,0-4 187,0 3-195,0-4 1,2-6-244,1-2 1,-1-1 60,-2 1 1,1 0-56,2-3 0,-2 3 92,1-2 0,2-1 54,-2 0 0,3 0 70,-2 1 0,3 1-115,-1-1 1,-1 2 402,1 0-222,0 0 0,3 1-59,0 2 1,-1 2 44,1 3-60,0 0 1,-1 3 7,1 2 0,0 2-13,0 1 1,-2 2-212,-1 0 1,2 3 50,-2-3 0,0 4-620,0-1 1,0-1 61,3 1 670,-4-4 0,13 2 0,0-3 0</inkml:trace>
  <inkml:trace contextRef="#ctx0" brushRef="#br0" timeOffset="1217">1107 269 7703,'0'-4'275,"0"0"117,0 1 0,0 2-26,3-2 1,-2 3-161,1 3 1,2 1-21,-2 4 0,3 2-37,-2 0 0,2 2-98,-2-2 1,3-1-698,-1 4 1,-1-3 392,1 3 1,-2-4 252,2 2 0,3-6 0,4-2 0</inkml:trace>
  <inkml:trace contextRef="#ctx0" brushRef="#br0" timeOffset="1367">1060 31 7725,'-5'-8'0,"0"0"0,3 3-720,-3 0 409,3 3 1,-1-1 310,6 3 0,15 14 0,7 3 0</inkml:trace>
  <inkml:trace contextRef="#ctx0" brushRef="#br0" timeOffset="1678">1245 38 7737,'-4'-7'0,"-1"-1"1010,3 0 0,1 3 165,-2 0-404,2 3-258,1-1-90,0 10 0,4 1-29,1 8 1,3 3-39,2 1 1,-1 3-851,4 3 1,-3 1 394,3 4 0,-3 0 207,3 3 1,0-3-748,2 2 1,-3-1-1134,-1-1 1,-3-6 1771,0-2 0,-1-19 0,1-2 0</inkml:trace>
  <inkml:trace contextRef="#ctx0" brushRef="#br0" timeOffset="2096">1614 238 7737,'0'-10'794,"0"0"0,0-1-304,0 4 0,-3-1-108,0 0 1,-2 3-141,-1 0 0,1 3-145,-2 0 1,1 1-34,-5 1 1,3 3-254,0 3 0,0 3-142,1 1 1,0 4 213,2-1 1,-1 1-192,3 2 1,-2 1 100,3 1 0,-1 0-12,3-2 1,3-1-23,-1 0 0,4 0-204,-1-2 1,2-2 74,1-3 0,-1-4 269,1-2 1,0-1-68,0-1 0,0-1-15,2-1 1,-2-5 52,0-3 0,-1-4 136,-2 1 1,0 1 371,0 0 0,-3-4-250,0-2 0,-1 0 321,-1 3 1,0 2-212,0 0 1,0 1 568,0 0 1,-3 0 450,1 5-78,-1-1-528,0 0-440,2 4 1,-2 4-545,6 5 1,-1 5 259,3 0 0,0 4-34,3 2 1,-1 0-227,1 4 1,2-2-429,1-1 0,-1 0 61,-3-2 0,4 1-1251,-1 2 1950,0-5 0,1-2 0,1-7 0</inkml:trace>
  <inkml:trace contextRef="#ctx0" brushRef="#br0" timeOffset="2454">1821 223 7737,'0'-8'652,"0"0"1,-1 1-194,-1-1 0,1 3 247,-2 0 194,2 3-545,1-1 1,1 4-164,2 1 0,1 2 20,4 4 1,-1 1-263,1 1 1,0-1 92,-1 4 0,-1 0-195,-1 2 1,0 1-25,3-1 1,-3 0-85,0 1 1,-4-2-195,2-1 0,0 2 153,0-3 0,0-1 620,-3 0-211,0-3 1132,0-4-615,0 0-284,0-11 0,-1-1-59,-2-4 0,2-3 43,-1 2 0,1-1-17,1-2 1,2 0-99,1-2 1,3 1-513,-1-3 1,3 2 200,2-3 1,2 4-1160,3-1 1,3 3 619,0 2 0,3 3-2096,-3 5 2736,0-2 0,-3 23 0,0 2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1:22.8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16 247 7725,'0'-4'1997,"0"-3"-1690,0 6 1,0 7-227,0 7 0,-3 3-82,1-1 1,-2 1-8,2 2 0,1-1 127,-2 4 0,3-4-455,0 1 1,0 1 169,0-1 1,0 0-118,0-3 0,0-3 106,3-2 1,-1-2-28,3-3 1,0 1 130,3-4 1,-1 1 11,1-3 0,1-3-74,1-2 1,-2-2 52,3-1 0,0-3 21,-1-2 0,1 1-7,-1-1 1,-1 1 51,1-4 1,1 0-56,-1-2 0,1 2 99,-4-2 1,2 2 26,1 0 0,-4 1 101,2 0 0,-2 0 121,1 2 0,-2 2 70,-3 3-11,2 4-116,-3 1-13,3 3 1,-7 3-9,1 2 0,-4 6-64,1 1 1,-1 3-74,0 0 1,0 3-122,0 0 1,2 1-237,-1-1 1,3-1 163,0 3 1,1-3-553,1 1 0,0-1 329,0-2 1,4-1 353,4-1 0,27-19 0,10-7 0</inkml:trace>
  <inkml:trace contextRef="#ctx0" brushRef="#br0" timeOffset="268">462 255 7725,'-7'-8'247,"2"0"0,-2 1 317,2 2-111,1-2-457,-3 7 1,6-3 103,-4 6 0,3 1-135,-1 3 0,0 2 26,0 1 0,0 2 33,0 4 1,3-1-109,-3 0 0,2 2 80,1 0 0,0 0 107,0 1 0,0 0-84,0 0 1,0 0 143,0-2 1,-1-2-81,-1-1 1,0 1-112,-3-1 1,0-2-165,-3 0 1,-2-3-342,0 0 1,-4-4 532,1-1 0,-1-26 0,-2-7 0</inkml:trace>
  <inkml:trace contextRef="#ctx0" brushRef="#br0" timeOffset="645">569 347 7725,'8'0'1204,"-1"0"-1164,1 0 0,-3 0 245,0 0 0,1 0 457,1 0 1,-2 0-321,0 0-213,1 0 0,1 0-505,1 0 0,0-3 206,-1 1 1,-2-1-439,1 3 1,-1-3 255,2 1 0,1-3 5,0 2 1,-1-3 45,-2 1 0,1 1 36,-4-1 0,1 0 315,-3-3 1,2 0-104,1 1 1,-1-1 293,-5 0 0,1 3-125,-3 0 0,-2 3-56,-4 0 0,-2 1 1,0 1 1,-2 3-35,0 2 1,0 2 135,-1 1 1,0 3-93,-2 2 1,2 2 318,-2 3 1,3-1-162,2 4 1,3-2 133,4 2 1,3 0-103,3-3 0,2 0-180,3-3 1,7 0-245,8-2 1,3-5-377,3-3 0,-1-3-452,3 1 1,-3-7 160,4-4 750,-5-3 0,3-21 0,-4-5 0</inkml:trace>
  <inkml:trace contextRef="#ctx0" brushRef="#br0" timeOffset="1317">1330 224 7712,'-1'-8'0,"-1"0"-7,0 1 0,-4 2-61,4-1 0,-4 5-123,1-2 0,-2 2 90,-1 1 1,1 0 253,-1 0 0,-1 4-92,-1 1 1,2 2-101,-3 0 1,3 1-96,0 0 0,0 2 89,1 0 1,2 1-113,0 0 1,3-3 92,-1 2 1,3 1 25,3 0 0,1 0 36,4-1 1,3-1 175,2 4 0,1-3 165,2 0 1,-1 2-142,0 1 1,0-2 137,-2-1 0,-2-1-59,-4 2 1,0-3 75,-2 2 0,-2-1-51,-6-1 0,-2-3-286,-5 0 1,1-1 64,-4 1 1,0 1-316,-2-3 1,2-1 123,0-2 110,4 0 0,1-17 0,5-4 0</inkml:trace>
  <inkml:trace contextRef="#ctx0" brushRef="#br0" timeOffset="1592">1591 301 7712,'-8'0'504,"1"0"1,-1 0-339,0 0 1,-2 0 31,0 3 0,-1 0 112,0 4 1,2 0-51,-4 6 0,1 0-219,-1 2 0,2 4-27,4 1 0,2 0-83,-1 0 1,6-2-89,0-1 1,4-1 130,6-3 1,5-5 201,2-3 0,5-3-132,-2 1 0,-1-7 391,-1-4 1,-2-1-180,0-6 0,-7 1-296,-1-4 1,-6 1 134,1-1 0,-3 1 117,-3-3 0,-1 2-212,-4 1 0,-23 7 0,-7 3 0</inkml:trace>
  <inkml:trace contextRef="#ctx0" brushRef="#br0" timeOffset="2368">1752 293 7743,'5'-3'1038,"-2"1"-666,-3-3 1,1 3-26,1-1 1,-1 3-120,2 3 0,-2 1-25,-1 4 0,0 3-193,0 2 0,0 1 101,0 2 1,0-1-178,0 0 0,-1 3 103,-2 0 0,2-2-143,-1-4 0,-2 0 17,2 1 1,-1-2 25,3-3 1,-2-3-3,-1 0-233,1-3 94,2 1 0,0-3 61,0-3 0,0-1-171,0-4 1,3-1 73,2-1 1,2 1-38,1-4 0,-1 0 83,1-2 0,0 0 28,-1 3 0,1-2 53,0 4 0,2-3 146,0 3 1,0-1 166,-2 4 1,0 0-124,-1 2 0,1-1 373,0 3-285,0 1 0,-2 2 5,-1 3 0,1 1-64,-3 4 0,0 1-120,-3 1 1,2 2 55,1 3 1,-1 0-25,-2-3 0,0 3-111,0-2 0,0-1 64,0 0 1,-1-2-28,-1 0 0,1-1 52,-2-2-130,3 1 1,0-3 12,0 0 10,0-3 75,-4 1 0,3-3 108,-1-3 0,1-1-49,1-4 1,0 0-32,0 1 0,2-1 122,1 0 0,0-2-112,0 0 1,-1-4 139,3 1 0,0 1-59,3 0 0,-1 1 73,1-1 1,1 1-5,1-2 0,-1 4 81,4-1 1,-1 1 14,1 2 1,0 0-75,-2 2 0,1 1 241,-1 4 1,0 0-93,-1 0 1,-1 5 75,1 2 1,-4 2-143,-1 4 1,-3-3-286,0 3 1,0-1-234,0 4 0,-1-3-322,2-1 0,-2 0-712,-1 1 0,-3 1 646,1-4 0,-4 3 649,0-3 0,13-7 0,3-3 0</inkml:trace>
  <inkml:trace contextRef="#ctx0" brushRef="#br0" timeOffset="2768">2213 385 9497,'5'0'667,"0"0"1,-2-1-467,2-1 0,0 1-336,3-2 10,0 2 1,2 1-73,0-3 1,0 1-64,-2-3 1,0 3 151,-1-3 0,-1 0-13,-1 0 1,0-2 9,2 2 1,-1-2-12,-1 0 0,-4-1 46,2 0 0,-2 1-127,-1-1 0,0 0 119,0 1 0,-1-1 0,-2 0 1,-1 3 266,-4 0 1,0 3-75,-2 0 0,1 1 251,-1 1 1,1 1-158,-2 1 1,3 3 140,-3 6 1,3-2-56,0 4 1,3 0 113,0 2 0,3 3-120,0 0 1,1 1-227,1-1 1,1-2-403,1 2 1,3-2 245,6-1 1,-2-3-765,4-2 0,0-2 422,2-3 0,-2-1-1404,0-4 1845,-1-4 0,21-38 0,4-12 0</inkml:trace>
  <inkml:trace contextRef="#ctx0" brushRef="#br0" timeOffset="3105">2521 93 7743,'0'-8'0,"2"1"1157,1-1 0,0 3 200,0 0-448,-3 3 0,5-1-305,-3 3 1,0 4-64,3 4 1,-2 1 139,2 6 0,-3 3-258,4 5 1,-4 0-497,3 3 0,-3 4 101,0 3 1,2 1-876,-2-4 1,1 0 616,-3-2 0,0 1-1004,0-3 0,0-5 26,0-5 0,0-4-183,0-5 0,1 0 1391,1-2 0,-1-29 0,3-10 0</inkml:trace>
  <inkml:trace contextRef="#ctx0" brushRef="#br0" timeOffset="3785">2444 270 7743,'-5'-8'792,"-1"1"0,4-1-262,-3 0 1,3 3-121,0 0 0,2 0-274,2-3 0,2 0 31,4 1 0,3-1-100,2 0 0,4-2 81,1 0 0,3 0-231,0 2 0,1-1 118,1-1 1,-3 4-264,-2-1 1,-2 4-73,-1 0 0,-3 3 12,-2 0 1,-2 3 232,-3 2 0,-1 5-6,-4 3 0,0 5 68,0 3 0,0 1-57,0 1 1,0 2 116,0 1 0,0 0-89,3-3 0,0 0-108,2 0 1,1-3 28,-3 1 1,2-7-96,-2 2 1,2-6 182,-3 0 1,2-5-64,-2-2 1,0-2 67,3-1 1,0 0-63,3 0 0,0-4 63,-1-1 1,4-4-41,2-2 1,-2-2-3,0 0 0,0-1 59,-1 2 0,1-3 3,-1 2 1,-1 1-65,1-1 0,-4 4-22,-1-1-245,0 1 152,3 2 131,0 2 0,-3 2-13,0 3 1,-3 2 94,4 1 1,-4 4-109,3 1 0,-2-1 80,2 3 0,-3 2 38,0-2 0,2 3-85,-2-3 1,2 3 4,-2-3 1,-1 0 13,2-2 0,1 0 9,1-1 1,-1 0-16,1-2 0,0 1-161,3-3 1,0-1 87,0-2 0,2-2-122,0-1 1,0-4-56,-2 0 1,2-1-78,0-2 0,1-2 342,-4-1 0,0 1 0,-2-1 0,2 3 0,-2-3 0,1 1-21,-1-1 1,1 0-11,-3 2 0,0 1 31,0 3-21,-2-1 0,3 1 1166,-1 2-255,-3 2-100,4 3 0,-3 2-302,1 1 1,-1 3-102,2-1 1,-2 4-146,2 1 1,-2 1-136,1 0 1,2-2-44,-2 4 1,2-4-244,-2 2 1,0 0-865,3-1 0,-3 0 546,0-2 0,2-1 497,-2 1 0,8-10 0,-2-4 0</inkml:trace>
  <inkml:trace contextRef="#ctx0" brushRef="#br0" timeOffset="3936">3089 55 7743,'-12'-16'1628,"2"4"-896,5 2-2608,1 2 897,4 3 979,4 2 0,17 27 0,8 6 0</inkml:trace>
  <inkml:trace contextRef="#ctx0" brushRef="#br0" timeOffset="4458">3250 255 7965,'5'3'748,"-3"2"0,0 3-562,0 2 1,-1 2-219,2 3 1,0 3 100,0 0 1,2 3-109,-2 0 1,2-2 112,-3-1 0,1-3-213,-3-2 1,2-2 2,1-3-253,-1-1-6,-2-2 324,0-2 0,1-4 239,2-1 0,-2-5-66,1-3 0,-1-2-6,-1 2 1,0-2-77,0-3 0,0-1 20,0 1 0,1 0 34,2-1 1,-2 1 89,4 0 1,-2-1-192,2 1 1,0 3 79,3 2 1,-2 1-117,2 2 0,-2 0 55,4 2 0,1 1-175,-1 4 1,3 4 68,-3 1 1,3 5-66,-3 3 1,0 1-114,-2 2 0,0 0-125,0 2 1,-1-2-129,1 2 0,-1-2 270,-2-1 1,2 1 274,-2-1 0,19-3 0,5-1 0</inkml:trace>
  <inkml:trace contextRef="#ctx0" brushRef="#br0" timeOffset="4886">3704 377 7743,'5'-15'-879,"0"0"0,-3 2 1977,4 0 1,-4 3-263,3-3 0,-3 3-187,1-3 0,-3 3-140,0-3 0,0 4-140,0-2 0,-3 5-330,-2 1 0,-2 1 104,-1-1 0,-2 1-341,0 4 0,-4 0 206,1 0 0,0 0-343,0 0 0,-1 4 87,4 1 1,0 2-104,2 0 0,1 1-182,2 0 0,1 0 183,1-1 1,2 1-170,-1 0 0,1-1 165,1 1 0,1 0 230,1-1 1,3 0-50,2-2 1,-1 1 211,2-3 1,-2 2 87,4-3 1,0 4 180,0-4 1,-2 1-262,3-3 0,0 0-14,-1 0 1,1 0 484,-1 0 0,-1 0-189,1 0 1,1 0-177,0 0 0,0 0-5,-1 0 0,-2 2-146,3 1 1,-3 3 27,0-1 0,2 2-100,0 0 0,1 2-5,-4 1 1,0 0 57,-2 2 1,1 1-79,-3 3 1,-1-1 96,-2 0 1,-1 1 208,-1-1 0,-3 0-127,-5-3 0,-2-1-181,-4-3 0,0-4-142,-2-1 0,-2 0-365,-6 0 0,1-1-102,-3-5 1,1-4 705,-1-3 0,-2-28 0,2-3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1:17.9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323 16 8096,'0'-8'972,"0"4"-629,0 1 1,1 3 63,2 0 0,-3 6-66,3 1 1,-2 6-135,-1 0 0,1 5-143,1 2 0,-1 3 71,2 3 0,-3 1-102,0 4 0,0 5 87,-3 0 1,1 0-426,-3-6 0,3 0-39,-3-2 0,2 1-258,-2-6 1,3-5-354,0-5 1,0-6-165,-1 1 357,2-2 762,-5-2 0,1-18 0,-2-7 0</inkml:trace>
  <inkml:trace contextRef="#ctx0" brushRef="#br0" timeOffset="452">62 54 8314,'-4'-4'1806,"0"4"-1428,4 5 1,-2 3 130,-1 2 0,1 2-139,2 4 0,-3 3-209,0 4 0,0 1 53,0 4 0,2 1-267,-4 5 0,2-3-156,-2 3 0,3-6-184,0-3 1,-2-1 61,2-1 0,-2-3-374,2-2 0,1-3 34,-2-2 1,2-4-225,1-4 166,0-4 1,0 2 728,0-6 0,11-21 0,1-10 0</inkml:trace>
  <inkml:trace contextRef="#ctx0" brushRef="#br0" timeOffset="633">0 277 8211,'0'-7'645,"0"-1"-783,0 4 0,1-1 262,2 3 0,2 1-233,5-2 1,3 3-320,5 0 1,2 0-703,3 0 1130,3 0 0,22 0 0,8 0 0</inkml:trace>
  <inkml:trace contextRef="#ctx0" brushRef="#br0" timeOffset="1060">423 316 8109,'0'-5'1119,"0"2"-747,0 3 0,3 0-435,3 0 1,0 0 49,2 0 1,0 0-124,-1 0 1,2-1-180,1-1 0,0 0 168,2-3 0,-2 2-137,0-2 0,1-1 79,-1-4 1,-2 1 138,-3-1 0,-3-2 10,0-1 1,-1 2-3,-1 1 1,-3-1 230,-2 1 1,-2 2-76,-1 3 0,-2 3 35,0 0 1,-4 1-67,1 1 1,1 3 143,0 2 0,1 3-94,-2 2 0,3 2 115,-3 4 1,4-1-38,-1 0 0,4 1 83,1 2 1,3-1-315,-1 1 1,6-2 120,2-1 1,5 2-406,3-1 1,3 0 183,1-6 1,3-1-717,3-3 1,3 0 64,-1-4 787,1 1 0,14-27 0,4-6 0</inkml:trace>
  <inkml:trace contextRef="#ctx0" brushRef="#br0" timeOffset="1367">723 216 7748,'-3'-8'558,"0"1"194,-2 2-299,4-2 42,-6 7-93,6-4-307,1 4 0,4 4 62,4 1 0,0 1-214,-1 2 1,1 1-77,0 1 0,-1-1-155,1 4 0,-3 0 40,0 2 0,-2-2 115,2 0 1,-3 0-149,0 2 0,-1 0 76,-1 1 1,0-1 167,0 1 0,-2-4-81,-1 1 1,-3-4-131,1-2 496,-2-2 1,-1-5 546,1 0 1,2-4-380,3-1 1,-2-5-161,2-3 0,-1-2-182,3-3 0,4 1 126,1-4 1,3 1-635,2-3 1,2 2 249,3 1 1,3 2-923,0-3 0,3 4 1106,0-1 0,11 9 0,4 2 0</inkml:trace>
  <inkml:trace contextRef="#ctx0" brushRef="#br0" timeOffset="1802">999 316 7748,'-8'0'975,"4"0"-563,1 0-99,3 0-284,7 0 0,-2 0-15,5 0 1,-1 0 72,2 0 0,-2 0-234,4 0 0,-3-4-49,3-1 1,-3 1-67,3-1 0,-1 0 43,1-3 1,-1-2 52,-2-1 0,-2 1 174,3 3 0,-5-4-89,-1 1 1,-3 0 247,3 2 1,-3 0-76,1-3 1,-3 5 43,-3-1 1,1 1 79,-3-2 1,0 1 72,-2 2 1,-4 2-2,1 3 1,-1 0-58,1 0 0,0 3 82,-3 2 0,3 3-75,-3 2 0,1 2 104,0 3 1,-2 2-100,4 1 0,0 1-131,2 4 0,4 0 93,1 0 1,4-2-220,4-1 0,4-3-82,9 1 1,2-3-151,3-5 0,3 0-672,3-8 1,1 1 460,0-3 1,-1-1-637,-3-2 0,-1-4 39,-7-3 1054,-4-4 0,-6-4 0,-5-6 0</inkml:trace>
  <inkml:trace contextRef="#ctx0" brushRef="#br0" timeOffset="2340">200 254 7729,'3'-5'180,"-1"0"0,2 3 313,-2 0 0,0 1-123,3 1 0,0 0-131,3 0 1,0-3-523,-1 1 1,4-1 201,2 3 81,-2 0 0,24-3 0,3-1 0</inkml:trace>
  <inkml:trace contextRef="#ctx0" brushRef="#br0" timeOffset="2924">1598 369 7688,'5'-4'2144,"-2"-3"-1823,-3 7 1,1-4-1,2 4 0,-3 4-228,3 1 0,-2 1 127,-1 2 0,-3 2-639,1 1 0,-4 1 254,1-1 1,-1 2-1037,0 0 1,1-2 1200,2 0 0,-3 4 0,2 1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1:39.0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70 155 9106,'4'0'1905,"3"0"1,-6 0-1979,2 3 0,-3 1 98,0 4 0,0 4-320,0 3 0,-3 5 25,-2 6 1,-4 1-122,-2 4 1,-2-1 219,3 1 0,0-4 99,2-1 1,1-2 77,2-1 0,2-7-125,3-3 1,1-2 209,1-3 1,5 1-103,3-4 1,4-1-140,-1-2 0,1-1-74,2-1 1,-1-1-312,0-1 1,3 0-418,0-3 1,4-1 951,-2-4 0,19-9 0,6-5 0</inkml:trace>
  <inkml:trace contextRef="#ctx0" brushRef="#br0" timeOffset="283">454 339 7915,'0'-8'622,"0"1"0,-2-1-189,-1 0 1,0 4 89,0 1-339,2 3 0,-6 0-150,2 0 1,1 3-82,-1 2 0,0 2 134,-3 1 0,0 3-372,1 2 0,-1 1 207,0 1 0,2 1-101,0-1 1,3 0 6,3 1 1,0-4-36,0-2 0,3 0 134,3-2 1,4 1 54,3-7 1,1 1 93,1-3 0,1-4 200,-1-1 0,0-3-65,-2-2 0,-2 1-103,-4-4 0,-2 0-476,-3-2 0,-1-1 196,-1 1 0,-3 3-345,-3 2 0,-1 1 517,-3 2 0,-2 6 0,-4 2 0</inkml:trace>
  <inkml:trace contextRef="#ctx0" brushRef="#br0" timeOffset="616">738 262 7893,'0'-8'342,"0"1"175,0-1 562,0 0-959,0 4 0,-3 1 56,-2 3 1,-2 0-214,-1 0 0,3 2 113,0 1 0,0 3-162,-3-1 0,2 3 60,0 2 1,0-2-48,4 3 1,-1-2-36,3 1 0,0-1-93,0 1 1,4-1 148,1 2 0,2-3 10,0 2 1,4-1 21,-1-1 1,0-1-21,-2 1 0,-1 0 470,1-1-281,0 1 0,-4 0 117,-1-1 1,-2 1-36,-1 0 1,-2-3-189,-3 0 0,-1-1-247,-7 1 1,-2 2-496,-3-2 0,-1 0 699,1 0 0,-5-7 0,-4 1 0</inkml:trace>
  <inkml:trace contextRef="#ctx0" brushRef="#br0" timeOffset="958">1007 262 7861,'-7'-3'800,"-1"2"1,0-5-268,1 3 0,-2 1-183,-1 2 1,0 1-133,-2 1 0,2 0 218,0 3-766,-2 0 0,4 3 224,-3 0 1,6-1-192,3 1 0,1 2 224,1 0 0,0 1-420,0-4 1,3 2 194,2 1 0,5-1 10,0 1 1,1-2 174,-1 0 0,0-3 319,2 0 1,-2 0 216,0 3 1,-2 0-223,-3-1 0,1-1 63,-4-1 1,2 0-53,-2 3 0,-2-3-71,0 0 1,-3 0 72,-5 3 1,-4-3-1196,-3 0 0,-1 0 981,-5 3 0,-20-8 0,-7 0 0</inkml:trace>
  <inkml:trace contextRef="#ctx0" brushRef="#br0" timeOffset="1881">1691 316 8226,'0'-12'0,"1"2"602,2 1 1,-3-1-566,3 0 0,-1-1 132,0 4 0,2-1 82,4 0 1,1-3-251,1-1 1,-1 0 121,4-1 1,-1 0-116,1-2 1,1-1 41,-4 1 0,0-1-173,-2 1 0,-1 0 68,-2-1 0,-2 2-76,-3 1 0,0 2 57,0 3 0,-3 1 2,-2 2 0,-3 2-16,-2 3 1,0 2 65,-3 3 0,1 1 13,0 7 1,-3 2-16,2 3 1,1 4 51,0 1 0,1 1-38,-1 4 0,2 0-126,0 3 0,1 2 77,-2 1 0,2 2-75,-4 0 1,0 1 38,-2-1 0,-1-3-17,-2-5 1,-1-1 203,-1-4 1,-2-4-107,4-4 0,0-4 361,3-6 1,3-1 32,2-4-128,5 0 0,1-4-93,4-1 1,4-2-363,1-1 1,2 1 68,4-1 1,1 0 11,3-3 1,4 2-266,1-4 0,3 4 123,3-2 1,-2 0 89,1 1 1,2-1 9,-1 1 1,-1 1 236,-2-1 1,0 1-22,0 2 1,-1-1 167,-1 0 0,-3 4-88,-5 2 0,-2 1-31,-4 1 34,-2 0 0,-2 3-66,-3 2 1,-1 5-71,-1 0 1,-3 3 54,-2-3 0,2 4-120,0-2 1,0 0 95,0 1 0,-1-3-26,4 3 1,-4-3-110,4 0 0,-1-4 23,3-1 75,0 0 1,2-1-3,3-1 0,1-2-27,7-1 0,0-4 26,2-1 1,4-2-28,1-4 1,3 0 74,0-2 0,0-1 110,0 1 1,-4-1 241,-1 2 0,-1 0-156,-2 1 0,-3 4 286,-2-1-186,-1 0-309,-2 8 0,-2-3-60,-3 6 0,-1 1-222,-1 3 1,0 2 34,0 1 0,0 0-226,0 2 1,0-2-404,0 0 1,-3 1 319,1-1 0,-3 1-70,2-4 601,-3 1 0,2-7 0,-4-2 0</inkml:trace>
  <inkml:trace contextRef="#ctx0" brushRef="#br0" timeOffset="2283">2275 408 9620,'-3'8'571,"1"-1"-393,-3 1 0,0 1-3,-3 1 1,3-2-179,0 3 0,0 0 53,-3-1 1,0 0-119,1-2 0,1 0 71,1-1-321,0 1 118,1 0-18,1-4 165,3-1 0,3-3-54,2-3 1,3-1 14,2-4 1,2 0 47,3-3 1,-1 2 90,1-4 1,-1 3-87,4-3 0,-2 3 252,-1-3 0,3 4-69,0-2 1,0 3 208,-2 0 0,-2 1-127,-1 2 1,-1 2-82,-2 3 0,-4 0 267,2 0 0,-3 1-93,0 1 0,-2 5 128,-3 3 1,0 1-110,0 0 1,-3 0-747,-2 1 0,-2 2 327,-1-4 1,1 3-1512,-1-3 1,0 3 1591,1-3 0,-8-3 0,-1-3 0</inkml:trace>
  <inkml:trace contextRef="#ctx0" brushRef="#br0" timeOffset="2652">2721 385 7810,'-3'-8'152,"0"2"1,-2 0 1759,-1 0-1372,0 5 1,-2-3-114,0 4 0,-2 4-187,0 1 1,-1 4-34,0 2 1,3 2-168,-2 0 1,4 1 92,0 2 1,4 2-466,-3 0 0,3 0 41,0-3 0,5-2-275,5 0 1,0-1-57,5 0 1,2-1 233,3-6 1,4 1-200,-2-4 1,2 0 156,1-5 1,0-2 63,0-5 1,1-2 365,2-3 0,22-38 0,8-10 0</inkml:trace>
  <inkml:trace contextRef="#ctx0" brushRef="#br0" timeOffset="3068">3020 201 7810,'-1'-8'-300,"-1"0"724,1 1 239,-6-1 1,5 4-298,-3 1 1,4 3-110,-2 3 0,0 1-50,0 4 1,-2 2-1,2 0 1,0 6-115,0 0 1,2 4 126,-4 1 1,2 3-394,-2 2 1,0 1-88,-3-2 1,0 2-293,-3 4 1,2-1-1,-4-2 0,3-4 253,-3-3 1,4-7 240,-2 1 0,4-7-75,2 0 1,0-6 433,3 1-243,1-6 0,-2-1-255,6-4 1,1-2 4,4 0 0,2-1-44,0 1 0,3-1 346,-3-2 0,3-1-66,-3 4 1,4-4 372,-1 1 1,-1 1-219,1 0 1,-3 1 378,3-1 1,-3 1-267,3-1 0,-3 5 64,3-1 1,-4 3 63,1 0 1,2 1-172,-2 4 1,0 0-317,-2 0 0,-1 6 128,1 2 0,-4 4-43,-1-2 1,-2 4 19,-1-1 1,0 1-234,0 2 0,-4-1 95,-1 0 0,-2 0-512,0-2 0,-1 0 181,0-3 0,2 3-36,0-2 1,0-2-1577,0-4 2023,0-2 0,12-26 0,3-7 0</inkml:trace>
  <inkml:trace contextRef="#ctx0" brushRef="#br0" timeOffset="3215">3174 224 7814,'-7'-8'931,"2"0"0,1 1-961,1-1-2350,2 4 2122,-2 0 0,6 38 0,2 9 1</inkml:trace>
  <inkml:trace contextRef="#ctx0" brushRef="#br0" timeOffset="3991">3458 431 7839,'4'-4'1976,"-4"-3"-917,7 6-686,-6-6 1,-1 7-266,-5-3 0,-3 2 82,-2 1 0,-2 1-242,-3 2 1,-1-2 96,1 4 1,-3 0-299,0 3 0,0 1 206,3 1 0,2-2-480,0 3 0,4-2-39,-1 1 1,2-1 236,3 1 1,1-1 80,4-2 0,0-2 38,0 1 1,4-5 154,1 2 0,5-2-60,3-1 0,0-4-46,2-1 1,-1-2 85,4 0 1,-2-1 6,-1 0 1,1 1 78,-1-1 0,0-2 229,1-1 1,-1 1 48,1 3 0,-4-4 236,1 1 0,-3 0-150,0 2 1,-2 3-55,0 0 0,0 3 303,-1 0-363,1 1 0,-4 2-279,-1 1 0,-2 2-49,-1 4 0,0 0-97,0-1 0,0 4-165,0-1 0,-4 1 157,-1-1 1,-2 0-26,0 3 0,2-4 129,-1 1 0,1-1-129,-2-2 1,0 1 64,2 0 1,-1-3 136,3 0 0,0-2-126,0 2 288,2-4-61,-2 3 0,6-5-133,2-2 1,3-1-118,2-4 0,0 1 78,3-1 1,-1 0 61,4-3 1,-3 3 16,-1-3 1,1 0 76,2 1 1,1-4 66,-1 2 1,1 1-105,-1 0 1,3 0 74,0 1 1,0 0-52,-3 2 1,-2 1 235,0 2-236,-4 2 1,2 4-26,-3 1 1,-4 3 24,-1 5 0,-3 0-166,-3 3 1,-1-3 20,-4 3 1,1-1 30,2 0 1,-2 2-19,2-4 0,2 1 56,0 0 1,2-3 348,1 3 1,1-3-123,2 0 0,2-1 175,5-2 0,2 1 38,4-4 1,2 0 230,3-5 0,-1 2-531,3-4 0,-4-3 21,4-2 0,-5-1-797,0 4 1,-2-4 438,0 1 0,-5 0-2877,-4 2 3073,-2 1 0,-16-5 0,-1 1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14.4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371 137 8189,'5'-10'0,"-2"-1"438,1 1 0,-3-1-227,1 0 0,2-1 10,-1 1 1,-1 3-1,-2-3 1,-1 2-84,-1 1 0,-3 1 74,-3 1 0,0 0-42,0 3 0,-3 1-59,1 2 1,-5 0-193,2 0 0,0 3 50,0 3 0,1 4-7,-2 4 1,0 5 90,3 2 0,-2 3-46,2 3 1,0 5-84,3 6 0,3 1 70,-1 1 1,5 1-227,-2 2 1,2-1 83,1 0 1,0-4-92,0-3 0,0-6 56,0-2 0,0-5-898,0-4 645,0-1 1,-4-5-369,-1-4 804,2-3 0,-15-27 0,0-5 0</inkml:trace>
  <inkml:trace contextRef="#ctx0" brushRef="#br0" timeOffset="358">1 427 7854,'0'-8'0,"0"0"358,0 0 0,0 3-42,0-1 0,4 4-369,1-4 1,2 5-18,1-2 1,4 2 97,1 1 0,3 0-44,3 0 0,-1 3 79,3-1 1,1 4-119,2-4 0,3 4 63,0-4 0,-1 4-154,-5-4 0,1 1 37,-3-3 1,-1 3-401,-5 0 290,-1 3 1,-7-2 133,-3 4 0,-2 0 148,-2 0 0,-6 1-95,-2 2 1,-4 1 86,4 1 1,-4 2-72,3-1 1,-2 0 266,2-1 0,1 2-93,5-5 1,-1 4 72,3-3-34,0-1 1,6-2 89,0 0 0,3-3-175,-1-2 0,5-3 104,1 0 0,0-3-99,-3-2 1,3-6-1,-1-3 0,1 2-5,-3-2 0,-1 1 11,-1-3 0,1 1-1393,-2 1 1,-1 0 143,-2 3 1126,3-3 0,-11 1 0,0-3 0</inkml:trace>
  <inkml:trace contextRef="#ctx0" brushRef="#br0" timeOffset="632">428 435 7854,'8'0'451,"0"0"1,-1 1-64,-2 2 0,2-1-23,-1 3 0,1 0-93,1 3 0,0 1-239,0 2 0,-3 2-33,1 3 0,-4 0-148,4 0 0,-4 0-177,0 0 1,-1-1 241,-1-1 0,0 0-117,0-3 135,0-1 552,0-1-365,-3-5 1,2-4 661,-2-5 1,2-3-179,1-3 0,0-2-45,0-3 1,1-1-526,2-2 0,1 2 61,4-5 0,3 3-1147,0-2 0,3 4 614,-1 1 0,3 2-2514,3 4 2950,-2 4 0,17-1 0,0 7 0</inkml:trace>
  <inkml:trace contextRef="#ctx0" brushRef="#br0" timeOffset="1042">1184 467 7854,'-1'-8'274,"-1"0"0,-1 1 0,-1 1 0,0 1 679,-1-2 0,0 4-676,-3 0 0,0 2-141,0 1 1,-1 0 75,-2 0 0,2 5-196,-2 3 0,3 1 105,-1 4 1,2 0-416,2 4 0,-1-1 214,3 0 0,1 0 109,5 0 0,0-1-668,5-1 1,1 0 254,8-3 0,1-1-442,1-2 0,6 0 331,-1-3 1,2-2 81,-2-3 1,3 0 412,0-3 0,18-34 0,1-11 0</inkml:trace>
  <inkml:trace contextRef="#ctx0" brushRef="#br0" timeOffset="1248">1418 234 7854,'-10'-15'748,"2"1"0,1 0-229,-1 3 1,4 3 719,1 3-860,2 3 1,1 0-18,0 4 0,0 4-13,0 4 1,4 3 86,1 3 0,3 4-693,3 1 1,-1 6 218,3 2 0,-3 0-380,1 1 0,0-4 339,0 4 0,0-3-1503,-3 2 1,0 0 665,0 0 0,0-2 916,0-5 0,4-6 0,0-5 0</inkml:trace>
  <inkml:trace contextRef="#ctx0" brushRef="#br0" timeOffset="1642">1739 451 7835,'0'-16'1252,"0"1"-821,0 2 1,0 1-178,0 4 1,0 3 217,0-1-262,-3 4 1,-2-1 61,-3 3 0,0 3-90,0 3 0,-2 4-227,-1 0 0,0 6-325,3 0 0,0 0-98,0 3 0,0 0 266,0 0 0,1 3-314,1-4 1,3 2 228,3-1 0,0-2-144,0 2 0,1-3 67,1-3 1,4-1-13,4-4 1,0-1 338,4-2 0,-2-2-28,2-6 1,1-2 93,-2-6 0,0-1-87,0-1 0,-3-2 282,1 1 0,-5-3-139,-1-2 0,-2-1 620,2 1 0,-3 2-347,1-1 0,-2-2 141,-1 1 0,0 1-76,0 5 1,-3 1 591,0 4-1133,1 0 149,2 4 0,0 4-190,0 5 1,0 6 194,0 2 0,3 3-680,3 3 1,-2-1 330,1 3 1,1-2-278,2 3 0,-3-4 40,1 4 0,-1-4 550,3 1 0,14 1 0,4 1 0</inkml:trace>
  <inkml:trace contextRef="#ctx0" brushRef="#br0" timeOffset="2075">2021 363 7835,'0'-8'596,"-3"3"-387,-2 2 0,-3 3-65,0 0 0,0 0-81,0 0 0,0 1 11,0 1 1,2 3-164,1 3 0,1 0 108,-2 0 1,3 1-53,3 2 1,0-2 17,0 1 1,0 0 61,0 1 1,1-2-20,1 2 1,3-3-81,3 1 1,0 1 154,0 1 0,3 2-69,-1-2 0,5 3-186,-2-4 0,0 1 62,0-3 0,-3 3 13,1 0 1,-3-1 62,1-2 1,-5-2-12,-1-1 1,-3-2 66,-3 2 1,-1-3-70,-5 1 0,-2-2-395,-3 2 1,0-2 168,1 2 0,-2-3 253,1 0 0,-1-7 0,-1-2 0</inkml:trace>
  <inkml:trace contextRef="#ctx0" brushRef="#br0" timeOffset="2433">2230 411 7835,'-3'-8'0,"-1"3"0,-1-1 648,-2 1 1,2 0-231,-3-1 1,3 4 28,-1 0-625,1 1 1,-2 2 206,2 1 0,-2 0-404,5 4 0,-4-4 235,4 4 0,-1-1-12,3 3 0,0-3-18,0 1 1,0-1-152,0 3 0,1 0 297,1 0 0,3 0-91,3 0 0,0 0 59,0 1 0,0-1 138,0 0 1,1 0 102,2 0 1,-2 0-61,2 0 1,-2 3-29,-1-1 0,-3 1-57,0-3 1,-2 0 86,2 0 0,-3 0-69,1 0 0,-3 0-105,-3 0 0,-2-2 67,-6-1 1,1-2 34,-3 2 1,-3-2-30,-3 2 0,0-3-26,3 1 0,-4-13 0,0-4 0</inkml:trace>
  <inkml:trace contextRef="#ctx0" brushRef="#br0" timeOffset="2615">2399 492 10557,'4'8'1503,"-3"0"-1470,2 0 0,-2 1-228,2 1 0,-2 0-188,2 4 1,-2-2 265,-1 2 117,0 1 0,0 1 0,0 4 0</inkml:trace>
  <inkml:trace contextRef="#ctx0" brushRef="#br0" timeOffset="2765">2367 290 7834,'-8'-16'0,"3"3"274,-1-1 1,2 5-236,-1-2-315,-3 6 276,4 1 0,7 18 0,2 4 0</inkml:trace>
  <inkml:trace contextRef="#ctx0" brushRef="#br0" timeOffset="3060">2665 194 7834,'-13'-16'602,"-1"0"-386,3 0 1,-3 3 15,1 2 0,-1 5-118,-2 1 1,5 3 103,-5-1 1,2 2-75,1 1 1,1 5-405,4 3 1,1 4 51,1 7 1,3 2-83,3 3 0,0 4 118,0 1 0,1 2 120,1 2 1,3 1-21,3 1 1,1 1-65,2-1 0,0-2-78,3 2 1,0-6 70,-3-2 0,-1-4-876,-5-2 1019,2-7 0,-6-2 0,-5-33 0,-5-11 0</inkml:trace>
  <inkml:trace contextRef="#ctx0" brushRef="#br0" timeOffset="3283">2488 443 7834,'4'-8'376,"-3"1"-263,5 2 0,-4-1-113,4 3 0,-1 0 342,3 3 1,1 0 545,2 0 0,0 1-497,3 2 1,2 2-146,0 6 0,1 0-405,5 3 1,-4 4 157,4-2 1,-5 2-843,-1-2 0,-1 0 502,-4 0 0,1 0-265,-4 0 0,1-3-519,-6-3 1125,0-1 0,-11-15 0,0-4 0</inkml:trace>
  <inkml:trace contextRef="#ctx0" brushRef="#br0" timeOffset="3424">2665 315 7834,'-4'-13'0,"4"-1"92,-3 3 0,2 3-223,1 3-673,0 3 693,0-2 0,14 33 1,4 7-1</inkml:trace>
  <inkml:trace contextRef="#ctx0" brushRef="#br0" timeOffset="3675">2931 419 7842,'-1'-9'293,"-2"-1"1,1 1 442,-3-2 1,2 5-322,-2 4 0,2 1-157,-2 1 0,-1 0-79,-5 0 0,2 4 32,-2 4 0,2 4-174,1 4 1,1 1 53,2 2 0,-2 1-601,5 5 0,-1-4-32,3 1 0,1-1-492,2 3 0,1-3 262,4-2 0,4-3 84,1 1 688,2-5 0,26-15 0,7-6 0</inkml:trace>
  <inkml:trace contextRef="#ctx0" brushRef="#br0" timeOffset="4290">3092 451 7842,'-8'-8'0,"-1"1"588,1 2 1,0-1-133,0 3 0,0 0-27,0 3 0,0 0-392,0 0 0,0 4 98,0 1 1,1 5-144,2 1 1,-2 3 101,5-1 0,-1 3-399,3 0 0,-3 3 180,1-1 0,0-2-539,4-2 1,0-1 147,4 3 1,0-3-55,5-2 0,-2-3 186,1-3 1,2-1 383,-1-4 0,3 0 0,-1 0 0,-1-4 0,-1-1 0,-2-3 0,-1-3 0,-1 1 0,-2-3 0,1-1 49,-3-2 1,0 0 270,-3 0 0,0 0 262,0 0 0,0 2-45,0 1 0,0-1-183,0-2 1,-3 4-204,0 1 1,1 5 304,2 0-490,-4 5 88,3-3 0,-2 9-139,3 3 0,0 1-38,0 4 1,0 0-16,0 3 0,1 1-146,1-1 1,0 0 93,3 0 0,1 0-191,2 0 0,1-1 136,2-1 1,-3-2-50,3-1 0,-2-3 48,-1 0 0,0-4-90,0-4 1,1 0 335,2 0 0,-5-3 0,2-2 0,-2-5 0,-1-1 0,-1-3 0,-1 0 0,-2-2 0,2-3 0,-2 2 0,-1-5 0,0 3 21,0-2 1,0-3 76,0-3 0,-3-4 159,0 2 0,-2-3 193,2-3 0,-2 4 207,2-1 1,-2 6 173,2 2 1,-2 2-352,2 6 0,-2 4-201,2 7 0,-1 3-42,2-1 1,1 7-186,-2 4 0,2 4 106,1 7 0,1 3 60,2 4 1,1 6-114,4 3 1,1 0-150,2 0 1,-1-2-644,3 2 0,-2 1 366,2-1 1,-3-4-1129,1-4 1,-5-3 646,0-2 1,-5-1-148,2-5 949,-6-5 0,-5-15 0,-4-5 0</inkml:trace>
  <inkml:trace contextRef="#ctx0" brushRef="#br0" timeOffset="4558">3164 411 7842,'4'-8'648,"-3"0"-454,5 0 1,0 1 383,5 1 1,-1 0-158,3 4 1,3-1 167,3 3 0,3 0-158,0 0 1,-2 3-174,2 3 1,-3 5-208,2 2 0,-4 2 56,-1 1 0,-1 3-339,-4 0 0,0 3 227,-3 0 1,-4-3 137,-1 0 1,-2-2-449,-1-1 0,0 0-593,0 0 1,-1-3-78,-2-2 1,1-3-1423,-3-3 2407,3-1 0,-1-19 0,3-3 0</inkml:trace>
  <inkml:trace contextRef="#ctx0" brushRef="#br0" timeOffset="4699">3381 250 7842,'-5'-8'0,"0"0"0,2 3-270,-2-1 223,3 5 47,-2-3 0,11 22 0,2 4 0</inkml:trace>
  <inkml:trace contextRef="#ctx0" brushRef="#br0" timeOffset="5075">3591 443 7842,'0'-8'741,"0"0"0,-1 1-601,-2 2 1,1 1 35,-3 4 0,-1 1-274,-5 2 1,1 2 97,-3 6 1,2-1-78,-3 3 0,4 1-126,-4 5 1,4-1-196,0 4 0,4-6 158,4 1 0,1-1-38,1-3 0,0-1 658,0-2 0,4-4-217,4-3 0,1-3 19,5 0 1,-4 0-108,4-3 1,-2-4-175,2-4 1,0-2-195,-3 2 1,0-3-363,-3 4 1,-1-5-24,-2 2 678,-1-2 0,-8-16 0,0-3 0</inkml:trace>
  <inkml:trace contextRef="#ctx0" brushRef="#br0" timeOffset="5606">3639 411 11700,'4'8'1051,"-1"0"0,1 1-1003,-2 2 1,2 1-153,-1 5 1,-3-1-85,3 0 1,-2 0 43,-1 0 1,0 0 135,0 0 0,0-2-328,0-1 0,0-3 111,0 1 1,-1-3-586,-2-3 187,3-2 86,-4-3 184,4 0 180,-4-3 0,4-2 52,-3-3 0,2 0 92,1 0 1,0 0 0,0 0 0,1-3-86,2 1 1,-2-5 353,5 2 1,-4-2-128,4-1 0,-2 2 330,2 1 0,1-1-77,-2-2 0,2 3 77,1 0 1,0 4-150,0 1 1,-2 0-121,-1 6 1,0-1 73,4 3 0,-1 2-11,0 3 0,0 4 3,0 7 0,2 1-47,1 2 0,-1 1 9,-5 1 0,3 2-46,-3-1 0,-2-2-1355,0-2 1,1-1 88,-2-1 1,1-3-1452,-3-2 2561,-3-2 0,-2-12 0,-3-2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28.0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425 281 7830,'-2'-7'0,"-1"0"0,-1 3 370,1-1 134,-2 4 0,4-3 252,-4 2-506,1 1 1,-3-2-246,0 3 1,0 3 121,0 2 1,0 1-89,-3 3 1,2 3 87,-3 4 1,1 1-106,-4 4 0,2 2 51,-4-1 0,1 7-158,2-2 1,-5 6 39,-2 1 1,-1 0 57,-2 3 0,3-2-52,2-1 0,-4-1 39,4-1 1,0-4-14,4-6 0,3-3 26,-1-3 1,4-3 70,-1-1 1,1-5-56,1-2 19,4-4-10,0 2 1,3-3-3,0-3 0,3 0-386,1-4 1,5 0 158,3 0 0,1-2-161,0 0 0,2 0 113,1 2 0,0 1 211,3 1 0,-2 0 8,-1 3 0,-1-1 206,4 0 0,-3 3-82,2-3 1,-3 3 170,1 3 1,1 0-44,-1 4 1,0-2-46,-3-1 1,1 1 106,0 2 0,-3-3-72,1 1 0,-2-4-149,2 2 1,-2-3 21,-4 0 0,1 0-103,0 0 0,0 0-430,0 0 1,0 0 229,-1-3 0,1 2-523,0-4 0,0 3 89,0-3 642,0 1 0,15-27 0,4-7 0</inkml:trace>
  <inkml:trace contextRef="#ctx0" brushRef="#br0" timeOffset="574">931 295 7830,'0'-7'516,"0"0"882,0 3-795,0 1 1,0 5-223,-3 2 0,-1 2-60,-2 8 0,-2 0-191,-1 6 1,-2 0-120,-2 5 1,-2 1-80,-1 4 0,2 1 119,1 3 0,2 0-795,4 1 1,4-1 397,3 0 1,7-3-814,7-1 0,3-8-30,6-4 1189,-2-6 0,27-14 0,3-6 0</inkml:trace>
  <inkml:trace contextRef="#ctx0" brushRef="#br0" timeOffset="1099">1253 356 7830,'-4'-10'602,"2"1"0,-1 3-518,1 2-11,-4 2 0,3 0 41,-1 4 1,0 3 108,2 4 0,0 1-328,-3 1 0,4 4 117,-1-1 1,1 1-230,1-1 0,0 0-6,0-1 1,0 1-118,0 0 1,2-1-33,0-2 1,5 0 142,-1-4 1,1 1 147,2-6 1,0 0-44,0-2 0,-1 0 123,4-3 1,-3-1-131,2-5 0,-2 0 252,3-5 0,-4 2 39,1-4 1,-1 1 29,-1 2 1,-1-1 160,1 0 1,-1 1-164,-1 2 1,-1-1 209,-2 3 1,-1 0 210,1 2-353,-1 3-52,-1 1 1,0 4-215,0 1 0,0 5-3,0 4 1,0 3-25,0 2 0,0 1-99,0 4 1,0-1 49,0 1 0,-1 2-248,-1 3 1,0 0 133,-2 2 1,-1-1-35,-2 0 1,-3-2 94,-1 0 0,-2-2-32,-1-1 0,0-4 155,-2-4 1,1-4 158,-3-3 1,0-1 181,0-1 0,-1-2-177,3-3 0,0-3 283,2-2 0,1-2-186,2-2 1,4 1-17,5-4 0,1 1-52,1-3 1,1 1-126,4 2 0,3-2-90,5 2 0,4-2-173,1 2 0,2-2-501,1 2 0,2 1 364,2 1 1,2 1-612,0 1 0,1 1 959,-1 2 0,9 7 0,3 4 0</inkml:trace>
  <inkml:trace contextRef="#ctx0" brushRef="#br0" timeOffset="1407">1636 658 7830,'4'-4'1712,"-1"1"0,-3 6-1382,0 1 1,0 5-136,0 0 0,0 3 14,0-1 1,-1 2 13,-1 1 0,-2 0-1232,-3 2 1,1-2 644,-1 0 0,0-1-2055,0-4 2419,0 3 0,6-20 0,2-1 0</inkml:trace>
  <inkml:trace contextRef="#ctx0" brushRef="#br0" timeOffset="2432">1910 308 7826,'0'-6'1599,"0"-1"-1183,0 0-221,0 3 1,0 2 13,0 4 0,-1 3-217,-1 4 1,0-1 112,-2 4 0,2-1-239,-3 3 0,3-1 116,-3 1 1,4 0-110,-2-1 1,3 0-107,0-1 1,0 0-75,3-3 0,0 0-100,4-2 1,1-1 135,1-1 1,1-2-96,1-3 1,2-3 26,-1-2 1,-2-1 305,2-1 0,-4-3-102,1-1 1,-1-2 292,-1-1 1,-3 1-32,1-1 1,-4 3 49,2-1 1,-3 1 387,0 0 1,0 1-251,-3 3 0,2 0 588,-4 1-538,4 2 0,-3 1-350,2 3 1,1 1 73,-1 1 1,1 5-77,1 4 0,2 2 30,0 1 0,4 2-47,-2 3 0,0 3-109,1 1 0,-2 5 13,2-1 0,-1 2-244,-2-2 0,-1 3 140,1 0 0,-5 1-52,-4-4 1,-3-1 59,-3-5 0,-1-2 288,0 0 0,-2-6 42,0-4 1,3-4 216,1-3 0,2-1-140,-2-1 1,2-1-53,3-1 0,1-3 96,-1-4 0,1 1-11,1-3 1,0-1-120,2-2 0,1 1 42,2-1 0,3 0-242,2 1 0,2-1-192,2 0 0,-1 4-224,4 1 1,2 0 325,4 0 0,2 4 56,1-2 0,-1 4 109,1-2 0,11 10 0,4-1 0</inkml:trace>
  <inkml:trace contextRef="#ctx0" brushRef="#br0" timeOffset="2966">1889 48 7826,'-4'-3'1236,"-1"-1"-1417,1 1 201,-3 0 1,1 6 309,1 1 0,0 2-133,3 1 1,-4 2-245,2 1 0,0-1-112,-1-2 1,4-1 86,-1 1 0,1 0-402,1 0 159,-3 0 195,2 0 41,-2-4 1,4 0-148,1-3 0,1-3 137,2-1 0,0-3 109,-3-2 1,3 0 353,-3-2 0,3 2-172,-3-2 1,2 2 325,-1 0 0,1-1-243,-1 1 0,-1 0 104,-2 2 1,2 3-46,0-1 0,1 1-239,0 0 1,-2 1-98,4 3 1,-3 0-243,3 3 1,0 3-740,4 3 0,0 4 507,2 0 1,1 2 465,4 3 0,20 28 0,7 8 0</inkml:trace>
  <inkml:trace contextRef="#ctx0" brushRef="#br0" timeOffset="3424">2232 322 7826,'0'-7'270,"0"0"563,0 1-580,0-1 0,0 3-18,3 2 1,1 2 119,5 2 0,2 5-97,3 4 0,0 5 169,2 2 0,1 5-154,1 2 0,1 3-164,-3 1 1,0 3-294,-2 2 0,-2-1 196,-3-1 0,-3-1-184,-6-4 0,-5-3 160,-2-4 0,-5-1-920,1-5 1,0-1 424,0-6 1,2 1 506,-2-6 0,-4-12 0,-2-5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34.8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 14 8156,'7'0'584,"0"0"-407,0 0 1,3 0-463,1 0 0,2 0 168,1 0 0,2 0-520,0 0 0,2 0 637,-2 0 0,15-6 0,2-1 0</inkml:trace>
  <inkml:trace contextRef="#ctx0" brushRef="#br0" timeOffset="266">15 131 7845,'-5'0'0,"1"0"100,2 0 513,-1 0 0,4 2-490,1 0 0,4 1 41,3-3 0,4 0-244,1 0 0,0 0 75,5 0 1,-1-3 4,2 1 0,22-3 0,5 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40.0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 35 7948,'-4'-3'757,"-1"1"-833,4-3 94,-2 4 1,2-2 718,-1 3-433,1 0 1,-2 1-7,3 1 1,1 2-124,1 3 0,-1 2-44,1 0 0,1 1-217,-1-1 1,1 1 98,0 1 0,-3 2-163,3-1 1,0-2 64,-1 2 0,0-4-11,-2 1 0,0 1 42,0-1 0,0 0-275,0-2 104,0-3 164,0 2-149,0-5 1,0 1 98,0-4 0,0-2 80,0-3 1,0-1-31,0-1 1,0 1 62,0-3 1,0-1-69,0-2 0,1 3 12,1 0 1,0-1 37,2-1 0,-1 1 8,1 1 1,0 2 118,1 0 1,1 0-83,-2 2 0,2-1 147,1 3 0,0 2-108,0 1 0,0 1 102,0 1 1,-1 0-74,1 0 1,0 4-37,0 3 0,0 0-49,0 2 1,-1 1-132,1-1 1,0 2-41,0-2 1,-2 3 51,-1-3 1,-2 2-39,3-2 1,-4 1 102,2-4 1,-2 1 74,-1 0 0,0-2-91,0-1 7,0-2 111,-4 4 0,3-5-76,-4 1 0,4-2-113,-1-2 0,0 0 79,0-2 0,1 1 5,-1-1 1,1-1 15,1-2 0,0 0-27,0 1 1,0-4 67,0 1 1,0-1 115,0 1 0,2 2-61,1-2 1,2-1-14,-1 1 1,3-3-4,-1 3 1,4 0-21,-1 2 0,1 3 207,-1-1 0,-2 3-65,2 0 1,0 1 22,0 1 0,-2 3-72,3 2 0,-3 1-115,0 1 1,-1 3 35,-1 1 1,1 1-159,-2 0 0,0 0-397,1-3 0,-2 3 224,2-3 0,0 2-602,-2-2 0,-1 0 888,-2-2 0,3-9 0,1-3 0</inkml:trace>
  <inkml:trace contextRef="#ctx0" brushRef="#br0" timeOffset="284">514 35 7841,'-4'-5'365,"2"1"-256,1 2 1,2-3 260,1 2 1,2 1-64,3 2 0,1-1 71,1-1 1,1 1-300,4-1 0,2 1-440,0 1 1,1 0-363,-1 0 1,-3 0 46,1 0 1,-1 0-203,-4 0 878,0 0 0,-11 3 0,-3 1 0</inkml:trace>
  <inkml:trace contextRef="#ctx0" brushRef="#br0" timeOffset="476">466 117 8715,'8'-4'395,"1"2"1,2 1-198,2 1 0,4 0-743,1 0 0,2 0 92,1 0 453,-1 0 0,19-6 0,4-2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36.0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14 383 7303,'-3'0'887,"-1"0"12,1 0-279,3 0-198,-3 0-185,9 0 1,-1 0-22,6 0 1,1 0-6,2 0 0,2 0-280,3 0 0,0 0-186,2-3 1,-1 3-221,1-3 0,-1 3-364,-2 0 0,0 0 430,-4 0 1,0 0-542,-5 0 950,-2 0 0,-14-3 0,-4-1 0</inkml:trace>
  <inkml:trace contextRef="#ctx0" brushRef="#br0" timeOffset="2980">1150 14 7897,'4'-3'559,"-1"2"-345,-3-2-209,0 0 0,-3 2-72,-1-1 0,-5 1 12,-3 1 1,-2 2 77,-2 1 1,-4 2-39,-5 0 1,-4 1 34,-1 1 0,-2-3-99,0 1 0,0-1 83,1 3 0,5-1 128,1-1 0,6 1-108,3-2 1,2 0-43,3 1 44,4-1 0,4 3 24,6 0 0,0 0-176,4 0 0,2 0 81,1 2 0,2-1 12,-1 1 1,2-1 6,1-1 0,-1 2-1,-2 0 1,1 0-45,-3-2 1,1 0 1,-4 3 0,-2-3 43,-2 2 1,-1-1-4,-1-1 1,-3 2 25,-1 0 1,-6 2-35,-1-2 1,-4 1 155,-1-1 0,-5 1-19,0 2 1,-1 1 103,1-2 1,1 2-48,-1 1 0,4-1-99,1-2 1,5 1-38,4-3 1,4 3 54,3-3 0,0 0-1,3-2 0,4 0-16,4 0 0,3-1 87,5 1 0,0-2-66,6-1 0,1-2 4,3 0 1,2 1 90,4-1 1,1 1-95,1-3 1,-1 0 241,-2 0 1,1 0-52,-1 0 0,-4 0-229,-2 0 0,-8 1 99,-6 1 1,-4-1 195,-3 1 8,-3-1-1873,-1-1-1437,-3 0 1780,-6 0 1184,5 3 0,-18-3 0,4 3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41.3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 14 7830,'-3'-3'1327,"-4"0"-428,4-1 58,-1 1-496,1 3 1,3 3-19,0 1 1,0 5-106,0 3 1,3 1-116,1 0 0,2 1-555,-2 0 1,2-1 283,-1 1 1,0 2-436,0 0 1,1 0 300,-1-2 1,-2-1 181,2-2 0,-13-10 0,0-6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42.1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 55 7813,'0'-4'633,"0"-2"-191,0 2-387,0 1 134,0 0 0,0 3 49,3 0-65,-2 0 1,2 3-65,-3 1 1,0 3 63,0 2 0,0 0 22,0 2 0,0-2-88,0 2 0,-3 1-699,1 2 1,-1-3 168,1 0 1,0 0-31,-2 0 0,1 2-124,-1-4 1,2 2-96,0-2 451,-2 0 1,3-2 220,-1 0 0,1-3 0,1-1 0,0-21 0,0-5 0</inkml:trace>
  <inkml:trace contextRef="#ctx0" brushRef="#br0" timeOffset="400">21 83 7813,'-4'-7'0,"1"0"338,3 0 1,-2 2 174,-1 1-70,1 2-375,2-4 186,0 5-105,0-2 9,3 6 0,1-1-123,3 3 0,0-2 90,0 2 1,2 1-300,0-1 1,0-2-66,-2 2 0,0-3-28,3 3 0,-3-3 5,2 3 1,0-4-107,0 1 216,-2 2 1,6-3-49,-4 1 192,0-1 0,-2-3-106,-1-1 0,1-2 238,0 1 1,0 0 94,0-1 0,0 0 90,0-4 1,-1 1 920,-2-1-882,2 1 0,-3 2 287,2-1 1,-2 0 253,-3 0-116,3 3-265,-2-2-226,2 5-1,-3-2 1,0 9-222,0 1 1,3 2 109,1 0 0,2 1-413,1 4 0,0 0 163,0 0 0,1-1-791,1 1 1,-1 0 440,3-1 0,-2-1-439,0-1 0,-1-2 869,1 3 0,-1-10 0,2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45.7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7 6603,'4'0'685,"-2"-3"-179,-1 3 176,-1-4 1,-1 10-573,-1 1 0,-1 2-167,-2 0 0,0-1 12,3 4 0,-3-3-33,3 2 0,0 0-134,2 0 1,0 1 71,0-2 1,0-1-7,0-3 0,0 1 47,0 0 1,3-2 40,1-1 0,5-2-18,0 0 0,1-1-102,-1-1 1,1-3 63,1-2 0,2-1-3,-2-1 0,2 0 83,-2-2 1,0 0-15,-2-2 1,-2 2 118,3 0 0,-5 2-91,-1 0 0,-1-1 213,1 1 1,-2-2 66,0 5 64,-1-2 0,-1 1 127,0 1 54,0 2-406,-3-1 1,2 4 9,-1 1 1,1 2 1,1 3 0,0 0 16,0 2 1,0 2-148,0 3 0,2 2 65,1 0 0,1 3-137,-2-1 0,3 5 139,-3 2 0,3 1 182,-3 2 1,3-1-194,-3 1 0,0-3 1,-2 0 1,-3-3-77,-1 1 0,-5-5 96,0-2 1,-4-4-186,-1-1 0,0-2 115,-4 0 1,2-5-80,-2-1 0,2-2 105,0-1 1,0-4 95,3 0 1,1-3-100,5-2 1,2 1 118,1-4 0,2 1-41,0-3 0,4 3-45,3-1 0,4 2 135,2-2 1,2-1-102,1 2 0,3 1-21,1 1 0,-1 1 67,1 1 0,2 1-11,2 2 0,-3 0-465,2 2 1,-2 1 195,1-1 1,-2 1-310,-2 1 0,-5 3 210,-2 1 0,-2 0-1694,-2 1 1950,-2-4 0,-21 2 0,-5-3 0</inkml:trace>
  <inkml:trace contextRef="#ctx0" brushRef="#br0" timeOffset="2885">376 425 7844,'0'-4'57,"0"0"-38,0 2 243,0 1 116,0-2-238,0 0 207,0 2 553,0-2-879,0 9 48,0-1 0,1 5-144,1-3 0,-1-1 95,2 1 1,-3 2-56,0 1 1,0-1 70,0 1 1,0-3-163,0 2 1,0 1 32,0-1 1,0 0-39,0-2 82,0 0 0,0 0-6,0 0 1,0-3-49,0 1 38,0-4-278,0 2 287,0-9 31,0 2 1,0-4-32,0 4-5,0 2-64,0-4 60,0 5 1,0-2-56,0 0 43,0 2 13,0-2-32,0 0 189,0 3-164,0-3 158,0 0-116,0 2-303,0-2 374,-3 3-15,2 0 19,-2 0-15,3-3-10,0 2 1,0-3 12,0 2 182,0 1 1,0-5-99,0 1 1,3 2-157,-1-2 0,3 1 52,-3-3 0,3 2-8,0 1 1,-1-1-51,0-2 0,1 1 55,1 1 1,1 0 122,0 3 1,0-3-123,0 3 1,0 0 238,0 2-179,-1 0 1,1 0-18,0 0 1,-3 3 15,-2 1 1,1 2 27,-1 1 1,3 0-164,-3 0 0,1 1 118,-3 1 0,0-2-141,3 2 1,-3-1 107,3-1 1,-3 0-73,0 0 1,3-3 39,-1 1 1,0-3-4,-2 3-11,0-4-98,0 2 0,1-8 17,1-2 0,-1-1 47,1 1 0,1 0-6,0 0 0,1 0 98,-1 0 0,2 1-75,-1-1 0,2 0 86,-2 0 1,2 0-71,-1 0 0,1 1 145,1 2-126,0-2 414,0 2 72,-1 0 108,1 1 24,0 3-375,0 3 1,0 1-9,0 3 1,-3 0-65,1 2 1,-1-1 17,3 1 0,-1 1-4,-1-1 0,1 0-172,-2-2 0,0 0-5,1 0 1,-3 0-170,3-1 0,-4-1-519,1 0 1,2-3 75,-2 2-1933,0-2 2544,-2 4 0,-3-11 0,-1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51.0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 21 7649,'-4'-3'-235,"1"1"371,3-2 181,0 2 0,-1-1 177,-1 3-36,1-3-96,-2 2 456,3-2 0,0 9-561,0 0 0,0 4-39,0-1 1,0 2 18,0 5 1,2 2-27,1 2 0,-1 3-153,-2 0 0,2 5 131,1-1 0,1 4-283,-2-1 1,1-1 1,-3-4 0,0-1-76,3-4 1,-2-1-270,1-3 0,-1-3 215,-1-6 1,0-3-514,0 1 258,0-3-1399,-3 1 1269,2-3 1,-3 0-307,2 0 913,1 0 0,-2-13 0,3-2 0</inkml:trace>
  <inkml:trace contextRef="#ctx0" brushRef="#br0" timeOffset="1393">164 233 7844,'0'-4'-473,"0"-2"756,0 5 322,0-5-99,0 5 319,0-2 0,0 9-706,0 1 0,0 2 73,0 0 1,0-2-181,0 3 1,1 0 86,1 2 0,-1 0-101,1-1 1,-1 1 76,-1-3 1,0 3-217,0-3 0,0 2-6,0-1 1,0-4-146,0-1 144,0-1 130,0 3-198,0-3 198,0-1 1,0-4-85,0-1 1,0-2 43,0-3 1,-1 1-16,-1-1 1,1-1-27,-1-1 0,1 1 44,1-4 1,0 3-113,0-2 1,1 0 99,1 0 0,0-1-130,3 2 0,-1-2 112,3 1 1,0 1 81,0 1 0,2 1-36,0 1 0,2 1 99,-2 2 0,3 1 110,-3 3 0,3 0-68,0 3 0,-2 1 183,2 2 0,-4 2-69,1 1 1,-1 2 27,-1 2 1,-1-1-81,1-1 0,-2 1-95,-1 1 1,-1-1-3,1-1 1,-2-2 2,0 3 0,-1-6-414,-1 1 0,0-2 178,0 2 1,-1-3-1682,-1-2 1048,1 2 799,-5-4 0,5-9 0,-2-6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2:58.4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157 199 7845,'4'-3'0,"-1"-1"-28,0 0 127,-3-2 0,4 3 182,-2-2 112,-1 2-115,2 3 57,-6 7 1,-1-2-5,-5 6 1,0 3 57,-2 2 0,-3 6-141,-2 1 0,-2 3-11,2 4 1,-2 4-193,2 5 0,0 1 66,2 1 1,6 0-54,4-3 0,3-1 65,3-5 0,5-5-510,5-7 0,1-2 230,3-5 0,-1 0-511,4-1 1,-3-3 287,2-2 1,-2-3 379,2-2 0,3-7 0,4-3 0</inkml:trace>
  <inkml:trace contextRef="#ctx0" brushRef="#br0" timeOffset="880">533 343 7845,'0'-7'38,"0"0"187,0 0-159,0 3 1,0 2 166,0 4 1,-2 2-74,0 3 0,-3 0-190,3 0 1,-3 2 122,3 3 1,0-2-281,2 2 1,0-1 3,0 3 1,0 0 3,0-1 1,2-2 68,0-2 1,3 1-5,0-1 0,1-1-12,1-3 1,0-2 28,0-3 1,2 0 17,0 0 0,2-1-4,-2-1 0,3-2 83,-3-3 0,2-2-12,-2 0 0,1-1-4,-4 1 0,1 2 183,-3-3 0,1 1-65,-2-1 0,1 1 45,-1 2 0,-1 1-78,-2-1 1,0 2 116,0 1 1,-1 2 69,-1 0-295,1 1 136,-5 1 0,5 3-55,-1 2 0,1-1 29,1 3 1,0-1-21,0 6 0,1-1-71,1 3 0,1-1 60,2 1 1,1 3-186,-2 1 1,0 2 63,1 0 1,-4 2-154,2 0 0,-3 0 5,0 1 1,-1-4 100,-4-1 1,0-2 184,-6 2 1,-2-6-83,-3 0 1,2-4 249,-2-1 1,1-3-87,-1 1 0,-1-4 18,-1 2 0,1-3-21,3 0 0,2 0 118,0-3 1,2 0-90,3-1 0,4-2-12,0 1 0,3-3-211,0-1 0,3-1 100,1 1 0,3-1-245,2-2 1,3 0 80,3 3 0,3-2-77,2 2 0,2-1 29,1 4 1,-1-1-508,3 0 1,-1 3 676,1 2 0,23 4 0,3 2 0</inkml:trace>
  <inkml:trace contextRef="#ctx0" brushRef="#br0" timeOffset="1664">882 657 7845,'-4'-3'541,"1"3"-44,0-3-190,2 2 654,-2 1-724,3 4 1,0 2-139,0 3 1,3 1 20,-1-1 1,0 1-45,-2 4 1,3-3-266,-1 1 1,0-1 119,-2 0 0,0 0-91,0-2 1,0-2 75,0 2 0,0-3-165,0-2 1,0-1-113,0 1-172,0-2 148,0 1 101,0-9 0,0 1 14,0-4 1,0 1 81,0-2 1,0 2 189,0-3 1,0-1-106,0-1 0,2 1 172,1 1 0,0 2-61,-1-3 1,0 3 81,2-2 0,-2 2 52,3 0 0,0 2-95,4 0 0,0 3 67,2 2 1,-2 1-104,3 1 1,-3 0 186,2 0 1,-2 3-101,3 2 1,-4 3 31,1 1 1,-1 2-64,-1-1 1,-1 2 114,-2-1 0,2 0-120,-1 0 1,-1-2-3,0 3 0,-2-4 32,0 1 72,-1-1-262,-1-1 122,0-4 85,0 1-75,-3-4 1,1 0-33,-2 0 0,2-1-292,0-2 137,1 0 0,1-4-152,0 0 1,0 0 101,0 0 0,0 0 24,0 1 1,3-1 91,-1 0 1,3 0 269,0 0 1,-2-2-109,2 0 0,-3 0 461,3 2 1,-3 1-74,3 1 1,-3-1 664,3 2-794,-4-2 1,4 1-83,-2 1 1,2 2-186,0 0 1,1 1 95,1 1 1,0 1-220,2 1 1,1 2 72,2 3 1,0-1-273,-3 1 0,2 2-82,-2 1 1,4 2-246,-2-1 0,-1 0-471,-1 0 1,-1-2 435,-2 0 1,0-2 616,-1 0 0,-5-6 0,-4-2 0</inkml:trace>
  <inkml:trace contextRef="#ctx0" brushRef="#br0" timeOffset="2297">574 41 7870,'-4'1'23,"2"1"362,-2-1 0,3 5-122,-4-4 1,3 3-100,-3 0 1,3 1-239,-2 1 1,1-1 82,-1 1 0,1 0-113,-1 0 1,2 0-71,0 0 24,1 0 264,-2-1-55,2-2-72,-2-1 1,6-4 16,-1-1 1,1 1 180,-1-4 1,-1-2-92,1-2 0,1-1 224,0 1 0,0 2-65,-1-3 0,-1 0 92,1 1 1,1 0-15,-1 2 1,1 1-103,0-1 0,-3 0-139,3 0 1,1 1 82,0 1 1,0 2-366,0 3 0,1 0 169,2 0 0,2 3-762,0 2 1,3 4 399,0 2 0,3 2-1908,1 1 2293,3 3 0,23 25 0,9 9 0</inkml:trace>
  <inkml:trace contextRef="#ctx0" brushRef="#br0" timeOffset="2889">1430 343 7870,'-3'-7'0,"0"0"287,-2 0 0,2 2 1192,3 1-206,0 2-475,0-4 0,1 6-276,4-3 0,0 3-161,7 3 1,2 3 99,4 3 1,3 6-116,2 1 1,1 7-242,4 4 0,-1 4-66,0 6 1,0 1-278,-2 3 1,-5 0-528,-7 0 1,-5-6 452,-6-3 1,-5-5-263,-4-4 1,0-4 218,-5-8 0,2-1-588,-2-3 0,0 0 415,3 0 0,0-3-554,2-2 0,0 1 1082,0-1 0,7-12 0,0-5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11.0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210 210 7698,'0'-7'1207,"0"3"-820,0-1 1,0 4 408,0-2-540,0 9 0,-3 1-14,1 4 0,-1 4-21,1-1 0,-1 4-123,-2 0 0,-1 3-29,2 2 0,-3 2-140,-2-3 0,2 4-425,-2-1 1,-1-2 308,1 0 0,0-5-540,2-3 1,0-1-73,0-3 231,4-4 0,0-5-107,3-4 675,0-2 0,15-33 0,4-7 0</inkml:trace>
  <inkml:trace contextRef="#ctx0" brushRef="#br0" timeOffset="250">480 163 8653,'0'-4'434,"-3"2"0,-1 1-184,-5 1 0,0 0 181,-5 0 0,-2 1-349,-6 1 1,-5 2 77,-5 3 1,-4-1 23,-2 1 1,-2-2 16,-1-1 1,4 0-411,1 0 0,2 2 191,2-1 1,9-2-978,7-1-333,8 2-796,5-3 2124,6 2 0,28-9 0,9-2 0</inkml:trace>
  <inkml:trace contextRef="#ctx0" brushRef="#br0" timeOffset="610">345 224 7765,'-2'-5'908,"0"1"-823,-1 2 169,3-1 192,-3 3 0,3 3-89,-3 2 0,3 4-84,0 2 1,0 3-71,0 1 0,-3 0-215,1 3 0,-1 0-129,1 3 1,0-1-225,-2 0 0,-1 1 60,-2-1 1,3-3 170,-1-1 1,1 0-525,-3-3 1,1-1-152,2-5 148,-2 0 1,4-1 660,-2-2 0,2-1 0,0-6 0,7-18 0,3-9 0</inkml:trace>
  <inkml:trace contextRef="#ctx0" brushRef="#br0" timeOffset="843">298 400 7765,'2'-9'-225,"0"0"0,0 0 225,-2 2 1,3 0 392,-1 0 1,3 1-48,0-1 0,-2 2-162,2 1 0,2 0-85,2-1 0,0 2 77,-2 0 1,2 3-62,3-3 1,-3 3 42,0 0 1,1 3-167,-1 1 0,0 3-37,-2 2 1,-1-1-72,-1 4 1,-2-2-7,-3 1 0,0 2 68,0-2 1,0 2-76,0 1 1,-3-2 15,1 0 1,-3 0-327,0-3 1,1 0 175,0-2 1,2-1-1024,0 1 1286,-2-3 0,4-1 0,9-18 0,6-4 0</inkml:trace>
  <inkml:trace contextRef="#ctx0" brushRef="#br0" timeOffset="1205">528 427 7765,'4'-1'232,"1"-1"1,-3 1-17,2-1 0,-1 1 97,1 1 0,-1 0 217,1 0-445,1 0 0,1 0 78,1 0 1,-2 0-201,-1 0 0,1-1-143,1-1 1,1 1-151,0-1 1,2-1-185,0 1 0,2-4 244,-2 2 1,0-1 8,-2 0 1,0-1 8,0 2 0,-1-2 197,1-1 1,-3 0-65,-2 0 0,-1 1 71,-1-1 1,0 2-4,0 1 0,-1 1 164,-1-1 1,-2 2 10,-3 0 0,0 1-105,-2 1 1,1 3 306,-4 2 0,2 1-143,-2 1 1,0 3 360,0 1 0,0-1-238,1 2 1,-1 0 21,3 3 0,-2 0-11,2 0 0,2 1-5,2-1 1,5-1-382,0-1 1,3 0 96,6-4 1,3-1-744,4-3 1,1-2 376,3-3 1,3-3 337,-1-2 0,25-28 0,3-7 0</inkml:trace>
  <inkml:trace contextRef="#ctx0" brushRef="#br0" timeOffset="1951">1346 346 8409,'4'-7'0,"-1"1"0,-1 0 1156,1 2-950,-1-1 1,-3 2-27,-1 0 1,-3 3-129,-4 0 1,1 3 54,-3 1 1,-1 2-93,-4 1 1,2 3 91,-2 1 1,-1 2-107,2 0 1,-1 1 18,2-1 1,1 2-231,2 0 1,1 0 89,4 1 0,1 0-261,1 0 1,2-3 71,0-1 0,3-6-53,2 0 1,3-1 183,0-1 1,2-1 24,3-6 0,-2-1-46,3-5 0,1 1 9,3-4 1,0 1 141,0-2 0,-1-3-45,3 0 0,-2-2 161,2 2 1,-3 0 76,1 3 1,-2-3-75,0 0 1,-4 1 189,-1 1 1,-1 3-86,-1 2 0,-3 3 611,1 1-245,-4-1 75,2 5-325,-9 4 0,4 3 123,-5 5 0,2-2-226,-2 2 1,2 1 27,1 1 0,0 1-312,0-1 0,0 1 118,2-1 1,1 1-643,-1-1 1,1 1 340,1-1 0,0 1-350,0-1 1,1-1-12,1-1 0,2-4 639,2 0 0,19-12 0,5-6 0</inkml:trace>
  <inkml:trace contextRef="#ctx0" brushRef="#br0" timeOffset="2210">1698 312 7765,'-4'-5'545,"-1"1"0,1 2-102,-3 0 1,0 2 57,0 2 1,-2 2-118,-3 3 0,-1 2-140,0 3 0,-3 1 49,0 3 0,1-2-65,4 2 1,-1 1-417,3 1 1,3-1 190,4-1 1,2-2-453,2 0 0,5-2 157,4 0 0,2-5-38,0-2 1,4-4-506,1 1 1,1-4 326,2-2 0,-3-3-249,0-2 1,-1-2 756,1-2 0,11-25 0,-1-5 0</inkml:trace>
  <inkml:trace contextRef="#ctx0" brushRef="#br0" timeOffset="2435">1942 136 7765,'-7'0'602,"0"0"1,3 1 136,-1 1 1,1 2-153,0 2 0,-2 4-205,1 1 0,2 5 59,-2 2 0,3 2-70,-3 3 0,1 1-324,-3 3 1,2 0 116,-2 0 0,2-2-611,-4 0 0,1-3-27,1 0 1,3-4-355,-1-2 0,3-2-439,-2 0 0,2-6-164,0-1 750,1-5 681,1 1 0,6-21 0,2-4 0</inkml:trace>
  <inkml:trace contextRef="#ctx0" brushRef="#br0" timeOffset="2939">1800 386 7765,'6'-7'67,"1"1"0,0 1 165,0 1 1,0 1 162,2-1 1,-1 2-133,4-3 0,-1 4-195,3-2 0,-1 0 98,1 1 1,-1-1-125,1 1 1,-1 1 119,1-1 0,-1 1-401,1 1 0,-1 0-165,-2 0 76,-1 0 1,-4 1 184,1 1 1,-3 2 59,-2 3 1,-1-1 218,-1 1 0,-3 2-107,-2 0 1,-1 3 56,0-1 0,-1 0-69,0 0 1,1 0 68,2 0 0,-2 1-103,4-3 1,0 2-275,2-2 130,0 3 0,1-4 88,1 1 1,-1-5 88,4-1 1,2 0-63,2-1 1,0-1 199,0-3 1,-1-2-120,1-2 0,1-1-7,2 0 0,-2 0 25,2-2 1,-4 0 132,1-2 1,1 0-112,-1-3 1,2 3 13,-2 0 1,2-1 30,-2-1 1,3 0-60,-3 2 0,0 1 189,-3 3 1,1 1-51,0 2 1,-3-2 276,1 4-268,-4 0 1,2 3-11,-3 1 0,-2 2-104,0 6 1,-3-2 12,3 3 1,-2 0-261,1 0 1,-1 2 78,2-2 0,-1 2-463,0 0 0,3-1 276,-3-1 0,3-1-357,0 2 1,0 0-90,0-3 0,0-1 706,3-4 0,12-1 0,7-3 0</inkml:trace>
  <inkml:trace contextRef="#ctx0" brushRef="#br0" timeOffset="3652">2449 332 7765,'0'-7'0,"0"0"1223,0 1-333,0-1-461,0 0 1,-1 3-171,-1 2 0,-2 4-66,-2 3 0,-2 1 23,-1 1 0,-1 2-163,-4 3 1,3 0-27,-1-1 0,4 3-123,-1-1 0,2 1-110,0 1 0,3-3 133,2 0 1,1-1-426,1 3 0,1-4 203,1-1 1,2-2-65,3-3 0,2-1 87,0-3 1,3 0 75,-1 0 0,-1-3 18,2-4 1,-3-1 22,2-3 1,0 2 111,0-2 0,-1 0-74,-4 0 1,3-3 379,-3 2 1,3-2-141,-5 3 1,-1-1 320,-1 1 0,1-2-203,0 4 0,-1 3 60,-2 1 0,-1 4-7,-1-2-334,1 3 1,-4 3 39,3 1 1,-1 4 77,0 1 1,3 4-115,-3-2 1,0-1 72,1 2 1,0-2-104,2 1 0,-2 2 21,-1-2 0,1-1-29,2-1 1,1 1 22,1-1 1,0-1-2,2-3 1,1 0-23,1-3 1,2 1-117,1-3 0,2-1 35,2-1 1,1-3 95,-1-4 1,1 1 77,2-3 1,1-1-87,1-1 1,1-2-18,-1 0 0,0 0 83,0-3 1,-1 0 190,1-3 1,1 0-23,-3-1 0,2-2-105,-3-4 0,1-2-32,-2-1 0,-4 1 0,-1 0 1,-4 3 187,-3 3 0,-1 2-107,-1 6 1,-2 4 341,-2 7 1,-1 2-67,-4 3 1,-1 2 20,1 2 0,-2 2 111,2 5 1,-3 3-136,1 4 0,1 2-103,1 0 1,2 3-67,3-1 0,-2 5-75,1 0 1,2 0 61,-2 2 0,3 0-99,0 0 1,1-1-128,1 4 0,1-6-340,1-2 0,0-3-639,3-2 1,-3-5 20,2-3-333,1-6 1,2 1 112,-1-9 1201,1-3 0,9-41 0,2-12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10.1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14 183 7807,'-3'0'872,"-1"-1"-1870,2-1 346,1 1-314,-2-2 966,3 3 0,6-15 0,1-3 0</inkml:trace>
  <inkml:trace contextRef="#ctx0" brushRef="#br0" timeOffset="159">28 14 7807,'-5'-2'1411,"1"0"-2732,2-4 397,-1 6 924,3-3 0,12 3 0,3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08.5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203 21 8788,'-4'-7'0,"1"1"24,0 2 225,2 1-198,-2 3 1,2 3 127,-1 1 1,1 5-116,-1 0 0,1 3-43,1-1 0,-2 2-152,0 3 1,0-2 59,2 2 1,0-1-157,0 1 1,0-2 79,0 2 1,3-4 22,1-1 0,2-3 7,1-1 0,0-4 106,2-3 1,0 0-92,2-3 0,0-3-18,0-6 1,3-1 32,-3-3 1,4 1 20,-4-3 0,1 2 266,-1-2 0,1 3-85,-3-1 1,-2 3 11,-2 2 0,-3 1-40,2 3 220,-2 3-170,1 1-97,-3 12 1,0 0 34,0 6 1,-1 3-14,-1 0 0,0 4-140,-2 3 1,2 2 64,-3 2 0,0 2-128,-4 3 1,-2 4 37,-2 2 1,-4-1-111,-1 1 1,-4-5 106,0-1 0,-5-3 96,0-4 1,3-6 355,0-3 0,2-6-175,4-6 1,-1-1 180,1-3 0,2-2-95,3 0 0,0-3-78,4-4 0,3-3-11,3-4 1,3 1-133,3-3 1,4-1-148,4-1 0,5 0-280,5 0 0,0 3-360,3-1 0,1 2 353,2 1 1,1 1-622,1 1 1019,-1 6 0,26 26 0,4 13 0</inkml:trace>
  <inkml:trace contextRef="#ctx0" brushRef="#br0" timeOffset="630">500 386 7819,'0'-3'1915,"0"0"-1572,0 3 1,-2 3-126,0 4 1,-1 3 8,1 3 0,0 3-170,-2 0 0,-1 3 80,-2-1 0,1 4-257,-1 0 0,0 0 88,0-4 1,0-1-127,1-4 1,0-2-90,1-2-18,-1-2 142,5-3 1,-2-3 47,3-5 1,0-1-287,0-7 0,3 1 116,2-2 0,1-3-71,1 0 1,0-2 130,2 2 0,0-3-91,2 1 0,-2 1 119,2-1 1,0 3 227,3-1 1,-1 3 0,1 1 1,-1 3-138,1 2 1,-3 3 319,1 2 0,-4 1-122,1 1 0,-2 4 62,0 3 1,-2 0-29,-1 4 0,-2 1-37,0 1 0,-1 1-70,-1 2 0,0-1-28,0 0 0,-3 0 35,1-2 0,-3 1-14,0-1 1,0 0-185,1-2 1,-2-1 60,4-3-287,-3 0 209,1-1-139,0-2 224,1-4 1,3-6-2,0-3 1,0-2 42,0 2 0,3-4-32,-1-1 0,4 1-45,1-3 0,-1 0 47,3 0 1,2-3 113,0 1 0,3 1-95,2-1 1,-1 3 258,3-1 1,-3 5 70,3 2 0,-5 2 80,1 2 0,-5 3 77,0 4 1,-2 3-137,0 4 0,-3 4-53,-2 2 0,-1 4-18,-1-1 1,-2 0-392,-1 3 0,-2-6 146,1 3 1,-2-3-1046,2-1 0,-1-1 180,2 1 862,-2-4 0,13-9 0,1-5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16.4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81 255 8272,'0'7'424,"-3"-1"1,3 4-177,-3 1 0,0 6-45,1 3 1,-1 1-206,1 4 1,0 3 87,-2 4 0,2-2-56,-3-1 0,1-3 122,-3-2 0,2-4-450,1 0 1,-1-4-8,-2 0 0,3-5-55,-1-2 1,3-2-543,-2-3 380,2-1-434,-1-3 956,3 0 0,0-3 0,0-4 0,0-3 0,3-28 0,1-5 0</inkml:trace>
  <inkml:trace contextRef="#ctx0" brushRef="#br0" timeOffset="216">61 296 7769,'7'-13'0,"0"1"0,0 3-79,2 2 0,-1 0 122,1 0 1,1 4 119,1 0 0,3 3-37,2 0 0,-2 0 18,2 0 0,-1 5-170,1 2 0,-2 4 99,2 0 1,-5 4-128,-2 1 0,-4 1 104,-3-2 1,-3 2-79,-3 1 1,-2 1 91,-8-3 0,-1-1-14,-5-4 0,-1 1-313,1-3 1,2 0 102,0-2 0,4-4-564,0 0 0,1 0 724,4-1 0,15-30 0,6-9 0</inkml:trace>
  <inkml:trace contextRef="#ctx0" brushRef="#br0" timeOffset="720">372 268 7971,'4'3'908,"1"1"-816,-2 3 1,-1 3 69,-2 1 1,0 2-82,0 0 1,0 3-155,0 0 0,0 2 92,0-2 0,-2 2-157,-1-2 1,-2-1 45,0-4 1,2 1 12,1-3 125,-2 0 0,3-5-77,-4-2 131,4-1 1,-2-2-62,3-1 0,2-4-266,0-3 0,4-3 86,-2 3 0,2-3-51,1 1 0,2-1-47,0 1 1,3-2-61,-1 2 0,1 0 49,1 0 0,-1 2 42,4-2 0,1 2 177,1-3 0,0 4-87,0-1 1,-3 2 272,0 3 1,0-2-120,-2 4 0,-2 0 57,-2 2 0,-2 1 49,-3 1 0,-1 2 14,-3 6 0,0-3-17,0 2 1,-3 1-87,-1-1 1,-2 3 34,-1-1 1,0 2-38,0 0 0,1-1 83,-1-1 0,2 0-76,1 3 1,2-1-83,0 1 0,1-4 78,1-1 1,1 1-10,1-1 0,3-3 139,4-4 1,1-1-82,4-1 0,-1-4 443,1-2 1,-1-4-194,1-4 0,-4-2-148,-1-2 0,-1-1 2,-1 1 0,-3-1-358,-2 3 1,-3-2-238,-3 3 0,-2 1-388,-5 3 0,2 5-872,-2-1 1648,2 5 0,-6 5 0,0 4 0</inkml:trace>
  <inkml:trace contextRef="#ctx0" brushRef="#br0" timeOffset="1272">853 126 7769,'-4'-9'0,"-1"3"378,2 0 0,0 1 1500,1 1-777,1 1-713,-2 3 0,3 3 18,0 1 0,1 3-81,1 2 0,-1 4-148,1 5 0,-1 2 26,-1 0 1,0 3-277,0-1 1,0 4-79,0-1 0,0 3-160,0 2 0,0-3-84,0-3 1,0-2 214,0 1 1,-2-4-104,0-3 1,-1-2-219,0-7 335,3 1 0,-4-7 123,2 1 0,1-4 94,-1-2 0,1-2-39,1-1 0,0-3-76,0-1 1,0-2-34,0 0 1,1-2 36,1 0 0,-1 0-165,4-1 0,-1 2 88,3 1 1,2-1-9,0 1 0,2 0 34,-2 2 1,3 1 62,0 3 1,0 3 5,2 2 1,0 2 132,-1 2 1,0 3 96,-2 4 0,1 0-90,-3 4 1,-2-1 109,-3 4 0,-3 1-46,-1-2 1,-4 4 39,-5-1 0,0-1-73,-4-1 1,0-1-148,-5-1 1,2 1-209,-2-4 1,3-2-454,-1-2 1,4-1-1296,1-4 1974,3 1 0,13-25 0,7-4 0</inkml:trace>
  <inkml:trace contextRef="#ctx0" brushRef="#br0" timeOffset="1668">1191 309 7769,'-4'-10'0,"-2"0"1709,2 3-1202,-2 0 1,-1 3-71,0-1 1,0 4-89,1-2 1,-1 6-393,0 1 1,-2 3 98,0 2 0,0-1-163,2 4 0,-2 0-91,0 3 0,1 0-73,3 0 1,0 2-30,3-1 0,0 0 106,2-3 0,0 0-163,3-2 0,0-1 74,4-3 1,1-4-5,1 0 1,-1-3 16,3 0 0,-2-3-76,2-1 0,1-5 188,1-2 1,-2-2 129,-2-1 0,1 1-8,-1-1 1,0 1-60,-3-1 1,1-2 370,0 1 1,-1-1-181,-2 2 0,2-2 369,-4 1 0,0 2 149,-2 4 132,0 1-464,0 5 0,0 0-62,0 6 0,0 1-149,0 5 0,0 4 70,0 3 1,-2 0-430,0-3 0,-1 4 166,3 1 1,0-2-524,0 0 0,0-2 54,0 0 1,0-1 590,0 1 0,15-7 0,4-1 0</inkml:trace>
  <inkml:trace contextRef="#ctx0" brushRef="#br0" timeOffset="2135">1380 18 7769,'-2'-4'245,"0"-1"1,-1 3 858,1-3-375,1 4 1,-2 3-256,3 5 0,0 5-90,0 1 1,0 4-182,0 3 1,1 3-199,1-1 0,-1 5 84,1 0 0,-1 2-182,2 3 0,-3-2 115,3 0 1,-3-2-571,-3 1 0,0-4 234,-4 0 0,2-4 79,1 0 1,0-3 121,-1-4 0,0-2-124,3-5 322,0-4-104,-1 0 1,2-6-27,-1-4 1,1-1-77,1-3 1,0 0-142,0-3 1,0 1 107,0-1 1,3 0-125,1-2 0,2 1 146,1-3 0,1 3-3,1-1 1,-1 2 138,3 1 0,0-3-82,0 3 0,2 1 76,-2 5 0,4 1-48,1 2 0,0 1 251,-3 3 0,-1 3 34,-1 1 0,-3 5 20,1 2 1,-2 2 207,-3 1 1,-1 2-168,-3-1 1,-3 2-83,-1-1 1,-3-1-56,-2 3 1,-1-3-329,-4 1 1,1-4-49,-1-1 1,-1-3-77,1 1 0,0-2-1094,5-3 1,0-1 1386,2-3 0,16-27 0,3-6 0</inkml:trace>
  <inkml:trace contextRef="#ctx0" brushRef="#br0" timeOffset="2301">1617 241 7769,'0'4'1902,"0"2"-1355,0-1 1,0 1-328,0 3 1,0 2-166,0 3 0,0 0 108,0 2 0,-1 0-905,-1 2 0,1 1 418,-1-3 1,-1 0-1629,1 0 1952,0-5 0,2-4 0,0-8 0</inkml:trace>
  <inkml:trace contextRef="#ctx0" brushRef="#br0" timeOffset="2451">1664 52 7769,'-6'-11'66,"-1"2"-16,0 2-842,3 0 70,1 3 722,3 1 0,12 12 0,3 3 0</inkml:trace>
  <inkml:trace contextRef="#ctx0" brushRef="#br0" timeOffset="2719">1786 18 7769,'-3'-4'1507,"2"1"0,-2 5-514,3 2 0,0 4-488,0 5 1,3 5-374,-1 2 1,3 3 96,0 4 0,-2 3-26,-1 2 1,-1 1-1,-1 1 1,0-3-256,0 1 0,-5-2-1112,-2-1 1,-2-5-1512,3-8 1,0-5 1311,1-2 1363,-1-5 0,5-10 0,-2-5 0</inkml:trace>
  <inkml:trace contextRef="#ctx0" brushRef="#br0" timeOffset="2918">1901 228 7769,'4'-7'956,"-2"0"1,1 1 187,0-1-527,2 3 0,-4 1-214,4 3 1,-3 1-53,3 1 1,-2 3-196,2 4 0,-2 1-84,-3 4 1,2 0-590,0 2 1,1-2 385,-3 2 0,-3-1-1229,1 1 1,-3-1 688,0 3 1,-1-6-1024,0 2 1694,-1-5 0,3-17 0,1-8 0</inkml:trace>
  <inkml:trace contextRef="#ctx0" brushRef="#br0" timeOffset="3043">1989 45 7769,'0'-7'455,"0"1"1,-2-1-2338,0 0 1029,-1 3 853,6 1 0,7 6 0,4 1 0</inkml:trace>
  <inkml:trace contextRef="#ctx0" brushRef="#br0" timeOffset="3311">2111 38 7769,'4'-6'450,"-2"-1"1,-1 3 801,2 2-699,-2 1 1,4 5 37,-3 3 1,3 3-265,0 6 0,-2 2-124,-1 5 1,1-2-478,-1 4 1,1 2 225,0 3 1,-3-1-994,3-2 0,-6-1 622,-1-1 1,-2 0-671,-1-5 0,0-1-71,1-6 1160,-1-2 0,0-16 0,0-7 0</inkml:trace>
  <inkml:trace contextRef="#ctx0" brushRef="#br0" timeOffset="3910">2043 221 7769,'-3'-7'671,"3"1"-504,-3-1 1,3 0 316,0 0 0,1 4-200,4 0 1,2 0-149,7 1 0,0 0-137,2 2 0,2 0-33,4 0 1,0 0-9,3 0 1,-4 3 76,-1 1 1,0 2-376,-4 1 0,-3 1 177,-2 1 1,-3-1-201,-1 3 0,-4 0 140,-3 3 0,0-1 95,0 1 0,0 0 178,-3-1 1,0 1-69,-1-1 1,-1 1 280,2-1 1,1-2-119,2-2 1,2-2 37,1 0 0,2-3-113,-1-2 1,5-1-45,0-1 0,3-1-27,-1-1 0,0-3-129,0-4 0,0-1 266,3-1 1,-3-2-60,0 2 0,-3-2 46,1 0 1,0-1-66,0 1 0,-4 2 146,2 2 0,-2-1 44,2 1 313,-3 3-368,2 0 0,-6 6-238,3 0 1,-3 6 44,0 3 1,0 3 70,0 2 1,0 0 210,0 4 0,0 0-79,0 3 1,-2 0 109,0 1 1,-1 5-142,1 2 0,0 1 121,-2-1 0,-2 0-134,-3 2 0,1-2-177,-3 0 0,-1-4-285,-4-2 0,-1-5 223,-4-3 0,1-2-232,0-4 1,-3 0 163,1-7 1,-2-1 19,2-3 0,4-4 38,0-3 0,6-3 298,3 1 1,4-2 38,3-1 1,4-1 78,3-1 1,6-2-95,2 2 0,6 0-64,2 3 1,1-2-193,3 1 0,1 0 101,-1 5 0,2 0-610,2 2 1,1 1 278,2 1 1,-5 2-634,-4 3 0,-5 0 13,-3 0 874,-3 0 0,-21 9 0,-6 3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25.7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135 75 7898,'1'-7'0,"0"1"0,2 0 1074,1 1-987,-2 2 8,1 3 1,-3 1-96,0 1 1,-1 2 84,-1 3 1,-2 2 24,-3 3 1,3 0-155,-1-1 0,1 2-231,0-2 0,-1 2 75,2 0 0,-1-1 84,2-1 0,-1-2 9,3 2 0,0-3 71,0 1 1,1-1 22,1-1 0,2-4-41,3 0 1,3-3 85,1 0 1,2 0-77,0-3 0,1-1 3,-1-5 0,3-2-31,0-2 0,2 0 42,-2 2 0,-3-3 81,-2 1 1,-2 0-81,3-1 0,-6 2 117,0 3 1,-3-3-55,-1 3 443,-1 0-59,-1 6-227,0 0-287,-3 3 1,0 3 108,-2 4 0,1 1-2,2 3 1,1 2 29,-4 3 0,3 3-70,-3-1 0,3 2 26,-2 3 1,1 1-174,-1 3 1,-1 0 79,-4 0 0,0 0 49,-2 0 1,-1 0 15,-4-3 0,1-1-2,-3-5 0,0-2 95,-2-2 0,0-4-59,-1-3 0,3-4 245,0-3 0,3 0-72,-1-3 1,3-1-59,2-5 1,4-2-93,5-2 1,2-1-59,2 1 0,2-1-186,5 1 1,5-1 91,4 1 0,2 0-324,3 1 1,1 0 192,3 3 1,2-2-248,0 2 0,5 0 504,-1 2 0,22 7 0,8 0 0</inkml:trace>
  <inkml:trace contextRef="#ctx0" brushRef="#br0" timeOffset="196">541 285 7763,'0'-5'288,"0"1"1,0 2 324,0-3 1,3 3-194,2-3 1,1 3 148,3-2 0,2 2-259,2 0 0,2 1-249,0 1 0,0 0-875,1 0 0,0 0 507,0 0 0,0 0-1903,-3 0 2210,-2 0 0,-5 9 0,-3 2 0</inkml:trace>
  <inkml:trace contextRef="#ctx0" brushRef="#br0" timeOffset="447">622 386 7763,'-4'0'0,"-1"-3"0,1 3 0,-3-3 1853,3 3-672,1 0-838,3 0 0,5 0-128,2 3 1,7-3-406,-1 3 0,6 0 209,1-1 1,4 0-2143,3-2 2123,-3 0 0,29-9 0,5-2 0</inkml:trace>
  <inkml:trace contextRef="#ctx0" brushRef="#br0" timeOffset="1222">1191 28 7896,'0'-7'0,"0"0"724,0 0-566,0 4 1,-1 0 21,-2 3 1,2 0-33,-4 3 1,3 0-2,-2 4 0,0 2-113,-1 0 0,0 3-79,3 0 0,-3 3 63,3 0 0,0 1-239,2-2 0,3-1 109,1 1 0,3-1-38,2-2 0,-1-1 39,4-4 1,-1 0-12,3-1 0,-1-2 36,1-3 1,-3-1-19,0-1 1,0-2 83,0-3 1,1-2-37,-3 0 1,0-3 115,-2 1 1,0 0-62,-1 0 0,-1 0 192,-1-3 0,-1 2-13,1 0 0,-2 0-6,3 0 0,-4 3 6,2-1 1,-2 4 354,1 1-312,-1-1-90,2 5 0,-2-1-87,1 4 0,0 3 78,2 4 0,-2 1-99,0 4 1,1 0 2,-1 2 1,1 1-108,-1 4 1,-1 1-52,1 1 0,-2 2 112,-2 0 0,-2 2-240,-2 3 0,-3-3 72,0 3 0,-4-3-79,-1 1 1,0-4 19,-4 1 1,2-6 148,-2-1 0,0-4 85,-2-2 0,0-3 228,-1-5 1,1 1-60,0-2 0,2-1-140,0-2 1,3-3 301,2-2 0,2-1-93,4-3 0,4 0-4,0-2 1,6 0-85,4-3 1,6 0-347,5-2 0,2 2-78,3-2 0,1 2-124,3 0 1,0 1-520,0 2 1,1-1 411,1 3 1,-1 0 517,1 2 0,5 10 0,1 1 0</inkml:trace>
  <inkml:trace contextRef="#ctx0" brushRef="#br0" timeOffset="1897">1583 312 7763,'-3'-4'0,"2"0"687,-1 2-515,1 1 0,1-1 606,0 4 1,0 2-271,0 3 1,0 0-177,0 2 0,0 2-348,0 2 1,0 1 112,0 0 1,2 0-376,1 2 1,-1-2 210,-2 2 1,-2-2-68,-1-1 0,-2 0 24,1-1 1,0-3-98,-1-2 1,1 0-18,-3 0 1,3-4-15,-1 0 0,4-3-29,-2-3 1,3 0 98,0-4 0,0-1 108,0-1 1,0-1-57,0-4 1,3 2-20,1-1 0,2 1 6,1-4 1,0 2 114,2 0 1,0-2-6,2 0 0,0 1-16,3 1 1,-1 1 121,1 2 0,-1 1-92,1 4 0,-1 0 228,-2 1 0,-1 2-82,-1 3 1,-1 3 34,1 2 0,-4 3-34,0 1 1,-4 3 3,2-1 1,-3 2-28,0 0 1,0 0 16,0-1 0,-3 0-123,-1 0 0,-2 0 55,-1 2 1,0-3 67,0 0 1,1-2-55,-1 0 1,2-2 6,1-3 1,-1 1 70,-1-2-178,2-1 0,0-2-62,2 0-159,1 0 1,-1-3 68,4-2 0,0-1 120,2-4 0,1 3-156,1-2 0,2-2 79,1 0 0,1-2-82,4 0 1,0-1 72,-1-2 0,4 1-39,1-3 0,3 0 119,2 0 0,0 2 102,-3 2 1,-1 5 350,-1 2 1,-2 1-202,-5 3 0,-3 3 439,-4 4 0,-2 2-288,0 5 1,-1 0 328,-1 3 1,-3 1-241,-2 1 0,-1 1-377,0-2 0,-1 0-154,0 1 0,3-2-99,-1-1 0,1-2-1280,0-2 1,0-2 315,2-3 1158,1 2 0,7-23 0,5-3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32.8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21 380 7975,'0'-4'821,"1"-2"-616,1 4 1,-1-1 134,4 1 0,0-1-122,1-2 1,1-1-120,0 2 0,2-2 32,0-1-1,3-1-67,0-1 0,-2 1 73,2-4 0,-4 3-134,1-2 0,-1 2 75,-1-3 0,-3 4 46,1-1 0,-4 1 189,2 1-98,-3 0-199,0 1 77,0 2 1,0 4 25,0 4 0,-2 2-166,0 1 1,0 3 103,2 2 0,0 3 41,0 1 1,0 2-22,0-2 1,0 3-91,0-1 0,0 2 87,0 0 1,0 0-426,0-2 1,0 2-80,0-2 0,0-1-290,0-1 0,0-2-294,0 0 1,0-3-167,0-2 445,0-2 736,0-3 0,0-1 0,0-12 0,0-2 0</inkml:trace>
  <inkml:trace contextRef="#ctx0" brushRef="#br0" timeOffset="195">14 591 7790,'-6'-4'2196,"1"-1"-1688,2 4 0,5-2-137,2 3 1,4 0 30,6 0 0,2 0-87,3 0 1,3 0-191,3 0 0,1 0-152,1 0 1,-4 0-319,5 0 1,-5 0-895,-1 0 1,-3 0 687,0 0 1,-7-3-1307,2 1 1857,-5 0 0,4-4 0,-2-2 0</inkml:trace>
  <inkml:trace contextRef="#ctx0" brushRef="#br0" timeOffset="637">465 24 7784,'0'-7'1738,"0"0"-1165,0 1 0,3 3-138,2 3 1,5 6 282,3 5 0,5 6-293,5 3 1,2 5-177,4 4 1,0 5-20,3 5 1,-1 7-164,1 1 0,-8 0 92,-9-4 0,-8-3-672,-9-3 1,-6-2 235,-8-8 0,-1-2-14,-4-7 0,2-3-588,1-4 1,-1-2 380,3 0 1,2-2-442,3 0 1,2-2 938,0-1 0,11-5 0,2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32.0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158 34 7790,'0'-7'614,"-3"0"-408,2 1-39,-5-1 0,2 3-126,-2 2 0,-1 2 118,0 2 0,-2 2 46,0 6 1,-3-2-685,0 3 0,-1 1 270,0 1 1,1 1-50,1 0 1,2-1 95,0 1 0,2 0-33,3-1 0,1 0 84,3-1 1,1 0-77,1-3 1,6-2 147,5-3 0,2-2 109,3 0 0,0-6-208,3-3 1,-3-4 64,0 2 0,-3-3-61,1 0 0,-4-1 70,-3-3 1,-5 1 63,-2-1 0,-1 2 0,-1 0 0,0 1 0,0 2 0,-3-1 0,-1 3 0,-2 3 0,-1 3 0</inkml:trace>
  <inkml:trace contextRef="#ctx0" brushRef="#br0" timeOffset="238">199 7 7263,'5'2'0,"-1"1"132,2 1 0,0 0 136,0 0 1,-1 1 125,0-2 1,-3 2-260,2 0 0,0 3 38,1 1 1,0 1-252,-3-1 1,3 2 128,-3 2 0,3 1-285,-3 0 1,0-1 154,-2 1 1,0 0 2,0-1 0,-2-1 14,0-1 0,-3-5 43,3 1 0,-1-5 540,1 1-335,1-3 1,-2-3 120,3-4 1,2-1-57,0-3 1,4-1 93,-2-4 0,5 1-62,0-1 0,3 0-471,-1 0 1,2-3-18,1 3 1,0 1-141,2 1 1,1 3-968,1 2 1,1 0 1311,-3 2 0,12 8 0,1 7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29.5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274 21 7809,'0'-7'0,"0"3"518,0-1 1,-1 4-104,-1-1 0,1 1-164,-4 1 1,0 1-10,-4 4 0,-2 4 26,-3 9 1,-3 5 3,-4 9 1,0 4 111,-4 10 0,0 4-242,-2 9 1,3-2 64,4 5 1,3-8-472,6-2 1,1-5 220,6-1 0,1-10-662,3-2 0,2-7 375,0-4 0,4-4-501,-2-1 1,2-5-128,1 0 1,-1-3 957,-1-1 0,4-11 0,-1-2 0</inkml:trace>
  <inkml:trace contextRef="#ctx0" brushRef="#br0" timeOffset="1997">664 261 7919,'0'-7'0,"0"0"0,0 0 0,0 0 1385,0 0-1167,0 4 1,-3-1-325,-2 4 1,-1 4 81,-1 0 0,-3 5-51,-1 3 0,-2 4 63,-1 2 1,0 2-31,-2 3 1,2-1 2,-2 3 0,1-2-104,2 2 1,2-1-33,2 1 1,4-1 101,0-4 0,4 0-175,1-2 0,3-4 54,4-5 1,5-4 217,2-3 1,4-4-125,0-3 0,2-5 104,1-3 1,-1-4-12,1-4 1,1-1 168,-2-1 1,-3-3 83,-6 1 0,-5-1-87,-2 1 1,-2-1-57,-2 3 0,-4 4-24,-3 3 1,2 4-1174,-1 3 655,0 2 439,3 3 0,6 13 0,4 6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45.7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83 379 7677,'0'-4'-941,"0"-1"1480,0 0 0,2-1 255,1-1-42,-1 3-139,-2-2 112,3 5-359,-2-2 0,2 6-57,-3 2 1,0 4-165,0 2 0,0 5 49,0 2 1,0 5-232,0 2 0,-3 3 97,-2 1 1,-1 2-98,-1 3 0,0-2-231,-3 0 0,2-1-280,-3 1 1,2-4-166,0-6 0,2-4 306,3-4 1,-2-6-301,4-4 1,0-3 270,2-1 0,0-4 136,0-5 0,1-2 300,1-5 0,-1 2 0,8-46 0,-2-7 0</inkml:trace>
  <inkml:trace contextRef="#ctx0" brushRef="#br0" timeOffset="200">42 475 7677,'3'-21'0,"0"2"18,2 0 1,1 3 118,-2 2 0,3 4-40,2 3 0,-1 1 49,1 4 1,-1-3-1,1 3 0,0 0 77,2 2 0,-2 0-51,3 0 0,-1 3-42,3 1 1,-1 2 25,-2 1 0,-1 2-151,-3 1 1,-1 2 83,-2 2 0,-1 0-54,-3 2 0,-3-2-20,-4 0 0,-1 1-100,-3-1 1,2 1-392,-3-4 1,3-1 221,-2-1 0,2 1-606,0-1 0,2-2 42,3-2 818,-2-4 0,11-16 0,0-8 0</inkml:trace>
  <inkml:trace contextRef="#ctx0" brushRef="#br0" timeOffset="704">322 352 7677,'7'-4'463,"0"2"1,0 1-383,-1 1 0,1 1 100,0 1 0,0 4 114,0 3 0,-3 3-68,1 0 1,-3 4-245,3 2 1,-4 1 69,2-1 1,-3 2-295,0-2 0,0 0 45,-3 0 0,0-3-133,-1 1 1,-2-5 125,1-2 0,0-3-37,0-2 325,-1-2 1,5 0-132,-1-4 0,1-2 95,1-3 0,0 0-88,0 0 1,1-2-20,1 0 0,3-3 23,4 1 1,-1-2-105,4-1 1,-3 0 128,2 1 0,1-1-31,1 0 1,1 1 59,0-1 1,0 3-90,2-1 0,-2 4 235,2-1 1,-1 2-53,-1 2 1,-2 2-9,0 0 1,-2 3-106,0-3 1,-5 6-5,2 1 0,-5 2-34,0 1 1,-1 2 63,-1 0 1,-3 3-119,-2 0 1,-1 1 33,0 0 0,-1 1-92,0 0 0,0-1 62,0 1 1,3-2-14,2-1 1,1-2 69,1 2 1,4-3 0,3-1 0,3-3 104,4-4 1,2-1-76,2-1 1,1-3 488,0-4 0,0-2-236,-3-5 1,-3 1 93,-1-1 0,-7 0-54,0 0 0,-4 0 17,-1 2 0,-3 0-473,-2 1 0,-4 0-516,-2 1 0,-1 2 680,0 4 0,0 11 0,1 3 0</inkml:trace>
  <inkml:trace contextRef="#ctx0" brushRef="#br0" timeOffset="1256">828 167 7746,'0'-7'556,"0"1"0,0-1 682,0 0-436,0 3 259,0 1-661,3 9 0,0-1 40,2 7 1,1-1-97,-2 3 1,0 3-110,1 1 1,-3 2-203,2 3 0,-2-1-199,0 3 1,-1 1-459,-1 4 1,0-2 392,0 1 0,-3-1-412,-2-3 1,0-2 198,0-2 0,-1-4 92,2-4 1,0-2-369,-1-4 570,4-4 1,-2 0 62,3-6 0,0 0 143,0-4 0,0-1 216,0-1 1,0-1-146,0-1 1,3-2 113,2 2 0,-2-2-89,2-1 1,-1 0-6,3 1 1,1-1-82,1 0 1,-1 1-144,4-1 0,-1 3 45,3 2 0,-1 2-43,1 3 1,2-1 12,0 2 0,2 2 46,-2 3 0,-1 3 4,-3 4 1,-2 1-21,-1 4 0,-4 0 183,0-1 0,-5 1-55,-5 0 0,0 0 15,-7 2 0,-1-4-123,-3 2 0,-4-5 3,-1 0 0,0-1-1012,-4-2 0,5 1 105,0-3 916,4-1 0,2-12 0,4-2 0</inkml:trace>
  <inkml:trace contextRef="#ctx0" brushRef="#br0" timeOffset="1685">1265 352 7776,'-7'-10'0,"3"2"856,-1-1 1,2 2-348,-2 0 0,0 2 50,2 1 1,-2 2-285,1 0 0,-3 2-279,1 2 0,-1 3 43,0 4 0,-1 1-140,-1 4 0,2 0-209,-2-1 1,1 1 222,1 0 1,1-1-93,1 1 0,0 0 41,3-1 0,0-1-375,2-1 1,0-2 158,0 0 1,3-2-133,1 0 1,0-3 214,1-2 1,-1-1 143,3-1 0,0 0 209,0 0 0,-1-3-87,1-2 0,0-1 2,0-1 0,0-2-34,0 0 0,-1-1 205,1 1 1,1 1-26,1-3 1,-1 1 171,1-1 1,-2 0-8,0 0 1,-2-2-16,-1 2 1,0 1 312,1 1-221,1 1-514,-6 1 142,3 3 0,-3 3-2,0 6 1,0 0-97,0 6 1,0-2-209,0 3 1,3-1-86,-1 3 0,1-1-274,-1 1 0,0 0-71,2-1 0,-2-2 723,0-2 0,14-7 0,3-3 0</inkml:trace>
  <inkml:trace contextRef="#ctx0" brushRef="#br0" timeOffset="2152">1464 58 7776,'-4'-9'0,"0"0"869,1 0 0,-1 2-318,2 3 1,1 4-118,-1 4 1,1 3-115,1 2 1,0 3 79,0 4 0,0 1-166,0 4 0,3 0-57,2 2 0,0-1-165,-1 3 0,3 0-97,-3 2 0,0 1-639,0-1 0,-2 0 415,0 1 0,-1-3-243,-1-2 1,-1-1 243,-1-6 1,-2-1 141,-3-3 0,1-2-166,2-4 316,-2-2 1,4-1 305,-2-6 0,2 2-146,0-4 0,1 0-44,1-4 1,1 0-56,1-2 1,0 2-107,2-2 1,1 0 87,2-1 1,-3 0 8,1 0 0,0-1-5,4 0 0,-1 1 3,1 1 1,-2 2-77,0-3 0,2 4 44,0-1 1,4 2-132,-2 2 1,0 2 91,0 3 1,0 0-133,3 0 0,-3 4 83,1 3 0,-4 1 172,1 3 1,-1 0 19,-1 0 0,-3 2 170,-2-2 0,-1 2-171,-1-2 1,-3 2 66,-2-2 1,-4 0-241,-3 0 0,0-2 127,-2 0 1,0-2-731,1 0 1,-3-2 353,0-1 0,0-2-1430,2 0 1747,0-1 0,7-13 0,1-4 0</inkml:trace>
  <inkml:trace contextRef="#ctx0" brushRef="#br0" timeOffset="2352">1757 304 7776,'3'5'1203,"-1"-1"1,0-1-1014,-2 4 1,1-1-95,1 5 0,-1 1-163,1 1 1,-1 1 201,-1 0 0,0-1 39,0 1 1,-1-1-2904,-1-2 2729,1-1 0,-2-12 0,3-3 0</inkml:trace>
  <inkml:trace contextRef="#ctx0" brushRef="#br0" timeOffset="2501">1785 140 7776,'-7'-10'607,"0"0"908,0-1-2878,3 1 326,1 6 1037,3 1 0,13 15 0,2 3 0</inkml:trace>
  <inkml:trace contextRef="#ctx0" brushRef="#br0" timeOffset="2811">1921 24 7776,'0'-7'591,"0"1"968,-3 1-1168,3-1 0,-3 6-174,3 0 0,0 4 275,3 5 1,-2 2-124,4 5 1,-3 3-168,3 3 1,-2 3 14,2 2 0,1 3-236,-1-1 1,-2 4-296,-1-1 1,-1 1-427,-1 1 0,0-5-489,0-4 1,-3-6 583,1-3 1,-3-5-886,3-2 1530,0-4 0,17-24 0,4-7 0</inkml:trace>
  <inkml:trace contextRef="#ctx0" brushRef="#br0" timeOffset="2985">2092 249 7776,'4'0'2748,"-1"0"-2431,-3 3 0,2 2-213,1 4 0,0-1 62,-1 4 1,0-1-518,2 3 1,-2 2 259,0 0 1,-1 0-1160,-1 0 1,0-4 1249,0 2 0,0-5 0,0 1 0</inkml:trace>
  <inkml:trace contextRef="#ctx0" brushRef="#br0" timeOffset="3153">2174 44 7776,'-3'-7'0,"-1"1"-102,1-1 1,3 2-256,-3 1 0,3 2-529,3 0 886,-3 1 0,19 19 0,0 5 0</inkml:trace>
  <inkml:trace contextRef="#ctx0" brushRef="#br0" timeOffset="3419">2325 31 7776,'0'-7'1865,"-3"0"-729,2 0-759,-2 3 0,3 4-173,0 5 1,1 4 361,1 2 1,-1 3-193,4 2 1,-1 4-153,3 2 0,0 4-5,0-1 0,0 3 0,0 1 0,-4 2-2337,0 1 0,-2 0 1065,-1-2 1,-4-4 202,0-3 0,-2-5-2,-1-2 854,0-4 0,-3-18 0,0-6 0</inkml:trace>
  <inkml:trace contextRef="#ctx0" brushRef="#br0" timeOffset="4044">2256 270 7776,'-3'-7'679,"0"0"1,2 0-187,1 0 0,0 1-421,0-1 1,4 2 28,3 1 1,1 1-49,3-1 0,4 2 4,3 0 1,4 1-54,1 1 1,2 1-148,-3 1 0,3 2 75,-2 3 0,-3 0-230,-4 0 0,-5 0 134,-2 2 0,-1 1-146,-1 2 1,-3 0 81,-2 0 0,-2 0 94,-2-1 0,0 2 3,-2-1 1,1-2-6,-1 2 0,2-4 169,0 1 1,1-1-35,1-1 1,1-1 23,1-2 1,4-1-55,3-3 0,3 0-190,-3 0 1,3 0 104,-1-3 1,2-1-25,1-2 1,-1-1 127,-2 0 0,1 0 121,-2 0 0,-1-2 400,-2 0 1,-1-2-243,-2 2 0,1-1 403,-2 4 1,-1-1 107,-2 0-343,3 0 19,-2 3-627,2 1 0,-3 4 121,0 1 1,0 4 6,0 4 1,0 2-134,0-1 0,0 3 68,0 2 1,0-1 255,0 3 1,0 3-139,0 4 1,0 3 391,0 1 0,0 0-144,0 3 1,0 0 22,0 2 0,-3 0-150,-2-3 1,-2-3-183,-2-5 0,-2-3-204,-5-2 0,2-5 159,-2-6 0,-2-3-86,0-4 1,-2-1 58,0-1 0,-1-4 56,1-3 1,2-5-19,2 3 0,5-6 630,2 3 1,4-1-203,3 1 1,2 3-28,2 0 0,5-1-213,4-1 1,5 1 65,3 1 0,1 2-364,3 0 1,0 4 148,4 0 1,-3 2-614,3-2 0,-4 1 314,2 2 1,-2 1-2315,-1-1 2661,0 1 0,-2-8 0,1-2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41.3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123 251 7729,'3'-7'314,"0"0"0,-2 1 283,1 1 141,-1-1-210,2 5-139,0-2 1,-2 6-64,1 2 0,-1 4-6,-1 3 1,0 4-88,0 5 0,-1 2 12,-1 5 1,-2 2-407,-3 2 1,-3 2 173,-1 3 0,-2-3-661,0 3 0,-1 0 388,0 0 0,1-7-596,2-5 0,1-9-318,3-5 655,0-2 1,4-6 77,0-3 1,5-6 440,0-6 0,3-4 0,0-2 0,1-2 0,7-49 0,1-12 0</inkml:trace>
  <inkml:trace contextRef="#ctx0" brushRef="#br0" timeOffset="192">75 319 7738,'7'-17'0,"-1"-1"0,-1 1 169,-1 1 1,2 5 30,3 2 1,-1 1 101,4 1 0,-3 3-102,2-1 1,0 4 102,0-1 1,2 4-42,-2 2 1,2 2-26,1 1 1,-1 3-95,-2 2 1,-2 1 25,-4 3 0,0 2-235,-2 2 1,-5-2 86,-5 1 1,-3-2-263,-3 1 0,-3 1 121,0-3 1,0 0-468,2-2 0,1-4-376,-1 0-795,0-3 1758,4-3 0,12-22 0,6-9 0</inkml:trace>
  <inkml:trace contextRef="#ctx0" brushRef="#br0" timeOffset="647">328 257 7738,'3'-3'539,"3"3"1,-3-3-145,2 6 0,0 0 34,-2 4 1,2 1-232,-1 1 0,0 1-183,1 1 0,-3 2-73,3-1 0,-3 0 130,3 2 1,-3 0-142,2-1 0,-2 0 105,0-1 0,0-2-462,0-4 0,-1 1-48,1 0 30,-1-3 74,-1-1 239,0-3 77,-3 0 1,1-1-35,-2-1 0,2 0-114,0-2 1,1-1 94,1-2 0,0 1-105,0-1 0,1 0 77,1 0 1,0 0 9,2-3 0,1 3-17,2-2 1,0-1 6,2 1 1,-1-1 250,1 1 0,1 0 69,-1-2 1,1 3 54,-1-1 0,-1 1-108,1 1 1,-2 3 6,0-1 0,-2 3-46,-1 0 1,-2 2 86,3 2 0,-3 0-157,3 3 1,-3-1-2,3 3 0,-3 0-88,3 0 101,-1-1-109,3 1 1,-3-1 46,1-1 72,-3 1 1,1-4-35,-3 2-19,0-2-1253,0 1 1261,-3-3 0,-4-13 0,-4-2 0</inkml:trace>
  <inkml:trace contextRef="#ctx0" brushRef="#br0" timeOffset="1318">574 360 8567,'6'0'20,"2"0"-34,1 0 0,-1-1 112,4-1 0,-1 0-279,3-2 0,0 2 88,-1-3 0,0 0-158,-1-1 1,0-2 82,-3-1 1,-1 1 46,-3-1 0,0 2 102,-3 0 0,1 0 7,-3 0 0,-3 0 122,-2 0 1,-2 4-57,-2 0 1,-2 3 79,-2 0 0,-1 0-9,0 0 1,3 3 213,0 1 0,0 5-91,0 0 0,-2 1 140,4-1 1,0 1-84,2 4 0,3 0 58,-1-1 1,4 1-320,-1 0 1,1-1 108,1 1 1,5 0-55,2-1 0,4-2 37,-2-2 1,5-1-355,0-2 1,2-2 150,0-1 0,-1-3-679,3 0 0,0-3-9,0-1 0,1-5-1118,0-3 1873,4-1 0,13-22 0,6-5 0</inkml:trace>
  <inkml:trace contextRef="#ctx0" brushRef="#br0" timeOffset="1751">1032 121 7771,'0'-7'2026,"0"0"-1440,0 3 1,0 4-220,0 5 1,2 4-25,0 2 0,0 2-127,-2 1 1,0 3-14,0 1 1,0 2 12,0 3 1,0-1-1,0 3 1,0 0-340,-3 3 1,0-4 175,-4-1 1,2-3-795,1-2 0,1-2-16,-1-4 408,2-2 1,-2-4-157,2-2 381,1-1 0,-2-6-260,3-1 0,0-3-350,0-2 1,0-2 262,0-3 0,0 2 130,0 0 1,0-1 345,-3 2 0,2-2-76,-4-1 0,1 3 372,-3 0 1,0 2-257,0 0 0,-2 4 188,0 3 1,-3 1 58,0 1 1,-1 6 228,0 1 0,1 4-76,1 0 0,3 3-72,-1 2 0,4-2-371,3 2 1,1-1 64,1-2 1,3 1-422,2 0 0,4-4 218,2 0 1,2-4-305,1-1 1,2-2 71,3-3 368,0-3 0,8-19 0,1-8 0</inkml:trace>
  <inkml:trace contextRef="#ctx0" brushRef="#br0" timeOffset="1935">1189 257 7771,'0'-3'1797,"0"0"1,-3 6-1466,1 1 1,0 2-178,2 1 0,-1 3 22,-1 1 0,1 2-131,-1 1 1,1 0-999,1 2 0,-2-1 567,-1 1 0,1 0-1896,2-3 2281,0 3 0,6-15 0,2 1 0</inkml:trace>
  <inkml:trace contextRef="#ctx0" brushRef="#br0" timeOffset="2085">1223 141 7771,'-7'-10'40,"1"3"-140,1-2 0,2 3-692,3 2 233,0 2 559,0-1 0,13 18 0,2 4 0</inkml:trace>
  <inkml:trace contextRef="#ctx0" brushRef="#br0" timeOffset="2403">1435 251 7771,'-8'-3'165,"-1"-2"0,1 2 76,-1 1 0,-1 1 266,1 1 1,-2 3-183,2 2 1,-3 4-123,0 2 1,2 2-46,1 1 0,2 0 71,3 2 1,-1-1-308,2 3 1,2-2 92,3 0 1,3 0-432,4 0 0,1-1 32,4-3 1,3-3-179,1-5 0,2-1-267,3-3 1,-1 0 439,0-3 1,2-3 388,-1-6 0,-4-1 0,19-46 0,3-12 0</inkml:trace>
  <inkml:trace contextRef="#ctx0" brushRef="#br0" timeOffset="2593">1653 32 7771,'-6'-3'1239,"-1"2"-751,0-2 1,1 7-10,1 3 1,2 3-117,3 6 1,-2 5-160,0 4 0,-1 1-132,3 2 1,0 4 95,0 3 1,3 0-868,-1-1 1,0-2 461,-2-3 0,0-1 205,0 0 1,0-5-1025,-3-2 0,2-5 1056,-1-4 0,-2-14 0,1-7 0</inkml:trace>
  <inkml:trace contextRef="#ctx0" brushRef="#br0" timeOffset="2993">1571 319 7771,'7'-3'-87,"1"2"87,1-1 0,-1 1 175,4 1 1,-1 1 292,3 1 0,0 0-312,2 2 1,1 0-26,1 1 1,2 0-216,-2-3 1,0 3 70,0-3 0,-3 0-186,1-2 0,-2 0 97,-3 0 0,2-3 36,-2-1 1,-1-2 9,-1-1 1,-3 0-5,-2 0 0,-2 0-155,3 0 1,-4 0 61,2-2 1,-3 1 195,-3-1 1,0 2-52,-4 3 0,-3-2 222,-1 4 0,-2 0-90,-1 2 0,0 3 343,1 1 1,0 2-115,1 1 0,0 2 57,3 1 0,0 2-34,2-1 1,1 2-82,1 1 0,0-1-259,3 1 1,0 0 51,2 2 1,0-1-392,3 1 1,0-2 211,4 0 1,3-1-850,2 1 0,0-4 98,2-3 0,3-3-128,1-4 1,2-1 969,0-1 0,4-5 0,1-5 0,56-25 0,-33 15 0,0 0 0</inkml:trace>
  <inkml:trace contextRef="#ctx0" brushRef="#br0" timeOffset="3433">2207 39 8004,'0'-10'582,"0"2"1427,0-1-861,0 2-647,0 3 0,0 4-150,0 4 0,0 5 415,0 3 0,1 4-252,1 2 1,-1 4-117,1 1 1,1 3-302,-1 2 0,1 0-237,0 4 1,-3-3-631,3 3 1,-2-3 565,-1 1 1,-1-4-240,-2-1 0,2-6 145,-4-1 1,1-7-606,-3-4 1,0-3 336,0-4 1,3 0 21,-1 0 0,3-4-3,-3-3 1,4 0-6,-1-5 1,-1 1 229,0-3 0,1 0 105,2 1 1,-1-1 148,-1 0 0,-1 1 68,-2-1 0,-1 3 168,2-1 0,-3 4-208,-2-1 0,0 4 680,-2 3 1,0 2 351,-3 2 0,0 3-482,1 4 1,0 2 133,1 2 1,3 3-234,2 0 0,1 3-120,1-1 0,2-1-88,3-1 1,6-2-17,3 0 1,3-1 28,2-2 1,3-1-510,1-3 1,1-3-330,-1-2 1,2-2-760,-2-2 1,-3-2 1380,-2-3 0,-10-33 0,0-9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39.6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301 69 7711,'0'-7'1261,"0"0"-354,0 0-400,0 3 1,0 2-149,0 4-1,0 2-1,-3 3 1,2 4-39,-4 2 0,1 2-278,-3 3 0,0 2-5,0 3 0,0 3 17,-2-1 1,0 2-663,-2 0 1,-1-3 361,-1-1 1,-1-2-735,0 0 0,3-2 407,0-3 1,3-3-326,1-7 1,3-2 898,1-1 0,12-18 0,-1-4 0</inkml:trace>
  <inkml:trace contextRef="#ctx0" brushRef="#br0" timeOffset="244">609 0 8708,'-7'0'1415,"-3"0"-886,-1 0 1,-6 0-39,-3 0 0,-8 3-289,-6-1 1,-6 5-158,-6 0 1,-6 2 72,-3-3 1,-2 1 84,2 0 0,9 0-447,9 0 1,8-3 212,7 1 1,4-1-2964,4 0 1601,7 2 1393,4-5 0,30-4 0,7-5 0</inkml:trace>
  <inkml:trace contextRef="#ctx0" brushRef="#br0" timeOffset="944">411 69 7793,'-5'0'1274,"1"0"-747,2 0 0,-1 3-145,3 1 1,0 5-47,0 3 0,2 4-131,1 2 1,-1 5-86,-2 2 0,0 4 66,0 3 0,-1-1-347,-1-2 0,-2-1 60,-3-3 1,0-2-99,1-2 1,-3-7 122,-1-3 0,4-3 61,1-3 0,3-2-369,-3-3 252,4 0 1,-2-3-80,3-2 0,2-1 124,0-1 0,4 0-341,-2-3 1,4 0 128,2-4 0,2 0 14,-1 1 1,2-1 89,1 0 0,-1-1-20,1-1 0,4 0 275,0 2 0,4 1-63,-4 2 0,-1-1 128,2 5 0,-4 0-42,1 5 1,-5-1 30,-2 3 0,-4 1 12,-3 1 1,1 3 124,-1 4 0,1-1 61,-3 1 1,-3 1-67,1-1 1,-1 2-93,1-2 0,1 3-29,-1-3 0,1 2-153,1-2 1,0 0 87,0-2 1,1 0-63,1 0 1,0-1 15,2-2 0,3 2-113,2-4 0,1 0-5,-1-2 1,-1 0 118,4 0 1,-1-3-191,3-1 1,0-2 105,-1-1 0,2-2-24,1 0 0,-2-4 62,2 2 1,1 0-44,-1 0 0,-3 0 63,-1-3 0,-1 0 4,3 1 0,-4-1 149,-1 0 0,-1 1-56,-1-1 1,-3 3 221,-2 2 1,-1 2-76,-1 0 1,-1 3-67,-1 2 0,-2 1-72,-3 1 1,0 0-139,0 0 0,-2 4 78,-3 3 1,0-1 27,1 4 0,-2 0 290,1 2 1,-1-2-115,0 2 0,2-1 42,2 3 0,1-1-91,2 1 1,-1-2-152,3 2 0,2-4 138,4 3 1,2-3-185,6 2 0,3-4-93,5 1 0,2-4-162,1-3 0,-1-1-990,1-1 0,0-3 564,2-2 0,-4-3 688,1-1 0,-4-16 0,1-1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39.0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1 188 7503,'15'-25'0,"4"-4"0</inkml:trace>
  <inkml:trace contextRef="#ctx0" brushRef="#br0" timeOffset="107">103 18 7737,'-2'-5'-103,"-1"1"1,-1 1-1147,2-1 1249,-1 2 0,9 2 0,2 4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37.5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130 273 8598,'0'-7'417,"0"0"0,-2 4-302,0 3 1,-1 4 0,3 5 0,-2 0-167,0 2 1,-1 0-36,1 3 0,1 2 10,-1 0 0,-1 1-50,0-1 1,1 0 5,2 3 1,0-2-201,0-1 0,3-2 140,2 2 1,-1-4-16,3-3 0,-2-2 94,4-3 0,0-1 185,0-3 1,-2-4 9,3-2 0,0-4-94,2-4 0,0-3 73,-1-1 1,2 1-83,-2-2 0,2 4 48,-2-4 1,2 4-14,-2-1 0,-1 5-35,-1 2 0,-1 1 67,-1 1-38,-4 3 0,1 2 173,-4 4 1,0 5-108,0 2 1,0 6-17,0 1 1,-4 4-22,0 2 1,-4 3-50,-2 2 1,-2 3 65,1 2 1,-2 2-263,-1 0 1,-2-2 43,-3 0 0,0-1 42,-2 1 1,1-5 183,-1-4 1,1-4-83,-1-3 1,1-1 379,2-8 1,1-2-158,4-5 1,2-1 43,2-1 0,5-5-104,1-4 0,2-2-115,1-1 1,4-2-86,3 0 0,6-4-291,5 2 1,3-4-414,2 4 0,1 1 368,3-2 1,3 2 380,-1-1 0,53 1 0,10 3 0</inkml:trace>
  <inkml:trace contextRef="#ctx0" brushRef="#br0" timeOffset="559">499 587 7823,'-6'7'0,"-1"0"0,0 0 0,0 3 80,0 1 1,0 2 120,1 1 0,-1-1 684,0 1 0,0 0-359,0-1 0,0 1-429,-2 0 1,1-1 67,-1 1 0,1 0-395,1 0 1,1-4 162,-1-1 0,1-1-275,1-1-98,2-4-285,3 1 477,3-11 1,1 1 10,3-6 0,0-1 147,2-1 0,0-1-38,2-3 1,1 2-125,1-2 1,1 2 137,0-2 1,-2 3 96,0-1 1,1 1-28,-2 2 0,1 2-35,0 2 0,0 4 162,-3 0 0,1 4-56,-1-2 1,-4 6 320,2 1 1,-5 2-147,1 1 0,-3 3 186,0 1 1,0 2-135,-3 1 0,2-3 64,-4 1 1,1-1-123,-3 3 0,0-1-56,0-2 1,3 1-90,-1-3 0,1 0 67,-3-2 1,2 0-616,1 0 304,2-3-150,-1 2 104,3-6 88,3-6 0,1 0 19,3-7 1,0 2 52,2-3 0,1 2 71,2-4 0,1 2-44,-2 0 0,2 0 207,1 1 0,-1-1-60,1 0 0,-1 4 95,-2 1 1,1 4-104,-3 3 0,1 1 107,-4 1 1,1 1-88,0 1 0,-3 2-57,-2 3 1,1 2-150,-1 0 1,1 3 61,-3 0 0,0 0-658,0-1 1,-1 2 39,-1-2 655,-2-1 0,-9 3 0,-1-2 0</inkml:trace>
  <inkml:trace contextRef="#ctx0" brushRef="#br0" timeOffset="1030">376 41 8038,'-4'0'670,"-1"0"-451,4 0 0,-5 0-72,4 3 0,-3 1 10,0 2 1,-1 1-124,-1 0 0,0 1 71,-2 1 0,1-2-156,-1 2 1,1-1-160,2-1 0,1 0-18,0 0-39,4-1 0,-4-1-81,2 0 155,1-4 1,5 1 58,2-4 0,1-2 24,1-3 1,0 1-3,2-1 0,1-3 108,1-2 1,2 2 241,-1-2 1,-2 2-94,2-2 1,-4 3 344,1 2 1,-1-2-222,-1-1 1,0 2 202,-1 4 0,-1 0-127,-1 2 1,-1 1-99,1-2 1,-1 6-120,1 1 0,1 5-135,2 3 0,-1 1-929,1 0 0,1 2 237,1 1 699,-1-2 0,14 21 0,0 2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3:53.8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226 96 7870,'4'-6'32,"0"0"1,0 3 0,-1-1 0,1 1 326,0 0 0,-1-3-85,2 2 1,1 0 220,-1-1-230,1 1 1,0-3 215,-2 0-396,-1 0 0,-3 1 129,0-1 0,0 2-320,-3 1 0,-1 2 103,-2 0 0,-4 1-388,-2 1 0,-1 1 148,-3 1 0,1 2-51,-4 3 0,4 2 99,-1 0 0,-1 3 86,2 0 0,-1 0-15,2-1 0,3 2 16,2-2 0,5 0-60,1 0 0,3 0 16,0 0 1,1-1-6,4-6 0,2 1 6,7-2 0,2-1-87,0-2 1,3-1 108,-1-1 0,-1-2-33,-1-3 0,0 0 234,-3-2 1,2 1-136,-6-1 1,-1-1 354,-3 1 1,0 0 315,-3 2-160,1 0 1,-4 3-217,-1-1 0,0 3 29,-3 0 1,2 2-121,-2 2 0,-1 3 21,1 4 0,2-1-121,1 4 1,1 2 118,1 1 0,0 4-233,0 0 1,0 3-116,0 0 1,0 4-78,0-1 1,0 4 22,0 1 1,0-1-106,-3-4 1,-3-2 112,-3-2 0,-5-4 110,0-1 1,-3-5 217,1-4 0,-3-4-119,0-3 1,0 0 420,-2 0 0,1 0-189,2-3 0,4-3 320,2-3 0,5-1-167,0 1 0,3-1 5,4-4 0,4 3-438,3-1 0,3 2 90,3-2 0,4 0-513,1 3 0,3-2 281,2 1 0,-1 1-660,3 2 875,-3 1 0,23 2 0,2 1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4:05.4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96 346 7428,'0'-3'894,"0"0"-807,0 9 1,-1 1-10,-1 4 0,-2 2-24,-3-2 1,0 2 26,1 1 0,-1-1-130,0 1 1,0 0 71,0-1 1,0-1-139,1-1 1,-1 0 94,0 0 1,2-2-151,1-4-13,2 1 92,-1-5 1,3 1-151,0-4 0,3-4 36,2-3 1,1-4 136,1 2 1,3-2-20,1-1 0,0-1-4,0-1 0,0 0-1,3 2 1,0 0 164,-1 1 1,1 1-51,0 1 1,-1 3 67,1 1 1,-2 1 72,-1 4 1,-3 0-37,1 2 1,-1 0 10,-1 0 1,-3 3-87,-2 1 0,-1 5 2,2 0 1,-3 2 10,3-2 1,-5 4-82,0-2 0,-3 0 66,0 0 1,0 0-69,0 0 1,-1 0 7,2-2 0,0-2-19,-1 2-162,1-1 0,-1-2 45,1-1-216,2-2 161,-1-3 78,3 0 1,3-3 107,2-2 1,1-3 13,0-1 0,1-1 1,0 1 1,0 0-64,0-2 1,2-1 185,0-1 1,3-1-78,0 0 0,1 1 142,3-1 0,-1 3-43,1-1 1,-2 5 213,0 0 1,-1 1-36,1 4 0,-3 0 86,-2 4 1,-4 3-66,0 4 1,-4 2-142,1 2 1,-1 1-124,-1 0 1,-3-1 132,-1 1 0,-3 0-779,1-1 0,1 0-170,1-1 0,-1 0 734,-2-3 0,3 0 0,1-2 0</inkml:trace>
  <inkml:trace contextRef="#ctx0" brushRef="#br0" timeOffset="314">875 12 7871,'0'-4'1891,"-1"-2"-1190,-1 4 0,-2 3-250,-3 4 1,-2 1-55,-3 3 1,-2 3-184,-1 4 0,-1 2-230,-2 5 0,1 0 97,-2 4 1,3-1-278,2 3 1,4-1-302,3 0 0,4-2-613,3-1 1,3-3 372,1-6 0,5 0-1119,3-7 1856,4-3 0,7-12 0,5-6 0</inkml:trace>
  <inkml:trace contextRef="#ctx0" brushRef="#br0" timeOffset="631">1053 121 7871,'0'-7'0,"0"0"107,0 0 1,1 1-69,1 2 0,2-2 418,2 4 0,4 0-67,2 2 1,1 1-210,3 1 0,-1 3-146,1 4 0,-4-1 106,-1 3 1,-1 3-298,-1 2 0,0 0 105,-7-2 0,0 2-43,-2 0 0,-4-1 46,-3-1 0,-1 0-10,-6-1 0,2 0-3,-7-1 0,1 0-1,-2-3 0,0-1-301,2-3 0,1 0 121,3-2 0,1 1-434,2-2 0,3 1 68,4-3 608,2 0 0,11-9 0,7-3 0</inkml:trace>
  <inkml:trace contextRef="#ctx0" brushRef="#br0" timeOffset="898">1374 121 7871,'4'-7'228,"-1"0"1065,-3 0-823,0 4 0,-1 0-120,-1 3 1,-2 0-137,-3 0 0,-3 3-11,-1 1 1,-2 2-33,-1 1 1,-2 3-125,0 1 0,1 2-13,4-2 1,0 2 114,2-2 1,4 2-353,-2 1 0,5-1 126,-1 1 0,3-1-333,3-2 1,1 2 184,5-4 0,0-1-549,2-3 0,-2-2 323,3 0 0,-3-3-1056,2 3 1507,0-6 0,12-9 0,2-7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4:07.8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 35 7895,'-4'-7'121,"-1"0"1287,1 1-462,-3-1-571,3 3 0,4 1-171,4 3 0,6 0-28,1 0 1,3 1 169,2 1 0,1 3-60,4 4 1,1 1 70,1 4 1,-1 3-95,-4 1 0,1 4-195,-6 1 0,1 2 42,-7 1 1,-3-2-60,-9 1 1,-3-3-22,-8 1 1,-2-4-204,-2-3 0,-1 0-688,1-7 0,-1 0 410,1-2 1,1-3-2369,3 1 2819,3-4 0,12-4 0,2-4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4:14.8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900 200 9050,'-3'-4'-419,"2"1"-946,-2 0 1365,3 3 0,15-17 0,2-1 0</inkml:trace>
  <inkml:trace contextRef="#ctx0" brushRef="#br0" timeOffset="150">990 39 7905,'-7'-6'0,"1"-1"1446,-1 1-3148,4 2 1702,3 1 0,23-2 0,9-3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4:20.0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97 200 7850,'0'-7'675,"0"4"-570,0 0 0,0 4 305,0 1 1,0 3-127,0 4 1,0 2-180,0 0 1,0 3-138,-3 1 0,0 3 85,-4-1 0,0 4-335,-1 1 0,0-1 173,-3-2 0,3 0-229,-3-2 1,3 0 112,-1-4 0,3-2-249,2-4 142,1-4 1,3 0 54,0-6 0,1-1 145,1-4 0,3-2-51,4-3 1,0 0 201,-3 0 1,3-1-99,-1-1 1,3 2 137,-3-2 1,4-2-24,-1 0 1,1 1-41,3-1 1,2 2 235,2-2 1,0 2-95,1 0 0,1 5 145,1 4 1,-4 0-76,-3 4 1,0 3-36,-2 6 0,-2 2-127,-7 4 0,-1 3 0,-3 1 0,-3 4-27,-1 0 0,-3 0-150,-1-1 0,0-1-51,-3 0 0,1 0 69,-1-2 1,2 0-481,3-4 1,-1 1 55,1-6 537,2 1 0,24-31 0,9-8 0</inkml:trace>
  <inkml:trace contextRef="#ctx0" brushRef="#br0" timeOffset="376">451 219 9936,'-4'3'283,"2"1"0,-1 5-95,1 1 0,-2 3-227,2-1 0,-3 4-81,3 1 0,-2 2-119,2 0 0,-2 2-142,1-2 0,1 2 63,2-4 1,0-2 42,0-2 0,3-3 63,1-4 0,2-2 147,1-2 0,0-5-78,1-3 0,2-2 174,3-5 1,0 1-48,0-5 1,-1 0 117,-1-3 1,1 1-21,-1 0 1,1-1-91,1 1 0,-1 0 112,1 0 0,-2-1-76,0 1 1,-3 3 298,3 3-179,-3 1 160,1 4 0,-5 3 6,-2 5 1,-1 3-27,-1 6 0,0-1-181,0 2 0,-3 3 48,-2 2 1,0 3-354,-2-1 0,1 2 152,-1 0 1,1 0 108,0 1 1,-1-1-17,1 0 0,1-2-2388,1-2 2341,3-2 0,6-6 0,6-1 0</inkml:trace>
  <inkml:trace contextRef="#ctx0" brushRef="#br0" timeOffset="1001">830 225 8234,'0'-3'1627,"0"-1"-677,0 2-670,-3 1 0,3 1 52,-3 5 1,1 1 143,-1 3 1,-2 1-341,1 3 0,1 0-57,-2 2 1,1 1-376,-2 1 1,-1 1 251,1-3 0,-1 2-453,1-2 1,-1 0 255,1-2 0,2-3-513,-1-2 237,4 0 9,-2-5 282,3 0 54,0-9 0,2-1 72,0-6 0,6 0-38,-2 1 1,3-2-48,-1-1 1,0 1 65,3-3 0,-1 2 126,3-3 1,0 3-99,0-2 0,-1 4 87,-1 0 0,0 1 229,-2 3 0,0 1 323,0 4-170,-2-2 1,1 6-123,-3 0 1,-2 4 27,-1 4 0,-1 0-17,1 3 0,-1 0-237,-1 2 0,-1-1 149,-1 1 1,1 0-168,-4 0 0,3-2-134,-2-1 0,2 1 78,-2 2 0,0-3-157,0-1 1,0-2-80,2-1-239,1 1 88,-4-1 322,4-2 1,-2-2 28,3-4 0,0-2 8,0-2 0,3-2-39,1 0 0,2 0-19,0-3 0,1 1 61,-1-3 0,1-2 0,2 0 1,-1 0 116,2 2 0,-1-1-64,2-1 0,-1 4 223,3-2 0,-1 2-82,-1 1 1,1 1 284,-1 5 0,-2 1-143,0 3 1,0 0 36,0 0 0,-3 5 29,-2 1 1,-2 5-15,0 0 0,-1 1-264,-1 1 0,0 2 110,0 0 1,-2 0-831,-1 0 1,-2-1 368,1 1 0,-1-1-1144,1-2 1,-2 1 1439,2-3 0,-2 0 0,0-4 0</inkml:trace>
  <inkml:trace contextRef="#ctx0" brushRef="#br0" timeOffset="1485">1332 20 7881,'-3'-7'1463,"2"1"0,-3 2-537,2 2-579,2 1 0,-3 4 53,3 2 0,0 3-110,0 3 0,0 4 171,0 2 1,0 2-219,0 0 1,0 1-294,0 1 0,-3 3-507,-1 4 1,0-2 423,0 2 1,-3-2-467,-1-3 0,-1 2 295,3-4 1,-3-2 55,1-4 1,0-5-62,3-1 0,0-4 65,3-1 145,-3-2 0,5 0 118,-3-4 0,3 0-141,0-2 1,0 0 32,0-3 1,0-1-87,3-1 1,-2-2 71,3 0 1,1-1-111,4-1 0,-1 0 76,2 0 0,1 0-39,2 0 0,0 1 70,0-1 1,0 2 65,-1 0 0,2 3 110,1-3 1,-1 5-49,1 0 0,-2 4 274,0 0 1,-2 2-140,-2 5 0,-1 0 427,-6 5 1,0 2-265,-2 3 0,-3-1 82,-1 3 1,-5 0-63,-1 3 1,-3-3-98,-2 0 0,-2-1-644,-2 1 1,0-1 279,0-3 1,-1-3-1078,1-1 1,0-1 612,2-1 0,2-2 585,5-5 0,17-20 0,8-5 0</inkml:trace>
  <inkml:trace contextRef="#ctx0" brushRef="#br0" timeOffset="2193">1550 290 10069,'7'0'395,"-1"0"0,3 0-454,-1 0 0,4 0 123,-2 0 0,2 0-233,1 0 0,0-1 163,0-1 0,-1 0-346,-1-2 1,0 0 106,-2-3 1,-1-1-24,-1-1 0,-3-1 145,0 1 0,-2 0 181,0 0 1,-2 2 48,-2-2 1,-4 3-109,-2 2 1,-4 0 309,1 2 0,-3 2-118,-1 0 0,0 3 96,2 3 1,0 4-97,1 0 1,2 3-68,1 2 1,2-1-49,0 4 1,1-1-160,0 2 1,2 0 1,2-2 0,1 1 91,1-3 1,1 2-269,1-2 1,2-3 89,2-4 1,3-3-1,-1-3 1,4-1 60,1-1 0,0-4-141,2-2 0,-1-4 42,1-3 0,0 1 62,2-1 0,-5-2 149,1 0 0,-2-1-113,2 1 0,-2 1 405,-1-3 0,-2 2-166,1 0 1,0 2 415,0 3 0,-1-2-225,-1 4 0,-3-1 119,0 3 1,-2 2 162,3 2-408,-1 1 1,2 2-50,-2 1 1,0 2 79,-2 2 1,-2 3-67,3 2 1,-3-1 2,0 1 0,0 2-27,0 2 0,0 2 1,0-2 0,0 2-189,-3-2 0,2 3 85,-3-1 0,2 1-270,-3-1 1,3 1 44,-2-3 1,2-1-102,0-3 1,-1 0 146,1-2 246,0-3 607,2-4 1,0-12-92,0-2 1,0-5-29,0 2 1,3-1 106,1-1 0,2-1-544,0 1 0,4-4 89,0-1 1,3-1-622,2 1 1,2 1 297,5 2 0,1 0-253,2 2 1,0 0 191,-1 4 1,-2 2-1224,-3 4 0,-2 4 15,-2 0 0,-4 3-217,-3 0 0,-4 3 1568,-1 1 0,-17 7 0,-4 3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4:19.0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300 16 7946,'0'-6'1293,"0"1"-1195,0 1 0,-2 3 91,0 1 1,-3 6 26,0 5 0,0 2-25,-2 2 1,-2 4-88,-2 4 1,-2 2-94,-2 1 1,0 1 143,-4 0 0,1 1-326,-3 2 1,1-3 124,1 1 0,0-2-481,2 0 0,0-3 256,2-2 1,5-2-227,-1-4 0,3-1 155,2-6 1,1 0-413,1-3 432,3-3 1,1-7 162,4-4 1,2-3 158,3-3 0,-1-4 0,3-5 0,0-1 0,4-1 0,-1-2 0,3-2 0,32-33 0,10-8 0</inkml:trace>
  <inkml:trace contextRef="#ctx0" brushRef="#br0" timeOffset="316">249 93 7946,'6'-13'-15,"0"3"1,1 2 173,-1 1-142,-2 3 0,-1 4 59,-3 4 1,0 2-19,0 0 1,0 4 58,0 0 0,-2 3-97,-1-1 1,-1 1 10,2 0 1,-1 2 100,1 0 0,1 0-219,-1-2 0,1 0 47,1 0 0,0-1-82,0-1 1,1 0 26,1-2 0,2-4-24,2-3 1,4-1-11,0-1 1,2-3 36,1-4 1,2-3-34,0-5 1,3-1 63,-1-4 0,2-1 74,0 0 1,-2-1-68,-2 3 0,-2 0 297,0-1 0,-1 2-88,-1 1 0,-2 2 612,-2 4-52,-1 2-285,0 5 0,-2 5 68,-2 5 1,-1 4-110,-1 5 0,-3 2-182,-1 5 0,-2 1 14,0 2 0,-1 1-213,1 0 0,-1 2 68,1-1 1,-1 3-896,1-2 1,0-2-114,-1-2 1,3-2 931,0 2 0,5-5 0,0-3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4:25.2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168 232 7906,'4'-2'0,"0"-1"0,-1-1 370,2 0 0,-4-2-16,4-1 1,-4 3 141,1 0 0,1 2 244,-1-3-502,0 4 0,-2-2-63,-3 3 1,0 0-84,-4 0 1,-3 5-38,-2 1 0,-2 5 99,-3 0 0,0 3-98,0 1 1,-1 1-38,3-1 1,0 1-109,3 4 0,-1-1-298,3 0 0,1 0 231,5 1 1,1-2-197,3-1 1,6-2 122,2-4 1,7-2-38,2-5 1,3-1-7,2-3 0,2-4-137,0-2 1,-1-3 5,0-4 0,0-3 253,1-1 1,-4-2-44,-3-3 0,-2 2 166,2-1 0,-3-4 140,1 2 1,-1-4-108,-1 4 1,-1-2-2,-2-1 1,4-1-29,-3 1 1,2 0 264,-2 4 0,-1 2-78,1 3 0,-1 2 233,0 4 1,-2 4 230,-4 5-263,-3 2 0,2 2 55,-3 3 0,0 3-85,0 3 0,-3 4-185,-1 2 0,-2 4 59,0 0 1,-3 1 8,1 0 0,-1-1-95,3 2 0,-3 0-230,1 1 0,-1 0-360,3-3 1,-3 1 312,0 0 1,2-2-765,2 1 1,0-4 420,3-2 1,0-2-503,2-2 0,1-2 269,4-5 730,-1-1 0,20-18 0,0-2 0</inkml:trace>
  <inkml:trace contextRef="#ctx0" brushRef="#br0" timeOffset="392">689 290 7862,'0'-12'-129,"0"1"1,-1 1 1077,-1 1 0,1 4-374,-4-4 0,3 6 35,-2-1 1,0 0-206,-3 2 1,-1 1-201,-1 3 1,-2 2 6,0 5 1,-1-1-217,-1 2 0,0 3 24,0 2 0,1 1 23,1-1 0,1-1-353,2 1 0,1 0 153,-2 0 0,5 0-372,2-2 1,1-2 197,1 0 1,0-4-10,0 2 1,5-5 62,1-2 0,4-1-6,-1-1 0,3-1 78,1-4 0,0 0 8,2-5 0,-2 1 192,0-2 1,-1-1-96,-1-1 1,1-3 232,-1 3 0,-2-1-84,0 1 1,0 0 336,0 0 0,-2 1 42,-2 1 320,0 2-490,-4 6 1,2 0 11,-3 6 1,0 1-239,0 4 0,0 2 127,0 3 1,0 0-435,0 0 0,-2 0 177,0 0 0,-3 0-723,3-1 1,0 1 385,2-3 1,0 2-1598,0-4 2032,0 1 0,14-17 0,4-3 0</inkml:trace>
  <inkml:trace contextRef="#ctx0" brushRef="#br0" timeOffset="701">946 219 7862,'-3'-6'0,"0"-1"201,-1 1 0,-2 2-40,2-1 0,-2 4 13,0-1 0,-1 1 52,1 1 1,0 3-15,-1 1 1,3 3-177,0 1 0,0 0 75,0 3 1,1-1 19,3 3 1,0 0 68,0 0 1,1 1-68,1 1 0,-1-2-3,3 2 1,1-2 41,1-2 0,-2 2 12,-2-1 1,-1-1-19,-1 2 0,0-4-87,0 2 1,-2-3 91,-2 0 0,-1-1-551,-6-3 0,1-1 240,-1-3 1,-1 0-1122,2 0 0,0 0 1261,2 0 0,6-23 0,3-5 0</inkml:trace>
  <inkml:trace contextRef="#ctx0" brushRef="#br0" timeOffset="1001">1158 232 7862,'4'-6'0,"-1"-1"0,-3 1 461,0-1 0,0 3-28,0 0 0,-1 2 123,-1 0-452,-2 1 1,-2 4 107,-1 2 1,1 0-165,-1 2 0,1-1 50,0 1 0,1 1-19,1 1 1,2 2 55,-2 0 0,1 1-218,-1 1 1,3-2 129,-1-1 0,1 1 113,1 2 0,0 0-68,0 0 1,-2-1 9,0-2 0,-1 3-186,1-3 1,0 0 67,-2 1 0,0-3-550,-3 0 0,1-3 301,-1 0 1,-1-2-350,-1 2 1,-2-3 20,3-2 593,2 0 0,6-17 0,4-4 0</inkml:trace>
  <inkml:trace contextRef="#ctx0" brushRef="#br0" timeOffset="1395">1280 348 7862,'7'-3'-158,"-1"1"545,1-2 0,-1 3 67,0-1 0,3-1-185,0 1 1,1-3-146,-1 3 0,0-1 102,0 1 0,-1 1-424,2-4 0,-1 2 167,2-1 0,-4-2-426,2 2 0,0-2 220,0-1 0,-1 1 32,-4 0 1,1 1 83,-3 1 1,0 0-3,-2-3 0,0 2 278,-2 0 1,-4 0-97,-3 3 0,-2 0 192,0 2 1,-1 1-82,-1 1 1,-1 0 316,-1 4 1,1-1-160,-3 4 0,3 0 282,-1 0 0,3 2-184,2 0 0,1 4-164,-2 2 1,4 0-219,1 0 1,0-1 125,4 1 0,0 2-494,5-2 1,1-2 225,4-2 1,3-4-852,4-5 1,0-1 447,4-3 0,-1-1-945,4-3 1,0-1 891,-1-6 1,6 0 553,-1-2 0,4 0 0,39-25 0,13-7 0</inkml:trace>
  <inkml:trace contextRef="#ctx0" brushRef="#br0" timeOffset="1693">1724 200 7862,'-4'-4'0,"-1"-1"0,3 3 629,-2-2 0,0 2-185,-3 0 1,1 2-69,-1 0 1,0 0-97,-1 2 0,-2 2-67,0 2 0,-2 1-302,1-1 0,1 1 145,-1 2 0,4-2-207,1 2 0,0 0 117,4 0 0,0-1-454,2-1 1,3 1 96,4 1 0,3-1-6,5-1 0,1-3 68,3 0 1,0 1 98,-2 1 1,1 0 382,-3-2 0,-1 2-115,-3-2 1,0 2 180,-2 0 0,-3-2-20,-4 1 466,-2-1 0,0 2-274,-2 1 0,-5-1-75,-4-2 0,-3 2 35,-1-2 0,-3 1 78,1-1 0,-1 2-644,-2-2 1,3 0 167,0 0 47,3-3 0,-2-1 0,3-3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4:24.3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154 412 7323,'4'-7'-424,"1"1"1264,-3-1 0,0 3 69,-2 0-305,3 2-415,-3-3 0,3 4 30,-6-1 0,0 2-196,-4 2 1,-2 4-47,-2 2 0,-1 4-43,-1 1 1,-2 1-51,0 3 0,0-1 78,3 1 1,-1 1-98,0-3 1,3 2 86,1-2 0,3 0-239,1-2 0,3-3 107,4-1 1,3-5-92,3-2 1,3-2 71,4-2 0,-1-4-19,1-2 0,0-4-99,0 2 1,3-2 59,-3-1 1,0 0 102,-3 0 1,-2 1-33,-1 1 0,-2 0 148,0 2 0,-4 1 38,-1 1 396,-1 1 177,-4-1 238,0 4-205,-4 0-368,4 3 1,0 1 9,3 1 0,0-1-84,3 3 0,2-1-56,4 1 1,2-3 55,0 1 1,2-1-171,2-1 1,-1 0 27,3 0 0,0-3-51,3-1 1,-1-2 39,0-3 1,1-1-131,-1-3 0,-2-3-47,0-1 0,0-2 75,3-2 0,-2 0-69,-1-3 0,-2 1 78,-4-3 0,0-3 52,-2-1 0,0 2-11,-3 0 1,-2 2-3,1 3 0,-4 1 275,1 2-207,-1 7 1,-4 1 159,-1 8 0,-3 2-108,-1 4 0,0 5 217,-3 6 1,0 1-70,-1 6 1,-1-1 40,0 7 0,2-2 23,0 4 0,4-1 76,-2 1 1,2 0-366,0 4 1,3-2 64,0 5 0,2-2-249,0 2 0,1-2 106,-1 4 0,0-5-110,-2 1 0,2-4 50,-2-3 0,0-2-133,0-3 0,0-4-945,2-7-822,1-2 2038,-4 2 0,1-30 0,-2-5 0</inkml:trace>
  <inkml:trace contextRef="#ctx0" brushRef="#br0" timeOffset="143">353 566 7926,'0'-9'990,"0"1"0,0-1-412,0 3 1,0 1-240,0 1 0,4 1-93,2-2 1,1 0-1232,4 3 1,3-2 278,3 2 1,1 0-596,2 2 1301,2 0 0,26 0 0,10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07.4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96 48 7798,'-1'-10'202,"-3"1"520,3-1 0,-3 4 284,4-1-220,0 5-373,0-2-49,0 17 0,0-1-148,0 10 1,-1 2-62,-2 2 1,1 4-243,-5 2 1,5 6 122,-1 0 0,-2-1-743,-2 1 1,2 0 391,-1-3 1,4-2-225,-2-1 0,0-7 188,1-6 1,-1-4-1607,1-6 1056,2-4 901,-4 0 0,-3-48 0,-3-10 0</inkml:trace>
  <inkml:trace contextRef="#ctx0" brushRef="#br0" timeOffset="683">0 315 7798,'4'-13'338,"-1"2"-132,3-2 1,0 3 120,4 0 0,-1 4-55,1-1 0,3 1 98,-1-4 1,5 4-110,-1 0 0,3 4-14,4-2 1,-3 3-126,2 1 1,-5 0-127,-1 0 1,-4 6-232,1 3 1,-4 2 210,-3 5 0,2 1-345,-5 5 0,0-2 216,-3 2 0,-1 2-150,-2-2 0,1-1 53,-4-5 0,-1 2 58,-2-2 0,2-2 148,1-1 0,1-3 144,-2 0-29,-1-5 1,6 0-86,-5-5 227,5 0 0,-2-2-52,4-1 1,0-2 92,0-5 1,1-2-40,2-1 0,2-4-252,5 1 0,4 1 52,2-1 1,3 0-117,3-3 0,4 0-228,5 0 0,0 3 159,4 0 1,0 4-123,4 0 1,-4 1 78,0 2 0,-6 0 49,0 3 1,-5 0 4,-4 3 1,-6 2 473,-1-2-175,-6 2-258,-3 1 311,-4 0 1,-4 1-33,-3 2 1,-1 2 288,-2 5 1,-3 3-159,1-1 1,-4 4-326,3-3 0,-3 4 20,3-1 1,-3 2-95,4 1 1,-1-3 49,3 0 0,2-3-138,1 3 0,0-4 43,4 4 0,0-4 99,3 1 0,0-6-223,0 0 211,4-5 0,1 2-144,5-4 1,-1-1 63,1-2 1,3-3-81,-1-3 1,1-1 177,-3 1 0,2-2-6,1-2 0,1 0 134,-1-3 1,-3-2-69,3 2 1,1-2 226,-1-1 1,3 0-103,-4 4 1,1-2 156,-3 4 0,-1 0-47,1 4 1,-4 3 342,0 3-330,-3 2 1,1 2 65,-4 2 1,0 3-125,0 3 1,0 5-38,0 2 0,-1-1-23,-2 1 0,1 0 40,-1 3 0,-1-3-355,1 0 1,0-2 163,3 2 0,0-1-796,0-2 0,0-2 3,0 1 0,0-4-1527,0-2 2328,4-4 0,27-27 0,10-12 0</inkml:trace>
  <inkml:trace contextRef="#ctx0" brushRef="#br0" timeOffset="859">956 268 7798,'0'-10'2159,"0"1"-1268,4-1-313,-3 5 1,3 1-185,-4 8 1,0 1-313,0 5 0,-1 2-406,-2 1 1,2 4 292,-2-1 1,-1 2-1117,0 1 1,-3 0 646,1 0 1,1 0-1234,2 1 1733,-2-1 0,8 4 0,-2 1 0</inkml:trace>
  <inkml:trace contextRef="#ctx0" brushRef="#br0" timeOffset="992">1032 134 7798,'-5'-19'327,"2"0"0,-2 3 1286,2 0-3460,0 8 831,3 0 1016,0 8 0,4 13 0,2 3 0</inkml:trace>
  <inkml:trace contextRef="#ctx0" brushRef="#br0" timeOffset="1701">1147 296 7804,'0'-5'1850,"0"-3"-1492,-4 6 0,3-1-240,-3 6 0,0 3 89,1 3 0,-1 2-200,1 2 0,0-2 146,-3 5 1,4-3-277,-1 3 0,1-4 99,-2 0 0,3 2-241,-2-1 0,2 0 58,1-4 1,0-2-276,0-1 122,0-4 218,0 2-33,4-4 0,2-4 65,3-2 0,1-3 62,-1 0 1,1-4-41,-1 0 0,2-4 17,2 1 1,1 1-1,2-1 1,1 2-47,-5-2 0,5-1 31,-1 4 1,-2 0 7,-1 4 0,-3 0 712,0 3-330,-1 2-95,-3 4 0,-2 4-64,-4 2 1,0 4 18,0 2 1,-1 2-129,-2 2 1,2 1-10,-2-4 1,-2 1-33,2-2 0,0-1-349,3 2 159,0 2 0,0-5 113,0 3 0,0-6-134,0 0 1,4-5 19,3 1 1,1-2-103,2-1 0,-1-3-30,1 0 1,0-6 110,3 0 0,-1-1 239,4-2 1,-5 0-66,2-1 0,-1 1 113,1-4 0,-3 5-67,3-2 1,-3-1 372,0 2 0,0-1-163,-1 3 1,1 1 373,-1-1 1,1 2-111,-1 1 1,-2 0 62,-1 4 1,-3-1 259,4 4-550,-5 0 0,2 5-225,-4 1 1,0 6 77,0 0 1,-1 4-91,-2-3 1,1 3 128,-5-3 0,5 3-761,-1-4 0,-1 4-97,1-3 0,-1 0-1218,4-4 1934,-4 1 0,7-9 0,-2-2 0</inkml:trace>
  <inkml:trace contextRef="#ctx0" brushRef="#br0" timeOffset="1851">1625 153 7804,'-5'-15'0,"0"1"721,-4 5 0,3-1 310,3 1-1079,-2 3 13,4 2 35,1 4 0,18 17 0,7 4 0</inkml:trace>
  <inkml:trace contextRef="#ctx0" brushRef="#br0" timeOffset="2768">1787 277 7826,'0'-6'641,"0"-1"-26,0 5 29,0-2-133,0 4-500,0 4 1,0 2 12,0 3 1,-1 1-43,-2-1 1,2 4-90,-2 0 1,-2 3 87,2-4 0,0 2-131,3-1 0,-3-2-52,0 1 39,-5-1 0,7-1-43,-2-1-80,-2-4 102,4 0 126,-4-5 0,5-1 10,0-3 0,5-1-18,1-4 0,3-2-26,0-2 0,1 2 33,-1-5 0,4 0-143,0-3 0,3 0 133,-4 4 1,4-2 98,-3 4 1,0 0-44,-4 4 0,1-1 285,-1 0-77,1 5-175,-5 1 1,0 8 170,-5 2 1,0 3-29,0 1 1,0 2-151,0 1 1,0 3 63,0-3 0,0 3-131,0-4 0,3 4 113,0-3 1,4 0-205,0-4 1,-2 1-24,1-1 1,2 0-36,5-3 0,-2-1 53,5-5 0,-3 0 88,3 0 0,0-2-195,3-1 1,0-2 94,0-5 1,0 1 104,0-1 1,0 0-76,1-3 1,-2 1 7,-2-4 1,-3 4 123,-3-4 0,-1 1 0,1-1 0,-4-1 645,1 4 1,-5-3-264,1 4 0,-2-1 151,-1 3 0,0 1-170,0-1 0,-1 5-204,-2 2 0,-2 2-13,-5 1 1,0 0-145,1 0 1,-1 4-103,1 2 0,-4 4 72,0 2 0,4 0-65,2 4 0,1-3 51,-4 3 0,4-4-170,0 4 0,4 0 54,-2 3 1,3 1-163,1-1 1,0 0 61,0 0 1,0 1 166,0 2 0,1 0 49,3 3 1,-3-4-76,2 2 0,-1-1 463,1-3 0,-2 2-185,2-5 1,-3-2 117,-3-1 0,-2-3-57,-5 0 0,0-2 217,-3-1 0,-2-2-150,-4-2 1,-3-1-96,-1 5 0,-2-5-115,3 1 0,-2-2 72,2-1 1,6 0-28,0 0 1,9-1 22,3-2 0,3-2-187,1-5 0,5 0 76,1 1 1,7-4 45,3 0 0,3-3-227,3 4 0,-2-4-331,3 3 1,-2 0-2403,1 4 2878,-2-1 0,33-12 0,4-4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05.3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77 239 7846,'0'-6'603,"0"-2"-68,0 7-475,0-3 59,-4 12 0,0 0-130,-3 8 1,-1-4 61,2 4 0,-3 1 53,-1 5 0,4-1-208,0 1 1,3-2 69,-4-1 0,5-1-152,-1-2 0,2 1 76,1-4 1,0 0-89,0-4 1,4-3 8,2-3 0,3 1 120,0-1 0,1-3-1,0-3 0,0-8-10,3 2 1,-2-4 48,1 0 0,-1 2-31,-2-5 1,1 1 66,0-1 1,-1-2-48,1 2 1,-2 1 14,-1-1 0,0 4-17,-4 0 0,4 1 142,-4 2-160,0 3 33,-3-2 0,0 8 7,0 0 0,-3 1-3,0 5 1,-5 4 47,2 2 0,0 5-41,0-1 0,3-1 41,-3 1 0,3 0-93,0 3 1,2-1-5,1-2 1,0 1 103,0-4 1,2 0 110,5-4 0,-1-3 95,7-3 0,2-2-75,1-1 0,5-9 267,1-3 0,4-5-141,-4-3 1,0-2-290,-3 0 0,0-4 131,0 4 1,-3-3-707,0 2 1,-7 4-894,0 3 1470,-1 0 0,6-20 0,0-4 0</inkml:trace>
  <inkml:trace contextRef="#ctx0" brushRef="#br0" timeOffset="384">536 67 9505,'0'9'1154,"0"2"-719,0 2 0,0 3-230,0 6 0,0 2-174,0 5 1,-1 4-99,-2 2 0,1-1 121,-5 1 1,4-4-91,-3 1 1,0-4 20,0-2 1,-1-6-615,3-4 186,1-4-33,-1 1 283,3-7 0,-3-3-24,4-6 1,0 1 87,0-5 1,3 1 27,0-4 1,4 0 149,0-3 0,1-1-81,2-2 1,0-2 66,3 2 0,-1 1-100,4-1 0,-5 1 291,2 0 1,1 1 12,-1 4 1,1 1-92,-2-1 1,-1 5 14,2 2 0,-6 2-86,-1 1 1,-2 1 7,2 2 1,-4 6 9,1 7 1,-2 2-152,-1 1 1,-3 1 53,0-1 1,-3-1 30,2-2 1,0 2-303,1-2 0,2 1-836,-2-1 1109,2-3 0,30-16 0,9-3 0</inkml:trace>
  <inkml:trace contextRef="#ctx0" brushRef="#br0" timeOffset="651">966 315 7846,'5'-9'468,"-2"-1"0,-1 1-88,-2-1 1,3 4-103,0-1 36,0 5 0,-7-2-103,-3 4 0,-1 4-234,-2 2 0,0 4 104,-3 3 0,1-2-57,-4 5 1,4 0 83,-4 3 0,4 1-80,-1-1 0,0 0-48,0 0 1,1 0 38,6 0 0,2-3-102,4 0 0,1-4 86,2 0 0,3-5-78,7-4 1,2-3 107,4-3 0,1-4-61,2-5 1,-3-3 34,1-4 0,-1 0-784,-3-1 1,-3 1 65,0 0 711,-6 4 0,-7-11 0,-6 0 0</inkml:trace>
  <inkml:trace contextRef="#ctx0" brushRef="#br0" timeOffset="1351">1138 48 7846,'5'-13'726,"-2"0"1,0 4 367,0 2-586,-2 5 1,3-1-138,-4 6 0,0 7-125,0 6 1,0 2-116,0 1 1,-1 4 44,-2 3 0,-1 1-188,-3 2 1,-1 0 115,1-1 0,2 4-575,-1 0 0,0 0 171,0-4 1,-1 0-666,3-2 0,-2-3-977,3-4 868,0-4 659,3-1 1,4-10 414,2-4 0,3-2 0,0-8 0,1 3 0,-1-6 0,1 2 0,0 2 0,-1 0 0,1 3 0,-1-1 0,1 3 0,-4-2 0,1 3 0,-5-1 0,1 0 1604,2 3-459,0-3-763,5 4 1,-4 0 346,1 0-415,-1 0-59,4 0-227,-1 0 0,1 3-240,-1 0 1,-2 1 87,-1-4-104,0 0 0,4 0 94,0 0 0,-4-4 1,0 1 1,0-4-9,0 0 1,2-1-79,-1-2 0,-2 1 101,2-1 0,-4 0 42,3-3 1,-4 2-61,1-1 1,-2 1 46,-1 1 1,0 1 217,0-1-147,0 1 1,-4 3 290,-2 3 1,-6 2-98,-1 1 0,-4 8 126,1 1 0,-2 4 206,-1 0 0,-3 2 241,0 4 1,-1 0-39,4 0 1,4 0-271,3 0 0,2 3-341,4 1 0,3-1 55,6-3 0,7-1-417,10-2 0,4-3 243,8-7 1,-2-2-416,1-4 1,-1-1-219,-1-2 0,-1-3-558,1-7 0,-6-1-1064,-3-2 2274,-6-2 0,-12-18 0,-4-9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03.6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125 29 7812,'5'-10'1522,"-2"1"-1040,2 3-274,1 2 0,-1 8 105,-2 3 1,-2 5-106,-1 4 0,0 7-260,0 2 1,-1 3 129,-2 0 1,-2 5 129,-5 2 0,4 1-512,0 0 1,-1 1-749,-2-2 1,-1-2 95,0-2 1,2-5 465,2-4 0,-2-6 490,5-3 0,-9-32 0,2-9 0</inkml:trace>
  <inkml:trace contextRef="#ctx0" brushRef="#br0" timeOffset="759">0 258 7812,'0'-9'340,"0"-1"0,4 0-22,-1 1 0,4 2-165,0 1 1,1 0 66,2-4 1,2 1-154,1-1 1,4 4-20,-1-1 1,3-2-152,3-4 1,0 0-70,3 4 1,-4-1 150,2 1 0,0-2-120,-1-2 0,0 6-6,-6-3 0,1 7 14,-5 0 1,1 2 64,-3 1 1,-4 0-28,0 0 1,-4 5 97,2 5 1,-3 0 77,-1 6 0,-5 0 68,-1 3 1,-2 0-53,-2 1 0,0 2 58,1 0 0,-1 0-70,1-2 0,-1 2 44,1 0 1,-1 4-54,1-4 0,-1 0-62,0-3 1,4-1-24,0-2 1,4 4-197,-2-4 0,3 0-424,1-6 450,0-1 0,6 0-190,3-3 1,2-6 117,5-6 0,1-3-128,5 0 0,-2-5 71,3-2 0,0-2 224,-1-1 1,0 0 83,-2 0 0,-6 3 0,-1 0 0,-3 7 300,-4 0-363,3 1 1,-8 2 670,2 0-225,-2 4-7,-1 2 1,0 5-128,0 4 0,-3 1 5,0 0 0,-1 0-70,4 3 0,-3-1-53,0 4 1,0-5-131,3 2 0,0-2 94,0-2 0,1 1-155,2-1 1,2 1 41,5-1 0,0-3-78,-1-3 1,4 1 19,0-1 0,4-1-93,-2-5 1,4 1-27,0-4 0,0-2-22,0-4 1,-1 1 168,-2-2 1,2-1-31,-2 2 0,-2-4 23,-2 3 1,-1-3-30,-1 3 0,-1-1 165,1 2 1,-5 4-87,-2-1 94,-2 1 0,-2 0 3,-2 1 1,-2 3-31,-5 4 1,1 0 1,-1 0 0,0 4-41,1 3 0,-2 1 231,-2 2 1,3 0-60,-3 3 1,3-1 345,0 4 0,0-3-182,1 3 1,2-4 20,1 4 1,4-3-136,-1 3 1,2-1-166,1 1 0,4 1-401,2-5 0,8 1 245,5-3 1,3-5-515,6-2 1,-1-2 324,5-1 1,-2-4 264,2-2 0,6-24 0,6-6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01.9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187 39 7845,'-6'0'785,"0"0"0,3 4-630,0 3 1,-1 2 121,1 4 0,-5 3-113,2 6 0,-3 4-196,0 5 1,-2 3-103,-1 5 0,1-1-103,-2 0 0,-1-3-280,2 0 0,-1-4 285,3 1 0,1-7-377,-1-2 1,4-6-141,0-1 749,3-9 0,8-28 0,5-16 0</inkml:trace>
  <inkml:trace contextRef="#ctx0" brushRef="#br0" timeOffset="222">25 115 7869,'0'-6'100,"0"0"0,0 2 362,0-2-270,0 4 1,7-3 65,3 2 0,9 0-164,0-3 1,8 1 37,1-2 1,6-1-286,8 1 1,-2-1 91,5-2 1,-5 4-789,1 0 1,-7 4 848,-5-2 0,-9-1 0,-6 0 0</inkml:trace>
  <inkml:trace contextRef="#ctx0" brushRef="#br0" timeOffset="668">63 335 7767,'9'-9'31,"-3"-1"1,2 4 534,-1-1 0,4 2-819,2-1 1,4-2 95,-1 5 0,5-3-144,2 3 1,3-2 128,0 2 1,0 1-114,0-4 0,-2 3 64,-2 0 1,-1 2 61,1 1 0,-5-1 159,-1-2 1,-5 2-1,2-2 0,-2 2-93,-2 1 93,-3 0 0,-2 1 32,-4 2 1,-1 2-63,-2 5 0,-2-1 129,-1 1 1,-6 3-61,3-1 1,-3 5 99,3-1 0,-2 2 11,-2 1 0,3-2 64,-3 3 0,2-7-71,2 6 0,0-2-15,3 3 1,2-5-111,4 1 1,0-4 78,0 1 0,5-3 22,4 0 0,5-5 18,5-2 1,-1-3-247,-2-3 0,2-3 377,-2-7 1,-1-2-39,1-4 0,-4 0-210,1 0 0,-7 3 91,-3 0 0,-2 1-339,-1-1 1,-4-1 147,-2 5 1,-3 0-1067,0 6 1146,-1-3 0,-12 12 0,-4-2 0</inkml:trace>
  <inkml:trace contextRef="#ctx0" brushRef="#br0" timeOffset="1007">675 230 7869,'5'-6'824,"-2"-1"0,-1 5-513,1-1 1,0 2-271,3 1 1,-4 1-102,1 2 1,1 6 90,0 3 1,-1 5-96,-3-1 0,0 3 111,0 4 1,0-2-89,0 5 1,-1-2-8,-2 1 1,0 0-128,-3-3 1,3-3 250,-3 0 0,0-1 217,0-5 0,-2 0-98,5-4 1,-1-3 485,1-3-300,2-2 1,-3-3-72,4-4 0,1-2 30,2-8 0,2-3-85,5-3 1,3-5-208,3 2 0,6-3-271,0-1 1,4 2-528,0 1 1,-2 3-2146,2 4 2895,-5 0 0,2 12 0,-3 4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12.9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364 68 7864,'0'-10'0,"0"1"0,0-1 562,0 1 0,0-1 240,0 1-13,0 3-580,0 2 0,-1 4-192,-2 0 0,0 1 73,-3 2 1,-1 4-73,-6 5 1,1 3 53,-4 4 0,0 5-120,-3 1 0,-1 4 27,-2 3 0,0 1 79,-3 2 1,3 1-84,-4-4 0,2 4 88,-2-1 1,3-2-204,4-2 1,4-6 14,2-6 1,7-4-369,3-6-26,2-3 349,1-2 0,4-5-54,2-2 1,3-3 97,0-3 0,1-1 118,-1 1 0,4 2 31,0 1 1,3 1 131,-3-2 1,-1 2 135,-2 2 0,0 2-123,3-2 1,-2 2 4,2 1 1,-3 1-54,0 2 0,-1-1-564,1 4 0,-1 1 227,1 2 0,1-2-611,1-1 828,3-4 0,26-2 0,4-5 0</inkml:trace>
  <inkml:trace contextRef="#ctx0" brushRef="#br0" timeOffset="267">880 297 7864,'-6'-9'0,"3"-1"0,-1 4 2061,1-1-1457,0 5 1,4-2-308,2 4 0,3 0-84,7 0 0,2 0 0,4 0 0,1 3-301,2 0 1,2 1 103,1-4 1,2 3-17,-5 0 0,13 4 0,0-1 0</inkml:trace>
  <inkml:trace contextRef="#ctx0" brushRef="#br0" timeOffset="409">842 431 7864,'-10'0'1439,"5"0"0,3 0-1418,8 0 0,5 0 11,8 0 0,7 0-32,3 0 0,40-4 0,7-2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11.1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230 154 7787,'0'-7'390,"0"1"-185,-4 0 1,1-3 18,-3 3 1,3-2-20,-3 5 1,2 0-24,-2 3 0,3 0 49,-4 0 0,1 1-183,-4 2 0,1 2 35,-1 5 1,1 1-43,-1 1 0,2 3 46,1 4 0,0 1 50,4 3 0,0-3 168,3 2 0,0 2-118,0-2 1,0 0 82,0-3 0,0 0-44,0 1 0,-1-1-150,-3 0 1,0-4-83,-2-3 0,-3-1-244,3-1 1,-6-4-780,-1 0 0,1-4 42,2 2-250,1-3 1,0-6 152,3-1 1084,1-2 0,31-44 0,6-11 0</inkml:trace>
  <inkml:trace contextRef="#ctx0" brushRef="#br0" timeOffset="534">249 307 7787,'4'-6'0,"1"1"172,5 2 1,0 2 315,-1-3 0,2 3-206,2 1 1,-3 0-65,3 0 1,-3 0-333,0 0 0,0 0 86,-1 0 0,1-1-129,-1-2 0,1 2-16,-1-2 0,1-1-213,0 1 229,-1-5 1,-3 4-234,1-3 1,-5-1 274,1 2 1,-3 1-16,-3 2 0,-2 1 244,-5-1 0,-3 2-66,1-2 1,-5 6 288,1 3 0,1 3-80,-1 0 0,4 2 14,-1 2 1,4-3-125,3 3 0,-2 1 18,5-2 0,0 2-126,3-1 0,0-2 101,0 1 0,5 2-82,5-1 1,3-4 36,6-2 0,5-5-170,1 1 1,3-3 76,1-3 0,2-3-60,1-7 0,0-2 8,-3-4 0,0 0 79,-1 0 0,-4-2-134,-5-1 1,-1 2 61,-6-2 1,4-2-158,-3 2 1,-1-3 100,-6 2 0,3 1 63,-3 3 0,-1-3 28,2-1 1,-5 5 92,1 5 0,-2 3-73,-1 0 256,0 5-103,0 1 0,-4 5-64,-3 2 1,-1 5 259,-2 5 1,1 4-110,-1-1 0,1 2 119,-1 1 0,1 5-124,-1 1 1,1 0-217,-1 0 1,1 1 86,3 2 0,-1 1-155,3 0 1,1-1-6,3 1 1,0-4 121,0 1 0,5-6-393,1-1 0,3-4 116,4-5 0,-1-5-392,4-2 0,-3-2 241,2-1 0,1-7-36,4-3 384,-1-6 0,4-20 0,1-10 0</inkml:trace>
  <inkml:trace contextRef="#ctx0" brushRef="#br0" timeOffset="700">698 201 7796,'0'-5'2810,"5"1"-2798,5 4 1,1 0-1185,4 0 1,5 0 97,2 0 1074,0 4 0,23 10 0,6 6 0</inkml:trace>
  <inkml:trace contextRef="#ctx0" brushRef="#br0" timeOffset="859">1166 354 7796,'1'-5'2070,"3"2"-1821,-3-2 1,6 2-62,-4-3-102,0 4-86,-3-2 0,0-9 0,0-3 0</inkml:trace>
  <inkml:trace contextRef="#ctx0" brushRef="#br0" timeOffset="1027">1147 115 7796,'0'-9'-286,"0"-1"286,0 1 0,-4 25 0,-1 6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14.3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584 68 7986,'-10'-9'228,"0"3"0,0 2-56,-3 4 0,-2 0 47,-4 0 0,0 0 2,0 0 1,-4 1-137,-3 2 1,2-1 79,-2 4 0,1 0 7,-4 0 0,-3 3-332,0-3 0,0 2 118,4 2 1,3-4-7,3 1 1,3-1 131,3 4 1,2-1-144,5 1 0,3-1-6,3 1 0,6 0-103,4 3 1,2-1 96,4 4 0,2-3 59,4 2 0,-3-2-192,0 3 1,0-4 103,3 1 1,-4-2 21,-2 2 0,-2-2 19,2 1 0,-6-1 149,3-1 1,-7 2-22,0 1 0,-2 1-34,-1-1 1,-4-3 19,-2 3 0,-7 1-48,-3-2 1,-3 4 102,-3-3 1,-2 3-79,-1-3 1,-2 3 51,5-4 1,-4 5-47,4-1 1,1-1 97,5 1 1,3-3-81,7 3 0,2-3-7,4 3 1,0-5-16,0 2 1,4-1 24,2 0 0,7-1 230,3 2 0,3-6-78,3 0 1,1-2 164,5 1 1,0 2-62,7-5 1,-3 3-141,3-3 0,-1 4-192,1-4 0,0 3-348,-6-3 1,-1 1-178,-9-4 1,2 3 123,-9 0-1874,5 0 2292,-10-3 0,-3-8 0,-9-3 0</inkml:trace>
  <inkml:trace contextRef="#ctx0" brushRef="#br0" timeOffset="2162">1635 10 7629,'5'-4'-60,"-1"3"-145,-4-3 0,-4 4 314,-2 0 1,-3 0-31,0 0 0,-5 0 168,-2 0 1,-3 0-11,-3 0 0,-4 0-156,-6 0 1,-3 4 9,-6 2 0,-3 2 2,-4-2 1,5 3 85,1-3 1,4 3 2,3 0 1,3 1 4,7-1 0,7-2-9,8-1 0,5 0-307,5 4 0,4 1-130,3 1 1,5-1 75,4 2 0,3 2 100,4 0 0,0 0 36,3 1 1,1-3-82,-1 3 1,-2-1 108,1 1 0,-3 1-9,0-5 1,-2 2-1,-1-1 0,-4-2-101,-2 1 0,-7-1 134,-3-1 0,-4-1 100,-5 1 0,-1-1 55,-9 1 0,0-1-54,-3 1 1,-4 0 22,1 3 0,-3-1-69,2 4 0,1-4 146,3 0 1,1 2-46,2-1 1,2 1-70,5-2 1,3 0-23,3 4 0,3-3-4,3 3 0,7-4-63,6 4 0,3-4 73,3 1 0,4-3 70,5 0 0,4-1-72,7 1 0,1-5 98,5-2 1,0 2-55,0-2 1,3 0 146,0-3 0,-5 0-154,-4 0 0,-7 0-247,-3 0 1,-4 0-955,-2 0 0,-7 1 66,-6 2 1024,-3-2 0,-17 8 0,-5-4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18.4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10116,'0'10'-323,"0"-1"174,0 1 0,0-1-136,0 1 0,0 0-654,0-1 361,0 1 1,5-1 211,1 1 0,2-5 366,2-2 0,0-2 0,29-26 0,8-7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18.6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 29 7822,'-4'-5'-118,"-2"-4"1,1 7 43,2-4-1087,2 4 1161,1-3 0,0 5 0,21 13 0,6 3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18.9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10 7822,'5'0'400,"4"0"-252,-3 0 1,-1-1-121,2-2 0,0 2-305,6-3 0,-2 3 169,1 1 0,2 0 167,-1 0 0,3 0 117,-3 0-176,-1 0 0,-2 5 0,-1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19.1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 20 7915,'-5'0'-33,"1"0"1,5 0 131,2 0 0,2 0-95,5 0 1,4 0-1133,2 0 1128,2 0 0,48-9 0,11-1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22.3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19 7793,'0'-6'2508,"0"2"-1830,0 0-286,0 3 1,0-2-50,0 6 1,1 2-364,2 5 0,0 2 90,3 1 1,-1 4-224,2-1 1,1 2-370,-2 1 0,3 0 522,0 0 0,14 22 0,2 4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23.4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134 57 7834,'-4'-5'934,"3"1"-618,-7 4 1,5 1-187,-3 2 0,3 3 3,-4 7 1,4-1-54,-3 4 1,0-1-167,-4 1 0,4 2-177,-1-2 1,1 2 159,-4 1 0,1-3-294,-1 0 1,4-5 155,-1 2 1,4-2-366,-3-2 276,4-4 0,-2-1 3,4-8 0,1-1 327,2-4 0,-1-4 0,4 0 0,1-4 0,2 1 0,-2-2 0,-1-1 0,-1 1 0,2 2 0,1-2 0,-1 2 0,-2 1-41,1-1 1,0 5 289,0-2 356,2 2-380,-2 2 1,0 3-23,0 3-225,-3 2 0,2 5 136,-2 3 1,-2 1-177,2 2 0,-1 4 100,2 2 1,-2-2-116,4 2 1,-3-1-20,4 1 0,-4 2-70,3-2 1,1-1 89,2 1 0,1-4 53,-1 0 1,1-2 14,-1-4 1,2 2-26,2-5 1,-3-1 268,3-5 0,-2-4-88,-2-5 0,0-3-10,-3-4 1,-1 0-47,-1-1 1,-3 0 3,2-2 1,-3 2-1216,-3-2 1119,2 6 0,-12-15 0,2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24.5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 10 8843,'0'10'110,"0"3"1,0-2-225,0 1 1,0 3 77,0 1 0,0 1-146,0-1 1,0 1 108,0-4 0,-3 3-243,0-3 75,0-1 90,-1-2-133,3-5 196,-4-1 0,6-8 27,3-2 0,-2-4 3,4-3 1,-1 3-130,2-3 1,1-1 127,-1 2 0,1-4 2,2 3 0,-1-3 64,1 3 1,-1 0-90,1 4 1,-1-1 206,1 1 1,-4 0-55,1 3 235,-1-3-162,4 8 69,-1-3 0,-3 8-86,-3 3 1,-2 2-68,-1 4 0,0-2-58,0 1 0,0 2 78,0-1 0,0 3-101,0-3 1,0-1 75,0-2 1,0-1-4,0 1 1,0 0-20,0-1 1,0-2-104,0-1 1,-1-3-2,-2 3-10,1-3-99,-2 1 148,4-4 1,0-4 16,0-3 0,0 2-9,0-1 1,3-1 91,1-2 0,0-1-92,-1 0 1,-2 1 198,2-1 1,2 0-80,-2-3 0,4 2-49,0-1 1,1 1 71,2 1 1,-1 1-75,1-1 0,-1 2 180,1 2 0,-1-2-91,1 5 1,-4 0 431,1 3-339,-1 0 0,2 4-203,-1 2 1,-3 4-50,-4 3 1,0-2-228,0 5 0,3-4-645,0 1 1,1-2 451,-4 2 1,3-2 444,0 1 0,9-9 0,-2-5 0</inkml:trace>
  <inkml:trace contextRef="#ctx0" brushRef="#br0" timeOffset="342">612 38 7845,'6'-6'761,"1"0"0,-4 4-608,3-2 1,1 3 83,2 1 1,2-3-757,2 0 1,-3 0 284,3 3 0,1 0-796,-2 0 1030,1 4 0,5 6 0,2 4 0</inkml:trace>
  <inkml:trace contextRef="#ctx0" brushRef="#br0" timeOffset="510">621 115 8580,'13'0'-1829,"0"0"1829,4 0 0,45-4 0,15-2 0</inkml:trace>
  <inkml:trace contextRef="#ctx0" brushRef="#br0" timeOffset="717">994 29 8345,'0'-5'2257,"0"0"-1415,0 5-521,0 5 0,1 0-443,2 4 0,-2 4 193,3 0 0,-3 3-1251,-1-3 1,0 2 1179,0-2 0,0 21 0,0 2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27.2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87 77 7823,'0'-6'-657,"0"-1"1,0 4 568,0-3 88,0 4 1738,0-7-702,0 4-369,0 0-124,0 0 95,0 5-631,0 5 0,0 1 107,0 7 0,0 1-99,0 1 1,-4 4 57,-3-4 1,2 3-543,-1 2 0,0-1 249,0 0 0,-3-1 126,3-2 1,1 1-242,-2-4 0,4-1-358,-3-2 1,3-1-847,-4 1 1539,5-5 0,-2-1 0,4-4 0,8-25 0,3-7 0</inkml:trace>
  <inkml:trace contextRef="#ctx0" brushRef="#br0" timeOffset="367">87 68 7823,'0'-10'79,"0"0"0,0 4 191,0 0 148,0 4-161,0-3-23,0 5-308,0 5 1,1-1-13,2 2 0,-1 3 106,5-3 0,-4 3-148,3 0 0,-3 1 56,4-1 1,-2-2-24,1-1 1,3-1 50,-3 2 1,0-2-121,0-2 0,0-2 25,4 2 0,-4-2 29,1-1 1,-1 0 42,4 0 1,-1-4-2,1-2 0,-1 1 177,1-2 0,-1 1-55,1-4 0,-1-2 253,1-1 1,-4 0-131,1 3 1,-4 1 355,3-1-209,-4 1 1,3 2 510,-5 1 216,0 4-656,0-2 1,0 5-43,0 2 1,3 5-73,0 5 0,1 3-254,-1-3 0,0 4 73,3-1 0,-3 1-183,4-1 1,-1 4-467,3-4 0,-2 4-618,-1-4 1,1 1 1166,2-1 0,5 2 0,1-3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29.4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66 7853,'0'-9'0,"0"-1"136,0 1 317,0-1-360,0 0 0,0 4 352,0 0-431,5 4 0,-4-2 114,2 8 0,-2 1-195,-1 4 0,0 2 63,0 2 0,-1-2-101,-2 5 1,2 0-37,-3 3 0,3-3-84,1 0 0,0-1-51,0 1 0,3 1 104,1-4 1,2 3-1,-3-4 0,5 1 35,-2-3 0,3-2 9,0-1 1,1-3-42,-1-4 1,1 0 168,-1 0 0,4-4 0,0-3 0,0-2 0,-4-4 0,-3 1 117,1-4 0,-5 4 31,1-4 0,-2 4 173,-1-1 1,0 3-102,0 0 0,0-3-126,0 1 0,0 2 213,0 4 273,0 4-409,0-3-39,4 5 1,-1 6-26,3 3 1,-1 2 9,2 5 1,0 1-202,-4 5 1,5-1 119,-2 5 1,-1 2-85,2 4 0,-5 4-82,1-1 0,-2-1-180,-1 1 0,-4 3-55,-3 0 0,-1-2 105,-2-7 0,-3-2 98,-3-1 0,-6-3 26,0-4 0,0-5 284,3-5 1,0 0-110,0-6 1,0 0 280,4-3 1,1 0-88,4 0 0,5-4 29,2-2 0,2-6-28,1-1 1,4 0 86,2 0 1,6-2-275,1-4 0,7 3 65,-1 0 1,2 1 56,-2-1 0,5 1-19,1 3 0,2 1-2732,-2-2 2582,7 3 0,28 13 0,15 3 0</inkml:trace>
  <inkml:trace contextRef="#ctx0" brushRef="#br0" timeOffset="742">392 582 7853,'0'-9'1140,"0"-1"-590,0 5-126,0 1-341,0 12 1,2-2 154,1 7 1,-2-1-321,2 1 1,-1-2 90,1 5 1,-2-4 175,2 1 0,-1 0-470,-2 0 0,0 0 142,0-4 1,0 1-85,0 0 1,0-1 87,0 1 1,0-4-395,0 0 141,0-3-29,0 1-112,0-4 409,0-4 1,0-2 11,0-3 1,0-1-21,0 1 0,1-4 169,2 0 0,-1-3-91,4 3 0,-3 0 200,4 0 1,-4 2 44,3-1 0,-2 1 308,2 1-78,0 1-182,4-1-73,-1 5-88,1 1 0,-1 5 40,-3 2 1,-1 2-30,-2 5 0,-2-1-85,3 1 1,-3 1 27,-1 1 1,0-1-91,0 2 1,0-3-13,0 0 0,0 0 67,0 3 1,0-5-293,0 1 187,0-1-75,0 1 105,0 1-115,0-5 106,0-1 0,1-5-88,2-2 1,-2 1 12,2-5 0,1 1 80,0-3 0,0-1 151,-1 0 1,-2 1-97,2-1 1,2 1 83,-2-1 1,4 1-114,0-1 0,-2 1 191,1-1 0,1 2-27,2 1 1,1-1 262,-1 1 0,1 3 241,-1 1 1,1 2 137,-1 1-474,1 0 0,0 4-65,-1 2 0,-2 3-622,-1 0 0,-1 4 268,2 0 0,-2 1-814,-2-2 957,-2-5 0,3 10 0,-4-7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31.1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48 7841,'0'-6'661,"0"0"140,0-1-451,0 2 1,-3 2-114,-1 6 0,0 2-54,1 5 1,2 1-62,-2 1 0,-2 6-112,2 5 1,0 2-573,3-3 1,0 5 347,0-2 1,0 0-647,0 0 0,3-3 409,0 0 1,5-3 450,-2-3 0,33-15 0,7-7 0</inkml:trace>
  <inkml:trace contextRef="#ctx0" brushRef="#br0" timeOffset="275">220 173 7844,'-5'0'810,"-1"0"-618,3 0 0,2 1 32,-2 2 0,2-1-215,1 4 1,0 1 53,0 2 1,0 1-222,0 0 1,0-1 102,0 1 1,4-1 168,2 1 1,0-1-617,0 1 1,0-1-2,4 1 0,-4-5-463,1-2 966,-1-1 0,29-28 0,7-6 0</inkml:trace>
  <inkml:trace contextRef="#ctx0" brushRef="#br0" timeOffset="433">258 68 7844,'0'-14'249,"0"3"-402,0-2 282,0 7-129,0 2 0,13 21 0,3 4 0</inkml:trace>
  <inkml:trace contextRef="#ctx0" brushRef="#br0" timeOffset="894">430 29 7973,'-5'-9'900,"-3"2"-315,5 1-328,0 4 1,4-2 134,2 4 1,0 1-108,7 2 0,-1 2-80,6 5 0,1 3-31,3-1 1,1 5-63,-1-1 1,0 5-58,0 2 1,-4 0-249,-2-1 0,-4 0-462,-3 3 1,2 0 365,-5 0 1,-4-2-516,-5-3 0,-6-6 325,-1-1 0,-1 0 479,2-4 0,-3-10 0,-4-9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33.5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 58 7838,'-3'-10'115,"0"0"0,-3 1 387,2-1 164,1 5 38,3-4-206,0 8-238,0-3 0,0 5-23,0 2 0,0 6 206,0 4 1,5 4-94,1-1 1,1 6 28,0 3 1,1 6-184,-1 1 0,1 0-48,2-3 1,-2 2-451,-1 1 1,1 4 242,-2-1 1,0-2-374,0-1 1,-4-2 273,1-1 0,-2-5-2274,-1-2 968,0-6-593,0-2 2057,-4-9 0,7-17 0,-2-10 0</inkml:trace>
  <inkml:trace contextRef="#ctx0" brushRef="#br0" timeOffset="425">230 296 7966,'4'-5'1139,"-3"1"1,4 5-701,-2 2 0,0 2-193,3 5 1,-4 4-213,1 2 0,2 2-87,-2 1 0,0 0 87,-3 0 1,0 0-218,0 0 1,0 0 128,0 1 0,0-5-147,0 1 79,0-4-364,0 2 25,0-9-56,0-1 268,0-4 1,0-4 91,0-2 0,0-4 135,0-2 1,3 1-64,0-2 1,5-2 63,-2-1 0,-1 2-72,2-2 0,-1 0 198,4-3 1,-4 3 2,0 0 0,2 3-3,5-3 1,-3 4 109,3 0 1,-2 4-61,-2 2 1,1 4 205,-1-2 1,1 3-101,-1 1 0,1 5 198,-1 1 1,0 7-107,-3 3 0,3 1-22,-3-1 1,-1 2-157,2-2 0,-5 2-72,1 1 0,1-3-639,0 0 1,2-5 362,-3 2 1,1-2-2774,0-2 2946,-3 1 0,7-13 0,-3-4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36.0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96 354 7812,'-6'-9'-25,"2"2"380,4 1-266,0 0 154,0 0 145,0 2-223,0 4 0,-3 4-53,0 3 1,-1 2 66,4 4 1,0-1-233,0 3 0,2 1-296,1 4 0,-1-1 224,4 0 1,-3-1-207,4-2 0,-2 1 153,1-5 0,3 2-119,-3-1 1,3-2-164,0 1 333,1-5 0,0-3-47,-1-4 249,1 0 0,-1-1 69,1-2 0,-4-4-59,0-5 0,1 0 176,2-4 1,-2 3-70,-1-3 1,-3 4 124,4-4 1,-4 1-61,3-1 0,-4 2 44,2 5 1,-2-1 130,1 0-79,-2 1-370,3 4 122,-4 0 0,1 6-83,2 3 0,-2 1 107,3 4 0,-2 5-145,1 2 0,-1 3 63,4 4 1,-3 1-91,0 5 1,1 0-49,-1 3 1,4 2-174,-4 4 0,0 1-180,-3-1 1,0-3 171,0 0 1,-4-1-164,-3 1 1,-4-6 112,-2-7 0,-1-3 219,1-3 0,2-3-72,-5-7 1,4-2 602,-1-4 1,0-1-177,0-2 0,0 0 2,4-7 1,2 3 240,1-6 0,4 1-150,-2 0 1,3-2-91,1-2 0,1-1-33,3 4 1,5-4-404,7 1 1,0 2 147,3-2 0,-1 4-665,8-1 0,-3 3 353,6 0 1,-3 1 344,6 3 0,19 2 0,4 4 0</inkml:trace>
  <inkml:trace contextRef="#ctx0" brushRef="#br0" timeOffset="682">602 803 7819,'-5'-9'0,"-1"2"901,3 1-131,2 4-511,-3-2-39,4 4 1,0 4 34,0 2 1,3 4-145,0 3 0,4-2 56,-4 5 0,3-1-147,-3 1 0,2 2 135,-2-2 1,-2-1-439,2 1 0,-2-4 158,-1 4 0,0-4-287,0 1 62,0-3 263,0 0 1,0-4-121,0 1 1,-1-5 61,-2 1 1,2-6 38,-2-3 0,2-1 49,1-2 1,0 1 26,0-5 0,0 0-47,0 0 0,1-3 114,2 3 0,-1-3-26,4 4 0,-2-4 48,2 3 0,-1 0 31,2 4 1,1-1-54,-2 0 0,2 4 85,-2 0 1,3 4-10,-3-2 9,3 3 0,0 1-81,1 0 0,-4 5 149,1 1 0,-2 6-105,1 0 1,2 4-32,-5-3 1,1 3 1,-1-3 1,-2 3-11,2-4 1,-1 1-29,-2-3 1,0 2 40,0 1 1,0-3-17,0-4 1,-2-1 36,-1 2-155,2-3 36,-3-4-238,0 0 148,3 0-91,-4-4 0,5-2 195,0-3 1,1-1-28,3 1 0,-2-1 117,4 1 0,-3-4-78,4 0 1,-4 0 78,3 4 1,0-1-25,0 1 1,2-1 165,-1 1 1,1 2-16,2 1 1,-4 3-84,1-4 0,-1 5 500,4-1-382,-1 2 0,1 5-155,-1 3 1,0 1 67,-3 2 1,3-1-136,-3 1 1,-1 3-298,2-1 1,-5 1-474,1-3 1,1 2-1827,-1 1 2590,1 0 0,-13-8 0,-2-1 0</inkml:trace>
  <inkml:trace contextRef="#ctx0" brushRef="#br0" timeOffset="1316">593 125 7775,'-7'-7'1013,"1"1"-244,4 4-314,-7-2 1,7 8-184,-4 2 0,4 4-45,-2 3 0,3 1-150,1 6 1,0-1-229,0 0 0,3 3-787,1 0 1,3 2 556,-1-2 0,3-2-229,1 3 0,-1-3 610,1-1 0,12-9 0,3-1 0</inkml:trace>
  <inkml:trace contextRef="#ctx0" brushRef="#br0" timeOffset="1558">841 201 7837,'0'-5'672,"0"1"-205,0 4 0,0 4-420,0 2 0,0 4 70,0 3 1,4-3-359,3 3 0,-2 1 194,1-1 1,0 2-622,0-2 1,2 0 221,-1-3 1,0-1-375,0 1 820,1-5 0,2-5 0,5-5 0</inkml:trace>
  <inkml:trace contextRef="#ctx0" brushRef="#br0" timeOffset="1738">898 67 7837,'-8'-12'267,"1"-1"0,0 0 153,4 4-1078,0 3 526,3 2 132,0 4 0,12 26 0,4 5 0</inkml:trace>
  <inkml:trace contextRef="#ctx0" brushRef="#br0" timeOffset="2058">1023 106 7851,'0'-10'0,"0"1"941,0 3-90,0-2-475,0 7 0,3 1-56,0 6 0,8 7-56,-2 3 1,4 2-53,0 1 0,0 1 12,3 2 1,1 0-476,-4 3 0,0 0 224,-4 0 1,0 2-1376,-3-5 0,-2 1 1402,-4 0 0,-25-3 0,-7 3 0</inkml:trace>
  <inkml:trace contextRef="#ctx0" brushRef="#br0" timeOffset="2667">19 58 8183,'0'-10'1342,"0"5"-918,0 1 208,0 4-359,0 4 0,0 1-35,0 5 1,0-1-147,0 1 0,0 1-154,0 1 0,0-1-4,0 2 1,0-2-243,0 2 1,-3-5-162,0 1 0,0-1 64,3 1 30,0 1 0,-4-4-238,1 0 204,0-3 262,3 1 205,0-13 1,0 0 58,0-7 0,0-2 229,0 2 1,0 1 305,0-1 0,0 1-328,0-1 0,0-1 267,0 5 1,0-1-126,0 3 0,3 1-160,0-1 0,5 5-78,-2 2 1,3 2-90,0 1 1,5 1-110,2 2 1,2 6-222,1 7 1,5 3-1282,1 4 1,-2-3 167,0 2 1304,-3 3 0,7 12 0,3 7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39.9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14 7850,'-5'-5'822,"-3"-4"0,6 10-304,-5 2 1,5 9 229,-1 14 0,2 4-268,1 12 1,1 2-61,2 7 0,2 6-324,5 3 1,1 1 89,1-4 1,4-4-349,6-2 0,-1-7 180,1-6 1,1-8-893,0-8 0,0-2 461,-1-1 1,-5-4-2319,2-2 2731,-6-7 0,14-10 0,-2-7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5:40.5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58 7833,'0'-13'205,"0"0"1,0 0 902,0 4-84,0 3-651,0 2 1,0 6 348,0 5 1,5 3-244,1 9 0,7 10 295,3 6 0,2 11-314,1 8 0,4 4-213,3 6 0,-2 1-253,2 8 1,-6-5-300,-1-1 1,-5-6-603,-8-6 1,-7-11 580,-9-6 1,0-13-1061,-6-3 1,-1-8 106,-5-1 1279,1-7 0,-15-10 0,1-7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09.7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701 135 7691,'0'-5'-87,"-1"-2"100,-1 5 91,1-1 0,-4 6-52,2-1 0,2 5 80,-1-2 0,1 4-46,1 2 1,-1-1 32,-2 4 1,2 0-27,-2 3 0,2 3-2,1 2 0,0 2 2,0 1 0,-1 4 16,-1 2 1,1 1-5,-2 2 1,1 2-120,-1 0 1,1 0 64,-3-2 1,3-1-178,-1 0 1,1 0 58,0-3 1,1-1-68,-2-4 0,2 0 79,1 0 0,-3 0-140,0 0 0,1-2 83,2-1 0,0 1-50,0 5 0,-3-5 71,0 2 0,0-2 20,3 2 1,-3 1 116,1-1 1,-2-3-111,1 0 0,2-2 80,-2 2 1,2 0-60,-2 3 0,2-3 174,-2 1 0,-1-2-57,2 1 0,-1 3 40,3 0 0,-1 0-76,-2 3 1,2 1-11,-2-1 1,3 1-10,0-2 1,0-1 8,0 2 1,0-1 54,0 1 1,-3-2-56,0 2 0,0-3 135,3-3 1,0 2-119,0-2 0,-3 5 37,1 1 0,-2 3-31,1-3 0,2 2 12,-2-2 0,0 5-26,0-2 0,0 2-8,3-5 0,-3 4-50,1-2 1,-2 2 58,1-1 0,2-2 16,-2-1 1,1 1-19,0 1 1,0 5-15,-4-5 1,4 4-17,0-6 0,-2 3 0,1 0 0,-2 0-30,2 0 0,-1 0 47,1-3 0,1 3-33,-3-3 1,3 2 22,-1-2 1,0 3 25,0-4 1,-3 4-33,3-3 1,-2 3 53,2 0 1,-3-1-43,0 0 1,1 0-9,0 1 0,0 0 39,0-3 0,-2 0 1,4-3 1,-2 0 26,2 0 1,-4-1-46,2-2 1,1 2-36,1-1 0,0-2 40,0 1 0,-3 1-84,4 2 0,-4-3 36,3 0 1,-2 0-79,2 3 1,-1 0 55,1-3 1,2 2-106,-5-2 1,3 2 85,-2 1 0,3-2 21,-1-1 1,-1-3 53,1 4 0,-2-1-56,2 3 1,-1-4 6,2-1 0,1 0-7,-2 0 1,1 0 14,-1 0 1,2-2-3,-1 4 0,0-3-1,-1 0 1,2 2 34,-2-2 0,0 2-36,0-2 1,0-1-4,3 1 0,-1 3-13,-2 0 0,2-1 2,-1 1 1,1 0 53,1 0 1,-3 2-36,0-2 0,0-1 37,3-2 0,-3 0-38,1 0 1,-1-1 35,3 1 1,-3 0-29,0 0 0,1-1 26,2 2 1,-1-2-14,-2 2 1,2-3-1,-2 3 0,1 0-4,0 0 0,1 0 0,-2-1 0,-1 2 0,1 1 0,0 1 0,0-3 0,2 2 0,-2-2 0,-1 2 0,2-3 0,-1 4-13,3-4 0,-1 4-4,-2-1 1,2-1-2,-2-2 0,2 2-24,1-2 1,0 4 32,0-4 1,0 0 2,-3-2 0,2 0-9,-2 0 0,-1 2 59,2 1 1,-2-1-56,1-2 0,2 0 119,-2 3 0,0-2 4,0 5 1,-1-5-25,1 2 0,2 0-39,-5 0 1,4 2-5,-1-3 0,0 2-8,0-2 0,0-1 3,3 1 0,-3 2-85,0-2 1,0 1 81,0-4 1,2 1 41,-2 0 0,1 2-55,0 1 1,1-1 9,-2-2 0,1 2-10,-1 1 1,2 2 2,-1-2 0,0 2-25,-1-3 1,2 4 35,-2-4 1,1 4-83,0-1 1,1-1 64,-2-2 0,1 2 8,-1-2 0,2 4-17,-1-4 1,-2 0 7,1-2 1,-1 3-22,2-1 0,1 3-1,-2-2 1,1-1 8,-1-2 1,2 3 2,-2-1 1,2 0 24,-2-2 0,2 0-23,-2 0 0,1-2 130,0-1 0,1 4-80,-2-4 0,-1 3-20,1-3 1,0 3-104,0 3 1,1-3 65,-4 3 1,5-3-396,-2 0 1,1 0 170,-1-1 1,2 0-140,-2-2 0,2-2 62,1-4 1,0 0-1160,-3-3 1455,2-1 0,-3-34 0,4-7 0</inkml:trace>
  <inkml:trace contextRef="#ctx0" brushRef="#br0" timeOffset="2435">902 34 7929,'-4'-8'0,"3"2"-86,-2 1 302,2 3 264,1-5-203,0 6 112,0-3-212,-3 11 0,2-1-107,-2 5 1,2 2 78,1 1 1,-3 2-173,0 0 1,0 5 11,0 1 0,2 2-95,-2 1 1,2 1 122,1 2 1,0 1-151,0 1 1,0 2 13,0-4 1,0 2 125,0-2 0,0 3-130,0-3 1,0 0 104,0-3 0,0 0-34,0 0 0,-2 2 35,-1-2 0,-3 1-2,3-7 0,0 4-15,0-1 0,2 3-1,-2 0 0,2-3 51,1 0 0,-2 0-40,-1 0 0,0 4 46,3-4 0,-3 3-37,0-5 0,0 3 19,0-1 0,2 2-1,-2 1 1,-1-1 1,2-1 1,-2 1-4,1-2 0,2 5 7,-2 1 0,2-3 100,-2-3 0,2 1-102,-2 5 0,1-5 126,-1 2 1,3-3-67,-3 1 0,2 1-52,1-2 0,0-1-48,0 2 1,0-2-1,0 1 0,0 2 9,0-1 0,0-2-17,0 1 0,0 0 7,0 4 0,-3-3 25,0 2 0,1-3-1,2 3 1,-1 0-9,-2-3 0,2 3 53,-2 0 1,2-4 11,1-2 0,-3-1 11,1-1 1,-1 2 2,3 1 0,0-1 8,0-2 1,-3 0-73,0-1 1,0 2 35,3 1 0,-2-1-42,-1 1 1,0 0 39,3 0 0,-3 0-15,1 3 1,-4-2-9,3 2 1,0-3-9,3 4 1,-2-4-29,-1 3 1,-1-3 37,1 1 1,2 0-132,-1-1 0,0 2 121,-1-2 0,2 2-92,-2 1 1,2-1 74,1-1 1,-2-2-16,-1 5 1,0-5-2,3 2 1,0 0 61,0-1 0,-3 2-50,0-2 1,1 2 5,2 1 1,0-1-6,0-1 0,-1 0 6,-2 3 0,2 1-91,-2-2 0,2-2 84,1 0 0,-1 0 127,-1 0 0,1-1-86,-2-2 1,2 0 168,1-1 0,-3 1-113,0 0 0,1-3 21,2-1 1,-3 1-68,0 3 1,-1 0-2,2-1 0,1 2-79,-2 2 1,-1-3 106,1 3 1,-2 0-140,2 0 1,-1 0 86,2-1 1,1-1-45,-2 2 0,-1-3 73,1 0 1,1 0 6,2-1 0,-3 1 64,0 0 0,0-1-84,3 1 0,-1-3-32,-2 0 1,3 0 41,-3 2 1,2 1-93,1 0 0,-1-1 29,-2-2 1,2 1-11,-2-1 0,3 1 32,0-1 0,-3 1-6,0-4 1,0 3 12,3-3 1,0 3 4,0-3 0,-1 3 2,-2-3 0,3 4-12,-3-1 1,2 1-74,1-1 1,-3 1 52,0-1 0,0-1-6,3 1 0,0-1 28,-3 1 0,2 1-3,-2-4 1,2 1 47,1-1 1,0-1-62,0 4 0,-1-3 93,-2 3 0,2 0-72,-1 3 1,1 0 25,1-1 0,-3 1-4,0 0 0,0-1-23,3 1 0,0 0 6,0 0 0,-2-3-4,-1-1 0,0 1 0,3 3 1,0 0 1,0-1 0,0-2 11,0 0 1,-3 0-10,0 3 1,1-1 95,2-2 0,0 1-85,0-1 1,0-1 28,0 1 0,0-1-20,0 1 0,-3 1 28,0-4 0,0 3-50,3-3 0,0 3-4,0-3 0,0 3-3,0-3 0,-2 4 23,-1-1 0,0-1-3,3 1 1,0 0-5,0 2 1,-3 1 11,0 0 0,1-3-13,2 0 0,-3 0 41,0 2 1,0 1-23,3 0 0,-1-1 4,-1 1 1,1-3-57,-2 0 0,-1 0 46,1 2 0,0 1-31,0 0 0,2 0 24,-2-1 1,-1 1-70,2 0 1,-2-1 25,1 1 1,1-3-8,-3 0 0,2 2-79,-3 0 1,5 3 94,-2-5 1,-1-1 6,1 1 0,0 0-13,0 2 0,2-2-25,-2 0 0,1-1 15,-1 1 1,3 4-66,-3-4 1,2 3 63,1-3 1,-3-1-8,0 1 1,0 0-162,3 3 0,0-4 92,0 1 1,0-2 14,-3 1 0,2-1 21,-2 1 0,2-2 26,1 0 0,-1 1-38,-2-1 1,3 3 74,-3-3 0,1 3-52,-1-3 1,2 3 97,-2-3 0,2 4-26,1-1 1,-2 2 9,-1 0 0,0 1 16,3 0 1,-1-1-56,-2-3 1,2 3 15,-1-2 1,1-1-17,1 1 1,-3-1-11,0 1 1,0 2-48,3-2 1,0-1 52,0 1 0,-1-1 39,-1 4 0,1-3-41,-2 0 0,2-3 115,1 3 0,0-1-64,0 1 0,0 1 27,0-4 0,0 4-43,0-1 0,0-1 9,0 1 1,0-1-5,0 4 0,-1 0-11,-2 0 1,2-1 38,-1 1 0,1-3-2,1 0 0,0 0 88,0 2 0,0 0-68,0-2 0,-1 2 93,-2-2 1,2 1-98,-2 2 1,2 0 105,1 0 1,-1 2-46,-1 1 1,1 0-28,-2-1 0,-1 2 70,1 1 1,0-2-62,0-3 0,2 1-149,-2 1 1,2-1 81,1 1 0,0-1-252,0-1 0,-1-1 82,-1 1 1,1-1-188,-2-2 1,2 1 110,1-4 0,0-3-403,0-2-211,0-4 829,0 1 0,-7-40 0,-3-9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3.9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259 41 7816,'0'-8'135,"0"-1"1,-3 4 451,0-1 0,-3 4-165,0-4 1,-1 4-113,-2-1 1,1 3-189,0 3 0,-4 3 66,-2 5 1,-2 2-146,-1 3 1,0 5 104,-3 1 0,2 4-240,-5 5 1,5-1-11,-2 6 1,6 3-13,3-1 1,6 3-232,2 1 0,2-8 4,1-3 0,5-5 2,3-4 0,4-2 78,5-6 0,-3-3 102,0-6 0,-1-1-3,0-4 1,3-1 118,-2-2 1,-1-1 13,1-5 0,-4-2-29,1 0 1,1-4-25,0 1 0,1 1 13,-1-1 0,-1 1-3,-3-1 0,0-1-16,1 1 0,-2-2 390,-1-1 0,0 4-161,-3 2 0,1 2 579,-1 1-291,-3-1 86,4 5-310,-4 0 1,0 5-28,0 2 0,1 2-293,2 6 0,-1 0 99,3 2 1,-2-1-433,3 1 0,-4-1 201,4 2 0,-3-1-511,2 0 1,1-1 19,2-3 738,-3-5 0,21-7 0,2-7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4.2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125 17 7816,'-1'-6'978,"-1"1"-683,-3 3 0,-3-2-200,-1 4 0,4 1-87,-1 2 1,1 2 79,-4 3 0,1 4-29,0 2 0,-1 2 85,1 0 0,0 2-371,-1 1 1,2 0 181,1 3 1,0-2-397,3 2 0,0-4 103,3-2 1,1 0 87,2-5 0,2-1 480,7-4 0,-2-3-105,4-6 0,-1-3 35,1-5 1,1 1-62,-1-4 0,-2 0 129,-1-2 0,-1-4 37,-2 1 0,-2-1-809,-1 3 0,-3 1 127,1-1 417,-2 0 0,-12 1 0,-3-1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5.0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126 301 7816,'0'-5'64,"0"-1"1,0 3 188,0-2 0,0 2 391,0-3 1,-1 5-262,-2-2 1,1-1-107,-4 1 0,4 1-235,-4 2 1,1 0 110,-4 3 1,1 2-216,0 3 1,-1 3 71,1 1 0,-3 2-44,0 0 1,0 2-49,6 1 1,-2-1-233,5 1 0,-4 0-273,3 0 0,0-2 272,3-1 0,4 1-139,2-4 0,1-1 118,1-4 1,2-2 189,1-4 0,-1-1-75,4-2 0,-3-3 180,3-5 1,-4 1-71,1-4 0,1 3 93,0-3 0,-1 0-30,-3-3 1,-2 2 133,-1 1 1,0-2 114,0 2 1,-1-1-84,-4 1 0,0 0 507,0 2-439,0 1 0,-1 6-11,-2-1 0,1 4-50,-3-1 1,2 6-141,-2 3 0,2 2 130,-3 3 1,4 0-151,0 2 1,-2 0 62,1 1 0,0 1-118,3-4 1,0 3-58,0-3 0,3 3 33,0-3 0,3 1-50,0-4 0,2 0 79,3 1 1,-1-5 31,1-1 1,1-2-33,-1-1 0,3-1 136,-3-2 1,3-1-125,-3-5 0,3-3 12,-3-2 1,4-2-55,-1-4 0,-2 2 76,-1-5 0,1 4 72,-1-3 1,0-4-81,-2-1 0,-4-4 252,1 3 0,-3-1-88,2 2 0,-3 1-129,1-2 1,1 6 35,-2 2 0,1 6 86,-3 3 0,-4 5 595,-1 4 1,-3 1-232,0 1 0,0 4 190,-1 5 1,1 1-203,0 7 0,-1-3-71,1 6 1,0-1-143,-1 0 1,4 2-29,-1 4 0,4 0-248,0 0 1,1 1 106,1-1 0,0 1-439,0 1 0,2 0 201,1 4 1,3-7-670,-3 1 0,3-5 71,0 3 0,1-8-229,1-2 0,1-6-257,-1-4 1242,4-2 0,16-35 0,7-7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5.2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50 8939,'0'-4'-1901,"0"-4"1901,0 7 0,4-17 0,1-1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5.4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 26 7816,'-4'-4'0,"0"0"-482,4-5 482,0 5 0,11 0 0,3 4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5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101 34 7643,'0'-8'1790,"0"-1"-752,0 1-379,0 3-411,0 2 1,3 9 279,-1 3 0,1 7-169,-3 1 0,0 5-184,0 1 0,-1 4-35,-1 4 1,0 1-102,-4 2 1,1 0-729,-4 2 0,0 1 360,-2 2 0,1-5-839,-1-6 0,2-6 471,1-3 1,2-3-205,1-5 0,3-4 901,-1-10 0,-2-31 0,1-12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6.1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34 7744,'0'-5'596,"0"-1"0,1 4-112,1-1 0,3 2-15,3-2 0,8 2-224,4-2 0,4 2-32,3 1 1,7 0-136,5 0 0,-2 0 77,-1 0 1,-2 0-767,0 0 1,-7 0 396,-2 0 1,-7 0-2462,-1 0 2675,-8 0 0,-27-4 0,-10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6.3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0 7744,'-8'0'0,"-1"3"432,1 0 0,3 1 358,3-1-648,1-3 0,3 7 59,3-4 0,5 0-241,10-3 0,1 0 81,4 0 0,0 0-1693,0 0 1652,0 0 0,23-8 0,4-1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6.4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59 1 7744,'-2'8'238,"-1"1"0,-3 3 386,3 2 0,-2-1-194,2 1 1,-2-1-144,2 4 1,-3 0-341,3 0 0,-2-4 91,2-2 1,-1-2-1723,2-1 304,1 1 1380,-3-5 0,11-26 0,3-10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6.6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 34 7744,'0'-9'2363,"-4"1"-4262,3 0 948,-3 3 951,4 1 0,8 30 0,1 7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7.0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 34 9405,'0'9'583,"0"-1"0,0 3-657,0 0 1,-2 4 77,-1-1 0,-1 1-13,1-1 1,2 1 76,-5-1 0,3-1-184,-2 1 1,2-4-42,-3 2-36,4-3 1,-2-2-144,1-1-163,2-2 241,-3-4 0,5-4 115,2-2 0,-1-2 25,3-3 0,1 1-9,2-4 1,1 3 216,-1-3 0,0 0-88,1-3 1,2 0 96,0 1 1,4 0 2,-1 2 0,2-2 67,0 2 0,4 2 209,-1 1 0,0 6-167,-5 2 1,-1 2-93,-2 1 0,-3 2-16,1 3 1,-5 2-23,-4 7 1,0 0 65,0 2 0,0 1-393,0 0 0,-1-2-94,-2-1 0,3 2-279,-3-2 1,-1-2 148,1-1 0,0-2-685,3 0 1155,0-5 0,15-11 0,4-7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7.5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259 17 7744,'4'-4'1993,"0"0"-474,-4-1-578,0 1-543,0 12 0,0 0-151,0 6 0,-1 3-49,-2-1 0,1 2-237,-3 4 1,0 0 108,0 3 0,-3 0-191,3 1 1,-3-1 128,0 0 0,0 1-136,3 0 1,-3 0 34,3-7 0,1 0-40,1-6 1,0 0-424,0-5-299,0-3 278,3-2 0,0-4 201,0-1 1,0-3-323,0-3 0,3-2 275,0-1 1,0 1 24,0-4 0,-2 0 137,2-3 1,-2 1 139,-1-1 1,0 3 120,0 0 0,0 3 24,0-3 0,-4 7-81,-2-2 1,-2 4 500,-3-1 1,1 3 70,-4 3 0,-1 6 353,-4 2 0,1 6-4,-2 0 0,4 2-355,2 1 1,2 2-139,3 1 1,4-1-110,-1-2 1,4-1-112,0-3 1,4 2 10,0-4 0,8 1-54,-2-4 0,3-3-491,0-3 1,1-1 285,2-1 1,1 0-1434,-4 0 1,3-3 204,-3-3 1325,0-1 0,-2-24 0,-1-5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8.3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368 84 7719,'0'-12'0,"0"3"538,0-2 0,0 2-66,0 0 0,-3 1-171,0 0 0,-3 2-241,0 1 0,-1 3 117,-2-1 0,-3 2-115,-2 1 1,-2 4 86,-4 1 0,-1 6-263,-4 3 0,0 6-47,0 2 0,-3 3-30,0 3 1,1 2-114,5 3 0,-1 0 120,3 1 1,5-5-75,7-1 0,3-2 79,5-1 1,5-6 197,3-2 0,4-6-82,5 0 0,4-6 107,1-2 0,3-3 20,3-3 1,-2-2 128,1-6 0,2-2-33,-1-4 0,-1 0-132,-5 1 1,-1-4-360,-5 1 0,1-2 164,0 2 0,-7 1-574,-2-1 0,-5 1 75,0 1 666,-10 4 0,-32 9 0,-14 5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8.5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76 8077,'13'0'1147,"4"-1"-749,-1-2 0,5 2-1047,4-5 1,0 0 334,0-2 0,0 0 314,0-1 0,8-6 0,1-3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8.9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158 51 8247,'-4'-5'593,"2"1"-136,-3 4 1,2 0-107,-3 0 1,1 4-161,-3 2 0,-1 2-225,1 3 1,-3-1 52,0 4 0,-1-3-150,4 3 1,-3-1 95,0 1 0,0 1-309,2-4 0,2 0 44,1-2 1,2-2-552,1-1 557,2-3 1,-2-3-109,6 0 221,2-3 0,6-5-4,0-3 1,0-3 193,-3 3 1,4-4-117,-1 1 1,3-1-17,-3-2 0,0 3 49,-3 0 1,1 1 47,-1-1 0,0 1 379,1 2 1,-2 5 567,-1-3 1,1 6-235,-1 1 1,-2 1-271,2 1 1,-2 3-467,2 3 0,1 5 65,-1 3 1,1 3-743,2 2 1,-4 0 35,1 3 0,-1 0 690,4 3 0,-1 12 0,0 2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19.3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 34 7753,'-5'-9'0,"-1"4"0,3-1 0,-1 4 1301,1-4-423,2 4-163,-2-2-475,3 4 1,0 4-62,0 2 1,0 4-358,0 1 1,2 1 214,1-1 0,3 1-1012,-3 2 0,-1-1 284,-2-2 691,0-1 0,-7 13 0,-2-1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0.1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233 34 7693,'1'-6'664,"2"0"-80,-2 5-318,3-7 1,-4 6-78,0-3 1,-1 3-87,-2-1 0,-2 2 28,-3 1 1,-1 0 75,-2 0 0,-2 3-332,-4 0 1,-3 3-8,1 0 1,0 2-8,2 3 0,1-2-285,2 3 1,2-3 223,4-1 1,2 1 37,1-1 0,3 0 52,-1 1 1,3-1 121,3 0 1,4 1-68,4-1 0,4 3 72,-1 0 0,1 1 0,-1-1 1,1 0 172,-4 3 0,2-3-13,-5 3 1,1-4-101,-6 1 0,0 1 31,-3-1 0,-5 3-57,-3-3 0,-4 0 13,-5-2 0,0-1 12,-3 0 1,3-2-771,-3 0 0,2-4 129,2 4 0,3-4 565,2 1 0,20-25 0,6-6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0.5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76 8 8248,'4'-4'1349,"-3"1"-1089,1 6 1,-2-1-15,-2 7 0,-3-2-20,-3 7 1,0 0-250,3 3 0,-3-1 89,3 1 1,-3 0-310,0 0 1,0-1 190,-1 1 0,5-3-515,1 0 0,2-4 189,1 1 1,0-2 75,0 0 1,1-5 236,2-1 0,4-3-114,4-3 1,4-1 153,-1-5 0,2-2-74,0 0 0,1-4 151,0 1 0,0-1-3,-1-2 0,1 0 51,0 1 1,-3-1 42,-1 0 1,0 1 118,1 2 1,-2 2-50,-3 4 88,-1 0-242,0 3 0,-3 2 28,-2 6 0,-2 2-249,-1 3 0,0 3 88,0 0 1,-1 4-304,-2-1 0,1 2-21,-3 1 1,0-2-163,-1-1 1,0 1 559,3-4 0,-3 4 0,16-9 0,0 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0.8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151 25 7748,'0'-8'578,"-1"2"900,-2 1-906,-2 3 1,-3-2-180,-1 4 0,0 1-152,-2 2 1,1 2-28,-4 3 0,1 4 0,-1 2 0,-1 2-13,4 0 1,1 1-426,4 0 1,0 0 218,3-1 1,0 0-575,3-2 0,7 1 152,1-4 0,6 0-18,0-3 0,2 0-60,0-3 0,1-1 118,0-4 0,2 0-530,1 0 0,2-4 917,-3-1 0,1-6 0,8-25 0,2-8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1.2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96 50 7748,'0'-11'507,"0"0"810,0 0-281,0 2-690,0 5 0,-3 1 41,0 6 1,1 1-50,2 5 1,0 3-28,0 2 0,0 1-73,0 2 0,-1 4-194,-2 1 0,1 1-7,-3-1 1,0 2-94,-1-1 0,-1 0 10,1-1 0,-1 2 43,-1-2 0,-1-2-82,1-3 1,2-2 31,1-3 1,3-1-533,-1-3 395,-1-3 1,4-2-14,0-3 1,0-1-112,6-1 0,0-3-142,6-3 0,0-2 103,2-1 0,0 1 99,-2-4 1,1 4 464,-1-1 1,2-1-207,0 1 0,-1-1 415,1 4 0,-4 0-263,2-1 0,-2 4 178,1-1 0,-2 4-13,2 0 0,-1 1 111,-2 1 0,0 4-563,1 5 1,-4 0 97,1 5 1,-3 0-677,2 3 0,-2 0 367,2 3 0,0-2 127,1 4 1,4-2 67,-2 2 146,6-3 0,59 9 0,17-2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1.5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67 7741,'0'-16'1023,"0"2"1,1 2 177,2 4-647,-2-1 0,4 5-142,-3 1 0,-1 6-211,2 2 0,-2 6 355,-1 3 0,1 6 68,2 2 0,-2 3-532,1 3 0,-1 2 57,-1 3 1,0-2-905,0-1 1,0 1 513,0 2 1,0-4-1138,0-4 0,0-1 566,0-4 1,-1-2-1940,-1-4 2751,1-2 0,1-30 0,4-6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1.9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 76 7741,'-1'-8'1563,"-2"-1"-1053,2 1 0,1 0-347,5 3 0,3-2 5,0 5 1,5-4-40,4 3 1,1-2-37,4 2 0,0-3 79,3 4 1,1-1-94,2 3 0,-6 0 61,0 0 0,-3 1-264,-2 2 0,-4 4 75,-2 4 1,-3 4-39,-2-1 1,0 3 36,-3 2 1,0 0-32,-3 3 1,0-4 123,0 2 0,-3-3-33,0 0 0,-1 0 104,2 0 1,1-2-53,-2-1 1,2-2-221,1-3 241,0-1-414,0 0 115,0-3-41,0-1 69,4-4 0,0-3 124,5 0 0,0-4 159,2-2 1,-1 1-98,4-3 0,0-1 58,3 1 1,0-4-75,-1 1 1,4-1 179,-1 1 1,1-1-4,-4 4 0,1 1 119,0 4 0,-4 3-111,-2 3 0,-5 0-14,0 0 0,-4 4-457,1 5 0,-2 0 172,-1 5 0,0-3-247,0 3 1,0-1 171,0 1 0,0-1-1138,0-2 1,0-5 1344,0 3 0,22-6 0,6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2.6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167 276 7741,'-1'-12'136,"-2"-2"1,2 2 744,-5 1 1,3 3 459,-2 2-798,-1-1 1,-2 6-291,-1-2 1,-2 6-28,0 2 0,-3 4-374,3 2 0,-1 1 174,1 2 1,2 4-485,-3-1 1,3 2 299,1-3 1,3 1-176,2 0 1,0-2-134,0-1 0,0 1-30,3-4 0,1 0 114,2-2 0,2-2 37,7-1 1,-3-3 269,2-3 1,1-3-85,-1-3 1,3-1-68,-3-2 0,4-2 56,-1 0 0,-2-3 17,-1 3 1,-2-3 292,0 3 1,2-4 267,0 1 0,-1 1 140,-4-1 0,0 3 21,-3-3 86,4 4-171,-7-2-411,4 7 190,-4 2-124,-4 10 1,4 2-50,-3 4 0,2 2-24,1-4 1,0 3-135,0-3 1,1 4 80,2-1 0,-3-2-188,3-1 0,1 1 67,-1 0 1,0-1-50,0-3 1,1-2 22,2-1 1,1-3 7,-1 1 0,-2-2 17,2-1 1,2-1-3,3-2 1,0-2-166,-2-3 1,0-4 54,2-2 1,-1 1-136,4-1 1,-4-1 57,2-4 0,0 0 163,-1-3 1,3 0-57,-3-3 1,0-1 460,-3-2 1,-3 1 96,-2-4 0,-2 5 337,-1-2 0,-1 5-84,-2 4 0,-2 5-252,-3 3 0,0 5 296,-1 4 1,4 1-225,-1 1 0,4 4-69,-1 5 1,0 0-87,0 5 1,0 3 80,3 6 1,0 1-218,0 1 0,1 3 0,2 0 0,-2 2-79,2-2 1,0 3 78,0-4 0,3 1-841,-4-3 1,2-2 413,-1-1 1,1-5-857,1 0 1,3-2 195,-3-7 0,4 2-16,2-8 0,-1 0 139,4-5 1,-1-2 814,1-6 0,9-21 0,-1-8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2.8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42 7741,'0'-8'0,"0"-1"1019,0 1 0,1 1-403,2 1 0,5 2-92,6 4 1,2 0-1154,1 0 0,2 0 291,1 0 0,3 1-2025,-1 2 2363,2-2 0,31 17 0,7 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3.0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34 9228,'5'-4'1007,"0"3"-942,-3-2-592,-1 2 1,4 1 526,-2 0 0,-2-11 0,2-3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3.2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39 7741,'-5'-8'705,"3"-1"0,0 4-1047,-1-1 0,2 3-310,-2-2 652,2 3 0,1 9 0,0 7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4.0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299 151 7637,'8'-9'-162,"-3"1"1,3-1 303,-3 1 1,3-1 448,0-2 0,-2 1-98,-1-1 0,0 1-24,1-1 0,0 2-148,-3-2 1,0 1-132,-3 2 0,-1 2 48,-2 1 1,-5 3-144,-3-1 0,-4 2-142,-2 1 0,-4 8-176,-4 3 1,-2 7 163,-1 5 1,-3 2-83,3 2 1,-2 6 50,2 3 0,0 7-208,3-1 0,7 1 80,4-1 1,5-1-28,4-2 0,3-4 40,7-7 1,5-4 95,6-7 0,2-7 40,1-2 1,2-6 115,1-2 1,2-6 18,-2-8 1,3 0-63,0-9 1,-1-2-64,-2-3 1,1-3 32,-3 0 1,-2 3-179,-4 0 1,1 0-79,-4 3 1,-1-1-128,-4 6 0,-2 4-154,-4 2 0,-4 5 563,-2 0 0,-1 5 0,-27 15 0,-7 3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4.1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67 7648,'-9'5'206,"1"2"0,1-5 832,1 4-653,2-4 0,8 1-170,2-3 1,4 0-14,1 0 1,4 0-181,-1 0 1,4 0-279,2 0 1,-1-3-356,-2-3 0,0 2 611,-1-2 0,20-26 0,4-8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4.5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92 67 7723,'-8'0'687,"-1"4"0,1-3-195,0 5 1,-1-3-240,1 2 0,-1 1-372,1 2 1,3 3-116,-1 0 1,1 1 22,0-4 245,1 0-177,4 1 138,0-1-245,0-3 0,1-2 75,2-3 0,1-3-70,5-3 1,-1-4 139,0-1 0,1-1 149,-1 1 0,3-2 240,0-4 0,1 3-158,-4 0 1,0 4 102,1-1 1,-2-1-68,-1 1 1,1 2 215,-1 4 1,-2 3-63,2-1 0,-3 4-229,2 4 0,-2 5-283,2 6 0,-2 1-561,3 0 1,0 2 756,5 1 0,6 18 0,4 2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4.9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 8 7713,'-4'-3'1178,"0"2"1,5-3-981,2 4 0,2 0-144,7 0 0,-2 0 42,4 0 1,0 0-144,6 0 0,-2 0 122,1 0 1,1 0-1626,0 0 1550,-1 0 0,-13 4 0,-3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5.1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26 7713,'6'0'658,"0"0"1,-4 0-617,4 0 0,2 0-369,3 0 1,5 0 226,1 0 1,2-1 99,4-2 0,23-5 0,3-5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5.9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217 58 7672,'0'-8'59,"0"-1"1,0 1 371,0 0 1,0 2-215,0 1 1,-3 2-49,1-3 1,-5 4-179,2 0 1,-3 2 76,0 2 0,-1 1-51,-3 5 1,-1 3 65,-3 5 0,0 2-90,2 1 1,-4 0-91,4 3 1,-2 0 54,5 0 0,-1 2-206,0-2 0,6 1 75,-2 0 1,5 0-113,0-4 0,2 1 69,1-3 1,0-4 8,0-2 0,4-3 48,1-2 0,3-3 57,0-3 0,1-1 131,3-1 1,-3-4-58,2-5 0,-1 1 66,1-4 1,0 1-62,2-1 0,0-2 97,1 2 1,2-2-61,-2-4 0,-2 3 23,-1 1 0,1-1-39,-1 3 1,0-2 230,-6 0 0,2 3 246,-5 1 1,1 3 81,-3 1 116,0-1-408,0 5 1,-1 0-273,-1 4 0,1 4 131,-2 1 1,2 3-124,1 0 0,0 1 7,0-1 1,0 4-31,0 2 0,0-1-230,0 1 1,-1 0 111,-2 2 0,2-2-363,-2 0 1,3 0 240,0 3 1,0-3-440,0 0 1,0-3 360,3 3 0,-1-7 340,4 1 0,10-20 0,7-2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6.2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44 7693,'4'-4'0,"1"3"322,-2-5-106,-2 4 294,6-2 1,-5 4-155,3 0 1,-2 4-226,3 2 0,-4 2-80,0 3 0,2 2-187,-1 4 0,0 0 8,-3-1 0,0 4 122,0-1 1,0 4-348,0 0 0,0 0 149,0-1 0,-3-2-62,0-3 1,-3-1-144,0-2 1212,2-2-414,-3-4 0,6-4 190,-2-4 1,2-4-126,1-4 0,3-4-107,0-2 1,3-3 48,0-2 0,4 0-100,1-3 1,4 0-619,-1-3 1,2 0 245,0 0 1,4 0-1182,-1-1 0,5 5 272,-2 2 0,1-1 985,-1 3 0,14 21 0,-1 11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6.8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266 110 7706,'6'-9'100,"0"1"0,-5-1 249,2 1 1,-2 0 235,-1-1 1,0 1-189,0 0 1,0-1 40,0 1 0,-1 1-107,-2 1 1,-1 0-106,-5 3 0,-2 0-29,0 3 1,0 0-240,3 0 0,-3 4-125,-1 1 1,0 4-115,1 2 0,5-1-303,-3 4 1,3-1 285,-2 1 0,2 2-287,0-3 0,4 3 201,-4 1 1,4 0 31,-1-1 1,3-3 100,0-2 0,0-1-76,0-2 0,3-1 274,3-1 1,1-2 180,2-4 0,-1-4 91,0-2 1,1-2-140,-1-3 1,1 2 95,2-2 0,-1-1-61,1 0 0,-3 1 40,-2 3 0,1 0-61,-1 3 1,1-2 10,1 5 1,-2-1-4,0 3-69,-1 0 0,3 4 92,1 1 1,-2 6 155,-1 3 0,0 3-188,-3 2 1,0 3-92,-3 3 1,-1 3-16,-2-1 1,-2 5 53,-7-1 0,-4-3 31,-6 0 1,-3 0-26,0-3 1,0-2 122,0-6 0,-3-4-114,1-2 0,0-5-133,4-4 1,4-1-700,5-1 0,2-6 394,4-3 1,3-4 381,2-1 0,25-17 0,5-4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7.6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126 17 7706,'0'-5'264,"0"0"568,0 3-414,0 1 1,-1-2-121,-2 6 0,2 1 94,-1 5 1,-2 3-139,1 2 1,-3 2-180,0 4 0,-1-2 147,2 5 0,-5 2-361,1 3 1,-1-1 10,2-2 0,-1 0-236,1-3 1,0-2 167,-1-3 0,4-5-78,-1-4-236,4 1 290,-1-8 0,3-1-110,0-6 0,0-2 29,0-3 1,3-2-26,3 0 1,4-4 102,1 0 0,4 0 32,-1-6 0,1 2 180,-1-1 1,2 0-79,-2 3 1,4 1 50,2-1 0,-1-1-59,-2 4 0,-4 1 908,-2 6-620,-2 5 0,-1 1 258,-3 6 1,-1 2-121,-4 6 0,0 0 11,0 3 1,-1 2-261,-2 4 0,-1-1 76,-1-2 0,-3 0-114,3-1 1,-3 3 61,0-2 0,0 1-281,-1-4 1,4 1 101,-1-1 0,1 1-251,-4-4 0,4-3 53,-1-2 0,3-4-411,-2 4 49,3-4 363,-2-2 0,5-6 179,2-5 1,2 1-62,3-4 1,0 0 125,1-3 0,0 1-77,2-1 0,-1-1 105,4-1 0,-3 1 43,3-1 1,0 1 89,3 2 0,0-1 104,3 0 1,-2 1-111,1 2 0,0 2 363,0 0 1,-5 7 111,0-1-131,0 4 0,-6 3-154,1 2 0,-5 5 282,-4 3 1,0 3-301,0 0 0,-1 3-273,-2 3 0,-1-3-328,-5 3 1,4-3 262,-1 0 0,1 0-864,-4-1 1,4-2 461,-1 0 1,2-4-321,-2 2 1,0-3-240,3-1 1000,0-3 0,7-16 0,0-8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7.8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76 9 7725,'0'-4'2332,"0"0"-1530,0 4 1,0 7-680,0 4 1,-3 4-63,0 2 0,-3 0-229,0-1 0,1 1-845,0 0 1,-1-1 635,-2 1 1,1 2-1272,1-3 1648,-1-1 0,2-14 0,-3-2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8.0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51 7725,'0'-13'255,"0"2"1,0 4 262,0 2-2487,0-1 1969,0 1 0,0 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8.4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84 67 8327,'0'9'411,"0"-1"1,0 3-200,0 0 0,-2 4-13,-1-1 0,-4 2-318,2 1 0,-3-1 113,0 1 0,0 3-166,-1-1 0,2 0 110,1-6 0,-1 0-211,1-1 11,3-3-16,-1-1 264,4-4 1,3-9 17,-1-3 0,6-1 83,0-5 0,0-1-97,4-5 1,-2 3 22,1-3 1,-1 0 10,4 0 1,0-3-3,3 1 0,-1 1-3,1-2 0,1 8 61,1-2 0,-1 3 94,1 0 1,-2 3 214,-3 5 0,-2 3 257,-4 3 0,0 3-263,-3 3 0,-1 5 57,-4 3 0,0 3-55,0 2 0,-3 0-455,0 3 1,-2-3 107,2 0 0,-2 1-1078,2 0 0,-3-1-16,3-2 1,-2 0 1055,2-1 0,-11 9 0,0 1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8.9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291 158 7721,'0'-12'0,"0"3"549,0-2 0,3 1-135,0 2 0,1-1-74,-2-2 0,-1 1-25,2-1 0,-2 2-104,-1 1 0,0-1 113,0 1 1,-1 1-126,-2 1 0,-1 0-171,-5 3 1,-3-3 73,-2 3 0,-1 2-306,-2 3 1,-3 4 119,-3 5 0,-1 2 10,-1 4 1,3 2-141,0 1 0,3 6 76,0-1 0,2 3-223,3-1 1,2-1 104,4 2 1,3-3-98,2-3 1,6 1 87,2-7 1,7-1 303,2-6 0,4-5 5,2-1 1,2-3 106,-3-3 1,4-2-134,-4-6 0,3-2-87,-2-4 0,2 0-336,-2 0 0,-5 1 166,-4-1 1,1 0-477,-4 1 1,1 0 140,-6 2 574,0-2 0,-14 11 0,-3-3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29.1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 59 7721,'-5'0'642,"2"0"1,4 0-153,1 0 1,4 0-290,5 0 1,6-1-4,5-2 1,2 1-1464,1-4 1,0 4 1264,0-4 0,8-11 0,1-5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32.3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726 230 7712,'0'-8'250,"0"0"0,0-1 28,0 1 1,0 3-33,0-1 1,-1 1-48,-2 0 1,2-3-70,-5 3 0,3 0 69,-2 0 1,-2 3-168,-4-1 1,1 2 119,-4 1 0,0 2-215,-3 3 1,1 3-3,-1 9 0,-4 1-4,-4 7 1,0 4 88,-3 1 1,1 4-47,-1 2 1,2 2-147,-2 4 1,6-2 66,2-4 1,4-1-173,2-7 1,2-1 57,3-5 0,5-5 41,1-6 1,2-5 222,1 0-102,0-4 0,1 1 96,2-6 1,0 1-67,5-4 1,-1 4-20,7-4 0,0 1 31,3-4 1,0 1-25,3-1 1,-1 4 21,3-1 1,0 4 56,3-4 1,0 4 115,0-1 1,1 2-59,2-2 0,-3 2 11,0-2 1,-1 3-47,-4 3 0,-1-2 98,-2 2 1,-1 0-84,-3 0 0,0 1 180,-5-2 0,0-1-97,1 2 1,-4-2-151,1-1-81,-4 0-399,5 0-376,-2 0 1,3 0 418,0 0 1,-2-1 425,-1-2 0,8-12 0,5-8 0</inkml:trace>
  <inkml:trace contextRef="#ctx0" brushRef="#br0" timeOffset="2143">284 97 7706,'0'-11'56,"0"-1"0,1 0 0,0 0 0,2 0 400,-1 0 1,-1 6 48,-1-2 172,0 1-480,-4 2 0,-4 5 61,-6 6 0,-2 6 23,0 5 1,-5 8 94,-1 8 0,-6 9-15,-2 8 1,0 8-153,-1 6 1,8 4-321,1 2 1,8-2 135,6-4 0,4-1-209,7-5 0,6-12-283,8-7 0,3-8-519,5-9 1,0-2-1342,0-6 2327,-4-2 0,7-19 0,-2-3 0</inkml:trace>
  <inkml:trace contextRef="#ctx0" brushRef="#br0" timeOffset="2708">1219 89 7697,'0'-6'506,"0"0"308,0 0-274,0 2-295,0 1 1,3 9 111,3 2 0,5 10 70,3 1 1,2 6-101,0 6 1,1 4 35,0 10 0,-1 7-146,-2 9 0,-3-3-149,-6 4 1,-7-7-215,-9-5 1,-5-4 176,-9-4 1,-3-9-301,0-8 0,-1-4 180,1-4 0,3-4-394,0-2 1,4-4-97,4-2-1923,4-3 2502,1 2 0,30-23 0,6-4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7:07.7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34 8273,'4'-3'1883,"0"1"-1565,-4-4 101,0 4-950,0-1 1,3 2 363,0-2 1,0 2-1737,0-2 1903,-2 2 0,10 5 0,-1 1 0</inkml:trace>
  <inkml:trace contextRef="#ctx0" brushRef="#br0" timeOffset="269">210 18 7824,'5'0'713,"1"0"1,-4-1-798,0-2 147,3 2 0,-3-3-485,3 4 401,-3-3 1,3 2-1551,-2-2 1571,-2 2 0,6 5 0,-2 0 0</inkml:trace>
  <inkml:trace contextRef="#ctx0" brushRef="#br0" timeOffset="525">460 34 7841,'8'0'751,"0"-1"-114,-3-1-1680,3 1 395,-4-3 648,5 4 0,-12 7 0,-3 3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7:06.8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358 426 7800,'8'-21'0,"-3"1"0,-1 5 981,-4 1 1,-1 1-404,-2 0 1,-1 0-128,-5 5 0,-4 0-221,-3-1 0,-5 5-286,-4 1 1,-4 2 96,-1 1 1,-3 4 20,0 1 0,3 6-173,2 3 1,3 3 102,3 3 0,3 1-491,5 4 1,3 0 229,5 0 0,3 3-15,6 0 0,8 0 43,6 0 1,9-5 130,2-1 0,6-4-84,2-1 1,1-5-104,-1-4 1,-2-3 174,-1-5 1,0-1-40,-6-2 0,-1-2 148,-4-6 0,-4 0-53,2-2 0,-6-1-481,-3-3 1,-5 3 248,0 0 0,-4 3 298,1-3 0,-6 4 0,-3-1 0,-5 1 0,-3 2 0,-5 3 0,-4 3 0,-1 0 0,-1-1 0,-3 2-30,1-2 0,-5 2 4,1 1 0,2 0 399,-2 0 1,2 0-84,-2 0 1,5 0-288,4 0 0,4 4-247,1 2 244,1 1 0,21 5 0,2 1 0</inkml:trace>
  <inkml:trace contextRef="#ctx0" brushRef="#br0" timeOffset="425">241 92 7824,'0'-8'113,"0"-1"1,0 1 280,0 0 530,-3 3-902,-2 1 1,-3 4 32,-1 0 0,1 4-98,0 2 0,-1 1 130,1 1 0,0 1-135,-1-1 1,1 3 19,0 0 0,-1 0-59,1-6 0,0 2 53,-1-1 0,4 1-310,-1-2 134,4-1 149,-2-4-363,4 0 303,4-4 0,-2-1 98,4-3 0,-1-3 167,4 0 1,-4-3 298,1 3 0,-1-4 303,4 1 0,-2 2-347,-1 1 0,1 2-8,-1 0 1,-2 2-44,2 1 1,-1 0-711,4 3 0,0 0 303,2 3 1,-1 5-435,4 3 1,-3 5 181,3 7 311,0 1 0,18 41 0,3 10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7:05.6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268 159 8016,'5'0'618,"2"0"1,-2-1-336,3-2 1,1 1 204,2-3 1,0 2-121,3-3 0,-3 1-46,3-4 1,-4 1-117,1 0 0,-5-1-14,-4 1 1,-2-3-189,-2 0 1,-7-3 85,-5 3 1,-5 0-289,-3 2 1,-4 2 177,-1 1 1,1 0-157,-2 3 1,6 0 31,2 3 1,6 2 10,3 4 0,2 1 32,0 10 1,6-1 25,3 9 0,3 3 91,6 8 0,3 1-46,2 4 1,4 2-205,2 4 0,3 2 73,-1-5 0,-1-2-515,-2-3 0,-6-9 245,-5-2 0,-3-6-14,-5-9 0,-2-1 11,-3-7 1,-5-1 58,-6-4 0,-1 0 375,0 0 0,-3-4 0,-13-26 0,-6-11 0</inkml:trace>
  <inkml:trace contextRef="#ctx0" brushRef="#br0" timeOffset="351">26 376 7800,'-5'-13'0,"-1"4"369,3 3 1,-3 0 353,4-2-437,-1 0 1,3 2-81,0 1 1,4 3 25,1-1 1,3 2-74,4 1 0,2 0-95,5 0 1,1 0-138,3 0 1,4 4 74,-2 1 1,2 2-215,1-2 1,-1 6 109,4-3 0,-2 2-418,-2-2 1,-3 4 228,-7-1 0,-4 1-182,-2-1 1,-2-1 267,-4 4 1,-1-4 109,-4 1 0,0-1 103,0-2 1,-3 3-129,0 0 0,1 0 365,2-2 1,1-2-136,1-1 1,4 1 143,5-1 1,2-3-76,4 0 0,2-2 162,1-1 1,-1-4 88,-2-1 0,-4-5 243,-2-2 0,-5 0-203,0 1 1,-4 2-110,1-2 0,-3-1-411,-3 1 0,-2 0 107,-3 2 1,-3 1-954,0 0 1,-3 3 554,3 2 0,-3 1 341,2-1 0,5 14 0,3-1 0</inkml:trace>
  <inkml:trace contextRef="#ctx0" brushRef="#br0" timeOffset="643">660 392 7800,'9'0'927,"-1"0"0,0 0-361,1 0 1,0 1-45,2 2 0,-4 3-190,1 5 0,-1-2-211,1 2 0,0 2-253,1 1 1,-5 1 162,-1-1 0,-2 1-139,-1-4 1,0 3 107,0-3 169,0 0-169,0-3 876,-4-3-475,3-1 0,-5-5 138,3-2 1,0-2-169,3-7 0,0 2-117,0-4 0,3 0-457,0-2 1,4-1 191,2 0 0,0 1-648,5-1 1,1 0 394,4 0 0,2 1 114,4-1 150,0 4 0,19 5 0,4 4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7:02.7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191 222 7854,'4'-8'0,"-3"0"0,2-1 981,-3 1 1,0 0 523,0-1-165,0 5-1355,0-4 1,-6 7 65,-2-2 0,-3 2-133,3 1 1,-3 4 130,0 2 0,-3-2 21,3 2 0,-4 0 36,1 2 1,2 0-119,1 1 0,-1-1 14,1 0 1,0 1-74,2-1 1,2 0-190,1 1 1,2-1 133,1 0 1,2 1-132,-2-1 1,6 0 61,2 1 1,7 0-203,1 2 1,4-2 99,3 3 1,1-2-57,4 1 0,0-2 73,0 2 0,-1-1 34,-2-2 1,-2 0 678,-6 1-400,2-1 0,-11 0 578,1 1 1,-6-4-357,-6 1 1,-4-3-201,-10 2 1,-1 0 31,-4 0 1,-3 3-428,0-3 0,3 0 127,3 1 213,4-5 0,12-4 0,8-7 0</inkml:trace>
  <inkml:trace contextRef="#ctx0" brushRef="#br0" timeOffset="308">492 364 7854,'0'-14'717,"0"0"0,0 1 256,0-1-179,0 2 391,0 4-407,0 3-805,-4 2 0,2 6 101,-3 3 0,2 1-63,-3 2 0,2 0 80,-2 2 1,1 1-210,3 2 1,1 2-13,-2-2 1,2-1-40,1 1 1,1-4 134,2 1 0,1-2 20,5 0 1,-4-4 186,1 1 0,-1-4-88,4 0 0,-1-2-490,0-2 1,-2-1 200,-1-5 0,-3 1-1106,1-4 0,-2 1 115,-1-1 1195,0 1 0,22-9 0,6 1 0</inkml:trace>
  <inkml:trace contextRef="#ctx0" brushRef="#br0" timeOffset="585">734 80 7854,'-5'-12'3918,"-2"3"-2938,6-3-629,-3 7 1,4 3 301,0 4 0,1 4-207,2 5 0,0 0 98,3 6 0,1-1-280,-1 6 1,1 0-321,2 3 1,-1 1-1051,0 2 0,1-1 744,-1 3 0,1-2-624,-1 3 0,0-4 371,1 1 1,-2-4-2796,-1-5 3410,1 1 0,5-33 0,6-3 0</inkml:trace>
  <inkml:trace contextRef="#ctx0" brushRef="#br0" timeOffset="1225">959 281 7854,'0'-9'1963,"0"1"-1086,0 0-244,0 3 320,0 1-598,4 12 0,-2 0-189,3 6 1,-2 2 71,3-2 1,-4 1-280,4 2 1,-3-1-122,2-2 1,-2 2-143,3-2 0,-2-2-422,2 2 0,1-3 378,-1 0 0,0-2-294,0-1 0,1 0 231,-1-3 1,1-1 21,2-4 1,2-1 134,0-2 0,0 1 173,-3-7 1,1 3-16,-1-5 1,0-2 128,1-1 0,-5 1 401,-1-1 0,-1 0-275,1-3 1,-2 3 187,2 0 0,-3 4-155,0-1 1,0 2 341,0 0-53,0 5-303,0 0 1,1 5 56,2 2 1,-1 1 132,4 5 1,-4 0-324,4 2 0,0-1 64,2 4 0,0 0-172,1 3 1,-1-1 64,0-2 1,3 0-123,1-2 0,2 0 59,0-1 0,-1-2-225,1 2 1,0-4-107,3-2 0,-3-3-289,0 1 0,-3-2 298,3-1 1,-4-4 77,1-2 0,-2-2-186,0-3 1,-2 1 129,-1-4 0,0 0 361,-3-3 0,1 0 0,-2-3 0,-1 3 0,2-3 0,-2-1 0,-1-2 0,-4-2 0,-1-2 0,-3 1 524,0-2 1,0 2-277,-1 1 1,4 3 540,-1-1 1,4 8 244,0 2 71,1 2-704,1 7 1,3 5 81,3 7 1,1 4-88,2 5 1,0 3-164,2 2 0,-2 3-127,2 3 0,-1-2 84,-2 2 0,0-1-133,1 1 1,-1-3 53,0 0 0,-2-1-589,0-5 0,-4 4-122,4-4 0,-4-2-1350,1-3 886,-2-4-169,-1 2-521,0-7 891,-4-2 863,3-3 0,-10-22 0,1-6 0</inkml:trace>
  <inkml:trace contextRef="#ctx0" brushRef="#br0" timeOffset="1472">1460 356 7854,'-5'-14'518,"3"0"1,1 4-127,1-1 0,1 1 46,1 2 1,4 1-172,5 1 0,2 0-174,4 3 1,3 0 149,2 3 1,3-3-32,0 0 0,0 2 129,0 3 0,-3 0-103,0 4 1,-3-1 221,0 4 0,-2 3-99,-3 2 0,-2-1-185,-4 1 1,2-1-145,-1 4 0,0 0-226,-6 0 0,1-1-728,-2 1 1,-1-1 535,2-2 0,-2-1-1053,-1-2 0,-1-3 616,-2 0 1,2 1 822,-1-4 0,4-16 0,3-4 0</inkml:trace>
  <inkml:trace contextRef="#ctx0" brushRef="#br0" timeOffset="1713">1794 30 7854,'-8'-8'0,"-1"0"-1166,1-1 1166,0 5 0,-4 11 0,-1 7 0</inkml:trace>
  <inkml:trace contextRef="#ctx0" brushRef="#br0" timeOffset="2268">2094 339 7854,'0'-4'-295,"-3"-4"0,-2 7 834,-3-2 1,-1 2-245,1 1 0,-4 0-73,-2 0 0,-2 1 26,0 2 1,-4 2-180,1 3 0,2 1 95,3 3 0,4-3-372,-1 2 1,2-2 170,4 0 1,-2-1-171,5 0 1,0 0 111,4-3 1,1 2-127,6-4 1,-3-1 42,5-2 0,1 0 67,-1 0 1,4-2 169,-1-1 1,-1-4-82,1 2 0,-1-3 169,1 0 0,2 0-35,-2-1 1,-2 1-37,-1 0 0,1 0-46,-1 3 1,1-3 169,-1 3 0,-4 0 157,1-1-76,-1 5 126,1-3-310,0 4 1,-3 1 159,-2 2 1,0 1-77,0 4 0,1 1 75,-1-1 1,-1 3-87,3 0 0,-3 1-48,1-4 1,0 3-33,0 0 1,3 0-143,-3-2 2,-1-1 203,-2 0 0,0-3-21,0-1-598,0-4 346,0-8 0,0 3-53,0-6 0,0 1 212,0 2 0,0-1 235,0-2 1,3 1 39,0-1 0,1 1-137,-2-1 1,3 2 431,3-3 1,1 1-190,-1 3 0,1-2 51,3 4 0,0 2-125,5-2 1,0 4-311,0-1 0,2 7-181,1 4 1,3 2-352,-1 4 0,-2 0-1298,0 6 0,-3-2 901,-4 1 1,0 1-1172,-5 0 2064,-3-1 0,-9-2 0,-5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7:00.6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275 130 7858,'9'-4'666,"-1"0"-350,1-1 1,-4-2-292,1 4 224,-1-3 108,0 1 0,-1-3-78,-4 0 1,-8-1-287,-3 1 1,-4-3 74,-2 0 1,-3-1 126,-2 4 1,-4 1-155,1 1 1,-2 1 108,5 3 0,-2 2-100,2 0 0,0 3 44,5 6 0,2 3-86,7 2 0,3 5 115,3 3 0,4 6-179,4 3 0,6 2-47,5 3 0,0 2-60,6 1 0,-1 3-261,3-3 1,-4 0 197,-1-6 1,-4-3-248,-2-2 1,0-4 168,-5-4 1,-3-5-122,-6-6 1,-1-5-96,-2-1 0,-1-2 520,-5-1 0,-14-22 0,-4-6 0</inkml:trace>
  <inkml:trace contextRef="#ctx0" brushRef="#br0" timeOffset="350">8 363 8041,'-3'-9'0,"2"-2"372,-2 5 0,3 2-76,3-2 0,1 4-42,5 0 1,3 1-123,2 1 0,5 0-16,3 0 1,3 1-42,3 1 1,-1 2-139,4 2 1,-2 1-424,-2-1 1,1-2 281,-6 2 0,-4-3 11,-1 2 0,-6-2 96,0 2 0,-5-2 129,-4 3 1,-1-1-52,-1 4 1,-3-1-3,-3 0 1,-1 5-1,-2 0 0,1 0 141,0 1 0,2-3-184,0 3 0,5-3 87,-2 0 1,7 1-238,4-1 1,5-3 55,6-2 1,3-4-5,3 0 0,1-2 319,1-2 1,-3-6 364,1-3 1,-7-4-115,-1 1 1,-4-4-186,-5-2 0,-3 1 184,-2 2 1,-6 0-66,-3 1 0,-5 2-898,-3 0 1,-4 7 392,-2 2 1,1 3 162,2 2 0,8 19 0,1 4 0</inkml:trace>
  <inkml:trace contextRef="#ctx0" brushRef="#br0" timeOffset="734">668 422 7854,'0'-6'-352,"0"1"1412,0 3-281,0-6 516,0 7-898,4 5 0,-3 3-150,5 7 1,-3-3-178,2 3 1,0 0-37,1 2 1,1 1-24,-1 0 0,-2-1 107,2 1 0,-4-3-268,4 0 0,-4-4 93,1 1 0,-2-4 608,-1-2-328,0-3 0,0 1 72,0-6 1,0-2 122,0-7 0,-3-1-83,0-3 0,0-2-366,3-1 0,0 0 131,0-3 1,1 3-522,2 0 0,3 1 292,5 1 1,3 1-1655,5-1 1,-1 7 136,1 2 1646,3 5 0,3 10 0,4 7 0</inkml:trace>
  <inkml:trace contextRef="#ctx0" brushRef="#br0" timeOffset="1282">943 413 7854,'-5'3'460,"-1"0"0,4 4-68,0-2 1,1 2 193,1 2 1,0 0-181,0 2 0,0-1-114,0 4 0,2-1-67,1 1 0,4 2-160,-2-2 1,0-1 30,0 1 0,-3-4-58,1 1 0,-2-4 720,-1-2-240,0-3-582,0 2 97,0-4-265,0-8 0,1 3 175,2-6 0,-2-1-97,1 0 1,2-2-122,-1 0 0,3 1-193,0-1 0,1 0-49,2-3 0,0 1 181,2-1 1,-2 4 222,3 2 1,0 0-51,-1 2 1,0 0 742,-3 6-419,4 0 63,1 3 0,-1 5 66,-3 3 1,-5 2 106,-4 4 1,3-1-96,0 0 1,0 2 27,-3-4 1,0 4-261,0-1 1,0-1 55,0 1 0,0-4-122,0 1 0,0-1 168,0-2-197,-4 0 0,2 0 16,-3-3 58,3-1-192,-2-4 1,4-1 60,0-2 0,0-1-69,0-5 0,0 1 39,0 0 1,4-3 53,1-1 1,4-2-2,2 0 0,1-2-143,2-1 1,4 1 107,-1-1 1,2 0 29,1 0 1,0 2 484,3 1 1,0 2-208,-4 3 0,0 4 505,-5-1 1,1 5-334,-4 1 0,0 4 53,-3 4 0,0 2-28,-3 1 0,3 2-911,-3 3 0,0-2 28,0 0 0,-3 0-288,1 3 0,1-1-3045,-2-2 3805,1 1 0,-10-9 0,-2 1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58.0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167 259 7819,'-3'-8'-281,"1"0"1,-1-1 631,3 1 1,-4 2 604,-2 1 0,1 2-400,-3-3 0,1 5-175,-4-2 0,-2 3-46,-1 3 0,1 1-127,-1 5 1,1-1-183,-1 0 1,2 4 129,4 2 1,0 2-113,3 1 1,1-1-33,4 1 0,1 1-70,2 1 0,5-1-111,6 1 1,7-1 63,4-1 0,3-3-456,6-1 0,-2-3 289,-1-2 1,1-1-690,-1-4 0,-2 0 290,-2-3 0,-2-5 137,-2-3 1,-7 0 192,-4-3 0,-3-1 341,-1 0 0,-7-10 0,-2 0 0</inkml:trace>
  <inkml:trace contextRef="#ctx0" brushRef="#br0" timeOffset="249">418 134 7819,'-5'-13'-63,"-2"-2"63,5 4 930,-5 0 1,6 5 182,-2 1-189,2 3-542,1 6 0,0 4 9,0 6 0,1 5-148,2-3 0,5 6-35,3 1 1,1 4-528,-1 0 1,-1 1 289,4-3 0,-3 0-1255,3 0 1,-3 0 648,3 0 0,-3-3-1490,3-3 2125,-4-1 0,6-12 0,-3-4 0</inkml:trace>
  <inkml:trace contextRef="#ctx0" brushRef="#br0" timeOffset="486">802 318 7819,'0'-14'1119,"3"0"-683,-2 4 1,3-2-154,-4 3 1,-4 5-63,-1 1 1,-3 2-115,0 1 1,-4 0 58,-2 0 1,-1 4 50,1 1 1,-2 3-283,2 0 0,1 1 102,0 2 0,5 2-1,0 4 0,5-3-50,0 0 1,3 0-100,3 3 0,3-5 90,5 0 0,2-3-53,3-1 0,2 0 30,1-3 0,-1-1-111,2-4 1,-3-3-379,0 0 0,-4-4 245,-2-1 1,-5-2-832,-4-4 1,-4 3 111,-4-3 1009,-5 0 0,-17-6 0,-7-1 0</inkml:trace>
  <inkml:trace contextRef="#ctx0" brushRef="#br0" timeOffset="906">1027 192 7841,'5'-3'117,"-3"-3"-44,-1-1 0,-1 1 173,0 1 0,-3 3-62,-3-1 1,-1 2-107,-2 1 1,1 3 271,0 0 1,-1 2-91,1-2 1,0 4-317,-1-2 0,2 2 134,1 2 0,2 2-77,4 0 0,0 4 14,0-1 0,4 2 41,2 0 0,1 1 150,2 0 1,0-1-95,2 1 1,2 3-77,4-1 0,-1 3 37,1-2 1,-4-2 21,-2-4 0,-3-1 196,-2-2-1002,-2-1 0,-9-2 220,-3-5 0,-4-2 7,-5-1 1,0-1-466,1-2 0,0 1 949,2-3 0,2-23 0,4-8 0</inkml:trace>
  <inkml:trace contextRef="#ctx0" brushRef="#br0" timeOffset="1232">1219 351 7841,'17'-5'216,"0"-2"50,3 1 1,-4 3 3,1 0 1,0 2-47,-3 1 0,1-3-132,-1 0 1,-2 0 118,-4 0 0,-1 1-195,-1-3 1,-2 2 240,-4-3-550,0 1 0,-7-4 120,-1 1 1,-6 3-31,0 3 1,-3-2 206,-2 1 1,0 0-40,-3 3 1,3 0 550,0 0 0,1 3-232,2 0 1,3 3 118,1 0 1,0 1-126,1 2 0,3 3-231,2 2 0,5 0-10,-2 2 1,6 0-207,2 6 1,7-2-101,5 2 0,4-3 162,7 0 1,2-1-985,3-2 0,-2-4 462,-1-3 0,1-2-92,2-4 1,0 0 720,-3-3 0,7-22 0,-3-6 0</inkml:trace>
  <inkml:trace contextRef="#ctx0" brushRef="#br0" timeOffset="1676">1611 34 7841,'-4'-8'0,"-4"-5"1760,7 8-1045,-2-3 1,6 12-79,3 2 0,1 6 105,2 5 0,3 0-263,2 5 0,2 3-200,4 3 1,-2 4-70,5-2 1,-4 6 26,3 0 1,0 2-158,0-5 0,-2-1-196,-3-7 0,-5-4-433,-4-1 0,0-6-2582,-5-3 1295,3-6 799,-5-1 614,3-4 1,-5-4 147,-2-1 0,2-3 30,-2 0 0,-1 0 34,-2-1 0,-1 1 94,-2 0 1,-3-1-5,-2 1 0,-4 0 79,-2 3 0,-4-3 387,-1 3 1,0 1-254,-3 1 1,2 2 641,1 1 0,1 4-361,2 2 1,4 5 76,4 3 0,8 2-121,0 0 1,6 1 181,6 0 1,4 2-116,10 1 1,1-2-182,4-4 0,3-2-493,0-4 0,-1-3 251,-1-2 0,-5-2-1242,-2-1 0,-1 0 655,-1 0 1,-5-4 613,-4-1 0,-22-18 0,-9-4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57.2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 25 7819,'0'-4'1271,"3"-4"-1063,-2 7 1,3-2 172,-4 6 0,3 3-75,0 5 0,-1-1-49,-2 4 1,0 0-139,0 3 1,0-1 50,0 1 0,0 0-286,0-1 1,0-2 153,0 0 0,-1 0-289,-1 3 0,1-4 161,-2-2 1,1-5-344,-1 0 228,2-4 1,-3 2-274,1-4 175,2 0 0,-3-5 127,4-3 1,0-2 227,0-4 0,0 1-107,0 0 1,1-6 152,2 2 0,2-1-56,3 1 0,0 1 55,1 2 1,-1-3-74,0 3 0,4-1-32,2 4 0,-1 4 178,1-1 0,-1 5-89,1 0 0,-1 2 279,-2 1 1,-1 4-125,1 2 1,0 2-294,-3 3 1,1 2 50,-6 4 0,3 0-538,-3-1 0,0 4 103,0-1 0,-2 1-105,2-4 0,-2 1 546,-1 0 0,11 3 0,3 2 0</inkml:trace>
  <inkml:trace contextRef="#ctx0" brushRef="#br0" timeOffset="283">526 25 7819,'-1'-7'517,"-1"1"0,0 0-451,-4 3 0,0 0 69,-6 3 0,2 3-161,-4 0 1,3 6 101,-3-1 0,1 5 79,-1-2 0,0 5-18,2 1 0,1 1-257,3 4 0,3-3 30,3 4 1,1-5 43,1 2 0,6-3 179,2 0 1,6-4-78,0-2 0,5-5 164,0-4 0,2-1-123,-2-1 1,-1-6 166,1-3 1,-5-4-37,-3-1 0,-2-2-486,-4-1 0,-1-2-354,-4-1 1,0 1-1418,0 2 2029,0 0 0,-15-3 0,-3-1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56.1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17 200 9481,'-4'0'1140,"0"0"0,4 1-821,0 2 0,0 2-176,0 6 1,1 2-115,2 4 1,-2-3-589,1 0 0,2 0 409,-1 2 1,1 1-1281,-2 0 0,-1-1 1430,2-3 0,-9 0 0,-4-5 0</inkml:trace>
  <inkml:trace contextRef="#ctx0" brushRef="#br0" timeOffset="264">1 66 7805,'0'-14'94,"0"0"1,0 4 404,0-1-955,0 2 1,1 4 126,1 2 329,3 6 0,11 17 0,1 7 0</inkml:trace>
  <inkml:trace contextRef="#ctx0" brushRef="#br0" timeOffset="495">268 141 7805,'-9'-2'494,"1"-1"1,0-3-369,-1 3 1,1 1 106,0 2 0,-1 0 71,1 0-97,0 0 0,-1 2-228,1 1 0,2 4 76,1-2 0,3 0-289,-1 1 1,2-1 64,1 3 1,1 1-100,2-1 0,2-2 54,3-1 0,0 1 116,1 2 1,2-2 12,0-1 0,4 1 10,-1 2 1,1 1-100,2-1 1,0 0 68,0 1 1,2 0-151,1 2 0,-2-2 135,-4 2 1,2 1 135,-2 0 0,-3 2 1015,-3-3-790,-3 0 1,-6-3 151,-2 1 1,-5-4-167,-6 1 0,-6-5 144,-2 2 1,-2-1-55,-1 1 0,3-2-1238,-1 2 1,6-2 920,0-1 0,19-4 0,8-1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49.4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34 310 7877,'-9'-9'0,"2"1"404,1-1 1,0 1 284,3 0-134,0 3-387,3 1 0,0 5-133,0 2 1,0 2 84,0 3 1,0 4 71,0 2 0,0 3-167,0 2 1,0 0 130,0 3 0,0-2-257,0 2 1,0 0 16,0 3 1,0-3 15,0 1 1,0-5-18,0 2 0,0-4-385,0-2 676,0-2-128,0-7-159,0-16 0,0-1 67,0-13 1,3-2 75,0-4 0,3 3-53,0 0 1,2-1-7,4 1 0,-1-1-90,5 2 1,0 3-192,6-1 1,1 7-536,2 1 0,-3 4 373,0 5 1,-3 3-470,0 2 909,-5 6 0,-9 13 0,-6 6 0</inkml:trace>
  <inkml:trace contextRef="#ctx0" brushRef="#br0" timeOffset="300">326 443 8365,'0'6'697,"0"-1"0,1-2-290,2 3 1,-1-5-146,3 2 1,1-2-222,2-1 0,1 0 53,2 0 0,0-1-277,3-2 1,-1-1 224,4-5 1,0-3-351,0-2 0,-4-1 205,1-2 1,-3 0-351,0 1 0,-2-4 173,-1 1 0,-3-1 48,-2 3 1,-2 5 160,-1 0 0,-5 4-46,-3 2 0,-4 3 293,-5 3 1,-1 7-97,-1 4 0,0 4 519,-3 2 1,3 2-277,0 1 0,5 3 26,3-1 0,2 2-417,0 1 0,5 3-504,1 0 1,9-1-96,6-5 1,6 0 157,4-5 509,6-2 0,43-29 0,13-5 0</inkml:trace>
  <inkml:trace contextRef="#ctx0" brushRef="#br0" timeOffset="778">869 318 7877,'0'-11'142,"0"0"0,0-1 86,0 0 0,0 3 814,0-2-219,0 2-404,0 0 0,-1 5-251,-2 1 1,-2 3-216,-3 3 1,-1 1-186,-2 5 1,-2 2 243,0 0 1,-2 4-75,4-1 1,-4 2 14,1 0 0,2 1-370,1 0 0,1-3 131,2-1 0,2 1-105,1 3 0,3-4 92,-1-2 1,2-2-33,1 0 1,1-5 405,2-1 0,4-2-63,5-1 1,0-4 131,-1-1 1,1-6-89,2-3 1,2 1 12,-3-1 0,0 1-6,1-1 0,-3-1 88,3 4 0,-1-3-42,1 3 1,1 0 105,-4 3 1,3 2-87,-3 0 0,0 5-112,-2-2 1,-4 6 106,1 2 0,-4 6-2,1 3 1,-3 3 29,0 2 0,0 3-54,0 3 0,-3 0 158,-3 0 1,-5 0-62,-3 0 1,-2 0 55,0 0 0,-2-1-599,-1-2 1,1-2 220,-2-6 0,0-2-1045,1-4 0,-1-3 190,3-2 982,4-2 0,9-42 0,5-10 0</inkml:trace>
  <inkml:trace contextRef="#ctx0" brushRef="#br0" timeOffset="1409">1061 268 8109,'0'4'1692,"0"4"-1343,0-3 1,0 4-298,0 2 1,0 2 56,0 4 0,0 0-158,0 3 1,0-2 110,0 4 0,-3-3-129,0 1 0,0-6 30,3 0 1,-2-4 112,-1 2 125,0-3-104,3-4 1,0-3-395,0-4 0,0-6 138,0-3 0,4-4-239,1 1 1,3-2 153,0 0 0,1-2-70,2-1 1,0 1 46,3-1 1,-3-2-6,3 2 1,-1-1-5,4 3 0,-3 5 28,0 0 0,-4 6 1400,1 0-875,-1 4 1,-3 2 69,-1 6 0,-3 4-121,-3 1 1,1 3-13,2-3 1,-2 3-61,2-3 1,-1 3-71,0-3 0,2 3-20,2-2 1,1-2-127,-1-5 1,1 3 56,1-3 1,4-1 52,-1-1 0,1-2-117,-1-1 0,-1 0 98,4 0 1,0-4-175,3-2 0,-4-4 76,1-1 1,0-3 46,3 3 0,-4-3 12,-2 3 1,1-4-14,-1 1 1,0-1 80,-6 2 1,2 0-96,-5 1 149,1 3 1,-4-2-66,-2 5 0,-2 3 97,-6 3 0,-2 3-97,-4 3 1,0 2 502,1 3 0,0 0-124,2 3 1,-1-1 29,4 4 0,-3 0-37,3 0 0,3-1-123,2 1 1,3 0-469,-2-1 1,3 4 179,-1-1 1,6 1-880,2-3 0,7-2 495,1-1 1,4-3-1270,3-5 0,-2-2 1645,4-4 0,23-26 0,8-7 0</inkml:trace>
  <inkml:trace contextRef="#ctx0" brushRef="#br0" timeOffset="1693">1795 226 7877,'-5'-6'0,"-1"1"0,4 2 469,0-2 1,-3 3-31,-1-1 0,-1 2-123,-1 1 1,0 1-180,3 2 0,-3 1 91,3 5 0,-2-1-184,2 0 1,-2 4 126,4-1 1,0 1-147,3-1 0,0-1 67,0 4 1,0-4 193,0 1 0,0 1 25,0-1 1,3 3 235,0-2 1,3 1-391,-4-1 0,1 0 40,-3-1 0,0-2-769,0 2 555,0 2 1,-6-4-618,-3 3 1,-2-3 353,0-1 1,2-3 279,-2-2 0,-6-25 0,-1-6 0</inkml:trace>
  <inkml:trace contextRef="#ctx0" brushRef="#br0" timeOffset="2076">1987 193 7876,'0'-9'-344,"-1"2"1104,-1 1 0,0 0-231,-4 3 1,0 0-102,-5 3 1,-2 0-134,0 0 0,-2 4-81,4 2 1,-3 1-313,3 1 0,0 2 151,6 1 1,-2-1-195,4 4 0,1-3 113,2 3 0,0-3 67,0 3 0,3 0 84,3 3 1,1-4 129,2 1 0,-1-1-41,0 1 0,0 1-65,-3-4 0,-1 0-132,-4-2 1,0-1 341,0 0-666,0 1 1,-4-2 194,-1-1 0,-3 0-1189,0-3 0,-1 3 309,-2-4 1,1 1 993,-1-3 0,2-7 0,1-3 0</inkml:trace>
  <inkml:trace contextRef="#ctx0" brushRef="#br0" timeOffset="2305">2079 268 7865,'8'0'4149,"-2"0"-3408,0 0 0,-4 4-256,4 1 0,-3 2-8,2 2 1,-3 3-429,1 2 1,-2 2 27,-1 0 0,0 5-1275,0 1 0,0-1 783,0 2 1,-1-2-2880,-2 1 3294,2-5 0,-2-9 0,3-4 0</inkml:trace>
  <inkml:trace contextRef="#ctx0" brushRef="#br0" timeOffset="2529">2146 109 7851,'-5'-12'-782,"2"3"586,3-2 1,-1 4 195,-2 2 0,6 18 0,-2 1 0</inkml:trace>
  <inkml:trace contextRef="#ctx0" brushRef="#br0" timeOffset="3068">2396 284 7851,'0'-8'764,"0"0"1,-1 0-441,-1 3 1,0 1-87,-4 4 0,0 0-158,-5 0 1,0 4 130,-3 1 1,3 4-179,-3 2 0,1 2 55,0 4 1,0-2 18,5-1 1,0 2-29,-1-2 0,5 1-216,1-1 0,2 0-75,1-2 0,1-1 111,2-3 0,1 0-119,5-3 0,3-1 74,2-4 1,-1 0-173,1 0 1,-1-5 76,1-3 1,0-1-42,-2-2 0,1-1-10,-1 1 0,-1-4-17,-3 1 0,0-1 224,1-2 1,-4 0 172,1 1 1,-4 0 272,0 2 0,-1-1-234,-1 4 1,0 0 488,0 2-393,0 5 1,1 0 210,2 4-228,-2 0 0,3 4 157,-4 1 0,3 3-27,-1 0 0,2 3-116,-1 0 0,-1 1-133,3 0 0,-2 0 97,3 2 0,-4 0 87,4-3 0,-3 3-86,2-2 0,-3 0-187,1-1 0,-1-2 57,1 2 1,-3-2-76,3 0 0,-2-4-98,-1 1-106,0-4-335,4 1 230,-3-3-91,3 0 0,-2-3 134,1-3 1,3-1 176,-4-2 1,4 1-30,-3 0 0,3-3 150,0-1 1,1-1-26,2 1 0,-1-2 197,0 0 1,3 1-99,1-1 1,2 3-83,0-3 1,2 4 120,1-2 0,-1 4-53,-2 2 0,0 3 200,-3 3 1,3 1-88,-2 1 1,-2 4-167,-5 5 0,0-1-162,-2 4 1,-2 3-300,1 2 0,-1 1-986,-1-3 0,1-1 1428,2 1 0,5 11 0,5 2 0</inkml:trace>
  <inkml:trace contextRef="#ctx0" brushRef="#br0" timeOffset="3305">2997 410 11998,'5'5'1284,"-2"1"1,-2-1-1177,-1 4 0,0 0-512,0 2 1,-3-1-527,0 4 0,-2-3-1119,2 3 0,-3 0 2049,3 3 0,-3 7 0,1 2 0</inkml:trace>
  <inkml:trace contextRef="#ctx0" brushRef="#br0" timeOffset="3825">3482 42 7828,'-5'-12'272,"0"3"451,3-2 933,1 5-1118,-3 3 1,4 5-172,0 3 0,0 4 53,0 8 0,1 3-150,2 3 1,-2 2-128,5 3 1,-3 1 91,2 5 1,-3-1-293,1 0 1,-1 1-297,1-1 0,-2 1-386,1-1 0,-1-3-565,-1-2 0,-2-6 603,-1-3 1,-3-5-764,3-3 1464,-3-5 0,1-21 0,-3-8 0</inkml:trace>
  <inkml:trace contextRef="#ctx0" brushRef="#br0" timeOffset="5111">3373 243 7828,'0'-13'0,"0"2"0,0 1 636,0 2 1,3 0-175,0-1 0,3 0-14,0-2 1,1 2-133,1-2 0,4 1-147,-1 2 1,4 0 52,-2-1 1,3 1-290,1-1 1,2 2-55,1 2 0,0-2-69,0 4 0,-3 0 47,3 3 1,-6 1 83,-3 2 0,-2 3-117,0 5 0,-5 3 59,-1 5 0,-2 4 199,-1 4 1,-1 1-99,-2 6 1,-1-6 202,-5 6 0,2-4-17,1 1 1,-1 1-105,1-1 0,3-5 0,0-1 1,2-6 24,1 1 1,4-6-212,1-3 0,3-5 119,4-4 1,-2-2-739,4-2 0,0-4 326,2-5 0,1-1 21,0-2 1,-3-2 169,0 2 1,-1-4 250,4-2 1,-1 3-81,-2 4 0,1-1-82,-4-3 1,3 4 180,-3 2 1,0 3-85,-3 2 221,1 2-144,-5 4 1,0 4 326,-4 2 1,0 4-82,0 1 0,0 3 49,0-3 0,0 3-183,0-3 0,0 1 3,0-1 0,4-2-91,1 3 1,3-3 97,0-1 1,1 0-277,2-3 1,0 0 58,3-2 1,-1-3-189,4 3 0,-3-5-30,0 0 1,0-6-117,3 0 0,-3 0 107,-1-4 0,-1-1 98,1-1 1,-2 1 117,0 0 1,-3-1-83,-2-3 1,0 0 136,-3 1 1,0 0-74,-3 2 0,-4 2 178,-1 3 0,-6 4-20,0-1 0,-3 5 74,3-2 0,0 6 124,3 2 0,-1 3-103,1 4 1,3-2-97,3 4 1,1-3 12,1 3 0,0 0-76,0 2 0,1-3 72,1-2 0,3 1-230,3 0 0,1-1-153,-1-3 0,1 0-192,2-3 0,0-1 144,3-4 0,-1 0 74,4 0 1,-4-1 437,-2-2 1,1-2-136,-1-3 0,1 0 31,-4-1 1,0 1-44,1 0 1,-1-1 238,0 1 1,-1-1-65,1-2 0,-1 1-70,4-1 1,-5 2-160,0 1 1,-1-1 101,4 1 1,-1 0 59,0-1 0,-2 5-93,0 1 1,-4 2 98,4 1 0,-3 0-69,2 0 1,-3 1 370,1 2 1,1 1-116,-2 5 1,4-1 17,-3 0 0,2 2-290,-2 1 0,1-2 98,-1 2 0,-2-2-439,5 0 1,-4-1 188,1 0 0,-1 1-200,0-1 1,-1-2 132,2-1 0,-1-3-368,1 1-367,-2-2 221,2-1 0,-2-4 299,2-2 0,-2-2 388,2-3 0,0 1 0,0-4 0,3 1 0,-3-1 0,3-2 0,0 2 0,1-1 0,1 2 0,-2-2 0,-1 4 0,1-3-52,2 3 1,1 2 69,-1 4 1,-2 2 991,-1-3-724,1 4 1,1 0 81,-1 4 1,1 0-52,-1 4 0,-2-1-289,2 4 1,0-1 113,2 0 1,0-2-121,1 0 1,0-1-135,2 3 0,-2-3-166,2-2 1,1 1-150,0-2 1,2 1 225,-3-3 1,3 3-54,-3 0 0,3 0 1,-3-3 1,3-1 328,-3-2 1,1 2-123,-1-2 0,-2-2 297,2 0 1,1 0-105,0 0 1,-4-1 13,-3-2 1,1 0-45,2 3 1,0-3-52,-3 3 1,-1-3 217,-4 0 1,0 0-42,0-1 0,-1 2-266,-2 1 0,-2-1 127,-6 1 0,0 3 102,-2 0 0,-1 2 18,-3 1 1,1 1 129,2 2 1,-1 1 84,4 5 1,0 0-106,3 2 0,2-1-151,1 4 1,3 0 52,-1 3 0,3 0-302,3 3 0,5-2 137,6 1 0,6-1-506,2-2 1,5 0 109,1-2 1,3-3-28,0-5 1,1-3 138,2-3 0,-6 0 49,-3 0 1,-4-3-577,-7-3 1,-5 1-224,-3 0 963,-5-1 0,-34-6 0,-13-1 0</inkml:trace>
  <inkml:trace contextRef="#ctx0" brushRef="#br0" timeOffset="5962">2997 535 9448,'-5'0'1085,"-1"0"1,4 1-444,0 2 0,-2-1-218,1 3 0,0 3-90,3 4 1,-1-1-127,-1-3 0,1 3-556,-2 0 1,2 3-312,1-3 0,-1 0-687,-2-2 1,2-1-1073,-1 1 2418,-3-1 0,-11-4 0,-6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43.9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34 326 7835,'0'-9'1435,"0"5"-1226,0 0 0,0 6 1,0 3 0,-1 5-126,-1 6 0,-2 2-21,-2 1 0,0 3-135,3 3 0,-2-3-122,2 0 0,0 1 142,3 2 0,0-4-198,0-2 0,1-5 101,2-3 0,1-2-109,5-4 0,0-1 64,2-4 0,1-5-40,2-3 1,2-2-12,-2-7 0,2 2-43,4-4 0,-2-2 254,1-2 1,1-1-65,0-1 1,-1 3 175,-2 0 0,-1 3-78,-2 0 0,-2-1 796,-4 3-427,-3 3 293,-1 9-387,-4 1 1,-1 11-59,-2 1 0,1 6-194,-4 0 0,2 2 131,-2 0 1,-1 4-501,1-1 1,2 1 198,-2-4 0,4 1-619,-1 0 0,2-3 54,1 0 712,0-4 0,4-2 0,1-4 0</inkml:trace>
  <inkml:trace contextRef="#ctx0" brushRef="#br0" timeOffset="401">435 342 7835,'8'-7'589,"1"1"1,-1-1 236,0 1-537,1 3 1,-1-1-67,1 4 0,-5 4-117,-1 1 1,-2 3 116,-1 0 1,-1 4-200,-2 2 0,1 2-83,-3 0 0,-1 1-81,-2 0 0,2-1 54,1 1 1,0-3 13,-1 0 0,0-4-100,3 1 1,-2-1 7,2-2-151,-4-3 114,6 2 88,-2-6 0,3 2 58,0-6 0,3-2 100,-1-3 0,5 0-114,-2-1 1,4 0-2,2-2 1,-1 1-74,4-4 1,0 0 84,3-3 0,0 0-107,3 1 0,-2 0 67,4 2 1,1-2 19,2 2 1,-1 0 8,-2 0 0,-1 3 8,-5 5 0,-3 2 394,-2 4 0,-5 5 673,-3 3 1,-6 4-336,-3 5 1,-1 1-238,-1 1 0,-1-1-61,1 1 0,2-1-87,1-2 0,3 1-1452,-1 0 0,2-3 680,1 0 1,3-4 485,0 1 0,18-9 0,2-3 0</inkml:trace>
  <inkml:trace contextRef="#ctx0" brushRef="#br0" timeOffset="976">953 109 7835,'0'-13'503,"0"1"0,0 3 301,0 1 490,0-1-384,0 5-443,3 0 1,1 5-44,2 2 0,-3 5 28,-3 6 0,0 6-357,0 2 1,-1 3 74,-1 3 1,-2-1-491,-2 3 1,-1-3 284,1 1 0,0 1-600,0-1 0,0 0 341,3 0 0,0-6-158,3 1 1,0-6-17,0-3 1,5-2-157,3-3 0,2-5 157,3-1 1,-1-2 118,1-1 1,-1-4 133,2-1 1,-4-6 3,1 0 0,1-1 191,-1 1 0,1-2-82,-1-4 1,-1 2 242,4 1 0,-3-2-76,0 2 1,-1-2 43,1 0 0,-4 2 213,1 0 0,-3 4-132,1-2 0,-1 6 499,-3 0-441,-1 5 1,3-2 231,-4 6 1,-3 1-130,0 5 0,0 0 67,0 2 0,1-1-78,-3 4 1,3 0-205,-1 3 1,-1-2 72,1-1 0,1 2-305,2-2 0,1-1-937,1 1 1,0-4 568,4 1 0,0-4-861,5-2 0,0-3 6,3 1 1318,-1-2 0,15-27 0,3-7 0</inkml:trace>
  <inkml:trace contextRef="#ctx0" brushRef="#br0" timeOffset="1197">1253 117 7960,'-8'-13'376,"0"1"433,-1 4-40,1-1-3141,3 5 2372,1 0 0,19 22 0,4 6 0</inkml:trace>
  <inkml:trace contextRef="#ctx0" brushRef="#br0" timeOffset="1452">1445 84 7835,'-4'-9'0,"-3"4"901,4-1 1,0 4-344,0-1 1,2 3-195,-2 3 0,1 2-119,-1 3 0,3 5-22,-3 4 0,2 0 129,1 6 1,-1-1-175,-2 3 0,2 3-412,-2 0 1,0 3 227,0 0 1,-3 1-383,4 2 0,-4-5 216,3-1 1,-2-2-875,2-1 1,-3-6 384,4-3 1,-2-7-1158,1-1 1818,2-5 0,1-29 0,5-11 0</inkml:trace>
  <inkml:trace contextRef="#ctx0" brushRef="#br0" timeOffset="1976">1579 225 7835,'0'-8'87,"0"3"1,-2-1 626,-4 3 1,1 1-258,-6 5 1,-2 3-35,-1 5 0,1-1-312,-1 4 0,1-1-2,-1 1 1,3 2-184,5-2 0,0 0 132,3 0 1,0 2-403,3-2 1,1-1 226,2 1 0,4-4-167,4 1 0,2 0-15,-2-2 1,-2 0-129,2-6 0,1-1 143,-1-2 1,3 0 120,-3 0 1,4 0 156,-1 0 1,-1-3-108,1-3 0,0 2 226,3-2 1,-4 0-55,1-2 1,-1 1 23,1 1 1,1-1 10,-4 1 0,3 0 104,-3 0 0,1 0 2,-1 3 1,-1-4-152,1 2 1,-2 0 362,0 0-284,-1-1 0,-1-2 61,-1-1 1,-2 4 65,-4-1 155,3 1-382,-2-7 0,2 2-109,-6-1 1,-1 3-205,-5 2 1,1 0 164,0 3 1,-1 0-65,1 3 0,-4 0 18,-2 0 1,1 1 488,-1 2 0,1 1-186,-1 5 1,-1 0-170,4 2 0,-1 2 555,1 4 1,4 0-174,-1-1 1,2 2 207,1 1 0,1-1-137,4 2 1,8-3-269,3 0 0,5 0 30,3-1 1,5-3-774,4-2 1,3-2 364,-4-4 0,4-1-1130,-3-4 1,-1-1 91,-5-2 1263,2-1 0,-6-20 0,2-2 0</inkml:trace>
  <inkml:trace contextRef="#ctx0" brushRef="#br0" timeOffset="2785">2372 58 7816,'4'-13'0,"0"1"668,-4 0 0,1 6 190,2-2-425,-2 5-199,3-1 1,-4 5-14,0 2 0,0 5-23,0 6 0,-1 6 23,-2 5 1,-1 2-263,-1 7 0,-2-3 92,4 5 0,0 0-123,0 0 0,2-1-148,-2 4 1,2-5-157,1 0 0,3-5-7,0-3 1,3-5 171,0-2 0,1-8-15,2-2 1,-1-6 82,0-1 1,2-5 82,1-6 1,-1-2-61,4-3 1,0-1-60,2 1 1,-1-5 115,2 0 1,-5-2 11,5 2 0,-6 1 90,0-1 0,-2 0-82,0 0 0,-1 2 329,0 0 1,-3 1-151,-2 5 0,-2 3 525,-1 2-189,0 4-255,0-1 0,-4 6-19,-2 3 1,2 1-16,-2 2 1,4 2-129,-1 0 0,0 4 49,0-1 1,0 2-177,3 0 0,0 1 71,0 0 1,0-2-251,0-1 1,1 2 124,2-2 0,1-1-648,1 1 0,5-4 173,-1 1 1,2-5 600,0-3 0,21-14 0,7-2 0</inkml:trace>
  <inkml:trace contextRef="#ctx0" brushRef="#br0" timeOffset="3007">2656 109 7816,'-14'-12'671,"0"1"-39,4 4-1625,1 3 1,6 8 992,3 1 0,22 29 0,6 7 0</inkml:trace>
  <inkml:trace contextRef="#ctx0" brushRef="#br0" timeOffset="3444">2789 301 8624,'5'3'1557,"-1"2"-1239,-4 3 0,2 2-221,1 1 0,0 2 124,-3 3 1,0 1-224,0 0 0,-1 2 97,-2 1 0,2-1-188,-1-2 0,0-1-59,-1-2 0,2-2-90,-2-4 1,2-2-344,1-1 245,0-3-335,0 2 449,0-12 0,0 3 34,0-6 0,0 0 31,0 0 1,1-1 147,2-2 0,2-2-164,3 3 1,0-3-16,1-1 0,0 0 201,2 1 1,-1 0-86,4 2 1,-3-1 114,3 4 1,-1 0 245,1 3 0,-2 3 80,-3 2 1,-1 2-163,0 1 0,-3 1 255,-2 2 1,-2 3-159,-1 5 0,0 2-213,0 3 0,-1-2-176,-2 0 0,2 0-288,-2 3 1,-1-1-542,2 1 0,-1-1 450,3-2 1,0-2-206,0-4 673,4 1 0,22-12 0,11-3 0</inkml:trace>
  <inkml:trace contextRef="#ctx0" brushRef="#br0" timeOffset="3778">3098 392 7818,'8'0'918,"-2"0"-518,0 0 1,-1 0-137,4 0 0,-4 0-237,1 0 0,2 0 130,3 0 0,1-1-142,-1-1 1,-1 1-130,1-2 0,-1-1-184,1 1 1,-2-3-66,2 0 1,-4 2 202,-1-2 1,-5 1-188,2-4 1,-2 1 66,-1 0 0,-1-1 204,-2 1 1,-1 1-57,-5 1 1,-2-1 344,0 5 0,-3-1 4,3 3 0,-3 0-24,3 0 1,-3 4 343,3 1 1,0 3-233,3 0 1,-1 1-77,1 2 0,2 2-46,1 4 1,3 0-305,-1-1 0,-1 1 108,2 0 0,0-1-404,4 1 1,3 0 83,3 0 1,5-1-125,0 1 0,6-4-804,0-2 1261,5-5 0,30-10 0,13-5 0</inkml:trace>
  <inkml:trace contextRef="#ctx0" brushRef="#br0" timeOffset="4195">3532 301 7818,'0'-9'839,"-3"1"-629,-3 0 0,1 3 476,0 2 1,-1-1-269,-2 2 1,-1 0-222,1 5 0,-3 1-127,0 5 0,-4 0 152,1 2 0,1 2-224,-1 4 1,3-1 105,-3 1 1,4 0-236,-1-1 0,3 1 86,2 0 0,-1-1-294,5 1 1,-1-1-5,3-2 0,1-2-125,2-4 1,1 0 92,5-3 1,2-1 85,0-4 1,4 0-232,-1 0 1,-1-4 139,0-1 0,-1-3 187,2 0 1,-3 0-17,3-1 1,-4 0 311,1-2 1,-3 2-197,-2-3 0,3 0 629,-3 1 0,2-3 201,-5 3 0,2-1-412,-2 1 1,1 2 224,-1-2-19,-2 1-265,2 2 193,-3 3-399,0 2 1,0 4-7,0 1 0,3 3-138,0 3 1,0 3-227,-3 1 0,0 0 182,0-1 1,0-1-145,0 4 0,0-3 120,0 3 1,0-3-746,0 3 0,0-4 18,0 1 879,3-1 0,21-2 0,7 0 0</inkml:trace>
  <inkml:trace contextRef="#ctx0" brushRef="#br0" timeOffset="4553">3708 284 7818,'0'-8'1709,"0"2"-1451,0 0-50,0 5 1,0-3 141,3 4 1,-1 1-123,4 2 0,-4 1-129,4 5 0,-1-1-165,0 0 0,2 3 96,-5 0 1,1 4-447,-3-1 1,3 2 265,0 1 1,0-1-188,-3 1 0,0 0 132,0-1 1,-3-2-213,0 0 1,0-3 313,3 0 0,-1-3 566,-1-2 73,1 1 102,-3-6 0,4-2 0,0-7 0,0-2-238,0-4 1,1 3 73,2-3 0,1-2-124,5-4 0,-1 0-116,0 0 1,4 2-27,2-4 1,2 3-1,1 0 0,3-2-297,2 2 0,3 0 91,0 5 1,-4 0-2883,-2 6 0,-2-1 2880,-3 6 0,-17 15 0,-7 6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21:16:38.0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126 325 7887,'6'-8'80,"-1"-1"1,0 1 105,0 0 0,2 2 245,-4 1-50,3 3 49,-5-2-329,3 4 1,-4 1 105,0 2 0,-1 2-34,-2 6 0,-2 0-162,-3 2 1,0 2 57,-1 5 0,0-2-141,-2 5 0,2-4 65,-3 3 0,0-2-34,1 2 0,-3 3 76,3 3 0,0 0-348,3-3 0,-1-2 65,1 2 0,3-6-22,3 0 1,1-2 45,1-6 0,3-3 121,3-2 0,2-4 111,3 0 1,0-2-115,3-2 1,0-3 31,2-3 1,1-3-4,0-1 0,0-5 56,3 0 0,-3-2-42,3-1 0,0-1 108,0-4 0,-1 0-35,-2 0 1,0-1 8,3-2 0,-5 2 42,2-2 0,-5 3-87,1 3 1,-3-1 264,-2 3-224,0 4 417,-7 8-265,3 4 0,-5 5-112,-2 2 0,2 3 51,-5 5 1,3 2 10,-2 3 0,2 1-29,-3 0 0,2 0 9,-2 3 1,0-2-253,3 5 1,-4-2 53,2 1 1,0 1-38,0-3 1,2 3-168,-3-1 0,4-1-213,0-2 0,1-1-660,1-1 1178,0-4 0,26-35 0,6-11 0</inkml:trace>
  <inkml:trace contextRef="#ctx0" brushRef="#br0" timeOffset="367">543 442 7887,'6'-6'0,"-1"1"0,-2 3 815,3-1-475,-4 2 0,1 2-132,-3 2 1,0 4-171,0 4 1,-3 4 88,-3-1 1,-1 5-215,-2 0 1,1 2 99,0-2 0,-1-1-251,1 1 0,1-1 120,1-1 1,-1-4-107,1-2 46,2 2 4,1-8 229,3 3 0,1-9-54,1-2 1,3-3 139,3-5 1,1 1-82,-1-4 1,0 1-48,1-1 1,2-2 13,0 3 0,4-6-156,-1 0 1,1-1 77,2 3 0,0-2 40,0-1 1,0 4 131,3 2 0,-3 4-95,3-2 1,-4 7 202,-2 2 0,-2 3-71,-3 3 1,-5 5 179,-1 6 1,-2 2-86,-1 1 1,-1 3-143,-2 2 0,-1 1-318,-5 0 0,2 0-515,1-4 0,-1 1-42,1-3 0,0-2 764,0-1 0,6-9 0,5-6 0</inkml:trace>
  <inkml:trace contextRef="#ctx0" brushRef="#br0" timeOffset="734">1286 116 7887,'4'-16'567,"2"-1"1,-3 3-236,0 0 0,-2 4-149,-1-1 0,-1 2 152,-2 0 1,-2 5-121,-6 1 1,0-1-58,-2 1 1,-1 1 56,-3 5 1,-1 5-103,-1 3 1,1 4 94,-1-2 1,1 7-187,1 2 0,2 2-101,1 1 0,2 3 60,3 0 1,1 6-218,0 0 1,3 2 149,2 0 0,2-2-96,1 3 1,-3 0 54,1-1 1,-4-1-495,3-4 0,-3-3 234,0-6 0,-2 0-11,-3-5 1,2-3-52,-3-9 0,3-1-118,1-4 0,2 0 567,1 0 0,3-7 0,-2-3 0</inkml:trace>
  <inkml:trace contextRef="#ctx0" brushRef="#br0" timeOffset="947">894 459 7887,'-5'-9'2448,"-2"1"-2349,6 0 1,1 3 85,6 2 1,2 2-241,3 1 0,5 0-176,3 0 0,7 0-229,-1 0 0,6 0-345,0 0 1,2 0 400,3 0 0,-2 0-376,3 0 780,-3 0 0,14-11 0,4-3 0</inkml:trace>
  <inkml:trace contextRef="#ctx0" brushRef="#br0" timeOffset="1140">1345 392 7887,'0'-9'392,"0"1"1,-1 3-165,-2 3 1,1 2-14,-3 2 1,-5 3-498,-4 3 0,-1 5 213,-2 0 0,0 6 150,1 0 1,0 4-6,2-4 1,-1 2-11,4-2 0,1-1-152,4 1 0,2-2 26,4-3 0,4-3 431,2-5 0,2-3-101,3-3 0,2-1 74,4-1 0,0-4-61,-1-5 1,-3-2-120,-2-4 0,-1 0-218,-2 1 1,0 2-297,1 0 1,-2 1-828,-1-1 0,1 1 224,-1 2 953,-3 2 0,1-3 0,-4 3 0</inkml:trace>
  <inkml:trace contextRef="#ctx0" brushRef="#br0" timeOffset="1535">1495 383 7887,'8'0'253,"1"0"0,-5 1-38,-1 2 1,-2-1-304,-1 4 0,3-1 59,0 4 0,-1 2-81,-2 0 0,-2 4 98,-1-1 1,-4 1 46,2 2 0,-2-1 24,2-2 0,-3 1 7,3-1 1,-3 1 101,0-1 0,2 1-93,1-4 1,0-3 467,0-2 1,0-1 147,2 0 242,2-1 1,-2-5-399,3-2 0,1-4-290,1-4 0,6-5-66,3-1 0,4 0-99,-1-6 0,1 4-630,2-3 0,3 2 434,-1-2 1,4 3-1384,-1 0 0,-1 1 34,-2 1 1465,-1 4 0,-5 9 0,-1 5 0</inkml:trace>
  <inkml:trace contextRef="#ctx0" brushRef="#br0" timeOffset="1986">1837 200 7887,'5'-12'0,"2"2"305,-1-1 0,-1-1-51,0 1 0,1 3 197,2 2 1,0 4 10,1 0 1,-1 1-51,0 1 1,-3 1-135,-2 1 1,1 4-37,-2 5 1,1 3-40,-3 5 1,-3 3 11,1 3 1,-8 1-168,2 2 0,-3 3-89,0 3 0,-1 1-208,-2-5 0,-1 3-109,4 0 0,-3 0-375,3-3 0,0-5-193,2-5 1,4-3-164,-1-3-502,4-2 1591,-1-8 0,3 0 0,11-34 0,3-7 0</inkml:trace>
  <inkml:trace contextRef="#ctx0" brushRef="#br0" timeOffset="2411">1796 409 7887,'0'-9'-583,"2"4"408,1-1 0,4 4 565,-2-1 1,5 0-66,2 0 0,2 0 65,0 3 0,2 0-156,1 0 1,0 0-70,3 0 0,-3 0-11,-1 0 1,-1 4-93,-7 1 0,3 3-129,-6 0 0,-1 3 75,-1 0 0,-2 4-191,-1-1 0,0 1 103,0-1 1,-1 2-118,-2-2 1,2-1 52,-2 1 1,1-4 11,0 1 0,1-2 161,-2-1-81,2-3 1,5-1 168,1-4 1,3 0-85,0 0 1,0-1-314,1-2 0,3-4 99,2-4 0,1-4 7,2 1 1,0-1 163,0 1 1,-1-4 198,1 1 0,0-2 142,-1 3 0,-3-1-178,-2 0 1,-1 1 664,-2 2 1,-2 3 152,-1 6-450,-3 1 0,-1 6-150,-4 4 0,-3 0-464,0 8 1,1 0-131,0 3 1,3-1-218,-1 1 1,0-3-459,0 0 0,0-3 455,3 3 1,0-1-262,0 1 0,0-2 185,0-4 0,0 0-271,0 1 790,0-5 0,11-11 0,3-7 0</inkml:trace>
  <inkml:trace contextRef="#ctx0" brushRef="#br0" timeOffset="2802">2388 400 11600,'5'4'578,"-2"1"1,-2 3-365,-1 0 1,-1 3-224,-2 0 1,2 4-81,-2-1 0,-1-1-143,-2 1 1,1 0-215,0 3 1,2-3 221,-3 0 0,4-4-61,-4 1 1,4-2 48,-1 0 0,3-4 123,0 1-35,0-4 1,0 0 273,0-4 1,2-3-46,1-3 0,4-2 89,-2-1 0,3 1-57,0-4 0,3 0-94,0-3 0,3 1-209,-3-1 0,4 0 67,-1 1 1,2-2 6,0-1 0,1 2 59,0 0 0,0 1 463,-1 5 1,-2 1 92,0 4 1,-4 3 299,1 3 1,-4 3-335,-2 3 1,-3 5 106,1 3 0,-2 3-409,-1 2 1,-1 0-342,-2 3 1,0-2-968,-3 2 0,0-6 674,3 0 1,-4-1-677,2 2 1,0-4 1146,0-2 0,6-13 0,0-4 0</inkml:trace>
  <inkml:trace contextRef="#ctx0" brushRef="#br0" timeOffset="3627">2831 375 7842,'-1'-8'0,"-2"-1"0,2 1 859,-6 3 1,2 2-344,-3 3 0,-1 1-201,1 1 0,0 3-383,-1 3 0,1 1 96,0-1 0,2 3-297,0 0 0,1 3 231,-3-3 1,2 4-443,0-1 1,4-1 162,-4 1 0,4-3-202,-1 3 1,0-4 158,0 1 0,0-1 260,3-2 1,1-3-18,2-2 0,-1-3 68,3 0 0,2-3 109,4-3 0,-2-1-48,2-2 1,1 0-14,0-2 1,1 2-44,-1-2 1,-1-2 141,-3-1 0,0 1-67,1-1 0,-1 3 204,0-3 1,-2 3 29,0-3 1,-5 3 54,2 0-43,-2 2-10,-1 4 1,-1 2-243,-2 3 0,2 1 120,-5 1 1,4 4-75,-1 5 1,0-2 33,0 3 1,0 0-84,3-1 0,0 3 12,0-3 1,0 3-88,0-3 1,1 1 36,2-1 1,1-2 73,1 2 1,2-1-142,-1-2 0,1-2 67,2-1 1,-1-3 130,1 1 0,0-3-104,2-3 0,-1-2-236,4-3 1,-3-4-29,3-2 0,-1-2-37,1 0 1,-2-1 197,-4 0 1,2-3 1,1-2 0,-3-3 319,1 0 0,-1 0-142,-3 0 0,3 0 258,0 0 0,1 0-152,-1 0 1,0 1 237,1 2 1,-4 1 161,1 5 0,-4 5 167,0 3-365,-1 5 1,-1 1-182,0 4 1,-3 4 114,1 5 0,-5 2-92,2 4 0,-3 3 18,0 2 0,2 2-111,1 2 1,0 2-73,0 3 0,-3 0-434,3 0 1,1 1 279,1-1 0,-1-1-728,2 0 0,-1-3 412,3 1 0,0-3-221,0-3 1,0-5-304,0-6-282,0-1 0,1-6 143,2-1 1061,-3-2 0,4-23 0,-4-6 0</inkml:trace>
  <inkml:trace contextRef="#ctx0" brushRef="#br0" timeOffset="4202">2989 392 7842,'-2'-9'627,"-1"1"1,0 3-182,3-1 0,0 3 59,0-2 0,4 3-162,1-1 1,5-1-67,2 2 0,3-1-53,2 3 0,1 0-195,4 0 1,-3 3-120,4-1 0,-2 5-149,1-2 1,1 0-590,-3 1 1,-1-2 454,-2 2 0,-3 1-321,0-1 0,-3-3 251,3 0 1,-4-2 301,1-1 0,-1 0-42,-2 0 0,-1-1 130,-1-2 1,1 2 75,-1-5 1,-1 0 224,0-2 1,-3 0 207,1-1 0,-2 1-234,-1 0 1,-3 2 8,0 1 1,-4 3-82,-2-1 0,0 2-213,-5 1 1,3 1 97,-3 2 1,4-1 32,-1 3 1,-1 1 65,1 2 1,-1 1 119,4 2 1,3-1-83,-1 1 0,1 1-46,0-1 0,-2 4-272,5-1 1,-1-1 102,3 1 0,0-1-178,0 1 1,3 0 90,3-2 0,5-1-63,3-3 1,2-3 0,1-2 0,0-4 31,3-5 0,-2 0 323,4-8 0,-3-1-112,0-5 0,0 2 210,1-5 1,-6 1-96,3-3 1,-3 0-179,0 0 0,1-4 77,-4-1 1,0 0-256,-3-1 1,1 2 85,-1-2 1,2 2 101,-1 4 0,-2 8 711,-4 3-321,-2 4-83,2 5 1,-5 5-68,-1 6 1,-4 5-80,2 3 1,-3 2 182,0 4 0,0-1 154,-1 6 0,2-2-362,1 5 1,-1 2-297,1 1 0,-1-2-293,-1 2 1,2-4 265,0 1 1,5 0-1181,-2 0 1,2-5-135,1-6 143,4 0 1361,0-12 0,19-20 0,4-12 0</inkml:trace>
  <inkml:trace contextRef="#ctx0" brushRef="#br0" timeOffset="4694">3699 267 8702,'0'9'510,"0"2"0,0-1-355,0 4 1,-1-3-4,-2 3 0,2-1-361,-1 1 1,1 2 14,1-2 1,0-2-239,0-1 1,1-5 267,1 0 1,0-4 18,4 1 1,-1-2 104,4-1 0,-1-1-82,0-2 0,1-5 175,-1-3 1,1-3-77,2 3 0,-1-4 266,1 2 1,-2 0-20,-1-1 0,1 1-64,-1-1 0,1 2-2,-1 3 0,0 1-20,1 0 197,-1 3-228,0 1 0,-3 9 4,-2 3 1,-2 4-10,-1 5 0,-1 1 340,-2 1 1,-2 3-62,-3 6 1,-1-1-97,-2 4 0,0-1-284,-3 4 0,0 3 122,-2 2 1,-1-2-346,0-1 1,1-2 145,-1 0 0,-3-5 238,-3-1 1,2-6-142,-1-6 1,2-3-108,-2-4 1,3-5 70,0-1 0,5-3-100,3-3 1,5-1 31,4-5 1,1 0 92,1-2 1,6 1-131,2-4 1,7 0 63,2-3 1,1-2-141,4-1 1,-3 1 23,4 2 1,-4 0-269,3 1 0,0-3-186,0 2 1,1 0-376,-3 6 0,-1 0 1001,-2 6 0,3 12 0,2 7 0</inkml:trace>
  <inkml:trace contextRef="#ctx0" brushRef="#br0" timeOffset="4944">4158 684 7804,'1'-5'836,"2"3"0,-1-2 2830,3 1-2599,-3 0 1,2 4-360,-4 2 1,0 2-599,0 3 0,0-1-465,0 1 0,0-2-590,0 5 0,-4-1 626,-1-2 0,0 0-3411,-1 1 3730,1-1 0,-11 8 0,-2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9/25/26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9/25/26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9/25/26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9/25/26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9/25/26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9/25/26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9/25/26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9/25/26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9/25/26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9/25/26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9/25/26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9/25/26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9/25/26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9/25/26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.xml"/><Relationship Id="rId117" Type="http://schemas.openxmlformats.org/officeDocument/2006/relationships/image" Target="../media/image76.png"/><Relationship Id="rId21" Type="http://schemas.openxmlformats.org/officeDocument/2006/relationships/image" Target="../media/image28.png"/><Relationship Id="rId42" Type="http://schemas.openxmlformats.org/officeDocument/2006/relationships/customXml" Target="../ink/ink33.xml"/><Relationship Id="rId47" Type="http://schemas.openxmlformats.org/officeDocument/2006/relationships/image" Target="../media/image41.png"/><Relationship Id="rId63" Type="http://schemas.openxmlformats.org/officeDocument/2006/relationships/image" Target="../media/image49.png"/><Relationship Id="rId68" Type="http://schemas.openxmlformats.org/officeDocument/2006/relationships/customXml" Target="../ink/ink46.xml"/><Relationship Id="rId84" Type="http://schemas.openxmlformats.org/officeDocument/2006/relationships/customXml" Target="../ink/ink54.xml"/><Relationship Id="rId89" Type="http://schemas.openxmlformats.org/officeDocument/2006/relationships/image" Target="../media/image62.png"/><Relationship Id="rId112" Type="http://schemas.openxmlformats.org/officeDocument/2006/relationships/customXml" Target="../ink/ink68.xml"/><Relationship Id="rId16" Type="http://schemas.openxmlformats.org/officeDocument/2006/relationships/customXml" Target="../ink/ink20.xml"/><Relationship Id="rId107" Type="http://schemas.openxmlformats.org/officeDocument/2006/relationships/image" Target="../media/image71.png"/><Relationship Id="rId11" Type="http://schemas.openxmlformats.org/officeDocument/2006/relationships/image" Target="../media/image23.png"/><Relationship Id="rId32" Type="http://schemas.openxmlformats.org/officeDocument/2006/relationships/customXml" Target="../ink/ink28.xml"/><Relationship Id="rId37" Type="http://schemas.openxmlformats.org/officeDocument/2006/relationships/image" Target="../media/image36.png"/><Relationship Id="rId53" Type="http://schemas.openxmlformats.org/officeDocument/2006/relationships/image" Target="../media/image44.png"/><Relationship Id="rId58" Type="http://schemas.openxmlformats.org/officeDocument/2006/relationships/customXml" Target="../ink/ink41.xml"/><Relationship Id="rId74" Type="http://schemas.openxmlformats.org/officeDocument/2006/relationships/customXml" Target="../ink/ink49.xml"/><Relationship Id="rId79" Type="http://schemas.openxmlformats.org/officeDocument/2006/relationships/image" Target="../media/image57.png"/><Relationship Id="rId102" Type="http://schemas.openxmlformats.org/officeDocument/2006/relationships/customXml" Target="../ink/ink63.xml"/><Relationship Id="rId123" Type="http://schemas.openxmlformats.org/officeDocument/2006/relationships/image" Target="../media/image79.png"/><Relationship Id="rId5" Type="http://schemas.openxmlformats.org/officeDocument/2006/relationships/image" Target="../media/image20.png"/><Relationship Id="rId90" Type="http://schemas.openxmlformats.org/officeDocument/2006/relationships/customXml" Target="../ink/ink57.xml"/><Relationship Id="rId95" Type="http://schemas.openxmlformats.org/officeDocument/2006/relationships/image" Target="../media/image65.png"/><Relationship Id="rId22" Type="http://schemas.openxmlformats.org/officeDocument/2006/relationships/customXml" Target="../ink/ink23.xml"/><Relationship Id="rId27" Type="http://schemas.openxmlformats.org/officeDocument/2006/relationships/image" Target="../media/image31.png"/><Relationship Id="rId43" Type="http://schemas.openxmlformats.org/officeDocument/2006/relationships/image" Target="../media/image39.png"/><Relationship Id="rId48" Type="http://schemas.openxmlformats.org/officeDocument/2006/relationships/customXml" Target="../ink/ink36.xml"/><Relationship Id="rId64" Type="http://schemas.openxmlformats.org/officeDocument/2006/relationships/customXml" Target="../ink/ink44.xml"/><Relationship Id="rId69" Type="http://schemas.openxmlformats.org/officeDocument/2006/relationships/image" Target="../media/image52.png"/><Relationship Id="rId113" Type="http://schemas.openxmlformats.org/officeDocument/2006/relationships/image" Target="../media/image74.png"/><Relationship Id="rId118" Type="http://schemas.openxmlformats.org/officeDocument/2006/relationships/customXml" Target="../ink/ink71.xml"/><Relationship Id="rId80" Type="http://schemas.openxmlformats.org/officeDocument/2006/relationships/customXml" Target="../ink/ink52.xml"/><Relationship Id="rId85" Type="http://schemas.openxmlformats.org/officeDocument/2006/relationships/image" Target="../media/image60.png"/><Relationship Id="rId12" Type="http://schemas.openxmlformats.org/officeDocument/2006/relationships/customXml" Target="../ink/ink18.xml"/><Relationship Id="rId17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customXml" Target="../ink/ink31.xml"/><Relationship Id="rId59" Type="http://schemas.openxmlformats.org/officeDocument/2006/relationships/image" Target="../media/image47.png"/><Relationship Id="rId103" Type="http://schemas.openxmlformats.org/officeDocument/2006/relationships/image" Target="../media/image69.png"/><Relationship Id="rId108" Type="http://schemas.openxmlformats.org/officeDocument/2006/relationships/customXml" Target="../ink/ink66.xml"/><Relationship Id="rId124" Type="http://schemas.openxmlformats.org/officeDocument/2006/relationships/customXml" Target="../ink/ink74.xml"/><Relationship Id="rId54" Type="http://schemas.openxmlformats.org/officeDocument/2006/relationships/customXml" Target="../ink/ink39.xml"/><Relationship Id="rId70" Type="http://schemas.openxmlformats.org/officeDocument/2006/relationships/customXml" Target="../ink/ink47.xml"/><Relationship Id="rId75" Type="http://schemas.openxmlformats.org/officeDocument/2006/relationships/image" Target="../media/image55.png"/><Relationship Id="rId91" Type="http://schemas.openxmlformats.org/officeDocument/2006/relationships/image" Target="../media/image63.png"/><Relationship Id="rId96" Type="http://schemas.openxmlformats.org/officeDocument/2006/relationships/customXml" Target="../ink/ink60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5.xml"/><Relationship Id="rId23" Type="http://schemas.openxmlformats.org/officeDocument/2006/relationships/image" Target="../media/image29.png"/><Relationship Id="rId28" Type="http://schemas.openxmlformats.org/officeDocument/2006/relationships/customXml" Target="../ink/ink26.xml"/><Relationship Id="rId49" Type="http://schemas.openxmlformats.org/officeDocument/2006/relationships/image" Target="../media/image42.png"/><Relationship Id="rId114" Type="http://schemas.openxmlformats.org/officeDocument/2006/relationships/customXml" Target="../ink/ink69.xml"/><Relationship Id="rId119" Type="http://schemas.openxmlformats.org/officeDocument/2006/relationships/image" Target="../media/image77.png"/><Relationship Id="rId44" Type="http://schemas.openxmlformats.org/officeDocument/2006/relationships/customXml" Target="../ink/ink34.xml"/><Relationship Id="rId60" Type="http://schemas.openxmlformats.org/officeDocument/2006/relationships/customXml" Target="../ink/ink42.xml"/><Relationship Id="rId65" Type="http://schemas.openxmlformats.org/officeDocument/2006/relationships/image" Target="../media/image50.png"/><Relationship Id="rId81" Type="http://schemas.openxmlformats.org/officeDocument/2006/relationships/image" Target="../media/image58.png"/><Relationship Id="rId86" Type="http://schemas.openxmlformats.org/officeDocument/2006/relationships/customXml" Target="../ink/ink55.xml"/><Relationship Id="rId13" Type="http://schemas.openxmlformats.org/officeDocument/2006/relationships/image" Target="../media/image24.png"/><Relationship Id="rId18" Type="http://schemas.openxmlformats.org/officeDocument/2006/relationships/customXml" Target="../ink/ink21.xml"/><Relationship Id="rId39" Type="http://schemas.openxmlformats.org/officeDocument/2006/relationships/image" Target="../media/image37.png"/><Relationship Id="rId109" Type="http://schemas.openxmlformats.org/officeDocument/2006/relationships/image" Target="../media/image72.png"/><Relationship Id="rId34" Type="http://schemas.openxmlformats.org/officeDocument/2006/relationships/customXml" Target="../ink/ink29.xml"/><Relationship Id="rId50" Type="http://schemas.openxmlformats.org/officeDocument/2006/relationships/customXml" Target="../ink/ink37.xml"/><Relationship Id="rId55" Type="http://schemas.openxmlformats.org/officeDocument/2006/relationships/image" Target="../media/image45.png"/><Relationship Id="rId76" Type="http://schemas.openxmlformats.org/officeDocument/2006/relationships/customXml" Target="../ink/ink50.xml"/><Relationship Id="rId97" Type="http://schemas.openxmlformats.org/officeDocument/2006/relationships/image" Target="../media/image66.png"/><Relationship Id="rId104" Type="http://schemas.openxmlformats.org/officeDocument/2006/relationships/customXml" Target="../ink/ink64.xml"/><Relationship Id="rId120" Type="http://schemas.openxmlformats.org/officeDocument/2006/relationships/customXml" Target="../ink/ink72.xml"/><Relationship Id="rId125" Type="http://schemas.openxmlformats.org/officeDocument/2006/relationships/image" Target="../media/image80.png"/><Relationship Id="rId7" Type="http://schemas.openxmlformats.org/officeDocument/2006/relationships/image" Target="../media/image21.png"/><Relationship Id="rId71" Type="http://schemas.openxmlformats.org/officeDocument/2006/relationships/image" Target="../media/image53.png"/><Relationship Id="rId92" Type="http://schemas.openxmlformats.org/officeDocument/2006/relationships/customXml" Target="../ink/ink58.xml"/><Relationship Id="rId2" Type="http://schemas.openxmlformats.org/officeDocument/2006/relationships/customXml" Target="../ink/ink13.xml"/><Relationship Id="rId29" Type="http://schemas.openxmlformats.org/officeDocument/2006/relationships/image" Target="../media/image32.png"/><Relationship Id="rId24" Type="http://schemas.openxmlformats.org/officeDocument/2006/relationships/customXml" Target="../ink/ink24.xml"/><Relationship Id="rId40" Type="http://schemas.openxmlformats.org/officeDocument/2006/relationships/customXml" Target="../ink/ink32.xml"/><Relationship Id="rId45" Type="http://schemas.openxmlformats.org/officeDocument/2006/relationships/image" Target="../media/image40.png"/><Relationship Id="rId66" Type="http://schemas.openxmlformats.org/officeDocument/2006/relationships/customXml" Target="../ink/ink45.xml"/><Relationship Id="rId87" Type="http://schemas.openxmlformats.org/officeDocument/2006/relationships/image" Target="../media/image61.png"/><Relationship Id="rId110" Type="http://schemas.openxmlformats.org/officeDocument/2006/relationships/customXml" Target="../ink/ink67.xml"/><Relationship Id="rId115" Type="http://schemas.openxmlformats.org/officeDocument/2006/relationships/image" Target="../media/image75.png"/><Relationship Id="rId61" Type="http://schemas.openxmlformats.org/officeDocument/2006/relationships/image" Target="../media/image48.png"/><Relationship Id="rId82" Type="http://schemas.openxmlformats.org/officeDocument/2006/relationships/customXml" Target="../ink/ink53.xml"/><Relationship Id="rId19" Type="http://schemas.openxmlformats.org/officeDocument/2006/relationships/image" Target="../media/image27.png"/><Relationship Id="rId14" Type="http://schemas.openxmlformats.org/officeDocument/2006/relationships/customXml" Target="../ink/ink19.xml"/><Relationship Id="rId30" Type="http://schemas.openxmlformats.org/officeDocument/2006/relationships/customXml" Target="../ink/ink27.xml"/><Relationship Id="rId35" Type="http://schemas.openxmlformats.org/officeDocument/2006/relationships/image" Target="../media/image35.png"/><Relationship Id="rId56" Type="http://schemas.openxmlformats.org/officeDocument/2006/relationships/customXml" Target="../ink/ink40.xml"/><Relationship Id="rId77" Type="http://schemas.openxmlformats.org/officeDocument/2006/relationships/image" Target="../media/image56.png"/><Relationship Id="rId100" Type="http://schemas.openxmlformats.org/officeDocument/2006/relationships/customXml" Target="../ink/ink62.xml"/><Relationship Id="rId105" Type="http://schemas.openxmlformats.org/officeDocument/2006/relationships/image" Target="../media/image70.png"/><Relationship Id="rId126" Type="http://schemas.openxmlformats.org/officeDocument/2006/relationships/customXml" Target="../ink/ink75.xml"/><Relationship Id="rId8" Type="http://schemas.openxmlformats.org/officeDocument/2006/relationships/customXml" Target="../ink/ink16.xml"/><Relationship Id="rId51" Type="http://schemas.openxmlformats.org/officeDocument/2006/relationships/image" Target="../media/image43.png"/><Relationship Id="rId72" Type="http://schemas.openxmlformats.org/officeDocument/2006/relationships/customXml" Target="../ink/ink48.xml"/><Relationship Id="rId93" Type="http://schemas.openxmlformats.org/officeDocument/2006/relationships/image" Target="../media/image64.png"/><Relationship Id="rId98" Type="http://schemas.openxmlformats.org/officeDocument/2006/relationships/customXml" Target="../ink/ink61.xml"/><Relationship Id="rId121" Type="http://schemas.openxmlformats.org/officeDocument/2006/relationships/image" Target="../media/image78.png"/><Relationship Id="rId3" Type="http://schemas.openxmlformats.org/officeDocument/2006/relationships/image" Target="../media/image19.png"/><Relationship Id="rId25" Type="http://schemas.openxmlformats.org/officeDocument/2006/relationships/image" Target="../media/image30.png"/><Relationship Id="rId46" Type="http://schemas.openxmlformats.org/officeDocument/2006/relationships/customXml" Target="../ink/ink35.xml"/><Relationship Id="rId67" Type="http://schemas.openxmlformats.org/officeDocument/2006/relationships/image" Target="../media/image51.png"/><Relationship Id="rId116" Type="http://schemas.openxmlformats.org/officeDocument/2006/relationships/customXml" Target="../ink/ink70.xml"/><Relationship Id="rId20" Type="http://schemas.openxmlformats.org/officeDocument/2006/relationships/customXml" Target="../ink/ink22.xml"/><Relationship Id="rId41" Type="http://schemas.openxmlformats.org/officeDocument/2006/relationships/image" Target="../media/image38.png"/><Relationship Id="rId62" Type="http://schemas.openxmlformats.org/officeDocument/2006/relationships/customXml" Target="../ink/ink43.xml"/><Relationship Id="rId83" Type="http://schemas.openxmlformats.org/officeDocument/2006/relationships/image" Target="../media/image59.png"/><Relationship Id="rId88" Type="http://schemas.openxmlformats.org/officeDocument/2006/relationships/customXml" Target="../ink/ink56.xml"/><Relationship Id="rId111" Type="http://schemas.openxmlformats.org/officeDocument/2006/relationships/image" Target="../media/image73.png"/><Relationship Id="rId15" Type="http://schemas.openxmlformats.org/officeDocument/2006/relationships/image" Target="../media/image25.png"/><Relationship Id="rId36" Type="http://schemas.openxmlformats.org/officeDocument/2006/relationships/customXml" Target="../ink/ink30.xml"/><Relationship Id="rId57" Type="http://schemas.openxmlformats.org/officeDocument/2006/relationships/image" Target="../media/image46.png"/><Relationship Id="rId106" Type="http://schemas.openxmlformats.org/officeDocument/2006/relationships/customXml" Target="../ink/ink65.xml"/><Relationship Id="rId127" Type="http://schemas.openxmlformats.org/officeDocument/2006/relationships/image" Target="../media/image81.png"/><Relationship Id="rId10" Type="http://schemas.openxmlformats.org/officeDocument/2006/relationships/customXml" Target="../ink/ink17.xml"/><Relationship Id="rId31" Type="http://schemas.openxmlformats.org/officeDocument/2006/relationships/image" Target="../media/image33.png"/><Relationship Id="rId52" Type="http://schemas.openxmlformats.org/officeDocument/2006/relationships/customXml" Target="../ink/ink38.xml"/><Relationship Id="rId73" Type="http://schemas.openxmlformats.org/officeDocument/2006/relationships/image" Target="../media/image54.png"/><Relationship Id="rId78" Type="http://schemas.openxmlformats.org/officeDocument/2006/relationships/customXml" Target="../ink/ink51.xml"/><Relationship Id="rId94" Type="http://schemas.openxmlformats.org/officeDocument/2006/relationships/customXml" Target="../ink/ink59.xml"/><Relationship Id="rId99" Type="http://schemas.openxmlformats.org/officeDocument/2006/relationships/image" Target="../media/image67.png"/><Relationship Id="rId101" Type="http://schemas.openxmlformats.org/officeDocument/2006/relationships/image" Target="../media/image68.png"/><Relationship Id="rId122" Type="http://schemas.openxmlformats.org/officeDocument/2006/relationships/customXml" Target="../ink/ink73.xml"/><Relationship Id="rId4" Type="http://schemas.openxmlformats.org/officeDocument/2006/relationships/customXml" Target="../ink/ink14.xml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.png"/><Relationship Id="rId21" Type="http://schemas.openxmlformats.org/officeDocument/2006/relationships/image" Target="../media/image94.png"/><Relationship Id="rId42" Type="http://schemas.openxmlformats.org/officeDocument/2006/relationships/customXml" Target="../ink/ink96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109.xml"/><Relationship Id="rId84" Type="http://schemas.openxmlformats.org/officeDocument/2006/relationships/customXml" Target="../ink/ink117.xml"/><Relationship Id="rId89" Type="http://schemas.openxmlformats.org/officeDocument/2006/relationships/image" Target="../media/image128.png"/><Relationship Id="rId112" Type="http://schemas.openxmlformats.org/officeDocument/2006/relationships/customXml" Target="../ink/ink131.xml"/><Relationship Id="rId16" Type="http://schemas.openxmlformats.org/officeDocument/2006/relationships/customXml" Target="../ink/ink83.xml"/><Relationship Id="rId107" Type="http://schemas.openxmlformats.org/officeDocument/2006/relationships/image" Target="../media/image137.png"/><Relationship Id="rId11" Type="http://schemas.openxmlformats.org/officeDocument/2006/relationships/image" Target="../media/image89.png"/><Relationship Id="rId32" Type="http://schemas.openxmlformats.org/officeDocument/2006/relationships/customXml" Target="../ink/ink91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104.xml"/><Relationship Id="rId74" Type="http://schemas.openxmlformats.org/officeDocument/2006/relationships/customXml" Target="../ink/ink112.xml"/><Relationship Id="rId79" Type="http://schemas.openxmlformats.org/officeDocument/2006/relationships/image" Target="../media/image123.png"/><Relationship Id="rId102" Type="http://schemas.openxmlformats.org/officeDocument/2006/relationships/customXml" Target="../ink/ink126.xml"/><Relationship Id="rId123" Type="http://schemas.openxmlformats.org/officeDocument/2006/relationships/image" Target="../media/image145.png"/><Relationship Id="rId128" Type="http://schemas.openxmlformats.org/officeDocument/2006/relationships/customXml" Target="../ink/ink139.xml"/><Relationship Id="rId5" Type="http://schemas.openxmlformats.org/officeDocument/2006/relationships/image" Target="../media/image86.png"/><Relationship Id="rId90" Type="http://schemas.openxmlformats.org/officeDocument/2006/relationships/customXml" Target="../ink/ink120.xml"/><Relationship Id="rId95" Type="http://schemas.openxmlformats.org/officeDocument/2006/relationships/image" Target="../media/image131.png"/><Relationship Id="rId22" Type="http://schemas.openxmlformats.org/officeDocument/2006/relationships/customXml" Target="../ink/ink86.xml"/><Relationship Id="rId27" Type="http://schemas.openxmlformats.org/officeDocument/2006/relationships/image" Target="../media/image97.png"/><Relationship Id="rId43" Type="http://schemas.openxmlformats.org/officeDocument/2006/relationships/image" Target="../media/image105.png"/><Relationship Id="rId48" Type="http://schemas.openxmlformats.org/officeDocument/2006/relationships/customXml" Target="../ink/ink99.xml"/><Relationship Id="rId64" Type="http://schemas.openxmlformats.org/officeDocument/2006/relationships/customXml" Target="../ink/ink107.xml"/><Relationship Id="rId69" Type="http://schemas.openxmlformats.org/officeDocument/2006/relationships/image" Target="../media/image118.png"/><Relationship Id="rId113" Type="http://schemas.openxmlformats.org/officeDocument/2006/relationships/image" Target="../media/image140.png"/><Relationship Id="rId118" Type="http://schemas.openxmlformats.org/officeDocument/2006/relationships/customXml" Target="../ink/ink134.xml"/><Relationship Id="rId80" Type="http://schemas.openxmlformats.org/officeDocument/2006/relationships/customXml" Target="../ink/ink115.xml"/><Relationship Id="rId85" Type="http://schemas.openxmlformats.org/officeDocument/2006/relationships/image" Target="../media/image126.png"/><Relationship Id="rId12" Type="http://schemas.openxmlformats.org/officeDocument/2006/relationships/customXml" Target="../ink/ink81.xml"/><Relationship Id="rId17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customXml" Target="../ink/ink94.xml"/><Relationship Id="rId59" Type="http://schemas.openxmlformats.org/officeDocument/2006/relationships/image" Target="../media/image113.png"/><Relationship Id="rId103" Type="http://schemas.openxmlformats.org/officeDocument/2006/relationships/image" Target="../media/image135.png"/><Relationship Id="rId108" Type="http://schemas.openxmlformats.org/officeDocument/2006/relationships/customXml" Target="../ink/ink129.xml"/><Relationship Id="rId124" Type="http://schemas.openxmlformats.org/officeDocument/2006/relationships/customXml" Target="../ink/ink137.xml"/><Relationship Id="rId129" Type="http://schemas.openxmlformats.org/officeDocument/2006/relationships/image" Target="../media/image148.png"/><Relationship Id="rId54" Type="http://schemas.openxmlformats.org/officeDocument/2006/relationships/customXml" Target="../ink/ink102.xml"/><Relationship Id="rId70" Type="http://schemas.openxmlformats.org/officeDocument/2006/relationships/customXml" Target="../ink/ink110.xml"/><Relationship Id="rId75" Type="http://schemas.openxmlformats.org/officeDocument/2006/relationships/image" Target="../media/image121.png"/><Relationship Id="rId91" Type="http://schemas.openxmlformats.org/officeDocument/2006/relationships/image" Target="../media/image129.png"/><Relationship Id="rId96" Type="http://schemas.openxmlformats.org/officeDocument/2006/relationships/customXml" Target="../ink/ink123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78.xml"/><Relationship Id="rId23" Type="http://schemas.openxmlformats.org/officeDocument/2006/relationships/image" Target="../media/image95.png"/><Relationship Id="rId28" Type="http://schemas.openxmlformats.org/officeDocument/2006/relationships/customXml" Target="../ink/ink89.xml"/><Relationship Id="rId49" Type="http://schemas.openxmlformats.org/officeDocument/2006/relationships/image" Target="../media/image108.png"/><Relationship Id="rId114" Type="http://schemas.openxmlformats.org/officeDocument/2006/relationships/customXml" Target="../ink/ink132.xml"/><Relationship Id="rId119" Type="http://schemas.openxmlformats.org/officeDocument/2006/relationships/image" Target="../media/image143.png"/><Relationship Id="rId44" Type="http://schemas.openxmlformats.org/officeDocument/2006/relationships/customXml" Target="../ink/ink97.xml"/><Relationship Id="rId60" Type="http://schemas.openxmlformats.org/officeDocument/2006/relationships/customXml" Target="../ink/ink105.xml"/><Relationship Id="rId65" Type="http://schemas.openxmlformats.org/officeDocument/2006/relationships/image" Target="../media/image116.png"/><Relationship Id="rId81" Type="http://schemas.openxmlformats.org/officeDocument/2006/relationships/image" Target="../media/image124.png"/><Relationship Id="rId86" Type="http://schemas.openxmlformats.org/officeDocument/2006/relationships/customXml" Target="../ink/ink118.xml"/><Relationship Id="rId130" Type="http://schemas.openxmlformats.org/officeDocument/2006/relationships/customXml" Target="../ink/ink140.xml"/><Relationship Id="rId13" Type="http://schemas.openxmlformats.org/officeDocument/2006/relationships/image" Target="../media/image90.png"/><Relationship Id="rId18" Type="http://schemas.openxmlformats.org/officeDocument/2006/relationships/customXml" Target="../ink/ink84.xml"/><Relationship Id="rId39" Type="http://schemas.openxmlformats.org/officeDocument/2006/relationships/image" Target="../media/image103.png"/><Relationship Id="rId109" Type="http://schemas.openxmlformats.org/officeDocument/2006/relationships/image" Target="../media/image138.png"/><Relationship Id="rId34" Type="http://schemas.openxmlformats.org/officeDocument/2006/relationships/customXml" Target="../ink/ink92.xml"/><Relationship Id="rId50" Type="http://schemas.openxmlformats.org/officeDocument/2006/relationships/customXml" Target="../ink/ink100.xml"/><Relationship Id="rId55" Type="http://schemas.openxmlformats.org/officeDocument/2006/relationships/image" Target="../media/image111.png"/><Relationship Id="rId76" Type="http://schemas.openxmlformats.org/officeDocument/2006/relationships/customXml" Target="../ink/ink113.xml"/><Relationship Id="rId97" Type="http://schemas.openxmlformats.org/officeDocument/2006/relationships/image" Target="../media/image132.png"/><Relationship Id="rId104" Type="http://schemas.openxmlformats.org/officeDocument/2006/relationships/customXml" Target="../ink/ink127.xml"/><Relationship Id="rId120" Type="http://schemas.openxmlformats.org/officeDocument/2006/relationships/customXml" Target="../ink/ink135.xml"/><Relationship Id="rId125" Type="http://schemas.openxmlformats.org/officeDocument/2006/relationships/image" Target="../media/image146.png"/><Relationship Id="rId7" Type="http://schemas.openxmlformats.org/officeDocument/2006/relationships/image" Target="../media/image87.png"/><Relationship Id="rId71" Type="http://schemas.openxmlformats.org/officeDocument/2006/relationships/image" Target="../media/image119.png"/><Relationship Id="rId92" Type="http://schemas.openxmlformats.org/officeDocument/2006/relationships/customXml" Target="../ink/ink121.xml"/><Relationship Id="rId2" Type="http://schemas.openxmlformats.org/officeDocument/2006/relationships/customXml" Target="../ink/ink76.xml"/><Relationship Id="rId29" Type="http://schemas.openxmlformats.org/officeDocument/2006/relationships/image" Target="../media/image98.png"/><Relationship Id="rId24" Type="http://schemas.openxmlformats.org/officeDocument/2006/relationships/customXml" Target="../ink/ink87.xml"/><Relationship Id="rId40" Type="http://schemas.openxmlformats.org/officeDocument/2006/relationships/customXml" Target="../ink/ink95.xml"/><Relationship Id="rId45" Type="http://schemas.openxmlformats.org/officeDocument/2006/relationships/image" Target="../media/image106.png"/><Relationship Id="rId66" Type="http://schemas.openxmlformats.org/officeDocument/2006/relationships/customXml" Target="../ink/ink108.xml"/><Relationship Id="rId87" Type="http://schemas.openxmlformats.org/officeDocument/2006/relationships/image" Target="../media/image127.png"/><Relationship Id="rId110" Type="http://schemas.openxmlformats.org/officeDocument/2006/relationships/customXml" Target="../ink/ink130.xml"/><Relationship Id="rId115" Type="http://schemas.openxmlformats.org/officeDocument/2006/relationships/image" Target="../media/image141.png"/><Relationship Id="rId131" Type="http://schemas.openxmlformats.org/officeDocument/2006/relationships/image" Target="../media/image149.png"/><Relationship Id="rId61" Type="http://schemas.openxmlformats.org/officeDocument/2006/relationships/image" Target="../media/image114.png"/><Relationship Id="rId82" Type="http://schemas.openxmlformats.org/officeDocument/2006/relationships/customXml" Target="../ink/ink116.xml"/><Relationship Id="rId19" Type="http://schemas.openxmlformats.org/officeDocument/2006/relationships/image" Target="../media/image93.png"/><Relationship Id="rId14" Type="http://schemas.openxmlformats.org/officeDocument/2006/relationships/customXml" Target="../ink/ink82.xml"/><Relationship Id="rId30" Type="http://schemas.openxmlformats.org/officeDocument/2006/relationships/customXml" Target="../ink/ink90.xml"/><Relationship Id="rId35" Type="http://schemas.openxmlformats.org/officeDocument/2006/relationships/image" Target="../media/image101.png"/><Relationship Id="rId56" Type="http://schemas.openxmlformats.org/officeDocument/2006/relationships/customXml" Target="../ink/ink103.xml"/><Relationship Id="rId77" Type="http://schemas.openxmlformats.org/officeDocument/2006/relationships/image" Target="../media/image122.png"/><Relationship Id="rId100" Type="http://schemas.openxmlformats.org/officeDocument/2006/relationships/customXml" Target="../ink/ink125.xml"/><Relationship Id="rId105" Type="http://schemas.openxmlformats.org/officeDocument/2006/relationships/image" Target="../media/image136.png"/><Relationship Id="rId126" Type="http://schemas.openxmlformats.org/officeDocument/2006/relationships/customXml" Target="../ink/ink138.xml"/><Relationship Id="rId8" Type="http://schemas.openxmlformats.org/officeDocument/2006/relationships/customXml" Target="../ink/ink79.xml"/><Relationship Id="rId51" Type="http://schemas.openxmlformats.org/officeDocument/2006/relationships/image" Target="../media/image109.png"/><Relationship Id="rId72" Type="http://schemas.openxmlformats.org/officeDocument/2006/relationships/customXml" Target="../ink/ink111.xml"/><Relationship Id="rId93" Type="http://schemas.openxmlformats.org/officeDocument/2006/relationships/image" Target="../media/image130.png"/><Relationship Id="rId98" Type="http://schemas.openxmlformats.org/officeDocument/2006/relationships/customXml" Target="../ink/ink124.xml"/><Relationship Id="rId121" Type="http://schemas.openxmlformats.org/officeDocument/2006/relationships/image" Target="../media/image144.png"/><Relationship Id="rId3" Type="http://schemas.openxmlformats.org/officeDocument/2006/relationships/image" Target="../media/image85.png"/><Relationship Id="rId25" Type="http://schemas.openxmlformats.org/officeDocument/2006/relationships/image" Target="../media/image96.png"/><Relationship Id="rId46" Type="http://schemas.openxmlformats.org/officeDocument/2006/relationships/customXml" Target="../ink/ink98.xml"/><Relationship Id="rId67" Type="http://schemas.openxmlformats.org/officeDocument/2006/relationships/image" Target="../media/image117.png"/><Relationship Id="rId116" Type="http://schemas.openxmlformats.org/officeDocument/2006/relationships/customXml" Target="../ink/ink133.xml"/><Relationship Id="rId20" Type="http://schemas.openxmlformats.org/officeDocument/2006/relationships/customXml" Target="../ink/ink85.xml"/><Relationship Id="rId41" Type="http://schemas.openxmlformats.org/officeDocument/2006/relationships/image" Target="../media/image104.png"/><Relationship Id="rId62" Type="http://schemas.openxmlformats.org/officeDocument/2006/relationships/customXml" Target="../ink/ink106.xml"/><Relationship Id="rId83" Type="http://schemas.openxmlformats.org/officeDocument/2006/relationships/image" Target="../media/image125.png"/><Relationship Id="rId88" Type="http://schemas.openxmlformats.org/officeDocument/2006/relationships/customXml" Target="../ink/ink119.xml"/><Relationship Id="rId111" Type="http://schemas.openxmlformats.org/officeDocument/2006/relationships/image" Target="../media/image139.png"/><Relationship Id="rId15" Type="http://schemas.openxmlformats.org/officeDocument/2006/relationships/image" Target="../media/image91.png"/><Relationship Id="rId36" Type="http://schemas.openxmlformats.org/officeDocument/2006/relationships/customXml" Target="../ink/ink93.xml"/><Relationship Id="rId57" Type="http://schemas.openxmlformats.org/officeDocument/2006/relationships/image" Target="../media/image112.png"/><Relationship Id="rId106" Type="http://schemas.openxmlformats.org/officeDocument/2006/relationships/customXml" Target="../ink/ink128.xml"/><Relationship Id="rId127" Type="http://schemas.openxmlformats.org/officeDocument/2006/relationships/image" Target="../media/image147.png"/><Relationship Id="rId10" Type="http://schemas.openxmlformats.org/officeDocument/2006/relationships/customXml" Target="../ink/ink80.xml"/><Relationship Id="rId31" Type="http://schemas.openxmlformats.org/officeDocument/2006/relationships/image" Target="../media/image99.png"/><Relationship Id="rId52" Type="http://schemas.openxmlformats.org/officeDocument/2006/relationships/customXml" Target="../ink/ink101.xml"/><Relationship Id="rId73" Type="http://schemas.openxmlformats.org/officeDocument/2006/relationships/image" Target="../media/image120.png"/><Relationship Id="rId78" Type="http://schemas.openxmlformats.org/officeDocument/2006/relationships/customXml" Target="../ink/ink114.xml"/><Relationship Id="rId94" Type="http://schemas.openxmlformats.org/officeDocument/2006/relationships/customXml" Target="../ink/ink122.xml"/><Relationship Id="rId99" Type="http://schemas.openxmlformats.org/officeDocument/2006/relationships/image" Target="../media/image133.png"/><Relationship Id="rId101" Type="http://schemas.openxmlformats.org/officeDocument/2006/relationships/image" Target="../media/image134.png"/><Relationship Id="rId122" Type="http://schemas.openxmlformats.org/officeDocument/2006/relationships/customXml" Target="../ink/ink136.xml"/><Relationship Id="rId4" Type="http://schemas.openxmlformats.org/officeDocument/2006/relationships/customXml" Target="../ink/ink77.xml"/><Relationship Id="rId9" Type="http://schemas.openxmlformats.org/officeDocument/2006/relationships/image" Target="../media/image88.png"/><Relationship Id="rId26" Type="http://schemas.openxmlformats.org/officeDocument/2006/relationships/customXml" Target="../ink/ink8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8.png"/><Relationship Id="rId21" Type="http://schemas.openxmlformats.org/officeDocument/2006/relationships/image" Target="../media/image160.png"/><Relationship Id="rId42" Type="http://schemas.openxmlformats.org/officeDocument/2006/relationships/customXml" Target="../ink/ink161.xml"/><Relationship Id="rId63" Type="http://schemas.openxmlformats.org/officeDocument/2006/relationships/image" Target="../media/image181.png"/><Relationship Id="rId84" Type="http://schemas.openxmlformats.org/officeDocument/2006/relationships/customXml" Target="../ink/ink182.xml"/><Relationship Id="rId138" Type="http://schemas.openxmlformats.org/officeDocument/2006/relationships/customXml" Target="../ink/ink209.xml"/><Relationship Id="rId159" Type="http://schemas.openxmlformats.org/officeDocument/2006/relationships/image" Target="../media/image229.png"/><Relationship Id="rId170" Type="http://schemas.openxmlformats.org/officeDocument/2006/relationships/customXml" Target="../ink/ink225.xml"/><Relationship Id="rId107" Type="http://schemas.openxmlformats.org/officeDocument/2006/relationships/image" Target="../media/image203.png"/><Relationship Id="rId11" Type="http://schemas.openxmlformats.org/officeDocument/2006/relationships/image" Target="../media/image155.png"/><Relationship Id="rId32" Type="http://schemas.openxmlformats.org/officeDocument/2006/relationships/customXml" Target="../ink/ink156.xml"/><Relationship Id="rId53" Type="http://schemas.openxmlformats.org/officeDocument/2006/relationships/image" Target="../media/image176.png"/><Relationship Id="rId74" Type="http://schemas.openxmlformats.org/officeDocument/2006/relationships/customXml" Target="../ink/ink177.xml"/><Relationship Id="rId128" Type="http://schemas.openxmlformats.org/officeDocument/2006/relationships/customXml" Target="../ink/ink204.xml"/><Relationship Id="rId149" Type="http://schemas.openxmlformats.org/officeDocument/2006/relationships/image" Target="../media/image224.png"/><Relationship Id="rId5" Type="http://schemas.openxmlformats.org/officeDocument/2006/relationships/image" Target="../media/image152.png"/><Relationship Id="rId95" Type="http://schemas.openxmlformats.org/officeDocument/2006/relationships/image" Target="../media/image197.png"/><Relationship Id="rId160" Type="http://schemas.openxmlformats.org/officeDocument/2006/relationships/customXml" Target="../ink/ink220.xml"/><Relationship Id="rId181" Type="http://schemas.openxmlformats.org/officeDocument/2006/relationships/image" Target="../media/image240.png"/><Relationship Id="rId22" Type="http://schemas.openxmlformats.org/officeDocument/2006/relationships/customXml" Target="../ink/ink151.xml"/><Relationship Id="rId43" Type="http://schemas.openxmlformats.org/officeDocument/2006/relationships/image" Target="../media/image171.png"/><Relationship Id="rId64" Type="http://schemas.openxmlformats.org/officeDocument/2006/relationships/customXml" Target="../ink/ink172.xml"/><Relationship Id="rId118" Type="http://schemas.openxmlformats.org/officeDocument/2006/relationships/customXml" Target="../ink/ink199.xml"/><Relationship Id="rId139" Type="http://schemas.openxmlformats.org/officeDocument/2006/relationships/image" Target="../media/image219.png"/><Relationship Id="rId85" Type="http://schemas.openxmlformats.org/officeDocument/2006/relationships/image" Target="../media/image192.png"/><Relationship Id="rId150" Type="http://schemas.openxmlformats.org/officeDocument/2006/relationships/customXml" Target="../ink/ink215.xml"/><Relationship Id="rId171" Type="http://schemas.openxmlformats.org/officeDocument/2006/relationships/image" Target="../media/image235.png"/><Relationship Id="rId12" Type="http://schemas.openxmlformats.org/officeDocument/2006/relationships/customXml" Target="../ink/ink146.xml"/><Relationship Id="rId33" Type="http://schemas.openxmlformats.org/officeDocument/2006/relationships/image" Target="../media/image166.png"/><Relationship Id="rId108" Type="http://schemas.openxmlformats.org/officeDocument/2006/relationships/customXml" Target="../ink/ink194.xml"/><Relationship Id="rId129" Type="http://schemas.openxmlformats.org/officeDocument/2006/relationships/image" Target="../media/image214.png"/><Relationship Id="rId54" Type="http://schemas.openxmlformats.org/officeDocument/2006/relationships/customXml" Target="../ink/ink167.xml"/><Relationship Id="rId75" Type="http://schemas.openxmlformats.org/officeDocument/2006/relationships/image" Target="../media/image187.png"/><Relationship Id="rId96" Type="http://schemas.openxmlformats.org/officeDocument/2006/relationships/customXml" Target="../ink/ink188.xml"/><Relationship Id="rId140" Type="http://schemas.openxmlformats.org/officeDocument/2006/relationships/customXml" Target="../ink/ink210.xml"/><Relationship Id="rId161" Type="http://schemas.openxmlformats.org/officeDocument/2006/relationships/image" Target="../media/image230.png"/><Relationship Id="rId182" Type="http://schemas.openxmlformats.org/officeDocument/2006/relationships/customXml" Target="../ink/ink231.xml"/><Relationship Id="rId6" Type="http://schemas.openxmlformats.org/officeDocument/2006/relationships/customXml" Target="../ink/ink143.xml"/><Relationship Id="rId23" Type="http://schemas.openxmlformats.org/officeDocument/2006/relationships/image" Target="../media/image161.png"/><Relationship Id="rId119" Type="http://schemas.openxmlformats.org/officeDocument/2006/relationships/image" Target="../media/image209.png"/><Relationship Id="rId44" Type="http://schemas.openxmlformats.org/officeDocument/2006/relationships/customXml" Target="../ink/ink162.xml"/><Relationship Id="rId65" Type="http://schemas.openxmlformats.org/officeDocument/2006/relationships/image" Target="../media/image182.png"/><Relationship Id="rId86" Type="http://schemas.openxmlformats.org/officeDocument/2006/relationships/customXml" Target="../ink/ink183.xml"/><Relationship Id="rId130" Type="http://schemas.openxmlformats.org/officeDocument/2006/relationships/customXml" Target="../ink/ink205.xml"/><Relationship Id="rId151" Type="http://schemas.openxmlformats.org/officeDocument/2006/relationships/image" Target="../media/image225.png"/><Relationship Id="rId172" Type="http://schemas.openxmlformats.org/officeDocument/2006/relationships/customXml" Target="../ink/ink226.xml"/><Relationship Id="rId13" Type="http://schemas.openxmlformats.org/officeDocument/2006/relationships/image" Target="../media/image156.png"/><Relationship Id="rId18" Type="http://schemas.openxmlformats.org/officeDocument/2006/relationships/customXml" Target="../ink/ink149.xml"/><Relationship Id="rId39" Type="http://schemas.openxmlformats.org/officeDocument/2006/relationships/image" Target="../media/image169.png"/><Relationship Id="rId109" Type="http://schemas.openxmlformats.org/officeDocument/2006/relationships/image" Target="../media/image204.png"/><Relationship Id="rId34" Type="http://schemas.openxmlformats.org/officeDocument/2006/relationships/customXml" Target="../ink/ink157.xml"/><Relationship Id="rId50" Type="http://schemas.openxmlformats.org/officeDocument/2006/relationships/customXml" Target="../ink/ink165.xml"/><Relationship Id="rId55" Type="http://schemas.openxmlformats.org/officeDocument/2006/relationships/image" Target="../media/image177.png"/><Relationship Id="rId76" Type="http://schemas.openxmlformats.org/officeDocument/2006/relationships/customXml" Target="../ink/ink178.xml"/><Relationship Id="rId97" Type="http://schemas.openxmlformats.org/officeDocument/2006/relationships/image" Target="../media/image198.png"/><Relationship Id="rId104" Type="http://schemas.openxmlformats.org/officeDocument/2006/relationships/customXml" Target="../ink/ink192.xml"/><Relationship Id="rId120" Type="http://schemas.openxmlformats.org/officeDocument/2006/relationships/customXml" Target="../ink/ink200.xml"/><Relationship Id="rId125" Type="http://schemas.openxmlformats.org/officeDocument/2006/relationships/image" Target="../media/image212.png"/><Relationship Id="rId141" Type="http://schemas.openxmlformats.org/officeDocument/2006/relationships/image" Target="../media/image220.png"/><Relationship Id="rId146" Type="http://schemas.openxmlformats.org/officeDocument/2006/relationships/customXml" Target="../ink/ink213.xml"/><Relationship Id="rId167" Type="http://schemas.openxmlformats.org/officeDocument/2006/relationships/image" Target="../media/image233.png"/><Relationship Id="rId7" Type="http://schemas.openxmlformats.org/officeDocument/2006/relationships/image" Target="../media/image153.png"/><Relationship Id="rId71" Type="http://schemas.openxmlformats.org/officeDocument/2006/relationships/image" Target="../media/image185.png"/><Relationship Id="rId92" Type="http://schemas.openxmlformats.org/officeDocument/2006/relationships/customXml" Target="../ink/ink186.xml"/><Relationship Id="rId162" Type="http://schemas.openxmlformats.org/officeDocument/2006/relationships/customXml" Target="../ink/ink221.xml"/><Relationship Id="rId183" Type="http://schemas.openxmlformats.org/officeDocument/2006/relationships/image" Target="../media/image241.png"/><Relationship Id="rId2" Type="http://schemas.openxmlformats.org/officeDocument/2006/relationships/customXml" Target="../ink/ink141.xml"/><Relationship Id="rId29" Type="http://schemas.openxmlformats.org/officeDocument/2006/relationships/image" Target="../media/image164.png"/><Relationship Id="rId24" Type="http://schemas.openxmlformats.org/officeDocument/2006/relationships/customXml" Target="../ink/ink152.xml"/><Relationship Id="rId40" Type="http://schemas.openxmlformats.org/officeDocument/2006/relationships/customXml" Target="../ink/ink160.xml"/><Relationship Id="rId45" Type="http://schemas.openxmlformats.org/officeDocument/2006/relationships/image" Target="../media/image172.png"/><Relationship Id="rId66" Type="http://schemas.openxmlformats.org/officeDocument/2006/relationships/customXml" Target="../ink/ink173.xml"/><Relationship Id="rId87" Type="http://schemas.openxmlformats.org/officeDocument/2006/relationships/image" Target="../media/image193.png"/><Relationship Id="rId110" Type="http://schemas.openxmlformats.org/officeDocument/2006/relationships/customXml" Target="../ink/ink195.xml"/><Relationship Id="rId115" Type="http://schemas.openxmlformats.org/officeDocument/2006/relationships/image" Target="../media/image207.png"/><Relationship Id="rId131" Type="http://schemas.openxmlformats.org/officeDocument/2006/relationships/image" Target="../media/image215.png"/><Relationship Id="rId136" Type="http://schemas.openxmlformats.org/officeDocument/2006/relationships/customXml" Target="../ink/ink208.xml"/><Relationship Id="rId157" Type="http://schemas.openxmlformats.org/officeDocument/2006/relationships/image" Target="../media/image228.png"/><Relationship Id="rId178" Type="http://schemas.openxmlformats.org/officeDocument/2006/relationships/customXml" Target="../ink/ink229.xml"/><Relationship Id="rId61" Type="http://schemas.openxmlformats.org/officeDocument/2006/relationships/image" Target="../media/image180.png"/><Relationship Id="rId82" Type="http://schemas.openxmlformats.org/officeDocument/2006/relationships/customXml" Target="../ink/ink181.xml"/><Relationship Id="rId152" Type="http://schemas.openxmlformats.org/officeDocument/2006/relationships/customXml" Target="../ink/ink216.xml"/><Relationship Id="rId173" Type="http://schemas.openxmlformats.org/officeDocument/2006/relationships/image" Target="../media/image236.png"/><Relationship Id="rId19" Type="http://schemas.openxmlformats.org/officeDocument/2006/relationships/image" Target="../media/image159.png"/><Relationship Id="rId14" Type="http://schemas.openxmlformats.org/officeDocument/2006/relationships/customXml" Target="../ink/ink147.xml"/><Relationship Id="rId30" Type="http://schemas.openxmlformats.org/officeDocument/2006/relationships/customXml" Target="../ink/ink155.xml"/><Relationship Id="rId35" Type="http://schemas.openxmlformats.org/officeDocument/2006/relationships/image" Target="../media/image167.png"/><Relationship Id="rId56" Type="http://schemas.openxmlformats.org/officeDocument/2006/relationships/customXml" Target="../ink/ink168.xml"/><Relationship Id="rId77" Type="http://schemas.openxmlformats.org/officeDocument/2006/relationships/image" Target="../media/image188.png"/><Relationship Id="rId100" Type="http://schemas.openxmlformats.org/officeDocument/2006/relationships/customXml" Target="../ink/ink190.xml"/><Relationship Id="rId105" Type="http://schemas.openxmlformats.org/officeDocument/2006/relationships/image" Target="../media/image202.png"/><Relationship Id="rId126" Type="http://schemas.openxmlformats.org/officeDocument/2006/relationships/customXml" Target="../ink/ink203.xml"/><Relationship Id="rId147" Type="http://schemas.openxmlformats.org/officeDocument/2006/relationships/image" Target="../media/image223.png"/><Relationship Id="rId168" Type="http://schemas.openxmlformats.org/officeDocument/2006/relationships/customXml" Target="../ink/ink224.xml"/><Relationship Id="rId8" Type="http://schemas.openxmlformats.org/officeDocument/2006/relationships/customXml" Target="../ink/ink144.xml"/><Relationship Id="rId51" Type="http://schemas.openxmlformats.org/officeDocument/2006/relationships/image" Target="../media/image175.png"/><Relationship Id="rId72" Type="http://schemas.openxmlformats.org/officeDocument/2006/relationships/customXml" Target="../ink/ink176.xml"/><Relationship Id="rId93" Type="http://schemas.openxmlformats.org/officeDocument/2006/relationships/image" Target="../media/image196.png"/><Relationship Id="rId98" Type="http://schemas.openxmlformats.org/officeDocument/2006/relationships/customXml" Target="../ink/ink189.xml"/><Relationship Id="rId121" Type="http://schemas.openxmlformats.org/officeDocument/2006/relationships/image" Target="../media/image210.png"/><Relationship Id="rId142" Type="http://schemas.openxmlformats.org/officeDocument/2006/relationships/customXml" Target="../ink/ink211.xml"/><Relationship Id="rId163" Type="http://schemas.openxmlformats.org/officeDocument/2006/relationships/image" Target="../media/image231.png"/><Relationship Id="rId184" Type="http://schemas.openxmlformats.org/officeDocument/2006/relationships/customXml" Target="../ink/ink232.xml"/><Relationship Id="rId3" Type="http://schemas.openxmlformats.org/officeDocument/2006/relationships/image" Target="../media/image151.png"/><Relationship Id="rId25" Type="http://schemas.openxmlformats.org/officeDocument/2006/relationships/image" Target="../media/image162.png"/><Relationship Id="rId46" Type="http://schemas.openxmlformats.org/officeDocument/2006/relationships/customXml" Target="../ink/ink163.xml"/><Relationship Id="rId67" Type="http://schemas.openxmlformats.org/officeDocument/2006/relationships/image" Target="../media/image183.png"/><Relationship Id="rId116" Type="http://schemas.openxmlformats.org/officeDocument/2006/relationships/customXml" Target="../ink/ink198.xml"/><Relationship Id="rId137" Type="http://schemas.openxmlformats.org/officeDocument/2006/relationships/image" Target="../media/image218.png"/><Relationship Id="rId158" Type="http://schemas.openxmlformats.org/officeDocument/2006/relationships/customXml" Target="../ink/ink219.xml"/><Relationship Id="rId20" Type="http://schemas.openxmlformats.org/officeDocument/2006/relationships/customXml" Target="../ink/ink150.xml"/><Relationship Id="rId41" Type="http://schemas.openxmlformats.org/officeDocument/2006/relationships/image" Target="../media/image170.png"/><Relationship Id="rId62" Type="http://schemas.openxmlformats.org/officeDocument/2006/relationships/customXml" Target="../ink/ink171.xml"/><Relationship Id="rId83" Type="http://schemas.openxmlformats.org/officeDocument/2006/relationships/image" Target="../media/image191.png"/><Relationship Id="rId88" Type="http://schemas.openxmlformats.org/officeDocument/2006/relationships/customXml" Target="../ink/ink184.xml"/><Relationship Id="rId111" Type="http://schemas.openxmlformats.org/officeDocument/2006/relationships/image" Target="../media/image205.png"/><Relationship Id="rId132" Type="http://schemas.openxmlformats.org/officeDocument/2006/relationships/customXml" Target="../ink/ink206.xml"/><Relationship Id="rId153" Type="http://schemas.openxmlformats.org/officeDocument/2006/relationships/image" Target="../media/image226.png"/><Relationship Id="rId174" Type="http://schemas.openxmlformats.org/officeDocument/2006/relationships/customXml" Target="../ink/ink227.xml"/><Relationship Id="rId179" Type="http://schemas.openxmlformats.org/officeDocument/2006/relationships/image" Target="../media/image239.png"/><Relationship Id="rId15" Type="http://schemas.openxmlformats.org/officeDocument/2006/relationships/image" Target="../media/image157.png"/><Relationship Id="rId36" Type="http://schemas.openxmlformats.org/officeDocument/2006/relationships/customXml" Target="../ink/ink158.xml"/><Relationship Id="rId57" Type="http://schemas.openxmlformats.org/officeDocument/2006/relationships/image" Target="../media/image178.png"/><Relationship Id="rId106" Type="http://schemas.openxmlformats.org/officeDocument/2006/relationships/customXml" Target="../ink/ink193.xml"/><Relationship Id="rId127" Type="http://schemas.openxmlformats.org/officeDocument/2006/relationships/image" Target="../media/image213.png"/><Relationship Id="rId10" Type="http://schemas.openxmlformats.org/officeDocument/2006/relationships/customXml" Target="../ink/ink145.xml"/><Relationship Id="rId31" Type="http://schemas.openxmlformats.org/officeDocument/2006/relationships/image" Target="../media/image165.png"/><Relationship Id="rId52" Type="http://schemas.openxmlformats.org/officeDocument/2006/relationships/customXml" Target="../ink/ink166.xml"/><Relationship Id="rId73" Type="http://schemas.openxmlformats.org/officeDocument/2006/relationships/image" Target="../media/image186.png"/><Relationship Id="rId78" Type="http://schemas.openxmlformats.org/officeDocument/2006/relationships/customXml" Target="../ink/ink179.xml"/><Relationship Id="rId94" Type="http://schemas.openxmlformats.org/officeDocument/2006/relationships/customXml" Target="../ink/ink187.xml"/><Relationship Id="rId99" Type="http://schemas.openxmlformats.org/officeDocument/2006/relationships/image" Target="../media/image199.png"/><Relationship Id="rId101" Type="http://schemas.openxmlformats.org/officeDocument/2006/relationships/image" Target="../media/image200.png"/><Relationship Id="rId122" Type="http://schemas.openxmlformats.org/officeDocument/2006/relationships/customXml" Target="../ink/ink201.xml"/><Relationship Id="rId143" Type="http://schemas.openxmlformats.org/officeDocument/2006/relationships/image" Target="../media/image221.png"/><Relationship Id="rId148" Type="http://schemas.openxmlformats.org/officeDocument/2006/relationships/customXml" Target="../ink/ink214.xml"/><Relationship Id="rId164" Type="http://schemas.openxmlformats.org/officeDocument/2006/relationships/customXml" Target="../ink/ink222.xml"/><Relationship Id="rId169" Type="http://schemas.openxmlformats.org/officeDocument/2006/relationships/image" Target="../media/image234.png"/><Relationship Id="rId185" Type="http://schemas.openxmlformats.org/officeDocument/2006/relationships/image" Target="../media/image242.png"/><Relationship Id="rId4" Type="http://schemas.openxmlformats.org/officeDocument/2006/relationships/customXml" Target="../ink/ink142.xml"/><Relationship Id="rId9" Type="http://schemas.openxmlformats.org/officeDocument/2006/relationships/image" Target="../media/image154.png"/><Relationship Id="rId180" Type="http://schemas.openxmlformats.org/officeDocument/2006/relationships/customXml" Target="../ink/ink230.xml"/><Relationship Id="rId26" Type="http://schemas.openxmlformats.org/officeDocument/2006/relationships/customXml" Target="../ink/ink153.xml"/><Relationship Id="rId47" Type="http://schemas.openxmlformats.org/officeDocument/2006/relationships/image" Target="../media/image173.png"/><Relationship Id="rId68" Type="http://schemas.openxmlformats.org/officeDocument/2006/relationships/customXml" Target="../ink/ink174.xml"/><Relationship Id="rId89" Type="http://schemas.openxmlformats.org/officeDocument/2006/relationships/image" Target="../media/image194.png"/><Relationship Id="rId112" Type="http://schemas.openxmlformats.org/officeDocument/2006/relationships/customXml" Target="../ink/ink196.xml"/><Relationship Id="rId133" Type="http://schemas.openxmlformats.org/officeDocument/2006/relationships/image" Target="../media/image216.png"/><Relationship Id="rId154" Type="http://schemas.openxmlformats.org/officeDocument/2006/relationships/customXml" Target="../ink/ink217.xml"/><Relationship Id="rId175" Type="http://schemas.openxmlformats.org/officeDocument/2006/relationships/image" Target="../media/image237.png"/><Relationship Id="rId16" Type="http://schemas.openxmlformats.org/officeDocument/2006/relationships/customXml" Target="../ink/ink148.xml"/><Relationship Id="rId37" Type="http://schemas.openxmlformats.org/officeDocument/2006/relationships/image" Target="../media/image168.png"/><Relationship Id="rId58" Type="http://schemas.openxmlformats.org/officeDocument/2006/relationships/customXml" Target="../ink/ink169.xml"/><Relationship Id="rId79" Type="http://schemas.openxmlformats.org/officeDocument/2006/relationships/image" Target="../media/image189.png"/><Relationship Id="rId102" Type="http://schemas.openxmlformats.org/officeDocument/2006/relationships/customXml" Target="../ink/ink191.xml"/><Relationship Id="rId123" Type="http://schemas.openxmlformats.org/officeDocument/2006/relationships/image" Target="../media/image211.png"/><Relationship Id="rId144" Type="http://schemas.openxmlformats.org/officeDocument/2006/relationships/customXml" Target="../ink/ink212.xml"/><Relationship Id="rId90" Type="http://schemas.openxmlformats.org/officeDocument/2006/relationships/customXml" Target="../ink/ink185.xml"/><Relationship Id="rId165" Type="http://schemas.openxmlformats.org/officeDocument/2006/relationships/image" Target="../media/image232.png"/><Relationship Id="rId186" Type="http://schemas.openxmlformats.org/officeDocument/2006/relationships/customXml" Target="../ink/ink233.xml"/><Relationship Id="rId27" Type="http://schemas.openxmlformats.org/officeDocument/2006/relationships/image" Target="../media/image163.png"/><Relationship Id="rId48" Type="http://schemas.openxmlformats.org/officeDocument/2006/relationships/customXml" Target="../ink/ink164.xml"/><Relationship Id="rId69" Type="http://schemas.openxmlformats.org/officeDocument/2006/relationships/image" Target="../media/image184.png"/><Relationship Id="rId113" Type="http://schemas.openxmlformats.org/officeDocument/2006/relationships/image" Target="../media/image206.png"/><Relationship Id="rId134" Type="http://schemas.openxmlformats.org/officeDocument/2006/relationships/customXml" Target="../ink/ink207.xml"/><Relationship Id="rId80" Type="http://schemas.openxmlformats.org/officeDocument/2006/relationships/customXml" Target="../ink/ink180.xml"/><Relationship Id="rId155" Type="http://schemas.openxmlformats.org/officeDocument/2006/relationships/image" Target="../media/image227.png"/><Relationship Id="rId176" Type="http://schemas.openxmlformats.org/officeDocument/2006/relationships/customXml" Target="../ink/ink228.xml"/><Relationship Id="rId17" Type="http://schemas.openxmlformats.org/officeDocument/2006/relationships/image" Target="../media/image158.png"/><Relationship Id="rId38" Type="http://schemas.openxmlformats.org/officeDocument/2006/relationships/customXml" Target="../ink/ink159.xml"/><Relationship Id="rId59" Type="http://schemas.openxmlformats.org/officeDocument/2006/relationships/image" Target="../media/image179.png"/><Relationship Id="rId103" Type="http://schemas.openxmlformats.org/officeDocument/2006/relationships/image" Target="../media/image201.png"/><Relationship Id="rId124" Type="http://schemas.openxmlformats.org/officeDocument/2006/relationships/customXml" Target="../ink/ink202.xml"/><Relationship Id="rId70" Type="http://schemas.openxmlformats.org/officeDocument/2006/relationships/customXml" Target="../ink/ink175.xml"/><Relationship Id="rId91" Type="http://schemas.openxmlformats.org/officeDocument/2006/relationships/image" Target="../media/image195.png"/><Relationship Id="rId145" Type="http://schemas.openxmlformats.org/officeDocument/2006/relationships/image" Target="../media/image222.png"/><Relationship Id="rId166" Type="http://schemas.openxmlformats.org/officeDocument/2006/relationships/customXml" Target="../ink/ink223.xml"/><Relationship Id="rId187" Type="http://schemas.openxmlformats.org/officeDocument/2006/relationships/image" Target="../media/image243.png"/><Relationship Id="rId1" Type="http://schemas.openxmlformats.org/officeDocument/2006/relationships/slideLayout" Target="../slideLayouts/slideLayout11.xml"/><Relationship Id="rId28" Type="http://schemas.openxmlformats.org/officeDocument/2006/relationships/customXml" Target="../ink/ink154.xml"/><Relationship Id="rId49" Type="http://schemas.openxmlformats.org/officeDocument/2006/relationships/image" Target="../media/image174.png"/><Relationship Id="rId114" Type="http://schemas.openxmlformats.org/officeDocument/2006/relationships/customXml" Target="../ink/ink197.xml"/><Relationship Id="rId60" Type="http://schemas.openxmlformats.org/officeDocument/2006/relationships/customXml" Target="../ink/ink170.xml"/><Relationship Id="rId81" Type="http://schemas.openxmlformats.org/officeDocument/2006/relationships/image" Target="../media/image190.png"/><Relationship Id="rId135" Type="http://schemas.openxmlformats.org/officeDocument/2006/relationships/image" Target="../media/image217.png"/><Relationship Id="rId156" Type="http://schemas.openxmlformats.org/officeDocument/2006/relationships/customXml" Target="../ink/ink218.xml"/><Relationship Id="rId177" Type="http://schemas.openxmlformats.org/officeDocument/2006/relationships/image" Target="../media/image238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6.xml"/><Relationship Id="rId21" Type="http://schemas.openxmlformats.org/officeDocument/2006/relationships/image" Target="../media/image253.png"/><Relationship Id="rId42" Type="http://schemas.openxmlformats.org/officeDocument/2006/relationships/customXml" Target="../ink/ink254.xml"/><Relationship Id="rId47" Type="http://schemas.openxmlformats.org/officeDocument/2006/relationships/image" Target="../media/image266.png"/><Relationship Id="rId63" Type="http://schemas.openxmlformats.org/officeDocument/2006/relationships/image" Target="../media/image274.png"/><Relationship Id="rId68" Type="http://schemas.openxmlformats.org/officeDocument/2006/relationships/customXml" Target="../ink/ink267.xml"/><Relationship Id="rId84" Type="http://schemas.openxmlformats.org/officeDocument/2006/relationships/customXml" Target="../ink/ink275.xml"/><Relationship Id="rId89" Type="http://schemas.openxmlformats.org/officeDocument/2006/relationships/image" Target="../media/image287.png"/><Relationship Id="rId16" Type="http://schemas.openxmlformats.org/officeDocument/2006/relationships/customXml" Target="../ink/ink241.xml"/><Relationship Id="rId107" Type="http://schemas.openxmlformats.org/officeDocument/2006/relationships/image" Target="../media/image296.png"/><Relationship Id="rId11" Type="http://schemas.openxmlformats.org/officeDocument/2006/relationships/image" Target="../media/image248.png"/><Relationship Id="rId32" Type="http://schemas.openxmlformats.org/officeDocument/2006/relationships/customXml" Target="../ink/ink249.xml"/><Relationship Id="rId37" Type="http://schemas.openxmlformats.org/officeDocument/2006/relationships/image" Target="../media/image261.png"/><Relationship Id="rId53" Type="http://schemas.openxmlformats.org/officeDocument/2006/relationships/image" Target="../media/image269.png"/><Relationship Id="rId58" Type="http://schemas.openxmlformats.org/officeDocument/2006/relationships/customXml" Target="../ink/ink262.xml"/><Relationship Id="rId74" Type="http://schemas.openxmlformats.org/officeDocument/2006/relationships/customXml" Target="../ink/ink270.xml"/><Relationship Id="rId79" Type="http://schemas.openxmlformats.org/officeDocument/2006/relationships/image" Target="../media/image282.png"/><Relationship Id="rId102" Type="http://schemas.openxmlformats.org/officeDocument/2006/relationships/customXml" Target="../ink/ink284.xml"/><Relationship Id="rId5" Type="http://schemas.openxmlformats.org/officeDocument/2006/relationships/image" Target="../media/image245.png"/><Relationship Id="rId90" Type="http://schemas.openxmlformats.org/officeDocument/2006/relationships/customXml" Target="../ink/ink278.xml"/><Relationship Id="rId95" Type="http://schemas.openxmlformats.org/officeDocument/2006/relationships/image" Target="../media/image290.png"/><Relationship Id="rId22" Type="http://schemas.openxmlformats.org/officeDocument/2006/relationships/customXml" Target="../ink/ink244.xml"/><Relationship Id="rId27" Type="http://schemas.openxmlformats.org/officeDocument/2006/relationships/image" Target="../media/image256.png"/><Relationship Id="rId43" Type="http://schemas.openxmlformats.org/officeDocument/2006/relationships/image" Target="../media/image264.png"/><Relationship Id="rId48" Type="http://schemas.openxmlformats.org/officeDocument/2006/relationships/customXml" Target="../ink/ink257.xml"/><Relationship Id="rId64" Type="http://schemas.openxmlformats.org/officeDocument/2006/relationships/customXml" Target="../ink/ink265.xml"/><Relationship Id="rId69" Type="http://schemas.openxmlformats.org/officeDocument/2006/relationships/image" Target="../media/image277.png"/><Relationship Id="rId80" Type="http://schemas.openxmlformats.org/officeDocument/2006/relationships/customXml" Target="../ink/ink273.xml"/><Relationship Id="rId85" Type="http://schemas.openxmlformats.org/officeDocument/2006/relationships/image" Target="../media/image285.png"/><Relationship Id="rId12" Type="http://schemas.openxmlformats.org/officeDocument/2006/relationships/customXml" Target="../ink/ink239.xml"/><Relationship Id="rId17" Type="http://schemas.openxmlformats.org/officeDocument/2006/relationships/image" Target="../media/image251.png"/><Relationship Id="rId33" Type="http://schemas.openxmlformats.org/officeDocument/2006/relationships/image" Target="../media/image259.png"/><Relationship Id="rId38" Type="http://schemas.openxmlformats.org/officeDocument/2006/relationships/customXml" Target="../ink/ink252.xml"/><Relationship Id="rId59" Type="http://schemas.openxmlformats.org/officeDocument/2006/relationships/image" Target="../media/image272.png"/><Relationship Id="rId103" Type="http://schemas.openxmlformats.org/officeDocument/2006/relationships/image" Target="../media/image294.png"/><Relationship Id="rId108" Type="http://schemas.openxmlformats.org/officeDocument/2006/relationships/customXml" Target="../ink/ink287.xml"/><Relationship Id="rId54" Type="http://schemas.openxmlformats.org/officeDocument/2006/relationships/customXml" Target="../ink/ink260.xml"/><Relationship Id="rId70" Type="http://schemas.openxmlformats.org/officeDocument/2006/relationships/customXml" Target="../ink/ink268.xml"/><Relationship Id="rId75" Type="http://schemas.openxmlformats.org/officeDocument/2006/relationships/image" Target="../media/image280.png"/><Relationship Id="rId91" Type="http://schemas.openxmlformats.org/officeDocument/2006/relationships/image" Target="../media/image288.png"/><Relationship Id="rId96" Type="http://schemas.openxmlformats.org/officeDocument/2006/relationships/customXml" Target="../ink/ink281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36.xml"/><Relationship Id="rId15" Type="http://schemas.openxmlformats.org/officeDocument/2006/relationships/image" Target="../media/image250.png"/><Relationship Id="rId23" Type="http://schemas.openxmlformats.org/officeDocument/2006/relationships/image" Target="../media/image254.png"/><Relationship Id="rId28" Type="http://schemas.openxmlformats.org/officeDocument/2006/relationships/customXml" Target="../ink/ink247.xml"/><Relationship Id="rId36" Type="http://schemas.openxmlformats.org/officeDocument/2006/relationships/customXml" Target="../ink/ink251.xml"/><Relationship Id="rId49" Type="http://schemas.openxmlformats.org/officeDocument/2006/relationships/image" Target="../media/image267.png"/><Relationship Id="rId57" Type="http://schemas.openxmlformats.org/officeDocument/2006/relationships/image" Target="../media/image271.png"/><Relationship Id="rId106" Type="http://schemas.openxmlformats.org/officeDocument/2006/relationships/customXml" Target="../ink/ink286.xml"/><Relationship Id="rId10" Type="http://schemas.openxmlformats.org/officeDocument/2006/relationships/customXml" Target="../ink/ink238.xml"/><Relationship Id="rId31" Type="http://schemas.openxmlformats.org/officeDocument/2006/relationships/image" Target="../media/image258.png"/><Relationship Id="rId44" Type="http://schemas.openxmlformats.org/officeDocument/2006/relationships/customXml" Target="../ink/ink255.xml"/><Relationship Id="rId52" Type="http://schemas.openxmlformats.org/officeDocument/2006/relationships/customXml" Target="../ink/ink259.xml"/><Relationship Id="rId60" Type="http://schemas.openxmlformats.org/officeDocument/2006/relationships/customXml" Target="../ink/ink263.xml"/><Relationship Id="rId65" Type="http://schemas.openxmlformats.org/officeDocument/2006/relationships/image" Target="../media/image275.png"/><Relationship Id="rId73" Type="http://schemas.openxmlformats.org/officeDocument/2006/relationships/image" Target="../media/image279.png"/><Relationship Id="rId78" Type="http://schemas.openxmlformats.org/officeDocument/2006/relationships/customXml" Target="../ink/ink272.xml"/><Relationship Id="rId81" Type="http://schemas.openxmlformats.org/officeDocument/2006/relationships/image" Target="../media/image283.png"/><Relationship Id="rId86" Type="http://schemas.openxmlformats.org/officeDocument/2006/relationships/customXml" Target="../ink/ink276.xml"/><Relationship Id="rId94" Type="http://schemas.openxmlformats.org/officeDocument/2006/relationships/customXml" Target="../ink/ink280.xml"/><Relationship Id="rId99" Type="http://schemas.openxmlformats.org/officeDocument/2006/relationships/image" Target="../media/image292.png"/><Relationship Id="rId101" Type="http://schemas.openxmlformats.org/officeDocument/2006/relationships/image" Target="../media/image293.png"/><Relationship Id="rId4" Type="http://schemas.openxmlformats.org/officeDocument/2006/relationships/customXml" Target="../ink/ink235.xml"/><Relationship Id="rId9" Type="http://schemas.openxmlformats.org/officeDocument/2006/relationships/image" Target="../media/image247.png"/><Relationship Id="rId13" Type="http://schemas.openxmlformats.org/officeDocument/2006/relationships/image" Target="../media/image249.png"/><Relationship Id="rId18" Type="http://schemas.openxmlformats.org/officeDocument/2006/relationships/customXml" Target="../ink/ink242.xml"/><Relationship Id="rId39" Type="http://schemas.openxmlformats.org/officeDocument/2006/relationships/image" Target="../media/image262.png"/><Relationship Id="rId109" Type="http://schemas.openxmlformats.org/officeDocument/2006/relationships/image" Target="../media/image297.png"/><Relationship Id="rId34" Type="http://schemas.openxmlformats.org/officeDocument/2006/relationships/customXml" Target="../ink/ink250.xml"/><Relationship Id="rId50" Type="http://schemas.openxmlformats.org/officeDocument/2006/relationships/customXml" Target="../ink/ink258.xml"/><Relationship Id="rId55" Type="http://schemas.openxmlformats.org/officeDocument/2006/relationships/image" Target="../media/image270.png"/><Relationship Id="rId76" Type="http://schemas.openxmlformats.org/officeDocument/2006/relationships/customXml" Target="../ink/ink271.xml"/><Relationship Id="rId97" Type="http://schemas.openxmlformats.org/officeDocument/2006/relationships/image" Target="../media/image291.png"/><Relationship Id="rId104" Type="http://schemas.openxmlformats.org/officeDocument/2006/relationships/customXml" Target="../ink/ink285.xml"/><Relationship Id="rId7" Type="http://schemas.openxmlformats.org/officeDocument/2006/relationships/image" Target="../media/image246.png"/><Relationship Id="rId71" Type="http://schemas.openxmlformats.org/officeDocument/2006/relationships/image" Target="../media/image278.png"/><Relationship Id="rId92" Type="http://schemas.openxmlformats.org/officeDocument/2006/relationships/customXml" Target="../ink/ink279.xml"/><Relationship Id="rId2" Type="http://schemas.openxmlformats.org/officeDocument/2006/relationships/customXml" Target="../ink/ink234.xml"/><Relationship Id="rId29" Type="http://schemas.openxmlformats.org/officeDocument/2006/relationships/image" Target="../media/image257.png"/><Relationship Id="rId24" Type="http://schemas.openxmlformats.org/officeDocument/2006/relationships/customXml" Target="../ink/ink245.xml"/><Relationship Id="rId40" Type="http://schemas.openxmlformats.org/officeDocument/2006/relationships/customXml" Target="../ink/ink253.xml"/><Relationship Id="rId45" Type="http://schemas.openxmlformats.org/officeDocument/2006/relationships/image" Target="../media/image265.png"/><Relationship Id="rId66" Type="http://schemas.openxmlformats.org/officeDocument/2006/relationships/customXml" Target="../ink/ink266.xml"/><Relationship Id="rId87" Type="http://schemas.openxmlformats.org/officeDocument/2006/relationships/image" Target="../media/image286.png"/><Relationship Id="rId61" Type="http://schemas.openxmlformats.org/officeDocument/2006/relationships/image" Target="../media/image273.png"/><Relationship Id="rId82" Type="http://schemas.openxmlformats.org/officeDocument/2006/relationships/customXml" Target="../ink/ink274.xml"/><Relationship Id="rId19" Type="http://schemas.openxmlformats.org/officeDocument/2006/relationships/image" Target="../media/image252.png"/><Relationship Id="rId14" Type="http://schemas.openxmlformats.org/officeDocument/2006/relationships/customXml" Target="../ink/ink240.xml"/><Relationship Id="rId30" Type="http://schemas.openxmlformats.org/officeDocument/2006/relationships/customXml" Target="../ink/ink248.xml"/><Relationship Id="rId35" Type="http://schemas.openxmlformats.org/officeDocument/2006/relationships/image" Target="../media/image260.png"/><Relationship Id="rId56" Type="http://schemas.openxmlformats.org/officeDocument/2006/relationships/customXml" Target="../ink/ink261.xml"/><Relationship Id="rId77" Type="http://schemas.openxmlformats.org/officeDocument/2006/relationships/image" Target="../media/image281.png"/><Relationship Id="rId100" Type="http://schemas.openxmlformats.org/officeDocument/2006/relationships/customXml" Target="../ink/ink283.xml"/><Relationship Id="rId105" Type="http://schemas.openxmlformats.org/officeDocument/2006/relationships/image" Target="../media/image295.png"/><Relationship Id="rId8" Type="http://schemas.openxmlformats.org/officeDocument/2006/relationships/customXml" Target="../ink/ink237.xml"/><Relationship Id="rId51" Type="http://schemas.openxmlformats.org/officeDocument/2006/relationships/image" Target="../media/image268.png"/><Relationship Id="rId72" Type="http://schemas.openxmlformats.org/officeDocument/2006/relationships/customXml" Target="../ink/ink269.xml"/><Relationship Id="rId93" Type="http://schemas.openxmlformats.org/officeDocument/2006/relationships/image" Target="../media/image289.png"/><Relationship Id="rId98" Type="http://schemas.openxmlformats.org/officeDocument/2006/relationships/customXml" Target="../ink/ink282.xml"/><Relationship Id="rId3" Type="http://schemas.openxmlformats.org/officeDocument/2006/relationships/image" Target="../media/image244.png"/><Relationship Id="rId25" Type="http://schemas.openxmlformats.org/officeDocument/2006/relationships/image" Target="../media/image255.png"/><Relationship Id="rId46" Type="http://schemas.openxmlformats.org/officeDocument/2006/relationships/customXml" Target="../ink/ink256.xml"/><Relationship Id="rId67" Type="http://schemas.openxmlformats.org/officeDocument/2006/relationships/image" Target="../media/image276.png"/><Relationship Id="rId20" Type="http://schemas.openxmlformats.org/officeDocument/2006/relationships/customXml" Target="../ink/ink243.xml"/><Relationship Id="rId41" Type="http://schemas.openxmlformats.org/officeDocument/2006/relationships/image" Target="../media/image263.png"/><Relationship Id="rId62" Type="http://schemas.openxmlformats.org/officeDocument/2006/relationships/customXml" Target="../ink/ink264.xml"/><Relationship Id="rId83" Type="http://schemas.openxmlformats.org/officeDocument/2006/relationships/image" Target="../media/image284.png"/><Relationship Id="rId88" Type="http://schemas.openxmlformats.org/officeDocument/2006/relationships/customXml" Target="../ink/ink27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13" Type="http://schemas.openxmlformats.org/officeDocument/2006/relationships/image" Target="../media/image309.png"/><Relationship Id="rId18" Type="http://schemas.openxmlformats.org/officeDocument/2006/relationships/image" Target="../media/image315.png"/><Relationship Id="rId3" Type="http://schemas.openxmlformats.org/officeDocument/2006/relationships/image" Target="../media/image300.png"/><Relationship Id="rId7" Type="http://schemas.openxmlformats.org/officeDocument/2006/relationships/image" Target="../media/image304.png"/><Relationship Id="rId12" Type="http://schemas.openxmlformats.org/officeDocument/2006/relationships/image" Target="../media/image308.png"/><Relationship Id="rId17" Type="http://schemas.openxmlformats.org/officeDocument/2006/relationships/image" Target="../media/image314.png"/><Relationship Id="rId2" Type="http://schemas.openxmlformats.org/officeDocument/2006/relationships/image" Target="../media/image298.png"/><Relationship Id="rId16" Type="http://schemas.openxmlformats.org/officeDocument/2006/relationships/image" Target="../media/image3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3.png"/><Relationship Id="rId11" Type="http://schemas.openxmlformats.org/officeDocument/2006/relationships/image" Target="../media/image301.png"/><Relationship Id="rId5" Type="http://schemas.openxmlformats.org/officeDocument/2006/relationships/image" Target="../media/image302.png"/><Relationship Id="rId15" Type="http://schemas.openxmlformats.org/officeDocument/2006/relationships/image" Target="../media/image312.png"/><Relationship Id="rId10" Type="http://schemas.openxmlformats.org/officeDocument/2006/relationships/image" Target="../media/image307.png"/><Relationship Id="rId4" Type="http://schemas.openxmlformats.org/officeDocument/2006/relationships/image" Target="../media/image299.png"/><Relationship Id="rId9" Type="http://schemas.openxmlformats.org/officeDocument/2006/relationships/image" Target="../media/image306.png"/><Relationship Id="rId14" Type="http://schemas.openxmlformats.org/officeDocument/2006/relationships/image" Target="../media/image83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13" Type="http://schemas.openxmlformats.org/officeDocument/2006/relationships/image" Target="../media/image326.png"/><Relationship Id="rId3" Type="http://schemas.openxmlformats.org/officeDocument/2006/relationships/image" Target="../media/image316.png"/><Relationship Id="rId7" Type="http://schemas.openxmlformats.org/officeDocument/2006/relationships/image" Target="../media/image320.png"/><Relationship Id="rId12" Type="http://schemas.openxmlformats.org/officeDocument/2006/relationships/image" Target="../media/image325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9.png"/><Relationship Id="rId11" Type="http://schemas.openxmlformats.org/officeDocument/2006/relationships/image" Target="../media/image324.png"/><Relationship Id="rId5" Type="http://schemas.openxmlformats.org/officeDocument/2006/relationships/image" Target="../media/image318.png"/><Relationship Id="rId10" Type="http://schemas.openxmlformats.org/officeDocument/2006/relationships/image" Target="../media/image83.jpg"/><Relationship Id="rId4" Type="http://schemas.openxmlformats.org/officeDocument/2006/relationships/image" Target="../media/image317.png"/><Relationship Id="rId9" Type="http://schemas.openxmlformats.org/officeDocument/2006/relationships/image" Target="../media/image322.png"/><Relationship Id="rId14" Type="http://schemas.openxmlformats.org/officeDocument/2006/relationships/image" Target="../media/image327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3.png"/><Relationship Id="rId18" Type="http://schemas.openxmlformats.org/officeDocument/2006/relationships/customXml" Target="../ink/ink296.xml"/><Relationship Id="rId26" Type="http://schemas.openxmlformats.org/officeDocument/2006/relationships/customXml" Target="../ink/ink300.xml"/><Relationship Id="rId39" Type="http://schemas.openxmlformats.org/officeDocument/2006/relationships/image" Target="../media/image346.png"/><Relationship Id="rId21" Type="http://schemas.openxmlformats.org/officeDocument/2006/relationships/image" Target="../media/image337.png"/><Relationship Id="rId34" Type="http://schemas.openxmlformats.org/officeDocument/2006/relationships/customXml" Target="../ink/ink304.xml"/><Relationship Id="rId7" Type="http://schemas.openxmlformats.org/officeDocument/2006/relationships/image" Target="../media/image330.png"/><Relationship Id="rId12" Type="http://schemas.openxmlformats.org/officeDocument/2006/relationships/customXml" Target="../ink/ink293.xml"/><Relationship Id="rId17" Type="http://schemas.openxmlformats.org/officeDocument/2006/relationships/image" Target="../media/image335.png"/><Relationship Id="rId25" Type="http://schemas.openxmlformats.org/officeDocument/2006/relationships/image" Target="../media/image339.png"/><Relationship Id="rId33" Type="http://schemas.openxmlformats.org/officeDocument/2006/relationships/image" Target="../media/image343.png"/><Relationship Id="rId38" Type="http://schemas.openxmlformats.org/officeDocument/2006/relationships/customXml" Target="../ink/ink306.xml"/><Relationship Id="rId2" Type="http://schemas.openxmlformats.org/officeDocument/2006/relationships/customXml" Target="../ink/ink288.xml"/><Relationship Id="rId16" Type="http://schemas.openxmlformats.org/officeDocument/2006/relationships/customXml" Target="../ink/ink295.xml"/><Relationship Id="rId20" Type="http://schemas.openxmlformats.org/officeDocument/2006/relationships/customXml" Target="../ink/ink297.xml"/><Relationship Id="rId29" Type="http://schemas.openxmlformats.org/officeDocument/2006/relationships/image" Target="../media/image341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90.xml"/><Relationship Id="rId11" Type="http://schemas.openxmlformats.org/officeDocument/2006/relationships/image" Target="../media/image332.png"/><Relationship Id="rId24" Type="http://schemas.openxmlformats.org/officeDocument/2006/relationships/customXml" Target="../ink/ink299.xml"/><Relationship Id="rId32" Type="http://schemas.openxmlformats.org/officeDocument/2006/relationships/customXml" Target="../ink/ink303.xml"/><Relationship Id="rId37" Type="http://schemas.openxmlformats.org/officeDocument/2006/relationships/image" Target="../media/image345.png"/><Relationship Id="rId5" Type="http://schemas.openxmlformats.org/officeDocument/2006/relationships/image" Target="../media/image329.png"/><Relationship Id="rId15" Type="http://schemas.openxmlformats.org/officeDocument/2006/relationships/image" Target="../media/image334.png"/><Relationship Id="rId23" Type="http://schemas.openxmlformats.org/officeDocument/2006/relationships/image" Target="../media/image338.png"/><Relationship Id="rId28" Type="http://schemas.openxmlformats.org/officeDocument/2006/relationships/customXml" Target="../ink/ink301.xml"/><Relationship Id="rId36" Type="http://schemas.openxmlformats.org/officeDocument/2006/relationships/customXml" Target="../ink/ink305.xml"/><Relationship Id="rId10" Type="http://schemas.openxmlformats.org/officeDocument/2006/relationships/customXml" Target="../ink/ink292.xml"/><Relationship Id="rId19" Type="http://schemas.openxmlformats.org/officeDocument/2006/relationships/image" Target="../media/image336.png"/><Relationship Id="rId31" Type="http://schemas.openxmlformats.org/officeDocument/2006/relationships/image" Target="../media/image342.png"/><Relationship Id="rId4" Type="http://schemas.openxmlformats.org/officeDocument/2006/relationships/customXml" Target="../ink/ink289.xml"/><Relationship Id="rId9" Type="http://schemas.openxmlformats.org/officeDocument/2006/relationships/image" Target="../media/image331.png"/><Relationship Id="rId14" Type="http://schemas.openxmlformats.org/officeDocument/2006/relationships/customXml" Target="../ink/ink294.xml"/><Relationship Id="rId22" Type="http://schemas.openxmlformats.org/officeDocument/2006/relationships/customXml" Target="../ink/ink298.xml"/><Relationship Id="rId27" Type="http://schemas.openxmlformats.org/officeDocument/2006/relationships/image" Target="../media/image340.png"/><Relationship Id="rId30" Type="http://schemas.openxmlformats.org/officeDocument/2006/relationships/customXml" Target="../ink/ink302.xml"/><Relationship Id="rId35" Type="http://schemas.openxmlformats.org/officeDocument/2006/relationships/image" Target="../media/image344.png"/><Relationship Id="rId8" Type="http://schemas.openxmlformats.org/officeDocument/2006/relationships/customXml" Target="../ink/ink291.xml"/><Relationship Id="rId3" Type="http://schemas.openxmlformats.org/officeDocument/2006/relationships/image" Target="../media/image328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4.png"/><Relationship Id="rId21" Type="http://schemas.openxmlformats.org/officeDocument/2006/relationships/image" Target="../media/image356.png"/><Relationship Id="rId42" Type="http://schemas.openxmlformats.org/officeDocument/2006/relationships/customXml" Target="../ink/ink327.xml"/><Relationship Id="rId63" Type="http://schemas.openxmlformats.org/officeDocument/2006/relationships/image" Target="../media/image377.png"/><Relationship Id="rId84" Type="http://schemas.openxmlformats.org/officeDocument/2006/relationships/customXml" Target="../ink/ink348.xml"/><Relationship Id="rId138" Type="http://schemas.openxmlformats.org/officeDocument/2006/relationships/customXml" Target="../ink/ink375.xml"/><Relationship Id="rId159" Type="http://schemas.openxmlformats.org/officeDocument/2006/relationships/image" Target="../media/image425.png"/><Relationship Id="rId170" Type="http://schemas.openxmlformats.org/officeDocument/2006/relationships/customXml" Target="../ink/ink391.xml"/><Relationship Id="rId191" Type="http://schemas.openxmlformats.org/officeDocument/2006/relationships/image" Target="../media/image441.png"/><Relationship Id="rId205" Type="http://schemas.openxmlformats.org/officeDocument/2006/relationships/image" Target="../media/image448.png"/><Relationship Id="rId107" Type="http://schemas.openxmlformats.org/officeDocument/2006/relationships/image" Target="../media/image399.png"/><Relationship Id="rId11" Type="http://schemas.openxmlformats.org/officeDocument/2006/relationships/image" Target="../media/image351.png"/><Relationship Id="rId32" Type="http://schemas.openxmlformats.org/officeDocument/2006/relationships/customXml" Target="../ink/ink322.xml"/><Relationship Id="rId53" Type="http://schemas.openxmlformats.org/officeDocument/2006/relationships/image" Target="../media/image372.png"/><Relationship Id="rId74" Type="http://schemas.openxmlformats.org/officeDocument/2006/relationships/customXml" Target="../ink/ink343.xml"/><Relationship Id="rId128" Type="http://schemas.openxmlformats.org/officeDocument/2006/relationships/customXml" Target="../ink/ink370.xml"/><Relationship Id="rId149" Type="http://schemas.openxmlformats.org/officeDocument/2006/relationships/image" Target="../media/image420.png"/><Relationship Id="rId5" Type="http://schemas.openxmlformats.org/officeDocument/2006/relationships/image" Target="../media/image348.png"/><Relationship Id="rId95" Type="http://schemas.openxmlformats.org/officeDocument/2006/relationships/image" Target="../media/image393.png"/><Relationship Id="rId160" Type="http://schemas.openxmlformats.org/officeDocument/2006/relationships/customXml" Target="../ink/ink386.xml"/><Relationship Id="rId181" Type="http://schemas.openxmlformats.org/officeDocument/2006/relationships/image" Target="../media/image436.png"/><Relationship Id="rId216" Type="http://schemas.openxmlformats.org/officeDocument/2006/relationships/customXml" Target="../ink/ink414.xml"/><Relationship Id="rId22" Type="http://schemas.openxmlformats.org/officeDocument/2006/relationships/customXml" Target="../ink/ink317.xml"/><Relationship Id="rId43" Type="http://schemas.openxmlformats.org/officeDocument/2006/relationships/image" Target="../media/image367.png"/><Relationship Id="rId64" Type="http://schemas.openxmlformats.org/officeDocument/2006/relationships/customXml" Target="../ink/ink338.xml"/><Relationship Id="rId118" Type="http://schemas.openxmlformats.org/officeDocument/2006/relationships/customXml" Target="../ink/ink365.xml"/><Relationship Id="rId139" Type="http://schemas.openxmlformats.org/officeDocument/2006/relationships/image" Target="../media/image415.png"/><Relationship Id="rId85" Type="http://schemas.openxmlformats.org/officeDocument/2006/relationships/image" Target="../media/image388.png"/><Relationship Id="rId150" Type="http://schemas.openxmlformats.org/officeDocument/2006/relationships/customXml" Target="../ink/ink381.xml"/><Relationship Id="rId171" Type="http://schemas.openxmlformats.org/officeDocument/2006/relationships/image" Target="../media/image431.png"/><Relationship Id="rId192" Type="http://schemas.openxmlformats.org/officeDocument/2006/relationships/customXml" Target="../ink/ink402.xml"/><Relationship Id="rId206" Type="http://schemas.openxmlformats.org/officeDocument/2006/relationships/customXml" Target="../ink/ink409.xml"/><Relationship Id="rId12" Type="http://schemas.openxmlformats.org/officeDocument/2006/relationships/customXml" Target="../ink/ink312.xml"/><Relationship Id="rId33" Type="http://schemas.openxmlformats.org/officeDocument/2006/relationships/image" Target="../media/image362.png"/><Relationship Id="rId108" Type="http://schemas.openxmlformats.org/officeDocument/2006/relationships/customXml" Target="../ink/ink360.xml"/><Relationship Id="rId129" Type="http://schemas.openxmlformats.org/officeDocument/2006/relationships/image" Target="../media/image410.png"/><Relationship Id="rId54" Type="http://schemas.openxmlformats.org/officeDocument/2006/relationships/customXml" Target="../ink/ink333.xml"/><Relationship Id="rId75" Type="http://schemas.openxmlformats.org/officeDocument/2006/relationships/image" Target="../media/image383.png"/><Relationship Id="rId96" Type="http://schemas.openxmlformats.org/officeDocument/2006/relationships/customXml" Target="../ink/ink354.xml"/><Relationship Id="rId140" Type="http://schemas.openxmlformats.org/officeDocument/2006/relationships/customXml" Target="../ink/ink376.xml"/><Relationship Id="rId161" Type="http://schemas.openxmlformats.org/officeDocument/2006/relationships/image" Target="../media/image426.png"/><Relationship Id="rId182" Type="http://schemas.openxmlformats.org/officeDocument/2006/relationships/customXml" Target="../ink/ink397.xml"/><Relationship Id="rId217" Type="http://schemas.openxmlformats.org/officeDocument/2006/relationships/image" Target="../media/image454.png"/><Relationship Id="rId6" Type="http://schemas.openxmlformats.org/officeDocument/2006/relationships/customXml" Target="../ink/ink309.xml"/><Relationship Id="rId23" Type="http://schemas.openxmlformats.org/officeDocument/2006/relationships/image" Target="../media/image357.png"/><Relationship Id="rId119" Type="http://schemas.openxmlformats.org/officeDocument/2006/relationships/image" Target="../media/image405.png"/><Relationship Id="rId44" Type="http://schemas.openxmlformats.org/officeDocument/2006/relationships/customXml" Target="../ink/ink328.xml"/><Relationship Id="rId65" Type="http://schemas.openxmlformats.org/officeDocument/2006/relationships/image" Target="../media/image378.png"/><Relationship Id="rId86" Type="http://schemas.openxmlformats.org/officeDocument/2006/relationships/customXml" Target="../ink/ink349.xml"/><Relationship Id="rId130" Type="http://schemas.openxmlformats.org/officeDocument/2006/relationships/customXml" Target="../ink/ink371.xml"/><Relationship Id="rId151" Type="http://schemas.openxmlformats.org/officeDocument/2006/relationships/image" Target="../media/image421.png"/><Relationship Id="rId172" Type="http://schemas.openxmlformats.org/officeDocument/2006/relationships/customXml" Target="../ink/ink392.xml"/><Relationship Id="rId193" Type="http://schemas.openxmlformats.org/officeDocument/2006/relationships/image" Target="../media/image442.png"/><Relationship Id="rId207" Type="http://schemas.openxmlformats.org/officeDocument/2006/relationships/image" Target="../media/image449.png"/><Relationship Id="rId13" Type="http://schemas.openxmlformats.org/officeDocument/2006/relationships/image" Target="../media/image352.png"/><Relationship Id="rId109" Type="http://schemas.openxmlformats.org/officeDocument/2006/relationships/image" Target="../media/image400.png"/><Relationship Id="rId34" Type="http://schemas.openxmlformats.org/officeDocument/2006/relationships/customXml" Target="../ink/ink323.xml"/><Relationship Id="rId55" Type="http://schemas.openxmlformats.org/officeDocument/2006/relationships/image" Target="../media/image373.png"/><Relationship Id="rId76" Type="http://schemas.openxmlformats.org/officeDocument/2006/relationships/customXml" Target="../ink/ink344.xml"/><Relationship Id="rId97" Type="http://schemas.openxmlformats.org/officeDocument/2006/relationships/image" Target="../media/image394.png"/><Relationship Id="rId120" Type="http://schemas.openxmlformats.org/officeDocument/2006/relationships/customXml" Target="../ink/ink366.xml"/><Relationship Id="rId141" Type="http://schemas.openxmlformats.org/officeDocument/2006/relationships/image" Target="../media/image416.png"/><Relationship Id="rId7" Type="http://schemas.openxmlformats.org/officeDocument/2006/relationships/image" Target="../media/image349.png"/><Relationship Id="rId162" Type="http://schemas.openxmlformats.org/officeDocument/2006/relationships/customXml" Target="../ink/ink387.xml"/><Relationship Id="rId183" Type="http://schemas.openxmlformats.org/officeDocument/2006/relationships/image" Target="../media/image437.png"/><Relationship Id="rId218" Type="http://schemas.openxmlformats.org/officeDocument/2006/relationships/customXml" Target="../ink/ink415.xml"/><Relationship Id="rId24" Type="http://schemas.openxmlformats.org/officeDocument/2006/relationships/customXml" Target="../ink/ink318.xml"/><Relationship Id="rId45" Type="http://schemas.openxmlformats.org/officeDocument/2006/relationships/image" Target="../media/image368.png"/><Relationship Id="rId66" Type="http://schemas.openxmlformats.org/officeDocument/2006/relationships/customXml" Target="../ink/ink339.xml"/><Relationship Id="rId87" Type="http://schemas.openxmlformats.org/officeDocument/2006/relationships/image" Target="../media/image389.png"/><Relationship Id="rId110" Type="http://schemas.openxmlformats.org/officeDocument/2006/relationships/customXml" Target="../ink/ink361.xml"/><Relationship Id="rId131" Type="http://schemas.openxmlformats.org/officeDocument/2006/relationships/image" Target="../media/image411.png"/><Relationship Id="rId152" Type="http://schemas.openxmlformats.org/officeDocument/2006/relationships/customXml" Target="../ink/ink382.xml"/><Relationship Id="rId173" Type="http://schemas.openxmlformats.org/officeDocument/2006/relationships/image" Target="../media/image432.png"/><Relationship Id="rId194" Type="http://schemas.openxmlformats.org/officeDocument/2006/relationships/customXml" Target="../ink/ink403.xml"/><Relationship Id="rId208" Type="http://schemas.openxmlformats.org/officeDocument/2006/relationships/customXml" Target="../ink/ink410.xml"/><Relationship Id="rId14" Type="http://schemas.openxmlformats.org/officeDocument/2006/relationships/customXml" Target="../ink/ink313.xml"/><Relationship Id="rId35" Type="http://schemas.openxmlformats.org/officeDocument/2006/relationships/image" Target="../media/image363.png"/><Relationship Id="rId56" Type="http://schemas.openxmlformats.org/officeDocument/2006/relationships/customXml" Target="../ink/ink334.xml"/><Relationship Id="rId77" Type="http://schemas.openxmlformats.org/officeDocument/2006/relationships/image" Target="../media/image384.png"/><Relationship Id="rId100" Type="http://schemas.openxmlformats.org/officeDocument/2006/relationships/customXml" Target="../ink/ink356.xml"/><Relationship Id="rId8" Type="http://schemas.openxmlformats.org/officeDocument/2006/relationships/customXml" Target="../ink/ink310.xml"/><Relationship Id="rId98" Type="http://schemas.openxmlformats.org/officeDocument/2006/relationships/customXml" Target="../ink/ink355.xml"/><Relationship Id="rId121" Type="http://schemas.openxmlformats.org/officeDocument/2006/relationships/image" Target="../media/image406.png"/><Relationship Id="rId142" Type="http://schemas.openxmlformats.org/officeDocument/2006/relationships/customXml" Target="../ink/ink377.xml"/><Relationship Id="rId163" Type="http://schemas.openxmlformats.org/officeDocument/2006/relationships/image" Target="../media/image427.png"/><Relationship Id="rId184" Type="http://schemas.openxmlformats.org/officeDocument/2006/relationships/customXml" Target="../ink/ink398.xml"/><Relationship Id="rId219" Type="http://schemas.openxmlformats.org/officeDocument/2006/relationships/image" Target="../media/image455.png"/><Relationship Id="rId3" Type="http://schemas.openxmlformats.org/officeDocument/2006/relationships/image" Target="../media/image347.png"/><Relationship Id="rId214" Type="http://schemas.openxmlformats.org/officeDocument/2006/relationships/customXml" Target="../ink/ink413.xml"/><Relationship Id="rId25" Type="http://schemas.openxmlformats.org/officeDocument/2006/relationships/image" Target="../media/image358.png"/><Relationship Id="rId46" Type="http://schemas.openxmlformats.org/officeDocument/2006/relationships/customXml" Target="../ink/ink329.xml"/><Relationship Id="rId67" Type="http://schemas.openxmlformats.org/officeDocument/2006/relationships/image" Target="../media/image379.png"/><Relationship Id="rId116" Type="http://schemas.openxmlformats.org/officeDocument/2006/relationships/customXml" Target="../ink/ink364.xml"/><Relationship Id="rId137" Type="http://schemas.openxmlformats.org/officeDocument/2006/relationships/image" Target="../media/image414.png"/><Relationship Id="rId158" Type="http://schemas.openxmlformats.org/officeDocument/2006/relationships/customXml" Target="../ink/ink385.xml"/><Relationship Id="rId20" Type="http://schemas.openxmlformats.org/officeDocument/2006/relationships/customXml" Target="../ink/ink316.xml"/><Relationship Id="rId41" Type="http://schemas.openxmlformats.org/officeDocument/2006/relationships/image" Target="../media/image366.png"/><Relationship Id="rId62" Type="http://schemas.openxmlformats.org/officeDocument/2006/relationships/customXml" Target="../ink/ink337.xml"/><Relationship Id="rId83" Type="http://schemas.openxmlformats.org/officeDocument/2006/relationships/image" Target="../media/image387.png"/><Relationship Id="rId88" Type="http://schemas.openxmlformats.org/officeDocument/2006/relationships/customXml" Target="../ink/ink350.xml"/><Relationship Id="rId111" Type="http://schemas.openxmlformats.org/officeDocument/2006/relationships/image" Target="../media/image401.png"/><Relationship Id="rId132" Type="http://schemas.openxmlformats.org/officeDocument/2006/relationships/customXml" Target="../ink/ink372.xml"/><Relationship Id="rId153" Type="http://schemas.openxmlformats.org/officeDocument/2006/relationships/image" Target="../media/image422.png"/><Relationship Id="rId174" Type="http://schemas.openxmlformats.org/officeDocument/2006/relationships/customXml" Target="../ink/ink393.xml"/><Relationship Id="rId179" Type="http://schemas.openxmlformats.org/officeDocument/2006/relationships/image" Target="../media/image435.png"/><Relationship Id="rId195" Type="http://schemas.openxmlformats.org/officeDocument/2006/relationships/image" Target="../media/image443.png"/><Relationship Id="rId209" Type="http://schemas.openxmlformats.org/officeDocument/2006/relationships/image" Target="../media/image450.png"/><Relationship Id="rId190" Type="http://schemas.openxmlformats.org/officeDocument/2006/relationships/customXml" Target="../ink/ink401.xml"/><Relationship Id="rId204" Type="http://schemas.openxmlformats.org/officeDocument/2006/relationships/customXml" Target="../ink/ink408.xml"/><Relationship Id="rId220" Type="http://schemas.openxmlformats.org/officeDocument/2006/relationships/customXml" Target="../ink/ink416.xml"/><Relationship Id="rId225" Type="http://schemas.openxmlformats.org/officeDocument/2006/relationships/image" Target="../media/image458.png"/><Relationship Id="rId15" Type="http://schemas.openxmlformats.org/officeDocument/2006/relationships/image" Target="../media/image353.png"/><Relationship Id="rId36" Type="http://schemas.openxmlformats.org/officeDocument/2006/relationships/customXml" Target="../ink/ink324.xml"/><Relationship Id="rId57" Type="http://schemas.openxmlformats.org/officeDocument/2006/relationships/image" Target="../media/image374.png"/><Relationship Id="rId106" Type="http://schemas.openxmlformats.org/officeDocument/2006/relationships/customXml" Target="../ink/ink359.xml"/><Relationship Id="rId127" Type="http://schemas.openxmlformats.org/officeDocument/2006/relationships/image" Target="../media/image409.png"/><Relationship Id="rId10" Type="http://schemas.openxmlformats.org/officeDocument/2006/relationships/customXml" Target="../ink/ink311.xml"/><Relationship Id="rId31" Type="http://schemas.openxmlformats.org/officeDocument/2006/relationships/image" Target="../media/image361.png"/><Relationship Id="rId52" Type="http://schemas.openxmlformats.org/officeDocument/2006/relationships/customXml" Target="../ink/ink332.xml"/><Relationship Id="rId73" Type="http://schemas.openxmlformats.org/officeDocument/2006/relationships/image" Target="../media/image382.png"/><Relationship Id="rId78" Type="http://schemas.openxmlformats.org/officeDocument/2006/relationships/customXml" Target="../ink/ink345.xml"/><Relationship Id="rId94" Type="http://schemas.openxmlformats.org/officeDocument/2006/relationships/customXml" Target="../ink/ink353.xml"/><Relationship Id="rId99" Type="http://schemas.openxmlformats.org/officeDocument/2006/relationships/image" Target="../media/image395.png"/><Relationship Id="rId101" Type="http://schemas.openxmlformats.org/officeDocument/2006/relationships/image" Target="../media/image396.png"/><Relationship Id="rId122" Type="http://schemas.openxmlformats.org/officeDocument/2006/relationships/customXml" Target="../ink/ink367.xml"/><Relationship Id="rId143" Type="http://schemas.openxmlformats.org/officeDocument/2006/relationships/image" Target="../media/image417.png"/><Relationship Id="rId148" Type="http://schemas.openxmlformats.org/officeDocument/2006/relationships/customXml" Target="../ink/ink380.xml"/><Relationship Id="rId164" Type="http://schemas.openxmlformats.org/officeDocument/2006/relationships/customXml" Target="../ink/ink388.xml"/><Relationship Id="rId169" Type="http://schemas.openxmlformats.org/officeDocument/2006/relationships/image" Target="../media/image430.png"/><Relationship Id="rId185" Type="http://schemas.openxmlformats.org/officeDocument/2006/relationships/image" Target="../media/image438.png"/><Relationship Id="rId4" Type="http://schemas.openxmlformats.org/officeDocument/2006/relationships/customXml" Target="../ink/ink308.xml"/><Relationship Id="rId9" Type="http://schemas.openxmlformats.org/officeDocument/2006/relationships/image" Target="../media/image350.png"/><Relationship Id="rId180" Type="http://schemas.openxmlformats.org/officeDocument/2006/relationships/customXml" Target="../ink/ink396.xml"/><Relationship Id="rId210" Type="http://schemas.openxmlformats.org/officeDocument/2006/relationships/customXml" Target="../ink/ink411.xml"/><Relationship Id="rId215" Type="http://schemas.openxmlformats.org/officeDocument/2006/relationships/image" Target="../media/image453.png"/><Relationship Id="rId26" Type="http://schemas.openxmlformats.org/officeDocument/2006/relationships/customXml" Target="../ink/ink319.xml"/><Relationship Id="rId47" Type="http://schemas.openxmlformats.org/officeDocument/2006/relationships/image" Target="../media/image369.png"/><Relationship Id="rId68" Type="http://schemas.openxmlformats.org/officeDocument/2006/relationships/customXml" Target="../ink/ink340.xml"/><Relationship Id="rId89" Type="http://schemas.openxmlformats.org/officeDocument/2006/relationships/image" Target="../media/image390.png"/><Relationship Id="rId112" Type="http://schemas.openxmlformats.org/officeDocument/2006/relationships/customXml" Target="../ink/ink362.xml"/><Relationship Id="rId133" Type="http://schemas.openxmlformats.org/officeDocument/2006/relationships/image" Target="../media/image412.png"/><Relationship Id="rId154" Type="http://schemas.openxmlformats.org/officeDocument/2006/relationships/customXml" Target="../ink/ink383.xml"/><Relationship Id="rId175" Type="http://schemas.openxmlformats.org/officeDocument/2006/relationships/image" Target="../media/image433.png"/><Relationship Id="rId196" Type="http://schemas.openxmlformats.org/officeDocument/2006/relationships/customXml" Target="../ink/ink404.xml"/><Relationship Id="rId200" Type="http://schemas.openxmlformats.org/officeDocument/2006/relationships/customXml" Target="../ink/ink406.xml"/><Relationship Id="rId16" Type="http://schemas.openxmlformats.org/officeDocument/2006/relationships/customXml" Target="../ink/ink314.xml"/><Relationship Id="rId221" Type="http://schemas.openxmlformats.org/officeDocument/2006/relationships/image" Target="../media/image456.png"/><Relationship Id="rId37" Type="http://schemas.openxmlformats.org/officeDocument/2006/relationships/image" Target="../media/image364.png"/><Relationship Id="rId58" Type="http://schemas.openxmlformats.org/officeDocument/2006/relationships/customXml" Target="../ink/ink335.xml"/><Relationship Id="rId79" Type="http://schemas.openxmlformats.org/officeDocument/2006/relationships/image" Target="../media/image385.png"/><Relationship Id="rId102" Type="http://schemas.openxmlformats.org/officeDocument/2006/relationships/customXml" Target="../ink/ink357.xml"/><Relationship Id="rId123" Type="http://schemas.openxmlformats.org/officeDocument/2006/relationships/image" Target="../media/image407.png"/><Relationship Id="rId144" Type="http://schemas.openxmlformats.org/officeDocument/2006/relationships/customXml" Target="../ink/ink378.xml"/><Relationship Id="rId90" Type="http://schemas.openxmlformats.org/officeDocument/2006/relationships/customXml" Target="../ink/ink351.xml"/><Relationship Id="rId165" Type="http://schemas.openxmlformats.org/officeDocument/2006/relationships/image" Target="../media/image428.png"/><Relationship Id="rId186" Type="http://schemas.openxmlformats.org/officeDocument/2006/relationships/customXml" Target="../ink/ink399.xml"/><Relationship Id="rId211" Type="http://schemas.openxmlformats.org/officeDocument/2006/relationships/image" Target="../media/image451.png"/><Relationship Id="rId27" Type="http://schemas.openxmlformats.org/officeDocument/2006/relationships/image" Target="../media/image359.png"/><Relationship Id="rId48" Type="http://schemas.openxmlformats.org/officeDocument/2006/relationships/customXml" Target="../ink/ink330.xml"/><Relationship Id="rId69" Type="http://schemas.openxmlformats.org/officeDocument/2006/relationships/image" Target="../media/image380.png"/><Relationship Id="rId113" Type="http://schemas.openxmlformats.org/officeDocument/2006/relationships/image" Target="../media/image402.png"/><Relationship Id="rId134" Type="http://schemas.openxmlformats.org/officeDocument/2006/relationships/customXml" Target="../ink/ink373.xml"/><Relationship Id="rId80" Type="http://schemas.openxmlformats.org/officeDocument/2006/relationships/customXml" Target="../ink/ink346.xml"/><Relationship Id="rId155" Type="http://schemas.openxmlformats.org/officeDocument/2006/relationships/image" Target="../media/image423.png"/><Relationship Id="rId176" Type="http://schemas.openxmlformats.org/officeDocument/2006/relationships/customXml" Target="../ink/ink394.xml"/><Relationship Id="rId197" Type="http://schemas.openxmlformats.org/officeDocument/2006/relationships/image" Target="../media/image444.png"/><Relationship Id="rId201" Type="http://schemas.openxmlformats.org/officeDocument/2006/relationships/image" Target="../media/image446.png"/><Relationship Id="rId222" Type="http://schemas.openxmlformats.org/officeDocument/2006/relationships/customXml" Target="../ink/ink417.xml"/><Relationship Id="rId17" Type="http://schemas.openxmlformats.org/officeDocument/2006/relationships/image" Target="../media/image354.png"/><Relationship Id="rId38" Type="http://schemas.openxmlformats.org/officeDocument/2006/relationships/customXml" Target="../ink/ink325.xml"/><Relationship Id="rId59" Type="http://schemas.openxmlformats.org/officeDocument/2006/relationships/image" Target="../media/image375.png"/><Relationship Id="rId103" Type="http://schemas.openxmlformats.org/officeDocument/2006/relationships/image" Target="../media/image397.png"/><Relationship Id="rId124" Type="http://schemas.openxmlformats.org/officeDocument/2006/relationships/customXml" Target="../ink/ink368.xml"/><Relationship Id="rId70" Type="http://schemas.openxmlformats.org/officeDocument/2006/relationships/customXml" Target="../ink/ink341.xml"/><Relationship Id="rId91" Type="http://schemas.openxmlformats.org/officeDocument/2006/relationships/image" Target="../media/image391.png"/><Relationship Id="rId145" Type="http://schemas.openxmlformats.org/officeDocument/2006/relationships/image" Target="../media/image418.png"/><Relationship Id="rId166" Type="http://schemas.openxmlformats.org/officeDocument/2006/relationships/customXml" Target="../ink/ink389.xml"/><Relationship Id="rId187" Type="http://schemas.openxmlformats.org/officeDocument/2006/relationships/image" Target="../media/image439.png"/><Relationship Id="rId1" Type="http://schemas.openxmlformats.org/officeDocument/2006/relationships/slideLayout" Target="../slideLayouts/slideLayout11.xml"/><Relationship Id="rId212" Type="http://schemas.openxmlformats.org/officeDocument/2006/relationships/customXml" Target="../ink/ink412.xml"/><Relationship Id="rId28" Type="http://schemas.openxmlformats.org/officeDocument/2006/relationships/customXml" Target="../ink/ink320.xml"/><Relationship Id="rId49" Type="http://schemas.openxmlformats.org/officeDocument/2006/relationships/image" Target="../media/image370.png"/><Relationship Id="rId114" Type="http://schemas.openxmlformats.org/officeDocument/2006/relationships/customXml" Target="../ink/ink363.xml"/><Relationship Id="rId60" Type="http://schemas.openxmlformats.org/officeDocument/2006/relationships/customXml" Target="../ink/ink336.xml"/><Relationship Id="rId81" Type="http://schemas.openxmlformats.org/officeDocument/2006/relationships/image" Target="../media/image386.png"/><Relationship Id="rId135" Type="http://schemas.openxmlformats.org/officeDocument/2006/relationships/image" Target="../media/image413.png"/><Relationship Id="rId156" Type="http://schemas.openxmlformats.org/officeDocument/2006/relationships/customXml" Target="../ink/ink384.xml"/><Relationship Id="rId177" Type="http://schemas.openxmlformats.org/officeDocument/2006/relationships/image" Target="../media/image434.png"/><Relationship Id="rId198" Type="http://schemas.openxmlformats.org/officeDocument/2006/relationships/customXml" Target="../ink/ink405.xml"/><Relationship Id="rId202" Type="http://schemas.openxmlformats.org/officeDocument/2006/relationships/customXml" Target="../ink/ink407.xml"/><Relationship Id="rId223" Type="http://schemas.openxmlformats.org/officeDocument/2006/relationships/image" Target="../media/image457.png"/><Relationship Id="rId18" Type="http://schemas.openxmlformats.org/officeDocument/2006/relationships/customXml" Target="../ink/ink315.xml"/><Relationship Id="rId39" Type="http://schemas.openxmlformats.org/officeDocument/2006/relationships/image" Target="../media/image365.png"/><Relationship Id="rId50" Type="http://schemas.openxmlformats.org/officeDocument/2006/relationships/customXml" Target="../ink/ink331.xml"/><Relationship Id="rId104" Type="http://schemas.openxmlformats.org/officeDocument/2006/relationships/customXml" Target="../ink/ink358.xml"/><Relationship Id="rId125" Type="http://schemas.openxmlformats.org/officeDocument/2006/relationships/image" Target="../media/image408.png"/><Relationship Id="rId146" Type="http://schemas.openxmlformats.org/officeDocument/2006/relationships/customXml" Target="../ink/ink379.xml"/><Relationship Id="rId167" Type="http://schemas.openxmlformats.org/officeDocument/2006/relationships/image" Target="../media/image429.png"/><Relationship Id="rId188" Type="http://schemas.openxmlformats.org/officeDocument/2006/relationships/customXml" Target="../ink/ink400.xml"/><Relationship Id="rId71" Type="http://schemas.openxmlformats.org/officeDocument/2006/relationships/image" Target="../media/image381.png"/><Relationship Id="rId92" Type="http://schemas.openxmlformats.org/officeDocument/2006/relationships/customXml" Target="../ink/ink352.xml"/><Relationship Id="rId213" Type="http://schemas.openxmlformats.org/officeDocument/2006/relationships/image" Target="../media/image452.png"/><Relationship Id="rId2" Type="http://schemas.openxmlformats.org/officeDocument/2006/relationships/customXml" Target="../ink/ink307.xml"/><Relationship Id="rId29" Type="http://schemas.openxmlformats.org/officeDocument/2006/relationships/image" Target="../media/image360.png"/><Relationship Id="rId40" Type="http://schemas.openxmlformats.org/officeDocument/2006/relationships/customXml" Target="../ink/ink326.xml"/><Relationship Id="rId115" Type="http://schemas.openxmlformats.org/officeDocument/2006/relationships/image" Target="../media/image403.png"/><Relationship Id="rId136" Type="http://schemas.openxmlformats.org/officeDocument/2006/relationships/customXml" Target="../ink/ink374.xml"/><Relationship Id="rId157" Type="http://schemas.openxmlformats.org/officeDocument/2006/relationships/image" Target="../media/image424.png"/><Relationship Id="rId178" Type="http://schemas.openxmlformats.org/officeDocument/2006/relationships/customXml" Target="../ink/ink395.xml"/><Relationship Id="rId61" Type="http://schemas.openxmlformats.org/officeDocument/2006/relationships/image" Target="../media/image376.png"/><Relationship Id="rId82" Type="http://schemas.openxmlformats.org/officeDocument/2006/relationships/customXml" Target="../ink/ink347.xml"/><Relationship Id="rId199" Type="http://schemas.openxmlformats.org/officeDocument/2006/relationships/image" Target="../media/image445.png"/><Relationship Id="rId203" Type="http://schemas.openxmlformats.org/officeDocument/2006/relationships/image" Target="../media/image447.png"/><Relationship Id="rId19" Type="http://schemas.openxmlformats.org/officeDocument/2006/relationships/image" Target="../media/image355.png"/><Relationship Id="rId224" Type="http://schemas.openxmlformats.org/officeDocument/2006/relationships/customXml" Target="../ink/ink418.xml"/><Relationship Id="rId30" Type="http://schemas.openxmlformats.org/officeDocument/2006/relationships/customXml" Target="../ink/ink321.xml"/><Relationship Id="rId105" Type="http://schemas.openxmlformats.org/officeDocument/2006/relationships/image" Target="../media/image398.png"/><Relationship Id="rId126" Type="http://schemas.openxmlformats.org/officeDocument/2006/relationships/customXml" Target="../ink/ink369.xml"/><Relationship Id="rId147" Type="http://schemas.openxmlformats.org/officeDocument/2006/relationships/image" Target="../media/image419.png"/><Relationship Id="rId168" Type="http://schemas.openxmlformats.org/officeDocument/2006/relationships/customXml" Target="../ink/ink390.xml"/><Relationship Id="rId51" Type="http://schemas.openxmlformats.org/officeDocument/2006/relationships/image" Target="../media/image371.png"/><Relationship Id="rId72" Type="http://schemas.openxmlformats.org/officeDocument/2006/relationships/customXml" Target="../ink/ink342.xml"/><Relationship Id="rId93" Type="http://schemas.openxmlformats.org/officeDocument/2006/relationships/image" Target="../media/image392.png"/><Relationship Id="rId189" Type="http://schemas.openxmlformats.org/officeDocument/2006/relationships/image" Target="../media/image4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09/18/26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Classification and Logistic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Categorical Variables and Categorical Features</a:t>
            </a:r>
          </a:p>
          <a:p>
            <a:r>
              <a:rPr lang="en-US" dirty="0"/>
              <a:t>Multi-class classification problems</a:t>
            </a:r>
          </a:p>
          <a:p>
            <a:r>
              <a:rPr lang="en-US" dirty="0"/>
              <a:t>Categorical Cross-Entropy Loss Function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6047E0-4B66-A3BE-40DF-F93439DB85B4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Suppose that you have you have a feature that describes the Mode of an AC unit (binary categorical variable):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{HEATING, COOLING}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Machine learning can only deal with numbers. As such, we can create a dummy variable instead: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6047E0-4B66-A3BE-40DF-F93439DB8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733" t="-836" r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FC442A2-DACF-FB76-BBDC-451AFFEC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Variables and How to Use Them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BDB193-403C-1594-00BB-F5431D054EDC}"/>
              </a:ext>
            </a:extLst>
          </p:cNvPr>
          <p:cNvCxnSpPr/>
          <p:nvPr/>
        </p:nvCxnSpPr>
        <p:spPr>
          <a:xfrm>
            <a:off x="536713" y="3895658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5AEE90-F904-4CC7-93AE-BDDF07B68A2B}"/>
              </a:ext>
            </a:extLst>
          </p:cNvPr>
          <p:cNvCxnSpPr/>
          <p:nvPr/>
        </p:nvCxnSpPr>
        <p:spPr>
          <a:xfrm>
            <a:off x="536713" y="4421769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954C384-20AA-7CAF-9409-17D97ABA4858}"/>
                  </a:ext>
                </a:extLst>
              </p14:cNvPr>
              <p14:cNvContentPartPr/>
              <p14:nvPr/>
            </p14:nvContentPartPr>
            <p14:xfrm>
              <a:off x="1515970" y="3758090"/>
              <a:ext cx="258480" cy="127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954C384-20AA-7CAF-9409-17D97ABA48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0490" y="3742610"/>
                <a:ext cx="2890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F87DF1-0ACD-F51D-251C-381AEFB3DC85}"/>
                  </a:ext>
                </a:extLst>
              </p14:cNvPr>
              <p14:cNvContentPartPr/>
              <p14:nvPr/>
            </p14:nvContentPartPr>
            <p14:xfrm>
              <a:off x="1964530" y="3782210"/>
              <a:ext cx="115560" cy="4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F87DF1-0ACD-F51D-251C-381AEFB3DC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49050" y="3766730"/>
                <a:ext cx="1461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08A7806-F3A2-B424-F627-68BBB9A68CC8}"/>
                  </a:ext>
                </a:extLst>
              </p14:cNvPr>
              <p14:cNvContentPartPr/>
              <p14:nvPr/>
            </p14:nvContentPartPr>
            <p14:xfrm>
              <a:off x="1940410" y="3833690"/>
              <a:ext cx="103680" cy="4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08A7806-F3A2-B424-F627-68BBB9A68C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24876" y="3818210"/>
                <a:ext cx="134387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A47C59-8222-C768-24CC-35CE7BF47EB5}"/>
                  </a:ext>
                </a:extLst>
              </p14:cNvPr>
              <p14:cNvContentPartPr/>
              <p14:nvPr/>
            </p14:nvContentPartPr>
            <p14:xfrm>
              <a:off x="2277730" y="3535970"/>
              <a:ext cx="603000" cy="837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A47C59-8222-C768-24CC-35CE7BF47E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62250" y="3520490"/>
                <a:ext cx="633600" cy="86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8044E2-96BB-3386-786B-0727F9588504}"/>
                  </a:ext>
                </a:extLst>
              </p14:cNvPr>
              <p14:cNvContentPartPr/>
              <p14:nvPr/>
            </p14:nvContentPartPr>
            <p14:xfrm>
              <a:off x="3829690" y="3817850"/>
              <a:ext cx="51840" cy="67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8044E2-96BB-3386-786B-0727F95885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14317" y="3802452"/>
                <a:ext cx="82229" cy="98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A6DCFB8-52A9-F18F-6C0F-6599C82BEDDA}"/>
                  </a:ext>
                </a:extLst>
              </p14:cNvPr>
              <p14:cNvContentPartPr/>
              <p14:nvPr/>
            </p14:nvContentPartPr>
            <p14:xfrm>
              <a:off x="4298050" y="3734330"/>
              <a:ext cx="198720" cy="103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A6DCFB8-52A9-F18F-6C0F-6599C82BEDD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82598" y="3718796"/>
                <a:ext cx="229265" cy="134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7EC1993-306A-535F-E95D-EFC19F69697E}"/>
                  </a:ext>
                </a:extLst>
              </p14:cNvPr>
              <p14:cNvContentPartPr/>
              <p14:nvPr/>
            </p14:nvContentPartPr>
            <p14:xfrm>
              <a:off x="3754090" y="4337690"/>
              <a:ext cx="51840" cy="71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7EC1993-306A-535F-E95D-EFC19F69697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38610" y="4322287"/>
                <a:ext cx="82440" cy="102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ABD9CDF-02B1-CB15-6B22-FFD2E474724E}"/>
                  </a:ext>
                </a:extLst>
              </p14:cNvPr>
              <p14:cNvContentPartPr/>
              <p14:nvPr/>
            </p14:nvContentPartPr>
            <p14:xfrm>
              <a:off x="4242250" y="4270370"/>
              <a:ext cx="242280" cy="103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ABD9CDF-02B1-CB15-6B22-FFD2E474724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26770" y="4254890"/>
                <a:ext cx="2728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7B6D8F2-905C-F0B1-DFA5-957D0070109D}"/>
                  </a:ext>
                </a:extLst>
              </p14:cNvPr>
              <p14:cNvContentPartPr/>
              <p14:nvPr/>
            </p14:nvContentPartPr>
            <p14:xfrm>
              <a:off x="5317930" y="4218530"/>
              <a:ext cx="158760" cy="178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7B6D8F2-905C-F0B1-DFA5-957D0070109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02415" y="4203050"/>
                <a:ext cx="18943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65CAC7D-7353-7D27-2A18-BAA6EFC32278}"/>
                  </a:ext>
                </a:extLst>
              </p14:cNvPr>
              <p14:cNvContentPartPr/>
              <p14:nvPr/>
            </p14:nvContentPartPr>
            <p14:xfrm>
              <a:off x="4821850" y="4250210"/>
              <a:ext cx="198360" cy="155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65CAC7D-7353-7D27-2A18-BAA6EFC3227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06342" y="4234694"/>
                <a:ext cx="229016" cy="1861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51D70FB-23DD-6AC3-0C31-77FFA235F567}"/>
                  </a:ext>
                </a:extLst>
              </p14:cNvPr>
              <p14:cNvContentPartPr/>
              <p14:nvPr/>
            </p14:nvContentPartPr>
            <p14:xfrm>
              <a:off x="5377330" y="3746210"/>
              <a:ext cx="139320" cy="143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51D70FB-23DD-6AC3-0C31-77FFA235F56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361850" y="3730730"/>
                <a:ext cx="1699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CC459D3-E574-A9B7-9D64-5E2498A5458C}"/>
                  </a:ext>
                </a:extLst>
              </p14:cNvPr>
              <p14:cNvContentPartPr/>
              <p14:nvPr/>
            </p14:nvContentPartPr>
            <p14:xfrm>
              <a:off x="4821850" y="3710930"/>
              <a:ext cx="210240" cy="182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CC459D3-E574-A9B7-9D64-5E2498A5458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806370" y="3695419"/>
                <a:ext cx="240840" cy="2135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45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357B78-25E0-917F-443E-94A3EDBFB9A5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When dealing with categorical variables with more categories or classes, we instead use a technique called </a:t>
            </a:r>
            <a:r>
              <a:rPr lang="en-US" i="1" dirty="0"/>
              <a:t>One-hot encoding</a:t>
            </a:r>
            <a:r>
              <a:rPr lang="en-US" dirty="0"/>
              <a:t>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8C81AA-F65D-EDEC-1A22-67B85C98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Variables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ADF3E0-8E97-BDD5-F954-166F0D9C65EA}"/>
              </a:ext>
            </a:extLst>
          </p:cNvPr>
          <p:cNvGrpSpPr/>
          <p:nvPr/>
        </p:nvGrpSpPr>
        <p:grpSpPr>
          <a:xfrm>
            <a:off x="403189" y="2108421"/>
            <a:ext cx="8070574" cy="2132275"/>
            <a:chOff x="403189" y="2108421"/>
            <a:chExt cx="8070574" cy="213227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9A0F8B4-1B47-FED5-0FE7-3595E11E59ED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E567E2-8CA8-4D3E-9263-5D13392C503E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74C6D9-247E-4F1F-14E5-CF1F68253D0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789421-3045-96E0-9239-D2458485CCDB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3A176C-A834-8EF7-0154-9FF63D749796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29BDDF3-BF43-5A98-5194-DCA5CB90E60F}"/>
                  </a:ext>
                </a:extLst>
              </p14:cNvPr>
              <p14:cNvContentPartPr/>
              <p14:nvPr/>
            </p14:nvContentPartPr>
            <p14:xfrm>
              <a:off x="2611090" y="1853330"/>
              <a:ext cx="1508760" cy="242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29BDDF3-BF43-5A98-5194-DCA5CB90E6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5606" y="1837873"/>
                <a:ext cx="1539367" cy="272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0061060-DA04-B977-24C1-318583B84689}"/>
                  </a:ext>
                </a:extLst>
              </p14:cNvPr>
              <p14:cNvContentPartPr/>
              <p14:nvPr/>
            </p14:nvContentPartPr>
            <p14:xfrm>
              <a:off x="2269810" y="1944410"/>
              <a:ext cx="119520" cy="55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0061060-DA04-B977-24C1-318583B846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54330" y="1928930"/>
                <a:ext cx="1501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31CBBBD-3583-4D57-AD36-C4E0846CBBD7}"/>
                  </a:ext>
                </a:extLst>
              </p14:cNvPr>
              <p14:cNvContentPartPr/>
              <p14:nvPr/>
            </p14:nvContentPartPr>
            <p14:xfrm>
              <a:off x="1884970" y="1948370"/>
              <a:ext cx="218520" cy="91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31CBBBD-3583-4D57-AD36-C4E0846CBB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9490" y="1932829"/>
                <a:ext cx="249120" cy="1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F06729C-0E96-4FEA-60E2-819AACD2CACA}"/>
                  </a:ext>
                </a:extLst>
              </p14:cNvPr>
              <p14:cNvContentPartPr/>
              <p14:nvPr/>
            </p14:nvContentPartPr>
            <p14:xfrm>
              <a:off x="5540770" y="1892930"/>
              <a:ext cx="829440" cy="2185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F06729C-0E96-4FEA-60E2-819AACD2CA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25290" y="1877475"/>
                <a:ext cx="860040" cy="249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5468DDE-9F74-3601-8680-A41367C198FB}"/>
                  </a:ext>
                </a:extLst>
              </p14:cNvPr>
              <p14:cNvContentPartPr/>
              <p14:nvPr/>
            </p14:nvContentPartPr>
            <p14:xfrm>
              <a:off x="4238290" y="1912730"/>
              <a:ext cx="1127520" cy="1868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5468DDE-9F74-3601-8680-A41367C198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22810" y="1897250"/>
                <a:ext cx="11581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A4C7519-EE8C-1E06-AAD4-B210E0BA09D0}"/>
                  </a:ext>
                </a:extLst>
              </p14:cNvPr>
              <p14:cNvContentPartPr/>
              <p14:nvPr/>
            </p14:nvContentPartPr>
            <p14:xfrm>
              <a:off x="1309330" y="2480450"/>
              <a:ext cx="407520" cy="107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A4C7519-EE8C-1E06-AAD4-B210E0BA09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93850" y="2464970"/>
                <a:ext cx="4381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1C4D459-28CF-0A00-A8B8-1A19FE6753E8}"/>
                  </a:ext>
                </a:extLst>
              </p14:cNvPr>
              <p14:cNvContentPartPr/>
              <p14:nvPr/>
            </p14:nvContentPartPr>
            <p14:xfrm>
              <a:off x="853210" y="2508170"/>
              <a:ext cx="196560" cy="957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1C4D459-28CF-0A00-A8B8-1A19FE6753E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7730" y="2492690"/>
                <a:ext cx="22716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61078BC-48F7-52F5-09BF-3E28DFB3E734}"/>
                  </a:ext>
                </a:extLst>
              </p14:cNvPr>
              <p14:cNvContentPartPr/>
              <p14:nvPr/>
            </p14:nvContentPartPr>
            <p14:xfrm>
              <a:off x="2031850" y="2432570"/>
              <a:ext cx="147240" cy="198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61078BC-48F7-52F5-09BF-3E28DFB3E73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16370" y="2417090"/>
                <a:ext cx="1778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81F7E8F-910C-A326-27E3-33C97795880A}"/>
                  </a:ext>
                </a:extLst>
              </p14:cNvPr>
              <p14:cNvContentPartPr/>
              <p14:nvPr/>
            </p14:nvContentPartPr>
            <p14:xfrm>
              <a:off x="2388970" y="2444450"/>
              <a:ext cx="1222920" cy="2048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81F7E8F-910C-A326-27E3-33C97795880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73485" y="2428943"/>
                <a:ext cx="1253529" cy="235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58D2720-E245-652A-4B30-48FC9BBDFFF8}"/>
                  </a:ext>
                </a:extLst>
              </p14:cNvPr>
              <p14:cNvContentPartPr/>
              <p14:nvPr/>
            </p14:nvContentPartPr>
            <p14:xfrm>
              <a:off x="3857410" y="2603210"/>
              <a:ext cx="39960" cy="63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58D2720-E245-652A-4B30-48FC9BBDFFF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41930" y="2587730"/>
                <a:ext cx="70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7A6586C-4E01-F143-0CB2-7616D4D6A638}"/>
                  </a:ext>
                </a:extLst>
              </p14:cNvPr>
              <p14:cNvContentPartPr/>
              <p14:nvPr/>
            </p14:nvContentPartPr>
            <p14:xfrm>
              <a:off x="4151170" y="2444450"/>
              <a:ext cx="1076040" cy="2188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7A6586C-4E01-F143-0CB2-7616D4D6A6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35690" y="2428944"/>
                <a:ext cx="1106640" cy="249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28F0A6E-2EA4-7917-E2BD-7A33761C0209}"/>
                  </a:ext>
                </a:extLst>
              </p14:cNvPr>
              <p14:cNvContentPartPr/>
              <p14:nvPr/>
            </p14:nvContentPartPr>
            <p14:xfrm>
              <a:off x="5448970" y="2603210"/>
              <a:ext cx="31680" cy="558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28F0A6E-2EA4-7917-E2BD-7A33761C020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33490" y="2587730"/>
                <a:ext cx="62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F88DA7C-FCC4-C8C3-3F04-46F8DA14FB8A}"/>
                  </a:ext>
                </a:extLst>
              </p14:cNvPr>
              <p14:cNvContentPartPr/>
              <p14:nvPr/>
            </p14:nvContentPartPr>
            <p14:xfrm>
              <a:off x="5865490" y="2373170"/>
              <a:ext cx="968760" cy="2782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F88DA7C-FCC4-C8C3-3F04-46F8DA14FB8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50010" y="2357690"/>
                <a:ext cx="9993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C26191E-FBF6-1B2E-744B-31703D05AEF2}"/>
                  </a:ext>
                </a:extLst>
              </p14:cNvPr>
              <p14:cNvContentPartPr/>
              <p14:nvPr/>
            </p14:nvContentPartPr>
            <p14:xfrm>
              <a:off x="1682650" y="2992370"/>
              <a:ext cx="980640" cy="1947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C26191E-FBF6-1B2E-744B-31703D05AEF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67170" y="2976890"/>
                <a:ext cx="10112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3A8DF1E-45E0-3F13-2621-7C1E69A1CED7}"/>
                  </a:ext>
                </a:extLst>
              </p14:cNvPr>
              <p14:cNvContentPartPr/>
              <p14:nvPr/>
            </p14:nvContentPartPr>
            <p14:xfrm>
              <a:off x="1333450" y="3004250"/>
              <a:ext cx="174960" cy="1234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3A8DF1E-45E0-3F13-2621-7C1E69A1CED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17970" y="2988770"/>
                <a:ext cx="2055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6689B23-927F-97A8-84BF-C10A9D87E6DD}"/>
                  </a:ext>
                </a:extLst>
              </p14:cNvPr>
              <p14:cNvContentPartPr/>
              <p14:nvPr/>
            </p14:nvContentPartPr>
            <p14:xfrm>
              <a:off x="928450" y="3039890"/>
              <a:ext cx="195120" cy="957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6689B23-927F-97A8-84BF-C10A9D87E6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2941" y="3024410"/>
                <a:ext cx="225777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3E6193E-A553-8B32-421D-76DC60DD5F48}"/>
                  </a:ext>
                </a:extLst>
              </p14:cNvPr>
              <p14:cNvContentPartPr/>
              <p14:nvPr/>
            </p14:nvContentPartPr>
            <p14:xfrm>
              <a:off x="456130" y="2980490"/>
              <a:ext cx="183240" cy="1731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3E6193E-A553-8B32-421D-76DC60DD5F4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0620" y="2965010"/>
                <a:ext cx="2139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3934DC0-0734-3194-39CF-FBA6417D2548}"/>
                  </a:ext>
                </a:extLst>
              </p14:cNvPr>
              <p14:cNvContentPartPr/>
              <p14:nvPr/>
            </p14:nvContentPartPr>
            <p14:xfrm>
              <a:off x="3012130" y="2988770"/>
              <a:ext cx="1349640" cy="202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3934DC0-0734-3194-39CF-FBA6417D254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96654" y="2973290"/>
                <a:ext cx="1380232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1B6D078-443D-83D4-ECD1-954F5C03730D}"/>
                  </a:ext>
                </a:extLst>
              </p14:cNvPr>
              <p14:cNvContentPartPr/>
              <p14:nvPr/>
            </p14:nvContentPartPr>
            <p14:xfrm>
              <a:off x="4504330" y="3031970"/>
              <a:ext cx="520200" cy="2145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1B6D078-443D-83D4-ECD1-954F5C03730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88850" y="3016516"/>
                <a:ext cx="550800" cy="245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94542159-55C2-98AF-74D7-97FB3A0CBA64}"/>
                  </a:ext>
                </a:extLst>
              </p14:cNvPr>
              <p14:cNvContentPartPr/>
              <p14:nvPr/>
            </p14:nvContentPartPr>
            <p14:xfrm>
              <a:off x="7909570" y="3028370"/>
              <a:ext cx="409320" cy="1303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94542159-55C2-98AF-74D7-97FB3A0CBA6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94090" y="3012890"/>
                <a:ext cx="4399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903DAEB6-96B2-8F71-D70F-1B35EE3A0141}"/>
                  </a:ext>
                </a:extLst>
              </p14:cNvPr>
              <p14:cNvContentPartPr/>
              <p14:nvPr/>
            </p14:nvContentPartPr>
            <p14:xfrm>
              <a:off x="5532130" y="2980490"/>
              <a:ext cx="2169720" cy="2102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903DAEB6-96B2-8F71-D70F-1B35EE3A014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16647" y="2965010"/>
                <a:ext cx="2200325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26E232C-DDE4-9530-E0CE-9AC6DEDE62BA}"/>
                  </a:ext>
                </a:extLst>
              </p14:cNvPr>
              <p14:cNvContentPartPr/>
              <p14:nvPr/>
            </p14:nvContentPartPr>
            <p14:xfrm>
              <a:off x="5425210" y="3500330"/>
              <a:ext cx="2747160" cy="2383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26E232C-DDE4-9530-E0CE-9AC6DEDE62B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09730" y="3484873"/>
                <a:ext cx="2777760" cy="268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A10978B-243C-F580-3950-2BCDD7935044}"/>
                  </a:ext>
                </a:extLst>
              </p14:cNvPr>
              <p14:cNvContentPartPr/>
              <p14:nvPr/>
            </p14:nvContentPartPr>
            <p14:xfrm>
              <a:off x="4698730" y="3539930"/>
              <a:ext cx="262440" cy="2264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A10978B-243C-F580-3950-2BCDD793504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83229" y="3524450"/>
                <a:ext cx="293082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9EEBAA09-F1ED-B4D8-5CF5-6A48B3A0DA21}"/>
                  </a:ext>
                </a:extLst>
              </p14:cNvPr>
              <p14:cNvContentPartPr/>
              <p14:nvPr/>
            </p14:nvContentPartPr>
            <p14:xfrm>
              <a:off x="3016090" y="3516170"/>
              <a:ext cx="1480680" cy="1872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9EEBAA09-F1ED-B4D8-5CF5-6A48B3A0DA2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00614" y="3500720"/>
                <a:ext cx="1511273" cy="2177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CEC5B96-FE29-916F-9467-8EEF7D043B57}"/>
                  </a:ext>
                </a:extLst>
              </p14:cNvPr>
              <p14:cNvContentPartPr/>
              <p14:nvPr/>
            </p14:nvContentPartPr>
            <p14:xfrm>
              <a:off x="1753930" y="3476930"/>
              <a:ext cx="976680" cy="2062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CEC5B96-FE29-916F-9467-8EEF7D043B5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38450" y="3461450"/>
                <a:ext cx="10072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DD6BF358-7F85-EB86-ED1A-7A93D7794A3F}"/>
                  </a:ext>
                </a:extLst>
              </p14:cNvPr>
              <p14:cNvContentPartPr/>
              <p14:nvPr/>
            </p14:nvContentPartPr>
            <p14:xfrm>
              <a:off x="1380970" y="3517970"/>
              <a:ext cx="158760" cy="1216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DD6BF358-7F85-EB86-ED1A-7A93D7794A3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65490" y="3502490"/>
                <a:ext cx="1893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AC19DD9D-BDD7-1D0E-E88C-A72C63B4A879}"/>
                  </a:ext>
                </a:extLst>
              </p14:cNvPr>
              <p14:cNvContentPartPr/>
              <p14:nvPr/>
            </p14:nvContentPartPr>
            <p14:xfrm>
              <a:off x="912610" y="3556130"/>
              <a:ext cx="214920" cy="11520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AC19DD9D-BDD7-1D0E-E88C-A72C63B4A87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97104" y="3540601"/>
                <a:ext cx="245571" cy="145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76E2B085-C4EB-7893-8E32-D1F60EF925BB}"/>
                  </a:ext>
                </a:extLst>
              </p14:cNvPr>
              <p14:cNvContentPartPr/>
              <p14:nvPr/>
            </p14:nvContentPartPr>
            <p14:xfrm>
              <a:off x="432370" y="3508250"/>
              <a:ext cx="210600" cy="1749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76E2B085-C4EB-7893-8E32-D1F60EF925B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6890" y="3492770"/>
                <a:ext cx="2412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2AD30FE4-CCAD-25A4-0762-25402607D5C1}"/>
                  </a:ext>
                </a:extLst>
              </p14:cNvPr>
              <p14:cNvContentPartPr/>
              <p14:nvPr/>
            </p14:nvContentPartPr>
            <p14:xfrm>
              <a:off x="4917250" y="4198730"/>
              <a:ext cx="20160" cy="5580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2AD30FE4-CCAD-25A4-0762-25402607D5C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01770" y="4183250"/>
                <a:ext cx="507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AA6196BE-83DB-7C5E-90CE-2F3CE00BAD06}"/>
                  </a:ext>
                </a:extLst>
              </p14:cNvPr>
              <p14:cNvContentPartPr/>
              <p14:nvPr/>
            </p14:nvContentPartPr>
            <p14:xfrm>
              <a:off x="3920770" y="4083530"/>
              <a:ext cx="401400" cy="1512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AA6196BE-83DB-7C5E-90CE-2F3CE00BAD0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05276" y="4068050"/>
                <a:ext cx="432027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74AD4FFF-10C5-545E-D0D7-8DF7F5AC62F3}"/>
                  </a:ext>
                </a:extLst>
              </p14:cNvPr>
              <p14:cNvContentPartPr/>
              <p14:nvPr/>
            </p14:nvContentPartPr>
            <p14:xfrm>
              <a:off x="3020050" y="4095410"/>
              <a:ext cx="731160" cy="18720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74AD4FFF-10C5-545E-D0D7-8DF7F5AC62F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04570" y="4079900"/>
                <a:ext cx="761760" cy="217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46E2B76F-0645-B32D-A51F-DF0F18485D66}"/>
                  </a:ext>
                </a:extLst>
              </p14:cNvPr>
              <p14:cNvContentPartPr/>
              <p14:nvPr/>
            </p14:nvContentPartPr>
            <p14:xfrm>
              <a:off x="2599210" y="4145090"/>
              <a:ext cx="28080" cy="936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46E2B76F-0645-B32D-A51F-DF0F18485D6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83730" y="4129669"/>
                <a:ext cx="58680" cy="1240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FB1B070D-CB7C-8DC6-E99E-F218ABE82EDD}"/>
                  </a:ext>
                </a:extLst>
              </p14:cNvPr>
              <p14:cNvContentPartPr/>
              <p14:nvPr/>
            </p14:nvContentPartPr>
            <p14:xfrm>
              <a:off x="1941130" y="4055810"/>
              <a:ext cx="415080" cy="14580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FB1B070D-CB7C-8DC6-E99E-F218ABE82ED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925663" y="4040292"/>
                <a:ext cx="445653" cy="1764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052DAF9-89F0-BE3F-F6B0-52F687631818}"/>
                  </a:ext>
                </a:extLst>
              </p14:cNvPr>
              <p14:cNvContentPartPr/>
              <p14:nvPr/>
            </p14:nvContentPartPr>
            <p14:xfrm>
              <a:off x="1416610" y="4063730"/>
              <a:ext cx="190440" cy="1396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052DAF9-89F0-BE3F-F6B0-52F68763181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401130" y="4048210"/>
                <a:ext cx="221040" cy="170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16A82A71-318B-A227-4258-7BCA1A03239B}"/>
                  </a:ext>
                </a:extLst>
              </p14:cNvPr>
              <p14:cNvContentPartPr/>
              <p14:nvPr/>
            </p14:nvContentPartPr>
            <p14:xfrm>
              <a:off x="956170" y="4099370"/>
              <a:ext cx="226800" cy="10764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16A82A71-318B-A227-4258-7BCA1A03239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40665" y="4083890"/>
                <a:ext cx="257449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5E66E411-E763-F42A-B84C-339291E4B775}"/>
                  </a:ext>
                </a:extLst>
              </p14:cNvPr>
              <p14:cNvContentPartPr/>
              <p14:nvPr/>
            </p14:nvContentPartPr>
            <p14:xfrm>
              <a:off x="424450" y="4063730"/>
              <a:ext cx="230760" cy="19080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5E66E411-E763-F42A-B84C-339291E4B77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08946" y="4048250"/>
                <a:ext cx="261408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CB313E3A-BBEB-1D10-ADB3-EAEB6CF1FA28}"/>
                  </a:ext>
                </a:extLst>
              </p14:cNvPr>
              <p14:cNvContentPartPr/>
              <p14:nvPr/>
            </p14:nvContentPartPr>
            <p14:xfrm>
              <a:off x="5393530" y="4028450"/>
              <a:ext cx="190800" cy="16272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CB313E3A-BBEB-1D10-ADB3-EAEB6CF1FA2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78050" y="4012970"/>
                <a:ext cx="2214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01B59185-BD7C-D337-2DD9-04C30BD88C9A}"/>
                  </a:ext>
                </a:extLst>
              </p14:cNvPr>
              <p14:cNvContentPartPr/>
              <p14:nvPr/>
            </p14:nvContentPartPr>
            <p14:xfrm>
              <a:off x="5663170" y="4115570"/>
              <a:ext cx="71640" cy="10008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01B59185-BD7C-D337-2DD9-04C30BD88C9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47690" y="4100090"/>
                <a:ext cx="1022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AAB9FBD2-4E4A-4661-8E7A-9E64B5CC5D52}"/>
                  </a:ext>
                </a:extLst>
              </p14:cNvPr>
              <p14:cNvContentPartPr/>
              <p14:nvPr/>
            </p14:nvContentPartPr>
            <p14:xfrm>
              <a:off x="5730850" y="4111610"/>
              <a:ext cx="111600" cy="1076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AAB9FBD2-4E4A-4661-8E7A-9E64B5CC5D5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15370" y="4096130"/>
                <a:ext cx="14220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336F08F5-5920-993D-A20B-5182FCC2A97E}"/>
                  </a:ext>
                </a:extLst>
              </p14:cNvPr>
              <p14:cNvContentPartPr/>
              <p14:nvPr/>
            </p14:nvContentPartPr>
            <p14:xfrm>
              <a:off x="5694850" y="4147250"/>
              <a:ext cx="111600" cy="162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336F08F5-5920-993D-A20B-5182FCC2A97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679370" y="4131770"/>
                <a:ext cx="1422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7A390EA4-5018-F732-FAF2-87DFDC6AB787}"/>
                  </a:ext>
                </a:extLst>
              </p14:cNvPr>
              <p14:cNvContentPartPr/>
              <p14:nvPr/>
            </p14:nvContentPartPr>
            <p14:xfrm>
              <a:off x="5842090" y="4131410"/>
              <a:ext cx="150840" cy="957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7A390EA4-5018-F732-FAF2-87DFDC6AB78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26610" y="4115930"/>
                <a:ext cx="18144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255AC64D-2E62-DB12-3E3E-BF4313123337}"/>
                  </a:ext>
                </a:extLst>
              </p14:cNvPr>
              <p14:cNvContentPartPr/>
              <p14:nvPr/>
            </p14:nvContentPartPr>
            <p14:xfrm>
              <a:off x="5833810" y="4115570"/>
              <a:ext cx="99720" cy="122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255AC64D-2E62-DB12-3E3E-BF431312333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18274" y="4100090"/>
                <a:ext cx="130431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A75A0D11-CE9C-1FB5-DD86-B803BFD9118C}"/>
                  </a:ext>
                </a:extLst>
              </p14:cNvPr>
              <p14:cNvContentPartPr/>
              <p14:nvPr/>
            </p14:nvContentPartPr>
            <p14:xfrm>
              <a:off x="5845690" y="4159130"/>
              <a:ext cx="63720" cy="3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A75A0D11-CE9C-1FB5-DD86-B803BFD9118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30210" y="4143650"/>
                <a:ext cx="94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942866D0-AE12-262F-17D6-C9534E1300A7}"/>
                  </a:ext>
                </a:extLst>
              </p14:cNvPr>
              <p14:cNvContentPartPr/>
              <p14:nvPr/>
            </p14:nvContentPartPr>
            <p14:xfrm>
              <a:off x="6008410" y="4099370"/>
              <a:ext cx="129600" cy="1350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942866D0-AE12-262F-17D6-C9534E1300A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992930" y="4083890"/>
                <a:ext cx="1602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184C03D1-B369-E20C-8931-E462A7D7B18B}"/>
                  </a:ext>
                </a:extLst>
              </p14:cNvPr>
              <p14:cNvContentPartPr/>
              <p14:nvPr/>
            </p14:nvContentPartPr>
            <p14:xfrm>
              <a:off x="6020290" y="4174970"/>
              <a:ext cx="107640" cy="1620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184C03D1-B369-E20C-8931-E462A7D7B18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004810" y="4159827"/>
                <a:ext cx="138240" cy="46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85156439-E7F7-5E6E-19D6-23F1BF7E26F6}"/>
                  </a:ext>
                </a:extLst>
              </p14:cNvPr>
              <p14:cNvContentPartPr/>
              <p14:nvPr/>
            </p14:nvContentPartPr>
            <p14:xfrm>
              <a:off x="6167170" y="4127450"/>
              <a:ext cx="75600" cy="8208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85156439-E7F7-5E6E-19D6-23F1BF7E26F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151690" y="4111970"/>
                <a:ext cx="1062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3734C849-F04C-B857-68CE-BBA9F619E392}"/>
                  </a:ext>
                </a:extLst>
              </p14:cNvPr>
              <p14:cNvContentPartPr/>
              <p14:nvPr/>
            </p14:nvContentPartPr>
            <p14:xfrm>
              <a:off x="6091570" y="4115570"/>
              <a:ext cx="187200" cy="201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3734C849-F04C-B857-68CE-BBA9F619E39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076090" y="4100090"/>
                <a:ext cx="2178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6F4CE933-768B-CEAC-0C2A-9A3E3ED7DAFF}"/>
                  </a:ext>
                </a:extLst>
              </p14:cNvPr>
              <p14:cNvContentPartPr/>
              <p14:nvPr/>
            </p14:nvContentPartPr>
            <p14:xfrm>
              <a:off x="6310090" y="4143290"/>
              <a:ext cx="24120" cy="957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6F4CE933-768B-CEAC-0C2A-9A3E3ED7DAF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294610" y="4127810"/>
                <a:ext cx="547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5800FF85-33D8-4FD2-0A68-C12680E8F160}"/>
                  </a:ext>
                </a:extLst>
              </p14:cNvPr>
              <p14:cNvContentPartPr/>
              <p14:nvPr/>
            </p14:nvContentPartPr>
            <p14:xfrm>
              <a:off x="6361570" y="4139330"/>
              <a:ext cx="16200" cy="11160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5800FF85-33D8-4FD2-0A68-C12680E8F16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346090" y="4123850"/>
                <a:ext cx="468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F1C58875-84B3-8161-8AEA-60B30C66C318}"/>
                  </a:ext>
                </a:extLst>
              </p14:cNvPr>
              <p14:cNvContentPartPr/>
              <p14:nvPr/>
            </p14:nvContentPartPr>
            <p14:xfrm>
              <a:off x="6365530" y="4134650"/>
              <a:ext cx="123480" cy="997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F1C58875-84B3-8161-8AEA-60B30C66C31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350050" y="4119170"/>
                <a:ext cx="1540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DFECD4F8-8AD4-DC77-63A3-C8C3C37C8301}"/>
                  </a:ext>
                </a:extLst>
              </p14:cNvPr>
              <p14:cNvContentPartPr/>
              <p14:nvPr/>
            </p14:nvContentPartPr>
            <p14:xfrm>
              <a:off x="6520330" y="4127450"/>
              <a:ext cx="159120" cy="10764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DFECD4F8-8AD4-DC77-63A3-C8C3C37C830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504850" y="4111970"/>
                <a:ext cx="1897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CBD5CEA9-CA63-CF3F-2308-93D70345D9B8}"/>
                  </a:ext>
                </a:extLst>
              </p14:cNvPr>
              <p14:cNvContentPartPr/>
              <p14:nvPr/>
            </p14:nvContentPartPr>
            <p14:xfrm>
              <a:off x="6806170" y="4135370"/>
              <a:ext cx="111600" cy="1620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CBD5CEA9-CA63-CF3F-2308-93D70345D9B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790640" y="4119890"/>
                <a:ext cx="142299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5F801D39-A439-DAEA-D664-80194478AFF8}"/>
                  </a:ext>
                </a:extLst>
              </p14:cNvPr>
              <p14:cNvContentPartPr/>
              <p14:nvPr/>
            </p14:nvContentPartPr>
            <p14:xfrm>
              <a:off x="6810130" y="4163090"/>
              <a:ext cx="127440" cy="2016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5F801D39-A439-DAEA-D664-80194478AFF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794606" y="4147610"/>
                <a:ext cx="158127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1A05FA63-68E5-9992-731D-F1F6E4C2F9CD}"/>
                  </a:ext>
                </a:extLst>
              </p14:cNvPr>
              <p14:cNvContentPartPr/>
              <p14:nvPr/>
            </p14:nvContentPartPr>
            <p14:xfrm>
              <a:off x="7076170" y="4028090"/>
              <a:ext cx="87840" cy="1551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1A05FA63-68E5-9992-731D-F1F6E4C2F9C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060690" y="4012574"/>
                <a:ext cx="118440" cy="1858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9C17E565-F3FA-757E-AE72-E161B7F12C74}"/>
                  </a:ext>
                </a:extLst>
              </p14:cNvPr>
              <p14:cNvContentPartPr/>
              <p14:nvPr/>
            </p14:nvContentPartPr>
            <p14:xfrm>
              <a:off x="7032610" y="4028450"/>
              <a:ext cx="194760" cy="1666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9C17E565-F3FA-757E-AE72-E161B7F12C7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017130" y="4012970"/>
                <a:ext cx="2253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FC30F260-69F2-06A3-B98F-DA2830AE38E9}"/>
                  </a:ext>
                </a:extLst>
              </p14:cNvPr>
              <p14:cNvContentPartPr/>
              <p14:nvPr/>
            </p14:nvContentPartPr>
            <p14:xfrm>
              <a:off x="7270930" y="4139330"/>
              <a:ext cx="102960" cy="9972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FC30F260-69F2-06A3-B98F-DA2830AE38E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255450" y="4123850"/>
                <a:ext cx="1335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ED67455B-6167-045D-4E65-C72E4DB9D64F}"/>
                  </a:ext>
                </a:extLst>
              </p14:cNvPr>
              <p14:cNvContentPartPr/>
              <p14:nvPr/>
            </p14:nvContentPartPr>
            <p14:xfrm>
              <a:off x="7397650" y="4151210"/>
              <a:ext cx="55800" cy="9972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ED67455B-6167-045D-4E65-C72E4DB9D64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382269" y="4135730"/>
                <a:ext cx="86204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930B33C1-155D-79FA-CC7A-23104CCA2199}"/>
                  </a:ext>
                </a:extLst>
              </p14:cNvPr>
              <p14:cNvContentPartPr/>
              <p14:nvPr/>
            </p14:nvContentPartPr>
            <p14:xfrm>
              <a:off x="7484770" y="4155170"/>
              <a:ext cx="59760" cy="8388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930B33C1-155D-79FA-CC7A-23104CCA219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469290" y="4139690"/>
                <a:ext cx="903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6CC59F69-CB63-9540-B440-779AEE532715}"/>
                  </a:ext>
                </a:extLst>
              </p14:cNvPr>
              <p14:cNvContentPartPr/>
              <p14:nvPr/>
            </p14:nvContentPartPr>
            <p14:xfrm>
              <a:off x="7603930" y="4151210"/>
              <a:ext cx="103680" cy="10368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6CC59F69-CB63-9540-B440-779AEE53271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588396" y="4135730"/>
                <a:ext cx="134387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2FF18689-11DB-D877-F574-822DA1AE6A51}"/>
                  </a:ext>
                </a:extLst>
              </p14:cNvPr>
              <p14:cNvContentPartPr/>
              <p14:nvPr/>
            </p14:nvContentPartPr>
            <p14:xfrm>
              <a:off x="7738930" y="4167050"/>
              <a:ext cx="36000" cy="918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2FF18689-11DB-D877-F574-822DA1AE6A5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723603" y="4151570"/>
                <a:ext cx="66297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6DCCB9B5-3317-4AC3-3323-0442465AF6B0}"/>
                  </a:ext>
                </a:extLst>
              </p14:cNvPr>
              <p14:cNvContentPartPr/>
              <p14:nvPr/>
            </p14:nvContentPartPr>
            <p14:xfrm>
              <a:off x="7862050" y="4171370"/>
              <a:ext cx="8280" cy="918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6DCCB9B5-3317-4AC3-3323-0442465AF6B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846570" y="4155829"/>
                <a:ext cx="38880" cy="1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26FA7035-FB81-E420-D84F-82E823D3E9CD}"/>
                  </a:ext>
                </a:extLst>
              </p14:cNvPr>
              <p14:cNvContentPartPr/>
              <p14:nvPr/>
            </p14:nvContentPartPr>
            <p14:xfrm>
              <a:off x="7881850" y="4115570"/>
              <a:ext cx="749880" cy="1551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26FA7035-FB81-E420-D84F-82E823D3E9C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866377" y="4100090"/>
                <a:ext cx="780465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2EC4A4B4-9CA3-B444-BF78-CD7A9AC5EC19}"/>
                  </a:ext>
                </a:extLst>
              </p14:cNvPr>
              <p14:cNvContentPartPr/>
              <p14:nvPr/>
            </p14:nvContentPartPr>
            <p14:xfrm>
              <a:off x="8358490" y="3508250"/>
              <a:ext cx="170280" cy="15372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2EC4A4B4-9CA3-B444-BF78-CD7A9AC5EC1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343010" y="3492806"/>
                <a:ext cx="200880" cy="1842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140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BB5988-085F-05BC-E442-A25A5CCB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981E6E-9D82-34AF-920F-C106185B15DE}"/>
              </a:ext>
            </a:extLst>
          </p:cNvPr>
          <p:cNvSpPr/>
          <p:nvPr/>
        </p:nvSpPr>
        <p:spPr>
          <a:xfrm>
            <a:off x="4032636" y="82693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99EA88-8CF5-1BFD-9288-D7F56BEF1AF9}"/>
              </a:ext>
            </a:extLst>
          </p:cNvPr>
          <p:cNvSpPr/>
          <p:nvPr/>
        </p:nvSpPr>
        <p:spPr>
          <a:xfrm>
            <a:off x="1400754" y="1909638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Supervised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AE3EEA-A762-CE68-14BD-94AA5146AEF6}"/>
              </a:ext>
            </a:extLst>
          </p:cNvPr>
          <p:cNvSpPr/>
          <p:nvPr/>
        </p:nvSpPr>
        <p:spPr>
          <a:xfrm>
            <a:off x="3986254" y="1909638"/>
            <a:ext cx="1635319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Unsupervised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FF9549-2439-EBAC-1DBE-46020E16BEA8}"/>
              </a:ext>
            </a:extLst>
          </p:cNvPr>
          <p:cNvSpPr/>
          <p:nvPr/>
        </p:nvSpPr>
        <p:spPr>
          <a:xfrm>
            <a:off x="6560380" y="1909638"/>
            <a:ext cx="1756684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Reinforcement Learning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1B128A-C435-BA3D-3024-314FA51463E3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03913" y="1423284"/>
            <a:ext cx="1" cy="48635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9707B71-1821-F526-7B44-C50BEA8264F1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244795" y="350520"/>
            <a:ext cx="486354" cy="263188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4CD9E2E-B265-51D5-722D-812D4F3C9740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878140" y="349056"/>
            <a:ext cx="486354" cy="263480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D074D20F-D9DE-5C5E-4423-0136DB1B3B40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1341158" y="2236193"/>
            <a:ext cx="561080" cy="110066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9CF60D3-67C7-3A87-3220-4094DFD4547F}"/>
              </a:ext>
            </a:extLst>
          </p:cNvPr>
          <p:cNvSpPr/>
          <p:nvPr/>
        </p:nvSpPr>
        <p:spPr>
          <a:xfrm>
            <a:off x="300087" y="306706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Regression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71A72-C549-418E-6D40-4F19B7E01AB1}"/>
              </a:ext>
            </a:extLst>
          </p:cNvPr>
          <p:cNvSpPr/>
          <p:nvPr/>
        </p:nvSpPr>
        <p:spPr>
          <a:xfrm>
            <a:off x="2745481" y="3067066"/>
            <a:ext cx="168111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Classification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25CFF6B-326A-7A0A-2C0B-9E46FA204FB7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16200000" flipH="1">
            <a:off x="2598494" y="2079522"/>
            <a:ext cx="561080" cy="141400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1EB3898-86FF-34EB-0A17-71829A5D6F98}"/>
              </a:ext>
            </a:extLst>
          </p:cNvPr>
          <p:cNvSpPr/>
          <p:nvPr/>
        </p:nvSpPr>
        <p:spPr>
          <a:xfrm>
            <a:off x="0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Predict a number from a continuous space (example: temperature of a room)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4923B-B564-CE30-BC12-541EB821FCA7}"/>
              </a:ext>
            </a:extLst>
          </p:cNvPr>
          <p:cNvSpPr/>
          <p:nvPr/>
        </p:nvSpPr>
        <p:spPr>
          <a:xfrm>
            <a:off x="2265228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Predict a category or a number from a discrete 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0DAC3B-EC21-535B-8E77-D8F5AE8BF1F0}"/>
              </a:ext>
            </a:extLst>
          </p:cNvPr>
          <p:cNvSpPr/>
          <p:nvPr/>
        </p:nvSpPr>
        <p:spPr>
          <a:xfrm>
            <a:off x="143123" y="2926080"/>
            <a:ext cx="2226366" cy="1655534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Machine Learning : 'Classification' - Day 1">
            <a:extLst>
              <a:ext uri="{FF2B5EF4-FFF2-40B4-BE49-F238E27FC236}">
                <a16:creationId xmlns:a16="http://schemas.microsoft.com/office/drawing/2014/main" id="{2BE4ECA6-56B7-782C-67DE-562457BA2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426" y="2571750"/>
            <a:ext cx="4031087" cy="201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3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58025E-6 L 0.24618 -0.001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307B9D-05D5-3E7D-4DD2-66B6566E0EAF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We often want to find ways to classify phenomena and things based on data. Regression is not enough, unfortunately (not directly).</a:t>
            </a:r>
          </a:p>
          <a:p>
            <a:endParaRPr lang="en-US" dirty="0"/>
          </a:p>
          <a:p>
            <a:r>
              <a:rPr lang="en-US" dirty="0"/>
              <a:t>We can use tools from regression to help us with classification problems.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BC1283-0CD5-389A-F512-3BF2EB50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6" name="Picture 5" descr="Machine Learning : 'Classification' - Day 1">
            <a:extLst>
              <a:ext uri="{FF2B5EF4-FFF2-40B4-BE49-F238E27FC236}">
                <a16:creationId xmlns:a16="http://schemas.microsoft.com/office/drawing/2014/main" id="{F7690628-9D74-A197-9A58-8D3FC1C07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426" y="2571750"/>
            <a:ext cx="4031087" cy="2015544"/>
          </a:xfrm>
          <a:prstGeom prst="rect">
            <a:avLst/>
          </a:prstGeom>
        </p:spPr>
      </p:pic>
      <p:pic>
        <p:nvPicPr>
          <p:cNvPr id="7" name="Picture 6" descr="How to Develop a CNN for MNIST Handwritten Digit Classification -  MachineLearningMastery.com">
            <a:extLst>
              <a:ext uri="{FF2B5EF4-FFF2-40B4-BE49-F238E27FC236}">
                <a16:creationId xmlns:a16="http://schemas.microsoft.com/office/drawing/2014/main" id="{35E92D20-DB6A-F904-D494-205D10C0F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563080"/>
            <a:ext cx="2698952" cy="202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9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6492375-A8DA-1F59-9D73-7517028C6826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Suppose you have a bunch of features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that are used to predict the category of an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is transaction information used to predict if a transaction is a legit or a scam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In this case,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has two possible classes. </a:t>
                </a:r>
              </a:p>
              <a:p>
                <a:endParaRPr lang="en-US" dirty="0"/>
              </a:p>
              <a:p>
                <a:r>
                  <a:rPr lang="en-US" dirty="0"/>
                  <a:t>We can (and should) treat each category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its own individual output. (On-hot encoding fashion)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6492375-A8DA-1F59-9D73-7517028C6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10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C4A3B1C-C21B-A141-9594-7F822FE4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Primer: Thinking about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73353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748DD-6A3D-BDBE-3A55-4D81C214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24CD94-7F80-F32A-9309-9C4587F6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 task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62169C-D6D6-E4BB-3AEA-419A427FA2BE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0FE1BC5-D7AF-FFA5-FC79-B81375AC5A2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D29173B-8C62-AB95-2775-8170E9B8A11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DB87C55-5CCB-2C2D-EABF-D0D812C0747D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8F9EC15-BD9C-1409-D86C-834424416A5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DEEA17B-0935-EF76-45E2-80631AB8B334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720510E-1126-BB70-16FB-CFF0E3799E37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5F60150-3E25-BEB8-FD68-0794F474C18B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4AFD47C-7629-D737-A604-8F6E211FF9B4}"/>
                  </a:ext>
                </a:extLst>
              </p14:cNvPr>
              <p14:cNvContentPartPr/>
              <p14:nvPr/>
            </p14:nvContentPartPr>
            <p14:xfrm>
              <a:off x="745930" y="877010"/>
              <a:ext cx="849240" cy="188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4AFD47C-7629-D737-A604-8F6E211FF9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0450" y="861530"/>
                <a:ext cx="8798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53F7ABD-8A31-3416-C652-189F7E799247}"/>
                  </a:ext>
                </a:extLst>
              </p14:cNvPr>
              <p14:cNvContentPartPr/>
              <p14:nvPr/>
            </p14:nvContentPartPr>
            <p14:xfrm>
              <a:off x="1984330" y="873050"/>
              <a:ext cx="345600" cy="174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53F7ABD-8A31-3416-C652-189F7E7992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8850" y="857570"/>
                <a:ext cx="3762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BF3F381-AF04-D246-3E57-C38F7050EA91}"/>
                  </a:ext>
                </a:extLst>
              </p14:cNvPr>
              <p14:cNvContentPartPr/>
              <p14:nvPr/>
            </p14:nvContentPartPr>
            <p14:xfrm>
              <a:off x="2452330" y="785570"/>
              <a:ext cx="774360" cy="222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BF3F381-AF04-D246-3E57-C38F7050EA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36850" y="770090"/>
                <a:ext cx="8049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08B1F35-1867-BB29-574D-4850F62BDF6C}"/>
                  </a:ext>
                </a:extLst>
              </p14:cNvPr>
              <p14:cNvContentPartPr/>
              <p14:nvPr/>
            </p14:nvContentPartPr>
            <p14:xfrm>
              <a:off x="3381130" y="968090"/>
              <a:ext cx="47880" cy="756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08B1F35-1867-BB29-574D-4850F62BDF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65650" y="952610"/>
                <a:ext cx="784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B75A379-97F8-1CF1-02F7-254BCD5E8F58}"/>
                  </a:ext>
                </a:extLst>
              </p14:cNvPr>
              <p14:cNvContentPartPr/>
              <p14:nvPr/>
            </p14:nvContentPartPr>
            <p14:xfrm>
              <a:off x="3738250" y="745970"/>
              <a:ext cx="734760" cy="226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B75A379-97F8-1CF1-02F7-254BCD5E8F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22762" y="730490"/>
                <a:ext cx="765375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2D72992-2997-7848-13A9-83E4AAB1A010}"/>
                  </a:ext>
                </a:extLst>
              </p14:cNvPr>
              <p14:cNvContentPartPr/>
              <p14:nvPr/>
            </p14:nvContentPartPr>
            <p14:xfrm>
              <a:off x="1587250" y="1476050"/>
              <a:ext cx="95760" cy="597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2D72992-2997-7848-13A9-83E4AAB1A01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1712" y="1460570"/>
                <a:ext cx="126475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F0E8FC7-704A-0672-A47C-7EB08EF6EFA3}"/>
                  </a:ext>
                </a:extLst>
              </p14:cNvPr>
              <p14:cNvContentPartPr/>
              <p14:nvPr/>
            </p14:nvContentPartPr>
            <p14:xfrm>
              <a:off x="1869130" y="1222250"/>
              <a:ext cx="163080" cy="8971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F0E8FC7-704A-0672-A47C-7EB08EF6EFA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3650" y="1206776"/>
                <a:ext cx="193680" cy="9277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765682F-324E-C4C2-CBC0-D57AAEA19C8B}"/>
                  </a:ext>
                </a:extLst>
              </p14:cNvPr>
              <p14:cNvContentPartPr/>
              <p14:nvPr/>
            </p14:nvContentPartPr>
            <p14:xfrm>
              <a:off x="2174770" y="1349330"/>
              <a:ext cx="8280" cy="1375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765682F-324E-C4C2-CBC0-D57AAEA19C8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59290" y="1333850"/>
                <a:ext cx="388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9259DE3-17B1-703B-3EA2-18FB347739ED}"/>
                  </a:ext>
                </a:extLst>
              </p14:cNvPr>
              <p14:cNvContentPartPr/>
              <p14:nvPr/>
            </p14:nvContentPartPr>
            <p14:xfrm>
              <a:off x="2139130" y="1845410"/>
              <a:ext cx="63720" cy="131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9259DE3-17B1-703B-3EA2-18FB347739E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23650" y="1829930"/>
                <a:ext cx="943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CF005EF-74D9-2733-4603-18881713C783}"/>
                  </a:ext>
                </a:extLst>
              </p14:cNvPr>
              <p14:cNvContentPartPr/>
              <p14:nvPr/>
            </p14:nvContentPartPr>
            <p14:xfrm>
              <a:off x="2454130" y="1249970"/>
              <a:ext cx="86040" cy="8456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CF005EF-74D9-2733-4603-18881713C7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8650" y="1234490"/>
                <a:ext cx="116640" cy="87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500545C-7846-A10C-69C5-9F62D2EF81E7}"/>
                  </a:ext>
                </a:extLst>
              </p14:cNvPr>
              <p14:cNvContentPartPr/>
              <p14:nvPr/>
            </p14:nvContentPartPr>
            <p14:xfrm>
              <a:off x="2329570" y="1408730"/>
              <a:ext cx="413280" cy="655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500545C-7846-A10C-69C5-9F62D2EF81E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14090" y="1393335"/>
                <a:ext cx="443880" cy="95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76F2B1C-8CCF-BC94-9E9D-26AA5CFCDD1E}"/>
                  </a:ext>
                </a:extLst>
              </p14:cNvPr>
              <p14:cNvContentPartPr/>
              <p14:nvPr/>
            </p14:nvContentPartPr>
            <p14:xfrm>
              <a:off x="2873170" y="1400810"/>
              <a:ext cx="563760" cy="1087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76F2B1C-8CCF-BC94-9E9D-26AA5CFCDD1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57690" y="1385381"/>
                <a:ext cx="594360" cy="139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8312DC7-29C7-0977-FB5E-DE5E649D650F}"/>
                  </a:ext>
                </a:extLst>
              </p14:cNvPr>
              <p14:cNvContentPartPr/>
              <p14:nvPr/>
            </p14:nvContentPartPr>
            <p14:xfrm>
              <a:off x="2321650" y="1853330"/>
              <a:ext cx="1980360" cy="210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8312DC7-29C7-0977-FB5E-DE5E649D650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06173" y="1837876"/>
                <a:ext cx="2010954" cy="241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10DD8C5-5B36-4E0D-C077-48E64B92BA13}"/>
                  </a:ext>
                </a:extLst>
              </p14:cNvPr>
              <p14:cNvContentPartPr/>
              <p14:nvPr/>
            </p14:nvContentPartPr>
            <p14:xfrm>
              <a:off x="3595330" y="1365170"/>
              <a:ext cx="667080" cy="192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10DD8C5-5B36-4E0D-C077-48E64B92BA1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79850" y="1349719"/>
                <a:ext cx="697680" cy="223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86053ED-EAB1-BECA-ADE0-0FB65A5EF02E}"/>
                  </a:ext>
                </a:extLst>
              </p14:cNvPr>
              <p14:cNvContentPartPr/>
              <p14:nvPr/>
            </p14:nvContentPartPr>
            <p14:xfrm>
              <a:off x="4603690" y="813290"/>
              <a:ext cx="1383120" cy="2109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86053ED-EAB1-BECA-ADE0-0FB65A5EF02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88214" y="797784"/>
                <a:ext cx="1413712" cy="241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F542371-8D7B-235F-B494-A9E1AE86F6A8}"/>
                  </a:ext>
                </a:extLst>
              </p14:cNvPr>
              <p14:cNvContentPartPr/>
              <p14:nvPr/>
            </p14:nvContentPartPr>
            <p14:xfrm>
              <a:off x="5829850" y="968090"/>
              <a:ext cx="59760" cy="201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F542371-8D7B-235F-B494-A9E1AE86F6A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14370" y="952610"/>
                <a:ext cx="903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AA0156A-2363-E5D2-A53F-92E96537DAF4}"/>
                  </a:ext>
                </a:extLst>
              </p14:cNvPr>
              <p14:cNvContentPartPr/>
              <p14:nvPr/>
            </p14:nvContentPartPr>
            <p14:xfrm>
              <a:off x="6584050" y="884930"/>
              <a:ext cx="202680" cy="1472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AA0156A-2363-E5D2-A53F-92E96537DAF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68597" y="869450"/>
                <a:ext cx="233226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2B4EC43-33B5-AC2C-F9D9-5C439FC5969D}"/>
                  </a:ext>
                </a:extLst>
              </p14:cNvPr>
              <p14:cNvContentPartPr/>
              <p14:nvPr/>
            </p14:nvContentPartPr>
            <p14:xfrm>
              <a:off x="6266530" y="837050"/>
              <a:ext cx="87840" cy="2149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2B4EC43-33B5-AC2C-F9D9-5C439FC5969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51050" y="821544"/>
                <a:ext cx="118440" cy="2455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104EC4EB-5315-3C1F-EF83-207766C1251B}"/>
                  </a:ext>
                </a:extLst>
              </p14:cNvPr>
              <p14:cNvContentPartPr/>
              <p14:nvPr/>
            </p14:nvContentPartPr>
            <p14:xfrm>
              <a:off x="7032610" y="944330"/>
              <a:ext cx="159120" cy="795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104EC4EB-5315-3C1F-EF83-207766C1251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017130" y="928850"/>
                <a:ext cx="1897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7A81277-23BD-2026-EB3C-A69F95627020}"/>
                  </a:ext>
                </a:extLst>
              </p14:cNvPr>
              <p14:cNvContentPartPr/>
              <p14:nvPr/>
            </p14:nvContentPartPr>
            <p14:xfrm>
              <a:off x="7362010" y="908690"/>
              <a:ext cx="776160" cy="1155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7A81277-23BD-2026-EB3C-A69F9562702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46537" y="893210"/>
                <a:ext cx="806746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2E107F6-F4DC-7864-BEFF-EDA90432E69B}"/>
                  </a:ext>
                </a:extLst>
              </p14:cNvPr>
              <p14:cNvContentPartPr/>
              <p14:nvPr/>
            </p14:nvContentPartPr>
            <p14:xfrm>
              <a:off x="1126810" y="1261850"/>
              <a:ext cx="385200" cy="3654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2E107F6-F4DC-7864-BEFF-EDA90432E69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11330" y="1246370"/>
                <a:ext cx="41580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6BC3CCF2-F3AA-8C21-F3D3-B7F3F19EFF74}"/>
                  </a:ext>
                </a:extLst>
              </p14:cNvPr>
              <p14:cNvContentPartPr/>
              <p14:nvPr/>
            </p14:nvContentPartPr>
            <p14:xfrm>
              <a:off x="4714570" y="1523930"/>
              <a:ext cx="154800" cy="637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6BC3CCF2-F3AA-8C21-F3D3-B7F3F19EFF7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699090" y="1508537"/>
                <a:ext cx="185400" cy="94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31582158-26A3-DE4C-44DA-E0358F5E45BE}"/>
                  </a:ext>
                </a:extLst>
              </p14:cNvPr>
              <p14:cNvContentPartPr/>
              <p14:nvPr/>
            </p14:nvContentPartPr>
            <p14:xfrm>
              <a:off x="5202730" y="1309370"/>
              <a:ext cx="920880" cy="2941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31582158-26A3-DE4C-44DA-E0358F5E45B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87244" y="1293890"/>
                <a:ext cx="951492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B71F9BC0-A6A8-20AE-AFCB-C5086F760ACD}"/>
                  </a:ext>
                </a:extLst>
              </p14:cNvPr>
              <p14:cNvContentPartPr/>
              <p14:nvPr/>
            </p14:nvContentPartPr>
            <p14:xfrm>
              <a:off x="6186970" y="1373090"/>
              <a:ext cx="87840" cy="2008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B71F9BC0-A6A8-20AE-AFCB-C5086F760AC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71426" y="1357638"/>
                <a:ext cx="118566" cy="2314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C7BB261-726E-1B45-4A45-BD2ADA9262DB}"/>
                  </a:ext>
                </a:extLst>
              </p14:cNvPr>
              <p14:cNvContentPartPr/>
              <p14:nvPr/>
            </p14:nvContentPartPr>
            <p14:xfrm>
              <a:off x="1611010" y="2405210"/>
              <a:ext cx="384120" cy="2062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C7BB261-726E-1B45-4A45-BD2ADA9262D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95530" y="2389730"/>
                <a:ext cx="4147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C4594A3-DD17-4849-A950-82E55F4EB8CA}"/>
                  </a:ext>
                </a:extLst>
              </p14:cNvPr>
              <p14:cNvContentPartPr/>
              <p14:nvPr/>
            </p14:nvContentPartPr>
            <p14:xfrm>
              <a:off x="815050" y="2404850"/>
              <a:ext cx="608760" cy="2185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C4594A3-DD17-4849-A950-82E55F4EB8C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99561" y="2389370"/>
                <a:ext cx="639378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CF65406-6E14-135F-D3C8-5FF3D345CE57}"/>
                  </a:ext>
                </a:extLst>
              </p14:cNvPr>
              <p14:cNvContentPartPr/>
              <p14:nvPr/>
            </p14:nvContentPartPr>
            <p14:xfrm>
              <a:off x="2163250" y="2383250"/>
              <a:ext cx="797760" cy="3034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CF65406-6E14-135F-D3C8-5FF3D345CE5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47770" y="2367752"/>
                <a:ext cx="828360" cy="334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8819049-E404-53AE-D507-FAC8000EDBA9}"/>
                  </a:ext>
                </a:extLst>
              </p14:cNvPr>
              <p14:cNvContentPartPr/>
              <p14:nvPr/>
            </p14:nvContentPartPr>
            <p14:xfrm>
              <a:off x="5389930" y="2452370"/>
              <a:ext cx="79200" cy="1746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8819049-E404-53AE-D507-FAC8000EDBA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374450" y="2436890"/>
                <a:ext cx="1098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B8E951D-7A8E-6C22-E101-5135C2CD0129}"/>
                  </a:ext>
                </a:extLst>
              </p14:cNvPr>
              <p14:cNvContentPartPr/>
              <p14:nvPr/>
            </p14:nvContentPartPr>
            <p14:xfrm>
              <a:off x="5679010" y="2412770"/>
              <a:ext cx="512280" cy="1947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B8E951D-7A8E-6C22-E101-5135C2CD012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663519" y="2397290"/>
                <a:ext cx="542902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18BAB102-6E8F-F73D-0429-2CDE3BFE860C}"/>
                  </a:ext>
                </a:extLst>
              </p14:cNvPr>
              <p14:cNvContentPartPr/>
              <p14:nvPr/>
            </p14:nvContentPartPr>
            <p14:xfrm>
              <a:off x="4341610" y="2416730"/>
              <a:ext cx="770040" cy="2822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18BAB102-6E8F-F73D-0429-2CDE3BFE860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26130" y="2401230"/>
                <a:ext cx="800640" cy="312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95EC5A33-231A-E6F6-FEFA-97CFCBB2A774}"/>
                  </a:ext>
                </a:extLst>
              </p14:cNvPr>
              <p14:cNvContentPartPr/>
              <p14:nvPr/>
            </p14:nvContentPartPr>
            <p14:xfrm>
              <a:off x="3960730" y="2440490"/>
              <a:ext cx="190440" cy="1587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95EC5A33-231A-E6F6-FEFA-97CFCBB2A77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945279" y="2425010"/>
                <a:ext cx="220982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E91B2764-FB83-BBBC-92B1-FF1E6C041BD2}"/>
                  </a:ext>
                </a:extLst>
              </p14:cNvPr>
              <p14:cNvContentPartPr/>
              <p14:nvPr/>
            </p14:nvContentPartPr>
            <p14:xfrm>
              <a:off x="3071530" y="2329610"/>
              <a:ext cx="662400" cy="36540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E91B2764-FB83-BBBC-92B1-FF1E6C041BD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56042" y="2314130"/>
                <a:ext cx="693017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DCDE2C0E-794D-422D-F10F-65C9031BB697}"/>
                  </a:ext>
                </a:extLst>
              </p14:cNvPr>
              <p14:cNvContentPartPr/>
              <p14:nvPr/>
            </p14:nvContentPartPr>
            <p14:xfrm>
              <a:off x="7032610" y="2484410"/>
              <a:ext cx="393120" cy="13140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DCDE2C0E-794D-422D-F10F-65C9031BB69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17130" y="2468930"/>
                <a:ext cx="4237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746DB085-BB5E-9B9B-8A10-64170CA2BE95}"/>
                  </a:ext>
                </a:extLst>
              </p14:cNvPr>
              <p14:cNvContentPartPr/>
              <p14:nvPr/>
            </p14:nvContentPartPr>
            <p14:xfrm>
              <a:off x="6449050" y="2337530"/>
              <a:ext cx="325800" cy="2901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746DB085-BB5E-9B9B-8A10-64170CA2BE9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33570" y="2322050"/>
                <a:ext cx="3564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B3608D3B-73D9-4AD1-02A9-3C626207EF72}"/>
                  </a:ext>
                </a:extLst>
              </p14:cNvPr>
              <p14:cNvContentPartPr/>
              <p14:nvPr/>
            </p14:nvContentPartPr>
            <p14:xfrm>
              <a:off x="7619770" y="2365250"/>
              <a:ext cx="1268640" cy="29808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B3608D3B-73D9-4AD1-02A9-3C626207EF7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04290" y="2349770"/>
                <a:ext cx="12992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0EF1F6A2-96A0-8DDA-B409-37FBEC95C8D2}"/>
                  </a:ext>
                </a:extLst>
              </p14:cNvPr>
              <p14:cNvContentPartPr/>
              <p14:nvPr/>
            </p14:nvContentPartPr>
            <p14:xfrm>
              <a:off x="5222530" y="2948450"/>
              <a:ext cx="1512360" cy="25272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0EF1F6A2-96A0-8DDA-B409-37FBEC95C8D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207050" y="2932970"/>
                <a:ext cx="15429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BC7FF4CD-797A-DECF-759E-854D7ED5609E}"/>
                  </a:ext>
                </a:extLst>
              </p14:cNvPr>
              <p14:cNvContentPartPr/>
              <p14:nvPr/>
            </p14:nvContentPartPr>
            <p14:xfrm>
              <a:off x="3746890" y="2883290"/>
              <a:ext cx="1281600" cy="2959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BC7FF4CD-797A-DECF-759E-854D7ED5609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31414" y="2867791"/>
                <a:ext cx="1312191" cy="326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DDF8F599-1925-18D1-AA79-5F962FA00C86}"/>
                  </a:ext>
                </a:extLst>
              </p14:cNvPr>
              <p14:cNvContentPartPr/>
              <p14:nvPr/>
            </p14:nvContentPartPr>
            <p14:xfrm>
              <a:off x="2448370" y="2952410"/>
              <a:ext cx="1072080" cy="21852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DDF8F599-1925-18D1-AA79-5F962FA00C8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32890" y="2936930"/>
                <a:ext cx="11026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2AD256AF-4C8E-4E10-5ECA-1044FD8C05CE}"/>
                  </a:ext>
                </a:extLst>
              </p14:cNvPr>
              <p14:cNvContentPartPr/>
              <p14:nvPr/>
            </p14:nvContentPartPr>
            <p14:xfrm>
              <a:off x="1190530" y="2904890"/>
              <a:ext cx="1068120" cy="28188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2AD256AF-4C8E-4E10-5ECA-1044FD8C05C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75050" y="2889390"/>
                <a:ext cx="1098720" cy="312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D7B58051-4728-4A3A-6450-1D14192A44F5}"/>
                  </a:ext>
                </a:extLst>
              </p14:cNvPr>
              <p14:cNvContentPartPr/>
              <p14:nvPr/>
            </p14:nvContentPartPr>
            <p14:xfrm>
              <a:off x="583210" y="3055730"/>
              <a:ext cx="405360" cy="1389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D7B58051-4728-4A3A-6450-1D14192A44F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67716" y="3040210"/>
                <a:ext cx="435987" cy="1696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B3C9C693-35E1-3D67-B7F3-E8B43026E834}"/>
                  </a:ext>
                </a:extLst>
              </p14:cNvPr>
              <p14:cNvContentPartPr/>
              <p14:nvPr/>
            </p14:nvContentPartPr>
            <p14:xfrm>
              <a:off x="5373370" y="1611050"/>
              <a:ext cx="20160" cy="684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B3C9C693-35E1-3D67-B7F3-E8B43026E83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57890" y="1595488"/>
                <a:ext cx="50760" cy="991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6A5A7829-B8EB-9002-7185-FBC8593404D2}"/>
                  </a:ext>
                </a:extLst>
              </p14:cNvPr>
              <p14:cNvContentPartPr/>
              <p14:nvPr/>
            </p14:nvContentPartPr>
            <p14:xfrm>
              <a:off x="5214610" y="1817330"/>
              <a:ext cx="754560" cy="29052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6A5A7829-B8EB-9002-7185-FBC8593404D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199130" y="1801831"/>
                <a:ext cx="785160" cy="3211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55338390-1DF5-33C4-A3ED-C1536256B2EC}"/>
                  </a:ext>
                </a:extLst>
              </p14:cNvPr>
              <p14:cNvContentPartPr/>
              <p14:nvPr/>
            </p14:nvContentPartPr>
            <p14:xfrm>
              <a:off x="6020290" y="1777730"/>
              <a:ext cx="401400" cy="2901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55338390-1DF5-33C4-A3ED-C1536256B2E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004796" y="1762250"/>
                <a:ext cx="432027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C8E40EA1-46DE-B75E-A117-BF885E67C72B}"/>
                  </a:ext>
                </a:extLst>
              </p14:cNvPr>
              <p14:cNvContentPartPr/>
              <p14:nvPr/>
            </p14:nvContentPartPr>
            <p14:xfrm>
              <a:off x="4956850" y="1281650"/>
              <a:ext cx="119520" cy="84960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C8E40EA1-46DE-B75E-A117-BF885E67C72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41370" y="1266170"/>
                <a:ext cx="150120" cy="8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6713D78B-24EA-92EC-B633-85D28D4D0A0C}"/>
                  </a:ext>
                </a:extLst>
              </p14:cNvPr>
              <p14:cNvContentPartPr/>
              <p14:nvPr/>
            </p14:nvContentPartPr>
            <p14:xfrm>
              <a:off x="6524290" y="1305410"/>
              <a:ext cx="67680" cy="82188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6713D78B-24EA-92EC-B633-85D28D4D0A0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508810" y="1289930"/>
                <a:ext cx="98280" cy="85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50E11290-E5EE-45C0-2254-0CE51A6F827B}"/>
                  </a:ext>
                </a:extLst>
              </p14:cNvPr>
              <p14:cNvContentPartPr/>
              <p14:nvPr/>
            </p14:nvContentPartPr>
            <p14:xfrm>
              <a:off x="6893650" y="3075530"/>
              <a:ext cx="12240" cy="7200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50E11290-E5EE-45C0-2254-0CE51A6F827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878170" y="3059972"/>
                <a:ext cx="42840" cy="1027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2B44D1C7-87C2-F218-0383-1A2A20E1ACE8}"/>
                  </a:ext>
                </a:extLst>
              </p14:cNvPr>
              <p14:cNvContentPartPr/>
              <p14:nvPr/>
            </p14:nvContentPartPr>
            <p14:xfrm>
              <a:off x="1345330" y="3611210"/>
              <a:ext cx="119520" cy="5220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2B44D1C7-87C2-F218-0383-1A2A20E1ACE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329850" y="3595622"/>
                <a:ext cx="150120" cy="83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7274A2D9-7D21-EBBE-6129-0F12A5C0AE84}"/>
                  </a:ext>
                </a:extLst>
              </p14:cNvPr>
              <p14:cNvContentPartPr/>
              <p14:nvPr/>
            </p14:nvContentPartPr>
            <p14:xfrm>
              <a:off x="774010" y="3373250"/>
              <a:ext cx="428040" cy="37368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7274A2D9-7D21-EBBE-6129-0F12A5C0AE8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58530" y="3357755"/>
                <a:ext cx="458640" cy="404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335A6370-B966-C45B-4487-FAAD2E8F4D57}"/>
                  </a:ext>
                </a:extLst>
              </p14:cNvPr>
              <p14:cNvContentPartPr/>
              <p14:nvPr/>
            </p14:nvContentPartPr>
            <p14:xfrm>
              <a:off x="2012050" y="3461090"/>
              <a:ext cx="325440" cy="23400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335A6370-B966-C45B-4487-FAAD2E8F4D5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96587" y="3445610"/>
                <a:ext cx="356006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4AA62546-0661-6772-A0BD-B4E7D73C32E5}"/>
                  </a:ext>
                </a:extLst>
              </p14:cNvPr>
              <p14:cNvContentPartPr/>
              <p14:nvPr/>
            </p14:nvContentPartPr>
            <p14:xfrm>
              <a:off x="3908890" y="3343370"/>
              <a:ext cx="492120" cy="27648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4AA62546-0661-6772-A0BD-B4E7D73C32E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893410" y="3327890"/>
                <a:ext cx="5227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9A99539A-E67D-0D04-E931-AFA7D6E9904D}"/>
                  </a:ext>
                </a:extLst>
              </p14:cNvPr>
              <p14:cNvContentPartPr/>
              <p14:nvPr/>
            </p14:nvContentPartPr>
            <p14:xfrm>
              <a:off x="2492290" y="3428690"/>
              <a:ext cx="1230480" cy="27432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9A99539A-E67D-0D04-E931-AFA7D6E9904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476815" y="3413210"/>
                <a:ext cx="1261071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243FC42A-6286-0C5E-58CC-45CA431D2BCD}"/>
                  </a:ext>
                </a:extLst>
              </p14:cNvPr>
              <p14:cNvContentPartPr/>
              <p14:nvPr/>
            </p14:nvContentPartPr>
            <p14:xfrm>
              <a:off x="2567530" y="3327530"/>
              <a:ext cx="210600" cy="15732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243FC42A-6286-0C5E-58CC-45CA431D2BC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552050" y="3312050"/>
                <a:ext cx="2412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E9AF0214-37FF-21F1-DE28-78D05AA3B8B4}"/>
                  </a:ext>
                </a:extLst>
              </p14:cNvPr>
              <p14:cNvContentPartPr/>
              <p14:nvPr/>
            </p14:nvContentPartPr>
            <p14:xfrm>
              <a:off x="4524130" y="3452810"/>
              <a:ext cx="117360" cy="24660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E9AF0214-37FF-21F1-DE28-78D05AA3B8B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08602" y="3437330"/>
                <a:ext cx="148054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E4959478-C3A5-7B69-6C48-89D86442DE14}"/>
                  </a:ext>
                </a:extLst>
              </p14:cNvPr>
              <p14:cNvContentPartPr/>
              <p14:nvPr/>
            </p14:nvContentPartPr>
            <p14:xfrm>
              <a:off x="3155410" y="4072370"/>
              <a:ext cx="547920" cy="22212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E4959478-C3A5-7B69-6C48-89D86442DE1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139920" y="4056890"/>
                <a:ext cx="5785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930154C7-3BDE-EFA9-FCA3-962044FF0E9E}"/>
                  </a:ext>
                </a:extLst>
              </p14:cNvPr>
              <p14:cNvContentPartPr/>
              <p14:nvPr/>
            </p14:nvContentPartPr>
            <p14:xfrm>
              <a:off x="2436490" y="3889130"/>
              <a:ext cx="564120" cy="36144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930154C7-3BDE-EFA9-FCA3-962044FF0E9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421000" y="3873650"/>
                <a:ext cx="5947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4A5C167D-9958-30BF-EFCE-6109B977F1B6}"/>
                  </a:ext>
                </a:extLst>
              </p14:cNvPr>
              <p14:cNvContentPartPr/>
              <p14:nvPr/>
            </p14:nvContentPartPr>
            <p14:xfrm>
              <a:off x="1992250" y="3988490"/>
              <a:ext cx="294120" cy="2509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4A5C167D-9958-30BF-EFCE-6109B977F1B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76770" y="3973010"/>
                <a:ext cx="32472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EE56D45C-9FF5-B415-8ECF-E0D2D07579D3}"/>
                  </a:ext>
                </a:extLst>
              </p14:cNvPr>
              <p14:cNvContentPartPr/>
              <p14:nvPr/>
            </p14:nvContentPartPr>
            <p14:xfrm>
              <a:off x="3813850" y="3893090"/>
              <a:ext cx="841320" cy="3888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EE56D45C-9FF5-B415-8ECF-E0D2D07579D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798370" y="3877610"/>
                <a:ext cx="87192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AC7C90C0-7B16-9301-E381-F15EDE6F48B5}"/>
                  </a:ext>
                </a:extLst>
              </p14:cNvPr>
              <p14:cNvContentPartPr/>
              <p14:nvPr/>
            </p14:nvContentPartPr>
            <p14:xfrm>
              <a:off x="8488810" y="4063730"/>
              <a:ext cx="178560" cy="206640"/>
            </p14:xfrm>
          </p:contentPart>
        </mc:Choice>
        <mc:Fallback xmlns=""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AC7C90C0-7B16-9301-E381-F15EDE6F48B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473330" y="4048250"/>
                <a:ext cx="2091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DF09EFDA-2F4E-723E-B757-8248150C743B}"/>
                  </a:ext>
                </a:extLst>
              </p14:cNvPr>
              <p14:cNvContentPartPr/>
              <p14:nvPr/>
            </p14:nvContentPartPr>
            <p14:xfrm>
              <a:off x="7790410" y="4048250"/>
              <a:ext cx="504360" cy="19872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DF09EFDA-2F4E-723E-B757-8248150C743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774930" y="4032742"/>
                <a:ext cx="534960" cy="229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4843C2D4-18F7-11F1-ACEE-5469E86D6879}"/>
                  </a:ext>
                </a:extLst>
              </p14:cNvPr>
              <p14:cNvContentPartPr/>
              <p14:nvPr/>
            </p14:nvContentPartPr>
            <p14:xfrm>
              <a:off x="7453090" y="4055810"/>
              <a:ext cx="139320" cy="182880"/>
            </p14:xfrm>
          </p:contentPart>
        </mc:Choice>
        <mc:Fallback xmlns=""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4843C2D4-18F7-11F1-ACEE-5469E86D687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437570" y="4040330"/>
                <a:ext cx="169999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1F51D9F0-7C34-B242-A084-755C2290E249}"/>
                  </a:ext>
                </a:extLst>
              </p14:cNvPr>
              <p14:cNvContentPartPr/>
              <p14:nvPr/>
            </p14:nvContentPartPr>
            <p14:xfrm>
              <a:off x="7016410" y="4016210"/>
              <a:ext cx="210960" cy="22464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1F51D9F0-7C34-B242-A084-755C2290E24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000904" y="4000755"/>
                <a:ext cx="241612" cy="2551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3135F479-40FC-1BA4-2540-297A5DE0390E}"/>
                  </a:ext>
                </a:extLst>
              </p14:cNvPr>
              <p14:cNvContentPartPr/>
              <p14:nvPr/>
            </p14:nvContentPartPr>
            <p14:xfrm>
              <a:off x="5682970" y="4032050"/>
              <a:ext cx="1179000" cy="250560"/>
            </p14:xfrm>
          </p:contentPart>
        </mc:Choice>
        <mc:Fallback xmlns=""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3135F479-40FC-1BA4-2540-297A5DE0390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67490" y="4016548"/>
                <a:ext cx="1209600" cy="281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62AD8214-5F6D-CDC5-A5F9-40AB9D1314E0}"/>
                  </a:ext>
                </a:extLst>
              </p14:cNvPr>
              <p14:cNvContentPartPr/>
              <p14:nvPr/>
            </p14:nvContentPartPr>
            <p14:xfrm>
              <a:off x="7611850" y="3490250"/>
              <a:ext cx="651240" cy="189000"/>
            </p14:xfrm>
          </p:contentPart>
        </mc:Choice>
        <mc:Fallback xmlns=""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62AD8214-5F6D-CDC5-A5F9-40AB9D1314E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596370" y="3474770"/>
                <a:ext cx="6818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E93CBBB4-28ED-DA6F-AAA9-5F2457AD53A1}"/>
                  </a:ext>
                </a:extLst>
              </p14:cNvPr>
              <p14:cNvContentPartPr/>
              <p14:nvPr/>
            </p14:nvContentPartPr>
            <p14:xfrm>
              <a:off x="7207210" y="3512210"/>
              <a:ext cx="198720" cy="155160"/>
            </p14:xfrm>
          </p:contentPart>
        </mc:Choice>
        <mc:Fallback xmlns=""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E93CBBB4-28ED-DA6F-AAA9-5F2457AD53A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191730" y="3496730"/>
                <a:ext cx="2293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0F5FA7D9-68DD-12AF-A97E-98B666979524}"/>
                  </a:ext>
                </a:extLst>
              </p14:cNvPr>
              <p14:cNvContentPartPr/>
              <p14:nvPr/>
            </p14:nvContentPartPr>
            <p14:xfrm>
              <a:off x="5802130" y="3484850"/>
              <a:ext cx="1165320" cy="23616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0F5FA7D9-68DD-12AF-A97E-98B66697952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786650" y="3469394"/>
                <a:ext cx="1195920" cy="2667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798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DEEBF4-02BE-A9BC-23B2-A4B766234163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The key to regression is to develop a hypothesis (or a model) that predicts the probability for each input to fit each output class.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Our model requires us to find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equations (equal to the number of classes for our output).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DEEBF4-02BE-A9BC-23B2-A4B7662341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762" t="-1042" r="-457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CFF2BE1-7148-3377-AE83-D2963F46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27754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C47E-C06F-672C-8791-CCB8EBBF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DC8FE1-24E9-B593-4C9C-CF5C5C95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E62075-1D25-0C8C-40AC-F96E8DF6EC77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589E9A9-A057-F750-5A76-636B0505541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6B55BAA-5BE5-A539-1994-C4A3D84FE5F7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31F3F5-EE3A-B36A-CE02-190B46994E90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AD44D09-FD25-ED10-C1AE-7923F1645DF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3B2818-189C-FA3A-6019-C564DE5B0480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8CF957-5AC2-4D4B-916A-8228FA99CCC3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0ED8D5-601F-1CE7-14BA-5147CDE71090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906F611-03FB-C0BF-2B48-8BB4E781A7BE}"/>
                  </a:ext>
                </a:extLst>
              </p14:cNvPr>
              <p14:cNvContentPartPr/>
              <p14:nvPr/>
            </p14:nvContentPartPr>
            <p14:xfrm>
              <a:off x="519850" y="890690"/>
              <a:ext cx="1095480" cy="192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906F611-03FB-C0BF-2B48-8BB4E781A7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375" y="875210"/>
                <a:ext cx="112607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363F85D-3542-E13F-7D97-B1C798138C9F}"/>
                  </a:ext>
                </a:extLst>
              </p14:cNvPr>
              <p14:cNvContentPartPr/>
              <p14:nvPr/>
            </p14:nvContentPartPr>
            <p14:xfrm>
              <a:off x="4345570" y="853250"/>
              <a:ext cx="417240" cy="1864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363F85D-3542-E13F-7D97-B1C798138C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0077" y="837770"/>
                <a:ext cx="447866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9E3A474-76B2-5558-870F-C04400043210}"/>
                  </a:ext>
                </a:extLst>
              </p14:cNvPr>
              <p14:cNvContentPartPr/>
              <p14:nvPr/>
            </p14:nvContentPartPr>
            <p14:xfrm>
              <a:off x="2757970" y="821210"/>
              <a:ext cx="1353960" cy="2664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9E3A474-76B2-5558-870F-C044000432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2486" y="805730"/>
                <a:ext cx="1384568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AF5925A-059E-3449-A5E4-EF95A15B165C}"/>
                  </a:ext>
                </a:extLst>
              </p14:cNvPr>
              <p14:cNvContentPartPr/>
              <p14:nvPr/>
            </p14:nvContentPartPr>
            <p14:xfrm>
              <a:off x="1810090" y="781610"/>
              <a:ext cx="769680" cy="268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AF5925A-059E-3449-A5E4-EF95A15B165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94617" y="766109"/>
                <a:ext cx="800266" cy="298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0913101-3D3F-B2B4-5C65-F1652A97EE30}"/>
                  </a:ext>
                </a:extLst>
              </p14:cNvPr>
              <p14:cNvContentPartPr/>
              <p14:nvPr/>
            </p14:nvContentPartPr>
            <p14:xfrm>
              <a:off x="4921210" y="920570"/>
              <a:ext cx="309240" cy="1036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0913101-3D3F-B2B4-5C65-F1652A97EE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05748" y="905036"/>
                <a:ext cx="339804" cy="134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860B9F9-457F-9512-BC34-E6AE0982E870}"/>
                  </a:ext>
                </a:extLst>
              </p14:cNvPr>
              <p14:cNvContentPartPr/>
              <p14:nvPr/>
            </p14:nvContentPartPr>
            <p14:xfrm>
              <a:off x="5595850" y="829130"/>
              <a:ext cx="1325880" cy="2304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860B9F9-457F-9512-BC34-E6AE0982E87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80370" y="813626"/>
                <a:ext cx="1356480" cy="261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A8F3C2C-9CBB-E02D-0658-60252071FCA7}"/>
                  </a:ext>
                </a:extLst>
              </p14:cNvPr>
              <p14:cNvContentPartPr/>
              <p14:nvPr/>
            </p14:nvContentPartPr>
            <p14:xfrm>
              <a:off x="7953130" y="880970"/>
              <a:ext cx="306000" cy="1828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A8F3C2C-9CBB-E02D-0658-60252071FC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37650" y="865490"/>
                <a:ext cx="3366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2AE66B9-B46D-C5B7-2ABC-571C6910CC60}"/>
                  </a:ext>
                </a:extLst>
              </p14:cNvPr>
              <p14:cNvContentPartPr/>
              <p14:nvPr/>
            </p14:nvContentPartPr>
            <p14:xfrm>
              <a:off x="7123690" y="874850"/>
              <a:ext cx="635400" cy="173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2AE66B9-B46D-C5B7-2ABC-571C6910CC6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08201" y="859370"/>
                <a:ext cx="666017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FA5D0FD-F837-5B11-37DB-D26B774C952B}"/>
                  </a:ext>
                </a:extLst>
              </p14:cNvPr>
              <p14:cNvContentPartPr/>
              <p14:nvPr/>
            </p14:nvContentPartPr>
            <p14:xfrm>
              <a:off x="2095210" y="1555610"/>
              <a:ext cx="360" cy="82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FA5D0FD-F837-5B11-37DB-D26B774C952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79730" y="1540130"/>
                <a:ext cx="309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97A9775-4D85-B76D-25D4-EACA5DB3A178}"/>
                  </a:ext>
                </a:extLst>
              </p14:cNvPr>
              <p14:cNvContentPartPr/>
              <p14:nvPr/>
            </p14:nvContentPartPr>
            <p14:xfrm>
              <a:off x="3964690" y="1412690"/>
              <a:ext cx="569880" cy="123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97A9775-4D85-B76D-25D4-EACA5DB3A17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49220" y="1397165"/>
                <a:ext cx="600461" cy="154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3EE08AC-B754-DDA8-D0B5-6C6F265547A3}"/>
                  </a:ext>
                </a:extLst>
              </p14:cNvPr>
              <p14:cNvContentPartPr/>
              <p14:nvPr/>
            </p14:nvContentPartPr>
            <p14:xfrm>
              <a:off x="3611530" y="1392890"/>
              <a:ext cx="162360" cy="1314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3EE08AC-B754-DDA8-D0B5-6C6F265547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96084" y="1377410"/>
                <a:ext cx="192892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B56ED31-48F3-27C7-6981-14D28BB7803A}"/>
                  </a:ext>
                </a:extLst>
              </p14:cNvPr>
              <p14:cNvContentPartPr/>
              <p14:nvPr/>
            </p14:nvContentPartPr>
            <p14:xfrm>
              <a:off x="2984410" y="1408730"/>
              <a:ext cx="436680" cy="147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B56ED31-48F3-27C7-6981-14D28BB7803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68943" y="1393250"/>
                <a:ext cx="467255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3D66623-1574-DF82-CC4F-2312B9787577}"/>
                  </a:ext>
                </a:extLst>
              </p14:cNvPr>
              <p14:cNvContentPartPr/>
              <p14:nvPr/>
            </p14:nvContentPartPr>
            <p14:xfrm>
              <a:off x="2381410" y="1373090"/>
              <a:ext cx="389160" cy="1731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3D66623-1574-DF82-CC4F-2312B978757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65916" y="1357610"/>
                <a:ext cx="419788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413A454-56B9-321A-52B7-E6A512AB57F3}"/>
                  </a:ext>
                </a:extLst>
              </p14:cNvPr>
              <p14:cNvContentPartPr/>
              <p14:nvPr/>
            </p14:nvContentPartPr>
            <p14:xfrm>
              <a:off x="1825570" y="1388930"/>
              <a:ext cx="123480" cy="1573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413A454-56B9-321A-52B7-E6A512AB57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10090" y="1373450"/>
                <a:ext cx="1540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D1ECBDF-0B44-7376-CF6D-752770AD70BB}"/>
                  </a:ext>
                </a:extLst>
              </p14:cNvPr>
              <p14:cNvContentPartPr/>
              <p14:nvPr/>
            </p14:nvContentPartPr>
            <p14:xfrm>
              <a:off x="1436410" y="1393250"/>
              <a:ext cx="190800" cy="1627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D1ECBDF-0B44-7376-CF6D-752770AD70B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20930" y="1377736"/>
                <a:ext cx="221400" cy="1933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556A37C-F54C-1DED-3E27-91FF7166AA97}"/>
                  </a:ext>
                </a:extLst>
              </p14:cNvPr>
              <p14:cNvContentPartPr/>
              <p14:nvPr/>
            </p14:nvContentPartPr>
            <p14:xfrm>
              <a:off x="638650" y="1388930"/>
              <a:ext cx="599760" cy="2660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556A37C-F54C-1DED-3E27-91FF7166AA9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23170" y="1373471"/>
                <a:ext cx="630360" cy="296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DC522DE8-01B6-4E7A-9CC3-71AB746866C4}"/>
                  </a:ext>
                </a:extLst>
              </p14:cNvPr>
              <p14:cNvContentPartPr/>
              <p14:nvPr/>
            </p14:nvContentPartPr>
            <p14:xfrm>
              <a:off x="194410" y="952610"/>
              <a:ext cx="143280" cy="1173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DC522DE8-01B6-4E7A-9CC3-71AB746866C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8930" y="937130"/>
                <a:ext cx="1738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8048FA8-F0AF-A992-BAF4-FEA2D00AC03B}"/>
                  </a:ext>
                </a:extLst>
              </p14:cNvPr>
              <p14:cNvContentPartPr/>
              <p14:nvPr/>
            </p14:nvContentPartPr>
            <p14:xfrm>
              <a:off x="287650" y="2020010"/>
              <a:ext cx="149040" cy="1155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8048FA8-F0AF-A992-BAF4-FEA2D00AC0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2170" y="2004530"/>
                <a:ext cx="1796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0BD4071C-281C-D5EA-A1B8-FD1A63893EE6}"/>
                  </a:ext>
                </a:extLst>
              </p14:cNvPr>
              <p14:cNvContentPartPr/>
              <p14:nvPr/>
            </p14:nvContentPartPr>
            <p14:xfrm>
              <a:off x="1257850" y="1801490"/>
              <a:ext cx="647280" cy="3376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0BD4071C-281C-D5EA-A1B8-FD1A63893E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242370" y="1786010"/>
                <a:ext cx="67788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796146F-4C9C-9DF0-3724-B9AB44ADBBE0}"/>
                  </a:ext>
                </a:extLst>
              </p14:cNvPr>
              <p14:cNvContentPartPr/>
              <p14:nvPr/>
            </p14:nvContentPartPr>
            <p14:xfrm>
              <a:off x="581050" y="1900850"/>
              <a:ext cx="379800" cy="1987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796146F-4C9C-9DF0-3724-B9AB44ADBBE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65570" y="1885370"/>
                <a:ext cx="4104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3AD4D8D2-52FB-71A1-FB87-05D860C54332}"/>
                  </a:ext>
                </a:extLst>
              </p14:cNvPr>
              <p14:cNvContentPartPr/>
              <p14:nvPr/>
            </p14:nvContentPartPr>
            <p14:xfrm>
              <a:off x="2099170" y="1865570"/>
              <a:ext cx="703440" cy="2199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3AD4D8D2-52FB-71A1-FB87-05D860C5433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83682" y="1850090"/>
                <a:ext cx="734056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CFE57A6-4670-137A-44E8-CA76367E0BE1}"/>
                  </a:ext>
                </a:extLst>
              </p14:cNvPr>
              <p14:cNvContentPartPr/>
              <p14:nvPr/>
            </p14:nvContentPartPr>
            <p14:xfrm>
              <a:off x="3813850" y="1992290"/>
              <a:ext cx="43920" cy="914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CFE57A6-4670-137A-44E8-CA76367E0BE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98496" y="1976871"/>
                <a:ext cx="74271" cy="1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62220130-602D-92A7-95B3-FF8FBAF6FE13}"/>
                  </a:ext>
                </a:extLst>
              </p14:cNvPr>
              <p14:cNvContentPartPr/>
              <p14:nvPr/>
            </p14:nvContentPartPr>
            <p14:xfrm>
              <a:off x="3000250" y="1886810"/>
              <a:ext cx="666720" cy="2008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62220130-602D-92A7-95B3-FF8FBAF6FE1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84778" y="1871358"/>
                <a:ext cx="697303" cy="2314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D9C66573-ED4E-BC69-FF21-D80BEC71240F}"/>
                  </a:ext>
                </a:extLst>
              </p14:cNvPr>
              <p14:cNvContentPartPr/>
              <p14:nvPr/>
            </p14:nvContentPartPr>
            <p14:xfrm>
              <a:off x="4556530" y="1896890"/>
              <a:ext cx="753840" cy="1904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D9C66573-ED4E-BC69-FF21-D80BEC71240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41050" y="1881410"/>
                <a:ext cx="7844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E83EE10-4D43-6BA8-7C7A-87708D671637}"/>
                  </a:ext>
                </a:extLst>
              </p14:cNvPr>
              <p14:cNvContentPartPr/>
              <p14:nvPr/>
            </p14:nvContentPartPr>
            <p14:xfrm>
              <a:off x="3798010" y="1900850"/>
              <a:ext cx="536040" cy="1951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E83EE10-4D43-6BA8-7C7A-87708D67163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82540" y="1885341"/>
                <a:ext cx="566619" cy="225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211BF336-7B6C-7766-E4D2-5C98514592CC}"/>
                  </a:ext>
                </a:extLst>
              </p14:cNvPr>
              <p14:cNvContentPartPr/>
              <p14:nvPr/>
            </p14:nvContentPartPr>
            <p14:xfrm>
              <a:off x="7421410" y="1894730"/>
              <a:ext cx="802080" cy="2008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211BF336-7B6C-7766-E4D2-5C98514592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405930" y="1879278"/>
                <a:ext cx="832680" cy="2314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F345F1E-5D8B-11E4-55A1-D15819459301}"/>
                  </a:ext>
                </a:extLst>
              </p14:cNvPr>
              <p14:cNvContentPartPr/>
              <p14:nvPr/>
            </p14:nvContentPartPr>
            <p14:xfrm>
              <a:off x="5984650" y="1873130"/>
              <a:ext cx="1226520" cy="2725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F345F1E-5D8B-11E4-55A1-D1581945930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69170" y="1857650"/>
                <a:ext cx="12571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18794A65-DFC5-D44D-3CAB-73F62E87D666}"/>
                  </a:ext>
                </a:extLst>
              </p14:cNvPr>
              <p14:cNvContentPartPr/>
              <p14:nvPr/>
            </p14:nvContentPartPr>
            <p14:xfrm>
              <a:off x="5480650" y="1801490"/>
              <a:ext cx="262440" cy="2898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18794A65-DFC5-D44D-3CAB-73F62E87D66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65149" y="1785991"/>
                <a:ext cx="293082" cy="3204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13105238-D58D-CB23-7444-DDE329D48175}"/>
                  </a:ext>
                </a:extLst>
              </p14:cNvPr>
              <p14:cNvContentPartPr/>
              <p14:nvPr/>
            </p14:nvContentPartPr>
            <p14:xfrm>
              <a:off x="2571490" y="2461730"/>
              <a:ext cx="381600" cy="1144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13105238-D58D-CB23-7444-DDE329D4817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555995" y="2446201"/>
                <a:ext cx="412229" cy="145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4C672150-C09E-5422-B47D-301EF4317720}"/>
                  </a:ext>
                </a:extLst>
              </p14:cNvPr>
              <p14:cNvContentPartPr/>
              <p14:nvPr/>
            </p14:nvContentPartPr>
            <p14:xfrm>
              <a:off x="1829890" y="2392970"/>
              <a:ext cx="559440" cy="1947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4C672150-C09E-5422-B47D-301EF431772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14420" y="2377490"/>
                <a:ext cx="5900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4E9E1B3-0D3F-0816-2D9D-99CB4D9F2F98}"/>
                  </a:ext>
                </a:extLst>
              </p14:cNvPr>
              <p14:cNvContentPartPr/>
              <p14:nvPr/>
            </p14:nvContentPartPr>
            <p14:xfrm>
              <a:off x="3198610" y="2381450"/>
              <a:ext cx="607320" cy="1947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4E9E1B3-0D3F-0816-2D9D-99CB4D9F2F9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83130" y="2365941"/>
                <a:ext cx="637920" cy="225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DEA35E2C-26B7-FDAC-00BF-107469CBD8A8}"/>
                  </a:ext>
                </a:extLst>
              </p14:cNvPr>
              <p14:cNvContentPartPr/>
              <p14:nvPr/>
            </p14:nvContentPartPr>
            <p14:xfrm>
              <a:off x="4762450" y="2444090"/>
              <a:ext cx="420840" cy="1591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DEA35E2C-26B7-FDAC-00BF-107469CBD8A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746983" y="2428610"/>
                <a:ext cx="451414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6877ACCD-1208-BBA6-1FAE-431460C04D09}"/>
                  </a:ext>
                </a:extLst>
              </p14:cNvPr>
              <p14:cNvContentPartPr/>
              <p14:nvPr/>
            </p14:nvContentPartPr>
            <p14:xfrm>
              <a:off x="4000330" y="2404850"/>
              <a:ext cx="231480" cy="19908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6877ACCD-1208-BBA6-1FAE-431460C04D0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984850" y="2389342"/>
                <a:ext cx="262080" cy="229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92AA564-D81E-DCCC-E288-E2D0A1FF1B63}"/>
                  </a:ext>
                </a:extLst>
              </p14:cNvPr>
              <p14:cNvContentPartPr/>
              <p14:nvPr/>
            </p14:nvContentPartPr>
            <p14:xfrm>
              <a:off x="6381730" y="2420690"/>
              <a:ext cx="181080" cy="1472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92AA564-D81E-DCCC-E288-E2D0A1FF1B6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366250" y="2405210"/>
                <a:ext cx="2116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D7AD9DE5-A08D-34EC-AB5E-D0BF353B85AC}"/>
                  </a:ext>
                </a:extLst>
              </p14:cNvPr>
              <p14:cNvContentPartPr/>
              <p14:nvPr/>
            </p14:nvContentPartPr>
            <p14:xfrm>
              <a:off x="5377330" y="2325650"/>
              <a:ext cx="842040" cy="3258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D7AD9DE5-A08D-34EC-AB5E-D0BF353B85A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61843" y="2310170"/>
                <a:ext cx="872653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873B060-561B-34D9-9278-1733A3327EDA}"/>
                  </a:ext>
                </a:extLst>
              </p14:cNvPr>
              <p14:cNvContentPartPr/>
              <p14:nvPr/>
            </p14:nvContentPartPr>
            <p14:xfrm>
              <a:off x="6786370" y="2440490"/>
              <a:ext cx="12240" cy="1551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873B060-561B-34D9-9278-1733A3327ED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770890" y="2425010"/>
                <a:ext cx="4284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C7749FB0-F44B-D8C3-0F53-BCB3465581DA}"/>
                  </a:ext>
                </a:extLst>
              </p14:cNvPr>
              <p14:cNvContentPartPr/>
              <p14:nvPr/>
            </p14:nvContentPartPr>
            <p14:xfrm>
              <a:off x="7508530" y="2452370"/>
              <a:ext cx="1226880" cy="17136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C7749FB0-F44B-D8C3-0F53-BCB3465581D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93045" y="2436890"/>
                <a:ext cx="1257489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E8D265F5-1DD4-F1DE-B291-CBC5B6299FDA}"/>
                  </a:ext>
                </a:extLst>
              </p14:cNvPr>
              <p14:cNvContentPartPr/>
              <p14:nvPr/>
            </p14:nvContentPartPr>
            <p14:xfrm>
              <a:off x="4417210" y="2543810"/>
              <a:ext cx="16200" cy="8352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E8D265F5-1DD4-F1DE-B291-CBC5B6299FD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401730" y="2528396"/>
                <a:ext cx="46800" cy="113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AAC562BB-6B3F-F50A-59E8-C849D0447F1B}"/>
                  </a:ext>
                </a:extLst>
              </p14:cNvPr>
              <p14:cNvContentPartPr/>
              <p14:nvPr/>
            </p14:nvContentPartPr>
            <p14:xfrm>
              <a:off x="4095730" y="3051770"/>
              <a:ext cx="20160" cy="7956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AAC562BB-6B3F-F50A-59E8-C849D0447F1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80250" y="3036290"/>
                <a:ext cx="507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69523F04-D3BB-3C7B-A2E7-5CDAFDC2A024}"/>
                  </a:ext>
                </a:extLst>
              </p14:cNvPr>
              <p14:cNvContentPartPr/>
              <p14:nvPr/>
            </p14:nvContentPartPr>
            <p14:xfrm>
              <a:off x="3742210" y="2972570"/>
              <a:ext cx="131400" cy="1630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69523F04-D3BB-3C7B-A2E7-5CDAFDC2A02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26730" y="2957090"/>
                <a:ext cx="1620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6EC40B56-06D0-95DF-1EA8-796C98DC8462}"/>
                  </a:ext>
                </a:extLst>
              </p14:cNvPr>
              <p14:cNvContentPartPr/>
              <p14:nvPr/>
            </p14:nvContentPartPr>
            <p14:xfrm>
              <a:off x="3404890" y="2965010"/>
              <a:ext cx="182520" cy="17856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6EC40B56-06D0-95DF-1EA8-796C98DC846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389410" y="2949530"/>
                <a:ext cx="2131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E0793096-F74E-F97F-13BB-236E4307B431}"/>
                  </a:ext>
                </a:extLst>
              </p14:cNvPr>
              <p14:cNvContentPartPr/>
              <p14:nvPr/>
            </p14:nvContentPartPr>
            <p14:xfrm>
              <a:off x="2988370" y="3031970"/>
              <a:ext cx="270360" cy="20448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E0793096-F74E-F97F-13BB-236E4307B43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972890" y="3016517"/>
                <a:ext cx="300960" cy="2350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5EFF82AA-F4A4-DCDF-19BF-20042106E636}"/>
                  </a:ext>
                </a:extLst>
              </p14:cNvPr>
              <p14:cNvContentPartPr/>
              <p14:nvPr/>
            </p14:nvContentPartPr>
            <p14:xfrm>
              <a:off x="2432530" y="2936570"/>
              <a:ext cx="365400" cy="22284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5EFF82AA-F4A4-DCDF-19BF-20042106E63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417050" y="2921065"/>
                <a:ext cx="396000" cy="253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589276D7-93DF-807F-A971-EE0AD43F0B03}"/>
                  </a:ext>
                </a:extLst>
              </p14:cNvPr>
              <p14:cNvContentPartPr/>
              <p14:nvPr/>
            </p14:nvContentPartPr>
            <p14:xfrm>
              <a:off x="1675090" y="2936570"/>
              <a:ext cx="614880" cy="2268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589276D7-93DF-807F-A971-EE0AD43F0B0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659619" y="2921065"/>
                <a:ext cx="645462" cy="257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E9045502-B0AB-E0BE-CF7A-24D9CCCE6151}"/>
                  </a:ext>
                </a:extLst>
              </p14:cNvPr>
              <p14:cNvContentPartPr/>
              <p14:nvPr/>
            </p14:nvContentPartPr>
            <p14:xfrm>
              <a:off x="4353490" y="2992370"/>
              <a:ext cx="71640" cy="15912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E9045502-B0AB-E0BE-CF7A-24D9CCCE615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338010" y="2976890"/>
                <a:ext cx="1022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2D89CD51-74C4-9554-E3E5-7492EDFCB559}"/>
                  </a:ext>
                </a:extLst>
              </p14:cNvPr>
              <p14:cNvContentPartPr/>
              <p14:nvPr/>
            </p14:nvContentPartPr>
            <p14:xfrm>
              <a:off x="4489930" y="3111170"/>
              <a:ext cx="2880" cy="763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2D89CD51-74C4-9554-E3E5-7492EDFCB55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474450" y="3095690"/>
                <a:ext cx="334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838A162F-D065-797F-EBC0-4A1DF546DAE5}"/>
                  </a:ext>
                </a:extLst>
              </p14:cNvPr>
              <p14:cNvContentPartPr/>
              <p14:nvPr/>
            </p14:nvContentPartPr>
            <p14:xfrm>
              <a:off x="4567690" y="3012170"/>
              <a:ext cx="32040" cy="12348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838A162F-D065-797F-EBC0-4A1DF546DAE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552210" y="2996690"/>
                <a:ext cx="626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0A10EFC3-BD13-E168-475A-8C1C60B6DDA5}"/>
                  </a:ext>
                </a:extLst>
              </p14:cNvPr>
              <p14:cNvContentPartPr/>
              <p14:nvPr/>
            </p14:nvContentPartPr>
            <p14:xfrm>
              <a:off x="4647250" y="3028010"/>
              <a:ext cx="63360" cy="9180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0A10EFC3-BD13-E168-475A-8C1C60B6DDA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631857" y="3012530"/>
                <a:ext cx="93787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5044B074-44D6-6F58-D4E3-ACD49F80C7E1}"/>
                  </a:ext>
                </a:extLst>
              </p14:cNvPr>
              <p14:cNvContentPartPr/>
              <p14:nvPr/>
            </p14:nvContentPartPr>
            <p14:xfrm>
              <a:off x="4698730" y="3031970"/>
              <a:ext cx="75600" cy="7956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5044B074-44D6-6F58-D4E3-ACD49F80C7E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683250" y="3016560"/>
                <a:ext cx="106200" cy="110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8BFA75F8-7492-2637-9A72-67056F55B0A5}"/>
                  </a:ext>
                </a:extLst>
              </p14:cNvPr>
              <p14:cNvContentPartPr/>
              <p14:nvPr/>
            </p14:nvContentPartPr>
            <p14:xfrm>
              <a:off x="4651210" y="2924690"/>
              <a:ext cx="103680" cy="1620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8BFA75F8-7492-2637-9A72-67056F55B0A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635730" y="2909210"/>
                <a:ext cx="1342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294EA93-B327-F213-69AF-2BF61D73A2AF}"/>
                  </a:ext>
                </a:extLst>
              </p14:cNvPr>
              <p14:cNvContentPartPr/>
              <p14:nvPr/>
            </p14:nvContentPartPr>
            <p14:xfrm>
              <a:off x="4722490" y="2896970"/>
              <a:ext cx="39960" cy="795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294EA93-B327-F213-69AF-2BF61D73A2A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07010" y="2881490"/>
                <a:ext cx="705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6A9FD722-EA94-971B-A7AE-82CD75287887}"/>
                  </a:ext>
                </a:extLst>
              </p14:cNvPr>
              <p14:cNvContentPartPr/>
              <p14:nvPr/>
            </p14:nvContentPartPr>
            <p14:xfrm>
              <a:off x="4845610" y="2996330"/>
              <a:ext cx="67320" cy="12168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6A9FD722-EA94-971B-A7AE-82CD7528788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30130" y="2980850"/>
                <a:ext cx="979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4767BF16-3104-A05D-0073-C415E6903621}"/>
                  </a:ext>
                </a:extLst>
              </p14:cNvPr>
              <p14:cNvContentPartPr/>
              <p14:nvPr/>
            </p14:nvContentPartPr>
            <p14:xfrm>
              <a:off x="4996450" y="3079490"/>
              <a:ext cx="103680" cy="828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4767BF16-3104-A05D-0073-C415E690362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980916" y="3064010"/>
                <a:ext cx="134387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E3F0506E-B4F4-7276-7DA7-871BD15C5794}"/>
                  </a:ext>
                </a:extLst>
              </p14:cNvPr>
              <p14:cNvContentPartPr/>
              <p14:nvPr/>
            </p14:nvContentPartPr>
            <p14:xfrm>
              <a:off x="5036050" y="3043850"/>
              <a:ext cx="36000" cy="7164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E3F0506E-B4F4-7276-7DA7-871BD15C579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20570" y="3028370"/>
                <a:ext cx="66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90181054-4802-7E4D-3023-8A8F4F2E88AB}"/>
                  </a:ext>
                </a:extLst>
              </p14:cNvPr>
              <p14:cNvContentPartPr/>
              <p14:nvPr/>
            </p14:nvContentPartPr>
            <p14:xfrm>
              <a:off x="5238730" y="2980490"/>
              <a:ext cx="111600" cy="1393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90181054-4802-7E4D-3023-8A8F4F2E88A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223250" y="2965010"/>
                <a:ext cx="1422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CE94AFA3-6DEE-B4C6-75B8-CA141816A041}"/>
                  </a:ext>
                </a:extLst>
              </p14:cNvPr>
              <p14:cNvContentPartPr/>
              <p14:nvPr/>
            </p14:nvContentPartPr>
            <p14:xfrm>
              <a:off x="5377330" y="3051770"/>
              <a:ext cx="83880" cy="6768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CE94AFA3-6DEE-B4C6-75B8-CA141816A04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361783" y="3036290"/>
                <a:ext cx="114612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D2F55D0A-6916-70BA-BA43-C3153B263CC6}"/>
                  </a:ext>
                </a:extLst>
              </p14:cNvPr>
              <p14:cNvContentPartPr/>
              <p14:nvPr/>
            </p14:nvContentPartPr>
            <p14:xfrm>
              <a:off x="5568130" y="2908850"/>
              <a:ext cx="1353600" cy="21888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D2F55D0A-6916-70BA-BA43-C3153B263CC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552650" y="2893344"/>
                <a:ext cx="1384200" cy="249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A054A0F2-CA24-C938-7321-B3508E340248}"/>
                  </a:ext>
                </a:extLst>
              </p14:cNvPr>
              <p14:cNvContentPartPr/>
              <p14:nvPr/>
            </p14:nvContentPartPr>
            <p14:xfrm>
              <a:off x="6984730" y="3064010"/>
              <a:ext cx="24120" cy="10296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A054A0F2-CA24-C938-7321-B3508E34024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969250" y="3048530"/>
                <a:ext cx="547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487A6E81-2119-F853-BC64-2E1D2DC91FFE}"/>
                  </a:ext>
                </a:extLst>
              </p14:cNvPr>
              <p14:cNvContentPartPr/>
              <p14:nvPr/>
            </p14:nvContentPartPr>
            <p14:xfrm>
              <a:off x="7008490" y="3067610"/>
              <a:ext cx="151200" cy="7668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487A6E81-2119-F853-BC64-2E1D2DC91FF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993010" y="3052130"/>
                <a:ext cx="1818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8BB6FF16-6B0A-E102-47FF-0FA059BE2AAD}"/>
                  </a:ext>
                </a:extLst>
              </p14:cNvPr>
              <p14:cNvContentPartPr/>
              <p14:nvPr/>
            </p14:nvContentPartPr>
            <p14:xfrm>
              <a:off x="7972930" y="2960330"/>
              <a:ext cx="153360" cy="14328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8BB6FF16-6B0A-E102-47FF-0FA059BE2AA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957450" y="2944850"/>
                <a:ext cx="1839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99071AC5-682A-7239-9B1A-FF744B31937D}"/>
                  </a:ext>
                </a:extLst>
              </p14:cNvPr>
              <p14:cNvContentPartPr/>
              <p14:nvPr/>
            </p14:nvContentPartPr>
            <p14:xfrm>
              <a:off x="7219090" y="2885090"/>
              <a:ext cx="615240" cy="21492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99071AC5-682A-7239-9B1A-FF744B31937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203619" y="2869584"/>
                <a:ext cx="645822" cy="2455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6040C4EF-D970-E306-1151-E6244448E24E}"/>
                  </a:ext>
                </a:extLst>
              </p14:cNvPr>
              <p14:cNvContentPartPr/>
              <p14:nvPr/>
            </p14:nvContentPartPr>
            <p14:xfrm>
              <a:off x="552240" y="3537005"/>
              <a:ext cx="678600" cy="16092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6040C4EF-D970-E306-1151-E6244448E24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36760" y="3521525"/>
                <a:ext cx="7092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C14471B1-86EB-F8C8-562D-7291DD8C3B67}"/>
                  </a:ext>
                </a:extLst>
              </p14:cNvPr>
              <p14:cNvContentPartPr/>
              <p14:nvPr/>
            </p14:nvContentPartPr>
            <p14:xfrm>
              <a:off x="1223280" y="2402645"/>
              <a:ext cx="138240" cy="18288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C14471B1-86EB-F8C8-562D-7291DD8C3B6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207800" y="2387165"/>
                <a:ext cx="1688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384B1EFE-D849-C0CA-3B13-63519A6E29F8}"/>
                  </a:ext>
                </a:extLst>
              </p14:cNvPr>
              <p14:cNvContentPartPr/>
              <p14:nvPr/>
            </p14:nvContentPartPr>
            <p14:xfrm>
              <a:off x="1166040" y="2953445"/>
              <a:ext cx="114840" cy="21852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384B1EFE-D849-C0CA-3B13-63519A6E29F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50560" y="2937965"/>
                <a:ext cx="1454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7E78271E-5230-220B-AF30-2A6640F331C8}"/>
                  </a:ext>
                </a:extLst>
              </p14:cNvPr>
              <p14:cNvContentPartPr/>
              <p14:nvPr/>
            </p14:nvContentPartPr>
            <p14:xfrm>
              <a:off x="1413000" y="2388245"/>
              <a:ext cx="122040" cy="24012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7E78271E-5230-220B-AF30-2A6640F331C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397520" y="2372765"/>
                <a:ext cx="1526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D4A2D756-7C00-4171-606D-05EA026879C7}"/>
                  </a:ext>
                </a:extLst>
              </p14:cNvPr>
              <p14:cNvContentPartPr/>
              <p14:nvPr/>
            </p14:nvContentPartPr>
            <p14:xfrm>
              <a:off x="1359360" y="2932205"/>
              <a:ext cx="107280" cy="27576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D4A2D756-7C00-4171-606D-05EA026879C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343880" y="2916725"/>
                <a:ext cx="1378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C4989A8B-59F7-6E82-CC52-A928AD86655F}"/>
                  </a:ext>
                </a:extLst>
              </p14:cNvPr>
              <p14:cNvContentPartPr/>
              <p14:nvPr/>
            </p14:nvContentPartPr>
            <p14:xfrm>
              <a:off x="1445400" y="3529445"/>
              <a:ext cx="551160" cy="16884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C4989A8B-59F7-6E82-CC52-A928AD86655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429930" y="3513965"/>
                <a:ext cx="5817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FE1D7A05-BFD5-5FB4-57A6-1C31DF0F02BF}"/>
                  </a:ext>
                </a:extLst>
              </p14:cNvPr>
              <p14:cNvContentPartPr/>
              <p14:nvPr/>
            </p14:nvContentPartPr>
            <p14:xfrm>
              <a:off x="2196720" y="3615485"/>
              <a:ext cx="164880" cy="7596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FE1D7A05-BFD5-5FB4-57A6-1C31DF0F02B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181240" y="3600005"/>
                <a:ext cx="1954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4465026B-9A33-B123-2D05-E5AFA2511EA4}"/>
                  </a:ext>
                </a:extLst>
              </p14:cNvPr>
              <p14:cNvContentPartPr/>
              <p14:nvPr/>
            </p14:nvContentPartPr>
            <p14:xfrm>
              <a:off x="2633040" y="3515045"/>
              <a:ext cx="726480" cy="17928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4465026B-9A33-B123-2D05-E5AFA2511EA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617560" y="3499565"/>
                <a:ext cx="7570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71567FDA-6786-4F82-F30B-8F5711F9273F}"/>
                  </a:ext>
                </a:extLst>
              </p14:cNvPr>
              <p14:cNvContentPartPr/>
              <p14:nvPr/>
            </p14:nvContentPartPr>
            <p14:xfrm>
              <a:off x="4579560" y="3586685"/>
              <a:ext cx="21600" cy="756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71567FDA-6786-4F82-F30B-8F5711F9273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564334" y="3571131"/>
                <a:ext cx="51698" cy="106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D7F3FCFF-9869-E201-8146-05CC01CFE0FA}"/>
                  </a:ext>
                </a:extLst>
              </p14:cNvPr>
              <p14:cNvContentPartPr/>
              <p14:nvPr/>
            </p14:nvContentPartPr>
            <p14:xfrm>
              <a:off x="3574080" y="3488045"/>
              <a:ext cx="780120" cy="20124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D7F3FCFF-9869-E201-8146-05CC01CFE0F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558607" y="3472565"/>
                <a:ext cx="810706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4A4A343B-3335-F4D4-7846-F130895C4ECB}"/>
                  </a:ext>
                </a:extLst>
              </p14:cNvPr>
              <p14:cNvContentPartPr/>
              <p14:nvPr/>
            </p14:nvContentPartPr>
            <p14:xfrm>
              <a:off x="4622400" y="4549325"/>
              <a:ext cx="546120" cy="172080"/>
            </p14:xfrm>
          </p:contentPart>
        </mc:Choice>
        <mc:Fallback xmlns=""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4A4A343B-3335-F4D4-7846-F130895C4EC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606920" y="4533845"/>
                <a:ext cx="5767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596B9796-B1C2-D747-BFDB-589514C3BF4D}"/>
                  </a:ext>
                </a:extLst>
              </p14:cNvPr>
              <p14:cNvContentPartPr/>
              <p14:nvPr/>
            </p14:nvContentPartPr>
            <p14:xfrm>
              <a:off x="4192920" y="4610165"/>
              <a:ext cx="254520" cy="89640"/>
            </p14:xfrm>
          </p:contentPart>
        </mc:Choice>
        <mc:Fallback xmlns=""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596B9796-B1C2-D747-BFDB-589514C3BF4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77418" y="4594747"/>
                <a:ext cx="285163" cy="120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7EA321AB-54F7-AD82-5C43-2A1C967CE663}"/>
                  </a:ext>
                </a:extLst>
              </p14:cNvPr>
              <p14:cNvContentPartPr/>
              <p14:nvPr/>
            </p14:nvContentPartPr>
            <p14:xfrm>
              <a:off x="3831480" y="4549325"/>
              <a:ext cx="193680" cy="16848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7EA321AB-54F7-AD82-5C43-2A1C967CE66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16000" y="4533845"/>
                <a:ext cx="2242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1388A81C-E695-13D1-BFFF-60C1162358F0}"/>
                  </a:ext>
                </a:extLst>
              </p14:cNvPr>
              <p14:cNvContentPartPr/>
              <p14:nvPr/>
            </p14:nvContentPartPr>
            <p14:xfrm>
              <a:off x="2336400" y="4549325"/>
              <a:ext cx="1295280" cy="164880"/>
            </p14:xfrm>
          </p:contentPart>
        </mc:Choice>
        <mc:Fallback xmlns=""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1388A81C-E695-13D1-BFFF-60C1162358F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320916" y="4533845"/>
                <a:ext cx="1325889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9FD2A286-7149-0445-0AEF-811BFBC57E42}"/>
                  </a:ext>
                </a:extLst>
              </p14:cNvPr>
              <p14:cNvContentPartPr/>
              <p14:nvPr/>
            </p14:nvContentPartPr>
            <p14:xfrm>
              <a:off x="1702800" y="4535285"/>
              <a:ext cx="358200" cy="167760"/>
            </p14:xfrm>
          </p:contentPart>
        </mc:Choice>
        <mc:Fallback xmlns=""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9FD2A286-7149-0445-0AEF-811BFBC57E4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687304" y="4519805"/>
                <a:ext cx="388831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11FDD4F8-49C0-CB37-AC7E-5EC5140E0D76}"/>
                  </a:ext>
                </a:extLst>
              </p14:cNvPr>
              <p14:cNvContentPartPr/>
              <p14:nvPr/>
            </p14:nvContentPartPr>
            <p14:xfrm>
              <a:off x="951480" y="4495685"/>
              <a:ext cx="565920" cy="195840"/>
            </p14:xfrm>
          </p:contentPart>
        </mc:Choice>
        <mc:Fallback xmlns=""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11FDD4F8-49C0-CB37-AC7E-5EC5140E0D7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35990" y="4480205"/>
                <a:ext cx="596539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5CE6FBA5-4C99-73B7-B7C9-731E2A9A53E5}"/>
                  </a:ext>
                </a:extLst>
              </p14:cNvPr>
              <p14:cNvContentPartPr/>
              <p14:nvPr/>
            </p14:nvContentPartPr>
            <p14:xfrm>
              <a:off x="4567690" y="3420770"/>
              <a:ext cx="1365840" cy="361080"/>
            </p14:xfrm>
          </p:contentPart>
        </mc:Choice>
        <mc:Fallback xmlns=""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5CE6FBA5-4C99-73B7-B7C9-731E2A9A53E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552206" y="3405290"/>
                <a:ext cx="1396448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E9157085-989D-6FE9-F4DE-BFB699BD835E}"/>
                  </a:ext>
                </a:extLst>
              </p14:cNvPr>
              <p14:cNvContentPartPr/>
              <p14:nvPr/>
            </p14:nvContentPartPr>
            <p14:xfrm>
              <a:off x="7449130" y="3409250"/>
              <a:ext cx="1254600" cy="26208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E9157085-989D-6FE9-F4DE-BFB699BD835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433646" y="3393749"/>
                <a:ext cx="1285209" cy="292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F1EA0536-1848-8F0E-127A-0947A16E053A}"/>
                  </a:ext>
                </a:extLst>
              </p14:cNvPr>
              <p14:cNvContentPartPr/>
              <p14:nvPr/>
            </p14:nvContentPartPr>
            <p14:xfrm>
              <a:off x="6139450" y="3488810"/>
              <a:ext cx="1020600" cy="226080"/>
            </p14:xfrm>
          </p:contentPart>
        </mc:Choice>
        <mc:Fallback xmlns=""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F1EA0536-1848-8F0E-127A-0947A16E053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123965" y="3473355"/>
                <a:ext cx="1051211" cy="256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E4160D4A-AE1B-1052-70B3-0B27A82B0FC4}"/>
                  </a:ext>
                </a:extLst>
              </p14:cNvPr>
              <p14:cNvContentPartPr/>
              <p14:nvPr/>
            </p14:nvContentPartPr>
            <p14:xfrm>
              <a:off x="2234170" y="3996410"/>
              <a:ext cx="186840" cy="210240"/>
            </p14:xfrm>
          </p:contentPart>
        </mc:Choice>
        <mc:Fallback xmlns=""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E4160D4A-AE1B-1052-70B3-0B27A82B0FC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218690" y="3980930"/>
                <a:ext cx="2174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2BFDBE57-F259-F6CC-4D79-E1D26FDD8289}"/>
                  </a:ext>
                </a:extLst>
              </p14:cNvPr>
              <p14:cNvContentPartPr/>
              <p14:nvPr/>
            </p14:nvContentPartPr>
            <p14:xfrm>
              <a:off x="1261810" y="4036010"/>
              <a:ext cx="647280" cy="163080"/>
            </p14:xfrm>
          </p:contentPart>
        </mc:Choice>
        <mc:Fallback xmlns=""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2BFDBE57-F259-F6CC-4D79-E1D26FDD828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246330" y="4020530"/>
                <a:ext cx="67788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59763447-187C-8A4A-68D0-6A7FC49E16D0}"/>
                  </a:ext>
                </a:extLst>
              </p14:cNvPr>
              <p14:cNvContentPartPr/>
              <p14:nvPr/>
            </p14:nvContentPartPr>
            <p14:xfrm>
              <a:off x="2624050" y="3861410"/>
              <a:ext cx="233280" cy="365040"/>
            </p14:xfrm>
          </p:contentPart>
        </mc:Choice>
        <mc:Fallback xmlns=""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59763447-187C-8A4A-68D0-6A7FC49E16D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608570" y="3845930"/>
                <a:ext cx="26388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1ACFB598-9EC3-045B-BCA7-FC719BBBEAF8}"/>
                  </a:ext>
                </a:extLst>
              </p14:cNvPr>
              <p14:cNvContentPartPr/>
              <p14:nvPr/>
            </p14:nvContentPartPr>
            <p14:xfrm>
              <a:off x="2869210" y="4210610"/>
              <a:ext cx="131400" cy="87840"/>
            </p14:xfrm>
          </p:contentPart>
        </mc:Choice>
        <mc:Fallback xmlns=""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1ACFB598-9EC3-045B-BCA7-FC719BBBEAF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853687" y="4195066"/>
                <a:ext cx="162084" cy="11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8843A050-D686-F336-9F1A-CC9A1DFF69D1}"/>
                  </a:ext>
                </a:extLst>
              </p14:cNvPr>
              <p14:cNvContentPartPr/>
              <p14:nvPr/>
            </p14:nvContentPartPr>
            <p14:xfrm>
              <a:off x="6460930" y="4115570"/>
              <a:ext cx="661320" cy="135360"/>
            </p14:xfrm>
          </p:contentPart>
        </mc:Choice>
        <mc:Fallback xmlns=""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8843A050-D686-F336-9F1A-CC9A1DFF69D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445450" y="4100090"/>
                <a:ext cx="6919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520" name="Ink 519">
                <a:extLst>
                  <a:ext uri="{FF2B5EF4-FFF2-40B4-BE49-F238E27FC236}">
                    <a16:creationId xmlns:a16="http://schemas.microsoft.com/office/drawing/2014/main" id="{B14020D9-EC30-757B-0281-F2124411155D}"/>
                  </a:ext>
                </a:extLst>
              </p14:cNvPr>
              <p14:cNvContentPartPr/>
              <p14:nvPr/>
            </p14:nvContentPartPr>
            <p14:xfrm>
              <a:off x="5921290" y="4061930"/>
              <a:ext cx="373320" cy="196560"/>
            </p14:xfrm>
          </p:contentPart>
        </mc:Choice>
        <mc:Fallback xmlns="">
          <p:pic>
            <p:nvPicPr>
              <p:cNvPr id="520" name="Ink 519">
                <a:extLst>
                  <a:ext uri="{FF2B5EF4-FFF2-40B4-BE49-F238E27FC236}">
                    <a16:creationId xmlns:a16="http://schemas.microsoft.com/office/drawing/2014/main" id="{B14020D9-EC30-757B-0281-F2124411155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905825" y="4046450"/>
                <a:ext cx="403891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973D3E90-C144-CD91-02B4-DD1B1D151D91}"/>
                  </a:ext>
                </a:extLst>
              </p14:cNvPr>
              <p14:cNvContentPartPr/>
              <p14:nvPr/>
            </p14:nvContentPartPr>
            <p14:xfrm>
              <a:off x="5607730" y="4075610"/>
              <a:ext cx="158400" cy="146880"/>
            </p14:xfrm>
          </p:contentPart>
        </mc:Choice>
        <mc:Fallback xmlns=""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973D3E90-C144-CD91-02B4-DD1B1D151D9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592285" y="4060092"/>
                <a:ext cx="188931" cy="177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EF7C396D-B0ED-91F1-82B9-46E5689F00C5}"/>
                  </a:ext>
                </a:extLst>
              </p14:cNvPr>
              <p14:cNvContentPartPr/>
              <p14:nvPr/>
            </p14:nvContentPartPr>
            <p14:xfrm>
              <a:off x="5250610" y="4052210"/>
              <a:ext cx="174960" cy="176760"/>
            </p14:xfrm>
          </p:contentPart>
        </mc:Choice>
        <mc:Fallback xmlns=""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EF7C396D-B0ED-91F1-82B9-46E5689F00C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235130" y="4036730"/>
                <a:ext cx="2055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B5620533-5733-CACF-BC6B-E1F8C46BE947}"/>
                  </a:ext>
                </a:extLst>
              </p14:cNvPr>
              <p14:cNvContentPartPr/>
              <p14:nvPr/>
            </p14:nvContentPartPr>
            <p14:xfrm>
              <a:off x="4524130" y="4073450"/>
              <a:ext cx="536040" cy="262440"/>
            </p14:xfrm>
          </p:contentPart>
        </mc:Choice>
        <mc:Fallback xmlns=""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B5620533-5733-CACF-BC6B-E1F8C46BE94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508650" y="4057949"/>
                <a:ext cx="566640" cy="293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524" name="Ink 523">
                <a:extLst>
                  <a:ext uri="{FF2B5EF4-FFF2-40B4-BE49-F238E27FC236}">
                    <a16:creationId xmlns:a16="http://schemas.microsoft.com/office/drawing/2014/main" id="{11EC0A2F-BCAE-ED4A-B2B6-8F63A30DD28B}"/>
                  </a:ext>
                </a:extLst>
              </p14:cNvPr>
              <p14:cNvContentPartPr/>
              <p14:nvPr/>
            </p14:nvContentPartPr>
            <p14:xfrm>
              <a:off x="3893770" y="4028090"/>
              <a:ext cx="452160" cy="231120"/>
            </p14:xfrm>
          </p:contentPart>
        </mc:Choice>
        <mc:Fallback xmlns="">
          <p:pic>
            <p:nvPicPr>
              <p:cNvPr id="524" name="Ink 523">
                <a:extLst>
                  <a:ext uri="{FF2B5EF4-FFF2-40B4-BE49-F238E27FC236}">
                    <a16:creationId xmlns:a16="http://schemas.microsoft.com/office/drawing/2014/main" id="{11EC0A2F-BCAE-ED4A-B2B6-8F63A30DD28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878302" y="4012586"/>
                <a:ext cx="482736" cy="261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F5B7122A-017C-2703-B019-AD8AB8D00138}"/>
                  </a:ext>
                </a:extLst>
              </p14:cNvPr>
              <p14:cNvContentPartPr/>
              <p14:nvPr/>
            </p14:nvContentPartPr>
            <p14:xfrm>
              <a:off x="7262650" y="4042130"/>
              <a:ext cx="1329840" cy="238680"/>
            </p14:xfrm>
          </p:contentPart>
        </mc:Choice>
        <mc:Fallback xmlns=""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F5B7122A-017C-2703-B019-AD8AB8D00138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247174" y="4026627"/>
                <a:ext cx="1360432" cy="269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542" name="Ink 541">
                <a:extLst>
                  <a:ext uri="{FF2B5EF4-FFF2-40B4-BE49-F238E27FC236}">
                    <a16:creationId xmlns:a16="http://schemas.microsoft.com/office/drawing/2014/main" id="{B2D11AB2-A7AB-C8EA-AD04-87D866505F83}"/>
                  </a:ext>
                </a:extLst>
              </p14:cNvPr>
              <p14:cNvContentPartPr/>
              <p14:nvPr/>
            </p14:nvContentPartPr>
            <p14:xfrm>
              <a:off x="6460930" y="4408970"/>
              <a:ext cx="452880" cy="172800"/>
            </p14:xfrm>
          </p:contentPart>
        </mc:Choice>
        <mc:Fallback xmlns="">
          <p:pic>
            <p:nvPicPr>
              <p:cNvPr id="542" name="Ink 541">
                <a:extLst>
                  <a:ext uri="{FF2B5EF4-FFF2-40B4-BE49-F238E27FC236}">
                    <a16:creationId xmlns:a16="http://schemas.microsoft.com/office/drawing/2014/main" id="{B2D11AB2-A7AB-C8EA-AD04-87D866505F83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445438" y="4393490"/>
                <a:ext cx="483504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7ACA8751-4CC1-247F-609E-ADC6EF488D9C}"/>
                  </a:ext>
                </a:extLst>
              </p14:cNvPr>
              <p14:cNvContentPartPr/>
              <p14:nvPr/>
            </p14:nvContentPartPr>
            <p14:xfrm>
              <a:off x="7112170" y="4373690"/>
              <a:ext cx="1377000" cy="261720"/>
            </p14:xfrm>
          </p:contentPart>
        </mc:Choice>
        <mc:Fallback xmlns=""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7ACA8751-4CC1-247F-609E-ADC6EF488D9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096690" y="4358189"/>
                <a:ext cx="1407600" cy="2923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77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4D60-B4B6-E06B-FB78-A3329BC4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849FC2-394E-CBB1-3783-65374FE8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98B0A4-BC78-5290-C7D5-ACAD0ACCDB34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2390FB4-FD17-2AE4-9B1B-94FC4BBC6A68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640FBAE-A3B5-53FE-C258-BB89ED34CE4C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D354BF-C3E9-B621-E392-9470F2991CDA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9FF754F-4A0F-F02E-46DF-D013368FE020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B4772BC-72D3-D1D5-B986-D2F32E014F7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6A2CAC-8008-FF47-B742-30A561DA108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225F234-FC9B-DC91-7E64-A21D92E80A9E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2D4490E-2F4F-A6E2-153F-7607F5433ADE}"/>
                  </a:ext>
                </a:extLst>
              </p14:cNvPr>
              <p14:cNvContentPartPr/>
              <p14:nvPr/>
            </p14:nvContentPartPr>
            <p14:xfrm>
              <a:off x="865090" y="855410"/>
              <a:ext cx="278280" cy="188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2D4490E-2F4F-A6E2-153F-7607F5433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9610" y="839930"/>
                <a:ext cx="3088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BB81814-00C3-DF38-243E-FB8661E47A6B}"/>
                  </a:ext>
                </a:extLst>
              </p14:cNvPr>
              <p14:cNvContentPartPr/>
              <p14:nvPr/>
            </p14:nvContentPartPr>
            <p14:xfrm>
              <a:off x="1373050" y="900770"/>
              <a:ext cx="361440" cy="121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BB81814-00C3-DF38-243E-FB8661E47A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7585" y="885290"/>
                <a:ext cx="39201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D0A1989-9DBC-95B4-E237-D3BC8A4FFCB0}"/>
                  </a:ext>
                </a:extLst>
              </p14:cNvPr>
              <p14:cNvContentPartPr/>
              <p14:nvPr/>
            </p14:nvContentPartPr>
            <p14:xfrm>
              <a:off x="1988290" y="742370"/>
              <a:ext cx="542160" cy="241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D0A1989-9DBC-95B4-E237-D3BC8A4FFC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72820" y="726890"/>
                <a:ext cx="5727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924EEF7-2783-43EE-E3F2-DBB1836BAF26}"/>
                  </a:ext>
                </a:extLst>
              </p14:cNvPr>
              <p14:cNvContentPartPr/>
              <p14:nvPr/>
            </p14:nvContentPartPr>
            <p14:xfrm>
              <a:off x="2857330" y="869090"/>
              <a:ext cx="127440" cy="115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924EEF7-2783-43EE-E3F2-DBB1836BAF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41850" y="853610"/>
                <a:ext cx="1580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155367B-E825-168F-D2B9-CC5ECCEFA345}"/>
                  </a:ext>
                </a:extLst>
              </p14:cNvPr>
              <p14:cNvContentPartPr/>
              <p14:nvPr/>
            </p14:nvContentPartPr>
            <p14:xfrm>
              <a:off x="3559690" y="809330"/>
              <a:ext cx="234720" cy="182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155367B-E825-168F-D2B9-CC5ECCEFA3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44186" y="793850"/>
                <a:ext cx="265367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A127D6-C4B2-91A0-46F7-387CC90C6E27}"/>
                  </a:ext>
                </a:extLst>
              </p14:cNvPr>
              <p14:cNvContentPartPr/>
              <p14:nvPr/>
            </p14:nvContentPartPr>
            <p14:xfrm>
              <a:off x="3202570" y="833090"/>
              <a:ext cx="171000" cy="169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BA127D6-C4B2-91A0-46F7-387CC90C6E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87090" y="817610"/>
                <a:ext cx="2016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687412D-E148-F0D9-381B-A1D620BEC889}"/>
                  </a:ext>
                </a:extLst>
              </p14:cNvPr>
              <p14:cNvContentPartPr/>
              <p14:nvPr/>
            </p14:nvContentPartPr>
            <p14:xfrm>
              <a:off x="4059730" y="821210"/>
              <a:ext cx="814320" cy="262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687412D-E148-F0D9-381B-A1D620BEC8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44250" y="805709"/>
                <a:ext cx="844920" cy="292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A97E3C5-DAE8-B38A-5AB5-F4CCA382D832}"/>
                  </a:ext>
                </a:extLst>
              </p14:cNvPr>
              <p14:cNvContentPartPr/>
              <p14:nvPr/>
            </p14:nvContentPartPr>
            <p14:xfrm>
              <a:off x="5119570" y="805370"/>
              <a:ext cx="258480" cy="2228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A97E3C5-DAE8-B38A-5AB5-F4CCA382D8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104090" y="789865"/>
                <a:ext cx="289080" cy="253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925DABF-5EA6-306E-4B2E-29EA085727AB}"/>
                  </a:ext>
                </a:extLst>
              </p14:cNvPr>
              <p14:cNvContentPartPr/>
              <p14:nvPr/>
            </p14:nvContentPartPr>
            <p14:xfrm>
              <a:off x="5621770" y="821930"/>
              <a:ext cx="839520" cy="2221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925DABF-5EA6-306E-4B2E-29EA085727A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06290" y="806450"/>
                <a:ext cx="8701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1AFFAD6-19D6-D3A5-D774-28F74E7E21AE}"/>
                  </a:ext>
                </a:extLst>
              </p14:cNvPr>
              <p14:cNvContentPartPr/>
              <p14:nvPr/>
            </p14:nvContentPartPr>
            <p14:xfrm>
              <a:off x="6762610" y="757850"/>
              <a:ext cx="1062000" cy="2862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1AFFAD6-19D6-D3A5-D774-28F74E7E21A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47135" y="742351"/>
                <a:ext cx="1092590" cy="316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12EEF74-8BE2-2628-0526-870AB44B1D16}"/>
                  </a:ext>
                </a:extLst>
              </p14:cNvPr>
              <p14:cNvContentPartPr/>
              <p14:nvPr/>
            </p14:nvContentPartPr>
            <p14:xfrm>
              <a:off x="1980730" y="1313330"/>
              <a:ext cx="1385280" cy="2422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12EEF74-8BE2-2628-0526-870AB44B1D1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65250" y="1297827"/>
                <a:ext cx="1415880" cy="272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D18EC04-4840-29FF-671D-7A8A6DA5E4DA}"/>
                  </a:ext>
                </a:extLst>
              </p14:cNvPr>
              <p14:cNvContentPartPr/>
              <p14:nvPr/>
            </p14:nvContentPartPr>
            <p14:xfrm>
              <a:off x="3540250" y="1281650"/>
              <a:ext cx="496080" cy="3096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D18EC04-4840-29FF-671D-7A8A6DA5E4D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24770" y="1266152"/>
                <a:ext cx="526680" cy="3402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DD4CCF1-E261-8565-57DE-244673A4BDA5}"/>
                  </a:ext>
                </a:extLst>
              </p14:cNvPr>
              <p14:cNvContentPartPr/>
              <p14:nvPr/>
            </p14:nvContentPartPr>
            <p14:xfrm>
              <a:off x="468010" y="1004090"/>
              <a:ext cx="135360" cy="8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DD4CCF1-E261-8565-57DE-244673A4BDA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2530" y="988610"/>
                <a:ext cx="1659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9AF34F3-1D28-57EB-99C9-40FB1FD2AA47}"/>
                  </a:ext>
                </a:extLst>
              </p14:cNvPr>
              <p14:cNvContentPartPr/>
              <p14:nvPr/>
            </p14:nvContentPartPr>
            <p14:xfrm>
              <a:off x="400690" y="2016050"/>
              <a:ext cx="119520" cy="162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9AF34F3-1D28-57EB-99C9-40FB1FD2AA4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5210" y="2000570"/>
                <a:ext cx="1501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9C18C2A-26B2-255D-B05C-08B9EA86E651}"/>
                  </a:ext>
                </a:extLst>
              </p14:cNvPr>
              <p14:cNvContentPartPr/>
              <p14:nvPr/>
            </p14:nvContentPartPr>
            <p14:xfrm>
              <a:off x="1325890" y="1956290"/>
              <a:ext cx="420480" cy="1314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9C18C2A-26B2-255D-B05C-08B9EA86E65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10423" y="1940810"/>
                <a:ext cx="451054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F63B4B7-ECBB-FB2A-3695-E8F6E57552F1}"/>
                  </a:ext>
                </a:extLst>
              </p14:cNvPr>
              <p14:cNvContentPartPr/>
              <p14:nvPr/>
            </p14:nvContentPartPr>
            <p14:xfrm>
              <a:off x="726130" y="1902650"/>
              <a:ext cx="338040" cy="1890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F63B4B7-ECBB-FB2A-3695-E8F6E57552F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0666" y="1887199"/>
                <a:ext cx="368607" cy="2195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05BD8F6-C358-8DDF-AAED-9C00628ECBE0}"/>
                  </a:ext>
                </a:extLst>
              </p14:cNvPr>
              <p14:cNvContentPartPr/>
              <p14:nvPr/>
            </p14:nvContentPartPr>
            <p14:xfrm>
              <a:off x="1976410" y="1891130"/>
              <a:ext cx="446760" cy="1807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305BD8F6-C358-8DDF-AAED-9C00628ECBE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60930" y="1875650"/>
                <a:ext cx="4773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2134322-1CE3-9AD9-4A3A-B2D182E5D1E2}"/>
                  </a:ext>
                </a:extLst>
              </p14:cNvPr>
              <p14:cNvContentPartPr/>
              <p14:nvPr/>
            </p14:nvContentPartPr>
            <p14:xfrm>
              <a:off x="2587330" y="1798250"/>
              <a:ext cx="581400" cy="2736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2134322-1CE3-9AD9-4A3A-B2D182E5D1E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71840" y="1782790"/>
                <a:ext cx="612019" cy="3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48157CC-92F0-FB91-92B3-DCE322023922}"/>
                  </a:ext>
                </a:extLst>
              </p14:cNvPr>
              <p14:cNvContentPartPr/>
              <p14:nvPr/>
            </p14:nvContentPartPr>
            <p14:xfrm>
              <a:off x="3373210" y="1892930"/>
              <a:ext cx="1006920" cy="1785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48157CC-92F0-FB91-92B3-DCE32202392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357730" y="1877450"/>
                <a:ext cx="10375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12A5DD5-CFA5-4DCA-BE23-F1DDA0AD159D}"/>
                  </a:ext>
                </a:extLst>
              </p14:cNvPr>
              <p14:cNvContentPartPr/>
              <p14:nvPr/>
            </p14:nvContentPartPr>
            <p14:xfrm>
              <a:off x="6234850" y="1861250"/>
              <a:ext cx="1643040" cy="2739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12A5DD5-CFA5-4DCA-BE23-F1DDA0AD159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19370" y="1845790"/>
                <a:ext cx="1673640" cy="3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2DC03D3-1FDF-D279-3E41-51C8521C525E}"/>
                  </a:ext>
                </a:extLst>
              </p14:cNvPr>
              <p14:cNvContentPartPr/>
              <p14:nvPr/>
            </p14:nvContentPartPr>
            <p14:xfrm>
              <a:off x="4715290" y="1881050"/>
              <a:ext cx="1178280" cy="1904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2DC03D3-1FDF-D279-3E41-51C8521C525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99815" y="1865570"/>
                <a:ext cx="1208871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6B654BB-D290-9A65-C39A-25ED1261FBEA}"/>
                  </a:ext>
                </a:extLst>
              </p14:cNvPr>
              <p14:cNvContentPartPr/>
              <p14:nvPr/>
            </p14:nvContentPartPr>
            <p14:xfrm>
              <a:off x="8123770" y="1984370"/>
              <a:ext cx="147240" cy="860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6B654BB-D290-9A65-C39A-25ED1261FBE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08290" y="1968890"/>
                <a:ext cx="1778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B9F8F70-00E8-DCA3-81B1-6B340F857C11}"/>
                  </a:ext>
                </a:extLst>
              </p14:cNvPr>
              <p14:cNvContentPartPr/>
              <p14:nvPr/>
            </p14:nvContentPartPr>
            <p14:xfrm>
              <a:off x="976690" y="2389010"/>
              <a:ext cx="460440" cy="2066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B9F8F70-00E8-DCA3-81B1-6B340F857C1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61210" y="2373557"/>
                <a:ext cx="491040" cy="237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ED6D4E9-4FB2-9F61-4194-D02158D38B7A}"/>
                  </a:ext>
                </a:extLst>
              </p14:cNvPr>
              <p14:cNvContentPartPr/>
              <p14:nvPr/>
            </p14:nvContentPartPr>
            <p14:xfrm>
              <a:off x="2242090" y="2305490"/>
              <a:ext cx="1066320" cy="2865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ED6D4E9-4FB2-9F61-4194-D02158D38B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226605" y="2289991"/>
                <a:ext cx="1096930" cy="317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C050B29-7B5E-1523-3467-6092877908F4}"/>
                  </a:ext>
                </a:extLst>
              </p14:cNvPr>
              <p14:cNvContentPartPr/>
              <p14:nvPr/>
            </p14:nvContentPartPr>
            <p14:xfrm>
              <a:off x="1472050" y="2452370"/>
              <a:ext cx="544320" cy="1436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C050B29-7B5E-1523-3467-6092877908F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456560" y="2436851"/>
                <a:ext cx="574940" cy="174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DF08334-5B26-80E4-1F7C-337B40376F8B}"/>
                  </a:ext>
                </a:extLst>
              </p14:cNvPr>
              <p14:cNvContentPartPr/>
              <p14:nvPr/>
            </p14:nvContentPartPr>
            <p14:xfrm>
              <a:off x="1345330" y="2900930"/>
              <a:ext cx="639000" cy="250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DF08334-5B26-80E4-1F7C-337B40376F8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29850" y="2885428"/>
                <a:ext cx="669600" cy="281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0A307CF-E431-A481-EA91-AD2F2E619E1B}"/>
                  </a:ext>
                </a:extLst>
              </p14:cNvPr>
              <p14:cNvContentPartPr/>
              <p14:nvPr/>
            </p14:nvContentPartPr>
            <p14:xfrm>
              <a:off x="2166850" y="3004250"/>
              <a:ext cx="133200" cy="12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0A307CF-E431-A481-EA91-AD2F2E619E1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51370" y="2988770"/>
                <a:ext cx="1638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CB22D73-FD78-E46C-330A-71F7C8E59CF4}"/>
                  </a:ext>
                </a:extLst>
              </p14:cNvPr>
              <p14:cNvContentPartPr/>
              <p14:nvPr/>
            </p14:nvContentPartPr>
            <p14:xfrm>
              <a:off x="2170810" y="3063650"/>
              <a:ext cx="127440" cy="162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CB22D73-FD78-E46C-330A-71F7C8E59CF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55330" y="3048170"/>
                <a:ext cx="1580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F1B482FD-D33D-B859-A2E3-2314DFEA72E4}"/>
                  </a:ext>
                </a:extLst>
              </p14:cNvPr>
              <p14:cNvContentPartPr/>
              <p14:nvPr/>
            </p14:nvContentPartPr>
            <p14:xfrm>
              <a:off x="2702530" y="2976530"/>
              <a:ext cx="143280" cy="1630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F1B482FD-D33D-B859-A2E3-2314DFEA72E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87011" y="2961050"/>
                <a:ext cx="173957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8CAF24B-82F3-1103-A727-7D467586A494}"/>
                  </a:ext>
                </a:extLst>
              </p14:cNvPr>
              <p14:cNvContentPartPr/>
              <p14:nvPr/>
            </p14:nvContentPartPr>
            <p14:xfrm>
              <a:off x="2861290" y="2805890"/>
              <a:ext cx="139320" cy="1076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8CAF24B-82F3-1103-A727-7D467586A49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845810" y="2790410"/>
                <a:ext cx="1699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5AF0768-A090-E0F2-903B-ABC67D9ABFAB}"/>
                  </a:ext>
                </a:extLst>
              </p14:cNvPr>
              <p14:cNvContentPartPr/>
              <p14:nvPr/>
            </p14:nvContentPartPr>
            <p14:xfrm>
              <a:off x="2460610" y="3242210"/>
              <a:ext cx="1064160" cy="320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5AF0768-A090-E0F2-903B-ABC67D9ABFA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445130" y="3226730"/>
                <a:ext cx="10947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84F0593A-B247-A74B-0037-6A9E4CF2CFC8}"/>
                  </a:ext>
                </a:extLst>
              </p14:cNvPr>
              <p14:cNvContentPartPr/>
              <p14:nvPr/>
            </p14:nvContentPartPr>
            <p14:xfrm>
              <a:off x="2476450" y="3448490"/>
              <a:ext cx="524520" cy="2386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84F0593A-B247-A74B-0037-6A9E4CF2CFC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460981" y="3432987"/>
                <a:ext cx="555099" cy="269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D1AEA31-4510-7EDB-789F-D61C245D7EEE}"/>
                  </a:ext>
                </a:extLst>
              </p14:cNvPr>
              <p14:cNvContentPartPr/>
              <p14:nvPr/>
            </p14:nvContentPartPr>
            <p14:xfrm>
              <a:off x="3024010" y="3381170"/>
              <a:ext cx="109800" cy="838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D1AEA31-4510-7EDB-789F-D61C245D7EE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08530" y="3365623"/>
                <a:ext cx="140400" cy="114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8F05F8D0-85A8-9B92-036A-BE12C7246C98}"/>
                  </a:ext>
                </a:extLst>
              </p14:cNvPr>
              <p14:cNvContentPartPr/>
              <p14:nvPr/>
            </p14:nvContentPartPr>
            <p14:xfrm>
              <a:off x="2968570" y="1004090"/>
              <a:ext cx="167040" cy="1353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8F05F8D0-85A8-9B92-036A-BE12C7246C9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53090" y="988610"/>
                <a:ext cx="1976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F46C1D55-3875-44A8-C014-78FA090CF083}"/>
                  </a:ext>
                </a:extLst>
              </p14:cNvPr>
              <p14:cNvContentPartPr/>
              <p14:nvPr/>
            </p14:nvContentPartPr>
            <p14:xfrm>
              <a:off x="7826050" y="825170"/>
              <a:ext cx="151200" cy="878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F46C1D55-3875-44A8-C014-78FA090CF08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10570" y="809626"/>
                <a:ext cx="181800" cy="11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5EE2997F-2D89-634A-446B-F09DE3B1CD5E}"/>
                  </a:ext>
                </a:extLst>
              </p14:cNvPr>
              <p14:cNvContentPartPr/>
              <p14:nvPr/>
            </p14:nvContentPartPr>
            <p14:xfrm>
              <a:off x="7099930" y="1039730"/>
              <a:ext cx="107640" cy="918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5EE2997F-2D89-634A-446B-F09DE3B1CD5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84450" y="1024250"/>
                <a:ext cx="1382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9903EC6-CDCE-0997-229E-6B2FA010A98D}"/>
                  </a:ext>
                </a:extLst>
              </p14:cNvPr>
              <p14:cNvContentPartPr/>
              <p14:nvPr/>
            </p14:nvContentPartPr>
            <p14:xfrm>
              <a:off x="3484450" y="2091290"/>
              <a:ext cx="135360" cy="1058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9903EC6-CDCE-0997-229E-6B2FA010A98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68970" y="2075757"/>
                <a:ext cx="165960" cy="1365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419651A-BAEC-539D-04F2-936F73E4F720}"/>
                  </a:ext>
                </a:extLst>
              </p14:cNvPr>
              <p14:cNvContentPartPr/>
              <p14:nvPr/>
            </p14:nvContentPartPr>
            <p14:xfrm>
              <a:off x="5298130" y="2059610"/>
              <a:ext cx="119520" cy="1008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419651A-BAEC-539D-04F2-936F73E4F72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282650" y="2044185"/>
                <a:ext cx="150120" cy="1312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41374EBD-64F6-B272-4ABC-AA339295891D}"/>
                  </a:ext>
                </a:extLst>
              </p14:cNvPr>
              <p14:cNvContentPartPr/>
              <p14:nvPr/>
            </p14:nvContentPartPr>
            <p14:xfrm>
              <a:off x="3004210" y="2873570"/>
              <a:ext cx="127440" cy="1148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41374EBD-64F6-B272-4ABC-AA339295891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88730" y="2858090"/>
                <a:ext cx="1580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A8A10EB3-DA94-9A20-BDA2-61AD37182DD6}"/>
                  </a:ext>
                </a:extLst>
              </p14:cNvPr>
              <p14:cNvContentPartPr/>
              <p14:nvPr/>
            </p14:nvContentPartPr>
            <p14:xfrm>
              <a:off x="3147130" y="3445250"/>
              <a:ext cx="139320" cy="910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A8A10EB3-DA94-9A20-BDA2-61AD37182DD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31650" y="3429831"/>
                <a:ext cx="169920" cy="1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A18BBFF-36AB-B7A4-58BB-5A70C5640BFA}"/>
                  </a:ext>
                </a:extLst>
              </p14:cNvPr>
              <p14:cNvContentPartPr/>
              <p14:nvPr/>
            </p14:nvContentPartPr>
            <p14:xfrm>
              <a:off x="2535850" y="3301970"/>
              <a:ext cx="147240" cy="1155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A18BBFF-36AB-B7A4-58BB-5A70C5640BF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520332" y="3286490"/>
                <a:ext cx="177915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DA6B933-4023-B199-9968-CC3E76AC9CED}"/>
                  </a:ext>
                </a:extLst>
              </p14:cNvPr>
              <p14:cNvContentPartPr/>
              <p14:nvPr/>
            </p14:nvContentPartPr>
            <p14:xfrm>
              <a:off x="2392930" y="3805970"/>
              <a:ext cx="377280" cy="1472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DA6B933-4023-B199-9968-CC3E76AC9CE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377450" y="3790490"/>
                <a:ext cx="4078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8C5E94F8-65A1-CDF8-8ED5-6C7480D2CB65}"/>
                  </a:ext>
                </a:extLst>
              </p14:cNvPr>
              <p14:cNvContentPartPr/>
              <p14:nvPr/>
            </p14:nvContentPartPr>
            <p14:xfrm>
              <a:off x="1797490" y="3127370"/>
              <a:ext cx="119520" cy="820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8C5E94F8-65A1-CDF8-8ED5-6C7480D2CB6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782010" y="3111890"/>
                <a:ext cx="1501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9CDBE5C9-8D4F-E90B-968B-05FA0D641664}"/>
                  </a:ext>
                </a:extLst>
              </p14:cNvPr>
              <p14:cNvContentPartPr/>
              <p14:nvPr/>
            </p14:nvContentPartPr>
            <p14:xfrm>
              <a:off x="3908890" y="3079490"/>
              <a:ext cx="270360" cy="1551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9CDBE5C9-8D4F-E90B-968B-05FA0D64166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893410" y="3064010"/>
                <a:ext cx="3009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A33CF84E-53E9-15C6-3503-F825074D5717}"/>
                  </a:ext>
                </a:extLst>
              </p14:cNvPr>
              <p14:cNvContentPartPr/>
              <p14:nvPr/>
            </p14:nvContentPartPr>
            <p14:xfrm>
              <a:off x="4449250" y="2932610"/>
              <a:ext cx="637200" cy="28584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A33CF84E-53E9-15C6-3503-F825074D571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433770" y="2917110"/>
                <a:ext cx="667800" cy="3164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128C74D7-8496-4461-63D0-5B5A6F115817}"/>
                  </a:ext>
                </a:extLst>
              </p14:cNvPr>
              <p14:cNvContentPartPr/>
              <p14:nvPr/>
            </p14:nvContentPartPr>
            <p14:xfrm>
              <a:off x="6032890" y="3000290"/>
              <a:ext cx="157320" cy="1508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128C74D7-8496-4461-63D0-5B5A6F11581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017410" y="2984810"/>
                <a:ext cx="1879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DAB57B1-A3CF-1F5D-0D83-7AAAC53A7601}"/>
                  </a:ext>
                </a:extLst>
              </p14:cNvPr>
              <p14:cNvContentPartPr/>
              <p14:nvPr/>
            </p14:nvContentPartPr>
            <p14:xfrm>
              <a:off x="6345730" y="2730290"/>
              <a:ext cx="587880" cy="1911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DAB57B1-A3CF-1F5D-0D83-7AAAC53A760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30241" y="2714781"/>
                <a:ext cx="618499" cy="221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3B490E3E-689E-972A-5B7E-F1EC85897285}"/>
                  </a:ext>
                </a:extLst>
              </p14:cNvPr>
              <p14:cNvContentPartPr/>
              <p14:nvPr/>
            </p14:nvContentPartPr>
            <p14:xfrm>
              <a:off x="5076010" y="2964650"/>
              <a:ext cx="540000" cy="2534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3B490E3E-689E-972A-5B7E-F1EC8589728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060530" y="2949192"/>
                <a:ext cx="570600" cy="2839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271ACB85-C06B-389D-6051-ABDE996697DF}"/>
                  </a:ext>
                </a:extLst>
              </p14:cNvPr>
              <p14:cNvContentPartPr/>
              <p14:nvPr/>
            </p14:nvContentPartPr>
            <p14:xfrm>
              <a:off x="6635530" y="2595290"/>
              <a:ext cx="216360" cy="838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271ACB85-C06B-389D-6051-ABDE996697D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620050" y="2579743"/>
                <a:ext cx="246960" cy="114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46F00F51-6D2A-F157-2011-C9FF545732CA}"/>
                  </a:ext>
                </a:extLst>
              </p14:cNvPr>
              <p14:cNvContentPartPr/>
              <p14:nvPr/>
            </p14:nvContentPartPr>
            <p14:xfrm>
              <a:off x="5881330" y="3182810"/>
              <a:ext cx="1318320" cy="5562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46F00F51-6D2A-F157-2011-C9FF545732C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865846" y="3167330"/>
                <a:ext cx="1348928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A400B017-0F80-E6EE-422C-9D7ABF67EF03}"/>
                  </a:ext>
                </a:extLst>
              </p14:cNvPr>
              <p14:cNvContentPartPr/>
              <p14:nvPr/>
            </p14:nvContentPartPr>
            <p14:xfrm>
              <a:off x="5976730" y="3325730"/>
              <a:ext cx="194760" cy="918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A400B017-0F80-E6EE-422C-9D7ABF67EF0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961250" y="3310250"/>
                <a:ext cx="2253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53F0AF50-1971-D57C-79F2-8EE366D195C9}"/>
                  </a:ext>
                </a:extLst>
              </p14:cNvPr>
              <p14:cNvContentPartPr/>
              <p14:nvPr/>
            </p14:nvContentPartPr>
            <p14:xfrm>
              <a:off x="5849650" y="3861410"/>
              <a:ext cx="365400" cy="1314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53F0AF50-1971-D57C-79F2-8EE366D195C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834170" y="3845887"/>
                <a:ext cx="396000" cy="162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EB3687C3-F135-C6F5-C0BF-AA15F23C1680}"/>
                  </a:ext>
                </a:extLst>
              </p14:cNvPr>
              <p14:cNvContentPartPr/>
              <p14:nvPr/>
            </p14:nvContentPartPr>
            <p14:xfrm>
              <a:off x="1810450" y="4413650"/>
              <a:ext cx="3531600" cy="3434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EB3687C3-F135-C6F5-C0BF-AA15F23C168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794970" y="4398170"/>
                <a:ext cx="35622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24C2E288-3BCE-05AD-8040-7D503A887182}"/>
                  </a:ext>
                </a:extLst>
              </p14:cNvPr>
              <p14:cNvContentPartPr/>
              <p14:nvPr/>
            </p14:nvContentPartPr>
            <p14:xfrm>
              <a:off x="1043650" y="2678810"/>
              <a:ext cx="916920" cy="1112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24C2E288-3BCE-05AD-8040-7D503A88718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28176" y="2663380"/>
                <a:ext cx="947508" cy="1417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993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AA57A9-26EF-9FE5-9AB7-F0F2E6146BC6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In the literature,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is called a logit</a:t>
                </a:r>
              </a:p>
              <a:p>
                <a:r>
                  <a:rPr lang="en-US" dirty="0"/>
                  <a:t>Our hypothesis for the system now becomes: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AA57A9-26EF-9FE5-9AB7-F0F2E6146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313A07-5B36-3A34-E142-632D3ACF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Concepts</a:t>
            </a:r>
          </a:p>
        </p:txBody>
      </p:sp>
    </p:spTree>
    <p:extLst>
      <p:ext uri="{BB962C8B-B14F-4D97-AF65-F5344CB8AC3E}">
        <p14:creationId xmlns:p14="http://schemas.microsoft.com/office/powerpoint/2010/main" val="230056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01E76C-24F4-0038-759F-6C00BBA6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Logistic Regression (2 classes)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2CA70D2-30DC-1BCC-F23F-C1BCC2405105}"/>
                  </a:ext>
                </a:extLst>
              </p:cNvPr>
              <p:cNvSpPr/>
              <p:nvPr/>
            </p:nvSpPr>
            <p:spPr>
              <a:xfrm>
                <a:off x="199505" y="2252750"/>
                <a:ext cx="1978429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2.4, 3.3, −1, 1, 0, 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2CA70D2-30DC-1BCC-F23F-C1BCC2405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05" y="2252750"/>
                <a:ext cx="1978429" cy="490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178D9D7-256F-CA62-27AA-B488DCE1E0E4}"/>
              </a:ext>
            </a:extLst>
          </p:cNvPr>
          <p:cNvSpPr/>
          <p:nvPr/>
        </p:nvSpPr>
        <p:spPr>
          <a:xfrm>
            <a:off x="127462" y="1856510"/>
            <a:ext cx="1978429" cy="490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Input features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7640D1-E8B8-B88C-C1FB-D81EFD8B9BAA}"/>
                  </a:ext>
                </a:extLst>
              </p:cNvPr>
              <p:cNvSpPr/>
              <p:nvPr/>
            </p:nvSpPr>
            <p:spPr>
              <a:xfrm>
                <a:off x="3014749" y="1024717"/>
                <a:ext cx="942110" cy="16635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7640D1-E8B8-B88C-C1FB-D81EFD8B9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749" y="1024717"/>
                <a:ext cx="942110" cy="16635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65C5A8-8CFA-D9E9-9554-5D1EA3ECD128}"/>
                  </a:ext>
                </a:extLst>
              </p:cNvPr>
              <p:cNvSpPr/>
              <p:nvPr/>
            </p:nvSpPr>
            <p:spPr>
              <a:xfrm>
                <a:off x="3014749" y="2995700"/>
                <a:ext cx="942110" cy="16635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65C5A8-8CFA-D9E9-9554-5D1EA3ECD1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749" y="2995700"/>
                <a:ext cx="942110" cy="1663585"/>
              </a:xfrm>
              <a:prstGeom prst="rect">
                <a:avLst/>
              </a:prstGeom>
              <a:blipFill>
                <a:blip r:embed="rId4"/>
                <a:stretch>
                  <a:fillRect b="-2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EB984B1-4CAC-8644-D28E-8196A3850DA6}"/>
                  </a:ext>
                </a:extLst>
              </p:cNvPr>
              <p:cNvSpPr/>
              <p:nvPr/>
            </p:nvSpPr>
            <p:spPr>
              <a:xfrm>
                <a:off x="2441171" y="591284"/>
                <a:ext cx="2089265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Class 1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EB984B1-4CAC-8644-D28E-8196A3850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71" y="591284"/>
                <a:ext cx="2089265" cy="490451"/>
              </a:xfrm>
              <a:prstGeom prst="rect">
                <a:avLst/>
              </a:prstGeom>
              <a:blipFill>
                <a:blip r:embed="rId5"/>
                <a:stretch>
                  <a:fillRect l="-583" t="-10000" r="-8163" b="-1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6F98EF6-4FC4-111F-3987-3DCF5F03C246}"/>
                  </a:ext>
                </a:extLst>
              </p:cNvPr>
              <p:cNvSpPr/>
              <p:nvPr/>
            </p:nvSpPr>
            <p:spPr>
              <a:xfrm>
                <a:off x="2441170" y="2596776"/>
                <a:ext cx="2089265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Class 2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6F98EF6-4FC4-111F-3987-3DCF5F03C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70" y="2596776"/>
                <a:ext cx="2089265" cy="490451"/>
              </a:xfrm>
              <a:prstGeom prst="rect">
                <a:avLst/>
              </a:prstGeom>
              <a:blipFill>
                <a:blip r:embed="rId6"/>
                <a:stretch>
                  <a:fillRect l="-875" t="-10000" r="-7872" b="-1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4B85DFAF-C585-8663-13F4-4F8DC268D507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177934" y="1856510"/>
            <a:ext cx="836815" cy="641466"/>
          </a:xfrm>
          <a:prstGeom prst="bentConnector3">
            <a:avLst>
              <a:gd name="adj1" fmla="val 26159"/>
            </a:avLst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6BEDB52-E6DB-13B7-4FCC-D4275080BB57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177934" y="2497976"/>
            <a:ext cx="836815" cy="1329517"/>
          </a:xfrm>
          <a:prstGeom prst="bentConnector3">
            <a:avLst>
              <a:gd name="adj1" fmla="val 26159"/>
            </a:avLst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9865508-732B-EF11-DCFC-9264805B6057}"/>
              </a:ext>
            </a:extLst>
          </p:cNvPr>
          <p:cNvGrpSpPr/>
          <p:nvPr/>
        </p:nvGrpSpPr>
        <p:grpSpPr>
          <a:xfrm>
            <a:off x="4612175" y="1354975"/>
            <a:ext cx="1083426" cy="3084021"/>
            <a:chOff x="4645427" y="1354975"/>
            <a:chExt cx="1083426" cy="308402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1BB3067-0D40-FB84-6A92-23E617064C43}"/>
                </a:ext>
              </a:extLst>
            </p:cNvPr>
            <p:cNvSpPr/>
            <p:nvPr/>
          </p:nvSpPr>
          <p:spPr>
            <a:xfrm>
              <a:off x="4711235" y="1354975"/>
              <a:ext cx="916481" cy="308402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93FF25C-B9B5-F824-D7A6-AAFCD45A8D05}"/>
                    </a:ext>
                  </a:extLst>
                </p:cNvPr>
                <p:cNvSpPr/>
                <p:nvPr/>
              </p:nvSpPr>
              <p:spPr>
                <a:xfrm>
                  <a:off x="4645428" y="1515167"/>
                  <a:ext cx="10834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Logit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93FF25C-B9B5-F824-D7A6-AAFCD45A8D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428" y="1515167"/>
                  <a:ext cx="1083425" cy="490451"/>
                </a:xfrm>
                <a:prstGeom prst="rect">
                  <a:avLst/>
                </a:prstGeom>
                <a:blipFill>
                  <a:blip r:embed="rId7"/>
                  <a:stretch>
                    <a:fillRect l="-565" b="-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B92C59B9-B30F-70FA-BE9E-7E653A0DB836}"/>
                    </a:ext>
                  </a:extLst>
                </p:cNvPr>
                <p:cNvSpPr/>
                <p:nvPr/>
              </p:nvSpPr>
              <p:spPr>
                <a:xfrm>
                  <a:off x="4874029" y="1856509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2.1</m:t>
                        </m:r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B92C59B9-B30F-70FA-BE9E-7E653A0DB8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029" y="1856509"/>
                  <a:ext cx="626225" cy="4904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55991CE-29E0-C0D3-237D-09AFC8F139C6}"/>
                    </a:ext>
                  </a:extLst>
                </p:cNvPr>
                <p:cNvSpPr/>
                <p:nvPr/>
              </p:nvSpPr>
              <p:spPr>
                <a:xfrm>
                  <a:off x="4874029" y="3628333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6.6</m:t>
                        </m:r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55991CE-29E0-C0D3-237D-09AFC8F139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029" y="3628333"/>
                  <a:ext cx="626225" cy="49045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576CFE1-D910-2108-5237-6C5FEE4BE439}"/>
                    </a:ext>
                  </a:extLst>
                </p:cNvPr>
                <p:cNvSpPr/>
                <p:nvPr/>
              </p:nvSpPr>
              <p:spPr>
                <a:xfrm>
                  <a:off x="4645427" y="3286991"/>
                  <a:ext cx="10834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Logit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576CFE1-D910-2108-5237-6C5FEE4BE4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427" y="3286991"/>
                  <a:ext cx="1083425" cy="490451"/>
                </a:xfrm>
                <a:prstGeom prst="rect">
                  <a:avLst/>
                </a:prstGeom>
                <a:blipFill>
                  <a:blip r:embed="rId10"/>
                  <a:stretch>
                    <a:fillRect l="-565" b="-61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713E3C-3E4D-4964-CA03-B0B033690FD5}"/>
              </a:ext>
            </a:extLst>
          </p:cNvPr>
          <p:cNvGrpSpPr/>
          <p:nvPr/>
        </p:nvGrpSpPr>
        <p:grpSpPr>
          <a:xfrm>
            <a:off x="5857694" y="1354975"/>
            <a:ext cx="916481" cy="3084021"/>
            <a:chOff x="5857694" y="1354975"/>
            <a:chExt cx="916481" cy="308402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95CB33E-2D17-BA53-F125-5C2E831CFF55}"/>
                </a:ext>
              </a:extLst>
            </p:cNvPr>
            <p:cNvSpPr/>
            <p:nvPr/>
          </p:nvSpPr>
          <p:spPr>
            <a:xfrm>
              <a:off x="5857694" y="1354975"/>
              <a:ext cx="916481" cy="3084021"/>
            </a:xfrm>
            <a:prstGeom prst="rect">
              <a:avLst/>
            </a:prstGeom>
            <a:solidFill>
              <a:srgbClr val="8B92D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90F7D9D-691B-1870-2C3A-680F8076CA03}"/>
                    </a:ext>
                  </a:extLst>
                </p:cNvPr>
                <p:cNvSpPr/>
                <p:nvPr/>
              </p:nvSpPr>
              <p:spPr>
                <a:xfrm>
                  <a:off x="6022591" y="1515166"/>
                  <a:ext cx="623432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90F7D9D-691B-1870-2C3A-680F8076CA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591" y="1515166"/>
                  <a:ext cx="623432" cy="49045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48D467D-A1D7-899E-DD06-6A20C4B8F562}"/>
                    </a:ext>
                  </a:extLst>
                </p:cNvPr>
                <p:cNvSpPr/>
                <p:nvPr/>
              </p:nvSpPr>
              <p:spPr>
                <a:xfrm>
                  <a:off x="6019798" y="1856508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8.17</m:t>
                        </m:r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48D467D-A1D7-899E-DD06-6A20C4B8F5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798" y="1856508"/>
                  <a:ext cx="626225" cy="49045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A336A9-7189-958B-5455-2FD236C765F3}"/>
                </a:ext>
              </a:extLst>
            </p:cNvPr>
            <p:cNvSpPr/>
            <p:nvPr/>
          </p:nvSpPr>
          <p:spPr>
            <a:xfrm>
              <a:off x="5909652" y="3628333"/>
              <a:ext cx="846515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735.10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AEBED69-9798-06F3-D8EB-B046B876DA8D}"/>
                    </a:ext>
                  </a:extLst>
                </p:cNvPr>
                <p:cNvSpPr/>
                <p:nvPr/>
              </p:nvSpPr>
              <p:spPr>
                <a:xfrm>
                  <a:off x="6022590" y="3286990"/>
                  <a:ext cx="623432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AEBED69-9798-06F3-D8EB-B046B876DA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590" y="3286990"/>
                  <a:ext cx="623432" cy="49045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BEA22E-50A3-27A6-FCCC-DA032AC30AF7}"/>
              </a:ext>
            </a:extLst>
          </p:cNvPr>
          <p:cNvCxnSpPr>
            <a:cxnSpLocks/>
          </p:cNvCxnSpPr>
          <p:nvPr/>
        </p:nvCxnSpPr>
        <p:spPr>
          <a:xfrm>
            <a:off x="5336771" y="2086495"/>
            <a:ext cx="683027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2E54BE-507C-21F8-9A27-B88D0551F6EF}"/>
              </a:ext>
            </a:extLst>
          </p:cNvPr>
          <p:cNvCxnSpPr>
            <a:cxnSpLocks/>
          </p:cNvCxnSpPr>
          <p:nvPr/>
        </p:nvCxnSpPr>
        <p:spPr>
          <a:xfrm>
            <a:off x="5336771" y="3909754"/>
            <a:ext cx="644629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9D0A7DC-F935-969B-919C-89BF11EB14D0}"/>
              </a:ext>
            </a:extLst>
          </p:cNvPr>
          <p:cNvSpPr/>
          <p:nvPr/>
        </p:nvSpPr>
        <p:spPr>
          <a:xfrm>
            <a:off x="6445133" y="811570"/>
            <a:ext cx="1083425" cy="490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Apply </a:t>
            </a:r>
            <a:r>
              <a:rPr lang="en-US" dirty="0" err="1">
                <a:solidFill>
                  <a:sysClr val="windowText" lastClr="000000"/>
                </a:solidFill>
              </a:rPr>
              <a:t>softmax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58" name="Picture 57" descr="ArtStation - Synth Knob Design / Re-Creation">
            <a:extLst>
              <a:ext uri="{FF2B5EF4-FFF2-40B4-BE49-F238E27FC236}">
                <a16:creationId xmlns:a16="http://schemas.microsoft.com/office/drawing/2014/main" id="{9DC8EEAB-62B7-5D5D-5A87-C634C0EB45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0913" y="1034911"/>
            <a:ext cx="754944" cy="754944"/>
          </a:xfrm>
          <a:prstGeom prst="rect">
            <a:avLst/>
          </a:prstGeom>
        </p:spPr>
      </p:pic>
      <p:pic>
        <p:nvPicPr>
          <p:cNvPr id="59" name="Picture 58" descr="ArtStation - Synth Knob Design / Re-Creation">
            <a:extLst>
              <a:ext uri="{FF2B5EF4-FFF2-40B4-BE49-F238E27FC236}">
                <a16:creationId xmlns:a16="http://schemas.microsoft.com/office/drawing/2014/main" id="{FB6724B2-DB0C-859D-C099-BC80D73132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0913" y="3881651"/>
            <a:ext cx="754944" cy="754944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400D3E34-B722-9DEC-32A6-B014D6E6A570}"/>
              </a:ext>
            </a:extLst>
          </p:cNvPr>
          <p:cNvGrpSpPr/>
          <p:nvPr/>
        </p:nvGrpSpPr>
        <p:grpSpPr>
          <a:xfrm>
            <a:off x="3592643" y="1605959"/>
            <a:ext cx="1248134" cy="490451"/>
            <a:chOff x="3592643" y="1605959"/>
            <a:chExt cx="1248134" cy="49045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F566B1B-397C-CE13-1022-9CDB1052C900}"/>
                </a:ext>
              </a:extLst>
            </p:cNvPr>
            <p:cNvCxnSpPr/>
            <p:nvPr/>
          </p:nvCxnSpPr>
          <p:spPr>
            <a:xfrm>
              <a:off x="3848793" y="2086495"/>
              <a:ext cx="991984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2DC109-5404-23F4-3CCD-2C58FEE8FD9C}"/>
                </a:ext>
              </a:extLst>
            </p:cNvPr>
            <p:cNvSpPr/>
            <p:nvPr/>
          </p:nvSpPr>
          <p:spPr>
            <a:xfrm>
              <a:off x="3592643" y="1605959"/>
              <a:ext cx="1224427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Vector multiplication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08C808A-DCDB-E0C6-9C7C-EF5DC027C661}"/>
              </a:ext>
            </a:extLst>
          </p:cNvPr>
          <p:cNvGrpSpPr/>
          <p:nvPr/>
        </p:nvGrpSpPr>
        <p:grpSpPr>
          <a:xfrm>
            <a:off x="3587407" y="3442333"/>
            <a:ext cx="1253370" cy="490451"/>
            <a:chOff x="3587407" y="3442333"/>
            <a:chExt cx="1253370" cy="490451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91FC3A7-4066-1CE1-35E7-217DC1590DAD}"/>
                </a:ext>
              </a:extLst>
            </p:cNvPr>
            <p:cNvCxnSpPr/>
            <p:nvPr/>
          </p:nvCxnSpPr>
          <p:spPr>
            <a:xfrm>
              <a:off x="3848793" y="3909754"/>
              <a:ext cx="991984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FF25D02-032C-E3DE-45FF-9B3C8C32382C}"/>
                </a:ext>
              </a:extLst>
            </p:cNvPr>
            <p:cNvSpPr/>
            <p:nvPr/>
          </p:nvSpPr>
          <p:spPr>
            <a:xfrm>
              <a:off x="3587407" y="3442333"/>
              <a:ext cx="1224427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ysClr val="windowText" lastClr="000000"/>
                  </a:solidFill>
                </a:rPr>
                <a:t>Vector multiplication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624D48A-5120-7F39-78A1-38DACA5CD70B}"/>
              </a:ext>
            </a:extLst>
          </p:cNvPr>
          <p:cNvGrpSpPr/>
          <p:nvPr/>
        </p:nvGrpSpPr>
        <p:grpSpPr>
          <a:xfrm>
            <a:off x="6986846" y="1354974"/>
            <a:ext cx="2387118" cy="3113113"/>
            <a:chOff x="6986846" y="1354974"/>
            <a:chExt cx="2387118" cy="311311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BABAA93-D1FC-23A8-D623-0BC2CF10317F}"/>
                </a:ext>
              </a:extLst>
            </p:cNvPr>
            <p:cNvGrpSpPr/>
            <p:nvPr/>
          </p:nvGrpSpPr>
          <p:grpSpPr>
            <a:xfrm>
              <a:off x="6986846" y="1354974"/>
              <a:ext cx="2387118" cy="3084021"/>
              <a:chOff x="6936968" y="1354974"/>
              <a:chExt cx="2387118" cy="3084021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87EBAF5-36E5-8935-31DA-846C56B93004}"/>
                  </a:ext>
                </a:extLst>
              </p:cNvPr>
              <p:cNvSpPr/>
              <p:nvPr/>
            </p:nvSpPr>
            <p:spPr>
              <a:xfrm>
                <a:off x="7111233" y="1354974"/>
                <a:ext cx="1966265" cy="3084021"/>
              </a:xfrm>
              <a:prstGeom prst="rect">
                <a:avLst/>
              </a:prstGeom>
              <a:solidFill>
                <a:srgbClr val="FFA284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A3E6675-474D-F31E-BB18-85379AE51E98}"/>
                      </a:ext>
                    </a:extLst>
                  </p:cNvPr>
                  <p:cNvSpPr/>
                  <p:nvPr/>
                </p:nvSpPr>
                <p:spPr>
                  <a:xfrm>
                    <a:off x="6936968" y="1515165"/>
                    <a:ext cx="2387118" cy="4904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A3E6675-474D-F31E-BB18-85379AE51E9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6968" y="1515165"/>
                    <a:ext cx="2387118" cy="49045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78FCAC1E-E5B0-1EE5-EDF9-E58A87E0DEF0}"/>
                      </a:ext>
                    </a:extLst>
                  </p:cNvPr>
                  <p:cNvSpPr/>
                  <p:nvPr/>
                </p:nvSpPr>
                <p:spPr>
                  <a:xfrm>
                    <a:off x="6936968" y="3286990"/>
                    <a:ext cx="2387118" cy="4904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78FCAC1E-E5B0-1EE5-EDF9-E58A87E0DE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6968" y="3286990"/>
                    <a:ext cx="2387118" cy="49045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B833829B-90FC-25C8-672D-35FA42BE7D1D}"/>
                      </a:ext>
                    </a:extLst>
                  </p:cNvPr>
                  <p:cNvSpPr/>
                  <p:nvPr/>
                </p:nvSpPr>
                <p:spPr>
                  <a:xfrm>
                    <a:off x="7536567" y="2005616"/>
                    <a:ext cx="1179364" cy="8397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0.011</m:t>
                          </m:r>
                        </m:oMath>
                      </m:oMathPara>
                    </a14:m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  <a:p>
                    <a:pPr algn="ctr"/>
                    <a:r>
                      <a:rPr lang="en-US" dirty="0">
                        <a:solidFill>
                          <a:sysClr val="windowText" lastClr="000000"/>
                        </a:solidFill>
                      </a:rPr>
                      <a:t>Or</a:t>
                    </a:r>
                  </a:p>
                  <a:p>
                    <a:pPr algn="ctr"/>
                    <a:r>
                      <a:rPr lang="en-US" dirty="0">
                        <a:solidFill>
                          <a:sysClr val="windowText" lastClr="000000"/>
                        </a:solidFill>
                      </a:rPr>
                      <a:t>1.1%</a:t>
                    </a:r>
                  </a:p>
                </p:txBody>
              </p:sp>
            </mc:Choice>
            <mc:Fallback xmlns="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B833829B-90FC-25C8-672D-35FA42BE7D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6567" y="2005616"/>
                    <a:ext cx="1179364" cy="83975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594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88D9364B-8EB5-35D8-5ABD-7CFD0E08CB2A}"/>
                    </a:ext>
                  </a:extLst>
                </p:cNvPr>
                <p:cNvSpPr/>
                <p:nvPr/>
              </p:nvSpPr>
              <p:spPr>
                <a:xfrm>
                  <a:off x="7606017" y="3628333"/>
                  <a:ext cx="1179364" cy="8397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0.989</m:t>
                        </m:r>
                      </m:oMath>
                    </m:oMathPara>
                  </a14:m>
                  <a:endParaRPr lang="en-US" dirty="0">
                    <a:solidFill>
                      <a:sysClr val="windowText" lastClr="000000"/>
                    </a:solidFill>
                  </a:endParaRPr>
                </a:p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Or</a:t>
                  </a:r>
                </a:p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98.9%</a:t>
                  </a: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88D9364B-8EB5-35D8-5ABD-7CFD0E08CB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017" y="3628333"/>
                  <a:ext cx="1179364" cy="839754"/>
                </a:xfrm>
                <a:prstGeom prst="rect">
                  <a:avLst/>
                </a:prstGeom>
                <a:blipFill>
                  <a:blip r:embed="rId18"/>
                  <a:stretch>
                    <a:fillRect b="-1594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33E8DF5-1746-A3DB-698A-75159318CFEA}"/>
              </a:ext>
            </a:extLst>
          </p:cNvPr>
          <p:cNvCxnSpPr>
            <a:cxnSpLocks/>
          </p:cNvCxnSpPr>
          <p:nvPr/>
        </p:nvCxnSpPr>
        <p:spPr>
          <a:xfrm>
            <a:off x="6586451" y="2105892"/>
            <a:ext cx="1032901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07BE87F-CAAA-1579-3161-2C134AF9D7AB}"/>
              </a:ext>
            </a:extLst>
          </p:cNvPr>
          <p:cNvCxnSpPr>
            <a:cxnSpLocks/>
          </p:cNvCxnSpPr>
          <p:nvPr/>
        </p:nvCxnSpPr>
        <p:spPr>
          <a:xfrm>
            <a:off x="6684515" y="3909754"/>
            <a:ext cx="863441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77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428CBF-008A-89B4-AFB2-E3437D5A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Visualizing Logistic Regression (vector approach)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7F9111F-C260-D734-365F-1284DF551D86}"/>
              </a:ext>
            </a:extLst>
          </p:cNvPr>
          <p:cNvGrpSpPr/>
          <p:nvPr/>
        </p:nvGrpSpPr>
        <p:grpSpPr>
          <a:xfrm>
            <a:off x="-102502" y="1856510"/>
            <a:ext cx="2050472" cy="886691"/>
            <a:chOff x="-102502" y="1856510"/>
            <a:chExt cx="2050472" cy="886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1A6C131-0F3D-0C60-70AC-A9F1B486051C}"/>
                    </a:ext>
                  </a:extLst>
                </p:cNvPr>
                <p:cNvSpPr/>
                <p:nvPr/>
              </p:nvSpPr>
              <p:spPr>
                <a:xfrm>
                  <a:off x="-30459" y="2252750"/>
                  <a:ext cx="1978429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2.4, 3.3, −1, 1, 0, 0</m:t>
                            </m:r>
                          </m:e>
                        </m:d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1A6C131-0F3D-0C60-70AC-A9F1B4860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0459" y="2252750"/>
                  <a:ext cx="1978429" cy="49045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55D04C5-DAC7-C928-9C55-A5FFF6A3F12C}"/>
                </a:ext>
              </a:extLst>
            </p:cNvPr>
            <p:cNvSpPr/>
            <p:nvPr/>
          </p:nvSpPr>
          <p:spPr>
            <a:xfrm>
              <a:off x="-102502" y="1856510"/>
              <a:ext cx="1978429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Input features x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6CD7528-7178-38A8-0099-9001BCA6DD10}"/>
              </a:ext>
            </a:extLst>
          </p:cNvPr>
          <p:cNvGrpSpPr/>
          <p:nvPr/>
        </p:nvGrpSpPr>
        <p:grpSpPr>
          <a:xfrm>
            <a:off x="4267844" y="2067208"/>
            <a:ext cx="1083425" cy="831793"/>
            <a:chOff x="3853696" y="1515166"/>
            <a:chExt cx="1083425" cy="83179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CB8BCC1-92AF-17A1-9AEB-D7ADF50F83A6}"/>
                </a:ext>
              </a:extLst>
            </p:cNvPr>
            <p:cNvSpPr/>
            <p:nvPr/>
          </p:nvSpPr>
          <p:spPr>
            <a:xfrm>
              <a:off x="3919503" y="1579417"/>
              <a:ext cx="916481" cy="76754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B1C571-F82B-DA6E-4A3F-96003B5BAA74}"/>
                    </a:ext>
                  </a:extLst>
                </p:cNvPr>
                <p:cNvSpPr/>
                <p:nvPr/>
              </p:nvSpPr>
              <p:spPr>
                <a:xfrm>
                  <a:off x="3853696" y="1515166"/>
                  <a:ext cx="10834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Logit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B1C571-F82B-DA6E-4A3F-96003B5BAA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696" y="1515166"/>
                  <a:ext cx="1083425" cy="490451"/>
                </a:xfrm>
                <a:prstGeom prst="rect">
                  <a:avLst/>
                </a:prstGeom>
                <a:blipFill>
                  <a:blip r:embed="rId3"/>
                  <a:stretch>
                    <a:fillRect b="-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DD26A63-0FD0-EA01-2C6F-134BBE052FA2}"/>
                    </a:ext>
                  </a:extLst>
                </p:cNvPr>
                <p:cNvSpPr/>
                <p:nvPr/>
              </p:nvSpPr>
              <p:spPr>
                <a:xfrm>
                  <a:off x="4082297" y="1856508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[2.1, 6.6]</m:t>
                        </m:r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DD26A63-0FD0-EA01-2C6F-134BBE052F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2297" y="1856508"/>
                  <a:ext cx="626225" cy="490451"/>
                </a:xfrm>
                <a:prstGeom prst="rect">
                  <a:avLst/>
                </a:prstGeom>
                <a:blipFill>
                  <a:blip r:embed="rId4"/>
                  <a:stretch>
                    <a:fillRect l="-40000" r="-3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67778FB-9624-3F76-BF1A-A962752D2171}"/>
              </a:ext>
            </a:extLst>
          </p:cNvPr>
          <p:cNvGrpSpPr/>
          <p:nvPr/>
        </p:nvGrpSpPr>
        <p:grpSpPr>
          <a:xfrm>
            <a:off x="5686107" y="2059048"/>
            <a:ext cx="1459669" cy="831793"/>
            <a:chOff x="4788892" y="1675356"/>
            <a:chExt cx="1459669" cy="83179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D43B16E-FC1A-C51E-9545-2AEAD089FC83}"/>
                </a:ext>
              </a:extLst>
            </p:cNvPr>
            <p:cNvSpPr/>
            <p:nvPr/>
          </p:nvSpPr>
          <p:spPr>
            <a:xfrm>
              <a:off x="4788892" y="1737366"/>
              <a:ext cx="1459669" cy="767542"/>
            </a:xfrm>
            <a:prstGeom prst="rect">
              <a:avLst/>
            </a:prstGeom>
            <a:solidFill>
              <a:srgbClr val="8B92DE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D8EB83B-F498-BA3D-9830-12F7168E2783}"/>
                    </a:ext>
                  </a:extLst>
                </p:cNvPr>
                <p:cNvSpPr/>
                <p:nvPr/>
              </p:nvSpPr>
              <p:spPr>
                <a:xfrm>
                  <a:off x="5237017" y="1675356"/>
                  <a:ext cx="623432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acc>
                              <m:accPr>
                                <m:chr m:val="⃗"/>
                                <m:ctrlP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sup>
                        </m:sSup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D8EB83B-F498-BA3D-9830-12F7168E27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017" y="1675356"/>
                  <a:ext cx="623432" cy="49045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6CD2DB2-8A20-628E-0D43-E30302F45A89}"/>
                    </a:ext>
                  </a:extLst>
                </p:cNvPr>
                <p:cNvSpPr/>
                <p:nvPr/>
              </p:nvSpPr>
              <p:spPr>
                <a:xfrm>
                  <a:off x="5234224" y="2016698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[8.17, 735.10]</m:t>
                        </m:r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6CD2DB2-8A20-628E-0D43-E30302F45A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224" y="2016698"/>
                  <a:ext cx="626225" cy="490451"/>
                </a:xfrm>
                <a:prstGeom prst="rect">
                  <a:avLst/>
                </a:prstGeom>
                <a:blipFill>
                  <a:blip r:embed="rId6"/>
                  <a:stretch>
                    <a:fillRect l="-76471" r="-6862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09E6190-E8CA-86AA-4733-4DDC16043A23}"/>
              </a:ext>
            </a:extLst>
          </p:cNvPr>
          <p:cNvGrpSpPr/>
          <p:nvPr/>
        </p:nvGrpSpPr>
        <p:grpSpPr>
          <a:xfrm>
            <a:off x="7525656" y="2093896"/>
            <a:ext cx="1572850" cy="827024"/>
            <a:chOff x="7127853" y="1573705"/>
            <a:chExt cx="1572850" cy="82702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6B36C89-C661-9487-1097-CF996A185F08}"/>
                </a:ext>
              </a:extLst>
            </p:cNvPr>
            <p:cNvSpPr/>
            <p:nvPr/>
          </p:nvSpPr>
          <p:spPr>
            <a:xfrm>
              <a:off x="7127853" y="1590557"/>
              <a:ext cx="1572850" cy="790494"/>
            </a:xfrm>
            <a:prstGeom prst="rect">
              <a:avLst/>
            </a:prstGeom>
            <a:solidFill>
              <a:srgbClr val="FFA284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6232D839-A210-2ECE-775D-AC34828EFEA7}"/>
                    </a:ext>
                  </a:extLst>
                </p:cNvPr>
                <p:cNvSpPr/>
                <p:nvPr/>
              </p:nvSpPr>
              <p:spPr>
                <a:xfrm>
                  <a:off x="7522897" y="1573705"/>
                  <a:ext cx="782762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  <m:d>
                          <m:dPr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6232D839-A210-2ECE-775D-AC34828EFE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2897" y="1573705"/>
                  <a:ext cx="782762" cy="49045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36E0478F-2CD2-7648-0584-F59E5E5B2404}"/>
                    </a:ext>
                  </a:extLst>
                </p:cNvPr>
                <p:cNvSpPr/>
                <p:nvPr/>
              </p:nvSpPr>
              <p:spPr>
                <a:xfrm>
                  <a:off x="7601166" y="1910278"/>
                  <a:ext cx="62622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0.011, 0.989</m:t>
                            </m:r>
                          </m:e>
                        </m:d>
                      </m:oMath>
                    </m:oMathPara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36E0478F-2CD2-7648-0584-F59E5E5B24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166" y="1910278"/>
                  <a:ext cx="626225" cy="490451"/>
                </a:xfrm>
                <a:prstGeom prst="rect">
                  <a:avLst/>
                </a:prstGeom>
                <a:blipFill>
                  <a:blip r:embed="rId8"/>
                  <a:stretch>
                    <a:fillRect l="-58824" r="-5098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4A50E0-1E89-7682-5B36-2684605322EF}"/>
              </a:ext>
            </a:extLst>
          </p:cNvPr>
          <p:cNvCxnSpPr>
            <a:cxnSpLocks/>
            <a:stCxn id="52" idx="3"/>
            <a:endCxn id="58" idx="1"/>
          </p:cNvCxnSpPr>
          <p:nvPr/>
        </p:nvCxnSpPr>
        <p:spPr>
          <a:xfrm flipV="1">
            <a:off x="5250132" y="2504829"/>
            <a:ext cx="435975" cy="1040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B2E64F-320E-09D4-1B8A-5214B04DF960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>
            <a:off x="7145776" y="2504829"/>
            <a:ext cx="379880" cy="116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481EFC95-1D26-FC97-A5AB-3A2022D6E41A}"/>
              </a:ext>
            </a:extLst>
          </p:cNvPr>
          <p:cNvSpPr/>
          <p:nvPr/>
        </p:nvSpPr>
        <p:spPr>
          <a:xfrm>
            <a:off x="6757664" y="1438721"/>
            <a:ext cx="1083425" cy="490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Apply </a:t>
            </a:r>
            <a:r>
              <a:rPr lang="en-US" err="1">
                <a:solidFill>
                  <a:sysClr val="windowText" lastClr="000000"/>
                </a:solidFill>
              </a:rPr>
              <a:t>softmax</a:t>
            </a:r>
            <a:endParaRPr lang="en-US">
              <a:solidFill>
                <a:sysClr val="windowText" lastClr="000000"/>
              </a:solidFill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21DDA9B-1E22-7F55-9D42-A9523DAA4B34}"/>
              </a:ext>
            </a:extLst>
          </p:cNvPr>
          <p:cNvGrpSpPr/>
          <p:nvPr/>
        </p:nvGrpSpPr>
        <p:grpSpPr>
          <a:xfrm>
            <a:off x="3147573" y="2007524"/>
            <a:ext cx="1224427" cy="490451"/>
            <a:chOff x="3669758" y="3442333"/>
            <a:chExt cx="1224427" cy="490451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D6975E0F-A0CA-6BDD-5A45-567CB7FBCD1D}"/>
                </a:ext>
              </a:extLst>
            </p:cNvPr>
            <p:cNvCxnSpPr/>
            <p:nvPr/>
          </p:nvCxnSpPr>
          <p:spPr>
            <a:xfrm>
              <a:off x="3848793" y="3909754"/>
              <a:ext cx="991984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0904007-F6D8-4B6F-A441-BAADED482325}"/>
                </a:ext>
              </a:extLst>
            </p:cNvPr>
            <p:cNvSpPr/>
            <p:nvPr/>
          </p:nvSpPr>
          <p:spPr>
            <a:xfrm>
              <a:off x="3669758" y="3442333"/>
              <a:ext cx="1224427" cy="49045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ysClr val="windowText" lastClr="000000"/>
                  </a:solidFill>
                </a:rPr>
                <a:t>Matrix multiplication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F0267BD-1C0A-FC2A-1219-12B4D6089A02}"/>
              </a:ext>
            </a:extLst>
          </p:cNvPr>
          <p:cNvGrpSpPr/>
          <p:nvPr/>
        </p:nvGrpSpPr>
        <p:grpSpPr>
          <a:xfrm>
            <a:off x="1705289" y="1644388"/>
            <a:ext cx="2089265" cy="2722157"/>
            <a:chOff x="1705289" y="1644388"/>
            <a:chExt cx="2089265" cy="27221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38D75A6-0B78-3CAC-79F5-B42F16F65697}"/>
                    </a:ext>
                  </a:extLst>
                </p:cNvPr>
                <p:cNvSpPr/>
                <p:nvPr/>
              </p:nvSpPr>
              <p:spPr>
                <a:xfrm>
                  <a:off x="1705289" y="3182429"/>
                  <a:ext cx="2089265" cy="490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Weight matrix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38D75A6-0B78-3CAC-79F5-B42F16F656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5289" y="3182429"/>
                  <a:ext cx="2089265" cy="490451"/>
                </a:xfrm>
                <a:prstGeom prst="rect">
                  <a:avLst/>
                </a:prstGeom>
                <a:blipFill>
                  <a:blip r:embed="rId9"/>
                  <a:stretch>
                    <a:fillRect b="-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4" name="Picture 73" descr="ArtStation - Synth Knob Design / Re-Creation">
              <a:extLst>
                <a:ext uri="{FF2B5EF4-FFF2-40B4-BE49-F238E27FC236}">
                  <a16:creationId xmlns:a16="http://schemas.microsoft.com/office/drawing/2014/main" id="{D4105539-077E-D4BC-2057-862A7EBA6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55883" y="3611601"/>
              <a:ext cx="754944" cy="7549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AAEEDF6-BE8A-CE33-1134-6588D707C201}"/>
                    </a:ext>
                  </a:extLst>
                </p:cNvPr>
                <p:cNvSpPr txBox="1"/>
                <p:nvPr/>
              </p:nvSpPr>
              <p:spPr bwMode="auto">
                <a:xfrm>
                  <a:off x="1946930" y="1644388"/>
                  <a:ext cx="1572850" cy="16368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FAA26D3D-D897-4be2-8F04-BA451C77F1D7}">
                    <ma14:placeholderFlag xmlns="" xmlns:ma14="http://schemas.microsoft.com/office/mac/drawingml/2011/main" val="1"/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AAEEDF6-BE8A-CE33-1134-6588D707C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6930" y="1644388"/>
                  <a:ext cx="1572850" cy="1636858"/>
                </a:xfrm>
                <a:prstGeom prst="rect">
                  <a:avLst/>
                </a:prstGeom>
                <a:blipFill>
                  <a:blip r:embed="rId11"/>
                  <a:stretch>
                    <a:fillRect b="-230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FAA26D3D-D897-4be2-8F04-BA451C77F1D7}">
                    <ma14:placeholderFlag xmlns:a14="http://schemas.microsoft.com/office/drawing/2010/main" xmlns:ma14="http://schemas.microsoft.com/office/mac/drawingml/2011/main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2D7A6F58-291D-AF82-E804-FEE56D0C520E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 flipV="1">
              <a:off x="1947970" y="2471672"/>
              <a:ext cx="234743" cy="26304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081EA4B-C59C-0E6A-BBC2-11B700FB520E}"/>
                  </a:ext>
                </a:extLst>
              </p:cNvPr>
              <p:cNvSpPr/>
              <p:nvPr/>
            </p:nvSpPr>
            <p:spPr>
              <a:xfrm>
                <a:off x="8191902" y="1662885"/>
                <a:ext cx="371947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081EA4B-C59C-0E6A-BBC2-11B700FB52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02" y="1662885"/>
                <a:ext cx="371947" cy="4904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4C2A8197-DE34-127B-761D-11D4C0A437FA}"/>
                  </a:ext>
                </a:extLst>
              </p:cNvPr>
              <p:cNvSpPr/>
              <p:nvPr/>
            </p:nvSpPr>
            <p:spPr>
              <a:xfrm>
                <a:off x="6131439" y="3366375"/>
                <a:ext cx="1204277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4C2A8197-DE34-127B-761D-11D4C0A437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439" y="3366375"/>
                <a:ext cx="1204277" cy="4904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E91C0F80-C46E-6524-A635-34FDC1A44FF5}"/>
                  </a:ext>
                </a:extLst>
              </p:cNvPr>
              <p:cNvSpPr/>
              <p:nvPr/>
            </p:nvSpPr>
            <p:spPr>
              <a:xfrm>
                <a:off x="6131439" y="3772037"/>
                <a:ext cx="1204277" cy="490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E91C0F80-C46E-6524-A635-34FDC1A44F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439" y="3772037"/>
                <a:ext cx="1204277" cy="4904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DE741233-CC28-73D1-FF7D-310B8C001A46}"/>
              </a:ext>
            </a:extLst>
          </p:cNvPr>
          <p:cNvCxnSpPr>
            <a:cxnSpLocks/>
            <a:stCxn id="150" idx="3"/>
          </p:cNvCxnSpPr>
          <p:nvPr/>
        </p:nvCxnSpPr>
        <p:spPr>
          <a:xfrm flipV="1">
            <a:off x="7335716" y="2789453"/>
            <a:ext cx="663253" cy="822148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8DB8AEC3-F8D9-7D25-D8F8-00957A4BA7EA}"/>
              </a:ext>
            </a:extLst>
          </p:cNvPr>
          <p:cNvCxnSpPr>
            <a:cxnSpLocks/>
            <a:stCxn id="151" idx="3"/>
          </p:cNvCxnSpPr>
          <p:nvPr/>
        </p:nvCxnSpPr>
        <p:spPr>
          <a:xfrm flipV="1">
            <a:off x="7335716" y="2789453"/>
            <a:ext cx="1367746" cy="1227810"/>
          </a:xfrm>
          <a:prstGeom prst="bentConnector3">
            <a:avLst>
              <a:gd name="adj1" fmla="val 99837"/>
            </a:avLst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81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149" grpId="0"/>
      <p:bldP spid="150" grpId="0"/>
      <p:bldP spid="1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00FCA2-7613-F325-35B1-35CC0CCEFD2A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Research shows that MSE is not a good loss function for classification problems.</a:t>
            </a:r>
          </a:p>
          <a:p>
            <a:endParaRPr lang="en-US" dirty="0"/>
          </a:p>
          <a:p>
            <a:r>
              <a:rPr lang="en-US" dirty="0"/>
              <a:t>For classification problems, a measure of certainty of your output random variable. This certainty (or lack thereof) is called </a:t>
            </a:r>
            <a:r>
              <a:rPr lang="en-US" i="1" dirty="0"/>
              <a:t>entropy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higher the entropy of a random variable, the less information, and more random it conveys.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9A8876-B86A-6093-DA76-D6D1312A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Loss Function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C11310-443E-C8F1-C6D5-073BAF56893B}"/>
              </a:ext>
            </a:extLst>
          </p:cNvPr>
          <p:cNvCxnSpPr/>
          <p:nvPr/>
        </p:nvCxnSpPr>
        <p:spPr>
          <a:xfrm>
            <a:off x="473527" y="4003427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7C209C-1ED1-E51C-6A1C-4E1404E952F0}"/>
              </a:ext>
            </a:extLst>
          </p:cNvPr>
          <p:cNvCxnSpPr/>
          <p:nvPr/>
        </p:nvCxnSpPr>
        <p:spPr>
          <a:xfrm>
            <a:off x="473527" y="4542791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8E5A990-9427-67B8-15A6-5FE4EB62CBDA}"/>
                  </a:ext>
                </a:extLst>
              </p14:cNvPr>
              <p14:cNvContentPartPr/>
              <p14:nvPr/>
            </p14:nvContentPartPr>
            <p14:xfrm>
              <a:off x="513360" y="3870034"/>
              <a:ext cx="278640" cy="159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8E5A990-9427-67B8-15A6-5FE4EB62C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7880" y="3854519"/>
                <a:ext cx="309240" cy="190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5E72A7F-AE12-E466-5184-47785551C3B1}"/>
                  </a:ext>
                </a:extLst>
              </p14:cNvPr>
              <p14:cNvContentPartPr/>
              <p14:nvPr/>
            </p14:nvContentPartPr>
            <p14:xfrm>
              <a:off x="941400" y="3922594"/>
              <a:ext cx="97920" cy="81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5E72A7F-AE12-E466-5184-47785551C3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5920" y="3907114"/>
                <a:ext cx="1285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708213B-1901-2BD5-247E-0643801DFC2A}"/>
                  </a:ext>
                </a:extLst>
              </p14:cNvPr>
              <p14:cNvContentPartPr/>
              <p14:nvPr/>
            </p14:nvContentPartPr>
            <p14:xfrm>
              <a:off x="2058480" y="3842674"/>
              <a:ext cx="722520" cy="165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708213B-1901-2BD5-247E-0643801DFC2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42992" y="3827228"/>
                <a:ext cx="753135" cy="195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A1B0CE1-8166-EEC1-55F8-983A6EF73A0B}"/>
                  </a:ext>
                </a:extLst>
              </p14:cNvPr>
              <p14:cNvContentPartPr/>
              <p14:nvPr/>
            </p14:nvContentPartPr>
            <p14:xfrm>
              <a:off x="1229040" y="3844114"/>
              <a:ext cx="666000" cy="172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A1B0CE1-8166-EEC1-55F8-983A6EF73A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13560" y="3828666"/>
                <a:ext cx="696600" cy="202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BE87BE-C190-BEE1-EEDA-2C7E98AC62BD}"/>
                  </a:ext>
                </a:extLst>
              </p14:cNvPr>
              <p14:cNvContentPartPr/>
              <p14:nvPr/>
            </p14:nvContentPartPr>
            <p14:xfrm>
              <a:off x="3035520" y="3881914"/>
              <a:ext cx="88200" cy="114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BE87BE-C190-BEE1-EEDA-2C7E98AC62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20040" y="3866434"/>
                <a:ext cx="1188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75CFB4E-D682-2D40-6889-B190CCFB9ACE}"/>
                  </a:ext>
                </a:extLst>
              </p14:cNvPr>
              <p14:cNvContentPartPr/>
              <p14:nvPr/>
            </p14:nvContentPartPr>
            <p14:xfrm>
              <a:off x="3297240" y="3846634"/>
              <a:ext cx="442440" cy="1569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75CFB4E-D682-2D40-6889-B190CCFB9AC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81773" y="3831189"/>
                <a:ext cx="473015" cy="187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FB07AF3-AD92-156A-DBB6-747F8352BEE4}"/>
                  </a:ext>
                </a:extLst>
              </p14:cNvPr>
              <p14:cNvContentPartPr/>
              <p14:nvPr/>
            </p14:nvContentPartPr>
            <p14:xfrm>
              <a:off x="4302944" y="3829789"/>
              <a:ext cx="1609560" cy="1882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FB07AF3-AD92-156A-DBB6-747F8352BE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87467" y="3814309"/>
                <a:ext cx="1640153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712013A-B471-AA54-C8AE-1E23A8801E83}"/>
                  </a:ext>
                </a:extLst>
              </p14:cNvPr>
              <p14:cNvContentPartPr/>
              <p14:nvPr/>
            </p14:nvContentPartPr>
            <p14:xfrm>
              <a:off x="3982904" y="3863989"/>
              <a:ext cx="92160" cy="1324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712013A-B471-AA54-C8AE-1E23A8801E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67363" y="3848509"/>
                <a:ext cx="1228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20E5462-50F0-D257-9F5E-3D1E4356128F}"/>
                  </a:ext>
                </a:extLst>
              </p14:cNvPr>
              <p14:cNvContentPartPr/>
              <p14:nvPr/>
            </p14:nvContentPartPr>
            <p14:xfrm>
              <a:off x="7923465" y="3777229"/>
              <a:ext cx="722880" cy="2206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20E5462-50F0-D257-9F5E-3D1E4356128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07985" y="3761724"/>
                <a:ext cx="753480" cy="2513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8F4A6CF-84E0-ACA0-2C78-894449E64E48}"/>
                  </a:ext>
                </a:extLst>
              </p14:cNvPr>
              <p14:cNvContentPartPr/>
              <p14:nvPr/>
            </p14:nvContentPartPr>
            <p14:xfrm>
              <a:off x="6708825" y="3781189"/>
              <a:ext cx="984240" cy="2473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8F4A6CF-84E0-ACA0-2C78-894449E64E4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93351" y="3765731"/>
                <a:ext cx="1014829" cy="277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1377508-5C80-3986-4DEE-8B7D49917E63}"/>
                  </a:ext>
                </a:extLst>
              </p14:cNvPr>
              <p14:cNvContentPartPr/>
              <p14:nvPr/>
            </p14:nvContentPartPr>
            <p14:xfrm>
              <a:off x="6085665" y="3813229"/>
              <a:ext cx="409320" cy="1915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1377508-5C80-3986-4DEE-8B7D49917E6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70185" y="3797749"/>
                <a:ext cx="4399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5FB8CC9-BF38-6A34-4A94-57AAF1386124}"/>
                  </a:ext>
                </a:extLst>
              </p14:cNvPr>
              <p14:cNvContentPartPr/>
              <p14:nvPr/>
            </p14:nvContentPartPr>
            <p14:xfrm>
              <a:off x="2228040" y="4390593"/>
              <a:ext cx="125280" cy="1321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5FB8CC9-BF38-6A34-4A94-57AAF138612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12515" y="4375113"/>
                <a:ext cx="155968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4A4DE20-F3BB-CB9C-486F-B99018104C8F}"/>
                  </a:ext>
                </a:extLst>
              </p14:cNvPr>
              <p14:cNvContentPartPr/>
              <p14:nvPr/>
            </p14:nvContentPartPr>
            <p14:xfrm>
              <a:off x="512280" y="4344513"/>
              <a:ext cx="1538640" cy="2876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4A4DE20-F3BB-CB9C-486F-B99018104C8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6796" y="4329033"/>
                <a:ext cx="1569247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FD8D963-A47E-689A-EDAA-4D58E833F1EF}"/>
                  </a:ext>
                </a:extLst>
              </p14:cNvPr>
              <p14:cNvContentPartPr/>
              <p14:nvPr/>
            </p14:nvContentPartPr>
            <p14:xfrm>
              <a:off x="2715480" y="4366473"/>
              <a:ext cx="258840" cy="1641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FD8D963-A47E-689A-EDAA-4D58E833F1E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99978" y="4350993"/>
                <a:ext cx="289483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61BB2CB-4199-86C3-2B4C-5EE9A1DDE148}"/>
                  </a:ext>
                </a:extLst>
              </p14:cNvPr>
              <p14:cNvContentPartPr/>
              <p14:nvPr/>
            </p14:nvContentPartPr>
            <p14:xfrm>
              <a:off x="3038760" y="4359273"/>
              <a:ext cx="404280" cy="1526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61BB2CB-4199-86C3-2B4C-5EE9A1DDE14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23294" y="4343793"/>
                <a:ext cx="434853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7E7D719-DDCF-CD93-495C-1729797895FD}"/>
                  </a:ext>
                </a:extLst>
              </p14:cNvPr>
              <p14:cNvContentPartPr/>
              <p14:nvPr/>
            </p14:nvContentPartPr>
            <p14:xfrm>
              <a:off x="3673440" y="4278633"/>
              <a:ext cx="209520" cy="3520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7E7D719-DDCF-CD93-495C-1729797895F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57960" y="4263153"/>
                <a:ext cx="24012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3FAA608-A39D-B3D6-2F21-D14B1D05FF10}"/>
                  </a:ext>
                </a:extLst>
              </p14:cNvPr>
              <p14:cNvContentPartPr/>
              <p14:nvPr/>
            </p14:nvContentPartPr>
            <p14:xfrm>
              <a:off x="3521160" y="4410033"/>
              <a:ext cx="113400" cy="118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3FAA608-A39D-B3D6-2F21-D14B1D05FF1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05680" y="4394553"/>
                <a:ext cx="1440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9F7DFEE-78C3-91F4-A71D-15046CB99D48}"/>
                  </a:ext>
                </a:extLst>
              </p14:cNvPr>
              <p14:cNvContentPartPr/>
              <p14:nvPr/>
            </p14:nvContentPartPr>
            <p14:xfrm>
              <a:off x="3999240" y="4324713"/>
              <a:ext cx="633240" cy="1839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9F7DFEE-78C3-91F4-A71D-15046CB99D4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83760" y="4309233"/>
                <a:ext cx="6638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2A0F442-423B-145A-1545-67702228B45D}"/>
                  </a:ext>
                </a:extLst>
              </p14:cNvPr>
              <p14:cNvContentPartPr/>
              <p14:nvPr/>
            </p14:nvContentPartPr>
            <p14:xfrm>
              <a:off x="4745156" y="4303833"/>
              <a:ext cx="1190160" cy="2408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2A0F442-423B-145A-1545-67702228B45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29676" y="4288330"/>
                <a:ext cx="1220760" cy="2714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778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2A70A4-4429-BE9E-CCB8-4CC76E00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Cross Entropy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CF2DA7-636E-A40E-E6FF-D78E065D2202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15D1E4-8898-2FB3-D2D7-20CF9598B319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D744AE2-9655-2E0A-51AF-30C437EAA9F8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1AE866B-35A6-E2F9-BB11-AAC4CA282172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EF5E01E-7CAD-7FC1-52D0-6BCA4F10FAF9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3A15D4-4E90-F12C-4757-D3FAF0C68385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F931066-08B2-755B-C493-5497B758531E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C8F7B65-E81F-1933-51AE-8F639DFA864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1B2F9EF-A92F-F53D-47FC-9CEAEABF6A78}"/>
                  </a:ext>
                </a:extLst>
              </p14:cNvPr>
              <p14:cNvContentPartPr/>
              <p14:nvPr/>
            </p14:nvContentPartPr>
            <p14:xfrm>
              <a:off x="1327320" y="923755"/>
              <a:ext cx="266040" cy="108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1B2F9EF-A92F-F53D-47FC-9CEAEABF6A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1819" y="908275"/>
                <a:ext cx="296681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B8B32E3-F636-3027-19B8-4EB870DBD6A9}"/>
                  </a:ext>
                </a:extLst>
              </p14:cNvPr>
              <p14:cNvContentPartPr/>
              <p14:nvPr/>
            </p14:nvContentPartPr>
            <p14:xfrm>
              <a:off x="4629600" y="868315"/>
              <a:ext cx="1391760" cy="1854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B8B32E3-F636-3027-19B8-4EB870DBD6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4116" y="852835"/>
                <a:ext cx="1422368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0FE284F-563D-952F-69D2-1297F43EFDE7}"/>
                  </a:ext>
                </a:extLst>
              </p14:cNvPr>
              <p14:cNvContentPartPr/>
              <p14:nvPr/>
            </p14:nvContentPartPr>
            <p14:xfrm>
              <a:off x="4236840" y="879475"/>
              <a:ext cx="191160" cy="1555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0FE284F-563D-952F-69D2-1297F43EFD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21360" y="863995"/>
                <a:ext cx="2217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B19F9BD-05DD-9EE6-DF04-BA0A7C9C69AC}"/>
                  </a:ext>
                </a:extLst>
              </p14:cNvPr>
              <p14:cNvContentPartPr/>
              <p14:nvPr/>
            </p14:nvContentPartPr>
            <p14:xfrm>
              <a:off x="3310560" y="862915"/>
              <a:ext cx="749880" cy="166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B19F9BD-05DD-9EE6-DF04-BA0A7C9C69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95080" y="847435"/>
                <a:ext cx="7804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13B95A5-B06C-33A2-4FB1-6E756F5F75DF}"/>
                  </a:ext>
                </a:extLst>
              </p14:cNvPr>
              <p14:cNvContentPartPr/>
              <p14:nvPr/>
            </p14:nvContentPartPr>
            <p14:xfrm>
              <a:off x="1764360" y="854275"/>
              <a:ext cx="1388880" cy="2048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13B95A5-B06C-33A2-4FB1-6E756F5F75D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8876" y="838795"/>
                <a:ext cx="1419488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1A8CDB2-73E6-5022-E85B-81670FC25253}"/>
                  </a:ext>
                </a:extLst>
              </p14:cNvPr>
              <p14:cNvContentPartPr/>
              <p14:nvPr/>
            </p14:nvContentPartPr>
            <p14:xfrm>
              <a:off x="588960" y="865435"/>
              <a:ext cx="581040" cy="1828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1A8CDB2-73E6-5022-E85B-81670FC2525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3490" y="849924"/>
                <a:ext cx="611621" cy="213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3D8FC28-F938-70D3-2578-461AC66D6858}"/>
                  </a:ext>
                </a:extLst>
              </p14:cNvPr>
              <p14:cNvContentPartPr/>
              <p14:nvPr/>
            </p14:nvContentPartPr>
            <p14:xfrm>
              <a:off x="6200560" y="845995"/>
              <a:ext cx="1449720" cy="2134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3D8FC28-F938-70D3-2578-461AC66D685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85080" y="830515"/>
                <a:ext cx="14803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67CB0AB-1AEB-0BA4-DB40-C1946BECB806}"/>
                  </a:ext>
                </a:extLst>
              </p14:cNvPr>
              <p14:cNvContentPartPr/>
              <p14:nvPr/>
            </p14:nvContentPartPr>
            <p14:xfrm>
              <a:off x="7732885" y="813948"/>
              <a:ext cx="1382400" cy="2462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67CB0AB-1AEB-0BA4-DB40-C1946BECB80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17405" y="798468"/>
                <a:ext cx="14130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85F5162D-6C0C-0C5B-0BDF-D2DD72A87A90}"/>
                  </a:ext>
                </a:extLst>
              </p14:cNvPr>
              <p14:cNvContentPartPr/>
              <p14:nvPr/>
            </p14:nvContentPartPr>
            <p14:xfrm>
              <a:off x="679767" y="1283387"/>
              <a:ext cx="874800" cy="3009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85F5162D-6C0C-0C5B-0BDF-D2DD72A87A9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4287" y="1267888"/>
                <a:ext cx="905400" cy="331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AED1C2A-CF3B-0312-2799-8AF2F42FD9A8}"/>
                  </a:ext>
                </a:extLst>
              </p14:cNvPr>
              <p14:cNvContentPartPr/>
              <p14:nvPr/>
            </p14:nvContentPartPr>
            <p14:xfrm>
              <a:off x="1682367" y="1468067"/>
              <a:ext cx="81720" cy="496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AED1C2A-CF3B-0312-2799-8AF2F42FD9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66887" y="1452587"/>
                <a:ext cx="1123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659D3E0-399C-DA55-EE4B-B10E8F912736}"/>
                  </a:ext>
                </a:extLst>
              </p14:cNvPr>
              <p14:cNvContentPartPr/>
              <p14:nvPr/>
            </p14:nvContentPartPr>
            <p14:xfrm>
              <a:off x="2155407" y="1616027"/>
              <a:ext cx="246960" cy="74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659D3E0-399C-DA55-EE4B-B10E8F91273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39904" y="1600547"/>
                <a:ext cx="277605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A0567684-ED45-B838-B76D-EE39F8B78CAA}"/>
                  </a:ext>
                </a:extLst>
              </p14:cNvPr>
              <p14:cNvContentPartPr/>
              <p14:nvPr/>
            </p14:nvContentPartPr>
            <p14:xfrm>
              <a:off x="1938687" y="1352507"/>
              <a:ext cx="433800" cy="1850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A0567684-ED45-B838-B76D-EE39F8B78C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3207" y="1337027"/>
                <a:ext cx="4644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BAB1C05-72D6-B5AD-EDF2-14BF9A25FE36}"/>
                  </a:ext>
                </a:extLst>
              </p14:cNvPr>
              <p14:cNvContentPartPr/>
              <p14:nvPr/>
            </p14:nvContentPartPr>
            <p14:xfrm>
              <a:off x="2456007" y="1596227"/>
              <a:ext cx="20880" cy="709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BAB1C05-72D6-B5AD-EDF2-14BF9A25FE3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40527" y="1580747"/>
                <a:ext cx="514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E83ACB6-1B54-10A4-E21F-E7E1EE1D4ADB}"/>
                  </a:ext>
                </a:extLst>
              </p14:cNvPr>
              <p14:cNvContentPartPr/>
              <p14:nvPr/>
            </p14:nvContentPartPr>
            <p14:xfrm>
              <a:off x="2259087" y="1207067"/>
              <a:ext cx="133560" cy="864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E83ACB6-1B54-10A4-E21F-E7E1EE1D4AD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43607" y="1191651"/>
                <a:ext cx="164160" cy="1168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59BADEFD-41EC-F55B-5B3E-D10E15B31417}"/>
                  </a:ext>
                </a:extLst>
              </p14:cNvPr>
              <p14:cNvContentPartPr/>
              <p14:nvPr/>
            </p14:nvContentPartPr>
            <p14:xfrm>
              <a:off x="2591801" y="1372108"/>
              <a:ext cx="251640" cy="2048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59BADEFD-41EC-F55B-5B3E-D10E15B314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76299" y="1356628"/>
                <a:ext cx="282284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0B52C86-036F-02BE-EB35-28578064C96B}"/>
                  </a:ext>
                </a:extLst>
              </p14:cNvPr>
              <p14:cNvContentPartPr/>
              <p14:nvPr/>
            </p14:nvContentPartPr>
            <p14:xfrm>
              <a:off x="2983481" y="1359868"/>
              <a:ext cx="133200" cy="1530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0B52C86-036F-02BE-EB35-28578064C96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68043" y="1344424"/>
                <a:ext cx="163718" cy="183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4E7AF1B-2CDC-0590-4D85-A988F9D67CAF}"/>
                  </a:ext>
                </a:extLst>
              </p14:cNvPr>
              <p14:cNvContentPartPr/>
              <p14:nvPr/>
            </p14:nvContentPartPr>
            <p14:xfrm>
              <a:off x="3217841" y="1263748"/>
              <a:ext cx="617760" cy="2952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4E7AF1B-2CDC-0590-4D85-A988F9D67CA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02370" y="1248268"/>
                <a:ext cx="648342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DD58149-30DD-B2E2-6683-C6A6231095C6}"/>
                  </a:ext>
                </a:extLst>
              </p14:cNvPr>
              <p14:cNvContentPartPr/>
              <p14:nvPr/>
            </p14:nvContentPartPr>
            <p14:xfrm>
              <a:off x="1373660" y="1853295"/>
              <a:ext cx="1030680" cy="1972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DD58149-30DD-B2E2-6683-C6A6231095C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58180" y="1837843"/>
                <a:ext cx="1061280" cy="227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81B395A-198D-57A0-3E3D-3E13B68543C0}"/>
                  </a:ext>
                </a:extLst>
              </p14:cNvPr>
              <p14:cNvContentPartPr/>
              <p14:nvPr/>
            </p14:nvContentPartPr>
            <p14:xfrm>
              <a:off x="1197980" y="1977495"/>
              <a:ext cx="15120" cy="662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81B395A-198D-57A0-3E3D-3E13B68543C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82122" y="1961930"/>
                <a:ext cx="46466" cy="97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620E02CE-CBA4-DB03-B431-FE7D5CB780A1}"/>
                  </a:ext>
                </a:extLst>
              </p14:cNvPr>
              <p14:cNvContentPartPr/>
              <p14:nvPr/>
            </p14:nvContentPartPr>
            <p14:xfrm>
              <a:off x="701540" y="1892175"/>
              <a:ext cx="289800" cy="2260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620E02CE-CBA4-DB03-B431-FE7D5CB780A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6079" y="1876695"/>
                <a:ext cx="320362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5668F8C-40AF-98A4-256D-CF9068066FC0}"/>
                  </a:ext>
                </a:extLst>
              </p14:cNvPr>
              <p14:cNvContentPartPr/>
              <p14:nvPr/>
            </p14:nvContentPartPr>
            <p14:xfrm>
              <a:off x="2576780" y="1871295"/>
              <a:ext cx="917280" cy="267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5668F8C-40AF-98A4-256D-CF9068066FC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561306" y="1855794"/>
                <a:ext cx="947868" cy="297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38375B4-0B6A-D777-FA83-6AD0CE6A3F09}"/>
                  </a:ext>
                </a:extLst>
              </p14:cNvPr>
              <p14:cNvContentPartPr/>
              <p14:nvPr/>
            </p14:nvContentPartPr>
            <p14:xfrm>
              <a:off x="3816620" y="1923855"/>
              <a:ext cx="703800" cy="1900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38375B4-0B6A-D777-FA83-6AD0CE6A3F0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01140" y="1908375"/>
                <a:ext cx="7344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892C98FE-D262-B1ED-BC8D-D0E7B8799659}"/>
                  </a:ext>
                </a:extLst>
              </p14:cNvPr>
              <p14:cNvContentPartPr/>
              <p14:nvPr/>
            </p14:nvContentPartPr>
            <p14:xfrm>
              <a:off x="5735071" y="1856304"/>
              <a:ext cx="274320" cy="2214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892C98FE-D262-B1ED-BC8D-D0E7B879965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19591" y="1840799"/>
                <a:ext cx="304920" cy="252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1A2A7D0A-880D-BA9C-0826-CCFEEC925293}"/>
                  </a:ext>
                </a:extLst>
              </p14:cNvPr>
              <p14:cNvContentPartPr/>
              <p14:nvPr/>
            </p14:nvContentPartPr>
            <p14:xfrm>
              <a:off x="5370751" y="1988064"/>
              <a:ext cx="177840" cy="813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1A2A7D0A-880D-BA9C-0826-CCFEEC92529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55240" y="1972515"/>
                <a:ext cx="208502" cy="112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D84F5A4B-EDAF-D055-F28B-7144FCF13AC5}"/>
                  </a:ext>
                </a:extLst>
              </p14:cNvPr>
              <p14:cNvContentPartPr/>
              <p14:nvPr/>
            </p14:nvContentPartPr>
            <p14:xfrm>
              <a:off x="4954951" y="1854864"/>
              <a:ext cx="256320" cy="2880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D84F5A4B-EDAF-D055-F28B-7144FCF13AC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939471" y="1839384"/>
                <a:ext cx="28692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51998F5-F34F-BCFE-B98E-E20123FEBB4D}"/>
                  </a:ext>
                </a:extLst>
              </p14:cNvPr>
              <p14:cNvContentPartPr/>
              <p14:nvPr/>
            </p14:nvContentPartPr>
            <p14:xfrm>
              <a:off x="2755317" y="2365752"/>
              <a:ext cx="1001880" cy="28944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51998F5-F34F-BCFE-B98E-E20123FEBB4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739837" y="2350272"/>
                <a:ext cx="103248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54B236FD-5A08-7168-1D93-1529C0B4BDE2}"/>
                  </a:ext>
                </a:extLst>
              </p14:cNvPr>
              <p14:cNvContentPartPr/>
              <p14:nvPr/>
            </p14:nvContentPartPr>
            <p14:xfrm>
              <a:off x="1796277" y="2404632"/>
              <a:ext cx="802080" cy="2538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54B236FD-5A08-7168-1D93-1529C0B4BDE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80804" y="2389152"/>
                <a:ext cx="832666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AD6FCFDC-5FBC-41A7-9948-32DEE064FEB1}"/>
                  </a:ext>
                </a:extLst>
              </p14:cNvPr>
              <p14:cNvContentPartPr/>
              <p14:nvPr/>
            </p14:nvContentPartPr>
            <p14:xfrm>
              <a:off x="1286517" y="2425872"/>
              <a:ext cx="354600" cy="1576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AD6FCFDC-5FBC-41A7-9948-32DEE064FEB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71037" y="2410427"/>
                <a:ext cx="385200" cy="188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C74F6C66-C213-66B6-F8FA-81EBE6A8AC75}"/>
                  </a:ext>
                </a:extLst>
              </p14:cNvPr>
              <p14:cNvContentPartPr/>
              <p14:nvPr/>
            </p14:nvContentPartPr>
            <p14:xfrm>
              <a:off x="1067637" y="2488512"/>
              <a:ext cx="37440" cy="6804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C74F6C66-C213-66B6-F8FA-81EBE6A8AC7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52007" y="2473032"/>
                <a:ext cx="68337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8DE5A772-ED83-9C28-7869-EF5C7AF6A8C7}"/>
                  </a:ext>
                </a:extLst>
              </p14:cNvPr>
              <p14:cNvContentPartPr/>
              <p14:nvPr/>
            </p14:nvContentPartPr>
            <p14:xfrm>
              <a:off x="637077" y="2315352"/>
              <a:ext cx="263880" cy="30024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8DE5A772-ED83-9C28-7869-EF5C7AF6A8C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1597" y="2299891"/>
                <a:ext cx="294480" cy="330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AB1E63B1-793A-9F57-4A6C-0F9AEF815B77}"/>
                  </a:ext>
                </a:extLst>
              </p14:cNvPr>
              <p14:cNvContentPartPr/>
              <p14:nvPr/>
            </p14:nvContentPartPr>
            <p14:xfrm>
              <a:off x="4118643" y="2418557"/>
              <a:ext cx="103680" cy="1724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AB1E63B1-793A-9F57-4A6C-0F9AEF815B7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03163" y="2403077"/>
                <a:ext cx="1342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6475F3F1-9B43-93A9-1B9A-76D5B930A16E}"/>
                  </a:ext>
                </a:extLst>
              </p14:cNvPr>
              <p14:cNvContentPartPr/>
              <p14:nvPr/>
            </p14:nvContentPartPr>
            <p14:xfrm>
              <a:off x="4207203" y="2451317"/>
              <a:ext cx="497160" cy="1936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6475F3F1-9B43-93A9-1B9A-76D5B930A16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191734" y="2435837"/>
                <a:ext cx="527738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334680A-BE39-DBAD-B285-7D3C2E86B4A4}"/>
                  </a:ext>
                </a:extLst>
              </p14:cNvPr>
              <p14:cNvContentPartPr/>
              <p14:nvPr/>
            </p14:nvContentPartPr>
            <p14:xfrm>
              <a:off x="4764123" y="2435477"/>
              <a:ext cx="84960" cy="1270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334680A-BE39-DBAD-B285-7D3C2E86B4A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748643" y="2419997"/>
                <a:ext cx="1155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5F4D45A-1CAE-5E0F-CF65-5EA2FB234E77}"/>
                  </a:ext>
                </a:extLst>
              </p14:cNvPr>
              <p14:cNvContentPartPr/>
              <p14:nvPr/>
            </p14:nvContentPartPr>
            <p14:xfrm>
              <a:off x="944168" y="2969266"/>
              <a:ext cx="46800" cy="7200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5F4D45A-1CAE-5E0F-CF65-5EA2FB234E7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28688" y="2953863"/>
                <a:ext cx="77400" cy="1024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FA638D3-F395-1900-DF27-EA47913A5E10}"/>
                  </a:ext>
                </a:extLst>
              </p14:cNvPr>
              <p14:cNvContentPartPr/>
              <p14:nvPr/>
            </p14:nvContentPartPr>
            <p14:xfrm>
              <a:off x="1189328" y="2953066"/>
              <a:ext cx="763920" cy="17856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FA638D3-F395-1900-DF27-EA47913A5E1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73848" y="2937586"/>
                <a:ext cx="7945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C84CB6A1-A695-5DA6-1218-E30186358807}"/>
                  </a:ext>
                </a:extLst>
              </p14:cNvPr>
              <p14:cNvContentPartPr/>
              <p14:nvPr/>
            </p14:nvContentPartPr>
            <p14:xfrm>
              <a:off x="602528" y="2961346"/>
              <a:ext cx="193680" cy="1702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C84CB6A1-A695-5DA6-1218-E3018635880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7048" y="2945866"/>
                <a:ext cx="2242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C3AF850F-47E4-534B-5CD3-CC4DD5F73450}"/>
                  </a:ext>
                </a:extLst>
              </p14:cNvPr>
              <p14:cNvContentPartPr/>
              <p14:nvPr/>
            </p14:nvContentPartPr>
            <p14:xfrm>
              <a:off x="2485328" y="2964586"/>
              <a:ext cx="639360" cy="1713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C3AF850F-47E4-534B-5CD3-CC4DD5F7345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469839" y="2949106"/>
                <a:ext cx="669977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580D4BD4-E307-54C8-AD38-21A3BC256BE6}"/>
                  </a:ext>
                </a:extLst>
              </p14:cNvPr>
              <p14:cNvContentPartPr/>
              <p14:nvPr/>
            </p14:nvContentPartPr>
            <p14:xfrm>
              <a:off x="2073848" y="2897626"/>
              <a:ext cx="208440" cy="2455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580D4BD4-E307-54C8-AD38-21A3BC256BE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58368" y="2882146"/>
                <a:ext cx="2390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C8B38CB-A510-3FC8-818A-5D1D47E95888}"/>
                  </a:ext>
                </a:extLst>
              </p14:cNvPr>
              <p14:cNvContentPartPr/>
              <p14:nvPr/>
            </p14:nvContentPartPr>
            <p14:xfrm>
              <a:off x="2366841" y="3515933"/>
              <a:ext cx="822600" cy="24804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C8B38CB-A510-3FC8-818A-5D1D47E9588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351361" y="3500453"/>
                <a:ext cx="8532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0B081826-71FE-D342-75A9-F11BA6AE6E6C}"/>
                  </a:ext>
                </a:extLst>
              </p14:cNvPr>
              <p14:cNvContentPartPr/>
              <p14:nvPr/>
            </p14:nvContentPartPr>
            <p14:xfrm>
              <a:off x="1671681" y="3502253"/>
              <a:ext cx="530640" cy="1922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0B081826-71FE-D342-75A9-F11BA6AE6E6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656201" y="3486773"/>
                <a:ext cx="5612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1D426793-7809-862B-7400-96C11C132D44}"/>
                  </a:ext>
                </a:extLst>
              </p14:cNvPr>
              <p14:cNvContentPartPr/>
              <p14:nvPr/>
            </p14:nvContentPartPr>
            <p14:xfrm>
              <a:off x="1162641" y="3484973"/>
              <a:ext cx="337680" cy="1926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1D426793-7809-862B-7400-96C11C132D4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47161" y="3469522"/>
                <a:ext cx="368280" cy="223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4F9B1C42-4DCD-EA7D-1C7F-08D6D2B0CEA9}"/>
                  </a:ext>
                </a:extLst>
              </p14:cNvPr>
              <p14:cNvContentPartPr/>
              <p14:nvPr/>
            </p14:nvContentPartPr>
            <p14:xfrm>
              <a:off x="655041" y="3495053"/>
              <a:ext cx="329040" cy="2030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4F9B1C42-4DCD-EA7D-1C7F-08D6D2B0CEA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9578" y="3479546"/>
                <a:ext cx="359607" cy="233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3E69C85D-0F93-9111-A0DC-5EB7D37EAE6D}"/>
                  </a:ext>
                </a:extLst>
              </p14:cNvPr>
              <p14:cNvContentPartPr/>
              <p14:nvPr/>
            </p14:nvContentPartPr>
            <p14:xfrm>
              <a:off x="835761" y="4059173"/>
              <a:ext cx="406440" cy="18612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3E69C85D-0F93-9111-A0DC-5EB7D37EAE6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20267" y="4043693"/>
                <a:ext cx="437067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51F08D5-B96A-67CE-9CC3-02569A324446}"/>
                  </a:ext>
                </a:extLst>
              </p14:cNvPr>
              <p14:cNvContentPartPr/>
              <p14:nvPr/>
            </p14:nvContentPartPr>
            <p14:xfrm>
              <a:off x="3364401" y="3526013"/>
              <a:ext cx="426960" cy="17928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51F08D5-B96A-67CE-9CC3-02569A32444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48921" y="3510533"/>
                <a:ext cx="4575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A24CE44A-091E-4350-C30A-96E9CE1FF3DB}"/>
                  </a:ext>
                </a:extLst>
              </p14:cNvPr>
              <p14:cNvContentPartPr/>
              <p14:nvPr/>
            </p14:nvContentPartPr>
            <p14:xfrm>
              <a:off x="1571961" y="3959453"/>
              <a:ext cx="684720" cy="29988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A24CE44A-091E-4350-C30A-96E9CE1FF3D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56481" y="3943954"/>
                <a:ext cx="715320" cy="3305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251ED410-77F3-FC92-9A49-FDB1335A1BDB}"/>
                  </a:ext>
                </a:extLst>
              </p14:cNvPr>
              <p14:cNvContentPartPr/>
              <p14:nvPr/>
            </p14:nvContentPartPr>
            <p14:xfrm>
              <a:off x="1582401" y="4413773"/>
              <a:ext cx="45000" cy="3816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251ED410-77F3-FC92-9A49-FDB1335A1BD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567044" y="4398293"/>
                <a:ext cx="75357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A72CA3BE-3175-8A35-E9BE-A20A9598AC98}"/>
                  </a:ext>
                </a:extLst>
              </p14:cNvPr>
              <p14:cNvContentPartPr/>
              <p14:nvPr/>
            </p14:nvContentPartPr>
            <p14:xfrm>
              <a:off x="1585641" y="4358693"/>
              <a:ext cx="17640" cy="1080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A72CA3BE-3175-8A35-E9BE-A20A9598AC9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70161" y="4343213"/>
                <a:ext cx="482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673042DD-2883-E724-7E74-7ADFFF99F842}"/>
                  </a:ext>
                </a:extLst>
              </p14:cNvPr>
              <p14:cNvContentPartPr/>
              <p14:nvPr/>
            </p14:nvContentPartPr>
            <p14:xfrm>
              <a:off x="1685721" y="4389653"/>
              <a:ext cx="58680" cy="396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673042DD-2883-E724-7E74-7ADFFF99F84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670241" y="4374173"/>
                <a:ext cx="892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66BF891D-A305-3514-E62C-62E93FE2290D}"/>
                  </a:ext>
                </a:extLst>
              </p14:cNvPr>
              <p14:cNvContentPartPr/>
              <p14:nvPr/>
            </p14:nvContentPartPr>
            <p14:xfrm>
              <a:off x="1678521" y="4417013"/>
              <a:ext cx="75960" cy="720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66BF891D-A305-3514-E62C-62E93FE2290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663041" y="4401533"/>
                <a:ext cx="1065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E081DADC-CEDC-18DD-7CD9-F3623F206514}"/>
                  </a:ext>
                </a:extLst>
              </p14:cNvPr>
              <p14:cNvContentPartPr/>
              <p14:nvPr/>
            </p14:nvContentPartPr>
            <p14:xfrm>
              <a:off x="1816401" y="4396853"/>
              <a:ext cx="38160" cy="8604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E081DADC-CEDC-18DD-7CD9-F3623F20651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800921" y="4381308"/>
                <a:ext cx="68760" cy="1167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7CDCED73-24CD-24E9-0FA1-1E1F7A924EA5}"/>
                  </a:ext>
                </a:extLst>
              </p14:cNvPr>
              <p14:cNvContentPartPr/>
              <p14:nvPr/>
            </p14:nvContentPartPr>
            <p14:xfrm>
              <a:off x="1627041" y="3818693"/>
              <a:ext cx="113400" cy="10332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7CDCED73-24CD-24E9-0FA1-1E1F7A924EA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611561" y="3803213"/>
                <a:ext cx="1440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A416694C-5CA0-E6BF-3FA7-5C1931A989DC}"/>
                  </a:ext>
                </a:extLst>
              </p14:cNvPr>
              <p14:cNvContentPartPr/>
              <p14:nvPr/>
            </p14:nvContentPartPr>
            <p14:xfrm>
              <a:off x="2070921" y="4375973"/>
              <a:ext cx="361800" cy="7596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A416694C-5CA0-E6BF-3FA7-5C1931A989D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055441" y="4360493"/>
                <a:ext cx="3924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EECE64B1-D259-3519-6859-A35F2A237013}"/>
                  </a:ext>
                </a:extLst>
              </p14:cNvPr>
              <p14:cNvContentPartPr/>
              <p14:nvPr/>
            </p14:nvContentPartPr>
            <p14:xfrm>
              <a:off x="2043201" y="3797813"/>
              <a:ext cx="148320" cy="11052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EECE64B1-D259-3519-6859-A35F2A23701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027721" y="3782282"/>
                <a:ext cx="178920" cy="141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ED13EF04-E59D-94A0-FD4D-1265FF4A8C0A}"/>
                  </a:ext>
                </a:extLst>
              </p14:cNvPr>
              <p14:cNvContentPartPr/>
              <p14:nvPr/>
            </p14:nvContentPartPr>
            <p14:xfrm>
              <a:off x="2579961" y="4018493"/>
              <a:ext cx="258480" cy="27504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ED13EF04-E59D-94A0-FD4D-1265FF4A8C0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564459" y="4003033"/>
                <a:ext cx="289123" cy="30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19C05E9E-95A6-58D7-B6FE-2A99485A21C6}"/>
                  </a:ext>
                </a:extLst>
              </p14:cNvPr>
              <p14:cNvContentPartPr/>
              <p14:nvPr/>
            </p14:nvContentPartPr>
            <p14:xfrm>
              <a:off x="2669601" y="3890693"/>
              <a:ext cx="222840" cy="12852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19C05E9E-95A6-58D7-B6FE-2A99485A21C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654121" y="3875170"/>
                <a:ext cx="253440" cy="159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B1750437-81EB-2F60-4AEB-D19A54EA2E21}"/>
                  </a:ext>
                </a:extLst>
              </p14:cNvPr>
              <p14:cNvContentPartPr/>
              <p14:nvPr/>
            </p14:nvContentPartPr>
            <p14:xfrm>
              <a:off x="3078921" y="4011293"/>
              <a:ext cx="192960" cy="20520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B1750437-81EB-2F60-4AEB-D19A54EA2E2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063441" y="3995813"/>
                <a:ext cx="2235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8B168F9F-521F-6E83-BB2E-C8DD7A5FBCF9}"/>
                  </a:ext>
                </a:extLst>
              </p14:cNvPr>
              <p14:cNvContentPartPr/>
              <p14:nvPr/>
            </p14:nvContentPartPr>
            <p14:xfrm>
              <a:off x="3460881" y="3883853"/>
              <a:ext cx="423360" cy="36792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8B168F9F-521F-6E83-BB2E-C8DD7A5FBCF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445401" y="3868373"/>
                <a:ext cx="45396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01A56358-2B26-AA17-1B96-623F95D7BADC}"/>
                  </a:ext>
                </a:extLst>
              </p14:cNvPr>
              <p14:cNvContentPartPr/>
              <p14:nvPr/>
            </p14:nvContentPartPr>
            <p14:xfrm>
              <a:off x="3323001" y="3992573"/>
              <a:ext cx="113760" cy="27216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01A56358-2B26-AA17-1B96-623F95D7BAD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307521" y="3977093"/>
                <a:ext cx="14436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B5C5CBA4-40F3-2B9F-DA79-D6BF3E7743E7}"/>
                  </a:ext>
                </a:extLst>
              </p14:cNvPr>
              <p14:cNvContentPartPr/>
              <p14:nvPr/>
            </p14:nvContentPartPr>
            <p14:xfrm>
              <a:off x="3969921" y="3949373"/>
              <a:ext cx="84960" cy="3153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B5C5CBA4-40F3-2B9F-DA79-D6BF3E7743E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954441" y="3933893"/>
                <a:ext cx="1155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32797931-9420-4F03-C3C2-A771BA11AD31}"/>
                  </a:ext>
                </a:extLst>
              </p14:cNvPr>
              <p14:cNvContentPartPr/>
              <p14:nvPr/>
            </p14:nvContentPartPr>
            <p14:xfrm>
              <a:off x="4763387" y="2265667"/>
              <a:ext cx="324720" cy="235944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32797931-9420-4F03-C3C2-A771BA11AD3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747924" y="2250187"/>
                <a:ext cx="355286" cy="239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A7B00B98-9B3E-A3D2-FD1A-7530ADB0733E}"/>
                  </a:ext>
                </a:extLst>
              </p14:cNvPr>
              <p14:cNvContentPartPr/>
              <p14:nvPr/>
            </p14:nvContentPartPr>
            <p14:xfrm>
              <a:off x="5280347" y="2416507"/>
              <a:ext cx="144720" cy="19548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A7B00B98-9B3E-A3D2-FD1A-7530ADB0733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264867" y="2401027"/>
                <a:ext cx="1753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5C01B974-82FC-245F-9F50-EDA95CB97D1D}"/>
                  </a:ext>
                </a:extLst>
              </p14:cNvPr>
              <p14:cNvContentPartPr/>
              <p14:nvPr/>
            </p14:nvContentPartPr>
            <p14:xfrm>
              <a:off x="5454587" y="2509387"/>
              <a:ext cx="57600" cy="9936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5C01B974-82FC-245F-9F50-EDA95CB97D1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439107" y="2493907"/>
                <a:ext cx="882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1DBB9306-88B0-DE1E-BDED-211864383BA4}"/>
                  </a:ext>
                </a:extLst>
              </p14:cNvPr>
              <p14:cNvContentPartPr/>
              <p14:nvPr/>
            </p14:nvContentPartPr>
            <p14:xfrm>
              <a:off x="5559707" y="2428027"/>
              <a:ext cx="162720" cy="18072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1DBB9306-88B0-DE1E-BDED-211864383BA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544227" y="2412547"/>
                <a:ext cx="1933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96154A27-CEED-66E8-4B94-D9D055798E2D}"/>
                  </a:ext>
                </a:extLst>
              </p14:cNvPr>
              <p14:cNvContentPartPr/>
              <p14:nvPr/>
            </p14:nvContentPartPr>
            <p14:xfrm>
              <a:off x="5836187" y="2578507"/>
              <a:ext cx="3240" cy="1836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96154A27-CEED-66E8-4B94-D9D055798E2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822255" y="2563027"/>
                <a:ext cx="307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BB7E42A7-E2A3-7854-1F97-9BF8FB3536B0}"/>
                  </a:ext>
                </a:extLst>
              </p14:cNvPr>
              <p14:cNvContentPartPr/>
              <p14:nvPr/>
            </p14:nvContentPartPr>
            <p14:xfrm>
              <a:off x="5842307" y="2524147"/>
              <a:ext cx="9360" cy="936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BB7E42A7-E2A3-7854-1F97-9BF8FB3536B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826827" y="2508667"/>
                <a:ext cx="39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80BBDD4C-E329-DC94-815E-976273F9C254}"/>
                  </a:ext>
                </a:extLst>
              </p14:cNvPr>
              <p14:cNvContentPartPr/>
              <p14:nvPr/>
            </p14:nvContentPartPr>
            <p14:xfrm>
              <a:off x="6028427" y="2428027"/>
              <a:ext cx="39600" cy="18036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80BBDD4C-E329-DC94-815E-976273F9C25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012805" y="2412547"/>
                <a:ext cx="70481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D3634FA4-042F-454F-AA59-A83E1DC5E84A}"/>
                  </a:ext>
                </a:extLst>
              </p14:cNvPr>
              <p14:cNvContentPartPr/>
              <p14:nvPr/>
            </p14:nvContentPartPr>
            <p14:xfrm>
              <a:off x="6010427" y="2446027"/>
              <a:ext cx="149400" cy="1224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D3634FA4-042F-454F-AA59-A83E1DC5E84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994910" y="2430547"/>
                <a:ext cx="180074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D170E364-1C45-EE75-C486-78E79F8E4BBF}"/>
                  </a:ext>
                </a:extLst>
              </p14:cNvPr>
              <p14:cNvContentPartPr/>
              <p14:nvPr/>
            </p14:nvContentPartPr>
            <p14:xfrm>
              <a:off x="6028427" y="2503267"/>
              <a:ext cx="93600" cy="936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D170E364-1C45-EE75-C486-78E79F8E4BB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012887" y="2488360"/>
                <a:ext cx="124318" cy="388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18BD9E22-E828-2226-AB8F-525A373BA1B0}"/>
                  </a:ext>
                </a:extLst>
              </p14:cNvPr>
              <p14:cNvContentPartPr/>
              <p14:nvPr/>
            </p14:nvContentPartPr>
            <p14:xfrm>
              <a:off x="6142547" y="2533147"/>
              <a:ext cx="21240" cy="6804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18BD9E22-E828-2226-AB8F-525A373BA1B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127067" y="2517667"/>
                <a:ext cx="518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1BDA69BE-F7A9-ECB1-CC5B-619BD43EA14F}"/>
                  </a:ext>
                </a:extLst>
              </p14:cNvPr>
              <p14:cNvContentPartPr/>
              <p14:nvPr/>
            </p14:nvContentPartPr>
            <p14:xfrm>
              <a:off x="6205907" y="2449267"/>
              <a:ext cx="6480" cy="2124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1BDA69BE-F7A9-ECB1-CC5B-619BD43EA14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190427" y="2434045"/>
                <a:ext cx="37080" cy="513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F55500DB-92D1-31F7-90C7-08798FB5E64C}"/>
                  </a:ext>
                </a:extLst>
              </p14:cNvPr>
              <p14:cNvContentPartPr/>
              <p14:nvPr/>
            </p14:nvContentPartPr>
            <p14:xfrm>
              <a:off x="6232907" y="2506147"/>
              <a:ext cx="99360" cy="8460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F55500DB-92D1-31F7-90C7-08798FB5E64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217483" y="2490667"/>
                <a:ext cx="12985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C808E447-3D83-0247-DF5E-147F3C712F10}"/>
                  </a:ext>
                </a:extLst>
              </p14:cNvPr>
              <p14:cNvContentPartPr/>
              <p14:nvPr/>
            </p14:nvContentPartPr>
            <p14:xfrm>
              <a:off x="6374387" y="2440267"/>
              <a:ext cx="96120" cy="15660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C808E447-3D83-0247-DF5E-147F3C712F1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358907" y="2424787"/>
                <a:ext cx="1267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451FEC72-3CF6-6E20-CCAB-36B4E0DB48F1}"/>
                  </a:ext>
                </a:extLst>
              </p14:cNvPr>
              <p14:cNvContentPartPr/>
              <p14:nvPr/>
            </p14:nvContentPartPr>
            <p14:xfrm>
              <a:off x="6647627" y="2464027"/>
              <a:ext cx="141120" cy="15624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451FEC72-3CF6-6E20-CCAB-36B4E0DB48F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632186" y="2448547"/>
                <a:ext cx="171642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41A80C0D-905F-F22D-8B55-8A90DE889B80}"/>
                  </a:ext>
                </a:extLst>
              </p14:cNvPr>
              <p14:cNvContentPartPr/>
              <p14:nvPr/>
            </p14:nvContentPartPr>
            <p14:xfrm>
              <a:off x="6653747" y="2533147"/>
              <a:ext cx="93600" cy="2736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41A80C0D-905F-F22D-8B55-8A90DE889B8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638267" y="2517667"/>
                <a:ext cx="1242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A5F760BC-4C28-A749-65F0-1A66CFFF2BCD}"/>
                  </a:ext>
                </a:extLst>
              </p14:cNvPr>
              <p14:cNvContentPartPr/>
              <p14:nvPr/>
            </p14:nvContentPartPr>
            <p14:xfrm>
              <a:off x="6699107" y="2358907"/>
              <a:ext cx="96120" cy="8460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A5F760BC-4C28-A749-65F0-1A66CFFF2BC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683627" y="2343427"/>
                <a:ext cx="12672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8C11384E-251A-37E0-30FA-5DA09344FC1A}"/>
                  </a:ext>
                </a:extLst>
              </p14:cNvPr>
              <p14:cNvContentPartPr/>
              <p14:nvPr/>
            </p14:nvContentPartPr>
            <p14:xfrm>
              <a:off x="6770747" y="2494267"/>
              <a:ext cx="9360" cy="5760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8C11384E-251A-37E0-30FA-5DA09344FC1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755267" y="2478787"/>
                <a:ext cx="399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5C911841-7D1C-284B-61F8-7E1327DF3809}"/>
                  </a:ext>
                </a:extLst>
              </p14:cNvPr>
              <p14:cNvContentPartPr/>
              <p14:nvPr/>
            </p14:nvContentPartPr>
            <p14:xfrm>
              <a:off x="7038587" y="2500387"/>
              <a:ext cx="87120" cy="13212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5C911841-7D1C-284B-61F8-7E1327DF380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023107" y="2484949"/>
                <a:ext cx="117720" cy="162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C32FD07B-25B8-97C5-04F8-DA1CF60D7288}"/>
                  </a:ext>
                </a:extLst>
              </p14:cNvPr>
              <p14:cNvContentPartPr/>
              <p14:nvPr/>
            </p14:nvContentPartPr>
            <p14:xfrm>
              <a:off x="7161347" y="2542507"/>
              <a:ext cx="102600" cy="8676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C32FD07B-25B8-97C5-04F8-DA1CF60D728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145867" y="2527027"/>
                <a:ext cx="1332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46F55A4C-AD72-6660-CE0A-18D6FC11023D}"/>
                  </a:ext>
                </a:extLst>
              </p14:cNvPr>
              <p14:cNvContentPartPr/>
              <p14:nvPr/>
            </p14:nvContentPartPr>
            <p14:xfrm>
              <a:off x="7293827" y="2536387"/>
              <a:ext cx="96480" cy="8460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46F55A4C-AD72-6660-CE0A-18D6FC11023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278347" y="2520907"/>
                <a:ext cx="1270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EB02CEEB-F789-D206-960C-41003414BD9D}"/>
                  </a:ext>
                </a:extLst>
              </p14:cNvPr>
              <p14:cNvContentPartPr/>
              <p14:nvPr/>
            </p14:nvContentPartPr>
            <p14:xfrm>
              <a:off x="7421627" y="2473387"/>
              <a:ext cx="176040" cy="17748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EB02CEEB-F789-D206-960C-41003414BD9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406115" y="2457907"/>
                <a:ext cx="206703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EC180777-C828-AD17-33C4-DE6A732E91D1}"/>
                  </a:ext>
                </a:extLst>
              </p14:cNvPr>
              <p14:cNvContentPartPr/>
              <p14:nvPr/>
            </p14:nvContentPartPr>
            <p14:xfrm>
              <a:off x="7717547" y="2455387"/>
              <a:ext cx="9360" cy="16524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EC180777-C828-AD17-33C4-DE6A732E91D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702067" y="2439907"/>
                <a:ext cx="399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215A4C55-166C-726E-8D99-3CC77C8C9487}"/>
                  </a:ext>
                </a:extLst>
              </p14:cNvPr>
              <p14:cNvContentPartPr/>
              <p14:nvPr/>
            </p14:nvContentPartPr>
            <p14:xfrm>
              <a:off x="7682627" y="2506147"/>
              <a:ext cx="227520" cy="11160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215A4C55-166C-726E-8D99-3CC77C8C948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667147" y="2490667"/>
                <a:ext cx="2581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5D220814-E24F-370F-5782-CD679AE9A795}"/>
                  </a:ext>
                </a:extLst>
              </p14:cNvPr>
              <p14:cNvContentPartPr/>
              <p14:nvPr/>
            </p14:nvContentPartPr>
            <p14:xfrm>
              <a:off x="7949027" y="2470147"/>
              <a:ext cx="198720" cy="16848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5D220814-E24F-370F-5782-CD679AE9A79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933547" y="2454634"/>
                <a:ext cx="229320" cy="199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838EC3A1-B2FC-8698-90E4-103A26804518}"/>
                  </a:ext>
                </a:extLst>
              </p14:cNvPr>
              <p14:cNvContentPartPr/>
              <p14:nvPr/>
            </p14:nvContentPartPr>
            <p14:xfrm>
              <a:off x="8063147" y="2527387"/>
              <a:ext cx="102600" cy="1548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838EC3A1-B2FC-8698-90E4-103A2680451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047667" y="2511907"/>
                <a:ext cx="1332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2DD0532B-338D-3F24-B06B-12FECF261DEA}"/>
                  </a:ext>
                </a:extLst>
              </p14:cNvPr>
              <p14:cNvContentPartPr/>
              <p14:nvPr/>
            </p14:nvContentPartPr>
            <p14:xfrm>
              <a:off x="8279507" y="2587507"/>
              <a:ext cx="9360" cy="1224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2DD0532B-338D-3F24-B06B-12FECF261DE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264027" y="2572469"/>
                <a:ext cx="39960" cy="41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2D055B72-EE3C-4151-3032-087CF42D0708}"/>
                  </a:ext>
                </a:extLst>
              </p14:cNvPr>
              <p14:cNvContentPartPr/>
              <p14:nvPr/>
            </p14:nvContentPartPr>
            <p14:xfrm>
              <a:off x="8279507" y="2519467"/>
              <a:ext cx="6480" cy="1404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2D055B72-EE3C-4151-3032-087CF42D070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264027" y="2503987"/>
                <a:ext cx="37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FCEA9018-DCEF-A2B7-FF70-2EFCDA9760DB}"/>
                  </a:ext>
                </a:extLst>
              </p14:cNvPr>
              <p14:cNvContentPartPr/>
              <p14:nvPr/>
            </p14:nvContentPartPr>
            <p14:xfrm>
              <a:off x="5193587" y="3002227"/>
              <a:ext cx="135000" cy="20016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FCEA9018-DCEF-A2B7-FF70-2EFCDA9760D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178107" y="2986747"/>
                <a:ext cx="1656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46F3A1E7-BF43-3713-56B4-0A98F823F3DC}"/>
                  </a:ext>
                </a:extLst>
              </p14:cNvPr>
              <p14:cNvContentPartPr/>
              <p14:nvPr/>
            </p14:nvContentPartPr>
            <p14:xfrm>
              <a:off x="5232107" y="3074227"/>
              <a:ext cx="87480" cy="3348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46F3A1E7-BF43-3713-56B4-0A98F823F3D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216690" y="3058579"/>
                <a:ext cx="117955" cy="64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31EC0D97-3436-2DCB-C299-D71FDDF55BF2}"/>
                  </a:ext>
                </a:extLst>
              </p14:cNvPr>
              <p14:cNvContentPartPr/>
              <p14:nvPr/>
            </p14:nvContentPartPr>
            <p14:xfrm>
              <a:off x="5298347" y="2888107"/>
              <a:ext cx="81360" cy="662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31EC0D97-3436-2DCB-C299-D71FDDF55BF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282867" y="2872627"/>
                <a:ext cx="1119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EAEC9368-948F-C579-B378-AA6E0926481E}"/>
                  </a:ext>
                </a:extLst>
              </p14:cNvPr>
              <p14:cNvContentPartPr/>
              <p14:nvPr/>
            </p14:nvContentPartPr>
            <p14:xfrm>
              <a:off x="5505707" y="3086467"/>
              <a:ext cx="66600" cy="324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EAEC9368-948F-C579-B378-AA6E0926481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490227" y="3070987"/>
                <a:ext cx="972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737B6757-C55C-11C9-06C4-E2D3EFAD092E}"/>
                  </a:ext>
                </a:extLst>
              </p14:cNvPr>
              <p14:cNvContentPartPr/>
              <p14:nvPr/>
            </p14:nvContentPartPr>
            <p14:xfrm>
              <a:off x="5499587" y="3125347"/>
              <a:ext cx="75600" cy="936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737B6757-C55C-11C9-06C4-E2D3EFAD092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484107" y="3109867"/>
                <a:ext cx="1062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0FAC57A6-2C01-36AF-590B-FC287600B3B7}"/>
                  </a:ext>
                </a:extLst>
              </p14:cNvPr>
              <p14:cNvContentPartPr/>
              <p14:nvPr/>
            </p14:nvContentPartPr>
            <p14:xfrm>
              <a:off x="5782187" y="3014467"/>
              <a:ext cx="99360" cy="13536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0FAC57A6-2C01-36AF-590B-FC287600B3B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766763" y="2998946"/>
                <a:ext cx="129850" cy="1660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FAED9652-87B0-B75E-9FFC-161E6D0BBA8D}"/>
                  </a:ext>
                </a:extLst>
              </p14:cNvPr>
              <p14:cNvContentPartPr/>
              <p14:nvPr/>
            </p14:nvContentPartPr>
            <p14:xfrm>
              <a:off x="5932307" y="3019507"/>
              <a:ext cx="114480" cy="12240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FAED9652-87B0-B75E-9FFC-161E6D0BBA8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916827" y="3004072"/>
                <a:ext cx="145080" cy="152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8599415C-F378-66CF-361C-1371BDB9D2E5}"/>
                  </a:ext>
                </a:extLst>
              </p14:cNvPr>
              <p14:cNvContentPartPr/>
              <p14:nvPr/>
            </p14:nvContentPartPr>
            <p14:xfrm>
              <a:off x="6016907" y="3016987"/>
              <a:ext cx="117360" cy="19260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8599415C-F378-66CF-361C-1371BDB9D2E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001427" y="3001507"/>
                <a:ext cx="1479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B8E97203-80AF-E61D-DCB7-1A4C3811EE52}"/>
                  </a:ext>
                </a:extLst>
              </p14:cNvPr>
              <p14:cNvContentPartPr/>
              <p14:nvPr/>
            </p14:nvContentPartPr>
            <p14:xfrm>
              <a:off x="6166667" y="3026347"/>
              <a:ext cx="159480" cy="12204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B8E97203-80AF-E61D-DCB7-1A4C3811EE5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151187" y="3010867"/>
                <a:ext cx="1900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F9C5C9E3-140E-F5D6-CCF1-684C88D9350B}"/>
                  </a:ext>
                </a:extLst>
              </p14:cNvPr>
              <p14:cNvContentPartPr/>
              <p14:nvPr/>
            </p14:nvContentPartPr>
            <p14:xfrm>
              <a:off x="6338027" y="3050107"/>
              <a:ext cx="27360" cy="7272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F9C5C9E3-140E-F5D6-CCF1-684C88D9350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322547" y="3034627"/>
                <a:ext cx="579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5FD58DEA-271B-B868-C934-B32B2BFE6C43}"/>
                  </a:ext>
                </a:extLst>
              </p14:cNvPr>
              <p14:cNvContentPartPr/>
              <p14:nvPr/>
            </p14:nvContentPartPr>
            <p14:xfrm>
              <a:off x="6392027" y="2953987"/>
              <a:ext cx="360" cy="1836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5FD58DEA-271B-B868-C934-B32B2BFE6C4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376547" y="2938507"/>
                <a:ext cx="309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7E823317-6CB7-9F18-B8F7-A21020ECA604}"/>
                  </a:ext>
                </a:extLst>
              </p14:cNvPr>
              <p14:cNvContentPartPr/>
              <p14:nvPr/>
            </p14:nvContentPartPr>
            <p14:xfrm>
              <a:off x="6392027" y="3023107"/>
              <a:ext cx="105480" cy="11448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7E823317-6CB7-9F18-B8F7-A21020ECA60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376547" y="3007627"/>
                <a:ext cx="1360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011C25E6-D2BD-9878-3229-E284DC57D025}"/>
                  </a:ext>
                </a:extLst>
              </p14:cNvPr>
              <p14:cNvContentPartPr/>
              <p14:nvPr/>
            </p14:nvContentPartPr>
            <p14:xfrm>
              <a:off x="6137147" y="3212827"/>
              <a:ext cx="111240" cy="13176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011C25E6-D2BD-9878-3229-E284DC57D02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21667" y="3197347"/>
                <a:ext cx="14184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B80A9175-9AA6-DF54-C390-3D79B5A191E2}"/>
                  </a:ext>
                </a:extLst>
              </p14:cNvPr>
              <p14:cNvContentPartPr/>
              <p14:nvPr/>
            </p14:nvContentPartPr>
            <p14:xfrm>
              <a:off x="6148667" y="3260707"/>
              <a:ext cx="81360" cy="2124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B80A9175-9AA6-DF54-C390-3D79B5A191E2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133187" y="3245485"/>
                <a:ext cx="111960" cy="513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07254D59-8988-2747-7D9D-745266A7FACD}"/>
                  </a:ext>
                </a:extLst>
              </p14:cNvPr>
              <p14:cNvContentPartPr/>
              <p14:nvPr/>
            </p14:nvContentPartPr>
            <p14:xfrm>
              <a:off x="6608747" y="2895307"/>
              <a:ext cx="491760" cy="31752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07254D59-8988-2747-7D9D-745266A7FAC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593256" y="2879845"/>
                <a:ext cx="522382" cy="348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9AF2BC3D-9551-149B-8CF7-85735E1A45B3}"/>
                  </a:ext>
                </a:extLst>
              </p14:cNvPr>
              <p14:cNvContentPartPr/>
              <p14:nvPr/>
            </p14:nvContentPartPr>
            <p14:xfrm>
              <a:off x="7885667" y="4630867"/>
              <a:ext cx="180720" cy="15480"/>
            </p14:xfrm>
          </p:contentPart>
        </mc:Choice>
        <mc:Fallback xmlns=""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9AF2BC3D-9551-149B-8CF7-85735E1A45B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870187" y="4615387"/>
                <a:ext cx="2113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6068CE4C-2152-5253-6870-5EAD10303283}"/>
                  </a:ext>
                </a:extLst>
              </p14:cNvPr>
              <p14:cNvContentPartPr/>
              <p14:nvPr/>
            </p14:nvContentPartPr>
            <p14:xfrm>
              <a:off x="7510547" y="4417747"/>
              <a:ext cx="173880" cy="240840"/>
            </p14:xfrm>
          </p:contentPart>
        </mc:Choice>
        <mc:Fallback xmlns=""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6068CE4C-2152-5253-6870-5EAD1030328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495099" y="4402267"/>
                <a:ext cx="204417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4D7DAC0F-3395-CAE8-7DBA-873A667790A5}"/>
                  </a:ext>
                </a:extLst>
              </p14:cNvPr>
              <p14:cNvContentPartPr/>
              <p14:nvPr/>
            </p14:nvContentPartPr>
            <p14:xfrm>
              <a:off x="6944987" y="4468867"/>
              <a:ext cx="358200" cy="213840"/>
            </p14:xfrm>
          </p:contentPart>
        </mc:Choice>
        <mc:Fallback xmlns=""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4D7DAC0F-3395-CAE8-7DBA-873A667790A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929491" y="4453387"/>
                <a:ext cx="388831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DDE87F2B-918A-928B-8270-C412CD7972F7}"/>
                  </a:ext>
                </a:extLst>
              </p14:cNvPr>
              <p14:cNvContentPartPr/>
              <p14:nvPr/>
            </p14:nvContentPartPr>
            <p14:xfrm>
              <a:off x="5842667" y="4485067"/>
              <a:ext cx="906120" cy="185760"/>
            </p14:xfrm>
          </p:contentPart>
        </mc:Choice>
        <mc:Fallback xmlns=""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DDE87F2B-918A-928B-8270-C412CD7972F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827193" y="4469557"/>
                <a:ext cx="936708" cy="2164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57F943DE-825F-5DE7-F0E4-7B8B0C2246C9}"/>
                  </a:ext>
                </a:extLst>
              </p14:cNvPr>
              <p14:cNvContentPartPr/>
              <p14:nvPr/>
            </p14:nvContentPartPr>
            <p14:xfrm>
              <a:off x="5072987" y="4452307"/>
              <a:ext cx="529200" cy="221400"/>
            </p14:xfrm>
          </p:contentPart>
        </mc:Choice>
        <mc:Fallback xmlns=""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57F943DE-825F-5DE7-F0E4-7B8B0C2246C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057496" y="4436802"/>
                <a:ext cx="559821" cy="252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63AC07D5-E11E-F084-E049-203CF7FCD5FC}"/>
                  </a:ext>
                </a:extLst>
              </p14:cNvPr>
              <p14:cNvContentPartPr/>
              <p14:nvPr/>
            </p14:nvContentPartPr>
            <p14:xfrm>
              <a:off x="7879907" y="4066027"/>
              <a:ext cx="679320" cy="201600"/>
            </p14:xfrm>
          </p:contentPart>
        </mc:Choice>
        <mc:Fallback xmlns=""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63AC07D5-E11E-F084-E049-203CF7FCD5F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864435" y="4050575"/>
                <a:ext cx="709904" cy="232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C6F13BCF-9616-9DDD-33E2-A1E18490F027}"/>
                  </a:ext>
                </a:extLst>
              </p14:cNvPr>
              <p14:cNvContentPartPr/>
              <p14:nvPr/>
            </p14:nvContentPartPr>
            <p14:xfrm>
              <a:off x="7441067" y="4132267"/>
              <a:ext cx="204480" cy="96480"/>
            </p14:xfrm>
          </p:contentPart>
        </mc:Choice>
        <mc:Fallback xmlns=""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C6F13BCF-9616-9DDD-33E2-A1E18490F02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425614" y="4116787"/>
                <a:ext cx="235026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19FEB322-D26E-3141-C0E9-E33E6F4448DD}"/>
                  </a:ext>
                </a:extLst>
              </p14:cNvPr>
              <p14:cNvContentPartPr/>
              <p14:nvPr/>
            </p14:nvContentPartPr>
            <p14:xfrm>
              <a:off x="7107347" y="4066387"/>
              <a:ext cx="156600" cy="147240"/>
            </p14:xfrm>
          </p:contentPart>
        </mc:Choice>
        <mc:Fallback xmlns=""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19FEB322-D26E-3141-C0E9-E33E6F4448DD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091867" y="4050945"/>
                <a:ext cx="187200" cy="177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ADCCB04D-79B3-14CC-140F-BE726AA967F1}"/>
                  </a:ext>
                </a:extLst>
              </p14:cNvPr>
              <p14:cNvContentPartPr/>
              <p14:nvPr/>
            </p14:nvContentPartPr>
            <p14:xfrm>
              <a:off x="5093867" y="4032907"/>
              <a:ext cx="1826280" cy="246600"/>
            </p14:xfrm>
          </p:contentPart>
        </mc:Choice>
        <mc:Fallback xmlns=""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ADCCB04D-79B3-14CC-140F-BE726AA967F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078387" y="4017427"/>
                <a:ext cx="18568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6E683F7E-310D-77F7-B2AB-5799AD155589}"/>
                  </a:ext>
                </a:extLst>
              </p14:cNvPr>
              <p14:cNvContentPartPr/>
              <p14:nvPr/>
            </p14:nvContentPartPr>
            <p14:xfrm>
              <a:off x="6764627" y="3501187"/>
              <a:ext cx="1438560" cy="216720"/>
            </p14:xfrm>
          </p:contentPart>
        </mc:Choice>
        <mc:Fallback xmlns=""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6E683F7E-310D-77F7-B2AB-5799AD15558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749147" y="3485707"/>
                <a:ext cx="14691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2B72896B-A813-510D-D940-420509ADEED3}"/>
                  </a:ext>
                </a:extLst>
              </p14:cNvPr>
              <p14:cNvContentPartPr/>
              <p14:nvPr/>
            </p14:nvContentPartPr>
            <p14:xfrm>
              <a:off x="5087747" y="3453307"/>
              <a:ext cx="1503000" cy="30636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2B72896B-A813-510D-D940-420509ADEED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072267" y="3437827"/>
                <a:ext cx="1533600" cy="33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070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Materials from this slides (slide 3 – 16) used Machine Learning, A First Course for Engineers and Scientists by Lindholm et. al (March 4</a:t>
            </a:r>
            <a:r>
              <a:rPr lang="en-US" baseline="30000" dirty="0"/>
              <a:t>th</a:t>
            </a:r>
            <a:r>
              <a:rPr lang="en-US" dirty="0"/>
              <a:t>, 2026 version), section 3.2 as a reference. Access to this document is free at the publishers’ GitHub page.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0AE-2636-E259-EEFC-59063E97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6C4AE-F6B7-2E9C-05FD-B54200E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1CB94-D17A-A46B-7EE0-AB3C51C43D3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F3C5DA-1D0D-7B94-707B-03A28FD4400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AC838C-637B-7880-60CA-9B838F3B82D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760FE1-93F1-4FC6-611C-4322370F2C6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63499E-C2D0-E484-67C1-2EA7FA971AD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0841E-0069-7B25-06EA-B2305D7AFD4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137F2-D56E-B650-05DB-E13BCC0C86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4E9FF6-C851-7B5E-EBA4-1B25D7CD74C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1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SLIDE_THUMBNAIL_REFRESH" val="1"/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="" xmlns:ma14="http://schemas.microsoft.com/office/mac/drawingml/2011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14722</TotalTime>
  <Words>575</Words>
  <Application>Microsoft Macintosh PowerPoint</Application>
  <PresentationFormat>On-screen Show (16:9)</PresentationFormat>
  <Paragraphs>104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Palatino Linotype</vt:lpstr>
      <vt:lpstr>CP_ppt_standard_v1</vt:lpstr>
      <vt:lpstr>Classification and Logistic Regression</vt:lpstr>
      <vt:lpstr>Overview</vt:lpstr>
      <vt:lpstr>Categorical Variables and How to Use Them</vt:lpstr>
      <vt:lpstr>Categorical Variables</vt:lpstr>
      <vt:lpstr>Reminder</vt:lpstr>
      <vt:lpstr>Motivation</vt:lpstr>
      <vt:lpstr>Primer: Thinking about classification</vt:lpstr>
      <vt:lpstr>Multiclass classification task</vt:lpstr>
      <vt:lpstr>Logistic Regression</vt:lpstr>
      <vt:lpstr>Logistic Regression</vt:lpstr>
      <vt:lpstr>Logistic Regression</vt:lpstr>
      <vt:lpstr>Logistic Regression Concepts</vt:lpstr>
      <vt:lpstr>Visualizing Logistic Regression (2 classes)</vt:lpstr>
      <vt:lpstr>Visualizing Logistic Regression (vector approach)</vt:lpstr>
      <vt:lpstr>Logistic Regression Loss Function</vt:lpstr>
      <vt:lpstr>Categorical Cross Entropy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226</cp:revision>
  <dcterms:modified xsi:type="dcterms:W3CDTF">2026-09-25T17:10:15Z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